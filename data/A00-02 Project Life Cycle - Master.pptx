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32" r:id="rId4"/>
  </p:sldMasterIdLst>
  <p:notesMasterIdLst>
    <p:notesMasterId r:id="rId35"/>
  </p:notesMasterIdLst>
  <p:sldIdLst>
    <p:sldId id="334" r:id="rId5"/>
    <p:sldId id="2147375973" r:id="rId6"/>
    <p:sldId id="259" r:id="rId7"/>
    <p:sldId id="2147483642" r:id="rId8"/>
    <p:sldId id="2147483647" r:id="rId9"/>
    <p:sldId id="260" r:id="rId10"/>
    <p:sldId id="261" r:id="rId11"/>
    <p:sldId id="258" r:id="rId12"/>
    <p:sldId id="262" r:id="rId13"/>
    <p:sldId id="263" r:id="rId14"/>
    <p:sldId id="264" r:id="rId15"/>
    <p:sldId id="265" r:id="rId16"/>
    <p:sldId id="266" r:id="rId17"/>
    <p:sldId id="267" r:id="rId18"/>
    <p:sldId id="257" r:id="rId19"/>
    <p:sldId id="268" r:id="rId20"/>
    <p:sldId id="272" r:id="rId21"/>
    <p:sldId id="273" r:id="rId22"/>
    <p:sldId id="274" r:id="rId23"/>
    <p:sldId id="269" r:id="rId24"/>
    <p:sldId id="270" r:id="rId25"/>
    <p:sldId id="271" r:id="rId26"/>
    <p:sldId id="2147375979" r:id="rId27"/>
    <p:sldId id="2147375986" r:id="rId28"/>
    <p:sldId id="2147375984" r:id="rId29"/>
    <p:sldId id="2147483646" r:id="rId30"/>
    <p:sldId id="256" r:id="rId31"/>
    <p:sldId id="2147375963" r:id="rId32"/>
    <p:sldId id="2147483643" r:id="rId33"/>
    <p:sldId id="2147483644"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emplate slides" id="{BF44616A-0BBC-F04D-B77A-71B27F00BF89}">
          <p14:sldIdLst>
            <p14:sldId id="334"/>
            <p14:sldId id="2147375973"/>
            <p14:sldId id="259"/>
            <p14:sldId id="2147483642"/>
            <p14:sldId id="2147483647"/>
            <p14:sldId id="260"/>
            <p14:sldId id="261"/>
            <p14:sldId id="258"/>
            <p14:sldId id="262"/>
            <p14:sldId id="263"/>
            <p14:sldId id="264"/>
            <p14:sldId id="265"/>
            <p14:sldId id="266"/>
            <p14:sldId id="267"/>
            <p14:sldId id="257"/>
            <p14:sldId id="268"/>
            <p14:sldId id="272"/>
            <p14:sldId id="273"/>
            <p14:sldId id="274"/>
            <p14:sldId id="269"/>
            <p14:sldId id="270"/>
            <p14:sldId id="271"/>
            <p14:sldId id="2147375979"/>
            <p14:sldId id="2147375986"/>
            <p14:sldId id="2147375984"/>
            <p14:sldId id="2147483646"/>
            <p14:sldId id="256"/>
            <p14:sldId id="2147375963"/>
            <p14:sldId id="2147483643"/>
            <p14:sldId id="214748364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A803A49-4EAA-A6C6-4937-4E10E1702DCA}" name="Steven Jacobs" initials="SJ" userId="Steven Jacobs"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5CB1AD"/>
    <a:srgbClr val="8FB2C4"/>
    <a:srgbClr val="CB8DB3"/>
    <a:srgbClr val="D25F6D"/>
    <a:srgbClr val="C63033"/>
    <a:srgbClr val="B62221"/>
    <a:srgbClr val="FFFFFF"/>
    <a:srgbClr val="B72322"/>
    <a:srgbClr val="5EB2AF"/>
    <a:srgbClr val="90B1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9BF5FF-6414-4914-93A3-694F4A68799E}" v="160" dt="2025-08-21T11:10:56.8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9" d="100"/>
          <a:sy n="89" d="100"/>
        </p:scale>
        <p:origin x="1314" y="300"/>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hauwaert, Wim" userId="88f3e010-33d6-4c8b-8703-2e7894de5501" providerId="ADAL" clId="{346582E8-59B4-486D-9969-DFECD8F83E04}"/>
    <pc:docChg chg="addSld delSld modSld modSection">
      <pc:chgData name="Vanhauwaert, Wim" userId="88f3e010-33d6-4c8b-8703-2e7894de5501" providerId="ADAL" clId="{346582E8-59B4-486D-9969-DFECD8F83E04}" dt="2025-01-28T14:43:12.109" v="1" actId="47"/>
      <pc:docMkLst>
        <pc:docMk/>
      </pc:docMkLst>
      <pc:sldChg chg="add">
        <pc:chgData name="Vanhauwaert, Wim" userId="88f3e010-33d6-4c8b-8703-2e7894de5501" providerId="ADAL" clId="{346582E8-59B4-486D-9969-DFECD8F83E04}" dt="2025-01-28T14:43:09.577" v="0"/>
        <pc:sldMkLst>
          <pc:docMk/>
          <pc:sldMk cId="1580520200" sldId="256"/>
        </pc:sldMkLst>
      </pc:sldChg>
      <pc:sldChg chg="del">
        <pc:chgData name="Vanhauwaert, Wim" userId="88f3e010-33d6-4c8b-8703-2e7894de5501" providerId="ADAL" clId="{346582E8-59B4-486D-9969-DFECD8F83E04}" dt="2025-01-28T14:43:12.109" v="1" actId="47"/>
        <pc:sldMkLst>
          <pc:docMk/>
          <pc:sldMk cId="805473583" sldId="2147483645"/>
        </pc:sldMkLst>
      </pc:sldChg>
    </pc:docChg>
  </pc:docChgLst>
  <pc:docChgLst>
    <pc:chgData name="Vanhauwaert, Wim" userId="88f3e010-33d6-4c8b-8703-2e7894de5501" providerId="ADAL" clId="{38120212-9CDE-447E-A564-0ACEF7B7305D}"/>
    <pc:docChg chg="undo custSel addSld delSld modSld sldOrd modSection">
      <pc:chgData name="Vanhauwaert, Wim" userId="88f3e010-33d6-4c8b-8703-2e7894de5501" providerId="ADAL" clId="{38120212-9CDE-447E-A564-0ACEF7B7305D}" dt="2024-05-16T09:30:43.762" v="255" actId="20577"/>
      <pc:docMkLst>
        <pc:docMk/>
      </pc:docMkLst>
      <pc:sldChg chg="modSp add mod">
        <pc:chgData name="Vanhauwaert, Wim" userId="88f3e010-33d6-4c8b-8703-2e7894de5501" providerId="ADAL" clId="{38120212-9CDE-447E-A564-0ACEF7B7305D}" dt="2024-04-05T09:58:06.773" v="104" actId="20577"/>
        <pc:sldMkLst>
          <pc:docMk/>
          <pc:sldMk cId="2155051731" sldId="334"/>
        </pc:sldMkLst>
      </pc:sldChg>
      <pc:sldChg chg="addSp modSp mod ord">
        <pc:chgData name="Vanhauwaert, Wim" userId="88f3e010-33d6-4c8b-8703-2e7894de5501" providerId="ADAL" clId="{38120212-9CDE-447E-A564-0ACEF7B7305D}" dt="2024-05-16T09:29:28.967" v="224"/>
        <pc:sldMkLst>
          <pc:docMk/>
          <pc:sldMk cId="822095774" sldId="1015"/>
        </pc:sldMkLst>
      </pc:sldChg>
      <pc:sldChg chg="addSp modSp mod modShow">
        <pc:chgData name="Vanhauwaert, Wim" userId="88f3e010-33d6-4c8b-8703-2e7894de5501" providerId="ADAL" clId="{38120212-9CDE-447E-A564-0ACEF7B7305D}" dt="2024-03-21T12:50:08.122" v="24" actId="729"/>
        <pc:sldMkLst>
          <pc:docMk/>
          <pc:sldMk cId="459181259" sldId="2147375880"/>
        </pc:sldMkLst>
      </pc:sldChg>
      <pc:sldChg chg="del">
        <pc:chgData name="Vanhauwaert, Wim" userId="88f3e010-33d6-4c8b-8703-2e7894de5501" providerId="ADAL" clId="{38120212-9CDE-447E-A564-0ACEF7B7305D}" dt="2024-03-20T12:58:10.665" v="1" actId="47"/>
        <pc:sldMkLst>
          <pc:docMk/>
          <pc:sldMk cId="4147694559" sldId="2147375965"/>
        </pc:sldMkLst>
      </pc:sldChg>
      <pc:sldChg chg="addSp delSp modSp mod ord">
        <pc:chgData name="Vanhauwaert, Wim" userId="88f3e010-33d6-4c8b-8703-2e7894de5501" providerId="ADAL" clId="{38120212-9CDE-447E-A564-0ACEF7B7305D}" dt="2024-04-05T10:06:44.424" v="194" actId="478"/>
        <pc:sldMkLst>
          <pc:docMk/>
          <pc:sldMk cId="2715639531" sldId="2147375973"/>
        </pc:sldMkLst>
      </pc:sldChg>
      <pc:sldChg chg="del">
        <pc:chgData name="Vanhauwaert, Wim" userId="88f3e010-33d6-4c8b-8703-2e7894de5501" providerId="ADAL" clId="{38120212-9CDE-447E-A564-0ACEF7B7305D}" dt="2024-04-05T09:58:09.157" v="105" actId="47"/>
        <pc:sldMkLst>
          <pc:docMk/>
          <pc:sldMk cId="2959650523" sldId="2147375975"/>
        </pc:sldMkLst>
      </pc:sldChg>
      <pc:sldChg chg="del mod modShow">
        <pc:chgData name="Vanhauwaert, Wim" userId="88f3e010-33d6-4c8b-8703-2e7894de5501" providerId="ADAL" clId="{38120212-9CDE-447E-A564-0ACEF7B7305D}" dt="2024-04-05T09:52:54.408" v="36" actId="47"/>
        <pc:sldMkLst>
          <pc:docMk/>
          <pc:sldMk cId="3022328486" sldId="2147375976"/>
        </pc:sldMkLst>
      </pc:sldChg>
      <pc:sldChg chg="addSp delSp modSp mod">
        <pc:chgData name="Vanhauwaert, Wim" userId="88f3e010-33d6-4c8b-8703-2e7894de5501" providerId="ADAL" clId="{38120212-9CDE-447E-A564-0ACEF7B7305D}" dt="2024-04-05T10:07:19.674" v="205"/>
        <pc:sldMkLst>
          <pc:docMk/>
          <pc:sldMk cId="756177507" sldId="2147375979"/>
        </pc:sldMkLst>
      </pc:sldChg>
      <pc:sldChg chg="del">
        <pc:chgData name="Vanhauwaert, Wim" userId="88f3e010-33d6-4c8b-8703-2e7894de5501" providerId="ADAL" clId="{38120212-9CDE-447E-A564-0ACEF7B7305D}" dt="2024-03-21T12:49:55.501" v="23" actId="47"/>
        <pc:sldMkLst>
          <pc:docMk/>
          <pc:sldMk cId="3678213384" sldId="2147375980"/>
        </pc:sldMkLst>
      </pc:sldChg>
      <pc:sldChg chg="addSp delSp modSp mod">
        <pc:chgData name="Vanhauwaert, Wim" userId="88f3e010-33d6-4c8b-8703-2e7894de5501" providerId="ADAL" clId="{38120212-9CDE-447E-A564-0ACEF7B7305D}" dt="2024-04-05T10:07:17.907" v="204"/>
        <pc:sldMkLst>
          <pc:docMk/>
          <pc:sldMk cId="2428169858" sldId="2147375983"/>
        </pc:sldMkLst>
      </pc:sldChg>
      <pc:sldChg chg="addSp delSp modSp mod">
        <pc:chgData name="Vanhauwaert, Wim" userId="88f3e010-33d6-4c8b-8703-2e7894de5501" providerId="ADAL" clId="{38120212-9CDE-447E-A564-0ACEF7B7305D}" dt="2024-04-05T10:07:20.940" v="206"/>
        <pc:sldMkLst>
          <pc:docMk/>
          <pc:sldMk cId="774052657" sldId="2147375984"/>
        </pc:sldMkLst>
      </pc:sldChg>
      <pc:sldChg chg="addSp delSp modSp mod">
        <pc:chgData name="Vanhauwaert, Wim" userId="88f3e010-33d6-4c8b-8703-2e7894de5501" providerId="ADAL" clId="{38120212-9CDE-447E-A564-0ACEF7B7305D}" dt="2024-04-26T07:54:18.092" v="210" actId="21"/>
        <pc:sldMkLst>
          <pc:docMk/>
          <pc:sldMk cId="1796115504" sldId="2147375985"/>
        </pc:sldMkLst>
      </pc:sldChg>
      <pc:sldChg chg="addSp delSp modSp mod">
        <pc:chgData name="Vanhauwaert, Wim" userId="88f3e010-33d6-4c8b-8703-2e7894de5501" providerId="ADAL" clId="{38120212-9CDE-447E-A564-0ACEF7B7305D}" dt="2024-04-05T10:07:22.908" v="207"/>
        <pc:sldMkLst>
          <pc:docMk/>
          <pc:sldMk cId="904173229" sldId="2147375986"/>
        </pc:sldMkLst>
      </pc:sldChg>
      <pc:sldChg chg="addSp delSp modSp new mod ord">
        <pc:chgData name="Vanhauwaert, Wim" userId="88f3e010-33d6-4c8b-8703-2e7894de5501" providerId="ADAL" clId="{38120212-9CDE-447E-A564-0ACEF7B7305D}" dt="2024-05-16T09:30:43.762" v="255" actId="20577"/>
        <pc:sldMkLst>
          <pc:docMk/>
          <pc:sldMk cId="818991689" sldId="2147375987"/>
        </pc:sldMkLst>
      </pc:sldChg>
    </pc:docChg>
  </pc:docChgLst>
  <pc:docChgLst>
    <pc:chgData name="Vanhauwaert, Wim" userId="88f3e010-33d6-4c8b-8703-2e7894de5501" providerId="ADAL" clId="{9A9BF5FF-6414-4914-93A3-694F4A68799E}"/>
    <pc:docChg chg="undo redo custSel addSld delSld modSld sldOrd modSection">
      <pc:chgData name="Vanhauwaert, Wim" userId="88f3e010-33d6-4c8b-8703-2e7894de5501" providerId="ADAL" clId="{9A9BF5FF-6414-4914-93A3-694F4A68799E}" dt="2025-08-21T11:10:56.821" v="669"/>
      <pc:docMkLst>
        <pc:docMk/>
      </pc:docMkLst>
      <pc:sldChg chg="modSp del mod">
        <pc:chgData name="Vanhauwaert, Wim" userId="88f3e010-33d6-4c8b-8703-2e7894de5501" providerId="ADAL" clId="{9A9BF5FF-6414-4914-93A3-694F4A68799E}" dt="2025-08-19T12:23:54.200" v="247" actId="47"/>
        <pc:sldMkLst>
          <pc:docMk/>
          <pc:sldMk cId="19425607" sldId="258"/>
        </pc:sldMkLst>
      </pc:sldChg>
      <pc:sldChg chg="addSp delSp modSp add mod delAnim modAnim modShow">
        <pc:chgData name="Vanhauwaert, Wim" userId="88f3e010-33d6-4c8b-8703-2e7894de5501" providerId="ADAL" clId="{9A9BF5FF-6414-4914-93A3-694F4A68799E}" dt="2025-08-21T10:19:24.015" v="628"/>
        <pc:sldMkLst>
          <pc:docMk/>
          <pc:sldMk cId="1778221277" sldId="258"/>
        </pc:sldMkLst>
        <pc:spChg chg="mod">
          <ac:chgData name="Vanhauwaert, Wim" userId="88f3e010-33d6-4c8b-8703-2e7894de5501" providerId="ADAL" clId="{9A9BF5FF-6414-4914-93A3-694F4A68799E}" dt="2025-08-20T08:08:25.864" v="532"/>
          <ac:spMkLst>
            <pc:docMk/>
            <pc:sldMk cId="1778221277" sldId="258"/>
            <ac:spMk id="9" creationId="{B2477469-CE75-2CE1-3472-C02394A4804C}"/>
          </ac:spMkLst>
        </pc:spChg>
        <pc:spChg chg="mod">
          <ac:chgData name="Vanhauwaert, Wim" userId="88f3e010-33d6-4c8b-8703-2e7894de5501" providerId="ADAL" clId="{9A9BF5FF-6414-4914-93A3-694F4A68799E}" dt="2025-08-20T08:08:25.864" v="532"/>
          <ac:spMkLst>
            <pc:docMk/>
            <pc:sldMk cId="1778221277" sldId="258"/>
            <ac:spMk id="10" creationId="{5D2DC746-F93F-7B2F-D18D-C6919FB9134F}"/>
          </ac:spMkLst>
        </pc:spChg>
        <pc:spChg chg="mod">
          <ac:chgData name="Vanhauwaert, Wim" userId="88f3e010-33d6-4c8b-8703-2e7894de5501" providerId="ADAL" clId="{9A9BF5FF-6414-4914-93A3-694F4A68799E}" dt="2025-08-21T10:10:48.667" v="549"/>
          <ac:spMkLst>
            <pc:docMk/>
            <pc:sldMk cId="1778221277" sldId="258"/>
            <ac:spMk id="11" creationId="{AA55BD04-F6BE-A78E-7952-F776CEEAF0B0}"/>
          </ac:spMkLst>
        </pc:spChg>
        <pc:spChg chg="mod">
          <ac:chgData name="Vanhauwaert, Wim" userId="88f3e010-33d6-4c8b-8703-2e7894de5501" providerId="ADAL" clId="{9A9BF5FF-6414-4914-93A3-694F4A68799E}" dt="2025-08-21T10:10:48.667" v="549"/>
          <ac:spMkLst>
            <pc:docMk/>
            <pc:sldMk cId="1778221277" sldId="258"/>
            <ac:spMk id="12" creationId="{5B99C33C-C3F4-1726-0ED6-05B514024D0A}"/>
          </ac:spMkLst>
        </pc:spChg>
        <pc:spChg chg="mod">
          <ac:chgData name="Vanhauwaert, Wim" userId="88f3e010-33d6-4c8b-8703-2e7894de5501" providerId="ADAL" clId="{9A9BF5FF-6414-4914-93A3-694F4A68799E}" dt="2025-08-21T10:10:48.667" v="549"/>
          <ac:spMkLst>
            <pc:docMk/>
            <pc:sldMk cId="1778221277" sldId="258"/>
            <ac:spMk id="13" creationId="{8B96CAFB-534C-3EF3-4BF5-54AB3A2BD97D}"/>
          </ac:spMkLst>
        </pc:spChg>
        <pc:spChg chg="mod">
          <ac:chgData name="Vanhauwaert, Wim" userId="88f3e010-33d6-4c8b-8703-2e7894de5501" providerId="ADAL" clId="{9A9BF5FF-6414-4914-93A3-694F4A68799E}" dt="2025-08-20T08:08:25.864" v="532"/>
          <ac:spMkLst>
            <pc:docMk/>
            <pc:sldMk cId="1778221277" sldId="258"/>
            <ac:spMk id="13" creationId="{F9C0C70A-C7ED-8B34-36D4-FAC3840B8896}"/>
          </ac:spMkLst>
        </pc:spChg>
        <pc:spChg chg="mod">
          <ac:chgData name="Vanhauwaert, Wim" userId="88f3e010-33d6-4c8b-8703-2e7894de5501" providerId="ADAL" clId="{9A9BF5FF-6414-4914-93A3-694F4A68799E}" dt="2025-08-21T10:10:48.667" v="549"/>
          <ac:spMkLst>
            <pc:docMk/>
            <pc:sldMk cId="1778221277" sldId="258"/>
            <ac:spMk id="14" creationId="{1F9F062A-2560-89E1-F21C-62B56B53E1C7}"/>
          </ac:spMkLst>
        </pc:spChg>
        <pc:spChg chg="mod">
          <ac:chgData name="Vanhauwaert, Wim" userId="88f3e010-33d6-4c8b-8703-2e7894de5501" providerId="ADAL" clId="{9A9BF5FF-6414-4914-93A3-694F4A68799E}" dt="2025-08-21T10:10:48.667" v="549"/>
          <ac:spMkLst>
            <pc:docMk/>
            <pc:sldMk cId="1778221277" sldId="258"/>
            <ac:spMk id="15" creationId="{A3CD45D7-0E5F-E0A5-F7FE-F13D143A87E7}"/>
          </ac:spMkLst>
        </pc:spChg>
        <pc:spChg chg="mod">
          <ac:chgData name="Vanhauwaert, Wim" userId="88f3e010-33d6-4c8b-8703-2e7894de5501" providerId="ADAL" clId="{9A9BF5FF-6414-4914-93A3-694F4A68799E}" dt="2025-08-20T08:08:25.864" v="532"/>
          <ac:spMkLst>
            <pc:docMk/>
            <pc:sldMk cId="1778221277" sldId="258"/>
            <ac:spMk id="16" creationId="{B2814CB2-D684-096B-5813-154C3CD57B5A}"/>
          </ac:spMkLst>
        </pc:spChg>
        <pc:spChg chg="mod">
          <ac:chgData name="Vanhauwaert, Wim" userId="88f3e010-33d6-4c8b-8703-2e7894de5501" providerId="ADAL" clId="{9A9BF5FF-6414-4914-93A3-694F4A68799E}" dt="2025-08-20T08:08:25.864" v="532"/>
          <ac:spMkLst>
            <pc:docMk/>
            <pc:sldMk cId="1778221277" sldId="258"/>
            <ac:spMk id="17" creationId="{99EE3EEE-B00A-2D08-7E30-6191962C34FE}"/>
          </ac:spMkLst>
        </pc:spChg>
        <pc:spChg chg="mod">
          <ac:chgData name="Vanhauwaert, Wim" userId="88f3e010-33d6-4c8b-8703-2e7894de5501" providerId="ADAL" clId="{9A9BF5FF-6414-4914-93A3-694F4A68799E}" dt="2025-08-21T10:10:48.667" v="549"/>
          <ac:spMkLst>
            <pc:docMk/>
            <pc:sldMk cId="1778221277" sldId="258"/>
            <ac:spMk id="17" creationId="{E1097C12-4009-42C5-5AD2-4EA88B64CD0B}"/>
          </ac:spMkLst>
        </pc:spChg>
        <pc:spChg chg="mod">
          <ac:chgData name="Vanhauwaert, Wim" userId="88f3e010-33d6-4c8b-8703-2e7894de5501" providerId="ADAL" clId="{9A9BF5FF-6414-4914-93A3-694F4A68799E}" dt="2025-08-20T08:08:25.864" v="532"/>
          <ac:spMkLst>
            <pc:docMk/>
            <pc:sldMk cId="1778221277" sldId="258"/>
            <ac:spMk id="18" creationId="{7858ADCE-823F-D6F2-5D87-E44A5903A66D}"/>
          </ac:spMkLst>
        </pc:spChg>
        <pc:spChg chg="mod">
          <ac:chgData name="Vanhauwaert, Wim" userId="88f3e010-33d6-4c8b-8703-2e7894de5501" providerId="ADAL" clId="{9A9BF5FF-6414-4914-93A3-694F4A68799E}" dt="2025-08-21T10:10:48.667" v="549"/>
          <ac:spMkLst>
            <pc:docMk/>
            <pc:sldMk cId="1778221277" sldId="258"/>
            <ac:spMk id="19" creationId="{23E128A5-6300-4735-56F3-6D14B5D12345}"/>
          </ac:spMkLst>
        </pc:spChg>
        <pc:spChg chg="mod">
          <ac:chgData name="Vanhauwaert, Wim" userId="88f3e010-33d6-4c8b-8703-2e7894de5501" providerId="ADAL" clId="{9A9BF5FF-6414-4914-93A3-694F4A68799E}" dt="2025-08-21T10:10:48.667" v="549"/>
          <ac:spMkLst>
            <pc:docMk/>
            <pc:sldMk cId="1778221277" sldId="258"/>
            <ac:spMk id="20" creationId="{746530AB-A20C-AEFB-6FBA-88D5F824834C}"/>
          </ac:spMkLst>
        </pc:spChg>
        <pc:spChg chg="mod">
          <ac:chgData name="Vanhauwaert, Wim" userId="88f3e010-33d6-4c8b-8703-2e7894de5501" providerId="ADAL" clId="{9A9BF5FF-6414-4914-93A3-694F4A68799E}" dt="2025-08-21T10:10:48.667" v="549"/>
          <ac:spMkLst>
            <pc:docMk/>
            <pc:sldMk cId="1778221277" sldId="258"/>
            <ac:spMk id="21" creationId="{B73E220C-915B-4C50-AD8D-EFA26C6788ED}"/>
          </ac:spMkLst>
        </pc:spChg>
        <pc:spChg chg="mod">
          <ac:chgData name="Vanhauwaert, Wim" userId="88f3e010-33d6-4c8b-8703-2e7894de5501" providerId="ADAL" clId="{9A9BF5FF-6414-4914-93A3-694F4A68799E}" dt="2025-08-21T10:10:48.667" v="549"/>
          <ac:spMkLst>
            <pc:docMk/>
            <pc:sldMk cId="1778221277" sldId="258"/>
            <ac:spMk id="22" creationId="{2685A376-80E9-457C-2E5A-656AACA86268}"/>
          </ac:spMkLst>
        </pc:spChg>
        <pc:spChg chg="mod">
          <ac:chgData name="Vanhauwaert, Wim" userId="88f3e010-33d6-4c8b-8703-2e7894de5501" providerId="ADAL" clId="{9A9BF5FF-6414-4914-93A3-694F4A68799E}" dt="2025-08-20T08:08:25.864" v="532"/>
          <ac:spMkLst>
            <pc:docMk/>
            <pc:sldMk cId="1778221277" sldId="258"/>
            <ac:spMk id="22" creationId="{4C82BBBE-2979-95A5-A9C1-7603D3B9A5FD}"/>
          </ac:spMkLst>
        </pc:spChg>
        <pc:spChg chg="mod">
          <ac:chgData name="Vanhauwaert, Wim" userId="88f3e010-33d6-4c8b-8703-2e7894de5501" providerId="ADAL" clId="{9A9BF5FF-6414-4914-93A3-694F4A68799E}" dt="2025-08-20T08:08:25.864" v="532"/>
          <ac:spMkLst>
            <pc:docMk/>
            <pc:sldMk cId="1778221277" sldId="258"/>
            <ac:spMk id="23" creationId="{09011742-80B8-845F-9CD5-0C8D5065D5CF}"/>
          </ac:spMkLst>
        </pc:spChg>
        <pc:spChg chg="mod">
          <ac:chgData name="Vanhauwaert, Wim" userId="88f3e010-33d6-4c8b-8703-2e7894de5501" providerId="ADAL" clId="{9A9BF5FF-6414-4914-93A3-694F4A68799E}" dt="2025-08-20T08:08:25.864" v="532"/>
          <ac:spMkLst>
            <pc:docMk/>
            <pc:sldMk cId="1778221277" sldId="258"/>
            <ac:spMk id="25" creationId="{5FA2CD9F-75D2-B37A-2F99-CA9B4DDB31F3}"/>
          </ac:spMkLst>
        </pc:spChg>
        <pc:spChg chg="mod">
          <ac:chgData name="Vanhauwaert, Wim" userId="88f3e010-33d6-4c8b-8703-2e7894de5501" providerId="ADAL" clId="{9A9BF5FF-6414-4914-93A3-694F4A68799E}" dt="2025-08-21T10:10:58.654" v="552"/>
          <ac:spMkLst>
            <pc:docMk/>
            <pc:sldMk cId="1778221277" sldId="258"/>
            <ac:spMk id="27" creationId="{79D7F65A-55B7-7AD0-16AD-4EE6FEA18816}"/>
          </ac:spMkLst>
        </pc:spChg>
        <pc:spChg chg="mod">
          <ac:chgData name="Vanhauwaert, Wim" userId="88f3e010-33d6-4c8b-8703-2e7894de5501" providerId="ADAL" clId="{9A9BF5FF-6414-4914-93A3-694F4A68799E}" dt="2025-08-20T08:08:25.864" v="532"/>
          <ac:spMkLst>
            <pc:docMk/>
            <pc:sldMk cId="1778221277" sldId="258"/>
            <ac:spMk id="28" creationId="{E9A3B0DC-50C0-01AA-24B9-31AC3007A43E}"/>
          </ac:spMkLst>
        </pc:spChg>
        <pc:spChg chg="mod">
          <ac:chgData name="Vanhauwaert, Wim" userId="88f3e010-33d6-4c8b-8703-2e7894de5501" providerId="ADAL" clId="{9A9BF5FF-6414-4914-93A3-694F4A68799E}" dt="2025-08-21T10:10:58.654" v="552"/>
          <ac:spMkLst>
            <pc:docMk/>
            <pc:sldMk cId="1778221277" sldId="258"/>
            <ac:spMk id="31" creationId="{3D1A6679-23DF-A545-F16D-F5ACC07380FC}"/>
          </ac:spMkLst>
        </pc:spChg>
        <pc:spChg chg="mod">
          <ac:chgData name="Vanhauwaert, Wim" userId="88f3e010-33d6-4c8b-8703-2e7894de5501" providerId="ADAL" clId="{9A9BF5FF-6414-4914-93A3-694F4A68799E}" dt="2025-08-21T10:10:58.654" v="552"/>
          <ac:spMkLst>
            <pc:docMk/>
            <pc:sldMk cId="1778221277" sldId="258"/>
            <ac:spMk id="32" creationId="{97D706BD-C8B5-4646-E55E-97A8BB9F231A}"/>
          </ac:spMkLst>
        </pc:spChg>
        <pc:spChg chg="mod">
          <ac:chgData name="Vanhauwaert, Wim" userId="88f3e010-33d6-4c8b-8703-2e7894de5501" providerId="ADAL" clId="{9A9BF5FF-6414-4914-93A3-694F4A68799E}" dt="2025-08-21T10:10:58.654" v="552"/>
          <ac:spMkLst>
            <pc:docMk/>
            <pc:sldMk cId="1778221277" sldId="258"/>
            <ac:spMk id="39" creationId="{B6E2B99A-7BC0-BC0D-B999-622694CF025B}"/>
          </ac:spMkLst>
        </pc:spChg>
        <pc:spChg chg="mod">
          <ac:chgData name="Vanhauwaert, Wim" userId="88f3e010-33d6-4c8b-8703-2e7894de5501" providerId="ADAL" clId="{9A9BF5FF-6414-4914-93A3-694F4A68799E}" dt="2025-08-21T10:10:58.654" v="552"/>
          <ac:spMkLst>
            <pc:docMk/>
            <pc:sldMk cId="1778221277" sldId="258"/>
            <ac:spMk id="42" creationId="{1517BE32-8392-26AE-E85A-B5E7D5D60082}"/>
          </ac:spMkLst>
        </pc:spChg>
        <pc:spChg chg="mod">
          <ac:chgData name="Vanhauwaert, Wim" userId="88f3e010-33d6-4c8b-8703-2e7894de5501" providerId="ADAL" clId="{9A9BF5FF-6414-4914-93A3-694F4A68799E}" dt="2025-08-21T10:10:58.654" v="552"/>
          <ac:spMkLst>
            <pc:docMk/>
            <pc:sldMk cId="1778221277" sldId="258"/>
            <ac:spMk id="43" creationId="{CCF5F1CD-8435-5893-F3EF-654A7F015504}"/>
          </ac:spMkLst>
        </pc:spChg>
        <pc:spChg chg="mod">
          <ac:chgData name="Vanhauwaert, Wim" userId="88f3e010-33d6-4c8b-8703-2e7894de5501" providerId="ADAL" clId="{9A9BF5FF-6414-4914-93A3-694F4A68799E}" dt="2025-08-21T10:10:58.654" v="552"/>
          <ac:spMkLst>
            <pc:docMk/>
            <pc:sldMk cId="1778221277" sldId="258"/>
            <ac:spMk id="48" creationId="{398FCE23-7655-1C3C-2BDC-CD3501D5DDBC}"/>
          </ac:spMkLst>
        </pc:spChg>
        <pc:spChg chg="mod">
          <ac:chgData name="Vanhauwaert, Wim" userId="88f3e010-33d6-4c8b-8703-2e7894de5501" providerId="ADAL" clId="{9A9BF5FF-6414-4914-93A3-694F4A68799E}" dt="2025-08-21T10:10:58.654" v="552"/>
          <ac:spMkLst>
            <pc:docMk/>
            <pc:sldMk cId="1778221277" sldId="258"/>
            <ac:spMk id="49" creationId="{87953546-B009-845B-7ADD-01BC266AE5F6}"/>
          </ac:spMkLst>
        </pc:spChg>
        <pc:spChg chg="mod">
          <ac:chgData name="Vanhauwaert, Wim" userId="88f3e010-33d6-4c8b-8703-2e7894de5501" providerId="ADAL" clId="{9A9BF5FF-6414-4914-93A3-694F4A68799E}" dt="2025-08-21T10:10:58.654" v="552"/>
          <ac:spMkLst>
            <pc:docMk/>
            <pc:sldMk cId="1778221277" sldId="258"/>
            <ac:spMk id="50" creationId="{FF7914A7-D0B1-E5B9-B0CA-F70AFC79DCE9}"/>
          </ac:spMkLst>
        </pc:spChg>
        <pc:spChg chg="mod">
          <ac:chgData name="Vanhauwaert, Wim" userId="88f3e010-33d6-4c8b-8703-2e7894de5501" providerId="ADAL" clId="{9A9BF5FF-6414-4914-93A3-694F4A68799E}" dt="2025-08-21T10:10:58.654" v="552"/>
          <ac:spMkLst>
            <pc:docMk/>
            <pc:sldMk cId="1778221277" sldId="258"/>
            <ac:spMk id="55" creationId="{DEAD08A9-61A8-68E1-88F5-0690A3413EE5}"/>
          </ac:spMkLst>
        </pc:spChg>
        <pc:spChg chg="mod">
          <ac:chgData name="Vanhauwaert, Wim" userId="88f3e010-33d6-4c8b-8703-2e7894de5501" providerId="ADAL" clId="{9A9BF5FF-6414-4914-93A3-694F4A68799E}" dt="2025-08-21T10:11:11.521" v="556"/>
          <ac:spMkLst>
            <pc:docMk/>
            <pc:sldMk cId="1778221277" sldId="258"/>
            <ac:spMk id="58" creationId="{29FC374E-13E1-AD9B-7A8B-9AC169548BD5}"/>
          </ac:spMkLst>
        </pc:spChg>
        <pc:spChg chg="mod">
          <ac:chgData name="Vanhauwaert, Wim" userId="88f3e010-33d6-4c8b-8703-2e7894de5501" providerId="ADAL" clId="{9A9BF5FF-6414-4914-93A3-694F4A68799E}" dt="2025-08-21T10:11:11.521" v="556"/>
          <ac:spMkLst>
            <pc:docMk/>
            <pc:sldMk cId="1778221277" sldId="258"/>
            <ac:spMk id="61" creationId="{3FBE8B2E-3C2C-CDA0-D490-45EECEB40B46}"/>
          </ac:spMkLst>
        </pc:spChg>
        <pc:spChg chg="mod">
          <ac:chgData name="Vanhauwaert, Wim" userId="88f3e010-33d6-4c8b-8703-2e7894de5501" providerId="ADAL" clId="{9A9BF5FF-6414-4914-93A3-694F4A68799E}" dt="2025-08-21T10:11:11.521" v="556"/>
          <ac:spMkLst>
            <pc:docMk/>
            <pc:sldMk cId="1778221277" sldId="258"/>
            <ac:spMk id="62" creationId="{895EA6AE-7736-8837-ADE1-CFF3E8E97FDF}"/>
          </ac:spMkLst>
        </pc:spChg>
        <pc:spChg chg="mod">
          <ac:chgData name="Vanhauwaert, Wim" userId="88f3e010-33d6-4c8b-8703-2e7894de5501" providerId="ADAL" clId="{9A9BF5FF-6414-4914-93A3-694F4A68799E}" dt="2025-08-21T10:11:11.521" v="556"/>
          <ac:spMkLst>
            <pc:docMk/>
            <pc:sldMk cId="1778221277" sldId="258"/>
            <ac:spMk id="63" creationId="{9A7303CD-A5C4-7512-772C-EFD0BE1A8602}"/>
          </ac:spMkLst>
        </pc:spChg>
        <pc:spChg chg="mod">
          <ac:chgData name="Vanhauwaert, Wim" userId="88f3e010-33d6-4c8b-8703-2e7894de5501" providerId="ADAL" clId="{9A9BF5FF-6414-4914-93A3-694F4A68799E}" dt="2025-08-21T10:16:58.839" v="615"/>
          <ac:spMkLst>
            <pc:docMk/>
            <pc:sldMk cId="1778221277" sldId="258"/>
            <ac:spMk id="324" creationId="{99F68EFC-ED15-295B-07FB-AC54DD26B78A}"/>
          </ac:spMkLst>
        </pc:spChg>
        <pc:spChg chg="mod">
          <ac:chgData name="Vanhauwaert, Wim" userId="88f3e010-33d6-4c8b-8703-2e7894de5501" providerId="ADAL" clId="{9A9BF5FF-6414-4914-93A3-694F4A68799E}" dt="2025-08-21T10:19:24.015" v="628"/>
          <ac:spMkLst>
            <pc:docMk/>
            <pc:sldMk cId="1778221277" sldId="258"/>
            <ac:spMk id="345" creationId="{06161A52-ECEB-1CE6-5004-1DC8B46889FC}"/>
          </ac:spMkLst>
        </pc:spChg>
        <pc:spChg chg="mod">
          <ac:chgData name="Vanhauwaert, Wim" userId="88f3e010-33d6-4c8b-8703-2e7894de5501" providerId="ADAL" clId="{9A9BF5FF-6414-4914-93A3-694F4A68799E}" dt="2025-08-21T10:19:24.015" v="628"/>
          <ac:spMkLst>
            <pc:docMk/>
            <pc:sldMk cId="1778221277" sldId="258"/>
            <ac:spMk id="350" creationId="{F1931922-89F8-0D30-82B8-5E393A116DF4}"/>
          </ac:spMkLst>
        </pc:spChg>
        <pc:spChg chg="mod">
          <ac:chgData name="Vanhauwaert, Wim" userId="88f3e010-33d6-4c8b-8703-2e7894de5501" providerId="ADAL" clId="{9A9BF5FF-6414-4914-93A3-694F4A68799E}" dt="2025-08-21T10:19:24.015" v="628"/>
          <ac:spMkLst>
            <pc:docMk/>
            <pc:sldMk cId="1778221277" sldId="258"/>
            <ac:spMk id="354" creationId="{80D3F030-2AFA-D1E5-96A8-76DB840408CF}"/>
          </ac:spMkLst>
        </pc:spChg>
        <pc:spChg chg="mod">
          <ac:chgData name="Vanhauwaert, Wim" userId="88f3e010-33d6-4c8b-8703-2e7894de5501" providerId="ADAL" clId="{9A9BF5FF-6414-4914-93A3-694F4A68799E}" dt="2025-08-21T10:19:24.015" v="628"/>
          <ac:spMkLst>
            <pc:docMk/>
            <pc:sldMk cId="1778221277" sldId="258"/>
            <ac:spMk id="357" creationId="{B434C9A6-0C08-90EA-0D28-C6D23D879610}"/>
          </ac:spMkLst>
        </pc:spChg>
        <pc:spChg chg="mod">
          <ac:chgData name="Vanhauwaert, Wim" userId="88f3e010-33d6-4c8b-8703-2e7894de5501" providerId="ADAL" clId="{9A9BF5FF-6414-4914-93A3-694F4A68799E}" dt="2025-08-21T10:17:20.889" v="616" actId="1076"/>
          <ac:spMkLst>
            <pc:docMk/>
            <pc:sldMk cId="1778221277" sldId="258"/>
            <ac:spMk id="374" creationId="{1A8E93F4-D0E0-CE14-67D2-2FE2DD967C73}"/>
          </ac:spMkLst>
        </pc:spChg>
        <pc:spChg chg="mod">
          <ac:chgData name="Vanhauwaert, Wim" userId="88f3e010-33d6-4c8b-8703-2e7894de5501" providerId="ADAL" clId="{9A9BF5FF-6414-4914-93A3-694F4A68799E}" dt="2025-08-21T10:19:24.015" v="628"/>
          <ac:spMkLst>
            <pc:docMk/>
            <pc:sldMk cId="1778221277" sldId="258"/>
            <ac:spMk id="384" creationId="{68282927-3CC6-166E-1324-F3514609C609}"/>
          </ac:spMkLst>
        </pc:spChg>
        <pc:spChg chg="mod">
          <ac:chgData name="Vanhauwaert, Wim" userId="88f3e010-33d6-4c8b-8703-2e7894de5501" providerId="ADAL" clId="{9A9BF5FF-6414-4914-93A3-694F4A68799E}" dt="2025-08-21T10:19:24.015" v="628"/>
          <ac:spMkLst>
            <pc:docMk/>
            <pc:sldMk cId="1778221277" sldId="258"/>
            <ac:spMk id="385" creationId="{1DE1258C-C844-4960-4459-89C6B013DCDB}"/>
          </ac:spMkLst>
        </pc:spChg>
        <pc:spChg chg="del mod">
          <ac:chgData name="Vanhauwaert, Wim" userId="88f3e010-33d6-4c8b-8703-2e7894de5501" providerId="ADAL" clId="{9A9BF5FF-6414-4914-93A3-694F4A68799E}" dt="2025-08-21T10:16:10.377" v="608" actId="478"/>
          <ac:spMkLst>
            <pc:docMk/>
            <pc:sldMk cId="1778221277" sldId="258"/>
            <ac:spMk id="387" creationId="{C28F7805-5182-6ACC-B474-39EB4CD5C345}"/>
          </ac:spMkLst>
        </pc:spChg>
        <pc:spChg chg="mod">
          <ac:chgData name="Vanhauwaert, Wim" userId="88f3e010-33d6-4c8b-8703-2e7894de5501" providerId="ADAL" clId="{9A9BF5FF-6414-4914-93A3-694F4A68799E}" dt="2025-08-21T10:19:24.015" v="628"/>
          <ac:spMkLst>
            <pc:docMk/>
            <pc:sldMk cId="1778221277" sldId="258"/>
            <ac:spMk id="388" creationId="{D7C7305B-4076-0E78-27FF-B66AF763F2F7}"/>
          </ac:spMkLst>
        </pc:spChg>
        <pc:spChg chg="mod">
          <ac:chgData name="Vanhauwaert, Wim" userId="88f3e010-33d6-4c8b-8703-2e7894de5501" providerId="ADAL" clId="{9A9BF5FF-6414-4914-93A3-694F4A68799E}" dt="2025-08-21T10:19:24.015" v="628"/>
          <ac:spMkLst>
            <pc:docMk/>
            <pc:sldMk cId="1778221277" sldId="258"/>
            <ac:spMk id="401" creationId="{E61422CE-A66D-ADAC-001A-989A4BE29147}"/>
          </ac:spMkLst>
        </pc:spChg>
        <pc:spChg chg="mod">
          <ac:chgData name="Vanhauwaert, Wim" userId="88f3e010-33d6-4c8b-8703-2e7894de5501" providerId="ADAL" clId="{9A9BF5FF-6414-4914-93A3-694F4A68799E}" dt="2025-08-21T10:19:24.015" v="628"/>
          <ac:spMkLst>
            <pc:docMk/>
            <pc:sldMk cId="1778221277" sldId="258"/>
            <ac:spMk id="405" creationId="{DAFB2F3F-D9EA-2EF5-E2E9-C60F91C8F136}"/>
          </ac:spMkLst>
        </pc:spChg>
        <pc:spChg chg="mod">
          <ac:chgData name="Vanhauwaert, Wim" userId="88f3e010-33d6-4c8b-8703-2e7894de5501" providerId="ADAL" clId="{9A9BF5FF-6414-4914-93A3-694F4A68799E}" dt="2025-08-21T10:19:24.015" v="628"/>
          <ac:spMkLst>
            <pc:docMk/>
            <pc:sldMk cId="1778221277" sldId="258"/>
            <ac:spMk id="406" creationId="{71C19ACA-D050-B933-C8B5-08C2CE28914D}"/>
          </ac:spMkLst>
        </pc:spChg>
        <pc:spChg chg="mod">
          <ac:chgData name="Vanhauwaert, Wim" userId="88f3e010-33d6-4c8b-8703-2e7894de5501" providerId="ADAL" clId="{9A9BF5FF-6414-4914-93A3-694F4A68799E}" dt="2025-08-21T10:11:11.521" v="556"/>
          <ac:spMkLst>
            <pc:docMk/>
            <pc:sldMk cId="1778221277" sldId="258"/>
            <ac:spMk id="448" creationId="{E29BCFF3-A350-5189-4476-817EE2D3BA01}"/>
          </ac:spMkLst>
        </pc:spChg>
        <pc:spChg chg="mod">
          <ac:chgData name="Vanhauwaert, Wim" userId="88f3e010-33d6-4c8b-8703-2e7894de5501" providerId="ADAL" clId="{9A9BF5FF-6414-4914-93A3-694F4A68799E}" dt="2025-08-21T10:11:11.521" v="556"/>
          <ac:spMkLst>
            <pc:docMk/>
            <pc:sldMk cId="1778221277" sldId="258"/>
            <ac:spMk id="450" creationId="{86B507E6-C7C3-F678-74B8-7E4CB943C3A9}"/>
          </ac:spMkLst>
        </pc:spChg>
        <pc:spChg chg="mod">
          <ac:chgData name="Vanhauwaert, Wim" userId="88f3e010-33d6-4c8b-8703-2e7894de5501" providerId="ADAL" clId="{9A9BF5FF-6414-4914-93A3-694F4A68799E}" dt="2025-08-21T10:11:11.521" v="556"/>
          <ac:spMkLst>
            <pc:docMk/>
            <pc:sldMk cId="1778221277" sldId="258"/>
            <ac:spMk id="452" creationId="{AF27E0FA-F926-B077-43B3-6F9F2FD89C98}"/>
          </ac:spMkLst>
        </pc:spChg>
        <pc:spChg chg="mod">
          <ac:chgData name="Vanhauwaert, Wim" userId="88f3e010-33d6-4c8b-8703-2e7894de5501" providerId="ADAL" clId="{9A9BF5FF-6414-4914-93A3-694F4A68799E}" dt="2025-08-21T10:11:11.521" v="556"/>
          <ac:spMkLst>
            <pc:docMk/>
            <pc:sldMk cId="1778221277" sldId="258"/>
            <ac:spMk id="453" creationId="{4F125D19-40C5-3A6C-78F4-C94527A92D79}"/>
          </ac:spMkLst>
        </pc:spChg>
        <pc:spChg chg="mod">
          <ac:chgData name="Vanhauwaert, Wim" userId="88f3e010-33d6-4c8b-8703-2e7894de5501" providerId="ADAL" clId="{9A9BF5FF-6414-4914-93A3-694F4A68799E}" dt="2025-08-21T10:11:11.521" v="556"/>
          <ac:spMkLst>
            <pc:docMk/>
            <pc:sldMk cId="1778221277" sldId="258"/>
            <ac:spMk id="454" creationId="{5DBC5DE7-E089-B527-6D8B-6FF63DE9D9E8}"/>
          </ac:spMkLst>
        </pc:spChg>
        <pc:spChg chg="mod">
          <ac:chgData name="Vanhauwaert, Wim" userId="88f3e010-33d6-4c8b-8703-2e7894de5501" providerId="ADAL" clId="{9A9BF5FF-6414-4914-93A3-694F4A68799E}" dt="2025-08-21T10:11:11.521" v="556"/>
          <ac:spMkLst>
            <pc:docMk/>
            <pc:sldMk cId="1778221277" sldId="258"/>
            <ac:spMk id="455" creationId="{4DB3DD6F-45B9-3E8C-E2A6-BEDC964BBB36}"/>
          </ac:spMkLst>
        </pc:spChg>
        <pc:spChg chg="mod">
          <ac:chgData name="Vanhauwaert, Wim" userId="88f3e010-33d6-4c8b-8703-2e7894de5501" providerId="ADAL" clId="{9A9BF5FF-6414-4914-93A3-694F4A68799E}" dt="2025-08-21T10:11:45.754" v="564"/>
          <ac:spMkLst>
            <pc:docMk/>
            <pc:sldMk cId="1778221277" sldId="258"/>
            <ac:spMk id="459" creationId="{4E6143A6-36D4-0376-3D82-579A8E827F5A}"/>
          </ac:spMkLst>
        </pc:spChg>
        <pc:spChg chg="mod">
          <ac:chgData name="Vanhauwaert, Wim" userId="88f3e010-33d6-4c8b-8703-2e7894de5501" providerId="ADAL" clId="{9A9BF5FF-6414-4914-93A3-694F4A68799E}" dt="2025-08-21T10:11:45.754" v="564"/>
          <ac:spMkLst>
            <pc:docMk/>
            <pc:sldMk cId="1778221277" sldId="258"/>
            <ac:spMk id="462" creationId="{70BCF88A-6785-008A-2A43-FF98F0407880}"/>
          </ac:spMkLst>
        </pc:spChg>
        <pc:spChg chg="mod">
          <ac:chgData name="Vanhauwaert, Wim" userId="88f3e010-33d6-4c8b-8703-2e7894de5501" providerId="ADAL" clId="{9A9BF5FF-6414-4914-93A3-694F4A68799E}" dt="2025-08-21T10:11:45.754" v="564"/>
          <ac:spMkLst>
            <pc:docMk/>
            <pc:sldMk cId="1778221277" sldId="258"/>
            <ac:spMk id="464" creationId="{88C6B0FB-17F7-88B9-4C4E-FADE5AD67101}"/>
          </ac:spMkLst>
        </pc:spChg>
        <pc:spChg chg="mod">
          <ac:chgData name="Vanhauwaert, Wim" userId="88f3e010-33d6-4c8b-8703-2e7894de5501" providerId="ADAL" clId="{9A9BF5FF-6414-4914-93A3-694F4A68799E}" dt="2025-08-21T10:11:45.754" v="564"/>
          <ac:spMkLst>
            <pc:docMk/>
            <pc:sldMk cId="1778221277" sldId="258"/>
            <ac:spMk id="465" creationId="{62955721-528A-0DD5-C2E3-9145CADA26AE}"/>
          </ac:spMkLst>
        </pc:spChg>
        <pc:spChg chg="mod">
          <ac:chgData name="Vanhauwaert, Wim" userId="88f3e010-33d6-4c8b-8703-2e7894de5501" providerId="ADAL" clId="{9A9BF5FF-6414-4914-93A3-694F4A68799E}" dt="2025-08-21T10:11:45.754" v="564"/>
          <ac:spMkLst>
            <pc:docMk/>
            <pc:sldMk cId="1778221277" sldId="258"/>
            <ac:spMk id="469" creationId="{E5F1AE8A-1EB4-F1E9-A4AE-A87CBF454E1B}"/>
          </ac:spMkLst>
        </pc:spChg>
        <pc:spChg chg="mod">
          <ac:chgData name="Vanhauwaert, Wim" userId="88f3e010-33d6-4c8b-8703-2e7894de5501" providerId="ADAL" clId="{9A9BF5FF-6414-4914-93A3-694F4A68799E}" dt="2025-08-21T10:11:45.754" v="564"/>
          <ac:spMkLst>
            <pc:docMk/>
            <pc:sldMk cId="1778221277" sldId="258"/>
            <ac:spMk id="471" creationId="{382214F6-A42D-DE2B-2EFA-1AA434F21F28}"/>
          </ac:spMkLst>
        </pc:spChg>
        <pc:spChg chg="mod">
          <ac:chgData name="Vanhauwaert, Wim" userId="88f3e010-33d6-4c8b-8703-2e7894de5501" providerId="ADAL" clId="{9A9BF5FF-6414-4914-93A3-694F4A68799E}" dt="2025-08-21T10:11:45.754" v="564"/>
          <ac:spMkLst>
            <pc:docMk/>
            <pc:sldMk cId="1778221277" sldId="258"/>
            <ac:spMk id="472" creationId="{AB9F33C6-A6B5-AFDD-2407-0175AFD86588}"/>
          </ac:spMkLst>
        </pc:spChg>
        <pc:spChg chg="mod">
          <ac:chgData name="Vanhauwaert, Wim" userId="88f3e010-33d6-4c8b-8703-2e7894de5501" providerId="ADAL" clId="{9A9BF5FF-6414-4914-93A3-694F4A68799E}" dt="2025-08-21T10:11:45.754" v="564"/>
          <ac:spMkLst>
            <pc:docMk/>
            <pc:sldMk cId="1778221277" sldId="258"/>
            <ac:spMk id="474" creationId="{F21B59ED-5E1C-6840-4162-CEFCDF959FFF}"/>
          </ac:spMkLst>
        </pc:spChg>
        <pc:spChg chg="mod">
          <ac:chgData name="Vanhauwaert, Wim" userId="88f3e010-33d6-4c8b-8703-2e7894de5501" providerId="ADAL" clId="{9A9BF5FF-6414-4914-93A3-694F4A68799E}" dt="2025-08-21T10:11:45.754" v="564"/>
          <ac:spMkLst>
            <pc:docMk/>
            <pc:sldMk cId="1778221277" sldId="258"/>
            <ac:spMk id="475" creationId="{A00BF0CC-D1DE-FC0A-E018-969D73305F97}"/>
          </ac:spMkLst>
        </pc:spChg>
        <pc:spChg chg="mod">
          <ac:chgData name="Vanhauwaert, Wim" userId="88f3e010-33d6-4c8b-8703-2e7894de5501" providerId="ADAL" clId="{9A9BF5FF-6414-4914-93A3-694F4A68799E}" dt="2025-08-21T10:11:45.754" v="564"/>
          <ac:spMkLst>
            <pc:docMk/>
            <pc:sldMk cId="1778221277" sldId="258"/>
            <ac:spMk id="476" creationId="{EFFD01DD-7D7D-A570-5B7E-978E3CEEFA4B}"/>
          </ac:spMkLst>
        </pc:spChg>
        <pc:spChg chg="mod">
          <ac:chgData name="Vanhauwaert, Wim" userId="88f3e010-33d6-4c8b-8703-2e7894de5501" providerId="ADAL" clId="{9A9BF5FF-6414-4914-93A3-694F4A68799E}" dt="2025-08-21T10:15:21.521" v="593"/>
          <ac:spMkLst>
            <pc:docMk/>
            <pc:sldMk cId="1778221277" sldId="258"/>
            <ac:spMk id="479" creationId="{D99CF0B8-4FA3-C64C-CA6E-D2D07CE73211}"/>
          </ac:spMkLst>
        </pc:spChg>
        <pc:spChg chg="mod">
          <ac:chgData name="Vanhauwaert, Wim" userId="88f3e010-33d6-4c8b-8703-2e7894de5501" providerId="ADAL" clId="{9A9BF5FF-6414-4914-93A3-694F4A68799E}" dt="2025-08-21T10:15:21.521" v="593"/>
          <ac:spMkLst>
            <pc:docMk/>
            <pc:sldMk cId="1778221277" sldId="258"/>
            <ac:spMk id="480" creationId="{404DA052-BD33-6A68-E4E5-78566EB881BD}"/>
          </ac:spMkLst>
        </pc:spChg>
        <pc:spChg chg="mod topLvl">
          <ac:chgData name="Vanhauwaert, Wim" userId="88f3e010-33d6-4c8b-8703-2e7894de5501" providerId="ADAL" clId="{9A9BF5FF-6414-4914-93A3-694F4A68799E}" dt="2025-08-21T10:16:34.200" v="613" actId="164"/>
          <ac:spMkLst>
            <pc:docMk/>
            <pc:sldMk cId="1778221277" sldId="258"/>
            <ac:spMk id="489" creationId="{69386972-87FC-F764-1F32-D3ADEF111B57}"/>
          </ac:spMkLst>
        </pc:spChg>
        <pc:spChg chg="mod">
          <ac:chgData name="Vanhauwaert, Wim" userId="88f3e010-33d6-4c8b-8703-2e7894de5501" providerId="ADAL" clId="{9A9BF5FF-6414-4914-93A3-694F4A68799E}" dt="2025-08-21T10:16:58.839" v="615"/>
          <ac:spMkLst>
            <pc:docMk/>
            <pc:sldMk cId="1778221277" sldId="258"/>
            <ac:spMk id="491" creationId="{A3FBF021-0213-1260-6759-2D92B58FBB6A}"/>
          </ac:spMkLst>
        </pc:spChg>
        <pc:spChg chg="mod">
          <ac:chgData name="Vanhauwaert, Wim" userId="88f3e010-33d6-4c8b-8703-2e7894de5501" providerId="ADAL" clId="{9A9BF5FF-6414-4914-93A3-694F4A68799E}" dt="2025-08-21T10:16:58.839" v="615"/>
          <ac:spMkLst>
            <pc:docMk/>
            <pc:sldMk cId="1778221277" sldId="258"/>
            <ac:spMk id="492" creationId="{824BD0C1-FD62-C372-605F-D482CBD401A5}"/>
          </ac:spMkLst>
        </pc:spChg>
        <pc:spChg chg="mod">
          <ac:chgData name="Vanhauwaert, Wim" userId="88f3e010-33d6-4c8b-8703-2e7894de5501" providerId="ADAL" clId="{9A9BF5FF-6414-4914-93A3-694F4A68799E}" dt="2025-08-21T10:16:58.839" v="615"/>
          <ac:spMkLst>
            <pc:docMk/>
            <pc:sldMk cId="1778221277" sldId="258"/>
            <ac:spMk id="493" creationId="{FF92C8ED-F02C-ABC0-1529-2B4BA7B818F8}"/>
          </ac:spMkLst>
        </pc:spChg>
        <pc:spChg chg="mod">
          <ac:chgData name="Vanhauwaert, Wim" userId="88f3e010-33d6-4c8b-8703-2e7894de5501" providerId="ADAL" clId="{9A9BF5FF-6414-4914-93A3-694F4A68799E}" dt="2025-08-21T10:16:58.839" v="615"/>
          <ac:spMkLst>
            <pc:docMk/>
            <pc:sldMk cId="1778221277" sldId="258"/>
            <ac:spMk id="496" creationId="{4E24A5D8-A443-A823-ECE6-E510789C3A1F}"/>
          </ac:spMkLst>
        </pc:spChg>
        <pc:spChg chg="mod">
          <ac:chgData name="Vanhauwaert, Wim" userId="88f3e010-33d6-4c8b-8703-2e7894de5501" providerId="ADAL" clId="{9A9BF5FF-6414-4914-93A3-694F4A68799E}" dt="2025-08-21T10:16:58.839" v="615"/>
          <ac:spMkLst>
            <pc:docMk/>
            <pc:sldMk cId="1778221277" sldId="258"/>
            <ac:spMk id="500" creationId="{C08280CE-8E25-CC53-1DEF-F7F59031C31C}"/>
          </ac:spMkLst>
        </pc:spChg>
        <pc:spChg chg="mod">
          <ac:chgData name="Vanhauwaert, Wim" userId="88f3e010-33d6-4c8b-8703-2e7894de5501" providerId="ADAL" clId="{9A9BF5FF-6414-4914-93A3-694F4A68799E}" dt="2025-08-21T10:16:58.839" v="615"/>
          <ac:spMkLst>
            <pc:docMk/>
            <pc:sldMk cId="1778221277" sldId="258"/>
            <ac:spMk id="502" creationId="{07764B58-209A-CC0A-CF3F-E2DE6A159F35}"/>
          </ac:spMkLst>
        </pc:spChg>
        <pc:spChg chg="mod">
          <ac:chgData name="Vanhauwaert, Wim" userId="88f3e010-33d6-4c8b-8703-2e7894de5501" providerId="ADAL" clId="{9A9BF5FF-6414-4914-93A3-694F4A68799E}" dt="2025-08-21T10:16:58.839" v="615"/>
          <ac:spMkLst>
            <pc:docMk/>
            <pc:sldMk cId="1778221277" sldId="258"/>
            <ac:spMk id="591" creationId="{E5542E6E-961F-A26A-500A-8C11D7668039}"/>
          </ac:spMkLst>
        </pc:spChg>
        <pc:spChg chg="mod">
          <ac:chgData name="Vanhauwaert, Wim" userId="88f3e010-33d6-4c8b-8703-2e7894de5501" providerId="ADAL" clId="{9A9BF5FF-6414-4914-93A3-694F4A68799E}" dt="2025-08-21T10:16:58.839" v="615"/>
          <ac:spMkLst>
            <pc:docMk/>
            <pc:sldMk cId="1778221277" sldId="258"/>
            <ac:spMk id="594" creationId="{138D1A11-8142-7190-C534-70480E5C31BF}"/>
          </ac:spMkLst>
        </pc:spChg>
        <pc:spChg chg="mod topLvl">
          <ac:chgData name="Vanhauwaert, Wim" userId="88f3e010-33d6-4c8b-8703-2e7894de5501" providerId="ADAL" clId="{9A9BF5FF-6414-4914-93A3-694F4A68799E}" dt="2025-08-21T10:16:34.200" v="613" actId="164"/>
          <ac:spMkLst>
            <pc:docMk/>
            <pc:sldMk cId="1778221277" sldId="258"/>
            <ac:spMk id="606" creationId="{740C1124-ABD5-F1F8-3269-6E49ACFE389F}"/>
          </ac:spMkLst>
        </pc:spChg>
        <pc:spChg chg="mod topLvl">
          <ac:chgData name="Vanhauwaert, Wim" userId="88f3e010-33d6-4c8b-8703-2e7894de5501" providerId="ADAL" clId="{9A9BF5FF-6414-4914-93A3-694F4A68799E}" dt="2025-08-21T10:16:34.200" v="613" actId="164"/>
          <ac:spMkLst>
            <pc:docMk/>
            <pc:sldMk cId="1778221277" sldId="258"/>
            <ac:spMk id="618" creationId="{A5D77FB5-3159-56DF-E403-5E25313B988F}"/>
          </ac:spMkLst>
        </pc:spChg>
        <pc:spChg chg="mod">
          <ac:chgData name="Vanhauwaert, Wim" userId="88f3e010-33d6-4c8b-8703-2e7894de5501" providerId="ADAL" clId="{9A9BF5FF-6414-4914-93A3-694F4A68799E}" dt="2025-08-21T10:16:29.516" v="612" actId="207"/>
          <ac:spMkLst>
            <pc:docMk/>
            <pc:sldMk cId="1778221277" sldId="258"/>
            <ac:spMk id="620" creationId="{B38228DB-30D8-733D-5574-B56B7E2DC631}"/>
          </ac:spMkLst>
        </pc:spChg>
        <pc:spChg chg="mod">
          <ac:chgData name="Vanhauwaert, Wim" userId="88f3e010-33d6-4c8b-8703-2e7894de5501" providerId="ADAL" clId="{9A9BF5FF-6414-4914-93A3-694F4A68799E}" dt="2025-08-21T10:16:29.516" v="612" actId="207"/>
          <ac:spMkLst>
            <pc:docMk/>
            <pc:sldMk cId="1778221277" sldId="258"/>
            <ac:spMk id="622" creationId="{35552955-9004-CD1E-8FA1-6383F5BF4503}"/>
          </ac:spMkLst>
        </pc:spChg>
        <pc:spChg chg="mod">
          <ac:chgData name="Vanhauwaert, Wim" userId="88f3e010-33d6-4c8b-8703-2e7894de5501" providerId="ADAL" clId="{9A9BF5FF-6414-4914-93A3-694F4A68799E}" dt="2025-08-21T10:16:29.516" v="612" actId="207"/>
          <ac:spMkLst>
            <pc:docMk/>
            <pc:sldMk cId="1778221277" sldId="258"/>
            <ac:spMk id="623" creationId="{1687F9F7-319F-2301-7725-E6605EA50423}"/>
          </ac:spMkLst>
        </pc:spChg>
        <pc:spChg chg="mod">
          <ac:chgData name="Vanhauwaert, Wim" userId="88f3e010-33d6-4c8b-8703-2e7894de5501" providerId="ADAL" clId="{9A9BF5FF-6414-4914-93A3-694F4A68799E}" dt="2025-08-21T10:16:29.516" v="612" actId="207"/>
          <ac:spMkLst>
            <pc:docMk/>
            <pc:sldMk cId="1778221277" sldId="258"/>
            <ac:spMk id="624" creationId="{BB6E51B9-DEC8-90FD-28CD-E9EF46027AB7}"/>
          </ac:spMkLst>
        </pc:spChg>
        <pc:spChg chg="mod">
          <ac:chgData name="Vanhauwaert, Wim" userId="88f3e010-33d6-4c8b-8703-2e7894de5501" providerId="ADAL" clId="{9A9BF5FF-6414-4914-93A3-694F4A68799E}" dt="2025-08-21T10:16:29.516" v="612" actId="207"/>
          <ac:spMkLst>
            <pc:docMk/>
            <pc:sldMk cId="1778221277" sldId="258"/>
            <ac:spMk id="625" creationId="{88DF5A93-3138-723D-61DC-FAB4D0E50D45}"/>
          </ac:spMkLst>
        </pc:spChg>
        <pc:spChg chg="mod">
          <ac:chgData name="Vanhauwaert, Wim" userId="88f3e010-33d6-4c8b-8703-2e7894de5501" providerId="ADAL" clId="{9A9BF5FF-6414-4914-93A3-694F4A68799E}" dt="2025-08-21T10:16:29.516" v="612" actId="207"/>
          <ac:spMkLst>
            <pc:docMk/>
            <pc:sldMk cId="1778221277" sldId="258"/>
            <ac:spMk id="626" creationId="{A14C6FB3-0A1C-D4F2-E433-176C89779860}"/>
          </ac:spMkLst>
        </pc:spChg>
        <pc:spChg chg="mod">
          <ac:chgData name="Vanhauwaert, Wim" userId="88f3e010-33d6-4c8b-8703-2e7894de5501" providerId="ADAL" clId="{9A9BF5FF-6414-4914-93A3-694F4A68799E}" dt="2025-08-21T10:16:29.516" v="612" actId="207"/>
          <ac:spMkLst>
            <pc:docMk/>
            <pc:sldMk cId="1778221277" sldId="258"/>
            <ac:spMk id="627" creationId="{65EBE899-03E2-F70C-25C0-2FD2C654BEE0}"/>
          </ac:spMkLst>
        </pc:spChg>
        <pc:spChg chg="mod">
          <ac:chgData name="Vanhauwaert, Wim" userId="88f3e010-33d6-4c8b-8703-2e7894de5501" providerId="ADAL" clId="{9A9BF5FF-6414-4914-93A3-694F4A68799E}" dt="2025-08-21T10:16:29.516" v="612" actId="207"/>
          <ac:spMkLst>
            <pc:docMk/>
            <pc:sldMk cId="1778221277" sldId="258"/>
            <ac:spMk id="628" creationId="{326D1637-436B-0ABA-0606-FB438339E85F}"/>
          </ac:spMkLst>
        </pc:spChg>
        <pc:spChg chg="mod">
          <ac:chgData name="Vanhauwaert, Wim" userId="88f3e010-33d6-4c8b-8703-2e7894de5501" providerId="ADAL" clId="{9A9BF5FF-6414-4914-93A3-694F4A68799E}" dt="2025-08-21T10:16:29.516" v="612" actId="207"/>
          <ac:spMkLst>
            <pc:docMk/>
            <pc:sldMk cId="1778221277" sldId="258"/>
            <ac:spMk id="629" creationId="{14368FFF-6117-CB66-9FBD-97674CBA6EA6}"/>
          </ac:spMkLst>
        </pc:spChg>
        <pc:spChg chg="mod">
          <ac:chgData name="Vanhauwaert, Wim" userId="88f3e010-33d6-4c8b-8703-2e7894de5501" providerId="ADAL" clId="{9A9BF5FF-6414-4914-93A3-694F4A68799E}" dt="2025-08-21T10:16:58.839" v="615"/>
          <ac:spMkLst>
            <pc:docMk/>
            <pc:sldMk cId="1778221277" sldId="258"/>
            <ac:spMk id="631" creationId="{BD54D6A3-D284-90C7-EF09-5BEEB58AC83C}"/>
          </ac:spMkLst>
        </pc:spChg>
        <pc:grpChg chg="del">
          <ac:chgData name="Vanhauwaert, Wim" userId="88f3e010-33d6-4c8b-8703-2e7894de5501" providerId="ADAL" clId="{9A9BF5FF-6414-4914-93A3-694F4A68799E}" dt="2025-08-21T10:16:58.664" v="614" actId="478"/>
          <ac:grpSpMkLst>
            <pc:docMk/>
            <pc:sldMk cId="1778221277" sldId="258"/>
            <ac:grpSpMk id="8" creationId="{7BF4B3C5-18CE-F837-18FD-BB9C533ADFC0}"/>
          </ac:grpSpMkLst>
        </pc:grpChg>
        <pc:grpChg chg="del">
          <ac:chgData name="Vanhauwaert, Wim" userId="88f3e010-33d6-4c8b-8703-2e7894de5501" providerId="ADAL" clId="{9A9BF5FF-6414-4914-93A3-694F4A68799E}" dt="2025-08-21T10:16:58.664" v="614" actId="478"/>
          <ac:grpSpMkLst>
            <pc:docMk/>
            <pc:sldMk cId="1778221277" sldId="258"/>
            <ac:grpSpMk id="23" creationId="{F058B368-2274-D72C-4ECA-A02EFA6D6B70}"/>
          </ac:grpSpMkLst>
        </pc:grpChg>
        <pc:grpChg chg="del">
          <ac:chgData name="Vanhauwaert, Wim" userId="88f3e010-33d6-4c8b-8703-2e7894de5501" providerId="ADAL" clId="{9A9BF5FF-6414-4914-93A3-694F4A68799E}" dt="2025-08-21T10:16:58.664" v="614" actId="478"/>
          <ac:grpSpMkLst>
            <pc:docMk/>
            <pc:sldMk cId="1778221277" sldId="258"/>
            <ac:grpSpMk id="56" creationId="{1A1DAE65-4E19-722F-5927-ADB4A515D8F4}"/>
          </ac:grpSpMkLst>
        </pc:grpChg>
        <pc:grpChg chg="del ord">
          <ac:chgData name="Vanhauwaert, Wim" userId="88f3e010-33d6-4c8b-8703-2e7894de5501" providerId="ADAL" clId="{9A9BF5FF-6414-4914-93A3-694F4A68799E}" dt="2025-08-21T10:15:21.282" v="592" actId="478"/>
          <ac:grpSpMkLst>
            <pc:docMk/>
            <pc:sldMk cId="1778221277" sldId="258"/>
            <ac:grpSpMk id="457" creationId="{A3A98FDA-8583-1386-EE77-DAC230DA1D4F}"/>
          </ac:grpSpMkLst>
        </pc:grpChg>
        <pc:grpChg chg="add del mod ord">
          <ac:chgData name="Vanhauwaert, Wim" userId="88f3e010-33d6-4c8b-8703-2e7894de5501" providerId="ADAL" clId="{9A9BF5FF-6414-4914-93A3-694F4A68799E}" dt="2025-08-21T10:16:58.664" v="614" actId="478"/>
          <ac:grpSpMkLst>
            <pc:docMk/>
            <pc:sldMk cId="1778221277" sldId="258"/>
            <ac:grpSpMk id="478" creationId="{B9EFBEB7-DF0E-5D34-4F0D-F5E7024A0F59}"/>
          </ac:grpSpMkLst>
        </pc:grpChg>
        <pc:grpChg chg="add mod">
          <ac:chgData name="Vanhauwaert, Wim" userId="88f3e010-33d6-4c8b-8703-2e7894de5501" providerId="ADAL" clId="{9A9BF5FF-6414-4914-93A3-694F4A68799E}" dt="2025-08-21T10:16:34.200" v="613" actId="164"/>
          <ac:grpSpMkLst>
            <pc:docMk/>
            <pc:sldMk cId="1778221277" sldId="258"/>
            <ac:grpSpMk id="481" creationId="{7D5F2D9E-CF9B-3C7B-E4EC-543DEE830D6B}"/>
          </ac:grpSpMkLst>
        </pc:grpChg>
        <pc:grpChg chg="del">
          <ac:chgData name="Vanhauwaert, Wim" userId="88f3e010-33d6-4c8b-8703-2e7894de5501" providerId="ADAL" clId="{9A9BF5FF-6414-4914-93A3-694F4A68799E}" dt="2025-08-21T10:19:23.721" v="627" actId="478"/>
          <ac:grpSpMkLst>
            <pc:docMk/>
            <pc:sldMk cId="1778221277" sldId="258"/>
            <ac:grpSpMk id="482" creationId="{FAA65456-9028-9AB7-0871-3929952C8E5C}"/>
          </ac:grpSpMkLst>
        </pc:grpChg>
        <pc:grpChg chg="del">
          <ac:chgData name="Vanhauwaert, Wim" userId="88f3e010-33d6-4c8b-8703-2e7894de5501" providerId="ADAL" clId="{9A9BF5FF-6414-4914-93A3-694F4A68799E}" dt="2025-08-21T10:19:23.721" v="627" actId="478"/>
          <ac:grpSpMkLst>
            <pc:docMk/>
            <pc:sldMk cId="1778221277" sldId="258"/>
            <ac:grpSpMk id="506" creationId="{A47F1C75-FD37-3DD6-0B14-BE5979BFAA49}"/>
          </ac:grpSpMkLst>
        </pc:grpChg>
        <pc:grpChg chg="del">
          <ac:chgData name="Vanhauwaert, Wim" userId="88f3e010-33d6-4c8b-8703-2e7894de5501" providerId="ADAL" clId="{9A9BF5FF-6414-4914-93A3-694F4A68799E}" dt="2025-08-21T10:19:23.721" v="627" actId="478"/>
          <ac:grpSpMkLst>
            <pc:docMk/>
            <pc:sldMk cId="1778221277" sldId="258"/>
            <ac:grpSpMk id="581" creationId="{BBF1E0DD-592D-60B2-BD71-3368EC663F6E}"/>
          </ac:grpSpMkLst>
        </pc:grpChg>
        <pc:grpChg chg="mod">
          <ac:chgData name="Vanhauwaert, Wim" userId="88f3e010-33d6-4c8b-8703-2e7894de5501" providerId="ADAL" clId="{9A9BF5FF-6414-4914-93A3-694F4A68799E}" dt="2025-08-21T10:16:34.200" v="613" actId="164"/>
          <ac:grpSpMkLst>
            <pc:docMk/>
            <pc:sldMk cId="1778221277" sldId="258"/>
            <ac:grpSpMk id="619" creationId="{8AB89F00-2CEB-A42B-549F-160F9EF6AD1C}"/>
          </ac:grpSpMkLst>
        </pc:grpChg>
        <pc:grpChg chg="mod">
          <ac:chgData name="Vanhauwaert, Wim" userId="88f3e010-33d6-4c8b-8703-2e7894de5501" providerId="ADAL" clId="{9A9BF5FF-6414-4914-93A3-694F4A68799E}" dt="2025-08-21T10:16:29.516" v="612" actId="207"/>
          <ac:grpSpMkLst>
            <pc:docMk/>
            <pc:sldMk cId="1778221277" sldId="258"/>
            <ac:grpSpMk id="621" creationId="{FD214422-B7E2-7C6A-9980-6E443AF9053A}"/>
          </ac:grpSpMkLst>
        </pc:grpChg>
        <pc:grpChg chg="del">
          <ac:chgData name="Vanhauwaert, Wim" userId="88f3e010-33d6-4c8b-8703-2e7894de5501" providerId="ADAL" clId="{9A9BF5FF-6414-4914-93A3-694F4A68799E}" dt="2025-08-21T10:19:23.721" v="627" actId="478"/>
          <ac:grpSpMkLst>
            <pc:docMk/>
            <pc:sldMk cId="1778221277" sldId="258"/>
            <ac:grpSpMk id="633" creationId="{BB48407F-8BF2-1CED-169A-E6D42BDD6DCC}"/>
          </ac:grpSpMkLst>
        </pc:grpChg>
        <pc:cxnChg chg="mod">
          <ac:chgData name="Vanhauwaert, Wim" userId="88f3e010-33d6-4c8b-8703-2e7894de5501" providerId="ADAL" clId="{9A9BF5FF-6414-4914-93A3-694F4A68799E}" dt="2025-08-21T10:17:24.002" v="617" actId="14100"/>
          <ac:cxnSpMkLst>
            <pc:docMk/>
            <pc:sldMk cId="1778221277" sldId="258"/>
            <ac:cxnSpMk id="372" creationId="{08A644FD-E90A-4781-FBF9-0F84CA875CCA}"/>
          </ac:cxnSpMkLst>
        </pc:cxnChg>
        <pc:cxnChg chg="del">
          <ac:chgData name="Vanhauwaert, Wim" userId="88f3e010-33d6-4c8b-8703-2e7894de5501" providerId="ADAL" clId="{9A9BF5FF-6414-4914-93A3-694F4A68799E}" dt="2025-08-21T10:16:16.379" v="609" actId="478"/>
          <ac:cxnSpMkLst>
            <pc:docMk/>
            <pc:sldMk cId="1778221277" sldId="258"/>
            <ac:cxnSpMk id="386" creationId="{84D176A3-7509-063A-196A-8E3A0EECE1ED}"/>
          </ac:cxnSpMkLst>
        </pc:cxnChg>
      </pc:sldChg>
      <pc:sldChg chg="new">
        <pc:chgData name="Vanhauwaert, Wim" userId="88f3e010-33d6-4c8b-8703-2e7894de5501" providerId="ADAL" clId="{9A9BF5FF-6414-4914-93A3-694F4A68799E}" dt="2025-08-19T11:34:44.101" v="165" actId="680"/>
        <pc:sldMkLst>
          <pc:docMk/>
          <pc:sldMk cId="1115784878" sldId="259"/>
        </pc:sldMkLst>
      </pc:sldChg>
      <pc:sldChg chg="addSp delSp modSp add mod modAnim modShow">
        <pc:chgData name="Vanhauwaert, Wim" userId="88f3e010-33d6-4c8b-8703-2e7894de5501" providerId="ADAL" clId="{9A9BF5FF-6414-4914-93A3-694F4A68799E}" dt="2025-08-19T12:34:31.792" v="369" actId="729"/>
        <pc:sldMkLst>
          <pc:docMk/>
          <pc:sldMk cId="2696111068" sldId="260"/>
        </pc:sldMkLst>
        <pc:spChg chg="mod">
          <ac:chgData name="Vanhauwaert, Wim" userId="88f3e010-33d6-4c8b-8703-2e7894de5501" providerId="ADAL" clId="{9A9BF5FF-6414-4914-93A3-694F4A68799E}" dt="2025-08-19T12:19:44.712" v="216" actId="165"/>
          <ac:spMkLst>
            <pc:docMk/>
            <pc:sldMk cId="2696111068" sldId="260"/>
            <ac:spMk id="320" creationId="{1BC221F4-CCA1-7F0F-086B-FEFFB16181AC}"/>
          </ac:spMkLst>
        </pc:spChg>
        <pc:spChg chg="mod">
          <ac:chgData name="Vanhauwaert, Wim" userId="88f3e010-33d6-4c8b-8703-2e7894de5501" providerId="ADAL" clId="{9A9BF5FF-6414-4914-93A3-694F4A68799E}" dt="2025-08-19T12:19:44.712" v="216" actId="165"/>
          <ac:spMkLst>
            <pc:docMk/>
            <pc:sldMk cId="2696111068" sldId="260"/>
            <ac:spMk id="329" creationId="{612AB2E4-564D-0C9E-DE0F-C9C7D6FB6FE2}"/>
          </ac:spMkLst>
        </pc:spChg>
        <pc:spChg chg="mod">
          <ac:chgData name="Vanhauwaert, Wim" userId="88f3e010-33d6-4c8b-8703-2e7894de5501" providerId="ADAL" clId="{9A9BF5FF-6414-4914-93A3-694F4A68799E}" dt="2025-08-19T12:19:44.712" v="216" actId="165"/>
          <ac:spMkLst>
            <pc:docMk/>
            <pc:sldMk cId="2696111068" sldId="260"/>
            <ac:spMk id="347" creationId="{9938343C-BF1C-6575-0265-ACFBFC027C9C}"/>
          </ac:spMkLst>
        </pc:spChg>
        <pc:spChg chg="mod">
          <ac:chgData name="Vanhauwaert, Wim" userId="88f3e010-33d6-4c8b-8703-2e7894de5501" providerId="ADAL" clId="{9A9BF5FF-6414-4914-93A3-694F4A68799E}" dt="2025-08-19T12:19:44.712" v="216" actId="165"/>
          <ac:spMkLst>
            <pc:docMk/>
            <pc:sldMk cId="2696111068" sldId="260"/>
            <ac:spMk id="350" creationId="{CDBBF978-C78A-3DB2-0496-5FB310396DAC}"/>
          </ac:spMkLst>
        </pc:spChg>
        <pc:spChg chg="mod">
          <ac:chgData name="Vanhauwaert, Wim" userId="88f3e010-33d6-4c8b-8703-2e7894de5501" providerId="ADAL" clId="{9A9BF5FF-6414-4914-93A3-694F4A68799E}" dt="2025-08-19T12:19:44.712" v="216" actId="165"/>
          <ac:spMkLst>
            <pc:docMk/>
            <pc:sldMk cId="2696111068" sldId="260"/>
            <ac:spMk id="352" creationId="{5957CA78-4E7B-F73B-9D18-8485F5E25B42}"/>
          </ac:spMkLst>
        </pc:spChg>
        <pc:spChg chg="mod">
          <ac:chgData name="Vanhauwaert, Wim" userId="88f3e010-33d6-4c8b-8703-2e7894de5501" providerId="ADAL" clId="{9A9BF5FF-6414-4914-93A3-694F4A68799E}" dt="2025-08-19T12:21:54.939" v="233" actId="165"/>
          <ac:spMkLst>
            <pc:docMk/>
            <pc:sldMk cId="2696111068" sldId="260"/>
            <ac:spMk id="353" creationId="{FEAFD06E-D817-2DE0-9F6C-164767ECD11A}"/>
          </ac:spMkLst>
        </pc:spChg>
        <pc:spChg chg="mod">
          <ac:chgData name="Vanhauwaert, Wim" userId="88f3e010-33d6-4c8b-8703-2e7894de5501" providerId="ADAL" clId="{9A9BF5FF-6414-4914-93A3-694F4A68799E}" dt="2025-08-19T12:21:54.939" v="233" actId="165"/>
          <ac:spMkLst>
            <pc:docMk/>
            <pc:sldMk cId="2696111068" sldId="260"/>
            <ac:spMk id="355" creationId="{1E4107F0-4A9A-7749-AAAA-BCC8A6FFABBE}"/>
          </ac:spMkLst>
        </pc:spChg>
        <pc:spChg chg="mod">
          <ac:chgData name="Vanhauwaert, Wim" userId="88f3e010-33d6-4c8b-8703-2e7894de5501" providerId="ADAL" clId="{9A9BF5FF-6414-4914-93A3-694F4A68799E}" dt="2025-08-19T12:21:54.939" v="233" actId="165"/>
          <ac:spMkLst>
            <pc:docMk/>
            <pc:sldMk cId="2696111068" sldId="260"/>
            <ac:spMk id="356" creationId="{E68611BC-ED54-0B60-7D9C-172812C750BA}"/>
          </ac:spMkLst>
        </pc:spChg>
        <pc:spChg chg="mod">
          <ac:chgData name="Vanhauwaert, Wim" userId="88f3e010-33d6-4c8b-8703-2e7894de5501" providerId="ADAL" clId="{9A9BF5FF-6414-4914-93A3-694F4A68799E}" dt="2025-08-19T12:21:54.939" v="233" actId="165"/>
          <ac:spMkLst>
            <pc:docMk/>
            <pc:sldMk cId="2696111068" sldId="260"/>
            <ac:spMk id="357" creationId="{AB0A32CD-6998-45B3-1398-36BA9FD335C6}"/>
          </ac:spMkLst>
        </pc:spChg>
        <pc:spChg chg="mod">
          <ac:chgData name="Vanhauwaert, Wim" userId="88f3e010-33d6-4c8b-8703-2e7894de5501" providerId="ADAL" clId="{9A9BF5FF-6414-4914-93A3-694F4A68799E}" dt="2025-08-19T12:21:54.939" v="233" actId="165"/>
          <ac:spMkLst>
            <pc:docMk/>
            <pc:sldMk cId="2696111068" sldId="260"/>
            <ac:spMk id="358" creationId="{93F8746E-D5D6-9D25-9836-B8E07381921F}"/>
          </ac:spMkLst>
        </pc:spChg>
        <pc:spChg chg="mod topLvl">
          <ac:chgData name="Vanhauwaert, Wim" userId="88f3e010-33d6-4c8b-8703-2e7894de5501" providerId="ADAL" clId="{9A9BF5FF-6414-4914-93A3-694F4A68799E}" dt="2025-08-19T12:21:58.752" v="234" actId="164"/>
          <ac:spMkLst>
            <pc:docMk/>
            <pc:sldMk cId="2696111068" sldId="260"/>
            <ac:spMk id="366" creationId="{A0452934-5E40-3634-C161-08AEE0FEE00A}"/>
          </ac:spMkLst>
        </pc:spChg>
        <pc:spChg chg="mod topLvl">
          <ac:chgData name="Vanhauwaert, Wim" userId="88f3e010-33d6-4c8b-8703-2e7894de5501" providerId="ADAL" clId="{9A9BF5FF-6414-4914-93A3-694F4A68799E}" dt="2025-08-19T12:21:58.752" v="234" actId="164"/>
          <ac:spMkLst>
            <pc:docMk/>
            <pc:sldMk cId="2696111068" sldId="260"/>
            <ac:spMk id="367" creationId="{903EC0F6-4E32-505F-E7F5-736DA9981BE6}"/>
          </ac:spMkLst>
        </pc:spChg>
        <pc:spChg chg="mod">
          <ac:chgData name="Vanhauwaert, Wim" userId="88f3e010-33d6-4c8b-8703-2e7894de5501" providerId="ADAL" clId="{9A9BF5FF-6414-4914-93A3-694F4A68799E}" dt="2025-08-19T12:22:13.911" v="236" actId="164"/>
          <ac:spMkLst>
            <pc:docMk/>
            <pc:sldMk cId="2696111068" sldId="260"/>
            <ac:spMk id="368" creationId="{87A05FB1-9630-4DF2-8ACC-BABA3F36764C}"/>
          </ac:spMkLst>
        </pc:spChg>
        <pc:spChg chg="mod">
          <ac:chgData name="Vanhauwaert, Wim" userId="88f3e010-33d6-4c8b-8703-2e7894de5501" providerId="ADAL" clId="{9A9BF5FF-6414-4914-93A3-694F4A68799E}" dt="2025-08-19T12:22:13.911" v="236" actId="164"/>
          <ac:spMkLst>
            <pc:docMk/>
            <pc:sldMk cId="2696111068" sldId="260"/>
            <ac:spMk id="370" creationId="{975B3428-8BC5-FF7F-41D5-0DDA481E1240}"/>
          </ac:spMkLst>
        </pc:spChg>
        <pc:spChg chg="mod">
          <ac:chgData name="Vanhauwaert, Wim" userId="88f3e010-33d6-4c8b-8703-2e7894de5501" providerId="ADAL" clId="{9A9BF5FF-6414-4914-93A3-694F4A68799E}" dt="2025-08-19T12:20:37.913" v="220" actId="164"/>
          <ac:spMkLst>
            <pc:docMk/>
            <pc:sldMk cId="2696111068" sldId="260"/>
            <ac:spMk id="374" creationId="{1A8E93F4-D0E0-CE14-67D2-2FE2DD967C73}"/>
          </ac:spMkLst>
        </pc:spChg>
        <pc:spChg chg="mod">
          <ac:chgData name="Vanhauwaert, Wim" userId="88f3e010-33d6-4c8b-8703-2e7894de5501" providerId="ADAL" clId="{9A9BF5FF-6414-4914-93A3-694F4A68799E}" dt="2025-08-19T12:20:37.913" v="220" actId="164"/>
          <ac:spMkLst>
            <pc:docMk/>
            <pc:sldMk cId="2696111068" sldId="260"/>
            <ac:spMk id="375" creationId="{671732CD-4AFB-E3CF-6236-735439C3AA65}"/>
          </ac:spMkLst>
        </pc:spChg>
        <pc:spChg chg="mod">
          <ac:chgData name="Vanhauwaert, Wim" userId="88f3e010-33d6-4c8b-8703-2e7894de5501" providerId="ADAL" clId="{9A9BF5FF-6414-4914-93A3-694F4A68799E}" dt="2025-08-19T12:22:18.025" v="237" actId="164"/>
          <ac:spMkLst>
            <pc:docMk/>
            <pc:sldMk cId="2696111068" sldId="260"/>
            <ac:spMk id="378" creationId="{0D1C2F10-5A16-BF6B-EAC7-C7F4097133AC}"/>
          </ac:spMkLst>
        </pc:spChg>
        <pc:spChg chg="mod">
          <ac:chgData name="Vanhauwaert, Wim" userId="88f3e010-33d6-4c8b-8703-2e7894de5501" providerId="ADAL" clId="{9A9BF5FF-6414-4914-93A3-694F4A68799E}" dt="2025-08-19T12:22:04.616" v="235" actId="164"/>
          <ac:spMkLst>
            <pc:docMk/>
            <pc:sldMk cId="2696111068" sldId="260"/>
            <ac:spMk id="381" creationId="{421C522D-1921-C5D3-2A4C-6F4936BED9FE}"/>
          </ac:spMkLst>
        </pc:spChg>
        <pc:spChg chg="mod">
          <ac:chgData name="Vanhauwaert, Wim" userId="88f3e010-33d6-4c8b-8703-2e7894de5501" providerId="ADAL" clId="{9A9BF5FF-6414-4914-93A3-694F4A68799E}" dt="2025-08-19T12:22:04.616" v="235" actId="164"/>
          <ac:spMkLst>
            <pc:docMk/>
            <pc:sldMk cId="2696111068" sldId="260"/>
            <ac:spMk id="382" creationId="{377CDBE5-6EB2-B1CB-77C6-8F379D039A67}"/>
          </ac:spMkLst>
        </pc:spChg>
        <pc:spChg chg="mod">
          <ac:chgData name="Vanhauwaert, Wim" userId="88f3e010-33d6-4c8b-8703-2e7894de5501" providerId="ADAL" clId="{9A9BF5FF-6414-4914-93A3-694F4A68799E}" dt="2025-08-19T12:22:04.616" v="235" actId="164"/>
          <ac:spMkLst>
            <pc:docMk/>
            <pc:sldMk cId="2696111068" sldId="260"/>
            <ac:spMk id="383" creationId="{15C8CB25-355D-15D8-CCC5-9603A914DD87}"/>
          </ac:spMkLst>
        </pc:spChg>
        <pc:spChg chg="mod">
          <ac:chgData name="Vanhauwaert, Wim" userId="88f3e010-33d6-4c8b-8703-2e7894de5501" providerId="ADAL" clId="{9A9BF5FF-6414-4914-93A3-694F4A68799E}" dt="2025-08-19T12:21:03.234" v="231" actId="1037"/>
          <ac:spMkLst>
            <pc:docMk/>
            <pc:sldMk cId="2696111068" sldId="260"/>
            <ac:spMk id="387" creationId="{C28F7805-5182-6ACC-B474-39EB4CD5C345}"/>
          </ac:spMkLst>
        </pc:spChg>
        <pc:spChg chg="mod topLvl">
          <ac:chgData name="Vanhauwaert, Wim" userId="88f3e010-33d6-4c8b-8703-2e7894de5501" providerId="ADAL" clId="{9A9BF5FF-6414-4914-93A3-694F4A68799E}" dt="2025-08-19T12:22:13.911" v="236" actId="164"/>
          <ac:spMkLst>
            <pc:docMk/>
            <pc:sldMk cId="2696111068" sldId="260"/>
            <ac:spMk id="484" creationId="{A2002678-D840-87D4-EAE1-C2D29B24A7C4}"/>
          </ac:spMkLst>
        </pc:spChg>
        <pc:spChg chg="mod topLvl">
          <ac:chgData name="Vanhauwaert, Wim" userId="88f3e010-33d6-4c8b-8703-2e7894de5501" providerId="ADAL" clId="{9A9BF5FF-6414-4914-93A3-694F4A68799E}" dt="2025-08-19T12:22:13.911" v="236" actId="164"/>
          <ac:spMkLst>
            <pc:docMk/>
            <pc:sldMk cId="2696111068" sldId="260"/>
            <ac:spMk id="485" creationId="{6EEC0471-0A54-033A-3273-77BE19AC8675}"/>
          </ac:spMkLst>
        </pc:spChg>
        <pc:spChg chg="mod topLvl">
          <ac:chgData name="Vanhauwaert, Wim" userId="88f3e010-33d6-4c8b-8703-2e7894de5501" providerId="ADAL" clId="{9A9BF5FF-6414-4914-93A3-694F4A68799E}" dt="2025-08-19T12:22:04.616" v="235" actId="164"/>
          <ac:spMkLst>
            <pc:docMk/>
            <pc:sldMk cId="2696111068" sldId="260"/>
            <ac:spMk id="486" creationId="{4E98E4D6-C058-3E4C-5ADA-32CF89A3B5A7}"/>
          </ac:spMkLst>
        </pc:spChg>
        <pc:spChg chg="mod">
          <ac:chgData name="Vanhauwaert, Wim" userId="88f3e010-33d6-4c8b-8703-2e7894de5501" providerId="ADAL" clId="{9A9BF5FF-6414-4914-93A3-694F4A68799E}" dt="2025-08-19T12:20:37.913" v="220" actId="164"/>
          <ac:spMkLst>
            <pc:docMk/>
            <pc:sldMk cId="2696111068" sldId="260"/>
            <ac:spMk id="487" creationId="{4751AF01-7FB5-8DB1-4FD6-BFAAE3B0ECE7}"/>
          </ac:spMkLst>
        </pc:spChg>
        <pc:spChg chg="mod topLvl">
          <ac:chgData name="Vanhauwaert, Wim" userId="88f3e010-33d6-4c8b-8703-2e7894de5501" providerId="ADAL" clId="{9A9BF5FF-6414-4914-93A3-694F4A68799E}" dt="2025-08-19T12:20:37.913" v="220" actId="164"/>
          <ac:spMkLst>
            <pc:docMk/>
            <pc:sldMk cId="2696111068" sldId="260"/>
            <ac:spMk id="488" creationId="{BA10DFB1-CA64-C16A-4EB4-D087353EEFF1}"/>
          </ac:spMkLst>
        </pc:spChg>
        <pc:spChg chg="mod topLvl">
          <ac:chgData name="Vanhauwaert, Wim" userId="88f3e010-33d6-4c8b-8703-2e7894de5501" providerId="ADAL" clId="{9A9BF5FF-6414-4914-93A3-694F4A68799E}" dt="2025-08-19T12:20:00.833" v="218" actId="164"/>
          <ac:spMkLst>
            <pc:docMk/>
            <pc:sldMk cId="2696111068" sldId="260"/>
            <ac:spMk id="489" creationId="{69386972-87FC-F764-1F32-D3ADEF111B57}"/>
          </ac:spMkLst>
        </pc:spChg>
        <pc:spChg chg="mod topLvl">
          <ac:chgData name="Vanhauwaert, Wim" userId="88f3e010-33d6-4c8b-8703-2e7894de5501" providerId="ADAL" clId="{9A9BF5FF-6414-4914-93A3-694F4A68799E}" dt="2025-08-19T12:21:58.752" v="234" actId="164"/>
          <ac:spMkLst>
            <pc:docMk/>
            <pc:sldMk cId="2696111068" sldId="260"/>
            <ac:spMk id="490" creationId="{1EFF5DE8-1385-4549-0E07-01BC3FD32C4E}"/>
          </ac:spMkLst>
        </pc:spChg>
        <pc:spChg chg="mod topLvl">
          <ac:chgData name="Vanhauwaert, Wim" userId="88f3e010-33d6-4c8b-8703-2e7894de5501" providerId="ADAL" clId="{9A9BF5FF-6414-4914-93A3-694F4A68799E}" dt="2025-08-19T12:21:58.752" v="234" actId="164"/>
          <ac:spMkLst>
            <pc:docMk/>
            <pc:sldMk cId="2696111068" sldId="260"/>
            <ac:spMk id="491" creationId="{8EB6FC18-01E2-E460-9905-AFD176E8B33C}"/>
          </ac:spMkLst>
        </pc:spChg>
        <pc:spChg chg="mod">
          <ac:chgData name="Vanhauwaert, Wim" userId="88f3e010-33d6-4c8b-8703-2e7894de5501" providerId="ADAL" clId="{9A9BF5FF-6414-4914-93A3-694F4A68799E}" dt="2025-08-19T12:22:04.616" v="235" actId="164"/>
          <ac:spMkLst>
            <pc:docMk/>
            <pc:sldMk cId="2696111068" sldId="260"/>
            <ac:spMk id="492" creationId="{96986A98-824F-77FB-2D25-32160B800405}"/>
          </ac:spMkLst>
        </pc:spChg>
        <pc:spChg chg="mod topLvl">
          <ac:chgData name="Vanhauwaert, Wim" userId="88f3e010-33d6-4c8b-8703-2e7894de5501" providerId="ADAL" clId="{9A9BF5FF-6414-4914-93A3-694F4A68799E}" dt="2025-08-19T12:22:04.616" v="235" actId="164"/>
          <ac:spMkLst>
            <pc:docMk/>
            <pc:sldMk cId="2696111068" sldId="260"/>
            <ac:spMk id="493" creationId="{9458B7AB-CDDC-9E56-0B60-D3BA6C3EE2AA}"/>
          </ac:spMkLst>
        </pc:spChg>
        <pc:spChg chg="mod topLvl">
          <ac:chgData name="Vanhauwaert, Wim" userId="88f3e010-33d6-4c8b-8703-2e7894de5501" providerId="ADAL" clId="{9A9BF5FF-6414-4914-93A3-694F4A68799E}" dt="2025-08-19T12:22:18.025" v="237" actId="164"/>
          <ac:spMkLst>
            <pc:docMk/>
            <pc:sldMk cId="2696111068" sldId="260"/>
            <ac:spMk id="494" creationId="{6263903E-7ABE-0FCB-774D-303E59EEB970}"/>
          </ac:spMkLst>
        </pc:spChg>
        <pc:spChg chg="mod topLvl">
          <ac:chgData name="Vanhauwaert, Wim" userId="88f3e010-33d6-4c8b-8703-2e7894de5501" providerId="ADAL" clId="{9A9BF5FF-6414-4914-93A3-694F4A68799E}" dt="2025-08-19T12:22:13.911" v="236" actId="164"/>
          <ac:spMkLst>
            <pc:docMk/>
            <pc:sldMk cId="2696111068" sldId="260"/>
            <ac:spMk id="495" creationId="{950F5654-0012-BFD4-4414-36C80246AD62}"/>
          </ac:spMkLst>
        </pc:spChg>
        <pc:spChg chg="mod topLvl">
          <ac:chgData name="Vanhauwaert, Wim" userId="88f3e010-33d6-4c8b-8703-2e7894de5501" providerId="ADAL" clId="{9A9BF5FF-6414-4914-93A3-694F4A68799E}" dt="2025-08-19T12:22:18.025" v="237" actId="164"/>
          <ac:spMkLst>
            <pc:docMk/>
            <pc:sldMk cId="2696111068" sldId="260"/>
            <ac:spMk id="497" creationId="{B6EC8257-7C45-6686-9849-6BE4172F06F8}"/>
          </ac:spMkLst>
        </pc:spChg>
        <pc:spChg chg="mod topLvl">
          <ac:chgData name="Vanhauwaert, Wim" userId="88f3e010-33d6-4c8b-8703-2e7894de5501" providerId="ADAL" clId="{9A9BF5FF-6414-4914-93A3-694F4A68799E}" dt="2025-08-19T12:21:58.752" v="234" actId="164"/>
          <ac:spMkLst>
            <pc:docMk/>
            <pc:sldMk cId="2696111068" sldId="260"/>
            <ac:spMk id="498" creationId="{3443B06A-4010-78D7-8FEB-244387B1AAFA}"/>
          </ac:spMkLst>
        </pc:spChg>
        <pc:spChg chg="mod">
          <ac:chgData name="Vanhauwaert, Wim" userId="88f3e010-33d6-4c8b-8703-2e7894de5501" providerId="ADAL" clId="{9A9BF5FF-6414-4914-93A3-694F4A68799E}" dt="2025-08-19T12:22:04.616" v="235" actId="164"/>
          <ac:spMkLst>
            <pc:docMk/>
            <pc:sldMk cId="2696111068" sldId="260"/>
            <ac:spMk id="499" creationId="{5159C4D2-D91B-3DD2-7BC6-CA8A17B3A90A}"/>
          </ac:spMkLst>
        </pc:spChg>
        <pc:spChg chg="mod">
          <ac:chgData name="Vanhauwaert, Wim" userId="88f3e010-33d6-4c8b-8703-2e7894de5501" providerId="ADAL" clId="{9A9BF5FF-6414-4914-93A3-694F4A68799E}" dt="2025-08-19T12:22:13.911" v="236" actId="164"/>
          <ac:spMkLst>
            <pc:docMk/>
            <pc:sldMk cId="2696111068" sldId="260"/>
            <ac:spMk id="500" creationId="{7282FBE5-6E65-54AC-5A21-1148B9800BB2}"/>
          </ac:spMkLst>
        </pc:spChg>
        <pc:spChg chg="mod">
          <ac:chgData name="Vanhauwaert, Wim" userId="88f3e010-33d6-4c8b-8703-2e7894de5501" providerId="ADAL" clId="{9A9BF5FF-6414-4914-93A3-694F4A68799E}" dt="2025-08-19T12:20:37.913" v="220" actId="164"/>
          <ac:spMkLst>
            <pc:docMk/>
            <pc:sldMk cId="2696111068" sldId="260"/>
            <ac:spMk id="605" creationId="{A2A96A2C-8146-B629-C61B-7A29EEE1D9FA}"/>
          </ac:spMkLst>
        </pc:spChg>
        <pc:spChg chg="mod">
          <ac:chgData name="Vanhauwaert, Wim" userId="88f3e010-33d6-4c8b-8703-2e7894de5501" providerId="ADAL" clId="{9A9BF5FF-6414-4914-93A3-694F4A68799E}" dt="2025-08-19T12:20:00.833" v="218" actId="164"/>
          <ac:spMkLst>
            <pc:docMk/>
            <pc:sldMk cId="2696111068" sldId="260"/>
            <ac:spMk id="606" creationId="{740C1124-ABD5-F1F8-3269-6E49ACFE389F}"/>
          </ac:spMkLst>
        </pc:spChg>
        <pc:spChg chg="mod">
          <ac:chgData name="Vanhauwaert, Wim" userId="88f3e010-33d6-4c8b-8703-2e7894de5501" providerId="ADAL" clId="{9A9BF5FF-6414-4914-93A3-694F4A68799E}" dt="2025-08-19T12:19:44.712" v="216" actId="165"/>
          <ac:spMkLst>
            <pc:docMk/>
            <pc:sldMk cId="2696111068" sldId="260"/>
            <ac:spMk id="609" creationId="{79FB88EB-F986-C369-163B-2284FA967665}"/>
          </ac:spMkLst>
        </pc:spChg>
        <pc:spChg chg="mod">
          <ac:chgData name="Vanhauwaert, Wim" userId="88f3e010-33d6-4c8b-8703-2e7894de5501" providerId="ADAL" clId="{9A9BF5FF-6414-4914-93A3-694F4A68799E}" dt="2025-08-19T12:19:44.712" v="216" actId="165"/>
          <ac:spMkLst>
            <pc:docMk/>
            <pc:sldMk cId="2696111068" sldId="260"/>
            <ac:spMk id="624" creationId="{BB6E51B9-DEC8-90FD-28CD-E9EF46027AB7}"/>
          </ac:spMkLst>
        </pc:spChg>
        <pc:spChg chg="mod">
          <ac:chgData name="Vanhauwaert, Wim" userId="88f3e010-33d6-4c8b-8703-2e7894de5501" providerId="ADAL" clId="{9A9BF5FF-6414-4914-93A3-694F4A68799E}" dt="2025-08-19T12:19:44.712" v="216" actId="165"/>
          <ac:spMkLst>
            <pc:docMk/>
            <pc:sldMk cId="2696111068" sldId="260"/>
            <ac:spMk id="629" creationId="{14368FFF-6117-CB66-9FBD-97674CBA6EA6}"/>
          </ac:spMkLst>
        </pc:spChg>
        <pc:grpChg chg="add mod ord">
          <ac:chgData name="Vanhauwaert, Wim" userId="88f3e010-33d6-4c8b-8703-2e7894de5501" providerId="ADAL" clId="{9A9BF5FF-6414-4914-93A3-694F4A68799E}" dt="2025-08-19T12:23:37.954" v="245" actId="166"/>
          <ac:grpSpMkLst>
            <pc:docMk/>
            <pc:sldMk cId="2696111068" sldId="260"/>
            <ac:grpSpMk id="5" creationId="{B2CB5259-B91F-32D4-8582-5914EB4A31A8}"/>
          </ac:grpSpMkLst>
        </pc:grpChg>
        <pc:grpChg chg="add mod">
          <ac:chgData name="Vanhauwaert, Wim" userId="88f3e010-33d6-4c8b-8703-2e7894de5501" providerId="ADAL" clId="{9A9BF5FF-6414-4914-93A3-694F4A68799E}" dt="2025-08-19T12:20:37.913" v="220" actId="164"/>
          <ac:grpSpMkLst>
            <pc:docMk/>
            <pc:sldMk cId="2696111068" sldId="260"/>
            <ac:grpSpMk id="7" creationId="{DD612956-0EA7-3974-FC8A-AE1156767ED8}"/>
          </ac:grpSpMkLst>
        </pc:grpChg>
        <pc:grpChg chg="add mod">
          <ac:chgData name="Vanhauwaert, Wim" userId="88f3e010-33d6-4c8b-8703-2e7894de5501" providerId="ADAL" clId="{9A9BF5FF-6414-4914-93A3-694F4A68799E}" dt="2025-08-19T12:21:58.752" v="234" actId="164"/>
          <ac:grpSpMkLst>
            <pc:docMk/>
            <pc:sldMk cId="2696111068" sldId="260"/>
            <ac:grpSpMk id="9" creationId="{D82AF26B-DA0D-1064-E334-62FDE383A2EE}"/>
          </ac:grpSpMkLst>
        </pc:grpChg>
        <pc:grpChg chg="add mod">
          <ac:chgData name="Vanhauwaert, Wim" userId="88f3e010-33d6-4c8b-8703-2e7894de5501" providerId="ADAL" clId="{9A9BF5FF-6414-4914-93A3-694F4A68799E}" dt="2025-08-19T12:22:04.616" v="235" actId="164"/>
          <ac:grpSpMkLst>
            <pc:docMk/>
            <pc:sldMk cId="2696111068" sldId="260"/>
            <ac:grpSpMk id="10" creationId="{F4757A4A-5EDB-B831-AFFF-85B10367F389}"/>
          </ac:grpSpMkLst>
        </pc:grpChg>
        <pc:grpChg chg="add mod ord">
          <ac:chgData name="Vanhauwaert, Wim" userId="88f3e010-33d6-4c8b-8703-2e7894de5501" providerId="ADAL" clId="{9A9BF5FF-6414-4914-93A3-694F4A68799E}" dt="2025-08-19T12:22:54.335" v="240" actId="166"/>
          <ac:grpSpMkLst>
            <pc:docMk/>
            <pc:sldMk cId="2696111068" sldId="260"/>
            <ac:grpSpMk id="11" creationId="{391100A1-4ADF-DFBE-CFFE-E8378D2B03A1}"/>
          </ac:grpSpMkLst>
        </pc:grpChg>
        <pc:grpChg chg="add mod">
          <ac:chgData name="Vanhauwaert, Wim" userId="88f3e010-33d6-4c8b-8703-2e7894de5501" providerId="ADAL" clId="{9A9BF5FF-6414-4914-93A3-694F4A68799E}" dt="2025-08-19T12:22:18.025" v="237" actId="164"/>
          <ac:grpSpMkLst>
            <pc:docMk/>
            <pc:sldMk cId="2696111068" sldId="260"/>
            <ac:grpSpMk id="12" creationId="{7B7D733B-288B-DF4C-E78C-C611603AF3F9}"/>
          </ac:grpSpMkLst>
        </pc:grpChg>
        <pc:grpChg chg="mod">
          <ac:chgData name="Vanhauwaert, Wim" userId="88f3e010-33d6-4c8b-8703-2e7894de5501" providerId="ADAL" clId="{9A9BF5FF-6414-4914-93A3-694F4A68799E}" dt="2025-08-19T12:21:58.752" v="234" actId="164"/>
          <ac:grpSpMkLst>
            <pc:docMk/>
            <pc:sldMk cId="2696111068" sldId="260"/>
            <ac:grpSpMk id="501" creationId="{01BCFE4C-5369-8DB7-DD0F-F8FEC44BB965}"/>
          </ac:grpSpMkLst>
        </pc:grpChg>
        <pc:grpChg chg="mod">
          <ac:chgData name="Vanhauwaert, Wim" userId="88f3e010-33d6-4c8b-8703-2e7894de5501" providerId="ADAL" clId="{9A9BF5FF-6414-4914-93A3-694F4A68799E}" dt="2025-08-19T12:22:04.616" v="235" actId="164"/>
          <ac:grpSpMkLst>
            <pc:docMk/>
            <pc:sldMk cId="2696111068" sldId="260"/>
            <ac:grpSpMk id="602" creationId="{B7025E0F-A5ED-0B21-4D61-E0116CB34BDC}"/>
          </ac:grpSpMkLst>
        </pc:grpChg>
        <pc:grpChg chg="mod">
          <ac:chgData name="Vanhauwaert, Wim" userId="88f3e010-33d6-4c8b-8703-2e7894de5501" providerId="ADAL" clId="{9A9BF5FF-6414-4914-93A3-694F4A68799E}" dt="2025-08-19T12:22:13.911" v="236" actId="164"/>
          <ac:grpSpMkLst>
            <pc:docMk/>
            <pc:sldMk cId="2696111068" sldId="260"/>
            <ac:grpSpMk id="603" creationId="{AE934CF7-C9EF-0C54-5EB7-AAB6218C4B8C}"/>
          </ac:grpSpMkLst>
        </pc:grpChg>
        <pc:grpChg chg="mod">
          <ac:chgData name="Vanhauwaert, Wim" userId="88f3e010-33d6-4c8b-8703-2e7894de5501" providerId="ADAL" clId="{9A9BF5FF-6414-4914-93A3-694F4A68799E}" dt="2025-08-19T12:22:18.025" v="237" actId="164"/>
          <ac:grpSpMkLst>
            <pc:docMk/>
            <pc:sldMk cId="2696111068" sldId="260"/>
            <ac:grpSpMk id="604" creationId="{E7029ADE-0FE7-E850-797B-A5AA5E73D728}"/>
          </ac:grpSpMkLst>
        </pc:grpChg>
        <pc:grpChg chg="mod">
          <ac:chgData name="Vanhauwaert, Wim" userId="88f3e010-33d6-4c8b-8703-2e7894de5501" providerId="ADAL" clId="{9A9BF5FF-6414-4914-93A3-694F4A68799E}" dt="2025-08-19T12:20:00.833" v="218" actId="164"/>
          <ac:grpSpMkLst>
            <pc:docMk/>
            <pc:sldMk cId="2696111068" sldId="260"/>
            <ac:grpSpMk id="607" creationId="{70A2BC22-AE58-11C9-C0A1-135DE1AB1977}"/>
          </ac:grpSpMkLst>
        </pc:grpChg>
        <pc:grpChg chg="mod">
          <ac:chgData name="Vanhauwaert, Wim" userId="88f3e010-33d6-4c8b-8703-2e7894de5501" providerId="ADAL" clId="{9A9BF5FF-6414-4914-93A3-694F4A68799E}" dt="2025-08-19T12:20:37.913" v="220" actId="164"/>
          <ac:grpSpMkLst>
            <pc:docMk/>
            <pc:sldMk cId="2696111068" sldId="260"/>
            <ac:grpSpMk id="608" creationId="{193216E2-4201-FF70-A309-D40BB6674093}"/>
          </ac:grpSpMkLst>
        </pc:grpChg>
        <pc:cxnChg chg="mod">
          <ac:chgData name="Vanhauwaert, Wim" userId="88f3e010-33d6-4c8b-8703-2e7894de5501" providerId="ADAL" clId="{9A9BF5FF-6414-4914-93A3-694F4A68799E}" dt="2025-08-19T12:21:58.752" v="234" actId="164"/>
          <ac:cxnSpMkLst>
            <pc:docMk/>
            <pc:sldMk cId="2696111068" sldId="260"/>
            <ac:cxnSpMk id="364" creationId="{DA399286-A4EE-0B9C-1181-913D560D9687}"/>
          </ac:cxnSpMkLst>
        </pc:cxnChg>
        <pc:cxnChg chg="mod">
          <ac:chgData name="Vanhauwaert, Wim" userId="88f3e010-33d6-4c8b-8703-2e7894de5501" providerId="ADAL" clId="{9A9BF5FF-6414-4914-93A3-694F4A68799E}" dt="2025-08-19T12:21:58.752" v="234" actId="164"/>
          <ac:cxnSpMkLst>
            <pc:docMk/>
            <pc:sldMk cId="2696111068" sldId="260"/>
            <ac:cxnSpMk id="365" creationId="{85443C49-DFE2-E201-34B5-47C87DB48189}"/>
          </ac:cxnSpMkLst>
        </pc:cxnChg>
        <pc:cxnChg chg="mod">
          <ac:chgData name="Vanhauwaert, Wim" userId="88f3e010-33d6-4c8b-8703-2e7894de5501" providerId="ADAL" clId="{9A9BF5FF-6414-4914-93A3-694F4A68799E}" dt="2025-08-19T12:22:13.911" v="236" actId="164"/>
          <ac:cxnSpMkLst>
            <pc:docMk/>
            <pc:sldMk cId="2696111068" sldId="260"/>
            <ac:cxnSpMk id="369" creationId="{BEC8EBFF-1868-0650-9945-0AE084CDF4A5}"/>
          </ac:cxnSpMkLst>
        </pc:cxnChg>
        <pc:cxnChg chg="mod">
          <ac:chgData name="Vanhauwaert, Wim" userId="88f3e010-33d6-4c8b-8703-2e7894de5501" providerId="ADAL" clId="{9A9BF5FF-6414-4914-93A3-694F4A68799E}" dt="2025-08-19T12:20:37.913" v="220" actId="164"/>
          <ac:cxnSpMkLst>
            <pc:docMk/>
            <pc:sldMk cId="2696111068" sldId="260"/>
            <ac:cxnSpMk id="372" creationId="{08A644FD-E90A-4781-FBF9-0F84CA875CCA}"/>
          </ac:cxnSpMkLst>
        </pc:cxnChg>
        <pc:cxnChg chg="mod">
          <ac:chgData name="Vanhauwaert, Wim" userId="88f3e010-33d6-4c8b-8703-2e7894de5501" providerId="ADAL" clId="{9A9BF5FF-6414-4914-93A3-694F4A68799E}" dt="2025-08-19T12:20:37.913" v="220" actId="164"/>
          <ac:cxnSpMkLst>
            <pc:docMk/>
            <pc:sldMk cId="2696111068" sldId="260"/>
            <ac:cxnSpMk id="373" creationId="{DB198466-DC80-6653-968E-E93E04B51F38}"/>
          </ac:cxnSpMkLst>
        </pc:cxnChg>
        <pc:cxnChg chg="mod">
          <ac:chgData name="Vanhauwaert, Wim" userId="88f3e010-33d6-4c8b-8703-2e7894de5501" providerId="ADAL" clId="{9A9BF5FF-6414-4914-93A3-694F4A68799E}" dt="2025-08-19T12:22:13.911" v="236" actId="164"/>
          <ac:cxnSpMkLst>
            <pc:docMk/>
            <pc:sldMk cId="2696111068" sldId="260"/>
            <ac:cxnSpMk id="377" creationId="{B93BD649-C77D-2675-51AF-6FCF15223E1E}"/>
          </ac:cxnSpMkLst>
        </pc:cxnChg>
        <pc:cxnChg chg="mod">
          <ac:chgData name="Vanhauwaert, Wim" userId="88f3e010-33d6-4c8b-8703-2e7894de5501" providerId="ADAL" clId="{9A9BF5FF-6414-4914-93A3-694F4A68799E}" dt="2025-08-19T12:21:29.783" v="232" actId="164"/>
          <ac:cxnSpMkLst>
            <pc:docMk/>
            <pc:sldMk cId="2696111068" sldId="260"/>
            <ac:cxnSpMk id="380" creationId="{1E8CF8F9-B60F-3BB5-4BE6-F21F5F709C5D}"/>
          </ac:cxnSpMkLst>
        </pc:cxnChg>
        <pc:cxnChg chg="mod">
          <ac:chgData name="Vanhauwaert, Wim" userId="88f3e010-33d6-4c8b-8703-2e7894de5501" providerId="ADAL" clId="{9A9BF5FF-6414-4914-93A3-694F4A68799E}" dt="2025-08-19T12:22:04.616" v="235" actId="164"/>
          <ac:cxnSpMkLst>
            <pc:docMk/>
            <pc:sldMk cId="2696111068" sldId="260"/>
            <ac:cxnSpMk id="384" creationId="{F35A8E93-75AD-9C55-EC68-175F49346B9C}"/>
          </ac:cxnSpMkLst>
        </pc:cxnChg>
        <pc:cxnChg chg="mod">
          <ac:chgData name="Vanhauwaert, Wim" userId="88f3e010-33d6-4c8b-8703-2e7894de5501" providerId="ADAL" clId="{9A9BF5FF-6414-4914-93A3-694F4A68799E}" dt="2025-08-19T12:21:03.234" v="231" actId="1037"/>
          <ac:cxnSpMkLst>
            <pc:docMk/>
            <pc:sldMk cId="2696111068" sldId="260"/>
            <ac:cxnSpMk id="386" creationId="{84D176A3-7509-063A-196A-8E3A0EECE1ED}"/>
          </ac:cxnSpMkLst>
        </pc:cxnChg>
      </pc:sldChg>
      <pc:sldChg chg="addSp delSp modSp add mod delAnim modAnim modShow">
        <pc:chgData name="Vanhauwaert, Wim" userId="88f3e010-33d6-4c8b-8703-2e7894de5501" providerId="ADAL" clId="{9A9BF5FF-6414-4914-93A3-694F4A68799E}" dt="2025-08-21T10:19:05.146" v="626" actId="207"/>
        <pc:sldMkLst>
          <pc:docMk/>
          <pc:sldMk cId="3983828569" sldId="261"/>
        </pc:sldMkLst>
        <pc:spChg chg="mod">
          <ac:chgData name="Vanhauwaert, Wim" userId="88f3e010-33d6-4c8b-8703-2e7894de5501" providerId="ADAL" clId="{9A9BF5FF-6414-4914-93A3-694F4A68799E}" dt="2025-08-20T08:08:28.222" v="533"/>
          <ac:spMkLst>
            <pc:docMk/>
            <pc:sldMk cId="3983828569" sldId="261"/>
            <ac:spMk id="8" creationId="{03423014-6050-C651-0493-1A631BC9F040}"/>
          </ac:spMkLst>
        </pc:spChg>
        <pc:spChg chg="mod">
          <ac:chgData name="Vanhauwaert, Wim" userId="88f3e010-33d6-4c8b-8703-2e7894de5501" providerId="ADAL" clId="{9A9BF5FF-6414-4914-93A3-694F4A68799E}" dt="2025-08-20T08:08:28.222" v="533"/>
          <ac:spMkLst>
            <pc:docMk/>
            <pc:sldMk cId="3983828569" sldId="261"/>
            <ac:spMk id="9" creationId="{7129B74B-C413-F75E-2EA3-A78FEA8AA455}"/>
          </ac:spMkLst>
        </pc:spChg>
        <pc:spChg chg="mod">
          <ac:chgData name="Vanhauwaert, Wim" userId="88f3e010-33d6-4c8b-8703-2e7894de5501" providerId="ADAL" clId="{9A9BF5FF-6414-4914-93A3-694F4A68799E}" dt="2025-08-20T08:08:28.222" v="533"/>
          <ac:spMkLst>
            <pc:docMk/>
            <pc:sldMk cId="3983828569" sldId="261"/>
            <ac:spMk id="10" creationId="{30FA9C9B-9700-290F-24B0-1AE6487F433D}"/>
          </ac:spMkLst>
        </pc:spChg>
        <pc:spChg chg="del mod">
          <ac:chgData name="Vanhauwaert, Wim" userId="88f3e010-33d6-4c8b-8703-2e7894de5501" providerId="ADAL" clId="{9A9BF5FF-6414-4914-93A3-694F4A68799E}" dt="2025-08-21T10:13:06.191" v="568" actId="478"/>
          <ac:spMkLst>
            <pc:docMk/>
            <pc:sldMk cId="3983828569" sldId="261"/>
            <ac:spMk id="10" creationId="{B1EEB2A1-8486-D8AC-5083-FA046E0EED94}"/>
          </ac:spMkLst>
        </pc:spChg>
        <pc:spChg chg="del mod">
          <ac:chgData name="Vanhauwaert, Wim" userId="88f3e010-33d6-4c8b-8703-2e7894de5501" providerId="ADAL" clId="{9A9BF5FF-6414-4914-93A3-694F4A68799E}" dt="2025-08-21T10:13:19.671" v="573" actId="478"/>
          <ac:spMkLst>
            <pc:docMk/>
            <pc:sldMk cId="3983828569" sldId="261"/>
            <ac:spMk id="11" creationId="{8F03AF63-C7D4-F0C7-C7CD-67A210585778}"/>
          </ac:spMkLst>
        </pc:spChg>
        <pc:spChg chg="mod">
          <ac:chgData name="Vanhauwaert, Wim" userId="88f3e010-33d6-4c8b-8703-2e7894de5501" providerId="ADAL" clId="{9A9BF5FF-6414-4914-93A3-694F4A68799E}" dt="2025-08-21T10:18:11.971" v="621" actId="207"/>
          <ac:spMkLst>
            <pc:docMk/>
            <pc:sldMk cId="3983828569" sldId="261"/>
            <ac:spMk id="13" creationId="{AA8F91F8-F821-7A5F-0A29-98D6D4BC015A}"/>
          </ac:spMkLst>
        </pc:spChg>
        <pc:spChg chg="mod">
          <ac:chgData name="Vanhauwaert, Wim" userId="88f3e010-33d6-4c8b-8703-2e7894de5501" providerId="ADAL" clId="{9A9BF5FF-6414-4914-93A3-694F4A68799E}" dt="2025-08-21T10:18:11.971" v="621" actId="207"/>
          <ac:spMkLst>
            <pc:docMk/>
            <pc:sldMk cId="3983828569" sldId="261"/>
            <ac:spMk id="14" creationId="{19039A53-77F4-878A-8C08-944FF6DE986B}"/>
          </ac:spMkLst>
        </pc:spChg>
        <pc:spChg chg="mod">
          <ac:chgData name="Vanhauwaert, Wim" userId="88f3e010-33d6-4c8b-8703-2e7894de5501" providerId="ADAL" clId="{9A9BF5FF-6414-4914-93A3-694F4A68799E}" dt="2025-08-21T10:15:12.178" v="591" actId="338"/>
          <ac:spMkLst>
            <pc:docMk/>
            <pc:sldMk cId="3983828569" sldId="261"/>
            <ac:spMk id="15" creationId="{7DDEB333-56FE-9CFC-FDAC-523C32E671B5}"/>
          </ac:spMkLst>
        </pc:spChg>
        <pc:spChg chg="mod">
          <ac:chgData name="Vanhauwaert, Wim" userId="88f3e010-33d6-4c8b-8703-2e7894de5501" providerId="ADAL" clId="{9A9BF5FF-6414-4914-93A3-694F4A68799E}" dt="2025-08-20T08:08:28.222" v="533"/>
          <ac:spMkLst>
            <pc:docMk/>
            <pc:sldMk cId="3983828569" sldId="261"/>
            <ac:spMk id="16" creationId="{30447794-0013-49B2-1444-891E6F8CD094}"/>
          </ac:spMkLst>
        </pc:spChg>
        <pc:spChg chg="mod">
          <ac:chgData name="Vanhauwaert, Wim" userId="88f3e010-33d6-4c8b-8703-2e7894de5501" providerId="ADAL" clId="{9A9BF5FF-6414-4914-93A3-694F4A68799E}" dt="2025-08-21T10:10:18.705" v="547"/>
          <ac:spMkLst>
            <pc:docMk/>
            <pc:sldMk cId="3983828569" sldId="261"/>
            <ac:spMk id="17" creationId="{ECCC3C6E-6EAC-0B14-7C21-A14FA5922C6D}"/>
          </ac:spMkLst>
        </pc:spChg>
        <pc:spChg chg="mod">
          <ac:chgData name="Vanhauwaert, Wim" userId="88f3e010-33d6-4c8b-8703-2e7894de5501" providerId="ADAL" clId="{9A9BF5FF-6414-4914-93A3-694F4A68799E}" dt="2025-08-20T08:08:28.222" v="533"/>
          <ac:spMkLst>
            <pc:docMk/>
            <pc:sldMk cId="3983828569" sldId="261"/>
            <ac:spMk id="17" creationId="{F3112329-2DEB-A501-7327-1707C20FBACF}"/>
          </ac:spMkLst>
        </pc:spChg>
        <pc:spChg chg="mod">
          <ac:chgData name="Vanhauwaert, Wim" userId="88f3e010-33d6-4c8b-8703-2e7894de5501" providerId="ADAL" clId="{9A9BF5FF-6414-4914-93A3-694F4A68799E}" dt="2025-08-21T10:10:18.705" v="547"/>
          <ac:spMkLst>
            <pc:docMk/>
            <pc:sldMk cId="3983828569" sldId="261"/>
            <ac:spMk id="19" creationId="{28F8AEB4-BF06-2FD9-270D-9EB59132A2E0}"/>
          </ac:spMkLst>
        </pc:spChg>
        <pc:spChg chg="mod">
          <ac:chgData name="Vanhauwaert, Wim" userId="88f3e010-33d6-4c8b-8703-2e7894de5501" providerId="ADAL" clId="{9A9BF5FF-6414-4914-93A3-694F4A68799E}" dt="2025-08-20T08:08:28.222" v="533"/>
          <ac:spMkLst>
            <pc:docMk/>
            <pc:sldMk cId="3983828569" sldId="261"/>
            <ac:spMk id="19" creationId="{2C2FA2C5-0DB8-4AA3-486F-59786FAB235C}"/>
          </ac:spMkLst>
        </pc:spChg>
        <pc:spChg chg="mod">
          <ac:chgData name="Vanhauwaert, Wim" userId="88f3e010-33d6-4c8b-8703-2e7894de5501" providerId="ADAL" clId="{9A9BF5FF-6414-4914-93A3-694F4A68799E}" dt="2025-08-20T08:08:28.222" v="533"/>
          <ac:spMkLst>
            <pc:docMk/>
            <pc:sldMk cId="3983828569" sldId="261"/>
            <ac:spMk id="20" creationId="{3DB429DF-7938-003D-A79E-F89081FB3C75}"/>
          </ac:spMkLst>
        </pc:spChg>
        <pc:spChg chg="mod">
          <ac:chgData name="Vanhauwaert, Wim" userId="88f3e010-33d6-4c8b-8703-2e7894de5501" providerId="ADAL" clId="{9A9BF5FF-6414-4914-93A3-694F4A68799E}" dt="2025-08-21T10:10:18.705" v="547"/>
          <ac:spMkLst>
            <pc:docMk/>
            <pc:sldMk cId="3983828569" sldId="261"/>
            <ac:spMk id="20" creationId="{76F3F26F-FD1B-616F-27C5-F7E4CC25AC69}"/>
          </ac:spMkLst>
        </pc:spChg>
        <pc:spChg chg="mod">
          <ac:chgData name="Vanhauwaert, Wim" userId="88f3e010-33d6-4c8b-8703-2e7894de5501" providerId="ADAL" clId="{9A9BF5FF-6414-4914-93A3-694F4A68799E}" dt="2025-08-20T08:08:28.222" v="533"/>
          <ac:spMkLst>
            <pc:docMk/>
            <pc:sldMk cId="3983828569" sldId="261"/>
            <ac:spMk id="22" creationId="{1E26DA36-3AA7-0F09-01CE-4CE2CCE2BF86}"/>
          </ac:spMkLst>
        </pc:spChg>
        <pc:spChg chg="mod">
          <ac:chgData name="Vanhauwaert, Wim" userId="88f3e010-33d6-4c8b-8703-2e7894de5501" providerId="ADAL" clId="{9A9BF5FF-6414-4914-93A3-694F4A68799E}" dt="2025-08-21T10:10:18.705" v="547"/>
          <ac:spMkLst>
            <pc:docMk/>
            <pc:sldMk cId="3983828569" sldId="261"/>
            <ac:spMk id="22" creationId="{28D9AD5A-5634-45C9-513D-A7DF0DF4E75C}"/>
          </ac:spMkLst>
        </pc:spChg>
        <pc:spChg chg="mod">
          <ac:chgData name="Vanhauwaert, Wim" userId="88f3e010-33d6-4c8b-8703-2e7894de5501" providerId="ADAL" clId="{9A9BF5FF-6414-4914-93A3-694F4A68799E}" dt="2025-08-21T10:10:18.705" v="547"/>
          <ac:spMkLst>
            <pc:docMk/>
            <pc:sldMk cId="3983828569" sldId="261"/>
            <ac:spMk id="23" creationId="{66313F27-D076-71CD-E7AD-AA0437F3708E}"/>
          </ac:spMkLst>
        </pc:spChg>
        <pc:spChg chg="mod">
          <ac:chgData name="Vanhauwaert, Wim" userId="88f3e010-33d6-4c8b-8703-2e7894de5501" providerId="ADAL" clId="{9A9BF5FF-6414-4914-93A3-694F4A68799E}" dt="2025-08-21T10:10:18.705" v="547"/>
          <ac:spMkLst>
            <pc:docMk/>
            <pc:sldMk cId="3983828569" sldId="261"/>
            <ac:spMk id="24" creationId="{21E5A50A-2038-96BD-0EBA-4DC3DA98FF07}"/>
          </ac:spMkLst>
        </pc:spChg>
        <pc:spChg chg="mod">
          <ac:chgData name="Vanhauwaert, Wim" userId="88f3e010-33d6-4c8b-8703-2e7894de5501" providerId="ADAL" clId="{9A9BF5FF-6414-4914-93A3-694F4A68799E}" dt="2025-08-20T08:08:28.222" v="533"/>
          <ac:spMkLst>
            <pc:docMk/>
            <pc:sldMk cId="3983828569" sldId="261"/>
            <ac:spMk id="26" creationId="{E72AA732-A169-A9CF-597F-6878D1D85864}"/>
          </ac:spMkLst>
        </pc:spChg>
        <pc:spChg chg="mod">
          <ac:chgData name="Vanhauwaert, Wim" userId="88f3e010-33d6-4c8b-8703-2e7894de5501" providerId="ADAL" clId="{9A9BF5FF-6414-4914-93A3-694F4A68799E}" dt="2025-08-20T08:08:28.222" v="533"/>
          <ac:spMkLst>
            <pc:docMk/>
            <pc:sldMk cId="3983828569" sldId="261"/>
            <ac:spMk id="27" creationId="{1D326DAF-7AD7-6B25-27E1-62E50CCC4779}"/>
          </ac:spMkLst>
        </pc:spChg>
        <pc:spChg chg="del mod">
          <ac:chgData name="Vanhauwaert, Wim" userId="88f3e010-33d6-4c8b-8703-2e7894de5501" providerId="ADAL" clId="{9A9BF5FF-6414-4914-93A3-694F4A68799E}" dt="2025-08-21T10:13:26.871" v="576" actId="478"/>
          <ac:spMkLst>
            <pc:docMk/>
            <pc:sldMk cId="3983828569" sldId="261"/>
            <ac:spMk id="29" creationId="{A822A37C-9DD0-7D0A-7957-8E95EB0CE0CA}"/>
          </ac:spMkLst>
        </pc:spChg>
        <pc:spChg chg="del mod">
          <ac:chgData name="Vanhauwaert, Wim" userId="88f3e010-33d6-4c8b-8703-2e7894de5501" providerId="ADAL" clId="{9A9BF5FF-6414-4914-93A3-694F4A68799E}" dt="2025-08-21T10:13:30.181" v="577" actId="478"/>
          <ac:spMkLst>
            <pc:docMk/>
            <pc:sldMk cId="3983828569" sldId="261"/>
            <ac:spMk id="30" creationId="{AE890A8C-6BB4-1A74-9145-0A2546231179}"/>
          </ac:spMkLst>
        </pc:spChg>
        <pc:spChg chg="mod topLvl">
          <ac:chgData name="Vanhauwaert, Wim" userId="88f3e010-33d6-4c8b-8703-2e7894de5501" providerId="ADAL" clId="{9A9BF5FF-6414-4914-93A3-694F4A68799E}" dt="2025-08-21T10:18:17.425" v="622" actId="207"/>
          <ac:spMkLst>
            <pc:docMk/>
            <pc:sldMk cId="3983828569" sldId="261"/>
            <ac:spMk id="31" creationId="{2C287C6A-EA82-151E-6A18-00828D427586}"/>
          </ac:spMkLst>
        </pc:spChg>
        <pc:spChg chg="mod">
          <ac:chgData name="Vanhauwaert, Wim" userId="88f3e010-33d6-4c8b-8703-2e7894de5501" providerId="ADAL" clId="{9A9BF5FF-6414-4914-93A3-694F4A68799E}" dt="2025-08-21T10:18:17.425" v="622" actId="207"/>
          <ac:spMkLst>
            <pc:docMk/>
            <pc:sldMk cId="3983828569" sldId="261"/>
            <ac:spMk id="32" creationId="{47BC0B7F-736D-7204-639C-B4E3430ECDD0}"/>
          </ac:spMkLst>
        </pc:spChg>
        <pc:spChg chg="mod">
          <ac:chgData name="Vanhauwaert, Wim" userId="88f3e010-33d6-4c8b-8703-2e7894de5501" providerId="ADAL" clId="{9A9BF5FF-6414-4914-93A3-694F4A68799E}" dt="2025-08-21T10:15:03.971" v="590" actId="338"/>
          <ac:spMkLst>
            <pc:docMk/>
            <pc:sldMk cId="3983828569" sldId="261"/>
            <ac:spMk id="33" creationId="{CD12FC4A-8ACA-F7F3-4B96-DED4DEF88876}"/>
          </ac:spMkLst>
        </pc:spChg>
        <pc:spChg chg="mod">
          <ac:chgData name="Vanhauwaert, Wim" userId="88f3e010-33d6-4c8b-8703-2e7894de5501" providerId="ADAL" clId="{9A9BF5FF-6414-4914-93A3-694F4A68799E}" dt="2025-08-21T10:15:03.971" v="590" actId="338"/>
          <ac:spMkLst>
            <pc:docMk/>
            <pc:sldMk cId="3983828569" sldId="261"/>
            <ac:spMk id="35" creationId="{E5FC7724-78A0-533B-F032-BF40ACDE6C95}"/>
          </ac:spMkLst>
        </pc:spChg>
        <pc:spChg chg="mod">
          <ac:chgData name="Vanhauwaert, Wim" userId="88f3e010-33d6-4c8b-8703-2e7894de5501" providerId="ADAL" clId="{9A9BF5FF-6414-4914-93A3-694F4A68799E}" dt="2025-08-21T10:10:50.379" v="550"/>
          <ac:spMkLst>
            <pc:docMk/>
            <pc:sldMk cId="3983828569" sldId="261"/>
            <ac:spMk id="37" creationId="{EAFC8AEF-90F5-7251-29FD-0A146E05B949}"/>
          </ac:spMkLst>
        </pc:spChg>
        <pc:spChg chg="mod">
          <ac:chgData name="Vanhauwaert, Wim" userId="88f3e010-33d6-4c8b-8703-2e7894de5501" providerId="ADAL" clId="{9A9BF5FF-6414-4914-93A3-694F4A68799E}" dt="2025-08-21T10:14:48.733" v="589" actId="207"/>
          <ac:spMkLst>
            <pc:docMk/>
            <pc:sldMk cId="3983828569" sldId="261"/>
            <ac:spMk id="38" creationId="{BC3D8E7A-D034-2E61-D165-90D3A60AB9EF}"/>
          </ac:spMkLst>
        </pc:spChg>
        <pc:spChg chg="mod">
          <ac:chgData name="Vanhauwaert, Wim" userId="88f3e010-33d6-4c8b-8703-2e7894de5501" providerId="ADAL" clId="{9A9BF5FF-6414-4914-93A3-694F4A68799E}" dt="2025-08-21T10:14:48.733" v="589" actId="207"/>
          <ac:spMkLst>
            <pc:docMk/>
            <pc:sldMk cId="3983828569" sldId="261"/>
            <ac:spMk id="39" creationId="{B4A67E5E-D0A1-CF27-2214-3FC99E6A1648}"/>
          </ac:spMkLst>
        </pc:spChg>
        <pc:spChg chg="mod">
          <ac:chgData name="Vanhauwaert, Wim" userId="88f3e010-33d6-4c8b-8703-2e7894de5501" providerId="ADAL" clId="{9A9BF5FF-6414-4914-93A3-694F4A68799E}" dt="2025-08-21T10:14:48.733" v="589" actId="207"/>
          <ac:spMkLst>
            <pc:docMk/>
            <pc:sldMk cId="3983828569" sldId="261"/>
            <ac:spMk id="40" creationId="{877A1926-4481-3A71-FE91-D4295603D37E}"/>
          </ac:spMkLst>
        </pc:spChg>
        <pc:spChg chg="del mod">
          <ac:chgData name="Vanhauwaert, Wim" userId="88f3e010-33d6-4c8b-8703-2e7894de5501" providerId="ADAL" clId="{9A9BF5FF-6414-4914-93A3-694F4A68799E}" dt="2025-08-21T10:13:14.492" v="570" actId="478"/>
          <ac:spMkLst>
            <pc:docMk/>
            <pc:sldMk cId="3983828569" sldId="261"/>
            <ac:spMk id="43" creationId="{B44671EC-C4F3-1207-3F63-88F2A0006F83}"/>
          </ac:spMkLst>
        </pc:spChg>
        <pc:spChg chg="del mod">
          <ac:chgData name="Vanhauwaert, Wim" userId="88f3e010-33d6-4c8b-8703-2e7894de5501" providerId="ADAL" clId="{9A9BF5FF-6414-4914-93A3-694F4A68799E}" dt="2025-08-21T10:13:44.304" v="580" actId="478"/>
          <ac:spMkLst>
            <pc:docMk/>
            <pc:sldMk cId="3983828569" sldId="261"/>
            <ac:spMk id="44" creationId="{CB67F450-F993-C9C2-7DF7-E68FB234A2B3}"/>
          </ac:spMkLst>
        </pc:spChg>
        <pc:spChg chg="del mod">
          <ac:chgData name="Vanhauwaert, Wim" userId="88f3e010-33d6-4c8b-8703-2e7894de5501" providerId="ADAL" clId="{9A9BF5FF-6414-4914-93A3-694F4A68799E}" dt="2025-08-21T10:13:44.304" v="580" actId="478"/>
          <ac:spMkLst>
            <pc:docMk/>
            <pc:sldMk cId="3983828569" sldId="261"/>
            <ac:spMk id="45" creationId="{7684145B-3E26-47F5-D639-5186F8361C90}"/>
          </ac:spMkLst>
        </pc:spChg>
        <pc:spChg chg="mod">
          <ac:chgData name="Vanhauwaert, Wim" userId="88f3e010-33d6-4c8b-8703-2e7894de5501" providerId="ADAL" clId="{9A9BF5FF-6414-4914-93A3-694F4A68799E}" dt="2025-08-21T10:18:21.921" v="623" actId="207"/>
          <ac:spMkLst>
            <pc:docMk/>
            <pc:sldMk cId="3983828569" sldId="261"/>
            <ac:spMk id="48" creationId="{266EB357-282E-0266-4C59-E2FCA880E3E3}"/>
          </ac:spMkLst>
        </pc:spChg>
        <pc:spChg chg="mod topLvl">
          <ac:chgData name="Vanhauwaert, Wim" userId="88f3e010-33d6-4c8b-8703-2e7894de5501" providerId="ADAL" clId="{9A9BF5FF-6414-4914-93A3-694F4A68799E}" dt="2025-08-21T10:18:21.921" v="623" actId="207"/>
          <ac:spMkLst>
            <pc:docMk/>
            <pc:sldMk cId="3983828569" sldId="261"/>
            <ac:spMk id="49" creationId="{90371559-C0C0-9365-E364-41DBA6C46E8D}"/>
          </ac:spMkLst>
        </pc:spChg>
        <pc:spChg chg="mod">
          <ac:chgData name="Vanhauwaert, Wim" userId="88f3e010-33d6-4c8b-8703-2e7894de5501" providerId="ADAL" clId="{9A9BF5FF-6414-4914-93A3-694F4A68799E}" dt="2025-08-21T10:18:21.921" v="623" actId="207"/>
          <ac:spMkLst>
            <pc:docMk/>
            <pc:sldMk cId="3983828569" sldId="261"/>
            <ac:spMk id="50" creationId="{EE37FC1E-3904-A2F8-495C-DFB2423D00C3}"/>
          </ac:spMkLst>
        </pc:spChg>
        <pc:spChg chg="mod">
          <ac:chgData name="Vanhauwaert, Wim" userId="88f3e010-33d6-4c8b-8703-2e7894de5501" providerId="ADAL" clId="{9A9BF5FF-6414-4914-93A3-694F4A68799E}" dt="2025-08-21T10:15:12.178" v="591" actId="338"/>
          <ac:spMkLst>
            <pc:docMk/>
            <pc:sldMk cId="3983828569" sldId="261"/>
            <ac:spMk id="51" creationId="{8222478E-A90C-7E02-37B6-53BDAD3E258E}"/>
          </ac:spMkLst>
        </pc:spChg>
        <pc:spChg chg="mod">
          <ac:chgData name="Vanhauwaert, Wim" userId="88f3e010-33d6-4c8b-8703-2e7894de5501" providerId="ADAL" clId="{9A9BF5FF-6414-4914-93A3-694F4A68799E}" dt="2025-08-21T10:14:48.733" v="589" actId="207"/>
          <ac:spMkLst>
            <pc:docMk/>
            <pc:sldMk cId="3983828569" sldId="261"/>
            <ac:spMk id="62" creationId="{6CE920C9-1776-2F39-CB39-B3C0C44942E5}"/>
          </ac:spMkLst>
        </pc:spChg>
        <pc:spChg chg="mod">
          <ac:chgData name="Vanhauwaert, Wim" userId="88f3e010-33d6-4c8b-8703-2e7894de5501" providerId="ADAL" clId="{9A9BF5FF-6414-4914-93A3-694F4A68799E}" dt="2025-08-21T10:11:00.125" v="553"/>
          <ac:spMkLst>
            <pc:docMk/>
            <pc:sldMk cId="3983828569" sldId="261"/>
            <ac:spMk id="63" creationId="{9B9FBD9B-E904-6C9F-0AF0-6CEF84DF5635}"/>
          </ac:spMkLst>
        </pc:spChg>
        <pc:spChg chg="mod">
          <ac:chgData name="Vanhauwaert, Wim" userId="88f3e010-33d6-4c8b-8703-2e7894de5501" providerId="ADAL" clId="{9A9BF5FF-6414-4914-93A3-694F4A68799E}" dt="2025-08-21T10:17:58.806" v="619" actId="108"/>
          <ac:spMkLst>
            <pc:docMk/>
            <pc:sldMk cId="3983828569" sldId="261"/>
            <ac:spMk id="387" creationId="{48D815A2-8095-7739-5C28-B0FC79BB5B80}"/>
          </ac:spMkLst>
        </pc:spChg>
        <pc:spChg chg="mod">
          <ac:chgData name="Vanhauwaert, Wim" userId="88f3e010-33d6-4c8b-8703-2e7894de5501" providerId="ADAL" clId="{9A9BF5FF-6414-4914-93A3-694F4A68799E}" dt="2025-08-21T10:11:00.125" v="553"/>
          <ac:spMkLst>
            <pc:docMk/>
            <pc:sldMk cId="3983828569" sldId="261"/>
            <ac:spMk id="450" creationId="{73A8CEE8-EA9D-DEE3-46BE-76794D780208}"/>
          </ac:spMkLst>
        </pc:spChg>
        <pc:spChg chg="mod">
          <ac:chgData name="Vanhauwaert, Wim" userId="88f3e010-33d6-4c8b-8703-2e7894de5501" providerId="ADAL" clId="{9A9BF5FF-6414-4914-93A3-694F4A68799E}" dt="2025-08-21T10:14:48.733" v="589" actId="207"/>
          <ac:spMkLst>
            <pc:docMk/>
            <pc:sldMk cId="3983828569" sldId="261"/>
            <ac:spMk id="452" creationId="{F72B2F8D-C611-BDBB-2038-C0A0688EA091}"/>
          </ac:spMkLst>
        </pc:spChg>
        <pc:spChg chg="mod">
          <ac:chgData name="Vanhauwaert, Wim" userId="88f3e010-33d6-4c8b-8703-2e7894de5501" providerId="ADAL" clId="{9A9BF5FF-6414-4914-93A3-694F4A68799E}" dt="2025-08-21T10:14:48.733" v="589" actId="207"/>
          <ac:spMkLst>
            <pc:docMk/>
            <pc:sldMk cId="3983828569" sldId="261"/>
            <ac:spMk id="453" creationId="{67FB4FBC-26E0-81B0-696E-72893BDD6968}"/>
          </ac:spMkLst>
        </pc:spChg>
        <pc:spChg chg="mod">
          <ac:chgData name="Vanhauwaert, Wim" userId="88f3e010-33d6-4c8b-8703-2e7894de5501" providerId="ADAL" clId="{9A9BF5FF-6414-4914-93A3-694F4A68799E}" dt="2025-08-21T10:11:00.125" v="553"/>
          <ac:spMkLst>
            <pc:docMk/>
            <pc:sldMk cId="3983828569" sldId="261"/>
            <ac:spMk id="455" creationId="{349F08D7-32C3-395C-984D-AB838CCF8D2F}"/>
          </ac:spMkLst>
        </pc:spChg>
        <pc:spChg chg="mod">
          <ac:chgData name="Vanhauwaert, Wim" userId="88f3e010-33d6-4c8b-8703-2e7894de5501" providerId="ADAL" clId="{9A9BF5FF-6414-4914-93A3-694F4A68799E}" dt="2025-08-21T10:11:00.125" v="553"/>
          <ac:spMkLst>
            <pc:docMk/>
            <pc:sldMk cId="3983828569" sldId="261"/>
            <ac:spMk id="456" creationId="{4EBC7939-EBE9-3F26-DED5-5F7421D5169F}"/>
          </ac:spMkLst>
        </pc:spChg>
        <pc:spChg chg="del mod">
          <ac:chgData name="Vanhauwaert, Wim" userId="88f3e010-33d6-4c8b-8703-2e7894de5501" providerId="ADAL" clId="{9A9BF5FF-6414-4914-93A3-694F4A68799E}" dt="2025-08-21T10:13:55.038" v="581" actId="478"/>
          <ac:spMkLst>
            <pc:docMk/>
            <pc:sldMk cId="3983828569" sldId="261"/>
            <ac:spMk id="460" creationId="{045A7B82-9BC6-825E-2B81-974D9BA0E1E9}"/>
          </ac:spMkLst>
        </pc:spChg>
        <pc:spChg chg="del mod">
          <ac:chgData name="Vanhauwaert, Wim" userId="88f3e010-33d6-4c8b-8703-2e7894de5501" providerId="ADAL" clId="{9A9BF5FF-6414-4914-93A3-694F4A68799E}" dt="2025-08-21T10:13:57.122" v="582" actId="478"/>
          <ac:spMkLst>
            <pc:docMk/>
            <pc:sldMk cId="3983828569" sldId="261"/>
            <ac:spMk id="461" creationId="{A6F5F244-3035-A8C8-7B05-259601C874C5}"/>
          </ac:spMkLst>
        </pc:spChg>
        <pc:spChg chg="mod">
          <ac:chgData name="Vanhauwaert, Wim" userId="88f3e010-33d6-4c8b-8703-2e7894de5501" providerId="ADAL" clId="{9A9BF5FF-6414-4914-93A3-694F4A68799E}" dt="2025-08-21T10:15:12.178" v="591" actId="338"/>
          <ac:spMkLst>
            <pc:docMk/>
            <pc:sldMk cId="3983828569" sldId="261"/>
            <ac:spMk id="463" creationId="{7D4FCAF7-452B-E0EE-BF68-22E6F3BADDAF}"/>
          </ac:spMkLst>
        </pc:spChg>
        <pc:spChg chg="mod">
          <ac:chgData name="Vanhauwaert, Wim" userId="88f3e010-33d6-4c8b-8703-2e7894de5501" providerId="ADAL" clId="{9A9BF5FF-6414-4914-93A3-694F4A68799E}" dt="2025-08-21T10:18:25.736" v="624" actId="207"/>
          <ac:spMkLst>
            <pc:docMk/>
            <pc:sldMk cId="3983828569" sldId="261"/>
            <ac:spMk id="464" creationId="{206ADFED-2B2C-B359-97AA-6DF41167ADD4}"/>
          </ac:spMkLst>
        </pc:spChg>
        <pc:spChg chg="mod">
          <ac:chgData name="Vanhauwaert, Wim" userId="88f3e010-33d6-4c8b-8703-2e7894de5501" providerId="ADAL" clId="{9A9BF5FF-6414-4914-93A3-694F4A68799E}" dt="2025-08-21T10:18:25.736" v="624" actId="207"/>
          <ac:spMkLst>
            <pc:docMk/>
            <pc:sldMk cId="3983828569" sldId="261"/>
            <ac:spMk id="465" creationId="{AB34D28A-5B96-7663-848B-4EF075788D2A}"/>
          </ac:spMkLst>
        </pc:spChg>
        <pc:spChg chg="mod">
          <ac:chgData name="Vanhauwaert, Wim" userId="88f3e010-33d6-4c8b-8703-2e7894de5501" providerId="ADAL" clId="{9A9BF5FF-6414-4914-93A3-694F4A68799E}" dt="2025-08-21T10:11:13.541" v="557"/>
          <ac:spMkLst>
            <pc:docMk/>
            <pc:sldMk cId="3983828569" sldId="261"/>
            <ac:spMk id="466" creationId="{992829CB-E996-C9CF-3C53-62712D15D2B1}"/>
          </ac:spMkLst>
        </pc:spChg>
        <pc:spChg chg="mod">
          <ac:chgData name="Vanhauwaert, Wim" userId="88f3e010-33d6-4c8b-8703-2e7894de5501" providerId="ADAL" clId="{9A9BF5FF-6414-4914-93A3-694F4A68799E}" dt="2025-08-21T10:15:12.178" v="591" actId="338"/>
          <ac:spMkLst>
            <pc:docMk/>
            <pc:sldMk cId="3983828569" sldId="261"/>
            <ac:spMk id="468" creationId="{42ECAED6-8F12-290E-515D-51250CFFD040}"/>
          </ac:spMkLst>
        </pc:spChg>
        <pc:spChg chg="mod">
          <ac:chgData name="Vanhauwaert, Wim" userId="88f3e010-33d6-4c8b-8703-2e7894de5501" providerId="ADAL" clId="{9A9BF5FF-6414-4914-93A3-694F4A68799E}" dt="2025-08-21T10:11:13.541" v="557"/>
          <ac:spMkLst>
            <pc:docMk/>
            <pc:sldMk cId="3983828569" sldId="261"/>
            <ac:spMk id="470" creationId="{11F9D0CA-6A56-CC53-6CC7-850F58DAA4A2}"/>
          </ac:spMkLst>
        </pc:spChg>
        <pc:spChg chg="mod">
          <ac:chgData name="Vanhauwaert, Wim" userId="88f3e010-33d6-4c8b-8703-2e7894de5501" providerId="ADAL" clId="{9A9BF5FF-6414-4914-93A3-694F4A68799E}" dt="2025-08-21T10:11:13.541" v="557"/>
          <ac:spMkLst>
            <pc:docMk/>
            <pc:sldMk cId="3983828569" sldId="261"/>
            <ac:spMk id="472" creationId="{E693FEDB-16EB-3B73-957A-A72402EFE8EA}"/>
          </ac:spMkLst>
        </pc:spChg>
        <pc:spChg chg="mod">
          <ac:chgData name="Vanhauwaert, Wim" userId="88f3e010-33d6-4c8b-8703-2e7894de5501" providerId="ADAL" clId="{9A9BF5FF-6414-4914-93A3-694F4A68799E}" dt="2025-08-21T10:14:48.733" v="589" actId="207"/>
          <ac:spMkLst>
            <pc:docMk/>
            <pc:sldMk cId="3983828569" sldId="261"/>
            <ac:spMk id="473" creationId="{0770E502-E369-3EB8-DD8E-22BF3553B7CE}"/>
          </ac:spMkLst>
        </pc:spChg>
        <pc:spChg chg="mod">
          <ac:chgData name="Vanhauwaert, Wim" userId="88f3e010-33d6-4c8b-8703-2e7894de5501" providerId="ADAL" clId="{9A9BF5FF-6414-4914-93A3-694F4A68799E}" dt="2025-08-21T10:14:48.733" v="589" actId="207"/>
          <ac:spMkLst>
            <pc:docMk/>
            <pc:sldMk cId="3983828569" sldId="261"/>
            <ac:spMk id="474" creationId="{194190D5-B241-5302-0027-8A7169F06BAF}"/>
          </ac:spMkLst>
        </pc:spChg>
        <pc:spChg chg="del">
          <ac:chgData name="Vanhauwaert, Wim" userId="88f3e010-33d6-4c8b-8703-2e7894de5501" providerId="ADAL" clId="{9A9BF5FF-6414-4914-93A3-694F4A68799E}" dt="2025-08-21T10:14:04.921" v="585" actId="478"/>
          <ac:spMkLst>
            <pc:docMk/>
            <pc:sldMk cId="3983828569" sldId="261"/>
            <ac:spMk id="476" creationId="{318971B7-07A1-4157-1216-9782B0FE6E7E}"/>
          </ac:spMkLst>
        </pc:spChg>
        <pc:spChg chg="mod topLvl">
          <ac:chgData name="Vanhauwaert, Wim" userId="88f3e010-33d6-4c8b-8703-2e7894de5501" providerId="ADAL" clId="{9A9BF5FF-6414-4914-93A3-694F4A68799E}" dt="2025-08-21T10:18:29.538" v="625" actId="207"/>
          <ac:spMkLst>
            <pc:docMk/>
            <pc:sldMk cId="3983828569" sldId="261"/>
            <ac:spMk id="477" creationId="{00E42A17-4EE7-F4E1-3D30-F958D091F1BF}"/>
          </ac:spMkLst>
        </pc:spChg>
        <pc:spChg chg="mod">
          <ac:chgData name="Vanhauwaert, Wim" userId="88f3e010-33d6-4c8b-8703-2e7894de5501" providerId="ADAL" clId="{9A9BF5FF-6414-4914-93A3-694F4A68799E}" dt="2025-08-21T10:15:12.178" v="591" actId="338"/>
          <ac:spMkLst>
            <pc:docMk/>
            <pc:sldMk cId="3983828569" sldId="261"/>
            <ac:spMk id="478" creationId="{CB6F4934-4C64-22D3-CB25-BF303A08A653}"/>
          </ac:spMkLst>
        </pc:spChg>
        <pc:spChg chg="mod topLvl">
          <ac:chgData name="Vanhauwaert, Wim" userId="88f3e010-33d6-4c8b-8703-2e7894de5501" providerId="ADAL" clId="{9A9BF5FF-6414-4914-93A3-694F4A68799E}" dt="2025-08-21T10:14:38.087" v="588" actId="165"/>
          <ac:spMkLst>
            <pc:docMk/>
            <pc:sldMk cId="3983828569" sldId="261"/>
            <ac:spMk id="480" creationId="{6F0D59F9-B938-075C-601A-D3360DBF8253}"/>
          </ac:spMkLst>
        </pc:spChg>
        <pc:spChg chg="mod">
          <ac:chgData name="Vanhauwaert, Wim" userId="88f3e010-33d6-4c8b-8703-2e7894de5501" providerId="ADAL" clId="{9A9BF5FF-6414-4914-93A3-694F4A68799E}" dt="2025-08-21T10:14:48.733" v="589" actId="207"/>
          <ac:spMkLst>
            <pc:docMk/>
            <pc:sldMk cId="3983828569" sldId="261"/>
            <ac:spMk id="482" creationId="{A56CFDEE-2FDD-08FC-A1DC-AAFC7877D12E}"/>
          </ac:spMkLst>
        </pc:spChg>
        <pc:spChg chg="mod">
          <ac:chgData name="Vanhauwaert, Wim" userId="88f3e010-33d6-4c8b-8703-2e7894de5501" providerId="ADAL" clId="{9A9BF5FF-6414-4914-93A3-694F4A68799E}" dt="2025-08-21T10:11:48.818" v="566"/>
          <ac:spMkLst>
            <pc:docMk/>
            <pc:sldMk cId="3983828569" sldId="261"/>
            <ac:spMk id="483" creationId="{362C6672-7765-775B-FEE5-2338DAF882D8}"/>
          </ac:spMkLst>
        </pc:spChg>
        <pc:spChg chg="mod">
          <ac:chgData name="Vanhauwaert, Wim" userId="88f3e010-33d6-4c8b-8703-2e7894de5501" providerId="ADAL" clId="{9A9BF5FF-6414-4914-93A3-694F4A68799E}" dt="2025-08-21T10:11:48.818" v="566"/>
          <ac:spMkLst>
            <pc:docMk/>
            <pc:sldMk cId="3983828569" sldId="261"/>
            <ac:spMk id="484" creationId="{C887AD89-20A3-574D-DDDC-5030CC532E3D}"/>
          </ac:spMkLst>
        </pc:spChg>
        <pc:spChg chg="mod">
          <ac:chgData name="Vanhauwaert, Wim" userId="88f3e010-33d6-4c8b-8703-2e7894de5501" providerId="ADAL" clId="{9A9BF5FF-6414-4914-93A3-694F4A68799E}" dt="2025-08-21T10:11:48.818" v="566"/>
          <ac:spMkLst>
            <pc:docMk/>
            <pc:sldMk cId="3983828569" sldId="261"/>
            <ac:spMk id="485" creationId="{403A47A4-A8D4-36A2-97F4-4F08EC11E61F}"/>
          </ac:spMkLst>
        </pc:spChg>
        <pc:spChg chg="mod">
          <ac:chgData name="Vanhauwaert, Wim" userId="88f3e010-33d6-4c8b-8703-2e7894de5501" providerId="ADAL" clId="{9A9BF5FF-6414-4914-93A3-694F4A68799E}" dt="2025-08-21T10:14:48.733" v="589" actId="207"/>
          <ac:spMkLst>
            <pc:docMk/>
            <pc:sldMk cId="3983828569" sldId="261"/>
            <ac:spMk id="488" creationId="{84D585EE-1B3A-A869-B3F8-EA59455B756A}"/>
          </ac:spMkLst>
        </pc:spChg>
        <pc:spChg chg="mod">
          <ac:chgData name="Vanhauwaert, Wim" userId="88f3e010-33d6-4c8b-8703-2e7894de5501" providerId="ADAL" clId="{9A9BF5FF-6414-4914-93A3-694F4A68799E}" dt="2025-08-21T10:19:05.146" v="626" actId="207"/>
          <ac:spMkLst>
            <pc:docMk/>
            <pc:sldMk cId="3983828569" sldId="261"/>
            <ac:spMk id="489" creationId="{4A652B63-B394-5982-E5A0-9134A1E0C317}"/>
          </ac:spMkLst>
        </pc:spChg>
        <pc:spChg chg="mod">
          <ac:chgData name="Vanhauwaert, Wim" userId="88f3e010-33d6-4c8b-8703-2e7894de5501" providerId="ADAL" clId="{9A9BF5FF-6414-4914-93A3-694F4A68799E}" dt="2025-08-21T10:11:48.818" v="566"/>
          <ac:spMkLst>
            <pc:docMk/>
            <pc:sldMk cId="3983828569" sldId="261"/>
            <ac:spMk id="491" creationId="{AB937A35-AC62-1FBB-8ED0-6A7B9F4C431E}"/>
          </ac:spMkLst>
        </pc:spChg>
        <pc:spChg chg="mod">
          <ac:chgData name="Vanhauwaert, Wim" userId="88f3e010-33d6-4c8b-8703-2e7894de5501" providerId="ADAL" clId="{9A9BF5FF-6414-4914-93A3-694F4A68799E}" dt="2025-08-21T10:11:48.818" v="566"/>
          <ac:spMkLst>
            <pc:docMk/>
            <pc:sldMk cId="3983828569" sldId="261"/>
            <ac:spMk id="493" creationId="{FD2471D2-ACEC-3562-19D1-178ABD61AD08}"/>
          </ac:spMkLst>
        </pc:spChg>
        <pc:spChg chg="mod">
          <ac:chgData name="Vanhauwaert, Wim" userId="88f3e010-33d6-4c8b-8703-2e7894de5501" providerId="ADAL" clId="{9A9BF5FF-6414-4914-93A3-694F4A68799E}" dt="2025-08-21T10:11:48.818" v="566"/>
          <ac:spMkLst>
            <pc:docMk/>
            <pc:sldMk cId="3983828569" sldId="261"/>
            <ac:spMk id="495" creationId="{4789F074-A537-6DDA-B722-9768982BD062}"/>
          </ac:spMkLst>
        </pc:spChg>
        <pc:spChg chg="mod">
          <ac:chgData name="Vanhauwaert, Wim" userId="88f3e010-33d6-4c8b-8703-2e7894de5501" providerId="ADAL" clId="{9A9BF5FF-6414-4914-93A3-694F4A68799E}" dt="2025-08-21T10:17:58.806" v="619" actId="108"/>
          <ac:spMkLst>
            <pc:docMk/>
            <pc:sldMk cId="3983828569" sldId="261"/>
            <ac:spMk id="606" creationId="{17F7CB12-61AB-83D7-ABE8-7DE7962F6E63}"/>
          </ac:spMkLst>
        </pc:spChg>
        <pc:spChg chg="mod">
          <ac:chgData name="Vanhauwaert, Wim" userId="88f3e010-33d6-4c8b-8703-2e7894de5501" providerId="ADAL" clId="{9A9BF5FF-6414-4914-93A3-694F4A68799E}" dt="2025-08-21T10:17:58.806" v="619" actId="108"/>
          <ac:spMkLst>
            <pc:docMk/>
            <pc:sldMk cId="3983828569" sldId="261"/>
            <ac:spMk id="618" creationId="{EE2B1DBC-8A0D-0636-0211-315068DC6633}"/>
          </ac:spMkLst>
        </pc:spChg>
        <pc:spChg chg="mod">
          <ac:chgData name="Vanhauwaert, Wim" userId="88f3e010-33d6-4c8b-8703-2e7894de5501" providerId="ADAL" clId="{9A9BF5FF-6414-4914-93A3-694F4A68799E}" dt="2025-08-21T10:17:58.806" v="619" actId="108"/>
          <ac:spMkLst>
            <pc:docMk/>
            <pc:sldMk cId="3983828569" sldId="261"/>
            <ac:spMk id="622" creationId="{404A824B-F504-6854-C66D-95C14E40B46B}"/>
          </ac:spMkLst>
        </pc:spChg>
        <pc:spChg chg="mod">
          <ac:chgData name="Vanhauwaert, Wim" userId="88f3e010-33d6-4c8b-8703-2e7894de5501" providerId="ADAL" clId="{9A9BF5FF-6414-4914-93A3-694F4A68799E}" dt="2025-08-21T10:17:58.806" v="619" actId="108"/>
          <ac:spMkLst>
            <pc:docMk/>
            <pc:sldMk cId="3983828569" sldId="261"/>
            <ac:spMk id="624" creationId="{74903419-37D9-E0FE-93E0-379481DFAE76}"/>
          </ac:spMkLst>
        </pc:spChg>
        <pc:spChg chg="mod">
          <ac:chgData name="Vanhauwaert, Wim" userId="88f3e010-33d6-4c8b-8703-2e7894de5501" providerId="ADAL" clId="{9A9BF5FF-6414-4914-93A3-694F4A68799E}" dt="2025-08-21T10:17:58.806" v="619" actId="108"/>
          <ac:spMkLst>
            <pc:docMk/>
            <pc:sldMk cId="3983828569" sldId="261"/>
            <ac:spMk id="626" creationId="{4F232F77-AA1E-EF81-97D2-D1957942463C}"/>
          </ac:spMkLst>
        </pc:spChg>
        <pc:spChg chg="mod">
          <ac:chgData name="Vanhauwaert, Wim" userId="88f3e010-33d6-4c8b-8703-2e7894de5501" providerId="ADAL" clId="{9A9BF5FF-6414-4914-93A3-694F4A68799E}" dt="2025-08-21T10:17:58.806" v="619" actId="108"/>
          <ac:spMkLst>
            <pc:docMk/>
            <pc:sldMk cId="3983828569" sldId="261"/>
            <ac:spMk id="627" creationId="{BCBF2C98-9866-B09A-6052-7818D7089928}"/>
          </ac:spMkLst>
        </pc:spChg>
        <pc:spChg chg="mod">
          <ac:chgData name="Vanhauwaert, Wim" userId="88f3e010-33d6-4c8b-8703-2e7894de5501" providerId="ADAL" clId="{9A9BF5FF-6414-4914-93A3-694F4A68799E}" dt="2025-08-21T10:17:58.806" v="619" actId="108"/>
          <ac:spMkLst>
            <pc:docMk/>
            <pc:sldMk cId="3983828569" sldId="261"/>
            <ac:spMk id="628" creationId="{AD8C4D7E-3B25-8717-3A67-811B73CF0981}"/>
          </ac:spMkLst>
        </pc:spChg>
        <pc:spChg chg="mod">
          <ac:chgData name="Vanhauwaert, Wim" userId="88f3e010-33d6-4c8b-8703-2e7894de5501" providerId="ADAL" clId="{9A9BF5FF-6414-4914-93A3-694F4A68799E}" dt="2025-08-21T10:17:58.806" v="619" actId="108"/>
          <ac:spMkLst>
            <pc:docMk/>
            <pc:sldMk cId="3983828569" sldId="261"/>
            <ac:spMk id="629" creationId="{11102B90-F6A9-5DAB-0281-6F2B2BCD336E}"/>
          </ac:spMkLst>
        </pc:spChg>
        <pc:grpChg chg="ord">
          <ac:chgData name="Vanhauwaert, Wim" userId="88f3e010-33d6-4c8b-8703-2e7894de5501" providerId="ADAL" clId="{9A9BF5FF-6414-4914-93A3-694F4A68799E}" dt="2025-08-19T12:23:42.734" v="246" actId="166"/>
          <ac:grpSpMkLst>
            <pc:docMk/>
            <pc:sldMk cId="3983828569" sldId="261"/>
            <ac:grpSpMk id="5" creationId="{3804B0EE-5251-0538-3985-8BCD3F4022B5}"/>
          </ac:grpSpMkLst>
        </pc:grpChg>
        <pc:grpChg chg="ord">
          <ac:chgData name="Vanhauwaert, Wim" userId="88f3e010-33d6-4c8b-8703-2e7894de5501" providerId="ADAL" clId="{9A9BF5FF-6414-4914-93A3-694F4A68799E}" dt="2025-08-21T10:10:22.005" v="548" actId="167"/>
          <ac:grpSpMkLst>
            <pc:docMk/>
            <pc:sldMk cId="3983828569" sldId="261"/>
            <ac:grpSpMk id="8" creationId="{E43A3779-9388-5AB0-AE7A-33F710FB2B1C}"/>
          </ac:grpSpMkLst>
        </pc:grpChg>
        <pc:grpChg chg="mod">
          <ac:chgData name="Vanhauwaert, Wim" userId="88f3e010-33d6-4c8b-8703-2e7894de5501" providerId="ADAL" clId="{9A9BF5FF-6414-4914-93A3-694F4A68799E}" dt="2025-08-21T10:15:03.971" v="590" actId="338"/>
          <ac:grpSpMkLst>
            <pc:docMk/>
            <pc:sldMk cId="3983828569" sldId="261"/>
            <ac:grpSpMk id="36" creationId="{AC5E6117-008B-B02E-0DFC-F36760FE0A4D}"/>
          </ac:grpSpMkLst>
        </pc:grpChg>
        <pc:grpChg chg="ord">
          <ac:chgData name="Vanhauwaert, Wim" userId="88f3e010-33d6-4c8b-8703-2e7894de5501" providerId="ADAL" clId="{9A9BF5FF-6414-4914-93A3-694F4A68799E}" dt="2025-08-21T10:11:50.433" v="567" actId="167"/>
          <ac:grpSpMkLst>
            <pc:docMk/>
            <pc:sldMk cId="3983828569" sldId="261"/>
            <ac:grpSpMk id="475" creationId="{46945F03-5CDD-C0F0-CB94-BED02F661987}"/>
          </ac:grpSpMkLst>
        </pc:grpChg>
        <pc:grpChg chg="mod">
          <ac:chgData name="Vanhauwaert, Wim" userId="88f3e010-33d6-4c8b-8703-2e7894de5501" providerId="ADAL" clId="{9A9BF5FF-6414-4914-93A3-694F4A68799E}" dt="2025-08-21T10:15:03.971" v="590" actId="338"/>
          <ac:grpSpMkLst>
            <pc:docMk/>
            <pc:sldMk cId="3983828569" sldId="261"/>
            <ac:grpSpMk id="497" creationId="{A4C27C41-AC17-7DD6-455C-54F8176C76F9}"/>
          </ac:grpSpMkLst>
        </pc:grpChg>
        <pc:grpChg chg="add mod">
          <ac:chgData name="Vanhauwaert, Wim" userId="88f3e010-33d6-4c8b-8703-2e7894de5501" providerId="ADAL" clId="{9A9BF5FF-6414-4914-93A3-694F4A68799E}" dt="2025-08-21T10:15:03.971" v="590" actId="338"/>
          <ac:grpSpMkLst>
            <pc:docMk/>
            <pc:sldMk cId="3983828569" sldId="261"/>
            <ac:grpSpMk id="498" creationId="{40BE0BE6-4784-7160-7E9F-275DBD25D6A4}"/>
          </ac:grpSpMkLst>
        </pc:grpChg>
        <pc:grpChg chg="mod">
          <ac:chgData name="Vanhauwaert, Wim" userId="88f3e010-33d6-4c8b-8703-2e7894de5501" providerId="ADAL" clId="{9A9BF5FF-6414-4914-93A3-694F4A68799E}" dt="2025-08-21T10:15:51.241" v="604" actId="164"/>
          <ac:grpSpMkLst>
            <pc:docMk/>
            <pc:sldMk cId="3983828569" sldId="261"/>
            <ac:grpSpMk id="499" creationId="{07E172ED-767F-6B1A-D9AB-9CE696D1B5C7}"/>
          </ac:grpSpMkLst>
        </pc:grpChg>
        <pc:grpChg chg="mod">
          <ac:chgData name="Vanhauwaert, Wim" userId="88f3e010-33d6-4c8b-8703-2e7894de5501" providerId="ADAL" clId="{9A9BF5FF-6414-4914-93A3-694F4A68799E}" dt="2025-08-21T10:15:51.241" v="604" actId="164"/>
          <ac:grpSpMkLst>
            <pc:docMk/>
            <pc:sldMk cId="3983828569" sldId="261"/>
            <ac:grpSpMk id="500" creationId="{106B5016-2C6C-1E8F-DA50-58C46FEC1D5A}"/>
          </ac:grpSpMkLst>
        </pc:grpChg>
        <pc:grpChg chg="mod">
          <ac:chgData name="Vanhauwaert, Wim" userId="88f3e010-33d6-4c8b-8703-2e7894de5501" providerId="ADAL" clId="{9A9BF5FF-6414-4914-93A3-694F4A68799E}" dt="2025-08-21T10:15:54.889" v="605" actId="164"/>
          <ac:grpSpMkLst>
            <pc:docMk/>
            <pc:sldMk cId="3983828569" sldId="261"/>
            <ac:grpSpMk id="501" creationId="{D10CD1D2-2CDD-CB82-F3F9-A956E6400202}"/>
          </ac:grpSpMkLst>
        </pc:grpChg>
        <pc:grpChg chg="mod">
          <ac:chgData name="Vanhauwaert, Wim" userId="88f3e010-33d6-4c8b-8703-2e7894de5501" providerId="ADAL" clId="{9A9BF5FF-6414-4914-93A3-694F4A68799E}" dt="2025-08-21T10:15:54.889" v="605" actId="164"/>
          <ac:grpSpMkLst>
            <pc:docMk/>
            <pc:sldMk cId="3983828569" sldId="261"/>
            <ac:grpSpMk id="502" creationId="{1E008895-20C1-0C86-62C1-4C17127B9A76}"/>
          </ac:grpSpMkLst>
        </pc:grpChg>
        <pc:grpChg chg="mod">
          <ac:chgData name="Vanhauwaert, Wim" userId="88f3e010-33d6-4c8b-8703-2e7894de5501" providerId="ADAL" clId="{9A9BF5FF-6414-4914-93A3-694F4A68799E}" dt="2025-08-21T10:15:57.746" v="606" actId="164"/>
          <ac:grpSpMkLst>
            <pc:docMk/>
            <pc:sldMk cId="3983828569" sldId="261"/>
            <ac:grpSpMk id="503" creationId="{98D8C3CF-1999-D64F-C5BD-94BB0C437836}"/>
          </ac:grpSpMkLst>
        </pc:grpChg>
        <pc:grpChg chg="mod">
          <ac:chgData name="Vanhauwaert, Wim" userId="88f3e010-33d6-4c8b-8703-2e7894de5501" providerId="ADAL" clId="{9A9BF5FF-6414-4914-93A3-694F4A68799E}" dt="2025-08-21T10:15:57.746" v="606" actId="164"/>
          <ac:grpSpMkLst>
            <pc:docMk/>
            <pc:sldMk cId="3983828569" sldId="261"/>
            <ac:grpSpMk id="504" creationId="{651DEBF5-1078-7DFF-D9DE-56D8976AF30B}"/>
          </ac:grpSpMkLst>
        </pc:grpChg>
        <pc:grpChg chg="mod">
          <ac:chgData name="Vanhauwaert, Wim" userId="88f3e010-33d6-4c8b-8703-2e7894de5501" providerId="ADAL" clId="{9A9BF5FF-6414-4914-93A3-694F4A68799E}" dt="2025-08-21T10:16:03.483" v="607" actId="164"/>
          <ac:grpSpMkLst>
            <pc:docMk/>
            <pc:sldMk cId="3983828569" sldId="261"/>
            <ac:grpSpMk id="505" creationId="{69BBC4B5-363F-50D3-A1C6-59D3346E3F65}"/>
          </ac:grpSpMkLst>
        </pc:grpChg>
        <pc:grpChg chg="mod">
          <ac:chgData name="Vanhauwaert, Wim" userId="88f3e010-33d6-4c8b-8703-2e7894de5501" providerId="ADAL" clId="{9A9BF5FF-6414-4914-93A3-694F4A68799E}" dt="2025-08-21T10:16:03.483" v="607" actId="164"/>
          <ac:grpSpMkLst>
            <pc:docMk/>
            <pc:sldMk cId="3983828569" sldId="261"/>
            <ac:grpSpMk id="506" creationId="{AB5B09AE-41C2-070E-1523-C9173C9CE6CC}"/>
          </ac:grpSpMkLst>
        </pc:grpChg>
        <pc:grpChg chg="add mod">
          <ac:chgData name="Vanhauwaert, Wim" userId="88f3e010-33d6-4c8b-8703-2e7894de5501" providerId="ADAL" clId="{9A9BF5FF-6414-4914-93A3-694F4A68799E}" dt="2025-08-21T10:15:51.241" v="604" actId="164"/>
          <ac:grpSpMkLst>
            <pc:docMk/>
            <pc:sldMk cId="3983828569" sldId="261"/>
            <ac:grpSpMk id="507" creationId="{FE5F0306-00F3-7310-FFB2-E4E5E2764861}"/>
          </ac:grpSpMkLst>
        </pc:grpChg>
        <pc:grpChg chg="add mod">
          <ac:chgData name="Vanhauwaert, Wim" userId="88f3e010-33d6-4c8b-8703-2e7894de5501" providerId="ADAL" clId="{9A9BF5FF-6414-4914-93A3-694F4A68799E}" dt="2025-08-21T10:15:54.889" v="605" actId="164"/>
          <ac:grpSpMkLst>
            <pc:docMk/>
            <pc:sldMk cId="3983828569" sldId="261"/>
            <ac:grpSpMk id="508" creationId="{5FB8F1F8-6D74-1944-349A-E5703A5D4AA7}"/>
          </ac:grpSpMkLst>
        </pc:grpChg>
        <pc:grpChg chg="add mod">
          <ac:chgData name="Vanhauwaert, Wim" userId="88f3e010-33d6-4c8b-8703-2e7894de5501" providerId="ADAL" clId="{9A9BF5FF-6414-4914-93A3-694F4A68799E}" dt="2025-08-21T10:15:57.746" v="606" actId="164"/>
          <ac:grpSpMkLst>
            <pc:docMk/>
            <pc:sldMk cId="3983828569" sldId="261"/>
            <ac:grpSpMk id="509" creationId="{97F3DB6D-82E2-7260-FEF3-282138423782}"/>
          </ac:grpSpMkLst>
        </pc:grpChg>
        <pc:grpChg chg="add mod">
          <ac:chgData name="Vanhauwaert, Wim" userId="88f3e010-33d6-4c8b-8703-2e7894de5501" providerId="ADAL" clId="{9A9BF5FF-6414-4914-93A3-694F4A68799E}" dt="2025-08-21T10:16:03.483" v="607" actId="164"/>
          <ac:grpSpMkLst>
            <pc:docMk/>
            <pc:sldMk cId="3983828569" sldId="261"/>
            <ac:grpSpMk id="510" creationId="{A4B528B3-6FD7-76E2-BF91-E611A8CE187D}"/>
          </ac:grpSpMkLst>
        </pc:grpChg>
        <pc:picChg chg="add mod">
          <ac:chgData name="Vanhauwaert, Wim" userId="88f3e010-33d6-4c8b-8703-2e7894de5501" providerId="ADAL" clId="{9A9BF5FF-6414-4914-93A3-694F4A68799E}" dt="2025-08-21T10:10:12.343" v="546"/>
          <ac:picMkLst>
            <pc:docMk/>
            <pc:sldMk cId="3983828569" sldId="261"/>
            <ac:picMk id="7" creationId="{40B3E162-2FF4-A4B6-492B-6E999CE1136E}"/>
          </ac:picMkLst>
        </pc:picChg>
        <pc:cxnChg chg="del">
          <ac:chgData name="Vanhauwaert, Wim" userId="88f3e010-33d6-4c8b-8703-2e7894de5501" providerId="ADAL" clId="{9A9BF5FF-6414-4914-93A3-694F4A68799E}" dt="2025-08-21T10:13:22.678" v="574" actId="478"/>
          <ac:cxnSpMkLst>
            <pc:docMk/>
            <pc:sldMk cId="3983828569" sldId="261"/>
            <ac:cxnSpMk id="9" creationId="{5F28F3B0-F4E7-50B7-2A05-FAB0E0A6851B}"/>
          </ac:cxnSpMkLst>
        </pc:cxnChg>
        <pc:cxnChg chg="del">
          <ac:chgData name="Vanhauwaert, Wim" userId="88f3e010-33d6-4c8b-8703-2e7894de5501" providerId="ADAL" clId="{9A9BF5FF-6414-4914-93A3-694F4A68799E}" dt="2025-08-21T10:13:11.697" v="569" actId="478"/>
          <ac:cxnSpMkLst>
            <pc:docMk/>
            <pc:sldMk cId="3983828569" sldId="261"/>
            <ac:cxnSpMk id="12" creationId="{18B94A12-7BBC-9F14-2FEB-D69ABAB7021A}"/>
          </ac:cxnSpMkLst>
        </pc:cxnChg>
        <pc:cxnChg chg="del">
          <ac:chgData name="Vanhauwaert, Wim" userId="88f3e010-33d6-4c8b-8703-2e7894de5501" providerId="ADAL" clId="{9A9BF5FF-6414-4914-93A3-694F4A68799E}" dt="2025-08-21T10:13:24.805" v="575" actId="478"/>
          <ac:cxnSpMkLst>
            <pc:docMk/>
            <pc:sldMk cId="3983828569" sldId="261"/>
            <ac:cxnSpMk id="27" creationId="{92849AD9-6F3A-CB9F-D26F-FD060E1FDB7E}"/>
          </ac:cxnSpMkLst>
        </pc:cxnChg>
        <pc:cxnChg chg="del">
          <ac:chgData name="Vanhauwaert, Wim" userId="88f3e010-33d6-4c8b-8703-2e7894de5501" providerId="ADAL" clId="{9A9BF5FF-6414-4914-93A3-694F4A68799E}" dt="2025-08-21T10:13:32.997" v="578" actId="478"/>
          <ac:cxnSpMkLst>
            <pc:docMk/>
            <pc:sldMk cId="3983828569" sldId="261"/>
            <ac:cxnSpMk id="28" creationId="{1C5A5667-CF03-A8FA-2DAE-3CAD2E48CE57}"/>
          </ac:cxnSpMkLst>
        </pc:cxnChg>
        <pc:cxnChg chg="del">
          <ac:chgData name="Vanhauwaert, Wim" userId="88f3e010-33d6-4c8b-8703-2e7894de5501" providerId="ADAL" clId="{9A9BF5FF-6414-4914-93A3-694F4A68799E}" dt="2025-08-21T10:14:02.071" v="584" actId="478"/>
          <ac:cxnSpMkLst>
            <pc:docMk/>
            <pc:sldMk cId="3983828569" sldId="261"/>
            <ac:cxnSpMk id="42" creationId="{0BBD8489-A4FD-CDB7-5189-4EE110249C5E}"/>
          </ac:cxnSpMkLst>
        </pc:cxnChg>
        <pc:cxnChg chg="del">
          <ac:chgData name="Vanhauwaert, Wim" userId="88f3e010-33d6-4c8b-8703-2e7894de5501" providerId="ADAL" clId="{9A9BF5FF-6414-4914-93A3-694F4A68799E}" dt="2025-08-21T10:13:44.304" v="580" actId="478"/>
          <ac:cxnSpMkLst>
            <pc:docMk/>
            <pc:sldMk cId="3983828569" sldId="261"/>
            <ac:cxnSpMk id="46" creationId="{A175C0BB-ACD0-B1AC-7B08-CF47FEFBF77F}"/>
          </ac:cxnSpMkLst>
        </pc:cxnChg>
        <pc:cxnChg chg="del">
          <ac:chgData name="Vanhauwaert, Wim" userId="88f3e010-33d6-4c8b-8703-2e7894de5501" providerId="ADAL" clId="{9A9BF5FF-6414-4914-93A3-694F4A68799E}" dt="2025-08-21T10:13:35.428" v="579" actId="478"/>
          <ac:cxnSpMkLst>
            <pc:docMk/>
            <pc:sldMk cId="3983828569" sldId="261"/>
            <ac:cxnSpMk id="47" creationId="{5EB43523-C289-0793-07FC-CE7C645B5B69}"/>
          </ac:cxnSpMkLst>
        </pc:cxnChg>
        <pc:cxnChg chg="del">
          <ac:chgData name="Vanhauwaert, Wim" userId="88f3e010-33d6-4c8b-8703-2e7894de5501" providerId="ADAL" clId="{9A9BF5FF-6414-4914-93A3-694F4A68799E}" dt="2025-08-21T10:13:16.651" v="571" actId="478"/>
          <ac:cxnSpMkLst>
            <pc:docMk/>
            <pc:sldMk cId="3983828569" sldId="261"/>
            <ac:cxnSpMk id="52" creationId="{20EA6E39-BE48-4DAB-2018-FD34501369EE}"/>
          </ac:cxnSpMkLst>
        </pc:cxnChg>
        <pc:cxnChg chg="del">
          <ac:chgData name="Vanhauwaert, Wim" userId="88f3e010-33d6-4c8b-8703-2e7894de5501" providerId="ADAL" clId="{9A9BF5FF-6414-4914-93A3-694F4A68799E}" dt="2025-08-21T10:13:59.638" v="583" actId="478"/>
          <ac:cxnSpMkLst>
            <pc:docMk/>
            <pc:sldMk cId="3983828569" sldId="261"/>
            <ac:cxnSpMk id="459" creationId="{6BA181C1-5931-90B3-7C5D-CA4681B795F5}"/>
          </ac:cxnSpMkLst>
        </pc:cxnChg>
        <pc:cxnChg chg="del">
          <ac:chgData name="Vanhauwaert, Wim" userId="88f3e010-33d6-4c8b-8703-2e7894de5501" providerId="ADAL" clId="{9A9BF5FF-6414-4914-93A3-694F4A68799E}" dt="2025-08-21T10:14:07.763" v="586" actId="478"/>
          <ac:cxnSpMkLst>
            <pc:docMk/>
            <pc:sldMk cId="3983828569" sldId="261"/>
            <ac:cxnSpMk id="462" creationId="{83DE4DA7-C75C-C7D9-E405-E2D1F16E92C1}"/>
          </ac:cxnSpMkLst>
        </pc:cxnChg>
      </pc:sldChg>
      <pc:sldChg chg="add del">
        <pc:chgData name="Vanhauwaert, Wim" userId="88f3e010-33d6-4c8b-8703-2e7894de5501" providerId="ADAL" clId="{9A9BF5FF-6414-4914-93A3-694F4A68799E}" dt="2025-08-19T12:26:34.166" v="270"/>
        <pc:sldMkLst>
          <pc:docMk/>
          <pc:sldMk cId="862168486" sldId="262"/>
        </pc:sldMkLst>
      </pc:sldChg>
      <pc:sldChg chg="addSp delSp modSp add mod delAnim modAnim modShow">
        <pc:chgData name="Vanhauwaert, Wim" userId="88f3e010-33d6-4c8b-8703-2e7894de5501" providerId="ADAL" clId="{9A9BF5FF-6414-4914-93A3-694F4A68799E}" dt="2025-08-21T10:20:42.398" v="642"/>
        <pc:sldMkLst>
          <pc:docMk/>
          <pc:sldMk cId="1111310841" sldId="262"/>
        </pc:sldMkLst>
        <pc:spChg chg="mod">
          <ac:chgData name="Vanhauwaert, Wim" userId="88f3e010-33d6-4c8b-8703-2e7894de5501" providerId="ADAL" clId="{9A9BF5FF-6414-4914-93A3-694F4A68799E}" dt="2025-08-21T10:10:56.921" v="551"/>
          <ac:spMkLst>
            <pc:docMk/>
            <pc:sldMk cId="1111310841" sldId="262"/>
            <ac:spMk id="11" creationId="{66A8274B-45F5-D7F9-1DC5-D4B68A703CCD}"/>
          </ac:spMkLst>
        </pc:spChg>
        <pc:spChg chg="mod">
          <ac:chgData name="Vanhauwaert, Wim" userId="88f3e010-33d6-4c8b-8703-2e7894de5501" providerId="ADAL" clId="{9A9BF5FF-6414-4914-93A3-694F4A68799E}" dt="2025-08-21T10:10:56.921" v="551"/>
          <ac:spMkLst>
            <pc:docMk/>
            <pc:sldMk cId="1111310841" sldId="262"/>
            <ac:spMk id="12" creationId="{8F20A0AE-9413-F8A2-F752-9882542C95F4}"/>
          </ac:spMkLst>
        </pc:spChg>
        <pc:spChg chg="mod">
          <ac:chgData name="Vanhauwaert, Wim" userId="88f3e010-33d6-4c8b-8703-2e7894de5501" providerId="ADAL" clId="{9A9BF5FF-6414-4914-93A3-694F4A68799E}" dt="2025-08-21T10:10:56.921" v="551"/>
          <ac:spMkLst>
            <pc:docMk/>
            <pc:sldMk cId="1111310841" sldId="262"/>
            <ac:spMk id="13" creationId="{F71EA427-76EE-16E2-E172-8DB009599886}"/>
          </ac:spMkLst>
        </pc:spChg>
        <pc:spChg chg="mod">
          <ac:chgData name="Vanhauwaert, Wim" userId="88f3e010-33d6-4c8b-8703-2e7894de5501" providerId="ADAL" clId="{9A9BF5FF-6414-4914-93A3-694F4A68799E}" dt="2025-08-20T08:08:24.773" v="531"/>
          <ac:spMkLst>
            <pc:docMk/>
            <pc:sldMk cId="1111310841" sldId="262"/>
            <ac:spMk id="14" creationId="{E2F88B12-D4B3-2E42-CDCF-508B526444DC}"/>
          </ac:spMkLst>
        </pc:spChg>
        <pc:spChg chg="mod">
          <ac:chgData name="Vanhauwaert, Wim" userId="88f3e010-33d6-4c8b-8703-2e7894de5501" providerId="ADAL" clId="{9A9BF5FF-6414-4914-93A3-694F4A68799E}" dt="2025-08-20T08:08:24.773" v="531"/>
          <ac:spMkLst>
            <pc:docMk/>
            <pc:sldMk cId="1111310841" sldId="262"/>
            <ac:spMk id="16" creationId="{744D08EE-6C5D-5689-A961-7166EBF7D2D4}"/>
          </ac:spMkLst>
        </pc:spChg>
        <pc:spChg chg="mod">
          <ac:chgData name="Vanhauwaert, Wim" userId="88f3e010-33d6-4c8b-8703-2e7894de5501" providerId="ADAL" clId="{9A9BF5FF-6414-4914-93A3-694F4A68799E}" dt="2025-08-20T08:08:24.773" v="531"/>
          <ac:spMkLst>
            <pc:docMk/>
            <pc:sldMk cId="1111310841" sldId="262"/>
            <ac:spMk id="19" creationId="{1BE13163-93F3-3E28-02B1-6D73CFBF2B9A}"/>
          </ac:spMkLst>
        </pc:spChg>
        <pc:spChg chg="mod">
          <ac:chgData name="Vanhauwaert, Wim" userId="88f3e010-33d6-4c8b-8703-2e7894de5501" providerId="ADAL" clId="{9A9BF5FF-6414-4914-93A3-694F4A68799E}" dt="2025-08-20T08:08:24.773" v="531"/>
          <ac:spMkLst>
            <pc:docMk/>
            <pc:sldMk cId="1111310841" sldId="262"/>
            <ac:spMk id="21" creationId="{F1D071D7-861A-C6AE-C033-063909C28450}"/>
          </ac:spMkLst>
        </pc:spChg>
        <pc:spChg chg="mod">
          <ac:chgData name="Vanhauwaert, Wim" userId="88f3e010-33d6-4c8b-8703-2e7894de5501" providerId="ADAL" clId="{9A9BF5FF-6414-4914-93A3-694F4A68799E}" dt="2025-08-20T08:08:24.773" v="531"/>
          <ac:spMkLst>
            <pc:docMk/>
            <pc:sldMk cId="1111310841" sldId="262"/>
            <ac:spMk id="23" creationId="{C28ED93E-015C-7F24-5639-92351D58C660}"/>
          </ac:spMkLst>
        </pc:spChg>
        <pc:spChg chg="mod">
          <ac:chgData name="Vanhauwaert, Wim" userId="88f3e010-33d6-4c8b-8703-2e7894de5501" providerId="ADAL" clId="{9A9BF5FF-6414-4914-93A3-694F4A68799E}" dt="2025-08-20T08:08:24.773" v="531"/>
          <ac:spMkLst>
            <pc:docMk/>
            <pc:sldMk cId="1111310841" sldId="262"/>
            <ac:spMk id="24" creationId="{A5176E5B-1A68-433E-855C-7D31A79BFDA7}"/>
          </ac:spMkLst>
        </pc:spChg>
        <pc:spChg chg="mod">
          <ac:chgData name="Vanhauwaert, Wim" userId="88f3e010-33d6-4c8b-8703-2e7894de5501" providerId="ADAL" clId="{9A9BF5FF-6414-4914-93A3-694F4A68799E}" dt="2025-08-20T08:08:24.773" v="531"/>
          <ac:spMkLst>
            <pc:docMk/>
            <pc:sldMk cId="1111310841" sldId="262"/>
            <ac:spMk id="25" creationId="{275A3268-F075-757E-C603-C097E4685EF1}"/>
          </ac:spMkLst>
        </pc:spChg>
        <pc:spChg chg="mod">
          <ac:chgData name="Vanhauwaert, Wim" userId="88f3e010-33d6-4c8b-8703-2e7894de5501" providerId="ADAL" clId="{9A9BF5FF-6414-4914-93A3-694F4A68799E}" dt="2025-08-20T08:08:24.773" v="531"/>
          <ac:spMkLst>
            <pc:docMk/>
            <pc:sldMk cId="1111310841" sldId="262"/>
            <ac:spMk id="26" creationId="{0B707321-6132-8EA7-1EF0-CE9759E3D33B}"/>
          </ac:spMkLst>
        </pc:spChg>
        <pc:spChg chg="mod">
          <ac:chgData name="Vanhauwaert, Wim" userId="88f3e010-33d6-4c8b-8703-2e7894de5501" providerId="ADAL" clId="{9A9BF5FF-6414-4914-93A3-694F4A68799E}" dt="2025-08-20T08:08:24.773" v="531"/>
          <ac:spMkLst>
            <pc:docMk/>
            <pc:sldMk cId="1111310841" sldId="262"/>
            <ac:spMk id="28" creationId="{B9BD4B0B-C9C7-4B8E-691F-6FE97F91923C}"/>
          </ac:spMkLst>
        </pc:spChg>
        <pc:spChg chg="mod">
          <ac:chgData name="Vanhauwaert, Wim" userId="88f3e010-33d6-4c8b-8703-2e7894de5501" providerId="ADAL" clId="{9A9BF5FF-6414-4914-93A3-694F4A68799E}" dt="2025-08-20T08:08:24.773" v="531"/>
          <ac:spMkLst>
            <pc:docMk/>
            <pc:sldMk cId="1111310841" sldId="262"/>
            <ac:spMk id="29" creationId="{B8011E30-DEB7-FD22-3C58-2FF1F7CDFBD0}"/>
          </ac:spMkLst>
        </pc:spChg>
        <pc:spChg chg="mod">
          <ac:chgData name="Vanhauwaert, Wim" userId="88f3e010-33d6-4c8b-8703-2e7894de5501" providerId="ADAL" clId="{9A9BF5FF-6414-4914-93A3-694F4A68799E}" dt="2025-08-21T10:10:56.921" v="551"/>
          <ac:spMkLst>
            <pc:docMk/>
            <pc:sldMk cId="1111310841" sldId="262"/>
            <ac:spMk id="33" creationId="{610E6248-548B-06F9-4D85-B850BAB35091}"/>
          </ac:spMkLst>
        </pc:spChg>
        <pc:spChg chg="mod">
          <ac:chgData name="Vanhauwaert, Wim" userId="88f3e010-33d6-4c8b-8703-2e7894de5501" providerId="ADAL" clId="{9A9BF5FF-6414-4914-93A3-694F4A68799E}" dt="2025-08-21T10:10:56.921" v="551"/>
          <ac:spMkLst>
            <pc:docMk/>
            <pc:sldMk cId="1111310841" sldId="262"/>
            <ac:spMk id="34" creationId="{7CAEE9AA-51C8-9A51-2870-AB595CE2C06C}"/>
          </ac:spMkLst>
        </pc:spChg>
        <pc:spChg chg="mod">
          <ac:chgData name="Vanhauwaert, Wim" userId="88f3e010-33d6-4c8b-8703-2e7894de5501" providerId="ADAL" clId="{9A9BF5FF-6414-4914-93A3-694F4A68799E}" dt="2025-08-21T10:10:56.921" v="551"/>
          <ac:spMkLst>
            <pc:docMk/>
            <pc:sldMk cId="1111310841" sldId="262"/>
            <ac:spMk id="37" creationId="{FF7BFED3-8CB2-8066-0396-E390B9453804}"/>
          </ac:spMkLst>
        </pc:spChg>
        <pc:spChg chg="mod">
          <ac:chgData name="Vanhauwaert, Wim" userId="88f3e010-33d6-4c8b-8703-2e7894de5501" providerId="ADAL" clId="{9A9BF5FF-6414-4914-93A3-694F4A68799E}" dt="2025-08-21T10:10:56.921" v="551"/>
          <ac:spMkLst>
            <pc:docMk/>
            <pc:sldMk cId="1111310841" sldId="262"/>
            <ac:spMk id="38" creationId="{B0EAE359-C1EF-9EF9-C0D5-E3544A700C80}"/>
          </ac:spMkLst>
        </pc:spChg>
        <pc:spChg chg="mod">
          <ac:chgData name="Vanhauwaert, Wim" userId="88f3e010-33d6-4c8b-8703-2e7894de5501" providerId="ADAL" clId="{9A9BF5FF-6414-4914-93A3-694F4A68799E}" dt="2025-08-21T10:10:56.921" v="551"/>
          <ac:spMkLst>
            <pc:docMk/>
            <pc:sldMk cId="1111310841" sldId="262"/>
            <ac:spMk id="39" creationId="{4A89C7FC-A551-D972-78D5-99378BCA9065}"/>
          </ac:spMkLst>
        </pc:spChg>
        <pc:spChg chg="mod">
          <ac:chgData name="Vanhauwaert, Wim" userId="88f3e010-33d6-4c8b-8703-2e7894de5501" providerId="ADAL" clId="{9A9BF5FF-6414-4914-93A3-694F4A68799E}" dt="2025-08-21T10:10:56.921" v="551"/>
          <ac:spMkLst>
            <pc:docMk/>
            <pc:sldMk cId="1111310841" sldId="262"/>
            <ac:spMk id="40" creationId="{A1A6CF61-E16B-61E2-B2E4-A8C8B49469B7}"/>
          </ac:spMkLst>
        </pc:spChg>
        <pc:spChg chg="mod">
          <ac:chgData name="Vanhauwaert, Wim" userId="88f3e010-33d6-4c8b-8703-2e7894de5501" providerId="ADAL" clId="{9A9BF5FF-6414-4914-93A3-694F4A68799E}" dt="2025-08-21T10:10:56.921" v="551"/>
          <ac:spMkLst>
            <pc:docMk/>
            <pc:sldMk cId="1111310841" sldId="262"/>
            <ac:spMk id="41" creationId="{180E7E8D-0B68-DCAB-2923-88000D44538B}"/>
          </ac:spMkLst>
        </pc:spChg>
        <pc:spChg chg="mod">
          <ac:chgData name="Vanhauwaert, Wim" userId="88f3e010-33d6-4c8b-8703-2e7894de5501" providerId="ADAL" clId="{9A9BF5FF-6414-4914-93A3-694F4A68799E}" dt="2025-08-21T10:11:09.787" v="555"/>
          <ac:spMkLst>
            <pc:docMk/>
            <pc:sldMk cId="1111310841" sldId="262"/>
            <ac:spMk id="44" creationId="{603B461E-84D8-02CE-C8E4-8C008C462E09}"/>
          </ac:spMkLst>
        </pc:spChg>
        <pc:spChg chg="mod">
          <ac:chgData name="Vanhauwaert, Wim" userId="88f3e010-33d6-4c8b-8703-2e7894de5501" providerId="ADAL" clId="{9A9BF5FF-6414-4914-93A3-694F4A68799E}" dt="2025-08-21T10:11:09.787" v="555"/>
          <ac:spMkLst>
            <pc:docMk/>
            <pc:sldMk cId="1111310841" sldId="262"/>
            <ac:spMk id="45" creationId="{FDE1AA32-157B-9DBC-2E3A-7D91590FBE95}"/>
          </ac:spMkLst>
        </pc:spChg>
        <pc:spChg chg="mod">
          <ac:chgData name="Vanhauwaert, Wim" userId="88f3e010-33d6-4c8b-8703-2e7894de5501" providerId="ADAL" clId="{9A9BF5FF-6414-4914-93A3-694F4A68799E}" dt="2025-08-21T10:11:09.787" v="555"/>
          <ac:spMkLst>
            <pc:docMk/>
            <pc:sldMk cId="1111310841" sldId="262"/>
            <ac:spMk id="47" creationId="{189C5906-963B-7BB3-9F02-C787FEA35566}"/>
          </ac:spMkLst>
        </pc:spChg>
        <pc:spChg chg="mod">
          <ac:chgData name="Vanhauwaert, Wim" userId="88f3e010-33d6-4c8b-8703-2e7894de5501" providerId="ADAL" clId="{9A9BF5FF-6414-4914-93A3-694F4A68799E}" dt="2025-08-21T10:11:09.787" v="555"/>
          <ac:spMkLst>
            <pc:docMk/>
            <pc:sldMk cId="1111310841" sldId="262"/>
            <ac:spMk id="48" creationId="{D67470F6-AFA3-ACA0-5426-8ABBBF44895C}"/>
          </ac:spMkLst>
        </pc:spChg>
        <pc:spChg chg="mod">
          <ac:chgData name="Vanhauwaert, Wim" userId="88f3e010-33d6-4c8b-8703-2e7894de5501" providerId="ADAL" clId="{9A9BF5FF-6414-4914-93A3-694F4A68799E}" dt="2025-08-21T10:11:09.787" v="555"/>
          <ac:spMkLst>
            <pc:docMk/>
            <pc:sldMk cId="1111310841" sldId="262"/>
            <ac:spMk id="49" creationId="{93A9CF45-2540-6354-D610-0EAFE6F6051A}"/>
          </ac:spMkLst>
        </pc:spChg>
        <pc:spChg chg="mod">
          <ac:chgData name="Vanhauwaert, Wim" userId="88f3e010-33d6-4c8b-8703-2e7894de5501" providerId="ADAL" clId="{9A9BF5FF-6414-4914-93A3-694F4A68799E}" dt="2025-08-21T10:11:09.787" v="555"/>
          <ac:spMkLst>
            <pc:docMk/>
            <pc:sldMk cId="1111310841" sldId="262"/>
            <ac:spMk id="50" creationId="{8DC5325E-84FB-E73D-7089-9417AD11CF18}"/>
          </ac:spMkLst>
        </pc:spChg>
        <pc:spChg chg="mod">
          <ac:chgData name="Vanhauwaert, Wim" userId="88f3e010-33d6-4c8b-8703-2e7894de5501" providerId="ADAL" clId="{9A9BF5FF-6414-4914-93A3-694F4A68799E}" dt="2025-08-21T10:11:09.787" v="555"/>
          <ac:spMkLst>
            <pc:docMk/>
            <pc:sldMk cId="1111310841" sldId="262"/>
            <ac:spMk id="52" creationId="{9F65A535-B014-E269-5102-B979E88AE823}"/>
          </ac:spMkLst>
        </pc:spChg>
        <pc:spChg chg="mod">
          <ac:chgData name="Vanhauwaert, Wim" userId="88f3e010-33d6-4c8b-8703-2e7894de5501" providerId="ADAL" clId="{9A9BF5FF-6414-4914-93A3-694F4A68799E}" dt="2025-08-21T10:11:09.787" v="555"/>
          <ac:spMkLst>
            <pc:docMk/>
            <pc:sldMk cId="1111310841" sldId="262"/>
            <ac:spMk id="55" creationId="{A69FDE3D-1FBD-11B5-48C1-456543B04ADD}"/>
          </ac:spMkLst>
        </pc:spChg>
        <pc:spChg chg="mod">
          <ac:chgData name="Vanhauwaert, Wim" userId="88f3e010-33d6-4c8b-8703-2e7894de5501" providerId="ADAL" clId="{9A9BF5FF-6414-4914-93A3-694F4A68799E}" dt="2025-08-21T10:11:09.787" v="555"/>
          <ac:spMkLst>
            <pc:docMk/>
            <pc:sldMk cId="1111310841" sldId="262"/>
            <ac:spMk id="57" creationId="{669564D7-ACBE-6EA5-0FCE-E600909B03E4}"/>
          </ac:spMkLst>
        </pc:spChg>
        <pc:spChg chg="mod">
          <ac:chgData name="Vanhauwaert, Wim" userId="88f3e010-33d6-4c8b-8703-2e7894de5501" providerId="ADAL" clId="{9A9BF5FF-6414-4914-93A3-694F4A68799E}" dt="2025-08-21T10:11:09.787" v="555"/>
          <ac:spMkLst>
            <pc:docMk/>
            <pc:sldMk cId="1111310841" sldId="262"/>
            <ac:spMk id="58" creationId="{4AC940B7-B98D-633A-184A-4BFBD87AE824}"/>
          </ac:spMkLst>
        </pc:spChg>
        <pc:spChg chg="mod">
          <ac:chgData name="Vanhauwaert, Wim" userId="88f3e010-33d6-4c8b-8703-2e7894de5501" providerId="ADAL" clId="{9A9BF5FF-6414-4914-93A3-694F4A68799E}" dt="2025-08-21T10:11:42.697" v="562"/>
          <ac:spMkLst>
            <pc:docMk/>
            <pc:sldMk cId="1111310841" sldId="262"/>
            <ac:spMk id="60" creationId="{C64B7B26-938B-CE47-8ABE-27B4727133B5}"/>
          </ac:spMkLst>
        </pc:spChg>
        <pc:spChg chg="mod">
          <ac:chgData name="Vanhauwaert, Wim" userId="88f3e010-33d6-4c8b-8703-2e7894de5501" providerId="ADAL" clId="{9A9BF5FF-6414-4914-93A3-694F4A68799E}" dt="2025-08-21T10:11:42.697" v="562"/>
          <ac:spMkLst>
            <pc:docMk/>
            <pc:sldMk cId="1111310841" sldId="262"/>
            <ac:spMk id="62" creationId="{8A3C6BFC-EF07-AD2B-F81B-9D42C8D4F129}"/>
          </ac:spMkLst>
        </pc:spChg>
        <pc:spChg chg="mod">
          <ac:chgData name="Vanhauwaert, Wim" userId="88f3e010-33d6-4c8b-8703-2e7894de5501" providerId="ADAL" clId="{9A9BF5FF-6414-4914-93A3-694F4A68799E}" dt="2025-08-21T10:20:42.398" v="642"/>
          <ac:spMkLst>
            <pc:docMk/>
            <pc:sldMk cId="1111310841" sldId="262"/>
            <ac:spMk id="323" creationId="{1284E3AB-9EE2-D5AB-01EC-0ACD258BBC61}"/>
          </ac:spMkLst>
        </pc:spChg>
        <pc:spChg chg="mod">
          <ac:chgData name="Vanhauwaert, Wim" userId="88f3e010-33d6-4c8b-8703-2e7894de5501" providerId="ADAL" clId="{9A9BF5FF-6414-4914-93A3-694F4A68799E}" dt="2025-08-21T10:20:42.398" v="642"/>
          <ac:spMkLst>
            <pc:docMk/>
            <pc:sldMk cId="1111310841" sldId="262"/>
            <ac:spMk id="325" creationId="{47BF48E3-225A-43DB-7B82-1F5450D20FF9}"/>
          </ac:spMkLst>
        </pc:spChg>
        <pc:spChg chg="mod">
          <ac:chgData name="Vanhauwaert, Wim" userId="88f3e010-33d6-4c8b-8703-2e7894de5501" providerId="ADAL" clId="{9A9BF5FF-6414-4914-93A3-694F4A68799E}" dt="2025-08-21T10:20:42.398" v="642"/>
          <ac:spMkLst>
            <pc:docMk/>
            <pc:sldMk cId="1111310841" sldId="262"/>
            <ac:spMk id="326" creationId="{73CFAD2A-7D46-1EB3-8F15-C171298686AD}"/>
          </ac:spMkLst>
        </pc:spChg>
        <pc:spChg chg="mod">
          <ac:chgData name="Vanhauwaert, Wim" userId="88f3e010-33d6-4c8b-8703-2e7894de5501" providerId="ADAL" clId="{9A9BF5FF-6414-4914-93A3-694F4A68799E}" dt="2025-08-21T10:20:42.398" v="642"/>
          <ac:spMkLst>
            <pc:docMk/>
            <pc:sldMk cId="1111310841" sldId="262"/>
            <ac:spMk id="327" creationId="{01D1ED66-56D2-2EE9-F3DA-A59A72B7FF30}"/>
          </ac:spMkLst>
        </pc:spChg>
        <pc:spChg chg="mod">
          <ac:chgData name="Vanhauwaert, Wim" userId="88f3e010-33d6-4c8b-8703-2e7894de5501" providerId="ADAL" clId="{9A9BF5FF-6414-4914-93A3-694F4A68799E}" dt="2025-08-21T10:20:42.398" v="642"/>
          <ac:spMkLst>
            <pc:docMk/>
            <pc:sldMk cId="1111310841" sldId="262"/>
            <ac:spMk id="328" creationId="{83507AF8-7C29-F68E-FCB9-248FBE131D3C}"/>
          </ac:spMkLst>
        </pc:spChg>
        <pc:spChg chg="mod">
          <ac:chgData name="Vanhauwaert, Wim" userId="88f3e010-33d6-4c8b-8703-2e7894de5501" providerId="ADAL" clId="{9A9BF5FF-6414-4914-93A3-694F4A68799E}" dt="2025-08-21T10:20:42.398" v="642"/>
          <ac:spMkLst>
            <pc:docMk/>
            <pc:sldMk cId="1111310841" sldId="262"/>
            <ac:spMk id="329" creationId="{751FA57A-2585-6CD2-49B4-F9444A4BD697}"/>
          </ac:spMkLst>
        </pc:spChg>
        <pc:spChg chg="mod">
          <ac:chgData name="Vanhauwaert, Wim" userId="88f3e010-33d6-4c8b-8703-2e7894de5501" providerId="ADAL" clId="{9A9BF5FF-6414-4914-93A3-694F4A68799E}" dt="2025-08-21T10:20:42.398" v="642"/>
          <ac:spMkLst>
            <pc:docMk/>
            <pc:sldMk cId="1111310841" sldId="262"/>
            <ac:spMk id="330" creationId="{74562D2F-7AE8-1D36-6740-B96216864C0D}"/>
          </ac:spMkLst>
        </pc:spChg>
        <pc:spChg chg="mod">
          <ac:chgData name="Vanhauwaert, Wim" userId="88f3e010-33d6-4c8b-8703-2e7894de5501" providerId="ADAL" clId="{9A9BF5FF-6414-4914-93A3-694F4A68799E}" dt="2025-08-21T10:20:42.398" v="642"/>
          <ac:spMkLst>
            <pc:docMk/>
            <pc:sldMk cId="1111310841" sldId="262"/>
            <ac:spMk id="331" creationId="{158A6C78-203B-9FE7-F69D-E5935E53725D}"/>
          </ac:spMkLst>
        </pc:spChg>
        <pc:spChg chg="mod">
          <ac:chgData name="Vanhauwaert, Wim" userId="88f3e010-33d6-4c8b-8703-2e7894de5501" providerId="ADAL" clId="{9A9BF5FF-6414-4914-93A3-694F4A68799E}" dt="2025-08-21T10:20:42.398" v="642"/>
          <ac:spMkLst>
            <pc:docMk/>
            <pc:sldMk cId="1111310841" sldId="262"/>
            <ac:spMk id="333" creationId="{514B5A80-1891-DDE9-A351-6D3B04735429}"/>
          </ac:spMkLst>
        </pc:spChg>
        <pc:spChg chg="mod">
          <ac:chgData name="Vanhauwaert, Wim" userId="88f3e010-33d6-4c8b-8703-2e7894de5501" providerId="ADAL" clId="{9A9BF5FF-6414-4914-93A3-694F4A68799E}" dt="2025-08-21T10:20:42.398" v="642"/>
          <ac:spMkLst>
            <pc:docMk/>
            <pc:sldMk cId="1111310841" sldId="262"/>
            <ac:spMk id="334" creationId="{F56E65A8-A642-50ED-44C6-3B0A5F8B6D67}"/>
          </ac:spMkLst>
        </pc:spChg>
        <pc:spChg chg="mod">
          <ac:chgData name="Vanhauwaert, Wim" userId="88f3e010-33d6-4c8b-8703-2e7894de5501" providerId="ADAL" clId="{9A9BF5FF-6414-4914-93A3-694F4A68799E}" dt="2025-08-19T12:33:42.555" v="365" actId="207"/>
          <ac:spMkLst>
            <pc:docMk/>
            <pc:sldMk cId="1111310841" sldId="262"/>
            <ac:spMk id="374" creationId="{79945892-0A11-DA48-EA11-9487BB05CD4E}"/>
          </ac:spMkLst>
        </pc:spChg>
        <pc:spChg chg="mod">
          <ac:chgData name="Vanhauwaert, Wim" userId="88f3e010-33d6-4c8b-8703-2e7894de5501" providerId="ADAL" clId="{9A9BF5FF-6414-4914-93A3-694F4A68799E}" dt="2025-08-19T12:33:42.555" v="365" actId="207"/>
          <ac:spMkLst>
            <pc:docMk/>
            <pc:sldMk cId="1111310841" sldId="262"/>
            <ac:spMk id="375" creationId="{4E502750-62AC-A7B7-DB94-B57DEA9CC408}"/>
          </ac:spMkLst>
        </pc:spChg>
        <pc:spChg chg="mod">
          <ac:chgData name="Vanhauwaert, Wim" userId="88f3e010-33d6-4c8b-8703-2e7894de5501" providerId="ADAL" clId="{9A9BF5FF-6414-4914-93A3-694F4A68799E}" dt="2025-08-19T12:33:38.700" v="364" actId="207"/>
          <ac:spMkLst>
            <pc:docMk/>
            <pc:sldMk cId="1111310841" sldId="262"/>
            <ac:spMk id="387" creationId="{F2975BC6-6D52-4382-C1BF-BB5DA6F8D9EB}"/>
          </ac:spMkLst>
        </pc:spChg>
        <pc:spChg chg="mod">
          <ac:chgData name="Vanhauwaert, Wim" userId="88f3e010-33d6-4c8b-8703-2e7894de5501" providerId="ADAL" clId="{9A9BF5FF-6414-4914-93A3-694F4A68799E}" dt="2025-08-21T10:11:42.697" v="562"/>
          <ac:spMkLst>
            <pc:docMk/>
            <pc:sldMk cId="1111310841" sldId="262"/>
            <ac:spMk id="448" creationId="{FA2F3ACF-30A1-BD6A-DCEA-9683D081E6F1}"/>
          </ac:spMkLst>
        </pc:spChg>
        <pc:spChg chg="mod">
          <ac:chgData name="Vanhauwaert, Wim" userId="88f3e010-33d6-4c8b-8703-2e7894de5501" providerId="ADAL" clId="{9A9BF5FF-6414-4914-93A3-694F4A68799E}" dt="2025-08-21T10:11:42.697" v="562"/>
          <ac:spMkLst>
            <pc:docMk/>
            <pc:sldMk cId="1111310841" sldId="262"/>
            <ac:spMk id="451" creationId="{279F0C4D-C2FC-029F-A9F3-DE7BDC4F081E}"/>
          </ac:spMkLst>
        </pc:spChg>
        <pc:spChg chg="mod">
          <ac:chgData name="Vanhauwaert, Wim" userId="88f3e010-33d6-4c8b-8703-2e7894de5501" providerId="ADAL" clId="{9A9BF5FF-6414-4914-93A3-694F4A68799E}" dt="2025-08-21T10:11:42.697" v="562"/>
          <ac:spMkLst>
            <pc:docMk/>
            <pc:sldMk cId="1111310841" sldId="262"/>
            <ac:spMk id="452" creationId="{E65D864C-8FC5-4BF9-C840-4C9CB0E6FC37}"/>
          </ac:spMkLst>
        </pc:spChg>
        <pc:spChg chg="mod">
          <ac:chgData name="Vanhauwaert, Wim" userId="88f3e010-33d6-4c8b-8703-2e7894de5501" providerId="ADAL" clId="{9A9BF5FF-6414-4914-93A3-694F4A68799E}" dt="2025-08-21T10:11:42.697" v="562"/>
          <ac:spMkLst>
            <pc:docMk/>
            <pc:sldMk cId="1111310841" sldId="262"/>
            <ac:spMk id="453" creationId="{14F097B1-F904-B900-AA30-099C8D3B1FE8}"/>
          </ac:spMkLst>
        </pc:spChg>
        <pc:spChg chg="mod">
          <ac:chgData name="Vanhauwaert, Wim" userId="88f3e010-33d6-4c8b-8703-2e7894de5501" providerId="ADAL" clId="{9A9BF5FF-6414-4914-93A3-694F4A68799E}" dt="2025-08-21T10:11:42.697" v="562"/>
          <ac:spMkLst>
            <pc:docMk/>
            <pc:sldMk cId="1111310841" sldId="262"/>
            <ac:spMk id="456" creationId="{923DD29A-85B7-5810-1B18-CCA8A2E4E936}"/>
          </ac:spMkLst>
        </pc:spChg>
        <pc:spChg chg="mod">
          <ac:chgData name="Vanhauwaert, Wim" userId="88f3e010-33d6-4c8b-8703-2e7894de5501" providerId="ADAL" clId="{9A9BF5FF-6414-4914-93A3-694F4A68799E}" dt="2025-08-21T10:11:42.697" v="562"/>
          <ac:spMkLst>
            <pc:docMk/>
            <pc:sldMk cId="1111310841" sldId="262"/>
            <ac:spMk id="458" creationId="{7E30A076-5407-B205-D453-2E3408CCD4F7}"/>
          </ac:spMkLst>
        </pc:spChg>
        <pc:spChg chg="mod">
          <ac:chgData name="Vanhauwaert, Wim" userId="88f3e010-33d6-4c8b-8703-2e7894de5501" providerId="ADAL" clId="{9A9BF5FF-6414-4914-93A3-694F4A68799E}" dt="2025-08-21T10:11:42.697" v="562"/>
          <ac:spMkLst>
            <pc:docMk/>
            <pc:sldMk cId="1111310841" sldId="262"/>
            <ac:spMk id="460" creationId="{D043ADA5-F8BA-3EBA-8988-4272FA39F7F8}"/>
          </ac:spMkLst>
        </pc:spChg>
        <pc:spChg chg="mod">
          <ac:chgData name="Vanhauwaert, Wim" userId="88f3e010-33d6-4c8b-8703-2e7894de5501" providerId="ADAL" clId="{9A9BF5FF-6414-4914-93A3-694F4A68799E}" dt="2025-08-21T10:11:42.697" v="562"/>
          <ac:spMkLst>
            <pc:docMk/>
            <pc:sldMk cId="1111310841" sldId="262"/>
            <ac:spMk id="462" creationId="{C25C73FC-F463-1608-F73F-27F1DDE99F70}"/>
          </ac:spMkLst>
        </pc:spChg>
        <pc:spChg chg="mod">
          <ac:chgData name="Vanhauwaert, Wim" userId="88f3e010-33d6-4c8b-8703-2e7894de5501" providerId="ADAL" clId="{9A9BF5FF-6414-4914-93A3-694F4A68799E}" dt="2025-08-21T10:15:27.964" v="596"/>
          <ac:spMkLst>
            <pc:docMk/>
            <pc:sldMk cId="1111310841" sldId="262"/>
            <ac:spMk id="465" creationId="{0B392637-CBBE-FE16-CDE3-991737E435B9}"/>
          </ac:spMkLst>
        </pc:spChg>
        <pc:spChg chg="mod">
          <ac:chgData name="Vanhauwaert, Wim" userId="88f3e010-33d6-4c8b-8703-2e7894de5501" providerId="ADAL" clId="{9A9BF5FF-6414-4914-93A3-694F4A68799E}" dt="2025-08-21T10:15:27.964" v="596"/>
          <ac:spMkLst>
            <pc:docMk/>
            <pc:sldMk cId="1111310841" sldId="262"/>
            <ac:spMk id="466" creationId="{CEF71B66-7696-23ED-6C85-3D1CDDB43309}"/>
          </ac:spMkLst>
        </pc:spChg>
        <pc:spChg chg="mod">
          <ac:chgData name="Vanhauwaert, Wim" userId="88f3e010-33d6-4c8b-8703-2e7894de5501" providerId="ADAL" clId="{9A9BF5FF-6414-4914-93A3-694F4A68799E}" dt="2025-08-21T10:19:32.944" v="630"/>
          <ac:spMkLst>
            <pc:docMk/>
            <pc:sldMk cId="1111310841" sldId="262"/>
            <ac:spMk id="473" creationId="{F5088369-C81D-7349-4216-4D07E6465D2B}"/>
          </ac:spMkLst>
        </pc:spChg>
        <pc:spChg chg="mod">
          <ac:chgData name="Vanhauwaert, Wim" userId="88f3e010-33d6-4c8b-8703-2e7894de5501" providerId="ADAL" clId="{9A9BF5FF-6414-4914-93A3-694F4A68799E}" dt="2025-08-21T10:19:32.944" v="630"/>
          <ac:spMkLst>
            <pc:docMk/>
            <pc:sldMk cId="1111310841" sldId="262"/>
            <ac:spMk id="478" creationId="{2F04C5CF-5007-90EE-527A-D6F047E0B0A9}"/>
          </ac:spMkLst>
        </pc:spChg>
        <pc:spChg chg="mod">
          <ac:chgData name="Vanhauwaert, Wim" userId="88f3e010-33d6-4c8b-8703-2e7894de5501" providerId="ADAL" clId="{9A9BF5FF-6414-4914-93A3-694F4A68799E}" dt="2025-08-21T10:19:32.944" v="630"/>
          <ac:spMkLst>
            <pc:docMk/>
            <pc:sldMk cId="1111310841" sldId="262"/>
            <ac:spMk id="481" creationId="{D202745C-B251-FC35-A321-9C3615EE4B02}"/>
          </ac:spMkLst>
        </pc:spChg>
        <pc:spChg chg="mod">
          <ac:chgData name="Vanhauwaert, Wim" userId="88f3e010-33d6-4c8b-8703-2e7894de5501" providerId="ADAL" clId="{9A9BF5FF-6414-4914-93A3-694F4A68799E}" dt="2025-08-21T10:19:32.944" v="630"/>
          <ac:spMkLst>
            <pc:docMk/>
            <pc:sldMk cId="1111310841" sldId="262"/>
            <ac:spMk id="485" creationId="{2190DDAB-BF43-A09A-50AA-5663D2D95428}"/>
          </ac:spMkLst>
        </pc:spChg>
        <pc:spChg chg="mod">
          <ac:chgData name="Vanhauwaert, Wim" userId="88f3e010-33d6-4c8b-8703-2e7894de5501" providerId="ADAL" clId="{9A9BF5FF-6414-4914-93A3-694F4A68799E}" dt="2025-08-19T12:33:09.174" v="361" actId="207"/>
          <ac:spMkLst>
            <pc:docMk/>
            <pc:sldMk cId="1111310841" sldId="262"/>
            <ac:spMk id="487" creationId="{DA6FEA09-8258-5C06-8C06-73836F31DEA1}"/>
          </ac:spMkLst>
        </pc:spChg>
        <pc:spChg chg="mod">
          <ac:chgData name="Vanhauwaert, Wim" userId="88f3e010-33d6-4c8b-8703-2e7894de5501" providerId="ADAL" clId="{9A9BF5FF-6414-4914-93A3-694F4A68799E}" dt="2025-08-19T12:33:09.174" v="361" actId="207"/>
          <ac:spMkLst>
            <pc:docMk/>
            <pc:sldMk cId="1111310841" sldId="262"/>
            <ac:spMk id="488" creationId="{A7BA87A4-416A-7F52-57C8-61DF9FA5A247}"/>
          </ac:spMkLst>
        </pc:spChg>
        <pc:spChg chg="mod">
          <ac:chgData name="Vanhauwaert, Wim" userId="88f3e010-33d6-4c8b-8703-2e7894de5501" providerId="ADAL" clId="{9A9BF5FF-6414-4914-93A3-694F4A68799E}" dt="2025-08-19T12:33:04.790" v="360" actId="207"/>
          <ac:spMkLst>
            <pc:docMk/>
            <pc:sldMk cId="1111310841" sldId="262"/>
            <ac:spMk id="489" creationId="{5EE8D48E-3523-942A-7837-0CDC68AA7E14}"/>
          </ac:spMkLst>
        </pc:spChg>
        <pc:spChg chg="mod">
          <ac:chgData name="Vanhauwaert, Wim" userId="88f3e010-33d6-4c8b-8703-2e7894de5501" providerId="ADAL" clId="{9A9BF5FF-6414-4914-93A3-694F4A68799E}" dt="2025-08-21T10:19:32.944" v="630"/>
          <ac:spMkLst>
            <pc:docMk/>
            <pc:sldMk cId="1111310841" sldId="262"/>
            <ac:spMk id="492" creationId="{C43BCD19-37B7-1E93-C469-6521B493FA90}"/>
          </ac:spMkLst>
        </pc:spChg>
        <pc:spChg chg="mod">
          <ac:chgData name="Vanhauwaert, Wim" userId="88f3e010-33d6-4c8b-8703-2e7894de5501" providerId="ADAL" clId="{9A9BF5FF-6414-4914-93A3-694F4A68799E}" dt="2025-08-21T10:19:32.944" v="630"/>
          <ac:spMkLst>
            <pc:docMk/>
            <pc:sldMk cId="1111310841" sldId="262"/>
            <ac:spMk id="511" creationId="{98C30ACF-8631-39C7-4668-2AACC761242D}"/>
          </ac:spMkLst>
        </pc:spChg>
        <pc:spChg chg="mod">
          <ac:chgData name="Vanhauwaert, Wim" userId="88f3e010-33d6-4c8b-8703-2e7894de5501" providerId="ADAL" clId="{9A9BF5FF-6414-4914-93A3-694F4A68799E}" dt="2025-08-21T10:19:32.944" v="630"/>
          <ac:spMkLst>
            <pc:docMk/>
            <pc:sldMk cId="1111310841" sldId="262"/>
            <ac:spMk id="580" creationId="{AF3EC82E-C5BD-9948-C383-D362C73817C1}"/>
          </ac:spMkLst>
        </pc:spChg>
        <pc:spChg chg="mod">
          <ac:chgData name="Vanhauwaert, Wim" userId="88f3e010-33d6-4c8b-8703-2e7894de5501" providerId="ADAL" clId="{9A9BF5FF-6414-4914-93A3-694F4A68799E}" dt="2025-08-21T10:19:32.944" v="630"/>
          <ac:spMkLst>
            <pc:docMk/>
            <pc:sldMk cId="1111310841" sldId="262"/>
            <ac:spMk id="584" creationId="{4421DDD6-1789-A272-2042-5B6D6C9F82C6}"/>
          </ac:spMkLst>
        </pc:spChg>
        <pc:spChg chg="mod">
          <ac:chgData name="Vanhauwaert, Wim" userId="88f3e010-33d6-4c8b-8703-2e7894de5501" providerId="ADAL" clId="{9A9BF5FF-6414-4914-93A3-694F4A68799E}" dt="2025-08-21T10:19:32.944" v="630"/>
          <ac:spMkLst>
            <pc:docMk/>
            <pc:sldMk cId="1111310841" sldId="262"/>
            <ac:spMk id="589" creationId="{A2DE0DD2-2FC1-2A4E-4132-93649335A64C}"/>
          </ac:spMkLst>
        </pc:spChg>
        <pc:spChg chg="mod">
          <ac:chgData name="Vanhauwaert, Wim" userId="88f3e010-33d6-4c8b-8703-2e7894de5501" providerId="ADAL" clId="{9A9BF5FF-6414-4914-93A3-694F4A68799E}" dt="2025-08-21T10:19:32.944" v="630"/>
          <ac:spMkLst>
            <pc:docMk/>
            <pc:sldMk cId="1111310841" sldId="262"/>
            <ac:spMk id="599" creationId="{2865C732-3E30-6D0E-9FCE-887CED58B780}"/>
          </ac:spMkLst>
        </pc:spChg>
        <pc:spChg chg="mod">
          <ac:chgData name="Vanhauwaert, Wim" userId="88f3e010-33d6-4c8b-8703-2e7894de5501" providerId="ADAL" clId="{9A9BF5FF-6414-4914-93A3-694F4A68799E}" dt="2025-08-21T10:20:30.160" v="640"/>
          <ac:spMkLst>
            <pc:docMk/>
            <pc:sldMk cId="1111310841" sldId="262"/>
            <ac:spMk id="601" creationId="{D296E6D2-6DDC-11DE-E617-B0F7FCB4A4E2}"/>
          </ac:spMkLst>
        </pc:spChg>
        <pc:spChg chg="mod">
          <ac:chgData name="Vanhauwaert, Wim" userId="88f3e010-33d6-4c8b-8703-2e7894de5501" providerId="ADAL" clId="{9A9BF5FF-6414-4914-93A3-694F4A68799E}" dt="2025-08-21T10:20:30.160" v="640"/>
          <ac:spMkLst>
            <pc:docMk/>
            <pc:sldMk cId="1111310841" sldId="262"/>
            <ac:spMk id="602" creationId="{E6A8659F-21DA-6782-7B25-F8FAAE08D6A1}"/>
          </ac:spMkLst>
        </pc:spChg>
        <pc:spChg chg="mod">
          <ac:chgData name="Vanhauwaert, Wim" userId="88f3e010-33d6-4c8b-8703-2e7894de5501" providerId="ADAL" clId="{9A9BF5FF-6414-4914-93A3-694F4A68799E}" dt="2025-08-21T10:20:30.160" v="640"/>
          <ac:spMkLst>
            <pc:docMk/>
            <pc:sldMk cId="1111310841" sldId="262"/>
            <ac:spMk id="603" creationId="{03BEDD1F-12FC-BFB9-A83D-36BD883F86E7}"/>
          </ac:spMkLst>
        </pc:spChg>
        <pc:spChg chg="mod">
          <ac:chgData name="Vanhauwaert, Wim" userId="88f3e010-33d6-4c8b-8703-2e7894de5501" providerId="ADAL" clId="{9A9BF5FF-6414-4914-93A3-694F4A68799E}" dt="2025-08-19T12:26:59.985" v="277" actId="207"/>
          <ac:spMkLst>
            <pc:docMk/>
            <pc:sldMk cId="1111310841" sldId="262"/>
            <ac:spMk id="605" creationId="{A5479D98-6009-118D-288A-3225AECCAB2C}"/>
          </ac:spMkLst>
        </pc:spChg>
        <pc:spChg chg="mod">
          <ac:chgData name="Vanhauwaert, Wim" userId="88f3e010-33d6-4c8b-8703-2e7894de5501" providerId="ADAL" clId="{9A9BF5FF-6414-4914-93A3-694F4A68799E}" dt="2025-08-19T12:26:50.072" v="276" actId="207"/>
          <ac:spMkLst>
            <pc:docMk/>
            <pc:sldMk cId="1111310841" sldId="262"/>
            <ac:spMk id="606" creationId="{806B7FE7-248E-FA97-FB12-0733725E45A3}"/>
          </ac:spMkLst>
        </pc:spChg>
        <pc:spChg chg="mod">
          <ac:chgData name="Vanhauwaert, Wim" userId="88f3e010-33d6-4c8b-8703-2e7894de5501" providerId="ADAL" clId="{9A9BF5FF-6414-4914-93A3-694F4A68799E}" dt="2025-08-21T10:20:30.160" v="640"/>
          <ac:spMkLst>
            <pc:docMk/>
            <pc:sldMk cId="1111310841" sldId="262"/>
            <ac:spMk id="630" creationId="{46DA79C4-E2D1-1066-423F-0829448E4D1E}"/>
          </ac:spMkLst>
        </pc:spChg>
        <pc:spChg chg="mod">
          <ac:chgData name="Vanhauwaert, Wim" userId="88f3e010-33d6-4c8b-8703-2e7894de5501" providerId="ADAL" clId="{9A9BF5FF-6414-4914-93A3-694F4A68799E}" dt="2025-08-21T10:20:30.160" v="640"/>
          <ac:spMkLst>
            <pc:docMk/>
            <pc:sldMk cId="1111310841" sldId="262"/>
            <ac:spMk id="632" creationId="{09D61D5B-9C13-7B80-5226-A9804D8E0B7F}"/>
          </ac:spMkLst>
        </pc:spChg>
        <pc:spChg chg="mod">
          <ac:chgData name="Vanhauwaert, Wim" userId="88f3e010-33d6-4c8b-8703-2e7894de5501" providerId="ADAL" clId="{9A9BF5FF-6414-4914-93A3-694F4A68799E}" dt="2025-08-21T10:20:30.160" v="640"/>
          <ac:spMkLst>
            <pc:docMk/>
            <pc:sldMk cId="1111310841" sldId="262"/>
            <ac:spMk id="633" creationId="{330D65D7-C96B-9413-F63A-899627A986DF}"/>
          </ac:spMkLst>
        </pc:spChg>
        <pc:spChg chg="mod">
          <ac:chgData name="Vanhauwaert, Wim" userId="88f3e010-33d6-4c8b-8703-2e7894de5501" providerId="ADAL" clId="{9A9BF5FF-6414-4914-93A3-694F4A68799E}" dt="2025-08-21T10:20:30.160" v="640"/>
          <ac:spMkLst>
            <pc:docMk/>
            <pc:sldMk cId="1111310841" sldId="262"/>
            <ac:spMk id="634" creationId="{F08C149E-A3AE-3E7D-4057-CD6DCA84DCB5}"/>
          </ac:spMkLst>
        </pc:spChg>
        <pc:spChg chg="mod">
          <ac:chgData name="Vanhauwaert, Wim" userId="88f3e010-33d6-4c8b-8703-2e7894de5501" providerId="ADAL" clId="{9A9BF5FF-6414-4914-93A3-694F4A68799E}" dt="2025-08-21T10:20:30.160" v="640"/>
          <ac:spMkLst>
            <pc:docMk/>
            <pc:sldMk cId="1111310841" sldId="262"/>
            <ac:spMk id="635" creationId="{A40CE4FA-AE9E-F2A1-4FA6-2397B2F1DF73}"/>
          </ac:spMkLst>
        </pc:spChg>
        <pc:spChg chg="mod">
          <ac:chgData name="Vanhauwaert, Wim" userId="88f3e010-33d6-4c8b-8703-2e7894de5501" providerId="ADAL" clId="{9A9BF5FF-6414-4914-93A3-694F4A68799E}" dt="2025-08-21T10:20:30.160" v="640"/>
          <ac:spMkLst>
            <pc:docMk/>
            <pc:sldMk cId="1111310841" sldId="262"/>
            <ac:spMk id="636" creationId="{7212C590-EAFE-2F58-C461-5B9BBB8D83BC}"/>
          </ac:spMkLst>
        </pc:spChg>
        <pc:spChg chg="mod">
          <ac:chgData name="Vanhauwaert, Wim" userId="88f3e010-33d6-4c8b-8703-2e7894de5501" providerId="ADAL" clId="{9A9BF5FF-6414-4914-93A3-694F4A68799E}" dt="2025-08-21T10:20:30.160" v="640"/>
          <ac:spMkLst>
            <pc:docMk/>
            <pc:sldMk cId="1111310841" sldId="262"/>
            <ac:spMk id="638" creationId="{7FDD4826-8EE4-F8A4-132C-03A4505AD3C6}"/>
          </ac:spMkLst>
        </pc:spChg>
        <pc:grpChg chg="del">
          <ac:chgData name="Vanhauwaert, Wim" userId="88f3e010-33d6-4c8b-8703-2e7894de5501" providerId="ADAL" clId="{9A9BF5FF-6414-4914-93A3-694F4A68799E}" dt="2025-08-21T10:20:29.973" v="639" actId="478"/>
          <ac:grpSpMkLst>
            <pc:docMk/>
            <pc:sldMk cId="1111310841" sldId="262"/>
            <ac:grpSpMk id="5" creationId="{B830F7A1-0DC3-0EC8-EBC8-181D8AE2B472}"/>
          </ac:grpSpMkLst>
        </pc:grpChg>
        <pc:grpChg chg="del">
          <ac:chgData name="Vanhauwaert, Wim" userId="88f3e010-33d6-4c8b-8703-2e7894de5501" providerId="ADAL" clId="{9A9BF5FF-6414-4914-93A3-694F4A68799E}" dt="2025-08-21T10:20:42.209" v="641" actId="478"/>
          <ac:grpSpMkLst>
            <pc:docMk/>
            <pc:sldMk cId="1111310841" sldId="262"/>
            <ac:grpSpMk id="7" creationId="{59390D1F-5F56-3DFF-BAA3-81FE57DD211E}"/>
          </ac:grpSpMkLst>
        </pc:grpChg>
        <pc:grpChg chg="del">
          <ac:chgData name="Vanhauwaert, Wim" userId="88f3e010-33d6-4c8b-8703-2e7894de5501" providerId="ADAL" clId="{9A9BF5FF-6414-4914-93A3-694F4A68799E}" dt="2025-08-21T10:19:32.737" v="629" actId="478"/>
          <ac:grpSpMkLst>
            <pc:docMk/>
            <pc:sldMk cId="1111310841" sldId="262"/>
            <ac:grpSpMk id="8" creationId="{A4BE3048-603D-7833-247A-08DFD1938C7E}"/>
          </ac:grpSpMkLst>
        </pc:grpChg>
        <pc:grpChg chg="del">
          <ac:chgData name="Vanhauwaert, Wim" userId="88f3e010-33d6-4c8b-8703-2e7894de5501" providerId="ADAL" clId="{9A9BF5FF-6414-4914-93A3-694F4A68799E}" dt="2025-08-21T10:19:32.737" v="629" actId="478"/>
          <ac:grpSpMkLst>
            <pc:docMk/>
            <pc:sldMk cId="1111310841" sldId="262"/>
            <ac:grpSpMk id="42" creationId="{EDFC887F-93F0-8E27-3D68-08CC8AEC1EAE}"/>
          </ac:grpSpMkLst>
        </pc:grpChg>
        <pc:grpChg chg="del ord">
          <ac:chgData name="Vanhauwaert, Wim" userId="88f3e010-33d6-4c8b-8703-2e7894de5501" providerId="ADAL" clId="{9A9BF5FF-6414-4914-93A3-694F4A68799E}" dt="2025-08-21T10:15:27.357" v="595" actId="478"/>
          <ac:grpSpMkLst>
            <pc:docMk/>
            <pc:sldMk cId="1111310841" sldId="262"/>
            <ac:grpSpMk id="59" creationId="{1308553F-8F6D-E2B0-9A4D-71BD73263733}"/>
          </ac:grpSpMkLst>
        </pc:grpChg>
        <pc:grpChg chg="add del mod ord">
          <ac:chgData name="Vanhauwaert, Wim" userId="88f3e010-33d6-4c8b-8703-2e7894de5501" providerId="ADAL" clId="{9A9BF5FF-6414-4914-93A3-694F4A68799E}" dt="2025-08-21T10:19:32.737" v="629" actId="478"/>
          <ac:grpSpMkLst>
            <pc:docMk/>
            <pc:sldMk cId="1111310841" sldId="262"/>
            <ac:grpSpMk id="464" creationId="{03AAB258-B02B-D4CE-BAF0-F5F7595D15ED}"/>
          </ac:grpSpMkLst>
        </pc:grpChg>
      </pc:sldChg>
      <pc:sldChg chg="addSp delSp modSp add mod delAnim modAnim modShow">
        <pc:chgData name="Vanhauwaert, Wim" userId="88f3e010-33d6-4c8b-8703-2e7894de5501" providerId="ADAL" clId="{9A9BF5FF-6414-4914-93A3-694F4A68799E}" dt="2025-08-21T10:21:21.607" v="652"/>
        <pc:sldMkLst>
          <pc:docMk/>
          <pc:sldMk cId="1371121792" sldId="263"/>
        </pc:sldMkLst>
        <pc:spChg chg="mod">
          <ac:chgData name="Vanhauwaert, Wim" userId="88f3e010-33d6-4c8b-8703-2e7894de5501" providerId="ADAL" clId="{9A9BF5FF-6414-4914-93A3-694F4A68799E}" dt="2025-08-20T08:08:19.940" v="529"/>
          <ac:spMkLst>
            <pc:docMk/>
            <pc:sldMk cId="1371121792" sldId="263"/>
            <ac:spMk id="12" creationId="{1D75545B-E535-D7CE-23E2-72383EDFB490}"/>
          </ac:spMkLst>
        </pc:spChg>
        <pc:spChg chg="mod">
          <ac:chgData name="Vanhauwaert, Wim" userId="88f3e010-33d6-4c8b-8703-2e7894de5501" providerId="ADAL" clId="{9A9BF5FF-6414-4914-93A3-694F4A68799E}" dt="2025-08-21T10:11:07.771" v="554"/>
          <ac:spMkLst>
            <pc:docMk/>
            <pc:sldMk cId="1371121792" sldId="263"/>
            <ac:spMk id="12" creationId="{8F22F366-7BE9-B73D-E9C9-E948404E5975}"/>
          </ac:spMkLst>
        </pc:spChg>
        <pc:spChg chg="mod">
          <ac:chgData name="Vanhauwaert, Wim" userId="88f3e010-33d6-4c8b-8703-2e7894de5501" providerId="ADAL" clId="{9A9BF5FF-6414-4914-93A3-694F4A68799E}" dt="2025-08-21T10:11:07.771" v="554"/>
          <ac:spMkLst>
            <pc:docMk/>
            <pc:sldMk cId="1371121792" sldId="263"/>
            <ac:spMk id="13" creationId="{B5E3FE9C-6718-A776-2345-962360A18245}"/>
          </ac:spMkLst>
        </pc:spChg>
        <pc:spChg chg="mod">
          <ac:chgData name="Vanhauwaert, Wim" userId="88f3e010-33d6-4c8b-8703-2e7894de5501" providerId="ADAL" clId="{9A9BF5FF-6414-4914-93A3-694F4A68799E}" dt="2025-08-21T10:11:07.771" v="554"/>
          <ac:spMkLst>
            <pc:docMk/>
            <pc:sldMk cId="1371121792" sldId="263"/>
            <ac:spMk id="15" creationId="{74612AFF-22FE-7846-1368-063416967AC0}"/>
          </ac:spMkLst>
        </pc:spChg>
        <pc:spChg chg="mod">
          <ac:chgData name="Vanhauwaert, Wim" userId="88f3e010-33d6-4c8b-8703-2e7894de5501" providerId="ADAL" clId="{9A9BF5FF-6414-4914-93A3-694F4A68799E}" dt="2025-08-21T10:11:07.771" v="554"/>
          <ac:spMkLst>
            <pc:docMk/>
            <pc:sldMk cId="1371121792" sldId="263"/>
            <ac:spMk id="16" creationId="{E9FED8DD-71A0-1011-D783-5EA03D675ADA}"/>
          </ac:spMkLst>
        </pc:spChg>
        <pc:spChg chg="mod">
          <ac:chgData name="Vanhauwaert, Wim" userId="88f3e010-33d6-4c8b-8703-2e7894de5501" providerId="ADAL" clId="{9A9BF5FF-6414-4914-93A3-694F4A68799E}" dt="2025-08-21T10:11:07.771" v="554"/>
          <ac:spMkLst>
            <pc:docMk/>
            <pc:sldMk cId="1371121792" sldId="263"/>
            <ac:spMk id="17" creationId="{0584FADE-B682-79E3-20F5-0952253041A8}"/>
          </ac:spMkLst>
        </pc:spChg>
        <pc:spChg chg="mod">
          <ac:chgData name="Vanhauwaert, Wim" userId="88f3e010-33d6-4c8b-8703-2e7894de5501" providerId="ADAL" clId="{9A9BF5FF-6414-4914-93A3-694F4A68799E}" dt="2025-08-20T08:08:19.940" v="529"/>
          <ac:spMkLst>
            <pc:docMk/>
            <pc:sldMk cId="1371121792" sldId="263"/>
            <ac:spMk id="17" creationId="{53AA5082-6BBE-CB99-6C09-5C10BFF4AFBD}"/>
          </ac:spMkLst>
        </pc:spChg>
        <pc:spChg chg="mod">
          <ac:chgData name="Vanhauwaert, Wim" userId="88f3e010-33d6-4c8b-8703-2e7894de5501" providerId="ADAL" clId="{9A9BF5FF-6414-4914-93A3-694F4A68799E}" dt="2025-08-21T10:11:07.771" v="554"/>
          <ac:spMkLst>
            <pc:docMk/>
            <pc:sldMk cId="1371121792" sldId="263"/>
            <ac:spMk id="18" creationId="{88FDBC36-39DA-02D6-353F-41D780CCE0B6}"/>
          </ac:spMkLst>
        </pc:spChg>
        <pc:spChg chg="mod">
          <ac:chgData name="Vanhauwaert, Wim" userId="88f3e010-33d6-4c8b-8703-2e7894de5501" providerId="ADAL" clId="{9A9BF5FF-6414-4914-93A3-694F4A68799E}" dt="2025-08-20T08:08:19.940" v="529"/>
          <ac:spMkLst>
            <pc:docMk/>
            <pc:sldMk cId="1371121792" sldId="263"/>
            <ac:spMk id="18" creationId="{CE7B2AE1-7495-F56E-149E-FEB39DA4E48A}"/>
          </ac:spMkLst>
        </pc:spChg>
        <pc:spChg chg="mod">
          <ac:chgData name="Vanhauwaert, Wim" userId="88f3e010-33d6-4c8b-8703-2e7894de5501" providerId="ADAL" clId="{9A9BF5FF-6414-4914-93A3-694F4A68799E}" dt="2025-08-20T08:08:19.940" v="529"/>
          <ac:spMkLst>
            <pc:docMk/>
            <pc:sldMk cId="1371121792" sldId="263"/>
            <ac:spMk id="20" creationId="{953652CA-E451-B815-742E-096BC7A708D5}"/>
          </ac:spMkLst>
        </pc:spChg>
        <pc:spChg chg="mod">
          <ac:chgData name="Vanhauwaert, Wim" userId="88f3e010-33d6-4c8b-8703-2e7894de5501" providerId="ADAL" clId="{9A9BF5FF-6414-4914-93A3-694F4A68799E}" dt="2025-08-21T10:11:07.771" v="554"/>
          <ac:spMkLst>
            <pc:docMk/>
            <pc:sldMk cId="1371121792" sldId="263"/>
            <ac:spMk id="23" creationId="{0BBDA7A0-C6FC-239B-9264-46421929C718}"/>
          </ac:spMkLst>
        </pc:spChg>
        <pc:spChg chg="mod">
          <ac:chgData name="Vanhauwaert, Wim" userId="88f3e010-33d6-4c8b-8703-2e7894de5501" providerId="ADAL" clId="{9A9BF5FF-6414-4914-93A3-694F4A68799E}" dt="2025-08-20T08:08:19.940" v="529"/>
          <ac:spMkLst>
            <pc:docMk/>
            <pc:sldMk cId="1371121792" sldId="263"/>
            <ac:spMk id="23" creationId="{9AA4923B-9705-49D1-249C-02040894A8E9}"/>
          </ac:spMkLst>
        </pc:spChg>
        <pc:spChg chg="mod">
          <ac:chgData name="Vanhauwaert, Wim" userId="88f3e010-33d6-4c8b-8703-2e7894de5501" providerId="ADAL" clId="{9A9BF5FF-6414-4914-93A3-694F4A68799E}" dt="2025-08-21T10:11:07.771" v="554"/>
          <ac:spMkLst>
            <pc:docMk/>
            <pc:sldMk cId="1371121792" sldId="263"/>
            <ac:spMk id="24" creationId="{0A89AEC1-0C72-087B-E53A-88E14DE9DE93}"/>
          </ac:spMkLst>
        </pc:spChg>
        <pc:spChg chg="mod">
          <ac:chgData name="Vanhauwaert, Wim" userId="88f3e010-33d6-4c8b-8703-2e7894de5501" providerId="ADAL" clId="{9A9BF5FF-6414-4914-93A3-694F4A68799E}" dt="2025-08-20T08:08:19.940" v="529"/>
          <ac:spMkLst>
            <pc:docMk/>
            <pc:sldMk cId="1371121792" sldId="263"/>
            <ac:spMk id="24" creationId="{42F653A9-B4A4-9C79-71A5-D07934B493B6}"/>
          </ac:spMkLst>
        </pc:spChg>
        <pc:spChg chg="mod">
          <ac:chgData name="Vanhauwaert, Wim" userId="88f3e010-33d6-4c8b-8703-2e7894de5501" providerId="ADAL" clId="{9A9BF5FF-6414-4914-93A3-694F4A68799E}" dt="2025-08-21T10:11:07.771" v="554"/>
          <ac:spMkLst>
            <pc:docMk/>
            <pc:sldMk cId="1371121792" sldId="263"/>
            <ac:spMk id="25" creationId="{2BCABEB9-B59D-C03D-036C-F13422715424}"/>
          </ac:spMkLst>
        </pc:spChg>
        <pc:spChg chg="mod">
          <ac:chgData name="Vanhauwaert, Wim" userId="88f3e010-33d6-4c8b-8703-2e7894de5501" providerId="ADAL" clId="{9A9BF5FF-6414-4914-93A3-694F4A68799E}" dt="2025-08-21T10:11:07.771" v="554"/>
          <ac:spMkLst>
            <pc:docMk/>
            <pc:sldMk cId="1371121792" sldId="263"/>
            <ac:spMk id="26" creationId="{5DE4ADF6-BD04-4315-75C8-5436DABDF346}"/>
          </ac:spMkLst>
        </pc:spChg>
        <pc:spChg chg="mod">
          <ac:chgData name="Vanhauwaert, Wim" userId="88f3e010-33d6-4c8b-8703-2e7894de5501" providerId="ADAL" clId="{9A9BF5FF-6414-4914-93A3-694F4A68799E}" dt="2025-08-20T08:08:19.940" v="529"/>
          <ac:spMkLst>
            <pc:docMk/>
            <pc:sldMk cId="1371121792" sldId="263"/>
            <ac:spMk id="27" creationId="{E7A2BC42-B43A-D72F-978D-15FA0B00C38F}"/>
          </ac:spMkLst>
        </pc:spChg>
        <pc:spChg chg="mod">
          <ac:chgData name="Vanhauwaert, Wim" userId="88f3e010-33d6-4c8b-8703-2e7894de5501" providerId="ADAL" clId="{9A9BF5FF-6414-4914-93A3-694F4A68799E}" dt="2025-08-20T08:08:19.940" v="529"/>
          <ac:spMkLst>
            <pc:docMk/>
            <pc:sldMk cId="1371121792" sldId="263"/>
            <ac:spMk id="28" creationId="{0D938FAE-1477-8506-EB92-7B5342FB59B6}"/>
          </ac:spMkLst>
        </pc:spChg>
        <pc:spChg chg="mod">
          <ac:chgData name="Vanhauwaert, Wim" userId="88f3e010-33d6-4c8b-8703-2e7894de5501" providerId="ADAL" clId="{9A9BF5FF-6414-4914-93A3-694F4A68799E}" dt="2025-08-21T10:11:30.130" v="559"/>
          <ac:spMkLst>
            <pc:docMk/>
            <pc:sldMk cId="1371121792" sldId="263"/>
            <ac:spMk id="28" creationId="{1A4F129C-0445-7A9F-02A7-99854ACCAACD}"/>
          </ac:spMkLst>
        </pc:spChg>
        <pc:spChg chg="mod">
          <ac:chgData name="Vanhauwaert, Wim" userId="88f3e010-33d6-4c8b-8703-2e7894de5501" providerId="ADAL" clId="{9A9BF5FF-6414-4914-93A3-694F4A68799E}" dt="2025-08-20T08:08:19.940" v="529"/>
          <ac:spMkLst>
            <pc:docMk/>
            <pc:sldMk cId="1371121792" sldId="263"/>
            <ac:spMk id="29" creationId="{6B02643C-8B05-A99A-10D3-B2C65DC08DE9}"/>
          </ac:spMkLst>
        </pc:spChg>
        <pc:spChg chg="mod">
          <ac:chgData name="Vanhauwaert, Wim" userId="88f3e010-33d6-4c8b-8703-2e7894de5501" providerId="ADAL" clId="{9A9BF5FF-6414-4914-93A3-694F4A68799E}" dt="2025-08-21T10:11:30.130" v="559"/>
          <ac:spMkLst>
            <pc:docMk/>
            <pc:sldMk cId="1371121792" sldId="263"/>
            <ac:spMk id="29" creationId="{A2C1E54E-5F61-8D87-0FAD-6CEF35A2481E}"/>
          </ac:spMkLst>
        </pc:spChg>
        <pc:spChg chg="mod">
          <ac:chgData name="Vanhauwaert, Wim" userId="88f3e010-33d6-4c8b-8703-2e7894de5501" providerId="ADAL" clId="{9A9BF5FF-6414-4914-93A3-694F4A68799E}" dt="2025-08-20T08:08:19.940" v="529"/>
          <ac:spMkLst>
            <pc:docMk/>
            <pc:sldMk cId="1371121792" sldId="263"/>
            <ac:spMk id="30" creationId="{5052AAFF-DA72-B8C9-D6CE-4743EB416289}"/>
          </ac:spMkLst>
        </pc:spChg>
        <pc:spChg chg="mod">
          <ac:chgData name="Vanhauwaert, Wim" userId="88f3e010-33d6-4c8b-8703-2e7894de5501" providerId="ADAL" clId="{9A9BF5FF-6414-4914-93A3-694F4A68799E}" dt="2025-08-21T10:11:30.130" v="559"/>
          <ac:spMkLst>
            <pc:docMk/>
            <pc:sldMk cId="1371121792" sldId="263"/>
            <ac:spMk id="34" creationId="{DA094574-EDF8-1655-12C7-51EF4944F676}"/>
          </ac:spMkLst>
        </pc:spChg>
        <pc:spChg chg="mod">
          <ac:chgData name="Vanhauwaert, Wim" userId="88f3e010-33d6-4c8b-8703-2e7894de5501" providerId="ADAL" clId="{9A9BF5FF-6414-4914-93A3-694F4A68799E}" dt="2025-08-21T10:11:30.130" v="559"/>
          <ac:spMkLst>
            <pc:docMk/>
            <pc:sldMk cId="1371121792" sldId="263"/>
            <ac:spMk id="35" creationId="{1903D401-D50A-00C6-B6AB-9E551BDBB339}"/>
          </ac:spMkLst>
        </pc:spChg>
        <pc:spChg chg="mod">
          <ac:chgData name="Vanhauwaert, Wim" userId="88f3e010-33d6-4c8b-8703-2e7894de5501" providerId="ADAL" clId="{9A9BF5FF-6414-4914-93A3-694F4A68799E}" dt="2025-08-21T10:11:30.130" v="559"/>
          <ac:spMkLst>
            <pc:docMk/>
            <pc:sldMk cId="1371121792" sldId="263"/>
            <ac:spMk id="36" creationId="{1ADA6629-5B36-EFFB-392A-F41FADA7A853}"/>
          </ac:spMkLst>
        </pc:spChg>
        <pc:spChg chg="mod">
          <ac:chgData name="Vanhauwaert, Wim" userId="88f3e010-33d6-4c8b-8703-2e7894de5501" providerId="ADAL" clId="{9A9BF5FF-6414-4914-93A3-694F4A68799E}" dt="2025-08-21T10:11:30.130" v="559"/>
          <ac:spMkLst>
            <pc:docMk/>
            <pc:sldMk cId="1371121792" sldId="263"/>
            <ac:spMk id="39" creationId="{FB39F570-0410-8B12-CC1B-2B097FB9A06C}"/>
          </ac:spMkLst>
        </pc:spChg>
        <pc:spChg chg="mod">
          <ac:chgData name="Vanhauwaert, Wim" userId="88f3e010-33d6-4c8b-8703-2e7894de5501" providerId="ADAL" clId="{9A9BF5FF-6414-4914-93A3-694F4A68799E}" dt="2025-08-21T10:11:30.130" v="559"/>
          <ac:spMkLst>
            <pc:docMk/>
            <pc:sldMk cId="1371121792" sldId="263"/>
            <ac:spMk id="40" creationId="{D1CEFA8E-8549-E368-1A3E-4A32176283C2}"/>
          </ac:spMkLst>
        </pc:spChg>
        <pc:spChg chg="mod">
          <ac:chgData name="Vanhauwaert, Wim" userId="88f3e010-33d6-4c8b-8703-2e7894de5501" providerId="ADAL" clId="{9A9BF5FF-6414-4914-93A3-694F4A68799E}" dt="2025-08-21T10:11:30.130" v="559"/>
          <ac:spMkLst>
            <pc:docMk/>
            <pc:sldMk cId="1371121792" sldId="263"/>
            <ac:spMk id="42" creationId="{DA39C27D-9C9C-407C-0004-A842541686CC}"/>
          </ac:spMkLst>
        </pc:spChg>
        <pc:spChg chg="mod">
          <ac:chgData name="Vanhauwaert, Wim" userId="88f3e010-33d6-4c8b-8703-2e7894de5501" providerId="ADAL" clId="{9A9BF5FF-6414-4914-93A3-694F4A68799E}" dt="2025-08-21T10:11:30.130" v="559"/>
          <ac:spMkLst>
            <pc:docMk/>
            <pc:sldMk cId="1371121792" sldId="263"/>
            <ac:spMk id="43" creationId="{94519ED0-57D4-64D4-56BF-6191D2BE4266}"/>
          </ac:spMkLst>
        </pc:spChg>
        <pc:spChg chg="mod">
          <ac:chgData name="Vanhauwaert, Wim" userId="88f3e010-33d6-4c8b-8703-2e7894de5501" providerId="ADAL" clId="{9A9BF5FF-6414-4914-93A3-694F4A68799E}" dt="2025-08-21T10:11:30.130" v="559"/>
          <ac:spMkLst>
            <pc:docMk/>
            <pc:sldMk cId="1371121792" sldId="263"/>
            <ac:spMk id="47" creationId="{D4EDE3E2-5660-931B-8DA4-94AD2D97EC01}"/>
          </ac:spMkLst>
        </pc:spChg>
        <pc:spChg chg="mod">
          <ac:chgData name="Vanhauwaert, Wim" userId="88f3e010-33d6-4c8b-8703-2e7894de5501" providerId="ADAL" clId="{9A9BF5FF-6414-4914-93A3-694F4A68799E}" dt="2025-08-21T10:15:33.206" v="599"/>
          <ac:spMkLst>
            <pc:docMk/>
            <pc:sldMk cId="1371121792" sldId="263"/>
            <ac:spMk id="49" creationId="{1B3E3ABE-C830-9B58-9141-EBE0D632ED70}"/>
          </ac:spMkLst>
        </pc:spChg>
        <pc:spChg chg="mod">
          <ac:chgData name="Vanhauwaert, Wim" userId="88f3e010-33d6-4c8b-8703-2e7894de5501" providerId="ADAL" clId="{9A9BF5FF-6414-4914-93A3-694F4A68799E}" dt="2025-08-21T10:15:33.206" v="599"/>
          <ac:spMkLst>
            <pc:docMk/>
            <pc:sldMk cId="1371121792" sldId="263"/>
            <ac:spMk id="50" creationId="{F76E6915-7CA4-C9FA-1153-8B89EE627A9C}"/>
          </ac:spMkLst>
        </pc:spChg>
        <pc:spChg chg="mod">
          <ac:chgData name="Vanhauwaert, Wim" userId="88f3e010-33d6-4c8b-8703-2e7894de5501" providerId="ADAL" clId="{9A9BF5FF-6414-4914-93A3-694F4A68799E}" dt="2025-08-21T10:19:44.587" v="632"/>
          <ac:spMkLst>
            <pc:docMk/>
            <pc:sldMk cId="1371121792" sldId="263"/>
            <ac:spMk id="56" creationId="{BB7BEB61-48BB-7C7D-C142-99693000297E}"/>
          </ac:spMkLst>
        </pc:spChg>
        <pc:spChg chg="mod">
          <ac:chgData name="Vanhauwaert, Wim" userId="88f3e010-33d6-4c8b-8703-2e7894de5501" providerId="ADAL" clId="{9A9BF5FF-6414-4914-93A3-694F4A68799E}" dt="2025-08-21T10:19:44.587" v="632"/>
          <ac:spMkLst>
            <pc:docMk/>
            <pc:sldMk cId="1371121792" sldId="263"/>
            <ac:spMk id="62" creationId="{824676A0-10FA-E769-022E-15A16D08BEAA}"/>
          </ac:spMkLst>
        </pc:spChg>
        <pc:spChg chg="mod">
          <ac:chgData name="Vanhauwaert, Wim" userId="88f3e010-33d6-4c8b-8703-2e7894de5501" providerId="ADAL" clId="{9A9BF5FF-6414-4914-93A3-694F4A68799E}" dt="2025-08-21T10:19:44.587" v="632"/>
          <ac:spMkLst>
            <pc:docMk/>
            <pc:sldMk cId="1371121792" sldId="263"/>
            <ac:spMk id="63" creationId="{5F22581D-2543-44E1-9F84-1E5F3D2ABA39}"/>
          </ac:spMkLst>
        </pc:spChg>
        <pc:spChg chg="mod">
          <ac:chgData name="Vanhauwaert, Wim" userId="88f3e010-33d6-4c8b-8703-2e7894de5501" providerId="ADAL" clId="{9A9BF5FF-6414-4914-93A3-694F4A68799E}" dt="2025-08-19T12:28:00.150" v="287" actId="207"/>
          <ac:spMkLst>
            <pc:docMk/>
            <pc:sldMk cId="1371121792" sldId="263"/>
            <ac:spMk id="366" creationId="{1F92D06C-2CED-EBE5-C3AF-C292705F4E21}"/>
          </ac:spMkLst>
        </pc:spChg>
        <pc:spChg chg="mod">
          <ac:chgData name="Vanhauwaert, Wim" userId="88f3e010-33d6-4c8b-8703-2e7894de5501" providerId="ADAL" clId="{9A9BF5FF-6414-4914-93A3-694F4A68799E}" dt="2025-08-19T12:28:05.040" v="288" actId="207"/>
          <ac:spMkLst>
            <pc:docMk/>
            <pc:sldMk cId="1371121792" sldId="263"/>
            <ac:spMk id="367" creationId="{383381C6-F106-47F2-126F-A68C0469781A}"/>
          </ac:spMkLst>
        </pc:spChg>
        <pc:spChg chg="mod">
          <ac:chgData name="Vanhauwaert, Wim" userId="88f3e010-33d6-4c8b-8703-2e7894de5501" providerId="ADAL" clId="{9A9BF5FF-6414-4914-93A3-694F4A68799E}" dt="2025-08-19T12:27:49.579" v="284" actId="207"/>
          <ac:spMkLst>
            <pc:docMk/>
            <pc:sldMk cId="1371121792" sldId="263"/>
            <ac:spMk id="374" creationId="{0F1AB7D8-AD30-0DBD-DA2F-37C3B3CF670D}"/>
          </ac:spMkLst>
        </pc:spChg>
        <pc:spChg chg="mod">
          <ac:chgData name="Vanhauwaert, Wim" userId="88f3e010-33d6-4c8b-8703-2e7894de5501" providerId="ADAL" clId="{9A9BF5FF-6414-4914-93A3-694F4A68799E}" dt="2025-08-19T12:27:56.701" v="286" actId="207"/>
          <ac:spMkLst>
            <pc:docMk/>
            <pc:sldMk cId="1371121792" sldId="263"/>
            <ac:spMk id="375" creationId="{41DB7E3D-D7BA-C9A2-F730-0AAC602D56FB}"/>
          </ac:spMkLst>
        </pc:spChg>
        <pc:spChg chg="mod">
          <ac:chgData name="Vanhauwaert, Wim" userId="88f3e010-33d6-4c8b-8703-2e7894de5501" providerId="ADAL" clId="{9A9BF5FF-6414-4914-93A3-694F4A68799E}" dt="2025-08-19T12:27:53.523" v="285" actId="207"/>
          <ac:spMkLst>
            <pc:docMk/>
            <pc:sldMk cId="1371121792" sldId="263"/>
            <ac:spMk id="387" creationId="{57C00E4D-815A-28C5-D32C-C15A7CCF5A72}"/>
          </ac:spMkLst>
        </pc:spChg>
        <pc:spChg chg="mod">
          <ac:chgData name="Vanhauwaert, Wim" userId="88f3e010-33d6-4c8b-8703-2e7894de5501" providerId="ADAL" clId="{9A9BF5FF-6414-4914-93A3-694F4A68799E}" dt="2025-08-21T10:19:44.587" v="632"/>
          <ac:spMkLst>
            <pc:docMk/>
            <pc:sldMk cId="1371121792" sldId="263"/>
            <ac:spMk id="448" creationId="{2BD95431-751B-E5E7-62EE-E474F6E3E6E5}"/>
          </ac:spMkLst>
        </pc:spChg>
        <pc:spChg chg="mod">
          <ac:chgData name="Vanhauwaert, Wim" userId="88f3e010-33d6-4c8b-8703-2e7894de5501" providerId="ADAL" clId="{9A9BF5FF-6414-4914-93A3-694F4A68799E}" dt="2025-08-21T10:19:44.587" v="632"/>
          <ac:spMkLst>
            <pc:docMk/>
            <pc:sldMk cId="1371121792" sldId="263"/>
            <ac:spMk id="449" creationId="{46292499-FEF1-4458-3A0F-F7DF8040C74F}"/>
          </ac:spMkLst>
        </pc:spChg>
        <pc:spChg chg="mod">
          <ac:chgData name="Vanhauwaert, Wim" userId="88f3e010-33d6-4c8b-8703-2e7894de5501" providerId="ADAL" clId="{9A9BF5FF-6414-4914-93A3-694F4A68799E}" dt="2025-08-21T10:19:44.587" v="632"/>
          <ac:spMkLst>
            <pc:docMk/>
            <pc:sldMk cId="1371121792" sldId="263"/>
            <ac:spMk id="450" creationId="{A6FB788B-5BC9-BD61-4AFA-391C2A101B76}"/>
          </ac:spMkLst>
        </pc:spChg>
        <pc:spChg chg="mod">
          <ac:chgData name="Vanhauwaert, Wim" userId="88f3e010-33d6-4c8b-8703-2e7894de5501" providerId="ADAL" clId="{9A9BF5FF-6414-4914-93A3-694F4A68799E}" dt="2025-08-21T10:19:44.587" v="632"/>
          <ac:spMkLst>
            <pc:docMk/>
            <pc:sldMk cId="1371121792" sldId="263"/>
            <ac:spMk id="451" creationId="{EE472565-FA92-32C2-C158-B56985A56E92}"/>
          </ac:spMkLst>
        </pc:spChg>
        <pc:spChg chg="mod">
          <ac:chgData name="Vanhauwaert, Wim" userId="88f3e010-33d6-4c8b-8703-2e7894de5501" providerId="ADAL" clId="{9A9BF5FF-6414-4914-93A3-694F4A68799E}" dt="2025-08-21T10:19:44.587" v="632"/>
          <ac:spMkLst>
            <pc:docMk/>
            <pc:sldMk cId="1371121792" sldId="263"/>
            <ac:spMk id="452" creationId="{5941E9BC-4F58-3129-C462-3456ABF23261}"/>
          </ac:spMkLst>
        </pc:spChg>
        <pc:spChg chg="mod">
          <ac:chgData name="Vanhauwaert, Wim" userId="88f3e010-33d6-4c8b-8703-2e7894de5501" providerId="ADAL" clId="{9A9BF5FF-6414-4914-93A3-694F4A68799E}" dt="2025-08-21T10:19:44.587" v="632"/>
          <ac:spMkLst>
            <pc:docMk/>
            <pc:sldMk cId="1371121792" sldId="263"/>
            <ac:spMk id="464" creationId="{F38F4F9C-0BED-2487-3F00-D90F11CE9A89}"/>
          </ac:spMkLst>
        </pc:spChg>
        <pc:spChg chg="mod">
          <ac:chgData name="Vanhauwaert, Wim" userId="88f3e010-33d6-4c8b-8703-2e7894de5501" providerId="ADAL" clId="{9A9BF5FF-6414-4914-93A3-694F4A68799E}" dt="2025-08-21T10:19:44.587" v="632"/>
          <ac:spMkLst>
            <pc:docMk/>
            <pc:sldMk cId="1371121792" sldId="263"/>
            <ac:spMk id="468" creationId="{5EFEABAC-3E5F-90A7-E8AE-1B9255F6CCC6}"/>
          </ac:spMkLst>
        </pc:spChg>
        <pc:spChg chg="mod">
          <ac:chgData name="Vanhauwaert, Wim" userId="88f3e010-33d6-4c8b-8703-2e7894de5501" providerId="ADAL" clId="{9A9BF5FF-6414-4914-93A3-694F4A68799E}" dt="2025-08-21T10:20:51.309" v="644"/>
          <ac:spMkLst>
            <pc:docMk/>
            <pc:sldMk cId="1371121792" sldId="263"/>
            <ac:spMk id="472" creationId="{3DCAB26F-DA02-1FAC-4955-129E19276742}"/>
          </ac:spMkLst>
        </pc:spChg>
        <pc:spChg chg="mod">
          <ac:chgData name="Vanhauwaert, Wim" userId="88f3e010-33d6-4c8b-8703-2e7894de5501" providerId="ADAL" clId="{9A9BF5FF-6414-4914-93A3-694F4A68799E}" dt="2025-08-21T10:20:51.309" v="644"/>
          <ac:spMkLst>
            <pc:docMk/>
            <pc:sldMk cId="1371121792" sldId="263"/>
            <ac:spMk id="473" creationId="{F43B25C9-F226-C71E-384C-7EF1F84773BD}"/>
          </ac:spMkLst>
        </pc:spChg>
        <pc:spChg chg="mod">
          <ac:chgData name="Vanhauwaert, Wim" userId="88f3e010-33d6-4c8b-8703-2e7894de5501" providerId="ADAL" clId="{9A9BF5FF-6414-4914-93A3-694F4A68799E}" dt="2025-08-21T10:20:51.309" v="644"/>
          <ac:spMkLst>
            <pc:docMk/>
            <pc:sldMk cId="1371121792" sldId="263"/>
            <ac:spMk id="475" creationId="{96B95268-7F2D-7D7E-EBE6-96D5FCD0F034}"/>
          </ac:spMkLst>
        </pc:spChg>
        <pc:spChg chg="mod">
          <ac:chgData name="Vanhauwaert, Wim" userId="88f3e010-33d6-4c8b-8703-2e7894de5501" providerId="ADAL" clId="{9A9BF5FF-6414-4914-93A3-694F4A68799E}" dt="2025-08-21T10:20:51.309" v="644"/>
          <ac:spMkLst>
            <pc:docMk/>
            <pc:sldMk cId="1371121792" sldId="263"/>
            <ac:spMk id="478" creationId="{5534C458-C894-6E30-53D4-B530ABB2FBA0}"/>
          </ac:spMkLst>
        </pc:spChg>
        <pc:spChg chg="mod">
          <ac:chgData name="Vanhauwaert, Wim" userId="88f3e010-33d6-4c8b-8703-2e7894de5501" providerId="ADAL" clId="{9A9BF5FF-6414-4914-93A3-694F4A68799E}" dt="2025-08-21T10:20:51.309" v="644"/>
          <ac:spMkLst>
            <pc:docMk/>
            <pc:sldMk cId="1371121792" sldId="263"/>
            <ac:spMk id="480" creationId="{767467FE-0499-EB5B-E038-2762C415D7F6}"/>
          </ac:spMkLst>
        </pc:spChg>
        <pc:spChg chg="mod">
          <ac:chgData name="Vanhauwaert, Wim" userId="88f3e010-33d6-4c8b-8703-2e7894de5501" providerId="ADAL" clId="{9A9BF5FF-6414-4914-93A3-694F4A68799E}" dt="2025-08-21T10:20:51.309" v="644"/>
          <ac:spMkLst>
            <pc:docMk/>
            <pc:sldMk cId="1371121792" sldId="263"/>
            <ac:spMk id="482" creationId="{DE0FC85D-4CE0-2B08-BEB7-336DA90B4E6E}"/>
          </ac:spMkLst>
        </pc:spChg>
        <pc:spChg chg="mod">
          <ac:chgData name="Vanhauwaert, Wim" userId="88f3e010-33d6-4c8b-8703-2e7894de5501" providerId="ADAL" clId="{9A9BF5FF-6414-4914-93A3-694F4A68799E}" dt="2025-08-21T10:20:51.309" v="644"/>
          <ac:spMkLst>
            <pc:docMk/>
            <pc:sldMk cId="1371121792" sldId="263"/>
            <ac:spMk id="483" creationId="{26028493-0AD9-6437-6920-8B22BFE3A492}"/>
          </ac:spMkLst>
        </pc:spChg>
        <pc:spChg chg="mod">
          <ac:chgData name="Vanhauwaert, Wim" userId="88f3e010-33d6-4c8b-8703-2e7894de5501" providerId="ADAL" clId="{9A9BF5FF-6414-4914-93A3-694F4A68799E}" dt="2025-08-21T10:20:51.309" v="644"/>
          <ac:spMkLst>
            <pc:docMk/>
            <pc:sldMk cId="1371121792" sldId="263"/>
            <ac:spMk id="484" creationId="{BC943CB3-6F6F-DFD3-E6F4-BD77A1491AC8}"/>
          </ac:spMkLst>
        </pc:spChg>
        <pc:spChg chg="mod">
          <ac:chgData name="Vanhauwaert, Wim" userId="88f3e010-33d6-4c8b-8703-2e7894de5501" providerId="ADAL" clId="{9A9BF5FF-6414-4914-93A3-694F4A68799E}" dt="2025-08-19T12:32:51.291" v="357" actId="207"/>
          <ac:spMkLst>
            <pc:docMk/>
            <pc:sldMk cId="1371121792" sldId="263"/>
            <ac:spMk id="487" creationId="{9F480BFE-93D9-B33F-71D2-027D504039FD}"/>
          </ac:spMkLst>
        </pc:spChg>
        <pc:spChg chg="mod">
          <ac:chgData name="Vanhauwaert, Wim" userId="88f3e010-33d6-4c8b-8703-2e7894de5501" providerId="ADAL" clId="{9A9BF5FF-6414-4914-93A3-694F4A68799E}" dt="2025-08-19T12:32:51.291" v="357" actId="207"/>
          <ac:spMkLst>
            <pc:docMk/>
            <pc:sldMk cId="1371121792" sldId="263"/>
            <ac:spMk id="488" creationId="{F079DC2F-C442-7D80-05F4-F5F5549CDD49}"/>
          </ac:spMkLst>
        </pc:spChg>
        <pc:spChg chg="mod">
          <ac:chgData name="Vanhauwaert, Wim" userId="88f3e010-33d6-4c8b-8703-2e7894de5501" providerId="ADAL" clId="{9A9BF5FF-6414-4914-93A3-694F4A68799E}" dt="2025-08-19T12:32:52.468" v="358" actId="207"/>
          <ac:spMkLst>
            <pc:docMk/>
            <pc:sldMk cId="1371121792" sldId="263"/>
            <ac:spMk id="489" creationId="{23F39B77-8C18-8169-E57D-EE2ED9FFFB6D}"/>
          </ac:spMkLst>
        </pc:spChg>
        <pc:spChg chg="mod">
          <ac:chgData name="Vanhauwaert, Wim" userId="88f3e010-33d6-4c8b-8703-2e7894de5501" providerId="ADAL" clId="{9A9BF5FF-6414-4914-93A3-694F4A68799E}" dt="2025-08-19T12:32:48.073" v="356" actId="207"/>
          <ac:spMkLst>
            <pc:docMk/>
            <pc:sldMk cId="1371121792" sldId="263"/>
            <ac:spMk id="490" creationId="{EF93A7F9-F43C-6914-68D9-A8642F2C6565}"/>
          </ac:spMkLst>
        </pc:spChg>
        <pc:spChg chg="mod">
          <ac:chgData name="Vanhauwaert, Wim" userId="88f3e010-33d6-4c8b-8703-2e7894de5501" providerId="ADAL" clId="{9A9BF5FF-6414-4914-93A3-694F4A68799E}" dt="2025-08-19T12:32:48.073" v="356" actId="207"/>
          <ac:spMkLst>
            <pc:docMk/>
            <pc:sldMk cId="1371121792" sldId="263"/>
            <ac:spMk id="491" creationId="{92D1777E-AC53-A9DA-C622-B2A60BE6112D}"/>
          </ac:spMkLst>
        </pc:spChg>
        <pc:spChg chg="mod">
          <ac:chgData name="Vanhauwaert, Wim" userId="88f3e010-33d6-4c8b-8703-2e7894de5501" providerId="ADAL" clId="{9A9BF5FF-6414-4914-93A3-694F4A68799E}" dt="2025-08-19T12:27:15.690" v="280" actId="207"/>
          <ac:spMkLst>
            <pc:docMk/>
            <pc:sldMk cId="1371121792" sldId="263"/>
            <ac:spMk id="498" creationId="{C3CF9081-8570-C4BA-E822-08FE5A6C2AB2}"/>
          </ac:spMkLst>
        </pc:spChg>
        <pc:spChg chg="mod">
          <ac:chgData name="Vanhauwaert, Wim" userId="88f3e010-33d6-4c8b-8703-2e7894de5501" providerId="ADAL" clId="{9A9BF5FF-6414-4914-93A3-694F4A68799E}" dt="2025-08-21T10:20:51.309" v="644"/>
          <ac:spMkLst>
            <pc:docMk/>
            <pc:sldMk cId="1371121792" sldId="263"/>
            <ac:spMk id="503" creationId="{A1DAFF3C-A7E7-92D6-D5B5-DC634996A9E7}"/>
          </ac:spMkLst>
        </pc:spChg>
        <pc:spChg chg="mod">
          <ac:chgData name="Vanhauwaert, Wim" userId="88f3e010-33d6-4c8b-8703-2e7894de5501" providerId="ADAL" clId="{9A9BF5FF-6414-4914-93A3-694F4A68799E}" dt="2025-08-21T10:20:51.309" v="644"/>
          <ac:spMkLst>
            <pc:docMk/>
            <pc:sldMk cId="1371121792" sldId="263"/>
            <ac:spMk id="508" creationId="{150B4F12-AC22-89F4-6FD0-31E8AC107A8F}"/>
          </ac:spMkLst>
        </pc:spChg>
        <pc:spChg chg="mod">
          <ac:chgData name="Vanhauwaert, Wim" userId="88f3e010-33d6-4c8b-8703-2e7894de5501" providerId="ADAL" clId="{9A9BF5FF-6414-4914-93A3-694F4A68799E}" dt="2025-08-21T10:21:21.607" v="652"/>
          <ac:spMkLst>
            <pc:docMk/>
            <pc:sldMk cId="1371121792" sldId="263"/>
            <ac:spMk id="576" creationId="{ABD99127-5DE2-5A87-4B28-91CC854080B5}"/>
          </ac:spMkLst>
        </pc:spChg>
        <pc:spChg chg="mod">
          <ac:chgData name="Vanhauwaert, Wim" userId="88f3e010-33d6-4c8b-8703-2e7894de5501" providerId="ADAL" clId="{9A9BF5FF-6414-4914-93A3-694F4A68799E}" dt="2025-08-21T10:21:21.607" v="652"/>
          <ac:spMkLst>
            <pc:docMk/>
            <pc:sldMk cId="1371121792" sldId="263"/>
            <ac:spMk id="577" creationId="{9EC73148-02CF-A7AA-0AD7-11CBE2D46E56}"/>
          </ac:spMkLst>
        </pc:spChg>
        <pc:spChg chg="mod">
          <ac:chgData name="Vanhauwaert, Wim" userId="88f3e010-33d6-4c8b-8703-2e7894de5501" providerId="ADAL" clId="{9A9BF5FF-6414-4914-93A3-694F4A68799E}" dt="2025-08-21T10:21:21.607" v="652"/>
          <ac:spMkLst>
            <pc:docMk/>
            <pc:sldMk cId="1371121792" sldId="263"/>
            <ac:spMk id="578" creationId="{18F99E77-4020-62A7-2CA6-C6F1C4F31A74}"/>
          </ac:spMkLst>
        </pc:spChg>
        <pc:spChg chg="mod">
          <ac:chgData name="Vanhauwaert, Wim" userId="88f3e010-33d6-4c8b-8703-2e7894de5501" providerId="ADAL" clId="{9A9BF5FF-6414-4914-93A3-694F4A68799E}" dt="2025-08-21T10:21:21.607" v="652"/>
          <ac:spMkLst>
            <pc:docMk/>
            <pc:sldMk cId="1371121792" sldId="263"/>
            <ac:spMk id="580" creationId="{2F2634CC-4936-30A1-3A6A-2529CCA2D915}"/>
          </ac:spMkLst>
        </pc:spChg>
        <pc:spChg chg="mod">
          <ac:chgData name="Vanhauwaert, Wim" userId="88f3e010-33d6-4c8b-8703-2e7894de5501" providerId="ADAL" clId="{9A9BF5FF-6414-4914-93A3-694F4A68799E}" dt="2025-08-21T10:21:21.607" v="652"/>
          <ac:spMkLst>
            <pc:docMk/>
            <pc:sldMk cId="1371121792" sldId="263"/>
            <ac:spMk id="582" creationId="{7C2CBDC6-0868-7B64-5CAF-A9396F2FE5A5}"/>
          </ac:spMkLst>
        </pc:spChg>
        <pc:spChg chg="mod">
          <ac:chgData name="Vanhauwaert, Wim" userId="88f3e010-33d6-4c8b-8703-2e7894de5501" providerId="ADAL" clId="{9A9BF5FF-6414-4914-93A3-694F4A68799E}" dt="2025-08-21T10:21:21.607" v="652"/>
          <ac:spMkLst>
            <pc:docMk/>
            <pc:sldMk cId="1371121792" sldId="263"/>
            <ac:spMk id="583" creationId="{2AB7F258-D3D4-6CE3-245D-5AF83DCE2081}"/>
          </ac:spMkLst>
        </pc:spChg>
        <pc:spChg chg="mod">
          <ac:chgData name="Vanhauwaert, Wim" userId="88f3e010-33d6-4c8b-8703-2e7894de5501" providerId="ADAL" clId="{9A9BF5FF-6414-4914-93A3-694F4A68799E}" dt="2025-08-21T10:21:21.607" v="652"/>
          <ac:spMkLst>
            <pc:docMk/>
            <pc:sldMk cId="1371121792" sldId="263"/>
            <ac:spMk id="584" creationId="{B8B032AD-AB93-8170-E220-3E320C366BC8}"/>
          </ac:spMkLst>
        </pc:spChg>
        <pc:spChg chg="mod">
          <ac:chgData name="Vanhauwaert, Wim" userId="88f3e010-33d6-4c8b-8703-2e7894de5501" providerId="ADAL" clId="{9A9BF5FF-6414-4914-93A3-694F4A68799E}" dt="2025-08-21T10:21:21.607" v="652"/>
          <ac:spMkLst>
            <pc:docMk/>
            <pc:sldMk cId="1371121792" sldId="263"/>
            <ac:spMk id="585" creationId="{B6D3ED0D-9887-E08C-79A3-3CE012B6315B}"/>
          </ac:spMkLst>
        </pc:spChg>
        <pc:spChg chg="mod">
          <ac:chgData name="Vanhauwaert, Wim" userId="88f3e010-33d6-4c8b-8703-2e7894de5501" providerId="ADAL" clId="{9A9BF5FF-6414-4914-93A3-694F4A68799E}" dt="2025-08-19T12:27:19.951" v="281" actId="207"/>
          <ac:spMkLst>
            <pc:docMk/>
            <pc:sldMk cId="1371121792" sldId="263"/>
            <ac:spMk id="605" creationId="{9AE9E8A5-1475-60E7-5A6C-01CE9DD05E5C}"/>
          </ac:spMkLst>
        </pc:spChg>
        <pc:spChg chg="mod">
          <ac:chgData name="Vanhauwaert, Wim" userId="88f3e010-33d6-4c8b-8703-2e7894de5501" providerId="ADAL" clId="{9A9BF5FF-6414-4914-93A3-694F4A68799E}" dt="2025-08-19T12:27:23.548" v="282" actId="207"/>
          <ac:spMkLst>
            <pc:docMk/>
            <pc:sldMk cId="1371121792" sldId="263"/>
            <ac:spMk id="606" creationId="{D8804FBA-C3C0-615C-4689-7F4548AC7506}"/>
          </ac:spMkLst>
        </pc:spChg>
        <pc:grpChg chg="del">
          <ac:chgData name="Vanhauwaert, Wim" userId="88f3e010-33d6-4c8b-8703-2e7894de5501" providerId="ADAL" clId="{9A9BF5FF-6414-4914-93A3-694F4A68799E}" dt="2025-08-21T10:20:51.181" v="643" actId="478"/>
          <ac:grpSpMkLst>
            <pc:docMk/>
            <pc:sldMk cId="1371121792" sldId="263"/>
            <ac:grpSpMk id="5" creationId="{DBD79CB7-582A-E401-7109-2A396487E210}"/>
          </ac:grpSpMkLst>
        </pc:grpChg>
        <pc:grpChg chg="del">
          <ac:chgData name="Vanhauwaert, Wim" userId="88f3e010-33d6-4c8b-8703-2e7894de5501" providerId="ADAL" clId="{9A9BF5FF-6414-4914-93A3-694F4A68799E}" dt="2025-08-21T10:20:51.181" v="643" actId="478"/>
          <ac:grpSpMkLst>
            <pc:docMk/>
            <pc:sldMk cId="1371121792" sldId="263"/>
            <ac:grpSpMk id="7" creationId="{86C05273-060B-1109-B593-F8F9D8C65172}"/>
          </ac:grpSpMkLst>
        </pc:grpChg>
        <pc:grpChg chg="del">
          <ac:chgData name="Vanhauwaert, Wim" userId="88f3e010-33d6-4c8b-8703-2e7894de5501" providerId="ADAL" clId="{9A9BF5FF-6414-4914-93A3-694F4A68799E}" dt="2025-08-21T10:19:44.438" v="631" actId="478"/>
          <ac:grpSpMkLst>
            <pc:docMk/>
            <pc:sldMk cId="1371121792" sldId="263"/>
            <ac:grpSpMk id="8" creationId="{006EDC66-7C86-A5FB-A9A1-7773CDD4812B}"/>
          </ac:grpSpMkLst>
        </pc:grpChg>
        <pc:grpChg chg="ord">
          <ac:chgData name="Vanhauwaert, Wim" userId="88f3e010-33d6-4c8b-8703-2e7894de5501" providerId="ADAL" clId="{9A9BF5FF-6414-4914-93A3-694F4A68799E}" dt="2025-08-20T08:08:35.298" v="537" actId="167"/>
          <ac:grpSpMkLst>
            <pc:docMk/>
            <pc:sldMk cId="1371121792" sldId="263"/>
            <ac:grpSpMk id="8" creationId="{A510312A-5350-BF41-99F7-19C4B903CFA6}"/>
          </ac:grpSpMkLst>
        </pc:grpChg>
        <pc:grpChg chg="del">
          <ac:chgData name="Vanhauwaert, Wim" userId="88f3e010-33d6-4c8b-8703-2e7894de5501" providerId="ADAL" clId="{9A9BF5FF-6414-4914-93A3-694F4A68799E}" dt="2025-08-21T10:21:21.477" v="651" actId="478"/>
          <ac:grpSpMkLst>
            <pc:docMk/>
            <pc:sldMk cId="1371121792" sldId="263"/>
            <ac:grpSpMk id="9" creationId="{4255F555-1C00-49FB-B1B0-910BCC89CB21}"/>
          </ac:grpSpMkLst>
        </pc:grpChg>
        <pc:grpChg chg="del ord">
          <ac:chgData name="Vanhauwaert, Wim" userId="88f3e010-33d6-4c8b-8703-2e7894de5501" providerId="ADAL" clId="{9A9BF5FF-6414-4914-93A3-694F4A68799E}" dt="2025-08-21T10:15:33.029" v="598" actId="478"/>
          <ac:grpSpMkLst>
            <pc:docMk/>
            <pc:sldMk cId="1371121792" sldId="263"/>
            <ac:grpSpMk id="27" creationId="{3F6E2CF9-220D-D550-1F95-9EF0542B338E}"/>
          </ac:grpSpMkLst>
        </pc:grpChg>
        <pc:grpChg chg="add del mod ord">
          <ac:chgData name="Vanhauwaert, Wim" userId="88f3e010-33d6-4c8b-8703-2e7894de5501" providerId="ADAL" clId="{9A9BF5FF-6414-4914-93A3-694F4A68799E}" dt="2025-08-21T10:19:44.438" v="631" actId="478"/>
          <ac:grpSpMkLst>
            <pc:docMk/>
            <pc:sldMk cId="1371121792" sldId="263"/>
            <ac:grpSpMk id="48" creationId="{6CB66EAE-6193-7526-3F80-678CC0155111}"/>
          </ac:grpSpMkLst>
        </pc:grpChg>
        <pc:grpChg chg="mod">
          <ac:chgData name="Vanhauwaert, Wim" userId="88f3e010-33d6-4c8b-8703-2e7894de5501" providerId="ADAL" clId="{9A9BF5FF-6414-4914-93A3-694F4A68799E}" dt="2025-08-21T10:21:21.607" v="652"/>
          <ac:grpSpMkLst>
            <pc:docMk/>
            <pc:sldMk cId="1371121792" sldId="263"/>
            <ac:grpSpMk id="579" creationId="{35AA9970-122C-6A9F-C618-E8DEC666FAAB}"/>
          </ac:grpSpMkLst>
        </pc:grpChg>
        <pc:grpChg chg="mod">
          <ac:chgData name="Vanhauwaert, Wim" userId="88f3e010-33d6-4c8b-8703-2e7894de5501" providerId="ADAL" clId="{9A9BF5FF-6414-4914-93A3-694F4A68799E}" dt="2025-08-21T10:21:21.607" v="652"/>
          <ac:grpSpMkLst>
            <pc:docMk/>
            <pc:sldMk cId="1371121792" sldId="263"/>
            <ac:grpSpMk id="581" creationId="{FF00FF55-71F1-3723-BFBF-08BE6D9E3315}"/>
          </ac:grpSpMkLst>
        </pc:grpChg>
      </pc:sldChg>
      <pc:sldChg chg="addSp delSp modSp add mod delAnim modAnim modShow">
        <pc:chgData name="Vanhauwaert, Wim" userId="88f3e010-33d6-4c8b-8703-2e7894de5501" providerId="ADAL" clId="{9A9BF5FF-6414-4914-93A3-694F4A68799E}" dt="2025-08-21T11:10:56.821" v="669"/>
        <pc:sldMkLst>
          <pc:docMk/>
          <pc:sldMk cId="2002877820" sldId="264"/>
        </pc:sldMkLst>
        <pc:spChg chg="mod">
          <ac:chgData name="Vanhauwaert, Wim" userId="88f3e010-33d6-4c8b-8703-2e7894de5501" providerId="ADAL" clId="{9A9BF5FF-6414-4914-93A3-694F4A68799E}" dt="2025-08-20T08:08:16.288" v="527"/>
          <ac:spMkLst>
            <pc:docMk/>
            <pc:sldMk cId="2002877820" sldId="264"/>
            <ac:spMk id="12" creationId="{8CA201C7-D954-2FBE-D9CD-3330E1501F2D}"/>
          </ac:spMkLst>
        </pc:spChg>
        <pc:spChg chg="mod">
          <ac:chgData name="Vanhauwaert, Wim" userId="88f3e010-33d6-4c8b-8703-2e7894de5501" providerId="ADAL" clId="{9A9BF5FF-6414-4914-93A3-694F4A68799E}" dt="2025-08-20T08:08:16.288" v="527"/>
          <ac:spMkLst>
            <pc:docMk/>
            <pc:sldMk cId="2002877820" sldId="264"/>
            <ac:spMk id="14" creationId="{203580FB-217D-9391-079A-922727E30AF2}"/>
          </ac:spMkLst>
        </pc:spChg>
        <pc:spChg chg="mod">
          <ac:chgData name="Vanhauwaert, Wim" userId="88f3e010-33d6-4c8b-8703-2e7894de5501" providerId="ADAL" clId="{9A9BF5FF-6414-4914-93A3-694F4A68799E}" dt="2025-08-21T10:11:28.897" v="558"/>
          <ac:spMkLst>
            <pc:docMk/>
            <pc:sldMk cId="2002877820" sldId="264"/>
            <ac:spMk id="14" creationId="{CC95D1EC-D18B-C6A9-F111-6AB3A609EA51}"/>
          </ac:spMkLst>
        </pc:spChg>
        <pc:spChg chg="mod">
          <ac:chgData name="Vanhauwaert, Wim" userId="88f3e010-33d6-4c8b-8703-2e7894de5501" providerId="ADAL" clId="{9A9BF5FF-6414-4914-93A3-694F4A68799E}" dt="2025-08-20T08:08:16.288" v="527"/>
          <ac:spMkLst>
            <pc:docMk/>
            <pc:sldMk cId="2002877820" sldId="264"/>
            <ac:spMk id="16" creationId="{0F439CBF-7F0A-E930-D1D5-BD1010869080}"/>
          </ac:spMkLst>
        </pc:spChg>
        <pc:spChg chg="mod">
          <ac:chgData name="Vanhauwaert, Wim" userId="88f3e010-33d6-4c8b-8703-2e7894de5501" providerId="ADAL" clId="{9A9BF5FF-6414-4914-93A3-694F4A68799E}" dt="2025-08-21T10:11:28.897" v="558"/>
          <ac:spMkLst>
            <pc:docMk/>
            <pc:sldMk cId="2002877820" sldId="264"/>
            <ac:spMk id="16" creationId="{EC478F6C-F8AC-AABB-E132-FF9561AA6CC4}"/>
          </ac:spMkLst>
        </pc:spChg>
        <pc:spChg chg="mod">
          <ac:chgData name="Vanhauwaert, Wim" userId="88f3e010-33d6-4c8b-8703-2e7894de5501" providerId="ADAL" clId="{9A9BF5FF-6414-4914-93A3-694F4A68799E}" dt="2025-08-21T10:11:28.897" v="558"/>
          <ac:spMkLst>
            <pc:docMk/>
            <pc:sldMk cId="2002877820" sldId="264"/>
            <ac:spMk id="18" creationId="{66BFDC08-E625-1A0D-5E97-3E9577380274}"/>
          </ac:spMkLst>
        </pc:spChg>
        <pc:spChg chg="mod">
          <ac:chgData name="Vanhauwaert, Wim" userId="88f3e010-33d6-4c8b-8703-2e7894de5501" providerId="ADAL" clId="{9A9BF5FF-6414-4914-93A3-694F4A68799E}" dt="2025-08-20T08:08:16.288" v="527"/>
          <ac:spMkLst>
            <pc:docMk/>
            <pc:sldMk cId="2002877820" sldId="264"/>
            <ac:spMk id="19" creationId="{D2626A74-61C9-7D27-870F-5D1030C4CA09}"/>
          </ac:spMkLst>
        </pc:spChg>
        <pc:spChg chg="mod">
          <ac:chgData name="Vanhauwaert, Wim" userId="88f3e010-33d6-4c8b-8703-2e7894de5501" providerId="ADAL" clId="{9A9BF5FF-6414-4914-93A3-694F4A68799E}" dt="2025-08-21T10:11:28.897" v="558"/>
          <ac:spMkLst>
            <pc:docMk/>
            <pc:sldMk cId="2002877820" sldId="264"/>
            <ac:spMk id="20" creationId="{4C50F4E7-9723-646F-A046-F085075A262D}"/>
          </ac:spMkLst>
        </pc:spChg>
        <pc:spChg chg="mod">
          <ac:chgData name="Vanhauwaert, Wim" userId="88f3e010-33d6-4c8b-8703-2e7894de5501" providerId="ADAL" clId="{9A9BF5FF-6414-4914-93A3-694F4A68799E}" dt="2025-08-21T10:11:28.897" v="558"/>
          <ac:spMkLst>
            <pc:docMk/>
            <pc:sldMk cId="2002877820" sldId="264"/>
            <ac:spMk id="23" creationId="{243531A8-BEFB-2323-87AD-26BF312F098B}"/>
          </ac:spMkLst>
        </pc:spChg>
        <pc:spChg chg="mod">
          <ac:chgData name="Vanhauwaert, Wim" userId="88f3e010-33d6-4c8b-8703-2e7894de5501" providerId="ADAL" clId="{9A9BF5FF-6414-4914-93A3-694F4A68799E}" dt="2025-08-20T08:08:16.288" v="527"/>
          <ac:spMkLst>
            <pc:docMk/>
            <pc:sldMk cId="2002877820" sldId="264"/>
            <ac:spMk id="23" creationId="{5B7E5A67-F047-0302-494E-3A8B801B9FF1}"/>
          </ac:spMkLst>
        </pc:spChg>
        <pc:spChg chg="mod">
          <ac:chgData name="Vanhauwaert, Wim" userId="88f3e010-33d6-4c8b-8703-2e7894de5501" providerId="ADAL" clId="{9A9BF5FF-6414-4914-93A3-694F4A68799E}" dt="2025-08-20T08:08:16.288" v="527"/>
          <ac:spMkLst>
            <pc:docMk/>
            <pc:sldMk cId="2002877820" sldId="264"/>
            <ac:spMk id="24" creationId="{B945890F-1A98-0434-6932-766416CD5582}"/>
          </ac:spMkLst>
        </pc:spChg>
        <pc:spChg chg="mod">
          <ac:chgData name="Vanhauwaert, Wim" userId="88f3e010-33d6-4c8b-8703-2e7894de5501" providerId="ADAL" clId="{9A9BF5FF-6414-4914-93A3-694F4A68799E}" dt="2025-08-21T10:11:28.897" v="558"/>
          <ac:spMkLst>
            <pc:docMk/>
            <pc:sldMk cId="2002877820" sldId="264"/>
            <ac:spMk id="25" creationId="{07ACEFBA-E7B6-1069-3B96-D3F8CC814342}"/>
          </ac:spMkLst>
        </pc:spChg>
        <pc:spChg chg="mod">
          <ac:chgData name="Vanhauwaert, Wim" userId="88f3e010-33d6-4c8b-8703-2e7894de5501" providerId="ADAL" clId="{9A9BF5FF-6414-4914-93A3-694F4A68799E}" dt="2025-08-20T08:08:16.288" v="527"/>
          <ac:spMkLst>
            <pc:docMk/>
            <pc:sldMk cId="2002877820" sldId="264"/>
            <ac:spMk id="26" creationId="{AAE4073B-B800-AB24-101D-4C28D2FB855C}"/>
          </ac:spMkLst>
        </pc:spChg>
        <pc:spChg chg="mod">
          <ac:chgData name="Vanhauwaert, Wim" userId="88f3e010-33d6-4c8b-8703-2e7894de5501" providerId="ADAL" clId="{9A9BF5FF-6414-4914-93A3-694F4A68799E}" dt="2025-08-21T10:11:28.897" v="558"/>
          <ac:spMkLst>
            <pc:docMk/>
            <pc:sldMk cId="2002877820" sldId="264"/>
            <ac:spMk id="27" creationId="{5613EC46-9744-3BF3-D91D-8E924BE2FA18}"/>
          </ac:spMkLst>
        </pc:spChg>
        <pc:spChg chg="mod">
          <ac:chgData name="Vanhauwaert, Wim" userId="88f3e010-33d6-4c8b-8703-2e7894de5501" providerId="ADAL" clId="{9A9BF5FF-6414-4914-93A3-694F4A68799E}" dt="2025-08-20T08:08:16.288" v="527"/>
          <ac:spMkLst>
            <pc:docMk/>
            <pc:sldMk cId="2002877820" sldId="264"/>
            <ac:spMk id="28" creationId="{5524F44E-6621-8D30-BB3C-37E492554A0C}"/>
          </ac:spMkLst>
        </pc:spChg>
        <pc:spChg chg="mod">
          <ac:chgData name="Vanhauwaert, Wim" userId="88f3e010-33d6-4c8b-8703-2e7894de5501" providerId="ADAL" clId="{9A9BF5FF-6414-4914-93A3-694F4A68799E}" dt="2025-08-20T08:08:16.288" v="527"/>
          <ac:spMkLst>
            <pc:docMk/>
            <pc:sldMk cId="2002877820" sldId="264"/>
            <ac:spMk id="29" creationId="{BDF4EC40-744E-5025-CDD0-01296B30C5E5}"/>
          </ac:spMkLst>
        </pc:spChg>
        <pc:spChg chg="mod">
          <ac:chgData name="Vanhauwaert, Wim" userId="88f3e010-33d6-4c8b-8703-2e7894de5501" providerId="ADAL" clId="{9A9BF5FF-6414-4914-93A3-694F4A68799E}" dt="2025-08-21T10:11:28.897" v="558"/>
          <ac:spMkLst>
            <pc:docMk/>
            <pc:sldMk cId="2002877820" sldId="264"/>
            <ac:spMk id="29" creationId="{FD549C04-94AC-F3AD-83AF-21D0BDD09698}"/>
          </ac:spMkLst>
        </pc:spChg>
        <pc:spChg chg="mod">
          <ac:chgData name="Vanhauwaert, Wim" userId="88f3e010-33d6-4c8b-8703-2e7894de5501" providerId="ADAL" clId="{9A9BF5FF-6414-4914-93A3-694F4A68799E}" dt="2025-08-21T10:11:28.897" v="558"/>
          <ac:spMkLst>
            <pc:docMk/>
            <pc:sldMk cId="2002877820" sldId="264"/>
            <ac:spMk id="30" creationId="{0B2D841A-9BB1-B394-7713-1AB76DB59C21}"/>
          </ac:spMkLst>
        </pc:spChg>
        <pc:spChg chg="mod">
          <ac:chgData name="Vanhauwaert, Wim" userId="88f3e010-33d6-4c8b-8703-2e7894de5501" providerId="ADAL" clId="{9A9BF5FF-6414-4914-93A3-694F4A68799E}" dt="2025-08-21T10:11:28.897" v="558"/>
          <ac:spMkLst>
            <pc:docMk/>
            <pc:sldMk cId="2002877820" sldId="264"/>
            <ac:spMk id="31" creationId="{4034B757-1A6B-5A90-4FB6-47D21F4E0217}"/>
          </ac:spMkLst>
        </pc:spChg>
        <pc:spChg chg="mod">
          <ac:chgData name="Vanhauwaert, Wim" userId="88f3e010-33d6-4c8b-8703-2e7894de5501" providerId="ADAL" clId="{9A9BF5FF-6414-4914-93A3-694F4A68799E}" dt="2025-08-20T08:08:16.288" v="527"/>
          <ac:spMkLst>
            <pc:docMk/>
            <pc:sldMk cId="2002877820" sldId="264"/>
            <ac:spMk id="31" creationId="{DF000EE4-D2A1-A4B0-31D9-47EA4B8FAEBA}"/>
          </ac:spMkLst>
        </pc:spChg>
        <pc:spChg chg="mod">
          <ac:chgData name="Vanhauwaert, Wim" userId="88f3e010-33d6-4c8b-8703-2e7894de5501" providerId="ADAL" clId="{9A9BF5FF-6414-4914-93A3-694F4A68799E}" dt="2025-08-21T10:15:38.500" v="602"/>
          <ac:spMkLst>
            <pc:docMk/>
            <pc:sldMk cId="2002877820" sldId="264"/>
            <ac:spMk id="33" creationId="{632DD5F4-928B-28CD-3C41-10BA495050BE}"/>
          </ac:spMkLst>
        </pc:spChg>
        <pc:spChg chg="mod">
          <ac:chgData name="Vanhauwaert, Wim" userId="88f3e010-33d6-4c8b-8703-2e7894de5501" providerId="ADAL" clId="{9A9BF5FF-6414-4914-93A3-694F4A68799E}" dt="2025-08-20T08:08:48.113" v="541"/>
          <ac:spMkLst>
            <pc:docMk/>
            <pc:sldMk cId="2002877820" sldId="264"/>
            <ac:spMk id="33" creationId="{DA55928D-4CC1-4DBD-D4E8-F4CD4A726DAC}"/>
          </ac:spMkLst>
        </pc:spChg>
        <pc:spChg chg="mod">
          <ac:chgData name="Vanhauwaert, Wim" userId="88f3e010-33d6-4c8b-8703-2e7894de5501" providerId="ADAL" clId="{9A9BF5FF-6414-4914-93A3-694F4A68799E}" dt="2025-08-20T08:08:48.113" v="541"/>
          <ac:spMkLst>
            <pc:docMk/>
            <pc:sldMk cId="2002877820" sldId="264"/>
            <ac:spMk id="34" creationId="{595C8197-FB2D-FC9D-2F17-FF4DE2111B5A}"/>
          </ac:spMkLst>
        </pc:spChg>
        <pc:spChg chg="mod">
          <ac:chgData name="Vanhauwaert, Wim" userId="88f3e010-33d6-4c8b-8703-2e7894de5501" providerId="ADAL" clId="{9A9BF5FF-6414-4914-93A3-694F4A68799E}" dt="2025-08-21T10:15:38.500" v="602"/>
          <ac:spMkLst>
            <pc:docMk/>
            <pc:sldMk cId="2002877820" sldId="264"/>
            <ac:spMk id="34" creationId="{7331679B-6991-7BEE-DC6D-A9313F7020AB}"/>
          </ac:spMkLst>
        </pc:spChg>
        <pc:spChg chg="mod">
          <ac:chgData name="Vanhauwaert, Wim" userId="88f3e010-33d6-4c8b-8703-2e7894de5501" providerId="ADAL" clId="{9A9BF5FF-6414-4914-93A3-694F4A68799E}" dt="2025-08-20T08:08:48.113" v="541"/>
          <ac:spMkLst>
            <pc:docMk/>
            <pc:sldMk cId="2002877820" sldId="264"/>
            <ac:spMk id="35" creationId="{142D5F4A-8C3D-36FB-A9C4-1D5C09176394}"/>
          </ac:spMkLst>
        </pc:spChg>
        <pc:spChg chg="mod">
          <ac:chgData name="Vanhauwaert, Wim" userId="88f3e010-33d6-4c8b-8703-2e7894de5501" providerId="ADAL" clId="{9A9BF5FF-6414-4914-93A3-694F4A68799E}" dt="2025-08-21T10:19:53.259" v="634"/>
          <ac:spMkLst>
            <pc:docMk/>
            <pc:sldMk cId="2002877820" sldId="264"/>
            <ac:spMk id="38" creationId="{4677B885-D8DD-7F9B-CA52-F558F35376FA}"/>
          </ac:spMkLst>
        </pc:spChg>
        <pc:spChg chg="mod">
          <ac:chgData name="Vanhauwaert, Wim" userId="88f3e010-33d6-4c8b-8703-2e7894de5501" providerId="ADAL" clId="{9A9BF5FF-6414-4914-93A3-694F4A68799E}" dt="2025-08-20T08:08:48.113" v="541"/>
          <ac:spMkLst>
            <pc:docMk/>
            <pc:sldMk cId="2002877820" sldId="264"/>
            <ac:spMk id="39" creationId="{9317480B-F827-F002-B97B-EC9B90425911}"/>
          </ac:spMkLst>
        </pc:spChg>
        <pc:spChg chg="mod">
          <ac:chgData name="Vanhauwaert, Wim" userId="88f3e010-33d6-4c8b-8703-2e7894de5501" providerId="ADAL" clId="{9A9BF5FF-6414-4914-93A3-694F4A68799E}" dt="2025-08-20T08:08:48.113" v="541"/>
          <ac:spMkLst>
            <pc:docMk/>
            <pc:sldMk cId="2002877820" sldId="264"/>
            <ac:spMk id="40" creationId="{89E340E8-9689-5ED3-E622-E79D42C6208B}"/>
          </ac:spMkLst>
        </pc:spChg>
        <pc:spChg chg="mod">
          <ac:chgData name="Vanhauwaert, Wim" userId="88f3e010-33d6-4c8b-8703-2e7894de5501" providerId="ADAL" clId="{9A9BF5FF-6414-4914-93A3-694F4A68799E}" dt="2025-08-21T10:19:53.259" v="634"/>
          <ac:spMkLst>
            <pc:docMk/>
            <pc:sldMk cId="2002877820" sldId="264"/>
            <ac:spMk id="40" creationId="{EDB5828C-F217-90E4-F06A-EF97B96B4250}"/>
          </ac:spMkLst>
        </pc:spChg>
        <pc:spChg chg="mod">
          <ac:chgData name="Vanhauwaert, Wim" userId="88f3e010-33d6-4c8b-8703-2e7894de5501" providerId="ADAL" clId="{9A9BF5FF-6414-4914-93A3-694F4A68799E}" dt="2025-08-20T08:08:48.113" v="541"/>
          <ac:spMkLst>
            <pc:docMk/>
            <pc:sldMk cId="2002877820" sldId="264"/>
            <ac:spMk id="42" creationId="{2A241BB6-5C67-E85C-A52C-08C45EC4D415}"/>
          </ac:spMkLst>
        </pc:spChg>
        <pc:spChg chg="mod">
          <ac:chgData name="Vanhauwaert, Wim" userId="88f3e010-33d6-4c8b-8703-2e7894de5501" providerId="ADAL" clId="{9A9BF5FF-6414-4914-93A3-694F4A68799E}" dt="2025-08-21T10:19:53.259" v="634"/>
          <ac:spMkLst>
            <pc:docMk/>
            <pc:sldMk cId="2002877820" sldId="264"/>
            <ac:spMk id="42" creationId="{3DE9BC59-7FA6-59EB-0EFE-0D554675B357}"/>
          </ac:spMkLst>
        </pc:spChg>
        <pc:spChg chg="mod">
          <ac:chgData name="Vanhauwaert, Wim" userId="88f3e010-33d6-4c8b-8703-2e7894de5501" providerId="ADAL" clId="{9A9BF5FF-6414-4914-93A3-694F4A68799E}" dt="2025-08-21T10:19:53.259" v="634"/>
          <ac:spMkLst>
            <pc:docMk/>
            <pc:sldMk cId="2002877820" sldId="264"/>
            <ac:spMk id="43" creationId="{B56F7F2B-18E6-F20B-31DF-ADAE0B1B5AE6}"/>
          </ac:spMkLst>
        </pc:spChg>
        <pc:spChg chg="mod">
          <ac:chgData name="Vanhauwaert, Wim" userId="88f3e010-33d6-4c8b-8703-2e7894de5501" providerId="ADAL" clId="{9A9BF5FF-6414-4914-93A3-694F4A68799E}" dt="2025-08-21T10:19:53.259" v="634"/>
          <ac:spMkLst>
            <pc:docMk/>
            <pc:sldMk cId="2002877820" sldId="264"/>
            <ac:spMk id="45" creationId="{0E65EBDA-E53A-27CE-0188-68D58FE50F25}"/>
          </ac:spMkLst>
        </pc:spChg>
        <pc:spChg chg="mod">
          <ac:chgData name="Vanhauwaert, Wim" userId="88f3e010-33d6-4c8b-8703-2e7894de5501" providerId="ADAL" clId="{9A9BF5FF-6414-4914-93A3-694F4A68799E}" dt="2025-08-20T08:08:48.113" v="541"/>
          <ac:spMkLst>
            <pc:docMk/>
            <pc:sldMk cId="2002877820" sldId="264"/>
            <ac:spMk id="45" creationId="{7A969C28-F48D-B86B-D540-06633C86078F}"/>
          </ac:spMkLst>
        </pc:spChg>
        <pc:spChg chg="mod">
          <ac:chgData name="Vanhauwaert, Wim" userId="88f3e010-33d6-4c8b-8703-2e7894de5501" providerId="ADAL" clId="{9A9BF5FF-6414-4914-93A3-694F4A68799E}" dt="2025-08-21T10:19:53.259" v="634"/>
          <ac:spMkLst>
            <pc:docMk/>
            <pc:sldMk cId="2002877820" sldId="264"/>
            <ac:spMk id="46" creationId="{BC247DE2-DFA2-B53D-A866-74B93DC832FF}"/>
          </ac:spMkLst>
        </pc:spChg>
        <pc:spChg chg="mod">
          <ac:chgData name="Vanhauwaert, Wim" userId="88f3e010-33d6-4c8b-8703-2e7894de5501" providerId="ADAL" clId="{9A9BF5FF-6414-4914-93A3-694F4A68799E}" dt="2025-08-21T10:19:53.259" v="634"/>
          <ac:spMkLst>
            <pc:docMk/>
            <pc:sldMk cId="2002877820" sldId="264"/>
            <ac:spMk id="48" creationId="{86712C22-4DAF-DCC2-DF98-F3C8541EAABC}"/>
          </ac:spMkLst>
        </pc:spChg>
        <pc:spChg chg="mod">
          <ac:chgData name="Vanhauwaert, Wim" userId="88f3e010-33d6-4c8b-8703-2e7894de5501" providerId="ADAL" clId="{9A9BF5FF-6414-4914-93A3-694F4A68799E}" dt="2025-08-21T10:19:53.259" v="634"/>
          <ac:spMkLst>
            <pc:docMk/>
            <pc:sldMk cId="2002877820" sldId="264"/>
            <ac:spMk id="49" creationId="{6A97D14A-6F94-F535-99A6-89B2020D6562}"/>
          </ac:spMkLst>
        </pc:spChg>
        <pc:spChg chg="mod">
          <ac:chgData name="Vanhauwaert, Wim" userId="88f3e010-33d6-4c8b-8703-2e7894de5501" providerId="ADAL" clId="{9A9BF5FF-6414-4914-93A3-694F4A68799E}" dt="2025-08-20T08:08:48.113" v="541"/>
          <ac:spMkLst>
            <pc:docMk/>
            <pc:sldMk cId="2002877820" sldId="264"/>
            <ac:spMk id="50" creationId="{8A3FAE39-A007-0533-B722-257F3021FD61}"/>
          </ac:spMkLst>
        </pc:spChg>
        <pc:spChg chg="mod">
          <ac:chgData name="Vanhauwaert, Wim" userId="88f3e010-33d6-4c8b-8703-2e7894de5501" providerId="ADAL" clId="{9A9BF5FF-6414-4914-93A3-694F4A68799E}" dt="2025-08-21T10:19:53.259" v="634"/>
          <ac:spMkLst>
            <pc:docMk/>
            <pc:sldMk cId="2002877820" sldId="264"/>
            <ac:spMk id="50" creationId="{E0CC55FE-5E8B-C64E-E469-D0A487BA1FFD}"/>
          </ac:spMkLst>
        </pc:spChg>
        <pc:spChg chg="mod">
          <ac:chgData name="Vanhauwaert, Wim" userId="88f3e010-33d6-4c8b-8703-2e7894de5501" providerId="ADAL" clId="{9A9BF5FF-6414-4914-93A3-694F4A68799E}" dt="2025-08-21T10:19:53.259" v="634"/>
          <ac:spMkLst>
            <pc:docMk/>
            <pc:sldMk cId="2002877820" sldId="264"/>
            <ac:spMk id="51" creationId="{366EA32C-940C-5E9E-9017-82E9F0C19362}"/>
          </ac:spMkLst>
        </pc:spChg>
        <pc:spChg chg="mod">
          <ac:chgData name="Vanhauwaert, Wim" userId="88f3e010-33d6-4c8b-8703-2e7894de5501" providerId="ADAL" clId="{9A9BF5FF-6414-4914-93A3-694F4A68799E}" dt="2025-08-20T08:08:48.113" v="541"/>
          <ac:spMkLst>
            <pc:docMk/>
            <pc:sldMk cId="2002877820" sldId="264"/>
            <ac:spMk id="51" creationId="{FBD34767-4E14-D61E-586B-B76FECF9C403}"/>
          </ac:spMkLst>
        </pc:spChg>
        <pc:spChg chg="mod">
          <ac:chgData name="Vanhauwaert, Wim" userId="88f3e010-33d6-4c8b-8703-2e7894de5501" providerId="ADAL" clId="{9A9BF5FF-6414-4914-93A3-694F4A68799E}" dt="2025-08-20T08:08:48.113" v="541"/>
          <ac:spMkLst>
            <pc:docMk/>
            <pc:sldMk cId="2002877820" sldId="264"/>
            <ac:spMk id="52" creationId="{C075C4F6-2D00-551A-DEEB-869261EA1379}"/>
          </ac:spMkLst>
        </pc:spChg>
        <pc:spChg chg="mod">
          <ac:chgData name="Vanhauwaert, Wim" userId="88f3e010-33d6-4c8b-8703-2e7894de5501" providerId="ADAL" clId="{9A9BF5FF-6414-4914-93A3-694F4A68799E}" dt="2025-08-21T10:20:56.044" v="646"/>
          <ac:spMkLst>
            <pc:docMk/>
            <pc:sldMk cId="2002877820" sldId="264"/>
            <ac:spMk id="57" creationId="{FE1DF3AD-9474-D949-045C-3AD2718E69E3}"/>
          </ac:spMkLst>
        </pc:spChg>
        <pc:spChg chg="mod">
          <ac:chgData name="Vanhauwaert, Wim" userId="88f3e010-33d6-4c8b-8703-2e7894de5501" providerId="ADAL" clId="{9A9BF5FF-6414-4914-93A3-694F4A68799E}" dt="2025-08-21T10:20:56.044" v="646"/>
          <ac:spMkLst>
            <pc:docMk/>
            <pc:sldMk cId="2002877820" sldId="264"/>
            <ac:spMk id="59" creationId="{F0D63A4B-7288-365C-260D-459F98308342}"/>
          </ac:spMkLst>
        </pc:spChg>
        <pc:spChg chg="mod">
          <ac:chgData name="Vanhauwaert, Wim" userId="88f3e010-33d6-4c8b-8703-2e7894de5501" providerId="ADAL" clId="{9A9BF5FF-6414-4914-93A3-694F4A68799E}" dt="2025-08-21T10:20:56.044" v="646"/>
          <ac:spMkLst>
            <pc:docMk/>
            <pc:sldMk cId="2002877820" sldId="264"/>
            <ac:spMk id="61" creationId="{2E9E14FB-F7BB-1026-280A-B930E4492474}"/>
          </ac:spMkLst>
        </pc:spChg>
        <pc:spChg chg="mod">
          <ac:chgData name="Vanhauwaert, Wim" userId="88f3e010-33d6-4c8b-8703-2e7894de5501" providerId="ADAL" clId="{9A9BF5FF-6414-4914-93A3-694F4A68799E}" dt="2025-08-21T10:20:56.044" v="646"/>
          <ac:spMkLst>
            <pc:docMk/>
            <pc:sldMk cId="2002877820" sldId="264"/>
            <ac:spMk id="63" creationId="{61C27083-C8E3-2A32-EA91-C64F466F8480}"/>
          </ac:spMkLst>
        </pc:spChg>
        <pc:spChg chg="mod">
          <ac:chgData name="Vanhauwaert, Wim" userId="88f3e010-33d6-4c8b-8703-2e7894de5501" providerId="ADAL" clId="{9A9BF5FF-6414-4914-93A3-694F4A68799E}" dt="2025-08-19T12:28:57.187" v="298" actId="207"/>
          <ac:spMkLst>
            <pc:docMk/>
            <pc:sldMk cId="2002877820" sldId="264"/>
            <ac:spMk id="366" creationId="{413BFCEE-E6E3-D94F-4205-C9DFDF434864}"/>
          </ac:spMkLst>
        </pc:spChg>
        <pc:spChg chg="mod">
          <ac:chgData name="Vanhauwaert, Wim" userId="88f3e010-33d6-4c8b-8703-2e7894de5501" providerId="ADAL" clId="{9A9BF5FF-6414-4914-93A3-694F4A68799E}" dt="2025-08-19T12:28:57.187" v="298" actId="207"/>
          <ac:spMkLst>
            <pc:docMk/>
            <pc:sldMk cId="2002877820" sldId="264"/>
            <ac:spMk id="367" creationId="{1FB2D62D-12F0-B77C-2D5D-C6FEF87CF23B}"/>
          </ac:spMkLst>
        </pc:spChg>
        <pc:spChg chg="mod">
          <ac:chgData name="Vanhauwaert, Wim" userId="88f3e010-33d6-4c8b-8703-2e7894de5501" providerId="ADAL" clId="{9A9BF5FF-6414-4914-93A3-694F4A68799E}" dt="2025-08-19T12:28:41.818" v="295" actId="207"/>
          <ac:spMkLst>
            <pc:docMk/>
            <pc:sldMk cId="2002877820" sldId="264"/>
            <ac:spMk id="374" creationId="{404D25BD-F193-9219-63B6-774C5C4320FE}"/>
          </ac:spMkLst>
        </pc:spChg>
        <pc:spChg chg="mod">
          <ac:chgData name="Vanhauwaert, Wim" userId="88f3e010-33d6-4c8b-8703-2e7894de5501" providerId="ADAL" clId="{9A9BF5FF-6414-4914-93A3-694F4A68799E}" dt="2025-08-19T12:29:02.495" v="299" actId="207"/>
          <ac:spMkLst>
            <pc:docMk/>
            <pc:sldMk cId="2002877820" sldId="264"/>
            <ac:spMk id="375" creationId="{ABC12F71-F2BB-E2A4-9317-FBE8923DB613}"/>
          </ac:spMkLst>
        </pc:spChg>
        <pc:spChg chg="mod">
          <ac:chgData name="Vanhauwaert, Wim" userId="88f3e010-33d6-4c8b-8703-2e7894de5501" providerId="ADAL" clId="{9A9BF5FF-6414-4914-93A3-694F4A68799E}" dt="2025-08-19T12:28:45.386" v="296" actId="207"/>
          <ac:spMkLst>
            <pc:docMk/>
            <pc:sldMk cId="2002877820" sldId="264"/>
            <ac:spMk id="381" creationId="{4C7AB043-6CD7-5997-ED73-EB36A974475B}"/>
          </ac:spMkLst>
        </pc:spChg>
        <pc:spChg chg="mod">
          <ac:chgData name="Vanhauwaert, Wim" userId="88f3e010-33d6-4c8b-8703-2e7894de5501" providerId="ADAL" clId="{9A9BF5FF-6414-4914-93A3-694F4A68799E}" dt="2025-08-19T12:28:53.437" v="297" actId="207"/>
          <ac:spMkLst>
            <pc:docMk/>
            <pc:sldMk cId="2002877820" sldId="264"/>
            <ac:spMk id="382" creationId="{500D7792-6FD5-C6FE-3A7B-F8206F625D53}"/>
          </ac:spMkLst>
        </pc:spChg>
        <pc:spChg chg="mod">
          <ac:chgData name="Vanhauwaert, Wim" userId="88f3e010-33d6-4c8b-8703-2e7894de5501" providerId="ADAL" clId="{9A9BF5FF-6414-4914-93A3-694F4A68799E}" dt="2025-08-19T12:28:53.437" v="297" actId="207"/>
          <ac:spMkLst>
            <pc:docMk/>
            <pc:sldMk cId="2002877820" sldId="264"/>
            <ac:spMk id="383" creationId="{9BABE33F-A858-79B0-A92E-600298198202}"/>
          </ac:spMkLst>
        </pc:spChg>
        <pc:spChg chg="mod">
          <ac:chgData name="Vanhauwaert, Wim" userId="88f3e010-33d6-4c8b-8703-2e7894de5501" providerId="ADAL" clId="{9A9BF5FF-6414-4914-93A3-694F4A68799E}" dt="2025-08-19T12:29:07.533" v="301" actId="207"/>
          <ac:spMkLst>
            <pc:docMk/>
            <pc:sldMk cId="2002877820" sldId="264"/>
            <ac:spMk id="387" creationId="{4904BC48-EA2C-558B-4827-CFC92F2380D7}"/>
          </ac:spMkLst>
        </pc:spChg>
        <pc:spChg chg="mod">
          <ac:chgData name="Vanhauwaert, Wim" userId="88f3e010-33d6-4c8b-8703-2e7894de5501" providerId="ADAL" clId="{9A9BF5FF-6414-4914-93A3-694F4A68799E}" dt="2025-08-21T10:20:56.044" v="646"/>
          <ac:spMkLst>
            <pc:docMk/>
            <pc:sldMk cId="2002877820" sldId="264"/>
            <ac:spMk id="449" creationId="{64200D57-D8D3-55F0-4701-E65AC76CAD31}"/>
          </ac:spMkLst>
        </pc:spChg>
        <pc:spChg chg="mod">
          <ac:chgData name="Vanhauwaert, Wim" userId="88f3e010-33d6-4c8b-8703-2e7894de5501" providerId="ADAL" clId="{9A9BF5FF-6414-4914-93A3-694F4A68799E}" dt="2025-08-21T10:20:56.044" v="646"/>
          <ac:spMkLst>
            <pc:docMk/>
            <pc:sldMk cId="2002877820" sldId="264"/>
            <ac:spMk id="454" creationId="{9474FCA2-176C-FF23-78AA-6A8C298534A9}"/>
          </ac:spMkLst>
        </pc:spChg>
        <pc:spChg chg="mod">
          <ac:chgData name="Vanhauwaert, Wim" userId="88f3e010-33d6-4c8b-8703-2e7894de5501" providerId="ADAL" clId="{9A9BF5FF-6414-4914-93A3-694F4A68799E}" dt="2025-08-21T10:20:56.044" v="646"/>
          <ac:spMkLst>
            <pc:docMk/>
            <pc:sldMk cId="2002877820" sldId="264"/>
            <ac:spMk id="458" creationId="{7F2A3907-E89F-AA82-8659-EEF9376DB8A2}"/>
          </ac:spMkLst>
        </pc:spChg>
        <pc:spChg chg="mod">
          <ac:chgData name="Vanhauwaert, Wim" userId="88f3e010-33d6-4c8b-8703-2e7894de5501" providerId="ADAL" clId="{9A9BF5FF-6414-4914-93A3-694F4A68799E}" dt="2025-08-21T10:20:56.044" v="646"/>
          <ac:spMkLst>
            <pc:docMk/>
            <pc:sldMk cId="2002877820" sldId="264"/>
            <ac:spMk id="460" creationId="{9D695577-3CBC-DA18-8039-06C8CDDDA82F}"/>
          </ac:spMkLst>
        </pc:spChg>
        <pc:spChg chg="mod">
          <ac:chgData name="Vanhauwaert, Wim" userId="88f3e010-33d6-4c8b-8703-2e7894de5501" providerId="ADAL" clId="{9A9BF5FF-6414-4914-93A3-694F4A68799E}" dt="2025-08-21T10:20:56.044" v="646"/>
          <ac:spMkLst>
            <pc:docMk/>
            <pc:sldMk cId="2002877820" sldId="264"/>
            <ac:spMk id="465" creationId="{C1A7F404-320F-DD32-4EE3-E74F55722160}"/>
          </ac:spMkLst>
        </pc:spChg>
        <pc:spChg chg="mod">
          <ac:chgData name="Vanhauwaert, Wim" userId="88f3e010-33d6-4c8b-8703-2e7894de5501" providerId="ADAL" clId="{9A9BF5FF-6414-4914-93A3-694F4A68799E}" dt="2025-08-21T10:20:56.044" v="646"/>
          <ac:spMkLst>
            <pc:docMk/>
            <pc:sldMk cId="2002877820" sldId="264"/>
            <ac:spMk id="468" creationId="{07B2D31B-F32A-252D-EB86-3284C133F6C0}"/>
          </ac:spMkLst>
        </pc:spChg>
        <pc:spChg chg="mod">
          <ac:chgData name="Vanhauwaert, Wim" userId="88f3e010-33d6-4c8b-8703-2e7894de5501" providerId="ADAL" clId="{9A9BF5FF-6414-4914-93A3-694F4A68799E}" dt="2025-08-21T10:21:27.038" v="654"/>
          <ac:spMkLst>
            <pc:docMk/>
            <pc:sldMk cId="2002877820" sldId="264"/>
            <ac:spMk id="471" creationId="{66895F54-BD25-59E9-C0FF-10DA17945CE5}"/>
          </ac:spMkLst>
        </pc:spChg>
        <pc:spChg chg="mod">
          <ac:chgData name="Vanhauwaert, Wim" userId="88f3e010-33d6-4c8b-8703-2e7894de5501" providerId="ADAL" clId="{9A9BF5FF-6414-4914-93A3-694F4A68799E}" dt="2025-08-21T10:21:27.038" v="654"/>
          <ac:spMkLst>
            <pc:docMk/>
            <pc:sldMk cId="2002877820" sldId="264"/>
            <ac:spMk id="472" creationId="{91BE4A8C-0BEA-C018-0894-31AF9C7D374B}"/>
          </ac:spMkLst>
        </pc:spChg>
        <pc:spChg chg="mod">
          <ac:chgData name="Vanhauwaert, Wim" userId="88f3e010-33d6-4c8b-8703-2e7894de5501" providerId="ADAL" clId="{9A9BF5FF-6414-4914-93A3-694F4A68799E}" dt="2025-08-21T10:21:27.038" v="654"/>
          <ac:spMkLst>
            <pc:docMk/>
            <pc:sldMk cId="2002877820" sldId="264"/>
            <ac:spMk id="473" creationId="{5F9560FE-0053-FD37-E803-F5A128F56E36}"/>
          </ac:spMkLst>
        </pc:spChg>
        <pc:spChg chg="mod">
          <ac:chgData name="Vanhauwaert, Wim" userId="88f3e010-33d6-4c8b-8703-2e7894de5501" providerId="ADAL" clId="{9A9BF5FF-6414-4914-93A3-694F4A68799E}" dt="2025-08-21T10:21:27.038" v="654"/>
          <ac:spMkLst>
            <pc:docMk/>
            <pc:sldMk cId="2002877820" sldId="264"/>
            <ac:spMk id="475" creationId="{7FDC82D1-E6D0-369C-ACFB-1D94B3D1251C}"/>
          </ac:spMkLst>
        </pc:spChg>
        <pc:spChg chg="mod">
          <ac:chgData name="Vanhauwaert, Wim" userId="88f3e010-33d6-4c8b-8703-2e7894de5501" providerId="ADAL" clId="{9A9BF5FF-6414-4914-93A3-694F4A68799E}" dt="2025-08-21T10:21:27.038" v="654"/>
          <ac:spMkLst>
            <pc:docMk/>
            <pc:sldMk cId="2002877820" sldId="264"/>
            <ac:spMk id="477" creationId="{DCCC0D31-2945-C2BD-ADF3-A547B3A543FE}"/>
          </ac:spMkLst>
        </pc:spChg>
        <pc:spChg chg="mod">
          <ac:chgData name="Vanhauwaert, Wim" userId="88f3e010-33d6-4c8b-8703-2e7894de5501" providerId="ADAL" clId="{9A9BF5FF-6414-4914-93A3-694F4A68799E}" dt="2025-08-21T10:21:27.038" v="654"/>
          <ac:spMkLst>
            <pc:docMk/>
            <pc:sldMk cId="2002877820" sldId="264"/>
            <ac:spMk id="478" creationId="{84BDA38E-7779-F6A8-1670-3F9976A2872B}"/>
          </ac:spMkLst>
        </pc:spChg>
        <pc:spChg chg="mod">
          <ac:chgData name="Vanhauwaert, Wim" userId="88f3e010-33d6-4c8b-8703-2e7894de5501" providerId="ADAL" clId="{9A9BF5FF-6414-4914-93A3-694F4A68799E}" dt="2025-08-21T10:21:27.038" v="654"/>
          <ac:spMkLst>
            <pc:docMk/>
            <pc:sldMk cId="2002877820" sldId="264"/>
            <ac:spMk id="479" creationId="{1E857ACC-B8F4-BC7E-A9B7-5C1CAB000FF1}"/>
          </ac:spMkLst>
        </pc:spChg>
        <pc:spChg chg="mod">
          <ac:chgData name="Vanhauwaert, Wim" userId="88f3e010-33d6-4c8b-8703-2e7894de5501" providerId="ADAL" clId="{9A9BF5FF-6414-4914-93A3-694F4A68799E}" dt="2025-08-21T10:21:27.038" v="654"/>
          <ac:spMkLst>
            <pc:docMk/>
            <pc:sldMk cId="2002877820" sldId="264"/>
            <ac:spMk id="480" creationId="{C9019975-DA6F-A1AC-19AE-1DA7F2A2BDCD}"/>
          </ac:spMkLst>
        </pc:spChg>
        <pc:spChg chg="mod">
          <ac:chgData name="Vanhauwaert, Wim" userId="88f3e010-33d6-4c8b-8703-2e7894de5501" providerId="ADAL" clId="{9A9BF5FF-6414-4914-93A3-694F4A68799E}" dt="2025-08-19T12:32:31.002" v="350" actId="207"/>
          <ac:spMkLst>
            <pc:docMk/>
            <pc:sldMk cId="2002877820" sldId="264"/>
            <ac:spMk id="486" creationId="{FFC5EC64-5FDF-14B4-CFCC-5373F76D939D}"/>
          </ac:spMkLst>
        </pc:spChg>
        <pc:spChg chg="mod">
          <ac:chgData name="Vanhauwaert, Wim" userId="88f3e010-33d6-4c8b-8703-2e7894de5501" providerId="ADAL" clId="{9A9BF5FF-6414-4914-93A3-694F4A68799E}" dt="2025-08-19T12:32:27.138" v="348" actId="207"/>
          <ac:spMkLst>
            <pc:docMk/>
            <pc:sldMk cId="2002877820" sldId="264"/>
            <ac:spMk id="487" creationId="{F49F13AE-B575-DB50-01DC-63E2FB7962EE}"/>
          </ac:spMkLst>
        </pc:spChg>
        <pc:spChg chg="mod">
          <ac:chgData name="Vanhauwaert, Wim" userId="88f3e010-33d6-4c8b-8703-2e7894de5501" providerId="ADAL" clId="{9A9BF5FF-6414-4914-93A3-694F4A68799E}" dt="2025-08-19T12:32:27.138" v="348" actId="207"/>
          <ac:spMkLst>
            <pc:docMk/>
            <pc:sldMk cId="2002877820" sldId="264"/>
            <ac:spMk id="488" creationId="{122DC5E9-190A-8ABA-2ED1-470F3B00D6CA}"/>
          </ac:spMkLst>
        </pc:spChg>
        <pc:spChg chg="mod">
          <ac:chgData name="Vanhauwaert, Wim" userId="88f3e010-33d6-4c8b-8703-2e7894de5501" providerId="ADAL" clId="{9A9BF5FF-6414-4914-93A3-694F4A68799E}" dt="2025-08-19T12:32:22.900" v="347" actId="207"/>
          <ac:spMkLst>
            <pc:docMk/>
            <pc:sldMk cId="2002877820" sldId="264"/>
            <ac:spMk id="489" creationId="{C03EBEA3-0949-6943-1451-6EA59929F6D5}"/>
          </ac:spMkLst>
        </pc:spChg>
        <pc:spChg chg="mod">
          <ac:chgData name="Vanhauwaert, Wim" userId="88f3e010-33d6-4c8b-8703-2e7894de5501" providerId="ADAL" clId="{9A9BF5FF-6414-4914-93A3-694F4A68799E}" dt="2025-08-19T12:32:29.366" v="349" actId="207"/>
          <ac:spMkLst>
            <pc:docMk/>
            <pc:sldMk cId="2002877820" sldId="264"/>
            <ac:spMk id="490" creationId="{59289C07-2253-E4E8-4042-8CF5A44E3565}"/>
          </ac:spMkLst>
        </pc:spChg>
        <pc:spChg chg="mod">
          <ac:chgData name="Vanhauwaert, Wim" userId="88f3e010-33d6-4c8b-8703-2e7894de5501" providerId="ADAL" clId="{9A9BF5FF-6414-4914-93A3-694F4A68799E}" dt="2025-08-19T12:32:29.366" v="349" actId="207"/>
          <ac:spMkLst>
            <pc:docMk/>
            <pc:sldMk cId="2002877820" sldId="264"/>
            <ac:spMk id="491" creationId="{FBD141CC-FF09-749A-7816-73C4D4EEA8F0}"/>
          </ac:spMkLst>
        </pc:spChg>
        <pc:spChg chg="mod">
          <ac:chgData name="Vanhauwaert, Wim" userId="88f3e010-33d6-4c8b-8703-2e7894de5501" providerId="ADAL" clId="{9A9BF5FF-6414-4914-93A3-694F4A68799E}" dt="2025-08-19T12:33:55.300" v="366" actId="207"/>
          <ac:spMkLst>
            <pc:docMk/>
            <pc:sldMk cId="2002877820" sldId="264"/>
            <ac:spMk id="492" creationId="{EFD5ED44-DCE2-573D-1EC8-9ABF1694E69C}"/>
          </ac:spMkLst>
        </pc:spChg>
        <pc:spChg chg="mod">
          <ac:chgData name="Vanhauwaert, Wim" userId="88f3e010-33d6-4c8b-8703-2e7894de5501" providerId="ADAL" clId="{9A9BF5FF-6414-4914-93A3-694F4A68799E}" dt="2025-08-19T12:32:32.902" v="351" actId="207"/>
          <ac:spMkLst>
            <pc:docMk/>
            <pc:sldMk cId="2002877820" sldId="264"/>
            <ac:spMk id="493" creationId="{378730D7-7EC1-087E-7E43-4EDBC8B18011}"/>
          </ac:spMkLst>
        </pc:spChg>
        <pc:spChg chg="mod">
          <ac:chgData name="Vanhauwaert, Wim" userId="88f3e010-33d6-4c8b-8703-2e7894de5501" providerId="ADAL" clId="{9A9BF5FF-6414-4914-93A3-694F4A68799E}" dt="2025-08-21T11:10:15.599" v="660"/>
          <ac:spMkLst>
            <pc:docMk/>
            <pc:sldMk cId="2002877820" sldId="264"/>
            <ac:spMk id="497" creationId="{72A1BCE1-D4B0-CB4A-2FD9-FAA24644E44B}"/>
          </ac:spMkLst>
        </pc:spChg>
        <pc:spChg chg="mod">
          <ac:chgData name="Vanhauwaert, Wim" userId="88f3e010-33d6-4c8b-8703-2e7894de5501" providerId="ADAL" clId="{9A9BF5FF-6414-4914-93A3-694F4A68799E}" dt="2025-08-19T12:28:27.853" v="291" actId="207"/>
          <ac:spMkLst>
            <pc:docMk/>
            <pc:sldMk cId="2002877820" sldId="264"/>
            <ac:spMk id="498" creationId="{86404C65-D80C-C2D0-30B8-EB5C94D56D6A}"/>
          </ac:spMkLst>
        </pc:spChg>
        <pc:spChg chg="mod">
          <ac:chgData name="Vanhauwaert, Wim" userId="88f3e010-33d6-4c8b-8703-2e7894de5501" providerId="ADAL" clId="{9A9BF5FF-6414-4914-93A3-694F4A68799E}" dt="2025-08-19T12:28:30.903" v="292" actId="207"/>
          <ac:spMkLst>
            <pc:docMk/>
            <pc:sldMk cId="2002877820" sldId="264"/>
            <ac:spMk id="499" creationId="{6EDD3EE1-4B67-5952-4300-B3462A1E0B03}"/>
          </ac:spMkLst>
        </pc:spChg>
        <pc:spChg chg="mod">
          <ac:chgData name="Vanhauwaert, Wim" userId="88f3e010-33d6-4c8b-8703-2e7894de5501" providerId="ADAL" clId="{9A9BF5FF-6414-4914-93A3-694F4A68799E}" dt="2025-08-21T11:10:15.599" v="660"/>
          <ac:spMkLst>
            <pc:docMk/>
            <pc:sldMk cId="2002877820" sldId="264"/>
            <ac:spMk id="502" creationId="{9CB6AAB0-EDF3-AFA4-7AD3-7F8DC408F65D}"/>
          </ac:spMkLst>
        </pc:spChg>
        <pc:spChg chg="mod">
          <ac:chgData name="Vanhauwaert, Wim" userId="88f3e010-33d6-4c8b-8703-2e7894de5501" providerId="ADAL" clId="{9A9BF5FF-6414-4914-93A3-694F4A68799E}" dt="2025-08-21T11:10:15.599" v="660"/>
          <ac:spMkLst>
            <pc:docMk/>
            <pc:sldMk cId="2002877820" sldId="264"/>
            <ac:spMk id="503" creationId="{DE0E3A37-FCCC-CDB5-77D1-037467DE5579}"/>
          </ac:spMkLst>
        </pc:spChg>
        <pc:spChg chg="mod">
          <ac:chgData name="Vanhauwaert, Wim" userId="88f3e010-33d6-4c8b-8703-2e7894de5501" providerId="ADAL" clId="{9A9BF5FF-6414-4914-93A3-694F4A68799E}" dt="2025-08-21T11:10:15.599" v="660"/>
          <ac:spMkLst>
            <pc:docMk/>
            <pc:sldMk cId="2002877820" sldId="264"/>
            <ac:spMk id="504" creationId="{06F7DEB3-69A2-BCEF-CA3B-AE9CC4F1E153}"/>
          </ac:spMkLst>
        </pc:spChg>
        <pc:spChg chg="mod">
          <ac:chgData name="Vanhauwaert, Wim" userId="88f3e010-33d6-4c8b-8703-2e7894de5501" providerId="ADAL" clId="{9A9BF5FF-6414-4914-93A3-694F4A68799E}" dt="2025-08-21T11:10:15.599" v="660"/>
          <ac:spMkLst>
            <pc:docMk/>
            <pc:sldMk cId="2002877820" sldId="264"/>
            <ac:spMk id="507" creationId="{2CB6DEB1-FFED-BB7D-CCE7-627848B997EB}"/>
          </ac:spMkLst>
        </pc:spChg>
        <pc:spChg chg="mod">
          <ac:chgData name="Vanhauwaert, Wim" userId="88f3e010-33d6-4c8b-8703-2e7894de5501" providerId="ADAL" clId="{9A9BF5FF-6414-4914-93A3-694F4A68799E}" dt="2025-08-21T11:10:15.599" v="660"/>
          <ac:spMkLst>
            <pc:docMk/>
            <pc:sldMk cId="2002877820" sldId="264"/>
            <ac:spMk id="509" creationId="{DECC8FF7-7B32-6DD4-7730-CBD11803D3DD}"/>
          </ac:spMkLst>
        </pc:spChg>
        <pc:spChg chg="mod">
          <ac:chgData name="Vanhauwaert, Wim" userId="88f3e010-33d6-4c8b-8703-2e7894de5501" providerId="ADAL" clId="{9A9BF5FF-6414-4914-93A3-694F4A68799E}" dt="2025-08-21T11:10:15.599" v="660"/>
          <ac:spMkLst>
            <pc:docMk/>
            <pc:sldMk cId="2002877820" sldId="264"/>
            <ac:spMk id="510" creationId="{CD6908D0-A6B3-2049-8846-68FA82865275}"/>
          </ac:spMkLst>
        </pc:spChg>
        <pc:spChg chg="mod">
          <ac:chgData name="Vanhauwaert, Wim" userId="88f3e010-33d6-4c8b-8703-2e7894de5501" providerId="ADAL" clId="{9A9BF5FF-6414-4914-93A3-694F4A68799E}" dt="2025-08-21T11:10:15.599" v="660"/>
          <ac:spMkLst>
            <pc:docMk/>
            <pc:sldMk cId="2002877820" sldId="264"/>
            <ac:spMk id="511" creationId="{A90B3962-905D-6F41-68E2-13FBF1101822}"/>
          </ac:spMkLst>
        </pc:spChg>
        <pc:spChg chg="mod">
          <ac:chgData name="Vanhauwaert, Wim" userId="88f3e010-33d6-4c8b-8703-2e7894de5501" providerId="ADAL" clId="{9A9BF5FF-6414-4914-93A3-694F4A68799E}" dt="2025-08-21T11:10:15.599" v="660"/>
          <ac:spMkLst>
            <pc:docMk/>
            <pc:sldMk cId="2002877820" sldId="264"/>
            <ac:spMk id="577" creationId="{7E76FA2C-42FB-AC16-2313-7D428F26D926}"/>
          </ac:spMkLst>
        </pc:spChg>
        <pc:spChg chg="mod">
          <ac:chgData name="Vanhauwaert, Wim" userId="88f3e010-33d6-4c8b-8703-2e7894de5501" providerId="ADAL" clId="{9A9BF5FF-6414-4914-93A3-694F4A68799E}" dt="2025-08-21T11:10:15.599" v="660"/>
          <ac:spMkLst>
            <pc:docMk/>
            <pc:sldMk cId="2002877820" sldId="264"/>
            <ac:spMk id="580" creationId="{0518AF34-FB4D-849C-EF40-4B2F61D955B9}"/>
          </ac:spMkLst>
        </pc:spChg>
        <pc:spChg chg="mod">
          <ac:chgData name="Vanhauwaert, Wim" userId="88f3e010-33d6-4c8b-8703-2e7894de5501" providerId="ADAL" clId="{9A9BF5FF-6414-4914-93A3-694F4A68799E}" dt="2025-08-21T11:10:56.821" v="669"/>
          <ac:spMkLst>
            <pc:docMk/>
            <pc:sldMk cId="2002877820" sldId="264"/>
            <ac:spMk id="584" creationId="{9A7069B7-5677-8982-0CC7-DEDE74B8D0C4}"/>
          </ac:spMkLst>
        </pc:spChg>
        <pc:spChg chg="mod">
          <ac:chgData name="Vanhauwaert, Wim" userId="88f3e010-33d6-4c8b-8703-2e7894de5501" providerId="ADAL" clId="{9A9BF5FF-6414-4914-93A3-694F4A68799E}" dt="2025-08-21T11:10:56.821" v="669"/>
          <ac:spMkLst>
            <pc:docMk/>
            <pc:sldMk cId="2002877820" sldId="264"/>
            <ac:spMk id="590" creationId="{D6AF4828-DAD4-386E-DF31-F8B6553D57C8}"/>
          </ac:spMkLst>
        </pc:spChg>
        <pc:spChg chg="mod">
          <ac:chgData name="Vanhauwaert, Wim" userId="88f3e010-33d6-4c8b-8703-2e7894de5501" providerId="ADAL" clId="{9A9BF5FF-6414-4914-93A3-694F4A68799E}" dt="2025-08-21T11:10:56.821" v="669"/>
          <ac:spMkLst>
            <pc:docMk/>
            <pc:sldMk cId="2002877820" sldId="264"/>
            <ac:spMk id="591" creationId="{668336D4-C61E-8F21-3844-04382C8F414D}"/>
          </ac:spMkLst>
        </pc:spChg>
        <pc:spChg chg="mod">
          <ac:chgData name="Vanhauwaert, Wim" userId="88f3e010-33d6-4c8b-8703-2e7894de5501" providerId="ADAL" clId="{9A9BF5FF-6414-4914-93A3-694F4A68799E}" dt="2025-08-21T11:10:56.821" v="669"/>
          <ac:spMkLst>
            <pc:docMk/>
            <pc:sldMk cId="2002877820" sldId="264"/>
            <ac:spMk id="592" creationId="{CB0C27A2-F018-6541-BCBA-D94EA2D91805}"/>
          </ac:spMkLst>
        </pc:spChg>
        <pc:spChg chg="mod">
          <ac:chgData name="Vanhauwaert, Wim" userId="88f3e010-33d6-4c8b-8703-2e7894de5501" providerId="ADAL" clId="{9A9BF5FF-6414-4914-93A3-694F4A68799E}" dt="2025-08-21T11:10:56.821" v="669"/>
          <ac:spMkLst>
            <pc:docMk/>
            <pc:sldMk cId="2002877820" sldId="264"/>
            <ac:spMk id="594" creationId="{5AC0B677-5C7F-3685-C925-614BE8F771EB}"/>
          </ac:spMkLst>
        </pc:spChg>
        <pc:spChg chg="mod">
          <ac:chgData name="Vanhauwaert, Wim" userId="88f3e010-33d6-4c8b-8703-2e7894de5501" providerId="ADAL" clId="{9A9BF5FF-6414-4914-93A3-694F4A68799E}" dt="2025-08-21T11:10:56.821" v="669"/>
          <ac:spMkLst>
            <pc:docMk/>
            <pc:sldMk cId="2002877820" sldId="264"/>
            <ac:spMk id="596" creationId="{1CCC1436-C839-72D2-8954-32E38F05C152}"/>
          </ac:spMkLst>
        </pc:spChg>
        <pc:spChg chg="mod">
          <ac:chgData name="Vanhauwaert, Wim" userId="88f3e010-33d6-4c8b-8703-2e7894de5501" providerId="ADAL" clId="{9A9BF5FF-6414-4914-93A3-694F4A68799E}" dt="2025-08-21T11:10:56.821" v="669"/>
          <ac:spMkLst>
            <pc:docMk/>
            <pc:sldMk cId="2002877820" sldId="264"/>
            <ac:spMk id="597" creationId="{5F16D1BB-175A-D048-46C5-1E399C6C9B70}"/>
          </ac:spMkLst>
        </pc:spChg>
        <pc:spChg chg="mod">
          <ac:chgData name="Vanhauwaert, Wim" userId="88f3e010-33d6-4c8b-8703-2e7894de5501" providerId="ADAL" clId="{9A9BF5FF-6414-4914-93A3-694F4A68799E}" dt="2025-08-21T11:10:56.821" v="669"/>
          <ac:spMkLst>
            <pc:docMk/>
            <pc:sldMk cId="2002877820" sldId="264"/>
            <ac:spMk id="599" creationId="{53449036-458D-8893-EC35-F31946D17A53}"/>
          </ac:spMkLst>
        </pc:spChg>
        <pc:spChg chg="mod">
          <ac:chgData name="Vanhauwaert, Wim" userId="88f3e010-33d6-4c8b-8703-2e7894de5501" providerId="ADAL" clId="{9A9BF5FF-6414-4914-93A3-694F4A68799E}" dt="2025-08-21T11:10:56.821" v="669"/>
          <ac:spMkLst>
            <pc:docMk/>
            <pc:sldMk cId="2002877820" sldId="264"/>
            <ac:spMk id="600" creationId="{45CC64EB-D872-E805-47C0-593DF4A9C1CF}"/>
          </ac:spMkLst>
        </pc:spChg>
        <pc:spChg chg="mod">
          <ac:chgData name="Vanhauwaert, Wim" userId="88f3e010-33d6-4c8b-8703-2e7894de5501" providerId="ADAL" clId="{9A9BF5FF-6414-4914-93A3-694F4A68799E}" dt="2025-08-19T12:28:25.120" v="290" actId="207"/>
          <ac:spMkLst>
            <pc:docMk/>
            <pc:sldMk cId="2002877820" sldId="264"/>
            <ac:spMk id="605" creationId="{66C0F7ED-5256-584A-6930-2A64175E2C2D}"/>
          </ac:spMkLst>
        </pc:spChg>
        <pc:spChg chg="mod">
          <ac:chgData name="Vanhauwaert, Wim" userId="88f3e010-33d6-4c8b-8703-2e7894de5501" providerId="ADAL" clId="{9A9BF5FF-6414-4914-93A3-694F4A68799E}" dt="2025-08-19T12:28:21.859" v="289" actId="207"/>
          <ac:spMkLst>
            <pc:docMk/>
            <pc:sldMk cId="2002877820" sldId="264"/>
            <ac:spMk id="606" creationId="{43ABA2FA-3118-82F0-0D05-60DFF3949F8A}"/>
          </ac:spMkLst>
        </pc:spChg>
        <pc:spChg chg="mod">
          <ac:chgData name="Vanhauwaert, Wim" userId="88f3e010-33d6-4c8b-8703-2e7894de5501" providerId="ADAL" clId="{9A9BF5FF-6414-4914-93A3-694F4A68799E}" dt="2025-08-21T11:10:56.821" v="669"/>
          <ac:spMkLst>
            <pc:docMk/>
            <pc:sldMk cId="2002877820" sldId="264"/>
            <ac:spMk id="631" creationId="{5D448149-7A1E-8E18-0984-E7E3C252D83C}"/>
          </ac:spMkLst>
        </pc:spChg>
        <pc:grpChg chg="del">
          <ac:chgData name="Vanhauwaert, Wim" userId="88f3e010-33d6-4c8b-8703-2e7894de5501" providerId="ADAL" clId="{9A9BF5FF-6414-4914-93A3-694F4A68799E}" dt="2025-08-21T10:20:55.954" v="645" actId="478"/>
          <ac:grpSpMkLst>
            <pc:docMk/>
            <pc:sldMk cId="2002877820" sldId="264"/>
            <ac:grpSpMk id="5" creationId="{AD6FD67F-F118-B603-8FD9-89DDC54560E8}"/>
          </ac:grpSpMkLst>
        </pc:grpChg>
        <pc:grpChg chg="del">
          <ac:chgData name="Vanhauwaert, Wim" userId="88f3e010-33d6-4c8b-8703-2e7894de5501" providerId="ADAL" clId="{9A9BF5FF-6414-4914-93A3-694F4A68799E}" dt="2025-08-21T10:20:55.954" v="645" actId="478"/>
          <ac:grpSpMkLst>
            <pc:docMk/>
            <pc:sldMk cId="2002877820" sldId="264"/>
            <ac:grpSpMk id="7" creationId="{408E9CE6-AFFE-78AD-B4C5-B08CE8F49A60}"/>
          </ac:grpSpMkLst>
        </pc:grpChg>
        <pc:grpChg chg="del ord">
          <ac:chgData name="Vanhauwaert, Wim" userId="88f3e010-33d6-4c8b-8703-2e7894de5501" providerId="ADAL" clId="{9A9BF5FF-6414-4914-93A3-694F4A68799E}" dt="2025-08-21T10:15:38.221" v="601" actId="478"/>
          <ac:grpSpMkLst>
            <pc:docMk/>
            <pc:sldMk cId="2002877820" sldId="264"/>
            <ac:grpSpMk id="8" creationId="{5B8D65D0-753F-C5A1-77AC-D129E9565517}"/>
          </ac:grpSpMkLst>
        </pc:grpChg>
        <pc:grpChg chg="ord">
          <ac:chgData name="Vanhauwaert, Wim" userId="88f3e010-33d6-4c8b-8703-2e7894de5501" providerId="ADAL" clId="{9A9BF5FF-6414-4914-93A3-694F4A68799E}" dt="2025-08-20T08:08:38.147" v="539" actId="167"/>
          <ac:grpSpMkLst>
            <pc:docMk/>
            <pc:sldMk cId="2002877820" sldId="264"/>
            <ac:grpSpMk id="8" creationId="{6AE2E7CA-2C75-8D79-0213-5C472298A556}"/>
          </ac:grpSpMkLst>
        </pc:grpChg>
        <pc:grpChg chg="del">
          <ac:chgData name="Vanhauwaert, Wim" userId="88f3e010-33d6-4c8b-8703-2e7894de5501" providerId="ADAL" clId="{9A9BF5FF-6414-4914-93A3-694F4A68799E}" dt="2025-08-21T10:21:26.938" v="653" actId="478"/>
          <ac:grpSpMkLst>
            <pc:docMk/>
            <pc:sldMk cId="2002877820" sldId="264"/>
            <ac:grpSpMk id="9" creationId="{8D774F8D-F60C-14ED-AE1B-A0C059E5E017}"/>
          </ac:grpSpMkLst>
        </pc:grpChg>
        <pc:grpChg chg="del">
          <ac:chgData name="Vanhauwaert, Wim" userId="88f3e010-33d6-4c8b-8703-2e7894de5501" providerId="ADAL" clId="{9A9BF5FF-6414-4914-93A3-694F4A68799E}" dt="2025-08-21T11:10:56.393" v="668" actId="478"/>
          <ac:grpSpMkLst>
            <pc:docMk/>
            <pc:sldMk cId="2002877820" sldId="264"/>
            <ac:grpSpMk id="10" creationId="{133BB14C-5CBF-A604-6555-A3A560FF9238}"/>
          </ac:grpSpMkLst>
        </pc:grpChg>
        <pc:grpChg chg="ord">
          <ac:chgData name="Vanhauwaert, Wim" userId="88f3e010-33d6-4c8b-8703-2e7894de5501" providerId="ADAL" clId="{9A9BF5FF-6414-4914-93A3-694F4A68799E}" dt="2025-08-20T08:09:18.975" v="543" actId="167"/>
          <ac:grpSpMkLst>
            <pc:docMk/>
            <pc:sldMk cId="2002877820" sldId="264"/>
            <ac:grpSpMk id="32" creationId="{D6A1AD09-A03A-21C3-6DF2-F1CF8F2AD148}"/>
          </ac:grpSpMkLst>
        </pc:grpChg>
        <pc:grpChg chg="add del mod ord">
          <ac:chgData name="Vanhauwaert, Wim" userId="88f3e010-33d6-4c8b-8703-2e7894de5501" providerId="ADAL" clId="{9A9BF5FF-6414-4914-93A3-694F4A68799E}" dt="2025-08-21T10:19:53.072" v="633" actId="478"/>
          <ac:grpSpMkLst>
            <pc:docMk/>
            <pc:sldMk cId="2002877820" sldId="264"/>
            <ac:grpSpMk id="32" creationId="{D89ED57A-20C2-F0F7-7FC6-178E736B2A1D}"/>
          </ac:grpSpMkLst>
        </pc:grpChg>
        <pc:grpChg chg="del ord">
          <ac:chgData name="Vanhauwaert, Wim" userId="88f3e010-33d6-4c8b-8703-2e7894de5501" providerId="ADAL" clId="{9A9BF5FF-6414-4914-93A3-694F4A68799E}" dt="2025-08-21T11:10:15.321" v="659" actId="478"/>
          <ac:grpSpMkLst>
            <pc:docMk/>
            <pc:sldMk cId="2002877820" sldId="264"/>
            <ac:grpSpMk id="35" creationId="{983F3836-CCF0-A239-8F1E-990D987ED184}"/>
          </ac:grpSpMkLst>
        </pc:grpChg>
        <pc:grpChg chg="add mod">
          <ac:chgData name="Vanhauwaert, Wim" userId="88f3e010-33d6-4c8b-8703-2e7894de5501" providerId="ADAL" clId="{9A9BF5FF-6414-4914-93A3-694F4A68799E}" dt="2025-08-21T10:21:27.038" v="654"/>
          <ac:grpSpMkLst>
            <pc:docMk/>
            <pc:sldMk cId="2002877820" sldId="264"/>
            <ac:grpSpMk id="470" creationId="{7DE25486-9C86-E07D-1E56-BD4A53EEDFB5}"/>
          </ac:grpSpMkLst>
        </pc:grpChg>
        <pc:grpChg chg="mod">
          <ac:chgData name="Vanhauwaert, Wim" userId="88f3e010-33d6-4c8b-8703-2e7894de5501" providerId="ADAL" clId="{9A9BF5FF-6414-4914-93A3-694F4A68799E}" dt="2025-08-21T10:21:27.038" v="654"/>
          <ac:grpSpMkLst>
            <pc:docMk/>
            <pc:sldMk cId="2002877820" sldId="264"/>
            <ac:grpSpMk id="476" creationId="{DD2A5063-CD76-B5B1-D680-D613CB5B7321}"/>
          </ac:grpSpMkLst>
        </pc:grpChg>
        <pc:grpChg chg="ord">
          <ac:chgData name="Vanhauwaert, Wim" userId="88f3e010-33d6-4c8b-8703-2e7894de5501" providerId="ADAL" clId="{9A9BF5FF-6414-4914-93A3-694F4A68799E}" dt="2025-08-21T11:10:17.871" v="661" actId="167"/>
          <ac:grpSpMkLst>
            <pc:docMk/>
            <pc:sldMk cId="2002877820" sldId="264"/>
            <ac:grpSpMk id="481" creationId="{E7E2FECA-B55F-7F02-0FCC-34490D0D8C72}"/>
          </ac:grpSpMkLst>
        </pc:grpChg>
        <pc:cxnChg chg="add del">
          <ac:chgData name="Vanhauwaert, Wim" userId="88f3e010-33d6-4c8b-8703-2e7894de5501" providerId="ADAL" clId="{9A9BF5FF-6414-4914-93A3-694F4A68799E}" dt="2025-08-21T11:10:28.111" v="663" actId="478"/>
          <ac:cxnSpMkLst>
            <pc:docMk/>
            <pc:sldMk cId="2002877820" sldId="264"/>
            <ac:cxnSpMk id="377" creationId="{DA2F2CAE-0CFF-716A-C191-FF860B8CACCD}"/>
          </ac:cxnSpMkLst>
        </pc:cxnChg>
      </pc:sldChg>
      <pc:sldChg chg="addSp delSp modSp add mod delAnim modShow">
        <pc:chgData name="Vanhauwaert, Wim" userId="88f3e010-33d6-4c8b-8703-2e7894de5501" providerId="ADAL" clId="{9A9BF5FF-6414-4914-93A3-694F4A68799E}" dt="2025-08-21T11:10:48.656" v="667"/>
        <pc:sldMkLst>
          <pc:docMk/>
          <pc:sldMk cId="3685860585" sldId="265"/>
        </pc:sldMkLst>
        <pc:spChg chg="mod">
          <ac:chgData name="Vanhauwaert, Wim" userId="88f3e010-33d6-4c8b-8703-2e7894de5501" providerId="ADAL" clId="{9A9BF5FF-6414-4914-93A3-694F4A68799E}" dt="2025-08-21T10:21:00.123" v="648"/>
          <ac:spMkLst>
            <pc:docMk/>
            <pc:sldMk cId="3685860585" sldId="265"/>
            <ac:spMk id="13" creationId="{5EE70C4F-4E8A-3891-D907-3BDB4508EFE1}"/>
          </ac:spMkLst>
        </pc:spChg>
        <pc:spChg chg="mod">
          <ac:chgData name="Vanhauwaert, Wim" userId="88f3e010-33d6-4c8b-8703-2e7894de5501" providerId="ADAL" clId="{9A9BF5FF-6414-4914-93A3-694F4A68799E}" dt="2025-08-21T10:21:00.123" v="648"/>
          <ac:spMkLst>
            <pc:docMk/>
            <pc:sldMk cId="3685860585" sldId="265"/>
            <ac:spMk id="17" creationId="{17E62A5A-0CEE-F208-F700-CE0EED206FA8}"/>
          </ac:spMkLst>
        </pc:spChg>
        <pc:spChg chg="mod">
          <ac:chgData name="Vanhauwaert, Wim" userId="88f3e010-33d6-4c8b-8703-2e7894de5501" providerId="ADAL" clId="{9A9BF5FF-6414-4914-93A3-694F4A68799E}" dt="2025-08-21T10:21:00.123" v="648"/>
          <ac:spMkLst>
            <pc:docMk/>
            <pc:sldMk cId="3685860585" sldId="265"/>
            <ac:spMk id="20" creationId="{39A91AAF-9BD5-E0B8-2021-7B704802BC26}"/>
          </ac:spMkLst>
        </pc:spChg>
        <pc:spChg chg="mod">
          <ac:chgData name="Vanhauwaert, Wim" userId="88f3e010-33d6-4c8b-8703-2e7894de5501" providerId="ADAL" clId="{9A9BF5FF-6414-4914-93A3-694F4A68799E}" dt="2025-08-21T10:21:00.123" v="648"/>
          <ac:spMkLst>
            <pc:docMk/>
            <pc:sldMk cId="3685860585" sldId="265"/>
            <ac:spMk id="24" creationId="{6469179B-1873-F449-FBD3-765F3785AB83}"/>
          </ac:spMkLst>
        </pc:spChg>
        <pc:spChg chg="mod">
          <ac:chgData name="Vanhauwaert, Wim" userId="88f3e010-33d6-4c8b-8703-2e7894de5501" providerId="ADAL" clId="{9A9BF5FF-6414-4914-93A3-694F4A68799E}" dt="2025-08-21T10:21:00.123" v="648"/>
          <ac:spMkLst>
            <pc:docMk/>
            <pc:sldMk cId="3685860585" sldId="265"/>
            <ac:spMk id="25" creationId="{70618843-DECE-DDFC-CE36-F94C523602BD}"/>
          </ac:spMkLst>
        </pc:spChg>
        <pc:spChg chg="mod">
          <ac:chgData name="Vanhauwaert, Wim" userId="88f3e010-33d6-4c8b-8703-2e7894de5501" providerId="ADAL" clId="{9A9BF5FF-6414-4914-93A3-694F4A68799E}" dt="2025-08-21T10:21:00.123" v="648"/>
          <ac:spMkLst>
            <pc:docMk/>
            <pc:sldMk cId="3685860585" sldId="265"/>
            <ac:spMk id="26" creationId="{0F2343A9-ABDC-44D1-C6B9-2D68C7544448}"/>
          </ac:spMkLst>
        </pc:spChg>
        <pc:spChg chg="mod">
          <ac:chgData name="Vanhauwaert, Wim" userId="88f3e010-33d6-4c8b-8703-2e7894de5501" providerId="ADAL" clId="{9A9BF5FF-6414-4914-93A3-694F4A68799E}" dt="2025-08-21T10:21:00.123" v="648"/>
          <ac:spMkLst>
            <pc:docMk/>
            <pc:sldMk cId="3685860585" sldId="265"/>
            <ac:spMk id="30" creationId="{00072543-CAA5-BEDA-5AE1-FFED2E4567F6}"/>
          </ac:spMkLst>
        </pc:spChg>
        <pc:spChg chg="mod">
          <ac:chgData name="Vanhauwaert, Wim" userId="88f3e010-33d6-4c8b-8703-2e7894de5501" providerId="ADAL" clId="{9A9BF5FF-6414-4914-93A3-694F4A68799E}" dt="2025-08-21T10:21:00.123" v="648"/>
          <ac:spMkLst>
            <pc:docMk/>
            <pc:sldMk cId="3685860585" sldId="265"/>
            <ac:spMk id="32" creationId="{0ACD6C62-9E68-2312-1BE4-1128F6DBEAF2}"/>
          </ac:spMkLst>
        </pc:spChg>
        <pc:spChg chg="mod">
          <ac:chgData name="Vanhauwaert, Wim" userId="88f3e010-33d6-4c8b-8703-2e7894de5501" providerId="ADAL" clId="{9A9BF5FF-6414-4914-93A3-694F4A68799E}" dt="2025-08-21T10:21:00.123" v="648"/>
          <ac:spMkLst>
            <pc:docMk/>
            <pc:sldMk cId="3685860585" sldId="265"/>
            <ac:spMk id="33" creationId="{EB895577-CBC8-183E-4C72-DBDFD2902E79}"/>
          </ac:spMkLst>
        </pc:spChg>
        <pc:spChg chg="mod">
          <ac:chgData name="Vanhauwaert, Wim" userId="88f3e010-33d6-4c8b-8703-2e7894de5501" providerId="ADAL" clId="{9A9BF5FF-6414-4914-93A3-694F4A68799E}" dt="2025-08-21T10:21:00.123" v="648"/>
          <ac:spMkLst>
            <pc:docMk/>
            <pc:sldMk cId="3685860585" sldId="265"/>
            <ac:spMk id="36" creationId="{CCF4426B-422F-6BC2-C7E8-19E12F1F52C4}"/>
          </ac:spMkLst>
        </pc:spChg>
        <pc:spChg chg="mod">
          <ac:chgData name="Vanhauwaert, Wim" userId="88f3e010-33d6-4c8b-8703-2e7894de5501" providerId="ADAL" clId="{9A9BF5FF-6414-4914-93A3-694F4A68799E}" dt="2025-08-21T10:21:29.737" v="656"/>
          <ac:spMkLst>
            <pc:docMk/>
            <pc:sldMk cId="3685860585" sldId="265"/>
            <ac:spMk id="43" creationId="{0394E500-A706-2962-AF12-9D7EA0EF16D0}"/>
          </ac:spMkLst>
        </pc:spChg>
        <pc:spChg chg="mod">
          <ac:chgData name="Vanhauwaert, Wim" userId="88f3e010-33d6-4c8b-8703-2e7894de5501" providerId="ADAL" clId="{9A9BF5FF-6414-4914-93A3-694F4A68799E}" dt="2025-08-21T10:21:29.737" v="656"/>
          <ac:spMkLst>
            <pc:docMk/>
            <pc:sldMk cId="3685860585" sldId="265"/>
            <ac:spMk id="44" creationId="{311DDA4C-FC96-DCE9-E873-90FCD65C71F2}"/>
          </ac:spMkLst>
        </pc:spChg>
        <pc:spChg chg="mod">
          <ac:chgData name="Vanhauwaert, Wim" userId="88f3e010-33d6-4c8b-8703-2e7894de5501" providerId="ADAL" clId="{9A9BF5FF-6414-4914-93A3-694F4A68799E}" dt="2025-08-21T10:21:29.737" v="656"/>
          <ac:spMkLst>
            <pc:docMk/>
            <pc:sldMk cId="3685860585" sldId="265"/>
            <ac:spMk id="45" creationId="{DF87F92E-ADCC-46BF-0A19-56646E4656B6}"/>
          </ac:spMkLst>
        </pc:spChg>
        <pc:spChg chg="mod">
          <ac:chgData name="Vanhauwaert, Wim" userId="88f3e010-33d6-4c8b-8703-2e7894de5501" providerId="ADAL" clId="{9A9BF5FF-6414-4914-93A3-694F4A68799E}" dt="2025-08-21T10:21:29.737" v="656"/>
          <ac:spMkLst>
            <pc:docMk/>
            <pc:sldMk cId="3685860585" sldId="265"/>
            <ac:spMk id="47" creationId="{8D67E143-AC17-A174-C3E7-2D3BDA8CF935}"/>
          </ac:spMkLst>
        </pc:spChg>
        <pc:spChg chg="mod">
          <ac:chgData name="Vanhauwaert, Wim" userId="88f3e010-33d6-4c8b-8703-2e7894de5501" providerId="ADAL" clId="{9A9BF5FF-6414-4914-93A3-694F4A68799E}" dt="2025-08-21T10:21:29.737" v="656"/>
          <ac:spMkLst>
            <pc:docMk/>
            <pc:sldMk cId="3685860585" sldId="265"/>
            <ac:spMk id="49" creationId="{AF440EFF-C9D2-4F61-1827-F815936FE344}"/>
          </ac:spMkLst>
        </pc:spChg>
        <pc:spChg chg="mod">
          <ac:chgData name="Vanhauwaert, Wim" userId="88f3e010-33d6-4c8b-8703-2e7894de5501" providerId="ADAL" clId="{9A9BF5FF-6414-4914-93A3-694F4A68799E}" dt="2025-08-21T10:21:29.737" v="656"/>
          <ac:spMkLst>
            <pc:docMk/>
            <pc:sldMk cId="3685860585" sldId="265"/>
            <ac:spMk id="50" creationId="{D1436181-C870-83F4-8069-B08C65FA7674}"/>
          </ac:spMkLst>
        </pc:spChg>
        <pc:spChg chg="mod">
          <ac:chgData name="Vanhauwaert, Wim" userId="88f3e010-33d6-4c8b-8703-2e7894de5501" providerId="ADAL" clId="{9A9BF5FF-6414-4914-93A3-694F4A68799E}" dt="2025-08-21T10:21:29.737" v="656"/>
          <ac:spMkLst>
            <pc:docMk/>
            <pc:sldMk cId="3685860585" sldId="265"/>
            <ac:spMk id="51" creationId="{627B197F-F4C2-D08B-EB31-7859E346A321}"/>
          </ac:spMkLst>
        </pc:spChg>
        <pc:spChg chg="mod">
          <ac:chgData name="Vanhauwaert, Wim" userId="88f3e010-33d6-4c8b-8703-2e7894de5501" providerId="ADAL" clId="{9A9BF5FF-6414-4914-93A3-694F4A68799E}" dt="2025-08-21T10:21:29.737" v="656"/>
          <ac:spMkLst>
            <pc:docMk/>
            <pc:sldMk cId="3685860585" sldId="265"/>
            <ac:spMk id="52" creationId="{F5D70960-82D4-7506-50EA-48C5B194143A}"/>
          </ac:spMkLst>
        </pc:spChg>
        <pc:spChg chg="mod">
          <ac:chgData name="Vanhauwaert, Wim" userId="88f3e010-33d6-4c8b-8703-2e7894de5501" providerId="ADAL" clId="{9A9BF5FF-6414-4914-93A3-694F4A68799E}" dt="2025-08-21T11:10:48.656" v="667"/>
          <ac:spMkLst>
            <pc:docMk/>
            <pc:sldMk cId="3685860585" sldId="265"/>
            <ac:spMk id="56" creationId="{F67B65D5-4AA1-4E51-F24F-F43F76D05098}"/>
          </ac:spMkLst>
        </pc:spChg>
        <pc:spChg chg="mod">
          <ac:chgData name="Vanhauwaert, Wim" userId="88f3e010-33d6-4c8b-8703-2e7894de5501" providerId="ADAL" clId="{9A9BF5FF-6414-4914-93A3-694F4A68799E}" dt="2025-08-19T12:30:02.568" v="309" actId="207"/>
          <ac:spMkLst>
            <pc:docMk/>
            <pc:sldMk cId="3685860585" sldId="265"/>
            <ac:spMk id="366" creationId="{9140ECED-5EBC-0BDA-2914-08B810F87A7C}"/>
          </ac:spMkLst>
        </pc:spChg>
        <pc:spChg chg="mod">
          <ac:chgData name="Vanhauwaert, Wim" userId="88f3e010-33d6-4c8b-8703-2e7894de5501" providerId="ADAL" clId="{9A9BF5FF-6414-4914-93A3-694F4A68799E}" dt="2025-08-19T12:30:02.568" v="309" actId="207"/>
          <ac:spMkLst>
            <pc:docMk/>
            <pc:sldMk cId="3685860585" sldId="265"/>
            <ac:spMk id="367" creationId="{DA8D9263-E00E-50F7-EECE-90637CA4A0CA}"/>
          </ac:spMkLst>
        </pc:spChg>
        <pc:spChg chg="mod">
          <ac:chgData name="Vanhauwaert, Wim" userId="88f3e010-33d6-4c8b-8703-2e7894de5501" providerId="ADAL" clId="{9A9BF5FF-6414-4914-93A3-694F4A68799E}" dt="2025-08-19T12:30:12.688" v="311" actId="207"/>
          <ac:spMkLst>
            <pc:docMk/>
            <pc:sldMk cId="3685860585" sldId="265"/>
            <ac:spMk id="368" creationId="{A4818221-3465-C738-2D89-3B68DB0B3767}"/>
          </ac:spMkLst>
        </pc:spChg>
        <pc:spChg chg="mod">
          <ac:chgData name="Vanhauwaert, Wim" userId="88f3e010-33d6-4c8b-8703-2e7894de5501" providerId="ADAL" clId="{9A9BF5FF-6414-4914-93A3-694F4A68799E}" dt="2025-08-19T12:30:12.688" v="311" actId="207"/>
          <ac:spMkLst>
            <pc:docMk/>
            <pc:sldMk cId="3685860585" sldId="265"/>
            <ac:spMk id="370" creationId="{6249A2B5-6767-3AB6-65EF-AAFF0E571BCD}"/>
          </ac:spMkLst>
        </pc:spChg>
        <pc:spChg chg="mod">
          <ac:chgData name="Vanhauwaert, Wim" userId="88f3e010-33d6-4c8b-8703-2e7894de5501" providerId="ADAL" clId="{9A9BF5FF-6414-4914-93A3-694F4A68799E}" dt="2025-08-19T12:29:58.466" v="308" actId="207"/>
          <ac:spMkLst>
            <pc:docMk/>
            <pc:sldMk cId="3685860585" sldId="265"/>
            <ac:spMk id="374" creationId="{0AA181F3-92BD-5805-23D0-977D81054CF6}"/>
          </ac:spMkLst>
        </pc:spChg>
        <pc:spChg chg="mod">
          <ac:chgData name="Vanhauwaert, Wim" userId="88f3e010-33d6-4c8b-8703-2e7894de5501" providerId="ADAL" clId="{9A9BF5FF-6414-4914-93A3-694F4A68799E}" dt="2025-08-19T12:29:58.466" v="308" actId="207"/>
          <ac:spMkLst>
            <pc:docMk/>
            <pc:sldMk cId="3685860585" sldId="265"/>
            <ac:spMk id="375" creationId="{18AAB983-973E-32A9-2443-34154A03C914}"/>
          </ac:spMkLst>
        </pc:spChg>
        <pc:spChg chg="mod">
          <ac:chgData name="Vanhauwaert, Wim" userId="88f3e010-33d6-4c8b-8703-2e7894de5501" providerId="ADAL" clId="{9A9BF5FF-6414-4914-93A3-694F4A68799E}" dt="2025-08-19T12:30:09.125" v="310" actId="207"/>
          <ac:spMkLst>
            <pc:docMk/>
            <pc:sldMk cId="3685860585" sldId="265"/>
            <ac:spMk id="381" creationId="{A36DAD00-A4B7-01B1-3480-5ECCCC1F6C32}"/>
          </ac:spMkLst>
        </pc:spChg>
        <pc:spChg chg="mod">
          <ac:chgData name="Vanhauwaert, Wim" userId="88f3e010-33d6-4c8b-8703-2e7894de5501" providerId="ADAL" clId="{9A9BF5FF-6414-4914-93A3-694F4A68799E}" dt="2025-08-19T12:30:09.125" v="310" actId="207"/>
          <ac:spMkLst>
            <pc:docMk/>
            <pc:sldMk cId="3685860585" sldId="265"/>
            <ac:spMk id="382" creationId="{7B15C81A-9A46-3036-06FD-6024BBA7389A}"/>
          </ac:spMkLst>
        </pc:spChg>
        <pc:spChg chg="mod">
          <ac:chgData name="Vanhauwaert, Wim" userId="88f3e010-33d6-4c8b-8703-2e7894de5501" providerId="ADAL" clId="{9A9BF5FF-6414-4914-93A3-694F4A68799E}" dt="2025-08-19T12:30:09.125" v="310" actId="207"/>
          <ac:spMkLst>
            <pc:docMk/>
            <pc:sldMk cId="3685860585" sldId="265"/>
            <ac:spMk id="383" creationId="{61C5890C-C316-F9C2-5422-10222FCA5197}"/>
          </ac:spMkLst>
        </pc:spChg>
        <pc:spChg chg="mod">
          <ac:chgData name="Vanhauwaert, Wim" userId="88f3e010-33d6-4c8b-8703-2e7894de5501" providerId="ADAL" clId="{9A9BF5FF-6414-4914-93A3-694F4A68799E}" dt="2025-08-19T12:29:54.267" v="307" actId="207"/>
          <ac:spMkLst>
            <pc:docMk/>
            <pc:sldMk cId="3685860585" sldId="265"/>
            <ac:spMk id="387" creationId="{E1560390-A5A9-6AE1-2B19-EC4851568CE4}"/>
          </ac:spMkLst>
        </pc:spChg>
        <pc:spChg chg="mod">
          <ac:chgData name="Vanhauwaert, Wim" userId="88f3e010-33d6-4c8b-8703-2e7894de5501" providerId="ADAL" clId="{9A9BF5FF-6414-4914-93A3-694F4A68799E}" dt="2025-08-21T11:10:48.656" v="667"/>
          <ac:spMkLst>
            <pc:docMk/>
            <pc:sldMk cId="3685860585" sldId="265"/>
            <ac:spMk id="449" creationId="{83C761A2-7764-704E-1AFD-BCE857CEBF83}"/>
          </ac:spMkLst>
        </pc:spChg>
        <pc:spChg chg="mod">
          <ac:chgData name="Vanhauwaert, Wim" userId="88f3e010-33d6-4c8b-8703-2e7894de5501" providerId="ADAL" clId="{9A9BF5FF-6414-4914-93A3-694F4A68799E}" dt="2025-08-21T11:10:48.656" v="667"/>
          <ac:spMkLst>
            <pc:docMk/>
            <pc:sldMk cId="3685860585" sldId="265"/>
            <ac:spMk id="455" creationId="{96B515AC-C8AC-8B21-795A-06F49EB345A6}"/>
          </ac:spMkLst>
        </pc:spChg>
        <pc:spChg chg="mod">
          <ac:chgData name="Vanhauwaert, Wim" userId="88f3e010-33d6-4c8b-8703-2e7894de5501" providerId="ADAL" clId="{9A9BF5FF-6414-4914-93A3-694F4A68799E}" dt="2025-08-21T11:10:48.656" v="667"/>
          <ac:spMkLst>
            <pc:docMk/>
            <pc:sldMk cId="3685860585" sldId="265"/>
            <ac:spMk id="457" creationId="{BECD587D-BB41-08A7-D2A0-F61B2E35EC1D}"/>
          </ac:spMkLst>
        </pc:spChg>
        <pc:spChg chg="mod">
          <ac:chgData name="Vanhauwaert, Wim" userId="88f3e010-33d6-4c8b-8703-2e7894de5501" providerId="ADAL" clId="{9A9BF5FF-6414-4914-93A3-694F4A68799E}" dt="2025-08-21T11:10:48.656" v="667"/>
          <ac:spMkLst>
            <pc:docMk/>
            <pc:sldMk cId="3685860585" sldId="265"/>
            <ac:spMk id="458" creationId="{E826EC9A-BB3D-C75B-413F-26B94CCB525A}"/>
          </ac:spMkLst>
        </pc:spChg>
        <pc:spChg chg="mod">
          <ac:chgData name="Vanhauwaert, Wim" userId="88f3e010-33d6-4c8b-8703-2e7894de5501" providerId="ADAL" clId="{9A9BF5FF-6414-4914-93A3-694F4A68799E}" dt="2025-08-21T11:10:48.656" v="667"/>
          <ac:spMkLst>
            <pc:docMk/>
            <pc:sldMk cId="3685860585" sldId="265"/>
            <ac:spMk id="460" creationId="{21374C05-2895-C98A-1D7E-9EA2F64406C0}"/>
          </ac:spMkLst>
        </pc:spChg>
        <pc:spChg chg="mod">
          <ac:chgData name="Vanhauwaert, Wim" userId="88f3e010-33d6-4c8b-8703-2e7894de5501" providerId="ADAL" clId="{9A9BF5FF-6414-4914-93A3-694F4A68799E}" dt="2025-08-21T11:10:48.656" v="667"/>
          <ac:spMkLst>
            <pc:docMk/>
            <pc:sldMk cId="3685860585" sldId="265"/>
            <ac:spMk id="462" creationId="{EF5ABACD-E765-D2F1-94BC-266B15FFB945}"/>
          </ac:spMkLst>
        </pc:spChg>
        <pc:spChg chg="mod">
          <ac:chgData name="Vanhauwaert, Wim" userId="88f3e010-33d6-4c8b-8703-2e7894de5501" providerId="ADAL" clId="{9A9BF5FF-6414-4914-93A3-694F4A68799E}" dt="2025-08-21T11:10:48.656" v="667"/>
          <ac:spMkLst>
            <pc:docMk/>
            <pc:sldMk cId="3685860585" sldId="265"/>
            <ac:spMk id="469" creationId="{C59DC00A-D640-994B-0778-094479757D84}"/>
          </ac:spMkLst>
        </pc:spChg>
        <pc:spChg chg="mod">
          <ac:chgData name="Vanhauwaert, Wim" userId="88f3e010-33d6-4c8b-8703-2e7894de5501" providerId="ADAL" clId="{9A9BF5FF-6414-4914-93A3-694F4A68799E}" dt="2025-08-21T11:10:48.656" v="667"/>
          <ac:spMkLst>
            <pc:docMk/>
            <pc:sldMk cId="3685860585" sldId="265"/>
            <ac:spMk id="470" creationId="{14EF2448-B576-8B79-2428-27115062EB5E}"/>
          </ac:spMkLst>
        </pc:spChg>
        <pc:spChg chg="mod">
          <ac:chgData name="Vanhauwaert, Wim" userId="88f3e010-33d6-4c8b-8703-2e7894de5501" providerId="ADAL" clId="{9A9BF5FF-6414-4914-93A3-694F4A68799E}" dt="2025-08-21T11:10:48.656" v="667"/>
          <ac:spMkLst>
            <pc:docMk/>
            <pc:sldMk cId="3685860585" sldId="265"/>
            <ac:spMk id="476" creationId="{6DFC8C1A-698A-973E-E374-2536095F542D}"/>
          </ac:spMkLst>
        </pc:spChg>
        <pc:spChg chg="mod">
          <ac:chgData name="Vanhauwaert, Wim" userId="88f3e010-33d6-4c8b-8703-2e7894de5501" providerId="ADAL" clId="{9A9BF5FF-6414-4914-93A3-694F4A68799E}" dt="2025-08-19T12:32:09.736" v="342" actId="207"/>
          <ac:spMkLst>
            <pc:docMk/>
            <pc:sldMk cId="3685860585" sldId="265"/>
            <ac:spMk id="485" creationId="{446B7898-E6D8-A192-9136-23E49B421EE9}"/>
          </ac:spMkLst>
        </pc:spChg>
        <pc:spChg chg="mod">
          <ac:chgData name="Vanhauwaert, Wim" userId="88f3e010-33d6-4c8b-8703-2e7894de5501" providerId="ADAL" clId="{9A9BF5FF-6414-4914-93A3-694F4A68799E}" dt="2025-08-19T12:32:07.223" v="341" actId="207"/>
          <ac:spMkLst>
            <pc:docMk/>
            <pc:sldMk cId="3685860585" sldId="265"/>
            <ac:spMk id="486" creationId="{F9C05318-3B8D-8AC8-27D9-48A0CA59A60F}"/>
          </ac:spMkLst>
        </pc:spChg>
        <pc:spChg chg="mod">
          <ac:chgData name="Vanhauwaert, Wim" userId="88f3e010-33d6-4c8b-8703-2e7894de5501" providerId="ADAL" clId="{9A9BF5FF-6414-4914-93A3-694F4A68799E}" dt="2025-08-19T12:31:58.636" v="339" actId="207"/>
          <ac:spMkLst>
            <pc:docMk/>
            <pc:sldMk cId="3685860585" sldId="265"/>
            <ac:spMk id="487" creationId="{34CC174D-AB80-FF2C-5DE4-DA2417FCB797}"/>
          </ac:spMkLst>
        </pc:spChg>
        <pc:spChg chg="mod">
          <ac:chgData name="Vanhauwaert, Wim" userId="88f3e010-33d6-4c8b-8703-2e7894de5501" providerId="ADAL" clId="{9A9BF5FF-6414-4914-93A3-694F4A68799E}" dt="2025-08-19T12:31:58.636" v="339" actId="207"/>
          <ac:spMkLst>
            <pc:docMk/>
            <pc:sldMk cId="3685860585" sldId="265"/>
            <ac:spMk id="488" creationId="{101136B4-7CDF-3E4B-70CA-333F60BAA4EB}"/>
          </ac:spMkLst>
        </pc:spChg>
        <pc:spChg chg="mod">
          <ac:chgData name="Vanhauwaert, Wim" userId="88f3e010-33d6-4c8b-8703-2e7894de5501" providerId="ADAL" clId="{9A9BF5FF-6414-4914-93A3-694F4A68799E}" dt="2025-08-19T12:31:50.785" v="338" actId="207"/>
          <ac:spMkLst>
            <pc:docMk/>
            <pc:sldMk cId="3685860585" sldId="265"/>
            <ac:spMk id="489" creationId="{59970171-65BC-3F88-B16E-5649EF0198D2}"/>
          </ac:spMkLst>
        </pc:spChg>
        <pc:spChg chg="mod">
          <ac:chgData name="Vanhauwaert, Wim" userId="88f3e010-33d6-4c8b-8703-2e7894de5501" providerId="ADAL" clId="{9A9BF5FF-6414-4914-93A3-694F4A68799E}" dt="2025-08-19T12:32:03.771" v="340" actId="207"/>
          <ac:spMkLst>
            <pc:docMk/>
            <pc:sldMk cId="3685860585" sldId="265"/>
            <ac:spMk id="490" creationId="{D8D200CF-E847-1505-D2EB-8886FAC8F2EA}"/>
          </ac:spMkLst>
        </pc:spChg>
        <pc:spChg chg="mod">
          <ac:chgData name="Vanhauwaert, Wim" userId="88f3e010-33d6-4c8b-8703-2e7894de5501" providerId="ADAL" clId="{9A9BF5FF-6414-4914-93A3-694F4A68799E}" dt="2025-08-19T12:32:03.771" v="340" actId="207"/>
          <ac:spMkLst>
            <pc:docMk/>
            <pc:sldMk cId="3685860585" sldId="265"/>
            <ac:spMk id="491" creationId="{792E2813-2795-A80E-8DBB-16BB869A5563}"/>
          </ac:spMkLst>
        </pc:spChg>
        <pc:spChg chg="mod">
          <ac:chgData name="Vanhauwaert, Wim" userId="88f3e010-33d6-4c8b-8703-2e7894de5501" providerId="ADAL" clId="{9A9BF5FF-6414-4914-93A3-694F4A68799E}" dt="2025-08-19T12:32:07.223" v="341" actId="207"/>
          <ac:spMkLst>
            <pc:docMk/>
            <pc:sldMk cId="3685860585" sldId="265"/>
            <ac:spMk id="492" creationId="{E8439802-6DD5-0C84-E8AC-A03DEA086736}"/>
          </ac:spMkLst>
        </pc:spChg>
        <pc:spChg chg="mod">
          <ac:chgData name="Vanhauwaert, Wim" userId="88f3e010-33d6-4c8b-8703-2e7894de5501" providerId="ADAL" clId="{9A9BF5FF-6414-4914-93A3-694F4A68799E}" dt="2025-08-19T12:32:07.223" v="341" actId="207"/>
          <ac:spMkLst>
            <pc:docMk/>
            <pc:sldMk cId="3685860585" sldId="265"/>
            <ac:spMk id="493" creationId="{1A7A6EBC-7ECC-853C-9D79-2B91743513E5}"/>
          </ac:spMkLst>
        </pc:spChg>
        <pc:spChg chg="mod">
          <ac:chgData name="Vanhauwaert, Wim" userId="88f3e010-33d6-4c8b-8703-2e7894de5501" providerId="ADAL" clId="{9A9BF5FF-6414-4914-93A3-694F4A68799E}" dt="2025-08-19T12:32:09.736" v="342" actId="207"/>
          <ac:spMkLst>
            <pc:docMk/>
            <pc:sldMk cId="3685860585" sldId="265"/>
            <ac:spMk id="495" creationId="{9C8525FB-9FB6-5764-7D95-6352C5272FF4}"/>
          </ac:spMkLst>
        </pc:spChg>
        <pc:spChg chg="mod">
          <ac:chgData name="Vanhauwaert, Wim" userId="88f3e010-33d6-4c8b-8703-2e7894de5501" providerId="ADAL" clId="{9A9BF5FF-6414-4914-93A3-694F4A68799E}" dt="2025-08-19T12:29:41.541" v="304" actId="207"/>
          <ac:spMkLst>
            <pc:docMk/>
            <pc:sldMk cId="3685860585" sldId="265"/>
            <ac:spMk id="498" creationId="{3CBD3331-3D2C-8564-22B8-B2C8B8E6CF25}"/>
          </ac:spMkLst>
        </pc:spChg>
        <pc:spChg chg="mod">
          <ac:chgData name="Vanhauwaert, Wim" userId="88f3e010-33d6-4c8b-8703-2e7894de5501" providerId="ADAL" clId="{9A9BF5FF-6414-4914-93A3-694F4A68799E}" dt="2025-08-19T12:29:39.081" v="303" actId="207"/>
          <ac:spMkLst>
            <pc:docMk/>
            <pc:sldMk cId="3685860585" sldId="265"/>
            <ac:spMk id="499" creationId="{CC3AA0BA-DAFF-BB79-74C6-303CA201964D}"/>
          </ac:spMkLst>
        </pc:spChg>
        <pc:spChg chg="mod">
          <ac:chgData name="Vanhauwaert, Wim" userId="88f3e010-33d6-4c8b-8703-2e7894de5501" providerId="ADAL" clId="{9A9BF5FF-6414-4914-93A3-694F4A68799E}" dt="2025-08-19T12:29:36.066" v="302" actId="207"/>
          <ac:spMkLst>
            <pc:docMk/>
            <pc:sldMk cId="3685860585" sldId="265"/>
            <ac:spMk id="500" creationId="{A67A488A-0B3A-B339-36CC-24A31B05275A}"/>
          </ac:spMkLst>
        </pc:spChg>
        <pc:spChg chg="mod">
          <ac:chgData name="Vanhauwaert, Wim" userId="88f3e010-33d6-4c8b-8703-2e7894de5501" providerId="ADAL" clId="{9A9BF5FF-6414-4914-93A3-694F4A68799E}" dt="2025-08-19T12:29:43.850" v="305" actId="207"/>
          <ac:spMkLst>
            <pc:docMk/>
            <pc:sldMk cId="3685860585" sldId="265"/>
            <ac:spMk id="605" creationId="{9F301B09-758F-27AA-9202-AA571B5B94E4}"/>
          </ac:spMkLst>
        </pc:spChg>
        <pc:spChg chg="mod">
          <ac:chgData name="Vanhauwaert, Wim" userId="88f3e010-33d6-4c8b-8703-2e7894de5501" providerId="ADAL" clId="{9A9BF5FF-6414-4914-93A3-694F4A68799E}" dt="2025-08-19T12:29:46.313" v="306" actId="207"/>
          <ac:spMkLst>
            <pc:docMk/>
            <pc:sldMk cId="3685860585" sldId="265"/>
            <ac:spMk id="606" creationId="{B9F7B44B-094D-89CC-44D3-0B6B30F7A898}"/>
          </ac:spMkLst>
        </pc:spChg>
        <pc:grpChg chg="del">
          <ac:chgData name="Vanhauwaert, Wim" userId="88f3e010-33d6-4c8b-8703-2e7894de5501" providerId="ADAL" clId="{9A9BF5FF-6414-4914-93A3-694F4A68799E}" dt="2025-08-21T10:21:00.027" v="647" actId="478"/>
          <ac:grpSpMkLst>
            <pc:docMk/>
            <pc:sldMk cId="3685860585" sldId="265"/>
            <ac:grpSpMk id="5" creationId="{E126E5DD-F567-E619-638E-C1D0BC3F3378}"/>
          </ac:grpSpMkLst>
        </pc:grpChg>
        <pc:grpChg chg="del">
          <ac:chgData name="Vanhauwaert, Wim" userId="88f3e010-33d6-4c8b-8703-2e7894de5501" providerId="ADAL" clId="{9A9BF5FF-6414-4914-93A3-694F4A68799E}" dt="2025-08-21T10:21:00.027" v="647" actId="478"/>
          <ac:grpSpMkLst>
            <pc:docMk/>
            <pc:sldMk cId="3685860585" sldId="265"/>
            <ac:grpSpMk id="7" creationId="{F3398467-EAA0-D5EA-C5EF-69700A519AC7}"/>
          </ac:grpSpMkLst>
        </pc:grpChg>
        <pc:grpChg chg="del">
          <ac:chgData name="Vanhauwaert, Wim" userId="88f3e010-33d6-4c8b-8703-2e7894de5501" providerId="ADAL" clId="{9A9BF5FF-6414-4914-93A3-694F4A68799E}" dt="2025-08-21T10:21:29.671" v="655" actId="478"/>
          <ac:grpSpMkLst>
            <pc:docMk/>
            <pc:sldMk cId="3685860585" sldId="265"/>
            <ac:grpSpMk id="9" creationId="{7374F260-1E3C-0BE5-ABE9-8BB1374E0990}"/>
          </ac:grpSpMkLst>
        </pc:grpChg>
        <pc:grpChg chg="del">
          <ac:chgData name="Vanhauwaert, Wim" userId="88f3e010-33d6-4c8b-8703-2e7894de5501" providerId="ADAL" clId="{9A9BF5FF-6414-4914-93A3-694F4A68799E}" dt="2025-08-21T11:10:48.496" v="666" actId="478"/>
          <ac:grpSpMkLst>
            <pc:docMk/>
            <pc:sldMk cId="3685860585" sldId="265"/>
            <ac:grpSpMk id="10" creationId="{B2A195B4-86E8-415F-2DE4-D25C67D3326A}"/>
          </ac:grpSpMkLst>
        </pc:grpChg>
        <pc:grpChg chg="del">
          <ac:chgData name="Vanhauwaert, Wim" userId="88f3e010-33d6-4c8b-8703-2e7894de5501" providerId="ADAL" clId="{9A9BF5FF-6414-4914-93A3-694F4A68799E}" dt="2025-08-21T11:10:48.496" v="666" actId="478"/>
          <ac:grpSpMkLst>
            <pc:docMk/>
            <pc:sldMk cId="3685860585" sldId="265"/>
            <ac:grpSpMk id="11" creationId="{5A619121-5B99-4A5E-F8B7-471BC7CAAE0C}"/>
          </ac:grpSpMkLst>
        </pc:grpChg>
        <pc:grpChg chg="add mod">
          <ac:chgData name="Vanhauwaert, Wim" userId="88f3e010-33d6-4c8b-8703-2e7894de5501" providerId="ADAL" clId="{9A9BF5FF-6414-4914-93A3-694F4A68799E}" dt="2025-08-21T10:21:29.737" v="656"/>
          <ac:grpSpMkLst>
            <pc:docMk/>
            <pc:sldMk cId="3685860585" sldId="265"/>
            <ac:grpSpMk id="42" creationId="{50D098C7-F6D8-65CD-5FC2-DA3BFD50E2B6}"/>
          </ac:grpSpMkLst>
        </pc:grpChg>
        <pc:grpChg chg="mod">
          <ac:chgData name="Vanhauwaert, Wim" userId="88f3e010-33d6-4c8b-8703-2e7894de5501" providerId="ADAL" clId="{9A9BF5FF-6414-4914-93A3-694F4A68799E}" dt="2025-08-21T10:21:29.737" v="656"/>
          <ac:grpSpMkLst>
            <pc:docMk/>
            <pc:sldMk cId="3685860585" sldId="265"/>
            <ac:grpSpMk id="46" creationId="{2576F0F5-0F91-2806-88BF-6DD8A12A7562}"/>
          </ac:grpSpMkLst>
        </pc:grpChg>
      </pc:sldChg>
      <pc:sldChg chg="addSp delSp modSp add mod delAnim modShow">
        <pc:chgData name="Vanhauwaert, Wim" userId="88f3e010-33d6-4c8b-8703-2e7894de5501" providerId="ADAL" clId="{9A9BF5FF-6414-4914-93A3-694F4A68799E}" dt="2025-08-21T11:10:43.647" v="665"/>
        <pc:sldMkLst>
          <pc:docMk/>
          <pc:sldMk cId="2032749598" sldId="266"/>
        </pc:sldMkLst>
        <pc:spChg chg="mod">
          <ac:chgData name="Vanhauwaert, Wim" userId="88f3e010-33d6-4c8b-8703-2e7894de5501" providerId="ADAL" clId="{9A9BF5FF-6414-4914-93A3-694F4A68799E}" dt="2025-08-21T10:20:02.288" v="637"/>
          <ac:spMkLst>
            <pc:docMk/>
            <pc:sldMk cId="2032749598" sldId="266"/>
            <ac:spMk id="15" creationId="{A4A04B0D-4F5A-D61B-E99C-848314DF6A08}"/>
          </ac:spMkLst>
        </pc:spChg>
        <pc:spChg chg="mod">
          <ac:chgData name="Vanhauwaert, Wim" userId="88f3e010-33d6-4c8b-8703-2e7894de5501" providerId="ADAL" clId="{9A9BF5FF-6414-4914-93A3-694F4A68799E}" dt="2025-08-21T10:20:02.288" v="637"/>
          <ac:spMkLst>
            <pc:docMk/>
            <pc:sldMk cId="2032749598" sldId="266"/>
            <ac:spMk id="18" creationId="{F19A6596-1A56-3089-AEEC-35C164520993}"/>
          </ac:spMkLst>
        </pc:spChg>
        <pc:spChg chg="mod">
          <ac:chgData name="Vanhauwaert, Wim" userId="88f3e010-33d6-4c8b-8703-2e7894de5501" providerId="ADAL" clId="{9A9BF5FF-6414-4914-93A3-694F4A68799E}" dt="2025-08-21T10:20:02.288" v="637"/>
          <ac:spMkLst>
            <pc:docMk/>
            <pc:sldMk cId="2032749598" sldId="266"/>
            <ac:spMk id="20" creationId="{E8D048EE-40F4-7D4C-E2C8-FFBBCCA447AC}"/>
          </ac:spMkLst>
        </pc:spChg>
        <pc:spChg chg="mod">
          <ac:chgData name="Vanhauwaert, Wim" userId="88f3e010-33d6-4c8b-8703-2e7894de5501" providerId="ADAL" clId="{9A9BF5FF-6414-4914-93A3-694F4A68799E}" dt="2025-08-21T10:20:02.288" v="637"/>
          <ac:spMkLst>
            <pc:docMk/>
            <pc:sldMk cId="2032749598" sldId="266"/>
            <ac:spMk id="23" creationId="{B4703D31-D9F4-7BA8-F36B-B351A473AE3E}"/>
          </ac:spMkLst>
        </pc:spChg>
        <pc:spChg chg="mod">
          <ac:chgData name="Vanhauwaert, Wim" userId="88f3e010-33d6-4c8b-8703-2e7894de5501" providerId="ADAL" clId="{9A9BF5FF-6414-4914-93A3-694F4A68799E}" dt="2025-08-21T10:20:02.288" v="637"/>
          <ac:spMkLst>
            <pc:docMk/>
            <pc:sldMk cId="2032749598" sldId="266"/>
            <ac:spMk id="25" creationId="{DFD008D6-2203-E0E0-F970-3A5AABA6D0CD}"/>
          </ac:spMkLst>
        </pc:spChg>
        <pc:spChg chg="mod">
          <ac:chgData name="Vanhauwaert, Wim" userId="88f3e010-33d6-4c8b-8703-2e7894de5501" providerId="ADAL" clId="{9A9BF5FF-6414-4914-93A3-694F4A68799E}" dt="2025-08-21T10:20:02.288" v="637"/>
          <ac:spMkLst>
            <pc:docMk/>
            <pc:sldMk cId="2032749598" sldId="266"/>
            <ac:spMk id="27" creationId="{63FF9347-10F6-576C-A61C-DF9AD7AD8B86}"/>
          </ac:spMkLst>
        </pc:spChg>
        <pc:spChg chg="mod">
          <ac:chgData name="Vanhauwaert, Wim" userId="88f3e010-33d6-4c8b-8703-2e7894de5501" providerId="ADAL" clId="{9A9BF5FF-6414-4914-93A3-694F4A68799E}" dt="2025-08-21T10:20:02.288" v="637"/>
          <ac:spMkLst>
            <pc:docMk/>
            <pc:sldMk cId="2032749598" sldId="266"/>
            <ac:spMk id="28" creationId="{416B2500-3A77-9F3E-7A82-9F1B6043B125}"/>
          </ac:spMkLst>
        </pc:spChg>
        <pc:spChg chg="mod">
          <ac:chgData name="Vanhauwaert, Wim" userId="88f3e010-33d6-4c8b-8703-2e7894de5501" providerId="ADAL" clId="{9A9BF5FF-6414-4914-93A3-694F4A68799E}" dt="2025-08-21T10:20:02.288" v="637"/>
          <ac:spMkLst>
            <pc:docMk/>
            <pc:sldMk cId="2032749598" sldId="266"/>
            <ac:spMk id="30" creationId="{B551632A-2775-E6D1-9188-823809DEB2F5}"/>
          </ac:spMkLst>
        </pc:spChg>
        <pc:spChg chg="mod">
          <ac:chgData name="Vanhauwaert, Wim" userId="88f3e010-33d6-4c8b-8703-2e7894de5501" providerId="ADAL" clId="{9A9BF5FF-6414-4914-93A3-694F4A68799E}" dt="2025-08-21T10:20:02.288" v="637"/>
          <ac:spMkLst>
            <pc:docMk/>
            <pc:sldMk cId="2032749598" sldId="266"/>
            <ac:spMk id="31" creationId="{EDA96702-B257-74F3-8EAD-10469BB3778C}"/>
          </ac:spMkLst>
        </pc:spChg>
        <pc:spChg chg="mod">
          <ac:chgData name="Vanhauwaert, Wim" userId="88f3e010-33d6-4c8b-8703-2e7894de5501" providerId="ADAL" clId="{9A9BF5FF-6414-4914-93A3-694F4A68799E}" dt="2025-08-21T10:20:02.288" v="637"/>
          <ac:spMkLst>
            <pc:docMk/>
            <pc:sldMk cId="2032749598" sldId="266"/>
            <ac:spMk id="32" creationId="{982C4884-0FE3-032C-25BC-FB6602366FD2}"/>
          </ac:spMkLst>
        </pc:spChg>
        <pc:spChg chg="mod">
          <ac:chgData name="Vanhauwaert, Wim" userId="88f3e010-33d6-4c8b-8703-2e7894de5501" providerId="ADAL" clId="{9A9BF5FF-6414-4914-93A3-694F4A68799E}" dt="2025-08-21T10:21:04.295" v="650"/>
          <ac:spMkLst>
            <pc:docMk/>
            <pc:sldMk cId="2032749598" sldId="266"/>
            <ac:spMk id="34" creationId="{6A180197-5D33-E432-BB2B-FDBE1C6CADB9}"/>
          </ac:spMkLst>
        </pc:spChg>
        <pc:spChg chg="mod">
          <ac:chgData name="Vanhauwaert, Wim" userId="88f3e010-33d6-4c8b-8703-2e7894de5501" providerId="ADAL" clId="{9A9BF5FF-6414-4914-93A3-694F4A68799E}" dt="2025-08-21T10:21:04.295" v="650"/>
          <ac:spMkLst>
            <pc:docMk/>
            <pc:sldMk cId="2032749598" sldId="266"/>
            <ac:spMk id="35" creationId="{12F29FD2-576A-8482-4611-4591A7DBCDF9}"/>
          </ac:spMkLst>
        </pc:spChg>
        <pc:spChg chg="mod">
          <ac:chgData name="Vanhauwaert, Wim" userId="88f3e010-33d6-4c8b-8703-2e7894de5501" providerId="ADAL" clId="{9A9BF5FF-6414-4914-93A3-694F4A68799E}" dt="2025-08-21T10:21:04.295" v="650"/>
          <ac:spMkLst>
            <pc:docMk/>
            <pc:sldMk cId="2032749598" sldId="266"/>
            <ac:spMk id="36" creationId="{1EFA02CE-51F0-D9C2-435D-79C12AAC3F55}"/>
          </ac:spMkLst>
        </pc:spChg>
        <pc:spChg chg="mod">
          <ac:chgData name="Vanhauwaert, Wim" userId="88f3e010-33d6-4c8b-8703-2e7894de5501" providerId="ADAL" clId="{9A9BF5FF-6414-4914-93A3-694F4A68799E}" dt="2025-08-21T10:21:04.295" v="650"/>
          <ac:spMkLst>
            <pc:docMk/>
            <pc:sldMk cId="2032749598" sldId="266"/>
            <ac:spMk id="38" creationId="{AA003F1A-1131-DF8F-F267-0AE29CEB7BC5}"/>
          </ac:spMkLst>
        </pc:spChg>
        <pc:spChg chg="mod">
          <ac:chgData name="Vanhauwaert, Wim" userId="88f3e010-33d6-4c8b-8703-2e7894de5501" providerId="ADAL" clId="{9A9BF5FF-6414-4914-93A3-694F4A68799E}" dt="2025-08-21T10:21:04.295" v="650"/>
          <ac:spMkLst>
            <pc:docMk/>
            <pc:sldMk cId="2032749598" sldId="266"/>
            <ac:spMk id="46" creationId="{E98A8C5E-3D58-9531-A31D-08405BD1B6DA}"/>
          </ac:spMkLst>
        </pc:spChg>
        <pc:spChg chg="mod">
          <ac:chgData name="Vanhauwaert, Wim" userId="88f3e010-33d6-4c8b-8703-2e7894de5501" providerId="ADAL" clId="{9A9BF5FF-6414-4914-93A3-694F4A68799E}" dt="2025-08-21T10:21:04.295" v="650"/>
          <ac:spMkLst>
            <pc:docMk/>
            <pc:sldMk cId="2032749598" sldId="266"/>
            <ac:spMk id="47" creationId="{06773F62-CD2A-D123-D493-1AAE58D1EF44}"/>
          </ac:spMkLst>
        </pc:spChg>
        <pc:spChg chg="mod">
          <ac:chgData name="Vanhauwaert, Wim" userId="88f3e010-33d6-4c8b-8703-2e7894de5501" providerId="ADAL" clId="{9A9BF5FF-6414-4914-93A3-694F4A68799E}" dt="2025-08-21T10:21:04.295" v="650"/>
          <ac:spMkLst>
            <pc:docMk/>
            <pc:sldMk cId="2032749598" sldId="266"/>
            <ac:spMk id="56" creationId="{F62EB1D1-1322-A8EF-6562-DFF6AD0A9279}"/>
          </ac:spMkLst>
        </pc:spChg>
        <pc:spChg chg="mod">
          <ac:chgData name="Vanhauwaert, Wim" userId="88f3e010-33d6-4c8b-8703-2e7894de5501" providerId="ADAL" clId="{9A9BF5FF-6414-4914-93A3-694F4A68799E}" dt="2025-08-21T10:21:04.295" v="650"/>
          <ac:spMkLst>
            <pc:docMk/>
            <pc:sldMk cId="2032749598" sldId="266"/>
            <ac:spMk id="58" creationId="{87A465E9-6815-F76D-7EEE-66EA5BBEED32}"/>
          </ac:spMkLst>
        </pc:spChg>
        <pc:spChg chg="mod">
          <ac:chgData name="Vanhauwaert, Wim" userId="88f3e010-33d6-4c8b-8703-2e7894de5501" providerId="ADAL" clId="{9A9BF5FF-6414-4914-93A3-694F4A68799E}" dt="2025-08-21T10:21:04.295" v="650"/>
          <ac:spMkLst>
            <pc:docMk/>
            <pc:sldMk cId="2032749598" sldId="266"/>
            <ac:spMk id="61" creationId="{3855823C-36AB-3E1D-B2C7-B77653FEA189}"/>
          </ac:spMkLst>
        </pc:spChg>
        <pc:spChg chg="mod">
          <ac:chgData name="Vanhauwaert, Wim" userId="88f3e010-33d6-4c8b-8703-2e7894de5501" providerId="ADAL" clId="{9A9BF5FF-6414-4914-93A3-694F4A68799E}" dt="2025-08-21T10:21:04.295" v="650"/>
          <ac:spMkLst>
            <pc:docMk/>
            <pc:sldMk cId="2032749598" sldId="266"/>
            <ac:spMk id="62" creationId="{5D06CBF8-07C3-2A95-458C-8090A4F77D4C}"/>
          </ac:spMkLst>
        </pc:spChg>
        <pc:spChg chg="mod">
          <ac:chgData name="Vanhauwaert, Wim" userId="88f3e010-33d6-4c8b-8703-2e7894de5501" providerId="ADAL" clId="{9A9BF5FF-6414-4914-93A3-694F4A68799E}" dt="2025-08-19T12:31:09.636" v="327" actId="207"/>
          <ac:spMkLst>
            <pc:docMk/>
            <pc:sldMk cId="2032749598" sldId="266"/>
            <ac:spMk id="366" creationId="{AD19F2DA-890B-8C57-F310-920C62233349}"/>
          </ac:spMkLst>
        </pc:spChg>
        <pc:spChg chg="mod">
          <ac:chgData name="Vanhauwaert, Wim" userId="88f3e010-33d6-4c8b-8703-2e7894de5501" providerId="ADAL" clId="{9A9BF5FF-6414-4914-93A3-694F4A68799E}" dt="2025-08-19T12:31:09.636" v="327" actId="207"/>
          <ac:spMkLst>
            <pc:docMk/>
            <pc:sldMk cId="2032749598" sldId="266"/>
            <ac:spMk id="367" creationId="{A9DC3F08-C74B-5C87-F4C9-E21A4D664C2F}"/>
          </ac:spMkLst>
        </pc:spChg>
        <pc:spChg chg="mod">
          <ac:chgData name="Vanhauwaert, Wim" userId="88f3e010-33d6-4c8b-8703-2e7894de5501" providerId="ADAL" clId="{9A9BF5FF-6414-4914-93A3-694F4A68799E}" dt="2025-08-19T12:31:02.842" v="325" actId="207"/>
          <ac:spMkLst>
            <pc:docMk/>
            <pc:sldMk cId="2032749598" sldId="266"/>
            <ac:spMk id="368" creationId="{ED2F7DAA-DD1D-960C-A4F3-1A8A484136A1}"/>
          </ac:spMkLst>
        </pc:spChg>
        <pc:spChg chg="mod">
          <ac:chgData name="Vanhauwaert, Wim" userId="88f3e010-33d6-4c8b-8703-2e7894de5501" providerId="ADAL" clId="{9A9BF5FF-6414-4914-93A3-694F4A68799E}" dt="2025-08-19T12:31:02.842" v="325" actId="207"/>
          <ac:spMkLst>
            <pc:docMk/>
            <pc:sldMk cId="2032749598" sldId="266"/>
            <ac:spMk id="370" creationId="{FC6ED6FC-D624-BDBD-7259-1781EE10E92E}"/>
          </ac:spMkLst>
        </pc:spChg>
        <pc:spChg chg="mod">
          <ac:chgData name="Vanhauwaert, Wim" userId="88f3e010-33d6-4c8b-8703-2e7894de5501" providerId="ADAL" clId="{9A9BF5FF-6414-4914-93A3-694F4A68799E}" dt="2025-08-19T12:31:12.476" v="328" actId="207"/>
          <ac:spMkLst>
            <pc:docMk/>
            <pc:sldMk cId="2032749598" sldId="266"/>
            <ac:spMk id="374" creationId="{7BE8DC0D-4E0E-F7C1-04C7-5FA641480CD6}"/>
          </ac:spMkLst>
        </pc:spChg>
        <pc:spChg chg="mod">
          <ac:chgData name="Vanhauwaert, Wim" userId="88f3e010-33d6-4c8b-8703-2e7894de5501" providerId="ADAL" clId="{9A9BF5FF-6414-4914-93A3-694F4A68799E}" dt="2025-08-19T12:31:12.476" v="328" actId="207"/>
          <ac:spMkLst>
            <pc:docMk/>
            <pc:sldMk cId="2032749598" sldId="266"/>
            <ac:spMk id="375" creationId="{1C07D550-DACA-8263-ED2B-5FF3C4EEF3D4}"/>
          </ac:spMkLst>
        </pc:spChg>
        <pc:spChg chg="mod">
          <ac:chgData name="Vanhauwaert, Wim" userId="88f3e010-33d6-4c8b-8703-2e7894de5501" providerId="ADAL" clId="{9A9BF5FF-6414-4914-93A3-694F4A68799E}" dt="2025-08-19T12:31:06.989" v="326" actId="207"/>
          <ac:spMkLst>
            <pc:docMk/>
            <pc:sldMk cId="2032749598" sldId="266"/>
            <ac:spMk id="381" creationId="{91CB461E-97C5-F4D6-4D5F-3D2FA3C77191}"/>
          </ac:spMkLst>
        </pc:spChg>
        <pc:spChg chg="mod">
          <ac:chgData name="Vanhauwaert, Wim" userId="88f3e010-33d6-4c8b-8703-2e7894de5501" providerId="ADAL" clId="{9A9BF5FF-6414-4914-93A3-694F4A68799E}" dt="2025-08-19T12:31:06.989" v="326" actId="207"/>
          <ac:spMkLst>
            <pc:docMk/>
            <pc:sldMk cId="2032749598" sldId="266"/>
            <ac:spMk id="382" creationId="{9FE25EF0-B131-8514-2B6D-60C284ECCDC4}"/>
          </ac:spMkLst>
        </pc:spChg>
        <pc:spChg chg="mod">
          <ac:chgData name="Vanhauwaert, Wim" userId="88f3e010-33d6-4c8b-8703-2e7894de5501" providerId="ADAL" clId="{9A9BF5FF-6414-4914-93A3-694F4A68799E}" dt="2025-08-19T12:31:06.989" v="326" actId="207"/>
          <ac:spMkLst>
            <pc:docMk/>
            <pc:sldMk cId="2032749598" sldId="266"/>
            <ac:spMk id="383" creationId="{57E6D23C-9729-BF04-CDEC-38FA75D1DF41}"/>
          </ac:spMkLst>
        </pc:spChg>
        <pc:spChg chg="mod">
          <ac:chgData name="Vanhauwaert, Wim" userId="88f3e010-33d6-4c8b-8703-2e7894de5501" providerId="ADAL" clId="{9A9BF5FF-6414-4914-93A3-694F4A68799E}" dt="2025-08-19T12:31:21.356" v="331" actId="207"/>
          <ac:spMkLst>
            <pc:docMk/>
            <pc:sldMk cId="2032749598" sldId="266"/>
            <ac:spMk id="387" creationId="{CB02479F-DF67-2F71-F027-AFC7D92953E9}"/>
          </ac:spMkLst>
        </pc:spChg>
        <pc:spChg chg="mod">
          <ac:chgData name="Vanhauwaert, Wim" userId="88f3e010-33d6-4c8b-8703-2e7894de5501" providerId="ADAL" clId="{9A9BF5FF-6414-4914-93A3-694F4A68799E}" dt="2025-08-21T10:21:32.769" v="658"/>
          <ac:spMkLst>
            <pc:docMk/>
            <pc:sldMk cId="2032749598" sldId="266"/>
            <ac:spMk id="448" creationId="{08F85673-488F-4046-B9C2-FF0BBA94CBAD}"/>
          </ac:spMkLst>
        </pc:spChg>
        <pc:spChg chg="mod">
          <ac:chgData name="Vanhauwaert, Wim" userId="88f3e010-33d6-4c8b-8703-2e7894de5501" providerId="ADAL" clId="{9A9BF5FF-6414-4914-93A3-694F4A68799E}" dt="2025-08-21T10:21:32.769" v="658"/>
          <ac:spMkLst>
            <pc:docMk/>
            <pc:sldMk cId="2032749598" sldId="266"/>
            <ac:spMk id="449" creationId="{7A2175AC-EA54-026C-BDD9-2895BFB8F0EE}"/>
          </ac:spMkLst>
        </pc:spChg>
        <pc:spChg chg="mod">
          <ac:chgData name="Vanhauwaert, Wim" userId="88f3e010-33d6-4c8b-8703-2e7894de5501" providerId="ADAL" clId="{9A9BF5FF-6414-4914-93A3-694F4A68799E}" dt="2025-08-21T10:21:32.769" v="658"/>
          <ac:spMkLst>
            <pc:docMk/>
            <pc:sldMk cId="2032749598" sldId="266"/>
            <ac:spMk id="450" creationId="{2670ADA5-77D3-6D68-3DE4-44ED66638299}"/>
          </ac:spMkLst>
        </pc:spChg>
        <pc:spChg chg="mod">
          <ac:chgData name="Vanhauwaert, Wim" userId="88f3e010-33d6-4c8b-8703-2e7894de5501" providerId="ADAL" clId="{9A9BF5FF-6414-4914-93A3-694F4A68799E}" dt="2025-08-21T10:21:32.769" v="658"/>
          <ac:spMkLst>
            <pc:docMk/>
            <pc:sldMk cId="2032749598" sldId="266"/>
            <ac:spMk id="452" creationId="{08C70A43-3945-A3FB-747B-8601369862BA}"/>
          </ac:spMkLst>
        </pc:spChg>
        <pc:spChg chg="mod">
          <ac:chgData name="Vanhauwaert, Wim" userId="88f3e010-33d6-4c8b-8703-2e7894de5501" providerId="ADAL" clId="{9A9BF5FF-6414-4914-93A3-694F4A68799E}" dt="2025-08-21T10:21:32.769" v="658"/>
          <ac:spMkLst>
            <pc:docMk/>
            <pc:sldMk cId="2032749598" sldId="266"/>
            <ac:spMk id="454" creationId="{0C68B442-C04A-8F05-0313-98110144DF42}"/>
          </ac:spMkLst>
        </pc:spChg>
        <pc:spChg chg="mod">
          <ac:chgData name="Vanhauwaert, Wim" userId="88f3e010-33d6-4c8b-8703-2e7894de5501" providerId="ADAL" clId="{9A9BF5FF-6414-4914-93A3-694F4A68799E}" dt="2025-08-21T10:21:32.769" v="658"/>
          <ac:spMkLst>
            <pc:docMk/>
            <pc:sldMk cId="2032749598" sldId="266"/>
            <ac:spMk id="455" creationId="{601901FD-9AE5-4809-C18B-58BB0123D76B}"/>
          </ac:spMkLst>
        </pc:spChg>
        <pc:spChg chg="mod">
          <ac:chgData name="Vanhauwaert, Wim" userId="88f3e010-33d6-4c8b-8703-2e7894de5501" providerId="ADAL" clId="{9A9BF5FF-6414-4914-93A3-694F4A68799E}" dt="2025-08-21T10:21:32.769" v="658"/>
          <ac:spMkLst>
            <pc:docMk/>
            <pc:sldMk cId="2032749598" sldId="266"/>
            <ac:spMk id="456" creationId="{74D87895-3C2B-329C-4C11-C2E7AF73FB36}"/>
          </ac:spMkLst>
        </pc:spChg>
        <pc:spChg chg="mod">
          <ac:chgData name="Vanhauwaert, Wim" userId="88f3e010-33d6-4c8b-8703-2e7894de5501" providerId="ADAL" clId="{9A9BF5FF-6414-4914-93A3-694F4A68799E}" dt="2025-08-21T10:21:32.769" v="658"/>
          <ac:spMkLst>
            <pc:docMk/>
            <pc:sldMk cId="2032749598" sldId="266"/>
            <ac:spMk id="457" creationId="{1708696F-18AA-DC1A-0439-081684F9CA40}"/>
          </ac:spMkLst>
        </pc:spChg>
        <pc:spChg chg="mod">
          <ac:chgData name="Vanhauwaert, Wim" userId="88f3e010-33d6-4c8b-8703-2e7894de5501" providerId="ADAL" clId="{9A9BF5FF-6414-4914-93A3-694F4A68799E}" dt="2025-08-21T11:10:43.647" v="665"/>
          <ac:spMkLst>
            <pc:docMk/>
            <pc:sldMk cId="2032749598" sldId="266"/>
            <ac:spMk id="473" creationId="{F61B1A88-0174-2F27-24E9-66121C8A9325}"/>
          </ac:spMkLst>
        </pc:spChg>
        <pc:spChg chg="mod">
          <ac:chgData name="Vanhauwaert, Wim" userId="88f3e010-33d6-4c8b-8703-2e7894de5501" providerId="ADAL" clId="{9A9BF5FF-6414-4914-93A3-694F4A68799E}" dt="2025-08-21T11:10:43.647" v="665"/>
          <ac:spMkLst>
            <pc:docMk/>
            <pc:sldMk cId="2032749598" sldId="266"/>
            <ac:spMk id="474" creationId="{AF702134-1ECE-D7BB-B6A5-97DB881262CF}"/>
          </ac:spMkLst>
        </pc:spChg>
        <pc:spChg chg="mod">
          <ac:chgData name="Vanhauwaert, Wim" userId="88f3e010-33d6-4c8b-8703-2e7894de5501" providerId="ADAL" clId="{9A9BF5FF-6414-4914-93A3-694F4A68799E}" dt="2025-08-21T11:10:43.647" v="665"/>
          <ac:spMkLst>
            <pc:docMk/>
            <pc:sldMk cId="2032749598" sldId="266"/>
            <ac:spMk id="477" creationId="{6F573A52-948D-4C70-E60B-67C185030387}"/>
          </ac:spMkLst>
        </pc:spChg>
        <pc:spChg chg="mod">
          <ac:chgData name="Vanhauwaert, Wim" userId="88f3e010-33d6-4c8b-8703-2e7894de5501" providerId="ADAL" clId="{9A9BF5FF-6414-4914-93A3-694F4A68799E}" dt="2025-08-21T11:10:43.647" v="665"/>
          <ac:spMkLst>
            <pc:docMk/>
            <pc:sldMk cId="2032749598" sldId="266"/>
            <ac:spMk id="478" creationId="{9E9D28A3-5E52-965B-392B-4E08B1EDEFBF}"/>
          </ac:spMkLst>
        </pc:spChg>
        <pc:spChg chg="mod">
          <ac:chgData name="Vanhauwaert, Wim" userId="88f3e010-33d6-4c8b-8703-2e7894de5501" providerId="ADAL" clId="{9A9BF5FF-6414-4914-93A3-694F4A68799E}" dt="2025-08-21T11:10:43.647" v="665"/>
          <ac:spMkLst>
            <pc:docMk/>
            <pc:sldMk cId="2032749598" sldId="266"/>
            <ac:spMk id="479" creationId="{B1BF8496-F755-90C1-61C1-77CEF56852F8}"/>
          </ac:spMkLst>
        </pc:spChg>
        <pc:spChg chg="mod">
          <ac:chgData name="Vanhauwaert, Wim" userId="88f3e010-33d6-4c8b-8703-2e7894de5501" providerId="ADAL" clId="{9A9BF5FF-6414-4914-93A3-694F4A68799E}" dt="2025-08-21T11:10:43.647" v="665"/>
          <ac:spMkLst>
            <pc:docMk/>
            <pc:sldMk cId="2032749598" sldId="266"/>
            <ac:spMk id="482" creationId="{7D3E257B-D3BF-BB45-01FA-8EB95E9F75C8}"/>
          </ac:spMkLst>
        </pc:spChg>
        <pc:spChg chg="mod">
          <ac:chgData name="Vanhauwaert, Wim" userId="88f3e010-33d6-4c8b-8703-2e7894de5501" providerId="ADAL" clId="{9A9BF5FF-6414-4914-93A3-694F4A68799E}" dt="2025-08-21T11:10:43.647" v="665"/>
          <ac:spMkLst>
            <pc:docMk/>
            <pc:sldMk cId="2032749598" sldId="266"/>
            <ac:spMk id="483" creationId="{9307261B-5416-1285-9DDD-2CF6575A0A75}"/>
          </ac:spMkLst>
        </pc:spChg>
        <pc:spChg chg="mod">
          <ac:chgData name="Vanhauwaert, Wim" userId="88f3e010-33d6-4c8b-8703-2e7894de5501" providerId="ADAL" clId="{9A9BF5FF-6414-4914-93A3-694F4A68799E}" dt="2025-08-19T12:31:35.205" v="333" actId="207"/>
          <ac:spMkLst>
            <pc:docMk/>
            <pc:sldMk cId="2032749598" sldId="266"/>
            <ac:spMk id="485" creationId="{0EFAE356-09B3-A4A8-64CC-F14FF09B1978}"/>
          </ac:spMkLst>
        </pc:spChg>
        <pc:spChg chg="mod">
          <ac:chgData name="Vanhauwaert, Wim" userId="88f3e010-33d6-4c8b-8703-2e7894de5501" providerId="ADAL" clId="{9A9BF5FF-6414-4914-93A3-694F4A68799E}" dt="2025-08-19T12:31:39.292" v="334" actId="207"/>
          <ac:spMkLst>
            <pc:docMk/>
            <pc:sldMk cId="2032749598" sldId="266"/>
            <ac:spMk id="486" creationId="{F1BADCB6-0706-019C-35BC-5B8991100D1D}"/>
          </ac:spMkLst>
        </pc:spChg>
        <pc:spChg chg="mod">
          <ac:chgData name="Vanhauwaert, Wim" userId="88f3e010-33d6-4c8b-8703-2e7894de5501" providerId="ADAL" clId="{9A9BF5FF-6414-4914-93A3-694F4A68799E}" dt="2025-08-19T12:31:45.984" v="336" actId="207"/>
          <ac:spMkLst>
            <pc:docMk/>
            <pc:sldMk cId="2032749598" sldId="266"/>
            <ac:spMk id="487" creationId="{BA0BB466-0E84-7A14-94B4-3AC434DB4791}"/>
          </ac:spMkLst>
        </pc:spChg>
        <pc:spChg chg="mod">
          <ac:chgData name="Vanhauwaert, Wim" userId="88f3e010-33d6-4c8b-8703-2e7894de5501" providerId="ADAL" clId="{9A9BF5FF-6414-4914-93A3-694F4A68799E}" dt="2025-08-19T12:31:45.984" v="336" actId="207"/>
          <ac:spMkLst>
            <pc:docMk/>
            <pc:sldMk cId="2032749598" sldId="266"/>
            <ac:spMk id="488" creationId="{A9AE0814-945D-6105-DC11-127E2AC306C5}"/>
          </ac:spMkLst>
        </pc:spChg>
        <pc:spChg chg="mod">
          <ac:chgData name="Vanhauwaert, Wim" userId="88f3e010-33d6-4c8b-8703-2e7894de5501" providerId="ADAL" clId="{9A9BF5FF-6414-4914-93A3-694F4A68799E}" dt="2025-08-19T12:31:48.130" v="337" actId="207"/>
          <ac:spMkLst>
            <pc:docMk/>
            <pc:sldMk cId="2032749598" sldId="266"/>
            <ac:spMk id="489" creationId="{8B1E7DC4-6221-082D-B5C9-C801367738F0}"/>
          </ac:spMkLst>
        </pc:spChg>
        <pc:spChg chg="mod">
          <ac:chgData name="Vanhauwaert, Wim" userId="88f3e010-33d6-4c8b-8703-2e7894de5501" providerId="ADAL" clId="{9A9BF5FF-6414-4914-93A3-694F4A68799E}" dt="2025-08-19T12:31:43.135" v="335" actId="207"/>
          <ac:spMkLst>
            <pc:docMk/>
            <pc:sldMk cId="2032749598" sldId="266"/>
            <ac:spMk id="490" creationId="{CBFFD441-1929-9839-358E-DC835729911D}"/>
          </ac:spMkLst>
        </pc:spChg>
        <pc:spChg chg="mod">
          <ac:chgData name="Vanhauwaert, Wim" userId="88f3e010-33d6-4c8b-8703-2e7894de5501" providerId="ADAL" clId="{9A9BF5FF-6414-4914-93A3-694F4A68799E}" dt="2025-08-19T12:31:43.135" v="335" actId="207"/>
          <ac:spMkLst>
            <pc:docMk/>
            <pc:sldMk cId="2032749598" sldId="266"/>
            <ac:spMk id="491" creationId="{D0F4D0E9-C608-D934-C8FF-4288931400F7}"/>
          </ac:spMkLst>
        </pc:spChg>
        <pc:spChg chg="mod">
          <ac:chgData name="Vanhauwaert, Wim" userId="88f3e010-33d6-4c8b-8703-2e7894de5501" providerId="ADAL" clId="{9A9BF5FF-6414-4914-93A3-694F4A68799E}" dt="2025-08-19T12:31:39.292" v="334" actId="207"/>
          <ac:spMkLst>
            <pc:docMk/>
            <pc:sldMk cId="2032749598" sldId="266"/>
            <ac:spMk id="492" creationId="{1DF49587-4BB9-BB1A-2F04-99A1AEC89EE0}"/>
          </ac:spMkLst>
        </pc:spChg>
        <pc:spChg chg="mod">
          <ac:chgData name="Vanhauwaert, Wim" userId="88f3e010-33d6-4c8b-8703-2e7894de5501" providerId="ADAL" clId="{9A9BF5FF-6414-4914-93A3-694F4A68799E}" dt="2025-08-19T12:31:39.292" v="334" actId="207"/>
          <ac:spMkLst>
            <pc:docMk/>
            <pc:sldMk cId="2032749598" sldId="266"/>
            <ac:spMk id="493" creationId="{F1565BBF-A8EC-8D3D-D92C-E6AB436E4BC7}"/>
          </ac:spMkLst>
        </pc:spChg>
        <pc:spChg chg="mod">
          <ac:chgData name="Vanhauwaert, Wim" userId="88f3e010-33d6-4c8b-8703-2e7894de5501" providerId="ADAL" clId="{9A9BF5FF-6414-4914-93A3-694F4A68799E}" dt="2025-08-19T12:31:35.205" v="333" actId="207"/>
          <ac:spMkLst>
            <pc:docMk/>
            <pc:sldMk cId="2032749598" sldId="266"/>
            <ac:spMk id="495" creationId="{20718B7F-9AAE-84CD-40E1-068A4D3E55B4}"/>
          </ac:spMkLst>
        </pc:spChg>
        <pc:spChg chg="mod">
          <ac:chgData name="Vanhauwaert, Wim" userId="88f3e010-33d6-4c8b-8703-2e7894de5501" providerId="ADAL" clId="{9A9BF5FF-6414-4914-93A3-694F4A68799E}" dt="2025-08-19T12:30:36.983" v="315" actId="207"/>
          <ac:spMkLst>
            <pc:docMk/>
            <pc:sldMk cId="2032749598" sldId="266"/>
            <ac:spMk id="498" creationId="{1A26FD51-7C69-B0EC-0BBC-3B72FF42F921}"/>
          </ac:spMkLst>
        </pc:spChg>
        <pc:spChg chg="mod">
          <ac:chgData name="Vanhauwaert, Wim" userId="88f3e010-33d6-4c8b-8703-2e7894de5501" providerId="ADAL" clId="{9A9BF5FF-6414-4914-93A3-694F4A68799E}" dt="2025-08-19T12:30:38.334" v="316" actId="207"/>
          <ac:spMkLst>
            <pc:docMk/>
            <pc:sldMk cId="2032749598" sldId="266"/>
            <ac:spMk id="499" creationId="{B53A22E0-9F0B-3D34-56AF-2D2C783C5A9B}"/>
          </ac:spMkLst>
        </pc:spChg>
        <pc:spChg chg="mod">
          <ac:chgData name="Vanhauwaert, Wim" userId="88f3e010-33d6-4c8b-8703-2e7894de5501" providerId="ADAL" clId="{9A9BF5FF-6414-4914-93A3-694F4A68799E}" dt="2025-08-19T12:30:39.916" v="317" actId="207"/>
          <ac:spMkLst>
            <pc:docMk/>
            <pc:sldMk cId="2032749598" sldId="266"/>
            <ac:spMk id="500" creationId="{7E8469D7-00E0-6B15-E6EE-2057AD95476B}"/>
          </ac:spMkLst>
        </pc:spChg>
        <pc:spChg chg="mod">
          <ac:chgData name="Vanhauwaert, Wim" userId="88f3e010-33d6-4c8b-8703-2e7894de5501" providerId="ADAL" clId="{9A9BF5FF-6414-4914-93A3-694F4A68799E}" dt="2025-08-21T11:10:43.647" v="665"/>
          <ac:spMkLst>
            <pc:docMk/>
            <pc:sldMk cId="2032749598" sldId="266"/>
            <ac:spMk id="577" creationId="{F9D95582-AFCC-27F1-FA5F-7642E82334F6}"/>
          </ac:spMkLst>
        </pc:spChg>
        <pc:spChg chg="mod">
          <ac:chgData name="Vanhauwaert, Wim" userId="88f3e010-33d6-4c8b-8703-2e7894de5501" providerId="ADAL" clId="{9A9BF5FF-6414-4914-93A3-694F4A68799E}" dt="2025-08-21T11:10:43.647" v="665"/>
          <ac:spMkLst>
            <pc:docMk/>
            <pc:sldMk cId="2032749598" sldId="266"/>
            <ac:spMk id="579" creationId="{767A17D2-44B4-343B-18D8-352F9927BD36}"/>
          </ac:spMkLst>
        </pc:spChg>
        <pc:spChg chg="mod">
          <ac:chgData name="Vanhauwaert, Wim" userId="88f3e010-33d6-4c8b-8703-2e7894de5501" providerId="ADAL" clId="{9A9BF5FF-6414-4914-93A3-694F4A68799E}" dt="2025-08-21T11:10:43.647" v="665"/>
          <ac:spMkLst>
            <pc:docMk/>
            <pc:sldMk cId="2032749598" sldId="266"/>
            <ac:spMk id="582" creationId="{9C068FBA-CFE1-C196-8039-D0FAA0F1CC58}"/>
          </ac:spMkLst>
        </pc:spChg>
        <pc:spChg chg="mod">
          <ac:chgData name="Vanhauwaert, Wim" userId="88f3e010-33d6-4c8b-8703-2e7894de5501" providerId="ADAL" clId="{9A9BF5FF-6414-4914-93A3-694F4A68799E}" dt="2025-08-19T12:30:34.968" v="314" actId="207"/>
          <ac:spMkLst>
            <pc:docMk/>
            <pc:sldMk cId="2032749598" sldId="266"/>
            <ac:spMk id="605" creationId="{F3D2A1BC-B99E-18A5-F4A7-8229A56459A9}"/>
          </ac:spMkLst>
        </pc:spChg>
        <pc:spChg chg="mod">
          <ac:chgData name="Vanhauwaert, Wim" userId="88f3e010-33d6-4c8b-8703-2e7894de5501" providerId="ADAL" clId="{9A9BF5FF-6414-4914-93A3-694F4A68799E}" dt="2025-08-19T12:30:32.183" v="313" actId="207"/>
          <ac:spMkLst>
            <pc:docMk/>
            <pc:sldMk cId="2032749598" sldId="266"/>
            <ac:spMk id="606" creationId="{B6DBE1CC-47CA-3578-7FBB-3824D57FCDAE}"/>
          </ac:spMkLst>
        </pc:spChg>
        <pc:grpChg chg="del">
          <ac:chgData name="Vanhauwaert, Wim" userId="88f3e010-33d6-4c8b-8703-2e7894de5501" providerId="ADAL" clId="{9A9BF5FF-6414-4914-93A3-694F4A68799E}" dt="2025-08-21T10:21:04.138" v="649" actId="478"/>
          <ac:grpSpMkLst>
            <pc:docMk/>
            <pc:sldMk cId="2032749598" sldId="266"/>
            <ac:grpSpMk id="5" creationId="{4C0D6992-4A72-5A8A-B232-BF1C53D41889}"/>
          </ac:grpSpMkLst>
        </pc:grpChg>
        <pc:grpChg chg="del">
          <ac:chgData name="Vanhauwaert, Wim" userId="88f3e010-33d6-4c8b-8703-2e7894de5501" providerId="ADAL" clId="{9A9BF5FF-6414-4914-93A3-694F4A68799E}" dt="2025-08-21T10:21:04.138" v="649" actId="478"/>
          <ac:grpSpMkLst>
            <pc:docMk/>
            <pc:sldMk cId="2032749598" sldId="266"/>
            <ac:grpSpMk id="7" creationId="{C756B4FC-75D1-F26F-BACE-FC8C6BB70A97}"/>
          </ac:grpSpMkLst>
        </pc:grpChg>
        <pc:grpChg chg="ord">
          <ac:chgData name="Vanhauwaert, Wim" userId="88f3e010-33d6-4c8b-8703-2e7894de5501" providerId="ADAL" clId="{9A9BF5FF-6414-4914-93A3-694F4A68799E}" dt="2025-08-21T10:20:05.021" v="638" actId="167"/>
          <ac:grpSpMkLst>
            <pc:docMk/>
            <pc:sldMk cId="2032749598" sldId="266"/>
            <ac:grpSpMk id="8" creationId="{B84C716D-8FB0-BD7B-A10E-AD8D6CF99EFB}"/>
          </ac:grpSpMkLst>
        </pc:grpChg>
        <pc:grpChg chg="del">
          <ac:chgData name="Vanhauwaert, Wim" userId="88f3e010-33d6-4c8b-8703-2e7894de5501" providerId="ADAL" clId="{9A9BF5FF-6414-4914-93A3-694F4A68799E}" dt="2025-08-21T10:21:32.641" v="657" actId="478"/>
          <ac:grpSpMkLst>
            <pc:docMk/>
            <pc:sldMk cId="2032749598" sldId="266"/>
            <ac:grpSpMk id="9" creationId="{C8BBCF01-E0A0-BCBD-FB81-F331FCAFD553}"/>
          </ac:grpSpMkLst>
        </pc:grpChg>
        <pc:grpChg chg="del">
          <ac:chgData name="Vanhauwaert, Wim" userId="88f3e010-33d6-4c8b-8703-2e7894de5501" providerId="ADAL" clId="{9A9BF5FF-6414-4914-93A3-694F4A68799E}" dt="2025-08-21T11:10:43.495" v="664" actId="478"/>
          <ac:grpSpMkLst>
            <pc:docMk/>
            <pc:sldMk cId="2032749598" sldId="266"/>
            <ac:grpSpMk id="10" creationId="{3A0A75CA-7B16-E138-07E7-925FA55CE17A}"/>
          </ac:grpSpMkLst>
        </pc:grpChg>
        <pc:grpChg chg="del">
          <ac:chgData name="Vanhauwaert, Wim" userId="88f3e010-33d6-4c8b-8703-2e7894de5501" providerId="ADAL" clId="{9A9BF5FF-6414-4914-93A3-694F4A68799E}" dt="2025-08-21T11:10:43.495" v="664" actId="478"/>
          <ac:grpSpMkLst>
            <pc:docMk/>
            <pc:sldMk cId="2032749598" sldId="266"/>
            <ac:grpSpMk id="11" creationId="{883D7BDB-26FF-AF49-84CD-82F88A588945}"/>
          </ac:grpSpMkLst>
        </pc:grpChg>
        <pc:grpChg chg="del">
          <ac:chgData name="Vanhauwaert, Wim" userId="88f3e010-33d6-4c8b-8703-2e7894de5501" providerId="ADAL" clId="{9A9BF5FF-6414-4914-93A3-694F4A68799E}" dt="2025-08-21T10:20:01.708" v="636" actId="478"/>
          <ac:grpSpMkLst>
            <pc:docMk/>
            <pc:sldMk cId="2032749598" sldId="266"/>
            <ac:grpSpMk id="12" creationId="{3E5C2ECD-332A-EFAA-D3B7-DED583079E8A}"/>
          </ac:grpSpMkLst>
        </pc:grpChg>
        <pc:grpChg chg="add mod">
          <ac:chgData name="Vanhauwaert, Wim" userId="88f3e010-33d6-4c8b-8703-2e7894de5501" providerId="ADAL" clId="{9A9BF5FF-6414-4914-93A3-694F4A68799E}" dt="2025-08-21T10:21:32.769" v="658"/>
          <ac:grpSpMkLst>
            <pc:docMk/>
            <pc:sldMk cId="2032749598" sldId="266"/>
            <ac:grpSpMk id="63" creationId="{68DCD8D1-6B09-A3D6-DF37-0B53AD469E08}"/>
          </ac:grpSpMkLst>
        </pc:grpChg>
        <pc:grpChg chg="mod">
          <ac:chgData name="Vanhauwaert, Wim" userId="88f3e010-33d6-4c8b-8703-2e7894de5501" providerId="ADAL" clId="{9A9BF5FF-6414-4914-93A3-694F4A68799E}" dt="2025-08-21T10:21:32.769" v="658"/>
          <ac:grpSpMkLst>
            <pc:docMk/>
            <pc:sldMk cId="2032749598" sldId="266"/>
            <ac:grpSpMk id="451" creationId="{40316F65-4332-7C9B-8D91-750C84D9D2C9}"/>
          </ac:grpSpMkLst>
        </pc:grpChg>
      </pc:sldChg>
      <pc:sldChg chg="add">
        <pc:chgData name="Vanhauwaert, Wim" userId="88f3e010-33d6-4c8b-8703-2e7894de5501" providerId="ADAL" clId="{9A9BF5FF-6414-4914-93A3-694F4A68799E}" dt="2025-08-19T12:34:22.916" v="368"/>
        <pc:sldMkLst>
          <pc:docMk/>
          <pc:sldMk cId="10330150" sldId="267"/>
        </pc:sldMkLst>
      </pc:sldChg>
      <pc:sldChg chg="addSp delSp modSp add mod">
        <pc:chgData name="Vanhauwaert, Wim" userId="88f3e010-33d6-4c8b-8703-2e7894de5501" providerId="ADAL" clId="{9A9BF5FF-6414-4914-93A3-694F4A68799E}" dt="2025-08-19T14:30:48.253" v="523" actId="207"/>
        <pc:sldMkLst>
          <pc:docMk/>
          <pc:sldMk cId="386856846" sldId="268"/>
        </pc:sldMkLst>
        <pc:spChg chg="add mod">
          <ac:chgData name="Vanhauwaert, Wim" userId="88f3e010-33d6-4c8b-8703-2e7894de5501" providerId="ADAL" clId="{9A9BF5FF-6414-4914-93A3-694F4A68799E}" dt="2025-08-19T14:26:32.475" v="482"/>
          <ac:spMkLst>
            <pc:docMk/>
            <pc:sldMk cId="386856846" sldId="268"/>
            <ac:spMk id="4" creationId="{BA09B905-D22E-8819-1634-53A237E53726}"/>
          </ac:spMkLst>
        </pc:spChg>
        <pc:spChg chg="mod">
          <ac:chgData name="Vanhauwaert, Wim" userId="88f3e010-33d6-4c8b-8703-2e7894de5501" providerId="ADAL" clId="{9A9BF5FF-6414-4914-93A3-694F4A68799E}" dt="2025-08-19T14:19:50.579" v="409" actId="207"/>
          <ac:spMkLst>
            <pc:docMk/>
            <pc:sldMk cId="386856846" sldId="268"/>
            <ac:spMk id="6" creationId="{9AD693EA-3A94-9D51-49E7-99F406F8D266}"/>
          </ac:spMkLst>
        </pc:spChg>
        <pc:spChg chg="mod">
          <ac:chgData name="Vanhauwaert, Wim" userId="88f3e010-33d6-4c8b-8703-2e7894de5501" providerId="ADAL" clId="{9A9BF5FF-6414-4914-93A3-694F4A68799E}" dt="2025-08-19T14:19:50.579" v="409" actId="207"/>
          <ac:spMkLst>
            <pc:docMk/>
            <pc:sldMk cId="386856846" sldId="268"/>
            <ac:spMk id="7" creationId="{5276A486-ABE2-7ECA-E315-5BF1256BB9D0}"/>
          </ac:spMkLst>
        </pc:spChg>
        <pc:spChg chg="mod">
          <ac:chgData name="Vanhauwaert, Wim" userId="88f3e010-33d6-4c8b-8703-2e7894de5501" providerId="ADAL" clId="{9A9BF5FF-6414-4914-93A3-694F4A68799E}" dt="2025-08-19T14:19:50.579" v="409" actId="207"/>
          <ac:spMkLst>
            <pc:docMk/>
            <pc:sldMk cId="386856846" sldId="268"/>
            <ac:spMk id="8" creationId="{159829FD-03C4-B62B-A4EC-9CD7C65487FE}"/>
          </ac:spMkLst>
        </pc:spChg>
        <pc:spChg chg="mod">
          <ac:chgData name="Vanhauwaert, Wim" userId="88f3e010-33d6-4c8b-8703-2e7894de5501" providerId="ADAL" clId="{9A9BF5FF-6414-4914-93A3-694F4A68799E}" dt="2025-08-19T14:19:50.579" v="409" actId="207"/>
          <ac:spMkLst>
            <pc:docMk/>
            <pc:sldMk cId="386856846" sldId="268"/>
            <ac:spMk id="9" creationId="{1B8B0A66-696C-5B22-B892-EB69C16063F2}"/>
          </ac:spMkLst>
        </pc:spChg>
        <pc:spChg chg="mod">
          <ac:chgData name="Vanhauwaert, Wim" userId="88f3e010-33d6-4c8b-8703-2e7894de5501" providerId="ADAL" clId="{9A9BF5FF-6414-4914-93A3-694F4A68799E}" dt="2025-08-19T14:19:50.579" v="409" actId="207"/>
          <ac:spMkLst>
            <pc:docMk/>
            <pc:sldMk cId="386856846" sldId="268"/>
            <ac:spMk id="10" creationId="{DA58893D-51B0-EDF2-5360-F4982C2F2445}"/>
          </ac:spMkLst>
        </pc:spChg>
        <pc:spChg chg="mod">
          <ac:chgData name="Vanhauwaert, Wim" userId="88f3e010-33d6-4c8b-8703-2e7894de5501" providerId="ADAL" clId="{9A9BF5FF-6414-4914-93A3-694F4A68799E}" dt="2025-08-19T14:19:50.579" v="409" actId="207"/>
          <ac:spMkLst>
            <pc:docMk/>
            <pc:sldMk cId="386856846" sldId="268"/>
            <ac:spMk id="12" creationId="{788F600D-E740-4577-49D9-2E9839FF4679}"/>
          </ac:spMkLst>
        </pc:spChg>
        <pc:spChg chg="mod">
          <ac:chgData name="Vanhauwaert, Wim" userId="88f3e010-33d6-4c8b-8703-2e7894de5501" providerId="ADAL" clId="{9A9BF5FF-6414-4914-93A3-694F4A68799E}" dt="2025-08-19T14:19:50.579" v="409" actId="207"/>
          <ac:spMkLst>
            <pc:docMk/>
            <pc:sldMk cId="386856846" sldId="268"/>
            <ac:spMk id="13" creationId="{945A9077-5753-57C4-546D-54BACDF026B6}"/>
          </ac:spMkLst>
        </pc:spChg>
        <pc:spChg chg="mod">
          <ac:chgData name="Vanhauwaert, Wim" userId="88f3e010-33d6-4c8b-8703-2e7894de5501" providerId="ADAL" clId="{9A9BF5FF-6414-4914-93A3-694F4A68799E}" dt="2025-08-19T14:19:50.579" v="409" actId="207"/>
          <ac:spMkLst>
            <pc:docMk/>
            <pc:sldMk cId="386856846" sldId="268"/>
            <ac:spMk id="14" creationId="{CCEDD544-30DB-B663-FB1C-6E529BCE9116}"/>
          </ac:spMkLst>
        </pc:spChg>
        <pc:spChg chg="mod">
          <ac:chgData name="Vanhauwaert, Wim" userId="88f3e010-33d6-4c8b-8703-2e7894de5501" providerId="ADAL" clId="{9A9BF5FF-6414-4914-93A3-694F4A68799E}" dt="2025-08-19T14:15:10.100" v="374" actId="207"/>
          <ac:spMkLst>
            <pc:docMk/>
            <pc:sldMk cId="386856846" sldId="268"/>
            <ac:spMk id="16" creationId="{BD60561D-102D-D15A-407E-50A8AE70A195}"/>
          </ac:spMkLst>
        </pc:spChg>
        <pc:spChg chg="mod">
          <ac:chgData name="Vanhauwaert, Wim" userId="88f3e010-33d6-4c8b-8703-2e7894de5501" providerId="ADAL" clId="{9A9BF5FF-6414-4914-93A3-694F4A68799E}" dt="2025-08-19T14:15:10.100" v="374" actId="207"/>
          <ac:spMkLst>
            <pc:docMk/>
            <pc:sldMk cId="386856846" sldId="268"/>
            <ac:spMk id="17" creationId="{72884C6F-C390-36AF-EAC3-67B5A09BAA3B}"/>
          </ac:spMkLst>
        </pc:spChg>
        <pc:spChg chg="mod">
          <ac:chgData name="Vanhauwaert, Wim" userId="88f3e010-33d6-4c8b-8703-2e7894de5501" providerId="ADAL" clId="{9A9BF5FF-6414-4914-93A3-694F4A68799E}" dt="2025-08-19T14:15:10.100" v="374" actId="207"/>
          <ac:spMkLst>
            <pc:docMk/>
            <pc:sldMk cId="386856846" sldId="268"/>
            <ac:spMk id="18" creationId="{2727547F-A658-4BAD-EE93-005FC3FF5AE4}"/>
          </ac:spMkLst>
        </pc:spChg>
        <pc:spChg chg="mod">
          <ac:chgData name="Vanhauwaert, Wim" userId="88f3e010-33d6-4c8b-8703-2e7894de5501" providerId="ADAL" clId="{9A9BF5FF-6414-4914-93A3-694F4A68799E}" dt="2025-08-19T14:15:10.100" v="374" actId="207"/>
          <ac:spMkLst>
            <pc:docMk/>
            <pc:sldMk cId="386856846" sldId="268"/>
            <ac:spMk id="19" creationId="{9F2DB852-4D0A-B702-5126-500C767A2DD5}"/>
          </ac:spMkLst>
        </pc:spChg>
        <pc:spChg chg="mod">
          <ac:chgData name="Vanhauwaert, Wim" userId="88f3e010-33d6-4c8b-8703-2e7894de5501" providerId="ADAL" clId="{9A9BF5FF-6414-4914-93A3-694F4A68799E}" dt="2025-08-19T14:15:10.100" v="374" actId="207"/>
          <ac:spMkLst>
            <pc:docMk/>
            <pc:sldMk cId="386856846" sldId="268"/>
            <ac:spMk id="21" creationId="{27368487-D246-980E-BEA2-909010E2DEA5}"/>
          </ac:spMkLst>
        </pc:spChg>
        <pc:spChg chg="mod">
          <ac:chgData name="Vanhauwaert, Wim" userId="88f3e010-33d6-4c8b-8703-2e7894de5501" providerId="ADAL" clId="{9A9BF5FF-6414-4914-93A3-694F4A68799E}" dt="2025-08-19T14:15:10.100" v="374" actId="207"/>
          <ac:spMkLst>
            <pc:docMk/>
            <pc:sldMk cId="386856846" sldId="268"/>
            <ac:spMk id="22" creationId="{7653C8BF-F3EC-F08C-AE06-3B0E55EC1DF2}"/>
          </ac:spMkLst>
        </pc:spChg>
        <pc:spChg chg="mod">
          <ac:chgData name="Vanhauwaert, Wim" userId="88f3e010-33d6-4c8b-8703-2e7894de5501" providerId="ADAL" clId="{9A9BF5FF-6414-4914-93A3-694F4A68799E}" dt="2025-08-19T14:15:10.100" v="374" actId="207"/>
          <ac:spMkLst>
            <pc:docMk/>
            <pc:sldMk cId="386856846" sldId="268"/>
            <ac:spMk id="23" creationId="{D32274B6-7A79-14E6-31EB-254291F4A6EE}"/>
          </ac:spMkLst>
        </pc:spChg>
        <pc:spChg chg="mod">
          <ac:chgData name="Vanhauwaert, Wim" userId="88f3e010-33d6-4c8b-8703-2e7894de5501" providerId="ADAL" clId="{9A9BF5FF-6414-4914-93A3-694F4A68799E}" dt="2025-08-19T14:15:10.100" v="374" actId="207"/>
          <ac:spMkLst>
            <pc:docMk/>
            <pc:sldMk cId="386856846" sldId="268"/>
            <ac:spMk id="24" creationId="{46E91F1D-CC4B-7416-2996-777843BD7880}"/>
          </ac:spMkLst>
        </pc:spChg>
        <pc:spChg chg="mod">
          <ac:chgData name="Vanhauwaert, Wim" userId="88f3e010-33d6-4c8b-8703-2e7894de5501" providerId="ADAL" clId="{9A9BF5FF-6414-4914-93A3-694F4A68799E}" dt="2025-08-19T14:15:10.100" v="374" actId="207"/>
          <ac:spMkLst>
            <pc:docMk/>
            <pc:sldMk cId="386856846" sldId="268"/>
            <ac:spMk id="25" creationId="{37C2AD4E-58F1-2D9D-775A-8093843A4CF9}"/>
          </ac:spMkLst>
        </pc:spChg>
        <pc:spChg chg="mod">
          <ac:chgData name="Vanhauwaert, Wim" userId="88f3e010-33d6-4c8b-8703-2e7894de5501" providerId="ADAL" clId="{9A9BF5FF-6414-4914-93A3-694F4A68799E}" dt="2025-08-19T14:15:10.100" v="374" actId="207"/>
          <ac:spMkLst>
            <pc:docMk/>
            <pc:sldMk cId="386856846" sldId="268"/>
            <ac:spMk id="26" creationId="{29333088-3B04-0A00-5CDD-69F32B7AF589}"/>
          </ac:spMkLst>
        </pc:spChg>
        <pc:spChg chg="mod">
          <ac:chgData name="Vanhauwaert, Wim" userId="88f3e010-33d6-4c8b-8703-2e7894de5501" providerId="ADAL" clId="{9A9BF5FF-6414-4914-93A3-694F4A68799E}" dt="2025-08-19T14:14:50.627" v="372" actId="207"/>
          <ac:spMkLst>
            <pc:docMk/>
            <pc:sldMk cId="386856846" sldId="268"/>
            <ac:spMk id="28" creationId="{FDF05F34-911D-36EA-AC4A-F77B02554923}"/>
          </ac:spMkLst>
        </pc:spChg>
        <pc:spChg chg="mod">
          <ac:chgData name="Vanhauwaert, Wim" userId="88f3e010-33d6-4c8b-8703-2e7894de5501" providerId="ADAL" clId="{9A9BF5FF-6414-4914-93A3-694F4A68799E}" dt="2025-08-19T14:14:50.627" v="372" actId="207"/>
          <ac:spMkLst>
            <pc:docMk/>
            <pc:sldMk cId="386856846" sldId="268"/>
            <ac:spMk id="29" creationId="{8CC0ECFB-B26F-27CB-AB60-7E50E130ECBD}"/>
          </ac:spMkLst>
        </pc:spChg>
        <pc:spChg chg="mod">
          <ac:chgData name="Vanhauwaert, Wim" userId="88f3e010-33d6-4c8b-8703-2e7894de5501" providerId="ADAL" clId="{9A9BF5FF-6414-4914-93A3-694F4A68799E}" dt="2025-08-19T14:14:50.627" v="372" actId="207"/>
          <ac:spMkLst>
            <pc:docMk/>
            <pc:sldMk cId="386856846" sldId="268"/>
            <ac:spMk id="30" creationId="{531CB777-841B-CE3D-2D02-857B89E7520D}"/>
          </ac:spMkLst>
        </pc:spChg>
        <pc:spChg chg="mod">
          <ac:chgData name="Vanhauwaert, Wim" userId="88f3e010-33d6-4c8b-8703-2e7894de5501" providerId="ADAL" clId="{9A9BF5FF-6414-4914-93A3-694F4A68799E}" dt="2025-08-19T14:14:50.627" v="372" actId="207"/>
          <ac:spMkLst>
            <pc:docMk/>
            <pc:sldMk cId="386856846" sldId="268"/>
            <ac:spMk id="31" creationId="{1367C1D8-8883-2B55-6626-C7745F0889D4}"/>
          </ac:spMkLst>
        </pc:spChg>
        <pc:spChg chg="mod">
          <ac:chgData name="Vanhauwaert, Wim" userId="88f3e010-33d6-4c8b-8703-2e7894de5501" providerId="ADAL" clId="{9A9BF5FF-6414-4914-93A3-694F4A68799E}" dt="2025-08-19T14:27:36.983" v="494" actId="207"/>
          <ac:spMkLst>
            <pc:docMk/>
            <pc:sldMk cId="386856846" sldId="268"/>
            <ac:spMk id="35" creationId="{E8C06C4F-5A72-2F79-23A2-E7950FDE01D9}"/>
          </ac:spMkLst>
        </pc:spChg>
        <pc:spChg chg="mod">
          <ac:chgData name="Vanhauwaert, Wim" userId="88f3e010-33d6-4c8b-8703-2e7894de5501" providerId="ADAL" clId="{9A9BF5FF-6414-4914-93A3-694F4A68799E}" dt="2025-08-19T14:27:36.983" v="494" actId="207"/>
          <ac:spMkLst>
            <pc:docMk/>
            <pc:sldMk cId="386856846" sldId="268"/>
            <ac:spMk id="36" creationId="{9F12B1B7-BB29-7197-B755-09AAB0D10A70}"/>
          </ac:spMkLst>
        </pc:spChg>
        <pc:spChg chg="mod">
          <ac:chgData name="Vanhauwaert, Wim" userId="88f3e010-33d6-4c8b-8703-2e7894de5501" providerId="ADAL" clId="{9A9BF5FF-6414-4914-93A3-694F4A68799E}" dt="2025-08-19T14:27:36.983" v="494" actId="207"/>
          <ac:spMkLst>
            <pc:docMk/>
            <pc:sldMk cId="386856846" sldId="268"/>
            <ac:spMk id="37" creationId="{B2380671-C51C-5CCF-DAC0-BFA5752D7ABB}"/>
          </ac:spMkLst>
        </pc:spChg>
        <pc:spChg chg="mod">
          <ac:chgData name="Vanhauwaert, Wim" userId="88f3e010-33d6-4c8b-8703-2e7894de5501" providerId="ADAL" clId="{9A9BF5FF-6414-4914-93A3-694F4A68799E}" dt="2025-08-19T14:27:36.983" v="494" actId="207"/>
          <ac:spMkLst>
            <pc:docMk/>
            <pc:sldMk cId="386856846" sldId="268"/>
            <ac:spMk id="38" creationId="{220242F9-0DCC-9C41-3B11-B763BA2622F6}"/>
          </ac:spMkLst>
        </pc:spChg>
        <pc:spChg chg="mod">
          <ac:chgData name="Vanhauwaert, Wim" userId="88f3e010-33d6-4c8b-8703-2e7894de5501" providerId="ADAL" clId="{9A9BF5FF-6414-4914-93A3-694F4A68799E}" dt="2025-08-19T14:27:36.983" v="494" actId="207"/>
          <ac:spMkLst>
            <pc:docMk/>
            <pc:sldMk cId="386856846" sldId="268"/>
            <ac:spMk id="40" creationId="{B16E1B3E-03FB-0B51-B905-1DC82E458448}"/>
          </ac:spMkLst>
        </pc:spChg>
        <pc:spChg chg="mod">
          <ac:chgData name="Vanhauwaert, Wim" userId="88f3e010-33d6-4c8b-8703-2e7894de5501" providerId="ADAL" clId="{9A9BF5FF-6414-4914-93A3-694F4A68799E}" dt="2025-08-19T14:14:50.627" v="372" actId="207"/>
          <ac:spMkLst>
            <pc:docMk/>
            <pc:sldMk cId="386856846" sldId="268"/>
            <ac:spMk id="43" creationId="{F6A6DD14-3AFA-B319-5997-3F943EEC808C}"/>
          </ac:spMkLst>
        </pc:spChg>
        <pc:spChg chg="mod topLvl">
          <ac:chgData name="Vanhauwaert, Wim" userId="88f3e010-33d6-4c8b-8703-2e7894de5501" providerId="ADAL" clId="{9A9BF5FF-6414-4914-93A3-694F4A68799E}" dt="2025-08-19T14:14:37.184" v="371" actId="165"/>
          <ac:spMkLst>
            <pc:docMk/>
            <pc:sldMk cId="386856846" sldId="268"/>
            <ac:spMk id="44" creationId="{6E6A5A3B-0391-8CFA-0F77-6A00ED4B9F63}"/>
          </ac:spMkLst>
        </pc:spChg>
        <pc:spChg chg="mod">
          <ac:chgData name="Vanhauwaert, Wim" userId="88f3e010-33d6-4c8b-8703-2e7894de5501" providerId="ADAL" clId="{9A9BF5FF-6414-4914-93A3-694F4A68799E}" dt="2025-08-19T14:24:35.770" v="450" actId="207"/>
          <ac:spMkLst>
            <pc:docMk/>
            <pc:sldMk cId="386856846" sldId="268"/>
            <ac:spMk id="47" creationId="{C1ED7263-6711-2A3C-66EB-69A3D8ADE580}"/>
          </ac:spMkLst>
        </pc:spChg>
        <pc:spChg chg="mod">
          <ac:chgData name="Vanhauwaert, Wim" userId="88f3e010-33d6-4c8b-8703-2e7894de5501" providerId="ADAL" clId="{9A9BF5FF-6414-4914-93A3-694F4A68799E}" dt="2025-08-19T14:24:37.782" v="451" actId="207"/>
          <ac:spMkLst>
            <pc:docMk/>
            <pc:sldMk cId="386856846" sldId="268"/>
            <ac:spMk id="49" creationId="{92C6F355-5403-F24A-F45D-7C21E87E9254}"/>
          </ac:spMkLst>
        </pc:spChg>
        <pc:spChg chg="mod">
          <ac:chgData name="Vanhauwaert, Wim" userId="88f3e010-33d6-4c8b-8703-2e7894de5501" providerId="ADAL" clId="{9A9BF5FF-6414-4914-93A3-694F4A68799E}" dt="2025-08-19T14:24:35.770" v="450" actId="207"/>
          <ac:spMkLst>
            <pc:docMk/>
            <pc:sldMk cId="386856846" sldId="268"/>
            <ac:spMk id="51" creationId="{358A9A2D-3237-C242-9A75-72DD766E455D}"/>
          </ac:spMkLst>
        </pc:spChg>
        <pc:spChg chg="mod">
          <ac:chgData name="Vanhauwaert, Wim" userId="88f3e010-33d6-4c8b-8703-2e7894de5501" providerId="ADAL" clId="{9A9BF5FF-6414-4914-93A3-694F4A68799E}" dt="2025-08-19T14:24:35.770" v="450" actId="207"/>
          <ac:spMkLst>
            <pc:docMk/>
            <pc:sldMk cId="386856846" sldId="268"/>
            <ac:spMk id="54" creationId="{1F8CFD32-AB47-51D8-F835-C960088B0052}"/>
          </ac:spMkLst>
        </pc:spChg>
        <pc:spChg chg="mod">
          <ac:chgData name="Vanhauwaert, Wim" userId="88f3e010-33d6-4c8b-8703-2e7894de5501" providerId="ADAL" clId="{9A9BF5FF-6414-4914-93A3-694F4A68799E}" dt="2025-08-19T14:14:37.184" v="371" actId="165"/>
          <ac:spMkLst>
            <pc:docMk/>
            <pc:sldMk cId="386856846" sldId="268"/>
            <ac:spMk id="56" creationId="{52EE0031-6CF1-44AD-F5D4-0D6803060D3E}"/>
          </ac:spMkLst>
        </pc:spChg>
        <pc:spChg chg="mod">
          <ac:chgData name="Vanhauwaert, Wim" userId="88f3e010-33d6-4c8b-8703-2e7894de5501" providerId="ADAL" clId="{9A9BF5FF-6414-4914-93A3-694F4A68799E}" dt="2025-08-19T14:25:10.600" v="459" actId="207"/>
          <ac:spMkLst>
            <pc:docMk/>
            <pc:sldMk cId="386856846" sldId="268"/>
            <ac:spMk id="68" creationId="{2A5975CD-7B8F-2A7C-F60B-DB428360109A}"/>
          </ac:spMkLst>
        </pc:spChg>
        <pc:spChg chg="mod">
          <ac:chgData name="Vanhauwaert, Wim" userId="88f3e010-33d6-4c8b-8703-2e7894de5501" providerId="ADAL" clId="{9A9BF5FF-6414-4914-93A3-694F4A68799E}" dt="2025-08-19T14:24:37.782" v="451" actId="207"/>
          <ac:spMkLst>
            <pc:docMk/>
            <pc:sldMk cId="386856846" sldId="268"/>
            <ac:spMk id="70" creationId="{4EA87814-8910-F9FE-A627-728E5B690B7E}"/>
          </ac:spMkLst>
        </pc:spChg>
        <pc:spChg chg="mod">
          <ac:chgData name="Vanhauwaert, Wim" userId="88f3e010-33d6-4c8b-8703-2e7894de5501" providerId="ADAL" clId="{9A9BF5FF-6414-4914-93A3-694F4A68799E}" dt="2025-08-19T14:24:37.782" v="451" actId="207"/>
          <ac:spMkLst>
            <pc:docMk/>
            <pc:sldMk cId="386856846" sldId="268"/>
            <ac:spMk id="80" creationId="{0A16ED91-E0E5-EDD2-C3A4-58DD89F483CF}"/>
          </ac:spMkLst>
        </pc:spChg>
        <pc:spChg chg="mod">
          <ac:chgData name="Vanhauwaert, Wim" userId="88f3e010-33d6-4c8b-8703-2e7894de5501" providerId="ADAL" clId="{9A9BF5FF-6414-4914-93A3-694F4A68799E}" dt="2025-08-19T14:25:10.416" v="458" actId="207"/>
          <ac:spMkLst>
            <pc:docMk/>
            <pc:sldMk cId="386856846" sldId="268"/>
            <ac:spMk id="84" creationId="{F41467D4-993F-75BC-5073-F0EE50DE797D}"/>
          </ac:spMkLst>
        </pc:spChg>
        <pc:spChg chg="mod">
          <ac:chgData name="Vanhauwaert, Wim" userId="88f3e010-33d6-4c8b-8703-2e7894de5501" providerId="ADAL" clId="{9A9BF5FF-6414-4914-93A3-694F4A68799E}" dt="2025-08-19T14:25:10.416" v="458" actId="207"/>
          <ac:spMkLst>
            <pc:docMk/>
            <pc:sldMk cId="386856846" sldId="268"/>
            <ac:spMk id="86" creationId="{8228C645-76C6-4BE4-74A1-A938C7AB2349}"/>
          </ac:spMkLst>
        </pc:spChg>
        <pc:spChg chg="mod">
          <ac:chgData name="Vanhauwaert, Wim" userId="88f3e010-33d6-4c8b-8703-2e7894de5501" providerId="ADAL" clId="{9A9BF5FF-6414-4914-93A3-694F4A68799E}" dt="2025-08-19T14:25:10.416" v="458" actId="207"/>
          <ac:spMkLst>
            <pc:docMk/>
            <pc:sldMk cId="386856846" sldId="268"/>
            <ac:spMk id="87" creationId="{01872C96-5ACC-202F-0584-13EFC09EC994}"/>
          </ac:spMkLst>
        </pc:spChg>
        <pc:spChg chg="mod">
          <ac:chgData name="Vanhauwaert, Wim" userId="88f3e010-33d6-4c8b-8703-2e7894de5501" providerId="ADAL" clId="{9A9BF5FF-6414-4914-93A3-694F4A68799E}" dt="2025-08-19T14:25:10.416" v="458" actId="207"/>
          <ac:spMkLst>
            <pc:docMk/>
            <pc:sldMk cId="386856846" sldId="268"/>
            <ac:spMk id="88" creationId="{5E6B4AFF-884F-14A3-B215-DA5ABDE9E62B}"/>
          </ac:spMkLst>
        </pc:spChg>
        <pc:spChg chg="mod">
          <ac:chgData name="Vanhauwaert, Wim" userId="88f3e010-33d6-4c8b-8703-2e7894de5501" providerId="ADAL" clId="{9A9BF5FF-6414-4914-93A3-694F4A68799E}" dt="2025-08-19T14:25:10.416" v="458" actId="207"/>
          <ac:spMkLst>
            <pc:docMk/>
            <pc:sldMk cId="386856846" sldId="268"/>
            <ac:spMk id="89" creationId="{FA9B04C1-C0A6-5E4A-DAF8-D4DCBE0A563F}"/>
          </ac:spMkLst>
        </pc:spChg>
        <pc:spChg chg="mod">
          <ac:chgData name="Vanhauwaert, Wim" userId="88f3e010-33d6-4c8b-8703-2e7894de5501" providerId="ADAL" clId="{9A9BF5FF-6414-4914-93A3-694F4A68799E}" dt="2025-08-19T14:25:10.416" v="458" actId="207"/>
          <ac:spMkLst>
            <pc:docMk/>
            <pc:sldMk cId="386856846" sldId="268"/>
            <ac:spMk id="90" creationId="{160E8DAF-601B-7B36-78EE-F4ECD06DA2DA}"/>
          </ac:spMkLst>
        </pc:spChg>
        <pc:spChg chg="mod">
          <ac:chgData name="Vanhauwaert, Wim" userId="88f3e010-33d6-4c8b-8703-2e7894de5501" providerId="ADAL" clId="{9A9BF5FF-6414-4914-93A3-694F4A68799E}" dt="2025-08-19T14:24:37.782" v="451" actId="207"/>
          <ac:spMkLst>
            <pc:docMk/>
            <pc:sldMk cId="386856846" sldId="268"/>
            <ac:spMk id="91" creationId="{80293265-BAD5-3EF9-B39D-B76AC86448D7}"/>
          </ac:spMkLst>
        </pc:spChg>
        <pc:spChg chg="mod">
          <ac:chgData name="Vanhauwaert, Wim" userId="88f3e010-33d6-4c8b-8703-2e7894de5501" providerId="ADAL" clId="{9A9BF5FF-6414-4914-93A3-694F4A68799E}" dt="2025-08-19T14:14:37.184" v="371" actId="165"/>
          <ac:spMkLst>
            <pc:docMk/>
            <pc:sldMk cId="386856846" sldId="268"/>
            <ac:spMk id="94" creationId="{89591645-99F9-0BF9-2E72-6369A93C451C}"/>
          </ac:spMkLst>
        </pc:spChg>
        <pc:spChg chg="mod">
          <ac:chgData name="Vanhauwaert, Wim" userId="88f3e010-33d6-4c8b-8703-2e7894de5501" providerId="ADAL" clId="{9A9BF5FF-6414-4914-93A3-694F4A68799E}" dt="2025-08-19T14:14:37.184" v="371" actId="165"/>
          <ac:spMkLst>
            <pc:docMk/>
            <pc:sldMk cId="386856846" sldId="268"/>
            <ac:spMk id="98" creationId="{E8C9C965-3EB7-8900-7336-6F0E7FE22911}"/>
          </ac:spMkLst>
        </pc:spChg>
        <pc:spChg chg="mod">
          <ac:chgData name="Vanhauwaert, Wim" userId="88f3e010-33d6-4c8b-8703-2e7894de5501" providerId="ADAL" clId="{9A9BF5FF-6414-4914-93A3-694F4A68799E}" dt="2025-08-19T14:24:37.782" v="451" actId="207"/>
          <ac:spMkLst>
            <pc:docMk/>
            <pc:sldMk cId="386856846" sldId="268"/>
            <ac:spMk id="99" creationId="{FB136419-4FEC-FB66-4265-725EDEC3BAB6}"/>
          </ac:spMkLst>
        </pc:spChg>
        <pc:spChg chg="mod">
          <ac:chgData name="Vanhauwaert, Wim" userId="88f3e010-33d6-4c8b-8703-2e7894de5501" providerId="ADAL" clId="{9A9BF5FF-6414-4914-93A3-694F4A68799E}" dt="2025-08-19T14:14:37.184" v="371" actId="165"/>
          <ac:spMkLst>
            <pc:docMk/>
            <pc:sldMk cId="386856846" sldId="268"/>
            <ac:spMk id="101" creationId="{B5A3C466-D7A7-77DA-B47E-052748BFC09B}"/>
          </ac:spMkLst>
        </pc:spChg>
        <pc:spChg chg="mod">
          <ac:chgData name="Vanhauwaert, Wim" userId="88f3e010-33d6-4c8b-8703-2e7894de5501" providerId="ADAL" clId="{9A9BF5FF-6414-4914-93A3-694F4A68799E}" dt="2025-08-19T14:24:35.770" v="450" actId="207"/>
          <ac:spMkLst>
            <pc:docMk/>
            <pc:sldMk cId="386856846" sldId="268"/>
            <ac:spMk id="107" creationId="{7A405706-7678-4749-C44C-4963C6D74403}"/>
          </ac:spMkLst>
        </pc:spChg>
        <pc:spChg chg="mod">
          <ac:chgData name="Vanhauwaert, Wim" userId="88f3e010-33d6-4c8b-8703-2e7894de5501" providerId="ADAL" clId="{9A9BF5FF-6414-4914-93A3-694F4A68799E}" dt="2025-08-19T14:24:37.782" v="451" actId="207"/>
          <ac:spMkLst>
            <pc:docMk/>
            <pc:sldMk cId="386856846" sldId="268"/>
            <ac:spMk id="110" creationId="{A38E0133-CA49-DCA4-A4DF-2F5C55C700BD}"/>
          </ac:spMkLst>
        </pc:spChg>
        <pc:spChg chg="mod">
          <ac:chgData name="Vanhauwaert, Wim" userId="88f3e010-33d6-4c8b-8703-2e7894de5501" providerId="ADAL" clId="{9A9BF5FF-6414-4914-93A3-694F4A68799E}" dt="2025-08-19T14:24:37.782" v="451" actId="207"/>
          <ac:spMkLst>
            <pc:docMk/>
            <pc:sldMk cId="386856846" sldId="268"/>
            <ac:spMk id="112" creationId="{E131D40A-8540-C806-D802-F8768FD5A599}"/>
          </ac:spMkLst>
        </pc:spChg>
        <pc:spChg chg="mod">
          <ac:chgData name="Vanhauwaert, Wim" userId="88f3e010-33d6-4c8b-8703-2e7894de5501" providerId="ADAL" clId="{9A9BF5FF-6414-4914-93A3-694F4A68799E}" dt="2025-08-19T14:24:35.770" v="450" actId="207"/>
          <ac:spMkLst>
            <pc:docMk/>
            <pc:sldMk cId="386856846" sldId="268"/>
            <ac:spMk id="114" creationId="{02A8D05B-5B18-865D-15F4-CB197E5F5ED4}"/>
          </ac:spMkLst>
        </pc:spChg>
        <pc:spChg chg="mod">
          <ac:chgData name="Vanhauwaert, Wim" userId="88f3e010-33d6-4c8b-8703-2e7894de5501" providerId="ADAL" clId="{9A9BF5FF-6414-4914-93A3-694F4A68799E}" dt="2025-08-19T14:24:35.770" v="450" actId="207"/>
          <ac:spMkLst>
            <pc:docMk/>
            <pc:sldMk cId="386856846" sldId="268"/>
            <ac:spMk id="116" creationId="{A130B100-8CD3-8B63-BA83-D5F63DFFDEE7}"/>
          </ac:spMkLst>
        </pc:spChg>
        <pc:spChg chg="mod">
          <ac:chgData name="Vanhauwaert, Wim" userId="88f3e010-33d6-4c8b-8703-2e7894de5501" providerId="ADAL" clId="{9A9BF5FF-6414-4914-93A3-694F4A68799E}" dt="2025-08-19T14:24:37.782" v="451" actId="207"/>
          <ac:spMkLst>
            <pc:docMk/>
            <pc:sldMk cId="386856846" sldId="268"/>
            <ac:spMk id="118" creationId="{ECE04D69-76C3-723D-ECBD-2D1A7490420E}"/>
          </ac:spMkLst>
        </pc:spChg>
        <pc:spChg chg="mod">
          <ac:chgData name="Vanhauwaert, Wim" userId="88f3e010-33d6-4c8b-8703-2e7894de5501" providerId="ADAL" clId="{9A9BF5FF-6414-4914-93A3-694F4A68799E}" dt="2025-08-19T14:23:40.836" v="441" actId="164"/>
          <ac:spMkLst>
            <pc:docMk/>
            <pc:sldMk cId="386856846" sldId="268"/>
            <ac:spMk id="198" creationId="{8F3DE07E-0CC7-3B83-617C-ADA0157AAE83}"/>
          </ac:spMkLst>
        </pc:spChg>
        <pc:spChg chg="mod">
          <ac:chgData name="Vanhauwaert, Wim" userId="88f3e010-33d6-4c8b-8703-2e7894de5501" providerId="ADAL" clId="{9A9BF5FF-6414-4914-93A3-694F4A68799E}" dt="2025-08-19T14:23:32.992" v="439" actId="207"/>
          <ac:spMkLst>
            <pc:docMk/>
            <pc:sldMk cId="386856846" sldId="268"/>
            <ac:spMk id="210" creationId="{71A52C56-C92E-68D9-2A57-235746C82212}"/>
          </ac:spMkLst>
        </pc:spChg>
        <pc:spChg chg="mod">
          <ac:chgData name="Vanhauwaert, Wim" userId="88f3e010-33d6-4c8b-8703-2e7894de5501" providerId="ADAL" clId="{9A9BF5FF-6414-4914-93A3-694F4A68799E}" dt="2025-08-19T14:23:08.956" v="437" actId="207"/>
          <ac:spMkLst>
            <pc:docMk/>
            <pc:sldMk cId="386856846" sldId="268"/>
            <ac:spMk id="250" creationId="{81DF3010-FD5D-B4A2-4146-9BE69BF8E081}"/>
          </ac:spMkLst>
        </pc:spChg>
        <pc:spChg chg="mod">
          <ac:chgData name="Vanhauwaert, Wim" userId="88f3e010-33d6-4c8b-8703-2e7894de5501" providerId="ADAL" clId="{9A9BF5FF-6414-4914-93A3-694F4A68799E}" dt="2025-08-19T14:23:08.956" v="437" actId="207"/>
          <ac:spMkLst>
            <pc:docMk/>
            <pc:sldMk cId="386856846" sldId="268"/>
            <ac:spMk id="255" creationId="{AF282F34-6EE5-100D-1809-83BF4ECF7EBC}"/>
          </ac:spMkLst>
        </pc:spChg>
        <pc:spChg chg="mod">
          <ac:chgData name="Vanhauwaert, Wim" userId="88f3e010-33d6-4c8b-8703-2e7894de5501" providerId="ADAL" clId="{9A9BF5FF-6414-4914-93A3-694F4A68799E}" dt="2025-08-19T14:23:08.956" v="437" actId="207"/>
          <ac:spMkLst>
            <pc:docMk/>
            <pc:sldMk cId="386856846" sldId="268"/>
            <ac:spMk id="258" creationId="{5931AF91-D774-221E-238D-B3C30799D635}"/>
          </ac:spMkLst>
        </pc:spChg>
        <pc:spChg chg="mod">
          <ac:chgData name="Vanhauwaert, Wim" userId="88f3e010-33d6-4c8b-8703-2e7894de5501" providerId="ADAL" clId="{9A9BF5FF-6414-4914-93A3-694F4A68799E}" dt="2025-08-19T14:23:08.956" v="437" actId="207"/>
          <ac:spMkLst>
            <pc:docMk/>
            <pc:sldMk cId="386856846" sldId="268"/>
            <ac:spMk id="262" creationId="{A0498B66-6208-DB23-150C-84920ACAD622}"/>
          </ac:spMkLst>
        </pc:spChg>
        <pc:spChg chg="mod">
          <ac:chgData name="Vanhauwaert, Wim" userId="88f3e010-33d6-4c8b-8703-2e7894de5501" providerId="ADAL" clId="{9A9BF5FF-6414-4914-93A3-694F4A68799E}" dt="2025-08-19T14:23:08.956" v="437" actId="207"/>
          <ac:spMkLst>
            <pc:docMk/>
            <pc:sldMk cId="386856846" sldId="268"/>
            <ac:spMk id="264" creationId="{81A19F39-0B76-8447-AA9F-246F4A9A04BF}"/>
          </ac:spMkLst>
        </pc:spChg>
        <pc:spChg chg="mod">
          <ac:chgData name="Vanhauwaert, Wim" userId="88f3e010-33d6-4c8b-8703-2e7894de5501" providerId="ADAL" clId="{9A9BF5FF-6414-4914-93A3-694F4A68799E}" dt="2025-08-19T14:27:42.383" v="495" actId="207"/>
          <ac:spMkLst>
            <pc:docMk/>
            <pc:sldMk cId="386856846" sldId="268"/>
            <ac:spMk id="268" creationId="{8C489A33-DA7D-CE6E-6B60-2193FADF3F69}"/>
          </ac:spMkLst>
        </pc:spChg>
        <pc:spChg chg="mod">
          <ac:chgData name="Vanhauwaert, Wim" userId="88f3e010-33d6-4c8b-8703-2e7894de5501" providerId="ADAL" clId="{9A9BF5FF-6414-4914-93A3-694F4A68799E}" dt="2025-08-19T14:27:42.383" v="495" actId="207"/>
          <ac:spMkLst>
            <pc:docMk/>
            <pc:sldMk cId="386856846" sldId="268"/>
            <ac:spMk id="269" creationId="{CB585F4D-EB06-3AEE-A4BE-ECA3E7FED7D5}"/>
          </ac:spMkLst>
        </pc:spChg>
        <pc:spChg chg="mod">
          <ac:chgData name="Vanhauwaert, Wim" userId="88f3e010-33d6-4c8b-8703-2e7894de5501" providerId="ADAL" clId="{9A9BF5FF-6414-4914-93A3-694F4A68799E}" dt="2025-08-19T14:27:42.383" v="495" actId="207"/>
          <ac:spMkLst>
            <pc:docMk/>
            <pc:sldMk cId="386856846" sldId="268"/>
            <ac:spMk id="270" creationId="{A8E102EF-3796-3A1A-3A6B-EC80458F8639}"/>
          </ac:spMkLst>
        </pc:spChg>
        <pc:spChg chg="mod">
          <ac:chgData name="Vanhauwaert, Wim" userId="88f3e010-33d6-4c8b-8703-2e7894de5501" providerId="ADAL" clId="{9A9BF5FF-6414-4914-93A3-694F4A68799E}" dt="2025-08-19T14:27:42.383" v="495" actId="207"/>
          <ac:spMkLst>
            <pc:docMk/>
            <pc:sldMk cId="386856846" sldId="268"/>
            <ac:spMk id="271" creationId="{5E28B961-F004-2182-6C2D-F8D9A99CFF3E}"/>
          </ac:spMkLst>
        </pc:spChg>
        <pc:spChg chg="mod">
          <ac:chgData name="Vanhauwaert, Wim" userId="88f3e010-33d6-4c8b-8703-2e7894de5501" providerId="ADAL" clId="{9A9BF5FF-6414-4914-93A3-694F4A68799E}" dt="2025-08-19T14:27:42.383" v="495" actId="207"/>
          <ac:spMkLst>
            <pc:docMk/>
            <pc:sldMk cId="386856846" sldId="268"/>
            <ac:spMk id="272" creationId="{5596839D-F531-CB87-B27F-A73A26E666AB}"/>
          </ac:spMkLst>
        </pc:spChg>
        <pc:spChg chg="mod">
          <ac:chgData name="Vanhauwaert, Wim" userId="88f3e010-33d6-4c8b-8703-2e7894de5501" providerId="ADAL" clId="{9A9BF5FF-6414-4914-93A3-694F4A68799E}" dt="2025-08-19T14:27:42.383" v="495" actId="207"/>
          <ac:spMkLst>
            <pc:docMk/>
            <pc:sldMk cId="386856846" sldId="268"/>
            <ac:spMk id="273" creationId="{9CD8E4D6-5AA5-3BB9-A1CA-EB123B7EB308}"/>
          </ac:spMkLst>
        </pc:spChg>
        <pc:spChg chg="mod">
          <ac:chgData name="Vanhauwaert, Wim" userId="88f3e010-33d6-4c8b-8703-2e7894de5501" providerId="ADAL" clId="{9A9BF5FF-6414-4914-93A3-694F4A68799E}" dt="2025-08-19T14:27:42.383" v="495" actId="207"/>
          <ac:spMkLst>
            <pc:docMk/>
            <pc:sldMk cId="386856846" sldId="268"/>
            <ac:spMk id="274" creationId="{7F451A47-F988-CB87-5BE2-51A83762B6E9}"/>
          </ac:spMkLst>
        </pc:spChg>
        <pc:spChg chg="mod">
          <ac:chgData name="Vanhauwaert, Wim" userId="88f3e010-33d6-4c8b-8703-2e7894de5501" providerId="ADAL" clId="{9A9BF5FF-6414-4914-93A3-694F4A68799E}" dt="2025-08-19T14:27:36.983" v="494" actId="207"/>
          <ac:spMkLst>
            <pc:docMk/>
            <pc:sldMk cId="386856846" sldId="268"/>
            <ac:spMk id="289" creationId="{948DBC5D-0717-BE44-5263-349B69DD13C6}"/>
          </ac:spMkLst>
        </pc:spChg>
        <pc:spChg chg="mod">
          <ac:chgData name="Vanhauwaert, Wim" userId="88f3e010-33d6-4c8b-8703-2e7894de5501" providerId="ADAL" clId="{9A9BF5FF-6414-4914-93A3-694F4A68799E}" dt="2025-08-19T14:27:36.983" v="494" actId="207"/>
          <ac:spMkLst>
            <pc:docMk/>
            <pc:sldMk cId="386856846" sldId="268"/>
            <ac:spMk id="290" creationId="{B7C27A1C-FE07-3AA5-1C6D-E79E0C5F366C}"/>
          </ac:spMkLst>
        </pc:spChg>
        <pc:spChg chg="mod">
          <ac:chgData name="Vanhauwaert, Wim" userId="88f3e010-33d6-4c8b-8703-2e7894de5501" providerId="ADAL" clId="{9A9BF5FF-6414-4914-93A3-694F4A68799E}" dt="2025-08-19T14:27:36.983" v="494" actId="207"/>
          <ac:spMkLst>
            <pc:docMk/>
            <pc:sldMk cId="386856846" sldId="268"/>
            <ac:spMk id="291" creationId="{291E58C7-6B4B-AA83-AE3D-8B5713D4D422}"/>
          </ac:spMkLst>
        </pc:spChg>
        <pc:spChg chg="mod">
          <ac:chgData name="Vanhauwaert, Wim" userId="88f3e010-33d6-4c8b-8703-2e7894de5501" providerId="ADAL" clId="{9A9BF5FF-6414-4914-93A3-694F4A68799E}" dt="2025-08-19T14:27:36.983" v="494" actId="207"/>
          <ac:spMkLst>
            <pc:docMk/>
            <pc:sldMk cId="386856846" sldId="268"/>
            <ac:spMk id="292" creationId="{5B21FB36-A2AA-840E-C823-9D6F6069CBB6}"/>
          </ac:spMkLst>
        </pc:spChg>
        <pc:spChg chg="mod">
          <ac:chgData name="Vanhauwaert, Wim" userId="88f3e010-33d6-4c8b-8703-2e7894de5501" providerId="ADAL" clId="{9A9BF5FF-6414-4914-93A3-694F4A68799E}" dt="2025-08-19T14:23:08.956" v="437" actId="207"/>
          <ac:spMkLst>
            <pc:docMk/>
            <pc:sldMk cId="386856846" sldId="268"/>
            <ac:spMk id="301" creationId="{E1906A65-0CF5-9BE3-CE40-B11BA9C523A8}"/>
          </ac:spMkLst>
        </pc:spChg>
        <pc:spChg chg="mod">
          <ac:chgData name="Vanhauwaert, Wim" userId="88f3e010-33d6-4c8b-8703-2e7894de5501" providerId="ADAL" clId="{9A9BF5FF-6414-4914-93A3-694F4A68799E}" dt="2025-08-19T14:23:08.956" v="437" actId="207"/>
          <ac:spMkLst>
            <pc:docMk/>
            <pc:sldMk cId="386856846" sldId="268"/>
            <ac:spMk id="302" creationId="{2CE0190B-23C8-D1BB-1489-3ACA20AA90B8}"/>
          </ac:spMkLst>
        </pc:spChg>
        <pc:spChg chg="mod">
          <ac:chgData name="Vanhauwaert, Wim" userId="88f3e010-33d6-4c8b-8703-2e7894de5501" providerId="ADAL" clId="{9A9BF5FF-6414-4914-93A3-694F4A68799E}" dt="2025-08-19T14:23:08.956" v="437" actId="207"/>
          <ac:spMkLst>
            <pc:docMk/>
            <pc:sldMk cId="386856846" sldId="268"/>
            <ac:spMk id="309" creationId="{4F4C680B-97A3-55BB-10AB-09A4645389EA}"/>
          </ac:spMkLst>
        </pc:spChg>
        <pc:spChg chg="mod">
          <ac:chgData name="Vanhauwaert, Wim" userId="88f3e010-33d6-4c8b-8703-2e7894de5501" providerId="ADAL" clId="{9A9BF5FF-6414-4914-93A3-694F4A68799E}" dt="2025-08-19T14:23:08.956" v="437" actId="207"/>
          <ac:spMkLst>
            <pc:docMk/>
            <pc:sldMk cId="386856846" sldId="268"/>
            <ac:spMk id="312" creationId="{77874ED7-3969-B8FE-0213-A117E28136A8}"/>
          </ac:spMkLst>
        </pc:spChg>
        <pc:spChg chg="mod">
          <ac:chgData name="Vanhauwaert, Wim" userId="88f3e010-33d6-4c8b-8703-2e7894de5501" providerId="ADAL" clId="{9A9BF5FF-6414-4914-93A3-694F4A68799E}" dt="2025-08-19T14:23:08.956" v="437" actId="207"/>
          <ac:spMkLst>
            <pc:docMk/>
            <pc:sldMk cId="386856846" sldId="268"/>
            <ac:spMk id="316" creationId="{2544568C-3BC0-026E-2FFE-71C72608E7EB}"/>
          </ac:spMkLst>
        </pc:spChg>
        <pc:spChg chg="mod">
          <ac:chgData name="Vanhauwaert, Wim" userId="88f3e010-33d6-4c8b-8703-2e7894de5501" providerId="ADAL" clId="{9A9BF5FF-6414-4914-93A3-694F4A68799E}" dt="2025-08-19T14:30:48.253" v="523" actId="207"/>
          <ac:spMkLst>
            <pc:docMk/>
            <pc:sldMk cId="386856846" sldId="268"/>
            <ac:spMk id="328" creationId="{6167831F-C808-BB5D-9D14-3289F63716CA}"/>
          </ac:spMkLst>
        </pc:spChg>
        <pc:spChg chg="mod">
          <ac:chgData name="Vanhauwaert, Wim" userId="88f3e010-33d6-4c8b-8703-2e7894de5501" providerId="ADAL" clId="{9A9BF5FF-6414-4914-93A3-694F4A68799E}" dt="2025-08-19T14:27:36.983" v="494" actId="207"/>
          <ac:spMkLst>
            <pc:docMk/>
            <pc:sldMk cId="386856846" sldId="268"/>
            <ac:spMk id="450" creationId="{0B7D4D38-06BF-B1F5-5E01-08F5CB490AA2}"/>
          </ac:spMkLst>
        </pc:spChg>
        <pc:spChg chg="add mod">
          <ac:chgData name="Vanhauwaert, Wim" userId="88f3e010-33d6-4c8b-8703-2e7894de5501" providerId="ADAL" clId="{9A9BF5FF-6414-4914-93A3-694F4A68799E}" dt="2025-08-19T14:26:45.462" v="485"/>
          <ac:spMkLst>
            <pc:docMk/>
            <pc:sldMk cId="386856846" sldId="268"/>
            <ac:spMk id="451" creationId="{02BA5A12-69D4-962D-1642-71F5473FD933}"/>
          </ac:spMkLst>
        </pc:spChg>
        <pc:spChg chg="mod">
          <ac:chgData name="Vanhauwaert, Wim" userId="88f3e010-33d6-4c8b-8703-2e7894de5501" providerId="ADAL" clId="{9A9BF5FF-6414-4914-93A3-694F4A68799E}" dt="2025-08-19T14:30:12.046" v="521"/>
          <ac:spMkLst>
            <pc:docMk/>
            <pc:sldMk cId="386856846" sldId="268"/>
            <ac:spMk id="454" creationId="{F87EBB92-9F04-8A71-A9DB-CDAD3B6568BC}"/>
          </ac:spMkLst>
        </pc:spChg>
        <pc:grpChg chg="add mod">
          <ac:chgData name="Vanhauwaert, Wim" userId="88f3e010-33d6-4c8b-8703-2e7894de5501" providerId="ADAL" clId="{9A9BF5FF-6414-4914-93A3-694F4A68799E}" dt="2025-08-19T14:23:40.836" v="441" actId="164"/>
          <ac:grpSpMkLst>
            <pc:docMk/>
            <pc:sldMk cId="386856846" sldId="268"/>
            <ac:grpSpMk id="3" creationId="{84A26550-1740-3EDA-F677-E3D29E305770}"/>
          </ac:grpSpMkLst>
        </pc:grpChg>
        <pc:grpChg chg="mod">
          <ac:chgData name="Vanhauwaert, Wim" userId="88f3e010-33d6-4c8b-8703-2e7894de5501" providerId="ADAL" clId="{9A9BF5FF-6414-4914-93A3-694F4A68799E}" dt="2025-08-19T14:25:10.416" v="458" actId="207"/>
          <ac:grpSpMkLst>
            <pc:docMk/>
            <pc:sldMk cId="386856846" sldId="268"/>
            <ac:grpSpMk id="34" creationId="{D199A25E-6A26-E687-CFA1-1693B1A57D2D}"/>
          </ac:grpSpMkLst>
        </pc:grpChg>
        <pc:grpChg chg="mod">
          <ac:chgData name="Vanhauwaert, Wim" userId="88f3e010-33d6-4c8b-8703-2e7894de5501" providerId="ADAL" clId="{9A9BF5FF-6414-4914-93A3-694F4A68799E}" dt="2025-08-19T14:25:10.416" v="458" actId="207"/>
          <ac:grpSpMkLst>
            <pc:docMk/>
            <pc:sldMk cId="386856846" sldId="268"/>
            <ac:grpSpMk id="85" creationId="{15DCC48A-6961-42C6-75BF-70AF924C2CC8}"/>
          </ac:grpSpMkLst>
        </pc:grpChg>
        <pc:grpChg chg="mod">
          <ac:chgData name="Vanhauwaert, Wim" userId="88f3e010-33d6-4c8b-8703-2e7894de5501" providerId="ADAL" clId="{9A9BF5FF-6414-4914-93A3-694F4A68799E}" dt="2025-08-19T14:23:40.836" v="441" actId="164"/>
          <ac:grpSpMkLst>
            <pc:docMk/>
            <pc:sldMk cId="386856846" sldId="268"/>
            <ac:grpSpMk id="197" creationId="{CBF72605-7B86-D5E6-AB27-95839DDE1E3E}"/>
          </ac:grpSpMkLst>
        </pc:grpChg>
        <pc:grpChg chg="add mod">
          <ac:chgData name="Vanhauwaert, Wim" userId="88f3e010-33d6-4c8b-8703-2e7894de5501" providerId="ADAL" clId="{9A9BF5FF-6414-4914-93A3-694F4A68799E}" dt="2025-08-19T14:30:12.046" v="521"/>
          <ac:grpSpMkLst>
            <pc:docMk/>
            <pc:sldMk cId="386856846" sldId="268"/>
            <ac:grpSpMk id="452" creationId="{3346AFA6-8278-ED78-D85A-9289391361DA}"/>
          </ac:grpSpMkLst>
        </pc:grpChg>
        <pc:picChg chg="mod">
          <ac:chgData name="Vanhauwaert, Wim" userId="88f3e010-33d6-4c8b-8703-2e7894de5501" providerId="ADAL" clId="{9A9BF5FF-6414-4914-93A3-694F4A68799E}" dt="2025-08-19T14:23:40.836" v="441" actId="164"/>
          <ac:picMkLst>
            <pc:docMk/>
            <pc:sldMk cId="386856846" sldId="268"/>
            <ac:picMk id="199" creationId="{142184B0-05D4-75DF-06EA-CD652A46DFD2}"/>
          </ac:picMkLst>
        </pc:picChg>
        <pc:picChg chg="mod">
          <ac:chgData name="Vanhauwaert, Wim" userId="88f3e010-33d6-4c8b-8703-2e7894de5501" providerId="ADAL" clId="{9A9BF5FF-6414-4914-93A3-694F4A68799E}" dt="2025-08-19T14:22:32.993" v="431" actId="207"/>
          <ac:picMkLst>
            <pc:docMk/>
            <pc:sldMk cId="386856846" sldId="268"/>
            <ac:picMk id="211" creationId="{8D94201C-8477-66A8-2A4D-398E9D409475}"/>
          </ac:picMkLst>
        </pc:picChg>
        <pc:picChg chg="mod">
          <ac:chgData name="Vanhauwaert, Wim" userId="88f3e010-33d6-4c8b-8703-2e7894de5501" providerId="ADAL" clId="{9A9BF5FF-6414-4914-93A3-694F4A68799E}" dt="2025-08-19T14:25:31.183" v="463"/>
          <ac:picMkLst>
            <pc:docMk/>
            <pc:sldMk cId="386856846" sldId="268"/>
            <ac:picMk id="461" creationId="{1F6589E5-A705-C7B7-3487-218BDBC12D30}"/>
          </ac:picMkLst>
        </pc:picChg>
        <pc:cxnChg chg="mod">
          <ac:chgData name="Vanhauwaert, Wim" userId="88f3e010-33d6-4c8b-8703-2e7894de5501" providerId="ADAL" clId="{9A9BF5FF-6414-4914-93A3-694F4A68799E}" dt="2025-08-19T14:30:12.046" v="521"/>
          <ac:cxnSpMkLst>
            <pc:docMk/>
            <pc:sldMk cId="386856846" sldId="268"/>
            <ac:cxnSpMk id="453" creationId="{A9ECD14C-05F4-2570-2440-B556104E98BA}"/>
          </ac:cxnSpMkLst>
        </pc:cxnChg>
      </pc:sldChg>
      <pc:sldChg chg="addSp delSp modSp add mod modShow">
        <pc:chgData name="Vanhauwaert, Wim" userId="88f3e010-33d6-4c8b-8703-2e7894de5501" providerId="ADAL" clId="{9A9BF5FF-6414-4914-93A3-694F4A68799E}" dt="2025-08-19T14:36:10.744" v="524" actId="729"/>
        <pc:sldMkLst>
          <pc:docMk/>
          <pc:sldMk cId="1028521100" sldId="269"/>
        </pc:sldMkLst>
        <pc:spChg chg="mod">
          <ac:chgData name="Vanhauwaert, Wim" userId="88f3e010-33d6-4c8b-8703-2e7894de5501" providerId="ADAL" clId="{9A9BF5FF-6414-4914-93A3-694F4A68799E}" dt="2025-08-19T14:16:09.038" v="381" actId="207"/>
          <ac:spMkLst>
            <pc:docMk/>
            <pc:sldMk cId="1028521100" sldId="269"/>
            <ac:spMk id="7" creationId="{2CEEC3BF-D414-19B4-3791-9758A5A8F106}"/>
          </ac:spMkLst>
        </pc:spChg>
        <pc:spChg chg="mod">
          <ac:chgData name="Vanhauwaert, Wim" userId="88f3e010-33d6-4c8b-8703-2e7894de5501" providerId="ADAL" clId="{9A9BF5FF-6414-4914-93A3-694F4A68799E}" dt="2025-08-19T14:28:47.549" v="503" actId="207"/>
          <ac:spMkLst>
            <pc:docMk/>
            <pc:sldMk cId="1028521100" sldId="269"/>
            <ac:spMk id="10" creationId="{3031239A-4F3A-4A26-F024-B4B023E10F20}"/>
          </ac:spMkLst>
        </pc:spChg>
        <pc:spChg chg="mod topLvl">
          <ac:chgData name="Vanhauwaert, Wim" userId="88f3e010-33d6-4c8b-8703-2e7894de5501" providerId="ADAL" clId="{9A9BF5FF-6414-4914-93A3-694F4A68799E}" dt="2025-08-19T14:15:44.446" v="376" actId="165"/>
          <ac:spMkLst>
            <pc:docMk/>
            <pc:sldMk cId="1028521100" sldId="269"/>
            <ac:spMk id="16" creationId="{9B2A50B4-A967-D389-31BE-0FD51B980386}"/>
          </ac:spMkLst>
        </pc:spChg>
        <pc:spChg chg="mod">
          <ac:chgData name="Vanhauwaert, Wim" userId="88f3e010-33d6-4c8b-8703-2e7894de5501" providerId="ADAL" clId="{9A9BF5FF-6414-4914-93A3-694F4A68799E}" dt="2025-08-19T14:19:27.933" v="408" actId="207"/>
          <ac:spMkLst>
            <pc:docMk/>
            <pc:sldMk cId="1028521100" sldId="269"/>
            <ac:spMk id="17" creationId="{C865D807-3E59-D2BD-D182-3F41AE53D6B6}"/>
          </ac:spMkLst>
        </pc:spChg>
        <pc:spChg chg="mod">
          <ac:chgData name="Vanhauwaert, Wim" userId="88f3e010-33d6-4c8b-8703-2e7894de5501" providerId="ADAL" clId="{9A9BF5FF-6414-4914-93A3-694F4A68799E}" dt="2025-08-19T14:19:27.933" v="408" actId="207"/>
          <ac:spMkLst>
            <pc:docMk/>
            <pc:sldMk cId="1028521100" sldId="269"/>
            <ac:spMk id="18" creationId="{7906AC6E-F142-61F6-8F79-3A6C5E98E4EF}"/>
          </ac:spMkLst>
        </pc:spChg>
        <pc:spChg chg="mod">
          <ac:chgData name="Vanhauwaert, Wim" userId="88f3e010-33d6-4c8b-8703-2e7894de5501" providerId="ADAL" clId="{9A9BF5FF-6414-4914-93A3-694F4A68799E}" dt="2025-08-19T14:19:27.933" v="408" actId="207"/>
          <ac:spMkLst>
            <pc:docMk/>
            <pc:sldMk cId="1028521100" sldId="269"/>
            <ac:spMk id="19" creationId="{A7176177-4AFD-EE2B-F9AE-0F4B4C9E42C0}"/>
          </ac:spMkLst>
        </pc:spChg>
        <pc:spChg chg="mod topLvl">
          <ac:chgData name="Vanhauwaert, Wim" userId="88f3e010-33d6-4c8b-8703-2e7894de5501" providerId="ADAL" clId="{9A9BF5FF-6414-4914-93A3-694F4A68799E}" dt="2025-08-19T14:19:27.933" v="408" actId="207"/>
          <ac:spMkLst>
            <pc:docMk/>
            <pc:sldMk cId="1028521100" sldId="269"/>
            <ac:spMk id="20" creationId="{36067254-2C0B-98FD-8360-DB208DAA8604}"/>
          </ac:spMkLst>
        </pc:spChg>
        <pc:spChg chg="mod topLvl">
          <ac:chgData name="Vanhauwaert, Wim" userId="88f3e010-33d6-4c8b-8703-2e7894de5501" providerId="ADAL" clId="{9A9BF5FF-6414-4914-93A3-694F4A68799E}" dt="2025-08-19T14:19:27.933" v="408" actId="207"/>
          <ac:spMkLst>
            <pc:docMk/>
            <pc:sldMk cId="1028521100" sldId="269"/>
            <ac:spMk id="21" creationId="{9D122E7C-DB19-50B3-7206-D5446C97958C}"/>
          </ac:spMkLst>
        </pc:spChg>
        <pc:spChg chg="mod">
          <ac:chgData name="Vanhauwaert, Wim" userId="88f3e010-33d6-4c8b-8703-2e7894de5501" providerId="ADAL" clId="{9A9BF5FF-6414-4914-93A3-694F4A68799E}" dt="2025-08-19T14:19:27.933" v="408" actId="207"/>
          <ac:spMkLst>
            <pc:docMk/>
            <pc:sldMk cId="1028521100" sldId="269"/>
            <ac:spMk id="22" creationId="{543F81C9-EDEF-ABC6-C831-3496F56A6B2F}"/>
          </ac:spMkLst>
        </pc:spChg>
        <pc:spChg chg="mod">
          <ac:chgData name="Vanhauwaert, Wim" userId="88f3e010-33d6-4c8b-8703-2e7894de5501" providerId="ADAL" clId="{9A9BF5FF-6414-4914-93A3-694F4A68799E}" dt="2025-08-19T14:19:27.933" v="408" actId="207"/>
          <ac:spMkLst>
            <pc:docMk/>
            <pc:sldMk cId="1028521100" sldId="269"/>
            <ac:spMk id="23" creationId="{82031D28-C4DA-AEB9-7686-776C19A91723}"/>
          </ac:spMkLst>
        </pc:spChg>
        <pc:spChg chg="mod">
          <ac:chgData name="Vanhauwaert, Wim" userId="88f3e010-33d6-4c8b-8703-2e7894de5501" providerId="ADAL" clId="{9A9BF5FF-6414-4914-93A3-694F4A68799E}" dt="2025-08-19T14:19:27.933" v="408" actId="207"/>
          <ac:spMkLst>
            <pc:docMk/>
            <pc:sldMk cId="1028521100" sldId="269"/>
            <ac:spMk id="24" creationId="{5A75CFBC-866B-522E-4CD6-84F5075D1052}"/>
          </ac:spMkLst>
        </pc:spChg>
        <pc:spChg chg="mod">
          <ac:chgData name="Vanhauwaert, Wim" userId="88f3e010-33d6-4c8b-8703-2e7894de5501" providerId="ADAL" clId="{9A9BF5FF-6414-4914-93A3-694F4A68799E}" dt="2025-08-19T14:15:49.049" v="378" actId="207"/>
          <ac:spMkLst>
            <pc:docMk/>
            <pc:sldMk cId="1028521100" sldId="269"/>
            <ac:spMk id="25" creationId="{88B8B4D2-BD85-EF0F-A3DC-09A43C42AD55}"/>
          </ac:spMkLst>
        </pc:spChg>
        <pc:spChg chg="mod">
          <ac:chgData name="Vanhauwaert, Wim" userId="88f3e010-33d6-4c8b-8703-2e7894de5501" providerId="ADAL" clId="{9A9BF5FF-6414-4914-93A3-694F4A68799E}" dt="2025-08-19T14:15:52.792" v="379" actId="207"/>
          <ac:spMkLst>
            <pc:docMk/>
            <pc:sldMk cId="1028521100" sldId="269"/>
            <ac:spMk id="28" creationId="{748EB57A-E6A8-A658-1965-C9F866531A91}"/>
          </ac:spMkLst>
        </pc:spChg>
        <pc:spChg chg="mod">
          <ac:chgData name="Vanhauwaert, Wim" userId="88f3e010-33d6-4c8b-8703-2e7894de5501" providerId="ADAL" clId="{9A9BF5FF-6414-4914-93A3-694F4A68799E}" dt="2025-08-19T14:16:38.807" v="384" actId="207"/>
          <ac:spMkLst>
            <pc:docMk/>
            <pc:sldMk cId="1028521100" sldId="269"/>
            <ac:spMk id="29" creationId="{0DBEFDA5-0D28-41EC-36A8-B63B35FDD073}"/>
          </ac:spMkLst>
        </pc:spChg>
        <pc:spChg chg="mod">
          <ac:chgData name="Vanhauwaert, Wim" userId="88f3e010-33d6-4c8b-8703-2e7894de5501" providerId="ADAL" clId="{9A9BF5FF-6414-4914-93A3-694F4A68799E}" dt="2025-08-19T14:16:34.291" v="383" actId="207"/>
          <ac:spMkLst>
            <pc:docMk/>
            <pc:sldMk cId="1028521100" sldId="269"/>
            <ac:spMk id="30" creationId="{CEF254F5-F40D-9973-9105-1934BFBE43A4}"/>
          </ac:spMkLst>
        </pc:spChg>
        <pc:spChg chg="mod">
          <ac:chgData name="Vanhauwaert, Wim" userId="88f3e010-33d6-4c8b-8703-2e7894de5501" providerId="ADAL" clId="{9A9BF5FF-6414-4914-93A3-694F4A68799E}" dt="2025-08-19T14:16:38.807" v="384" actId="207"/>
          <ac:spMkLst>
            <pc:docMk/>
            <pc:sldMk cId="1028521100" sldId="269"/>
            <ac:spMk id="43" creationId="{13ADFB05-8E5D-1AC0-A8B8-2F8663F99AD4}"/>
          </ac:spMkLst>
        </pc:spChg>
        <pc:spChg chg="mod">
          <ac:chgData name="Vanhauwaert, Wim" userId="88f3e010-33d6-4c8b-8703-2e7894de5501" providerId="ADAL" clId="{9A9BF5FF-6414-4914-93A3-694F4A68799E}" dt="2025-08-19T14:16:38.807" v="384" actId="207"/>
          <ac:spMkLst>
            <pc:docMk/>
            <pc:sldMk cId="1028521100" sldId="269"/>
            <ac:spMk id="44" creationId="{A3161E05-E786-2B85-FD24-5AC30E75E304}"/>
          </ac:spMkLst>
        </pc:spChg>
        <pc:spChg chg="mod">
          <ac:chgData name="Vanhauwaert, Wim" userId="88f3e010-33d6-4c8b-8703-2e7894de5501" providerId="ADAL" clId="{9A9BF5FF-6414-4914-93A3-694F4A68799E}" dt="2025-08-19T14:15:44.446" v="376" actId="165"/>
          <ac:spMkLst>
            <pc:docMk/>
            <pc:sldMk cId="1028521100" sldId="269"/>
            <ac:spMk id="50" creationId="{75B39E82-498E-B95B-897A-A6ED65B915C0}"/>
          </ac:spMkLst>
        </pc:spChg>
        <pc:spChg chg="mod">
          <ac:chgData name="Vanhauwaert, Wim" userId="88f3e010-33d6-4c8b-8703-2e7894de5501" providerId="ADAL" clId="{9A9BF5FF-6414-4914-93A3-694F4A68799E}" dt="2025-08-19T14:15:44.446" v="376" actId="165"/>
          <ac:spMkLst>
            <pc:docMk/>
            <pc:sldMk cId="1028521100" sldId="269"/>
            <ac:spMk id="60" creationId="{1A5F0EC5-DD45-25DF-591B-9EF9D66D54FA}"/>
          </ac:spMkLst>
        </pc:spChg>
        <pc:spChg chg="mod">
          <ac:chgData name="Vanhauwaert, Wim" userId="88f3e010-33d6-4c8b-8703-2e7894de5501" providerId="ADAL" clId="{9A9BF5FF-6414-4914-93A3-694F4A68799E}" dt="2025-08-19T14:15:44.446" v="376" actId="165"/>
          <ac:spMkLst>
            <pc:docMk/>
            <pc:sldMk cId="1028521100" sldId="269"/>
            <ac:spMk id="65" creationId="{5E17D433-1B99-BE80-F2D8-EF84E2D928E3}"/>
          </ac:spMkLst>
        </pc:spChg>
        <pc:spChg chg="mod">
          <ac:chgData name="Vanhauwaert, Wim" userId="88f3e010-33d6-4c8b-8703-2e7894de5501" providerId="ADAL" clId="{9A9BF5FF-6414-4914-93A3-694F4A68799E}" dt="2025-08-19T14:15:44.446" v="376" actId="165"/>
          <ac:spMkLst>
            <pc:docMk/>
            <pc:sldMk cId="1028521100" sldId="269"/>
            <ac:spMk id="109" creationId="{53406A4E-6119-71A7-F4B2-A59C8CA3A8B1}"/>
          </ac:spMkLst>
        </pc:spChg>
        <pc:spChg chg="mod">
          <ac:chgData name="Vanhauwaert, Wim" userId="88f3e010-33d6-4c8b-8703-2e7894de5501" providerId="ADAL" clId="{9A9BF5FF-6414-4914-93A3-694F4A68799E}" dt="2025-08-19T14:15:44.446" v="376" actId="165"/>
          <ac:spMkLst>
            <pc:docMk/>
            <pc:sldMk cId="1028521100" sldId="269"/>
            <ac:spMk id="110" creationId="{1A54C966-FBE7-1327-0F37-F1B05C38C393}"/>
          </ac:spMkLst>
        </pc:spChg>
        <pc:spChg chg="mod">
          <ac:chgData name="Vanhauwaert, Wim" userId="88f3e010-33d6-4c8b-8703-2e7894de5501" providerId="ADAL" clId="{9A9BF5FF-6414-4914-93A3-694F4A68799E}" dt="2025-08-19T14:15:44.446" v="376" actId="165"/>
          <ac:spMkLst>
            <pc:docMk/>
            <pc:sldMk cId="1028521100" sldId="269"/>
            <ac:spMk id="111" creationId="{D9D87968-F335-FB3E-87DE-51A0EE3899C0}"/>
          </ac:spMkLst>
        </pc:spChg>
        <pc:spChg chg="mod">
          <ac:chgData name="Vanhauwaert, Wim" userId="88f3e010-33d6-4c8b-8703-2e7894de5501" providerId="ADAL" clId="{9A9BF5FF-6414-4914-93A3-694F4A68799E}" dt="2025-08-19T14:15:44.446" v="376" actId="165"/>
          <ac:spMkLst>
            <pc:docMk/>
            <pc:sldMk cId="1028521100" sldId="269"/>
            <ac:spMk id="115" creationId="{4A157CC4-2ECD-3BDE-52D3-B7D7AA0179C9}"/>
          </ac:spMkLst>
        </pc:spChg>
        <pc:spChg chg="mod">
          <ac:chgData name="Vanhauwaert, Wim" userId="88f3e010-33d6-4c8b-8703-2e7894de5501" providerId="ADAL" clId="{9A9BF5FF-6414-4914-93A3-694F4A68799E}" dt="2025-08-19T14:28:56.375" v="504" actId="207"/>
          <ac:spMkLst>
            <pc:docMk/>
            <pc:sldMk cId="1028521100" sldId="269"/>
            <ac:spMk id="193" creationId="{DC399276-1184-8A95-A318-CF084888BB11}"/>
          </ac:spMkLst>
        </pc:spChg>
        <pc:spChg chg="mod">
          <ac:chgData name="Vanhauwaert, Wim" userId="88f3e010-33d6-4c8b-8703-2e7894de5501" providerId="ADAL" clId="{9A9BF5FF-6414-4914-93A3-694F4A68799E}" dt="2025-08-19T14:28:47.549" v="503" actId="207"/>
          <ac:spMkLst>
            <pc:docMk/>
            <pc:sldMk cId="1028521100" sldId="269"/>
            <ac:spMk id="268" creationId="{3D82B74D-DA34-BD4B-0922-1AD39DC61ACA}"/>
          </ac:spMkLst>
        </pc:spChg>
        <pc:spChg chg="mod">
          <ac:chgData name="Vanhauwaert, Wim" userId="88f3e010-33d6-4c8b-8703-2e7894de5501" providerId="ADAL" clId="{9A9BF5FF-6414-4914-93A3-694F4A68799E}" dt="2025-08-19T14:16:21.405" v="382" actId="207"/>
          <ac:spMkLst>
            <pc:docMk/>
            <pc:sldMk cId="1028521100" sldId="269"/>
            <ac:spMk id="292" creationId="{CEC02086-CCFB-726C-6A93-190B46DC94FC}"/>
          </ac:spMkLst>
        </pc:spChg>
        <pc:spChg chg="mod">
          <ac:chgData name="Vanhauwaert, Wim" userId="88f3e010-33d6-4c8b-8703-2e7894de5501" providerId="ADAL" clId="{9A9BF5FF-6414-4914-93A3-694F4A68799E}" dt="2025-08-19T14:28:47.549" v="503" actId="207"/>
          <ac:spMkLst>
            <pc:docMk/>
            <pc:sldMk cId="1028521100" sldId="269"/>
            <ac:spMk id="462" creationId="{52EAE9F5-3916-2AF0-0272-39E2DBC813C1}"/>
          </ac:spMkLst>
        </pc:spChg>
        <pc:spChg chg="mod">
          <ac:chgData name="Vanhauwaert, Wim" userId="88f3e010-33d6-4c8b-8703-2e7894de5501" providerId="ADAL" clId="{9A9BF5FF-6414-4914-93A3-694F4A68799E}" dt="2025-08-19T14:24:11.269" v="447"/>
          <ac:spMkLst>
            <pc:docMk/>
            <pc:sldMk cId="1028521100" sldId="269"/>
            <ac:spMk id="463" creationId="{4AC5F84B-2E2C-6AFD-AE48-6864A3052516}"/>
          </ac:spMkLst>
        </pc:spChg>
        <pc:spChg chg="mod">
          <ac:chgData name="Vanhauwaert, Wim" userId="88f3e010-33d6-4c8b-8703-2e7894de5501" providerId="ADAL" clId="{9A9BF5FF-6414-4914-93A3-694F4A68799E}" dt="2025-08-19T14:28:47.549" v="503" actId="207"/>
          <ac:spMkLst>
            <pc:docMk/>
            <pc:sldMk cId="1028521100" sldId="269"/>
            <ac:spMk id="464" creationId="{697AB3F1-4C8D-433E-9237-BB50F5540603}"/>
          </ac:spMkLst>
        </pc:spChg>
        <pc:spChg chg="mod">
          <ac:chgData name="Vanhauwaert, Wim" userId="88f3e010-33d6-4c8b-8703-2e7894de5501" providerId="ADAL" clId="{9A9BF5FF-6414-4914-93A3-694F4A68799E}" dt="2025-08-19T14:24:11.269" v="447"/>
          <ac:spMkLst>
            <pc:docMk/>
            <pc:sldMk cId="1028521100" sldId="269"/>
            <ac:spMk id="466" creationId="{8310A631-3635-F93B-2033-749B210A4B52}"/>
          </ac:spMkLst>
        </pc:spChg>
        <pc:spChg chg="mod">
          <ac:chgData name="Vanhauwaert, Wim" userId="88f3e010-33d6-4c8b-8703-2e7894de5501" providerId="ADAL" clId="{9A9BF5FF-6414-4914-93A3-694F4A68799E}" dt="2025-08-19T14:28:47.549" v="503" actId="207"/>
          <ac:spMkLst>
            <pc:docMk/>
            <pc:sldMk cId="1028521100" sldId="269"/>
            <ac:spMk id="467" creationId="{35D462BA-7F02-24C6-CAB7-DCF60DCFF221}"/>
          </ac:spMkLst>
        </pc:spChg>
        <pc:spChg chg="mod">
          <ac:chgData name="Vanhauwaert, Wim" userId="88f3e010-33d6-4c8b-8703-2e7894de5501" providerId="ADAL" clId="{9A9BF5FF-6414-4914-93A3-694F4A68799E}" dt="2025-08-19T14:28:47.549" v="503" actId="207"/>
          <ac:spMkLst>
            <pc:docMk/>
            <pc:sldMk cId="1028521100" sldId="269"/>
            <ac:spMk id="471" creationId="{0BAE4F3C-4CBB-04D0-3A1A-2D8E4C2725DD}"/>
          </ac:spMkLst>
        </pc:spChg>
        <pc:spChg chg="mod">
          <ac:chgData name="Vanhauwaert, Wim" userId="88f3e010-33d6-4c8b-8703-2e7894de5501" providerId="ADAL" clId="{9A9BF5FF-6414-4914-93A3-694F4A68799E}" dt="2025-08-19T14:24:11.269" v="447"/>
          <ac:spMkLst>
            <pc:docMk/>
            <pc:sldMk cId="1028521100" sldId="269"/>
            <ac:spMk id="472" creationId="{19131ACF-45D7-2B21-2627-3BC477B560A2}"/>
          </ac:spMkLst>
        </pc:spChg>
        <pc:spChg chg="mod">
          <ac:chgData name="Vanhauwaert, Wim" userId="88f3e010-33d6-4c8b-8703-2e7894de5501" providerId="ADAL" clId="{9A9BF5FF-6414-4914-93A3-694F4A68799E}" dt="2025-08-19T14:28:47.549" v="503" actId="207"/>
          <ac:spMkLst>
            <pc:docMk/>
            <pc:sldMk cId="1028521100" sldId="269"/>
            <ac:spMk id="475" creationId="{E2E827E0-7E4D-977A-7E10-EEF638639546}"/>
          </ac:spMkLst>
        </pc:spChg>
        <pc:spChg chg="mod">
          <ac:chgData name="Vanhauwaert, Wim" userId="88f3e010-33d6-4c8b-8703-2e7894de5501" providerId="ADAL" clId="{9A9BF5FF-6414-4914-93A3-694F4A68799E}" dt="2025-08-19T14:24:11.269" v="447"/>
          <ac:spMkLst>
            <pc:docMk/>
            <pc:sldMk cId="1028521100" sldId="269"/>
            <ac:spMk id="485" creationId="{4B22D9A5-1317-2817-4110-968AEC466CDD}"/>
          </ac:spMkLst>
        </pc:spChg>
        <pc:spChg chg="mod">
          <ac:chgData name="Vanhauwaert, Wim" userId="88f3e010-33d6-4c8b-8703-2e7894de5501" providerId="ADAL" clId="{9A9BF5FF-6414-4914-93A3-694F4A68799E}" dt="2025-08-19T14:24:11.269" v="447"/>
          <ac:spMkLst>
            <pc:docMk/>
            <pc:sldMk cId="1028521100" sldId="269"/>
            <ac:spMk id="487" creationId="{45190504-B33A-3503-C0F1-527711BD4F4A}"/>
          </ac:spMkLst>
        </pc:spChg>
        <pc:spChg chg="mod">
          <ac:chgData name="Vanhauwaert, Wim" userId="88f3e010-33d6-4c8b-8703-2e7894de5501" providerId="ADAL" clId="{9A9BF5FF-6414-4914-93A3-694F4A68799E}" dt="2025-08-19T14:28:47.549" v="503" actId="207"/>
          <ac:spMkLst>
            <pc:docMk/>
            <pc:sldMk cId="1028521100" sldId="269"/>
            <ac:spMk id="489" creationId="{AFA305D9-AFFD-2D9C-00EC-16BF8D07E14E}"/>
          </ac:spMkLst>
        </pc:spChg>
        <pc:spChg chg="mod">
          <ac:chgData name="Vanhauwaert, Wim" userId="88f3e010-33d6-4c8b-8703-2e7894de5501" providerId="ADAL" clId="{9A9BF5FF-6414-4914-93A3-694F4A68799E}" dt="2025-08-19T14:24:11.269" v="447"/>
          <ac:spMkLst>
            <pc:docMk/>
            <pc:sldMk cId="1028521100" sldId="269"/>
            <ac:spMk id="491" creationId="{77EE6C2E-116D-4C86-D065-BC66D54B9BA7}"/>
          </ac:spMkLst>
        </pc:spChg>
        <pc:spChg chg="mod">
          <ac:chgData name="Vanhauwaert, Wim" userId="88f3e010-33d6-4c8b-8703-2e7894de5501" providerId="ADAL" clId="{9A9BF5FF-6414-4914-93A3-694F4A68799E}" dt="2025-08-19T14:24:11.269" v="447"/>
          <ac:spMkLst>
            <pc:docMk/>
            <pc:sldMk cId="1028521100" sldId="269"/>
            <ac:spMk id="495" creationId="{61809CA1-67E8-9215-5980-4B6EC203CABE}"/>
          </ac:spMkLst>
        </pc:spChg>
        <pc:spChg chg="mod">
          <ac:chgData name="Vanhauwaert, Wim" userId="88f3e010-33d6-4c8b-8703-2e7894de5501" providerId="ADAL" clId="{9A9BF5FF-6414-4914-93A3-694F4A68799E}" dt="2025-08-19T14:28:47.549" v="503" actId="207"/>
          <ac:spMkLst>
            <pc:docMk/>
            <pc:sldMk cId="1028521100" sldId="269"/>
            <ac:spMk id="496" creationId="{096FF211-C6D0-68E0-C455-869CEB0A48FC}"/>
          </ac:spMkLst>
        </pc:spChg>
        <pc:spChg chg="mod">
          <ac:chgData name="Vanhauwaert, Wim" userId="88f3e010-33d6-4c8b-8703-2e7894de5501" providerId="ADAL" clId="{9A9BF5FF-6414-4914-93A3-694F4A68799E}" dt="2025-08-19T14:28:47.549" v="503" actId="207"/>
          <ac:spMkLst>
            <pc:docMk/>
            <pc:sldMk cId="1028521100" sldId="269"/>
            <ac:spMk id="497" creationId="{B6013421-9F67-F67B-D9D8-FDE2E7509CFD}"/>
          </ac:spMkLst>
        </pc:spChg>
        <pc:spChg chg="mod">
          <ac:chgData name="Vanhauwaert, Wim" userId="88f3e010-33d6-4c8b-8703-2e7894de5501" providerId="ADAL" clId="{9A9BF5FF-6414-4914-93A3-694F4A68799E}" dt="2025-08-19T14:24:11.269" v="447"/>
          <ac:spMkLst>
            <pc:docMk/>
            <pc:sldMk cId="1028521100" sldId="269"/>
            <ac:spMk id="501" creationId="{36CE65FB-8A0E-171F-5123-B83186B3ADFE}"/>
          </ac:spMkLst>
        </pc:spChg>
        <pc:spChg chg="add mod">
          <ac:chgData name="Vanhauwaert, Wim" userId="88f3e010-33d6-4c8b-8703-2e7894de5501" providerId="ADAL" clId="{9A9BF5FF-6414-4914-93A3-694F4A68799E}" dt="2025-08-19T14:29:05.867" v="506"/>
          <ac:spMkLst>
            <pc:docMk/>
            <pc:sldMk cId="1028521100" sldId="269"/>
            <ac:spMk id="506" creationId="{B486AC30-C54D-FC32-D9E3-6005C1383285}"/>
          </ac:spMkLst>
        </pc:spChg>
        <pc:spChg chg="mod">
          <ac:chgData name="Vanhauwaert, Wim" userId="88f3e010-33d6-4c8b-8703-2e7894de5501" providerId="ADAL" clId="{9A9BF5FF-6414-4914-93A3-694F4A68799E}" dt="2025-08-19T14:29:57.675" v="513"/>
          <ac:spMkLst>
            <pc:docMk/>
            <pc:sldMk cId="1028521100" sldId="269"/>
            <ac:spMk id="509" creationId="{F8FE1FA3-D8DF-24B7-B041-9FBCE8A73F2A}"/>
          </ac:spMkLst>
        </pc:spChg>
        <pc:grpChg chg="add mod">
          <ac:chgData name="Vanhauwaert, Wim" userId="88f3e010-33d6-4c8b-8703-2e7894de5501" providerId="ADAL" clId="{9A9BF5FF-6414-4914-93A3-694F4A68799E}" dt="2025-08-19T14:29:57.675" v="513"/>
          <ac:grpSpMkLst>
            <pc:docMk/>
            <pc:sldMk cId="1028521100" sldId="269"/>
            <ac:grpSpMk id="507" creationId="{5BAF3440-3B21-270B-A402-E6CD100C5E3D}"/>
          </ac:grpSpMkLst>
        </pc:grpChg>
        <pc:picChg chg="add mod">
          <ac:chgData name="Vanhauwaert, Wim" userId="88f3e010-33d6-4c8b-8703-2e7894de5501" providerId="ADAL" clId="{9A9BF5FF-6414-4914-93A3-694F4A68799E}" dt="2025-08-19T14:25:45.343" v="469"/>
          <ac:picMkLst>
            <pc:docMk/>
            <pc:sldMk cId="1028521100" sldId="269"/>
            <ac:picMk id="502" creationId="{E0C5132D-6242-B181-9A2C-A7E9649CC1F1}"/>
          </ac:picMkLst>
        </pc:picChg>
        <pc:cxnChg chg="mod">
          <ac:chgData name="Vanhauwaert, Wim" userId="88f3e010-33d6-4c8b-8703-2e7894de5501" providerId="ADAL" clId="{9A9BF5FF-6414-4914-93A3-694F4A68799E}" dt="2025-08-19T14:29:57.675" v="513"/>
          <ac:cxnSpMkLst>
            <pc:docMk/>
            <pc:sldMk cId="1028521100" sldId="269"/>
            <ac:cxnSpMk id="508" creationId="{98B143BA-514F-C013-5A7D-9D5E4128A597}"/>
          </ac:cxnSpMkLst>
        </pc:cxnChg>
      </pc:sldChg>
      <pc:sldChg chg="addSp delSp modSp add mod modShow">
        <pc:chgData name="Vanhauwaert, Wim" userId="88f3e010-33d6-4c8b-8703-2e7894de5501" providerId="ADAL" clId="{9A9BF5FF-6414-4914-93A3-694F4A68799E}" dt="2025-08-19T14:36:10.744" v="524" actId="729"/>
        <pc:sldMkLst>
          <pc:docMk/>
          <pc:sldMk cId="1703441479" sldId="270"/>
        </pc:sldMkLst>
        <pc:spChg chg="mod topLvl">
          <ac:chgData name="Vanhauwaert, Wim" userId="88f3e010-33d6-4c8b-8703-2e7894de5501" providerId="ADAL" clId="{9A9BF5FF-6414-4914-93A3-694F4A68799E}" dt="2025-08-19T14:29:27.390" v="508" actId="207"/>
          <ac:spMkLst>
            <pc:docMk/>
            <pc:sldMk cId="1703441479" sldId="270"/>
            <ac:spMk id="11" creationId="{EC0D6EB4-4B43-DA07-ED11-FF4A8F71B1AE}"/>
          </ac:spMkLst>
        </pc:spChg>
        <pc:spChg chg="mod">
          <ac:chgData name="Vanhauwaert, Wim" userId="88f3e010-33d6-4c8b-8703-2e7894de5501" providerId="ADAL" clId="{9A9BF5FF-6414-4914-93A3-694F4A68799E}" dt="2025-08-19T14:29:27.390" v="508" actId="207"/>
          <ac:spMkLst>
            <pc:docMk/>
            <pc:sldMk cId="1703441479" sldId="270"/>
            <ac:spMk id="16" creationId="{9B2A50B4-A967-D389-31BE-0FD51B980386}"/>
          </ac:spMkLst>
        </pc:spChg>
        <pc:spChg chg="mod topLvl">
          <ac:chgData name="Vanhauwaert, Wim" userId="88f3e010-33d6-4c8b-8703-2e7894de5501" providerId="ADAL" clId="{9A9BF5FF-6414-4914-93A3-694F4A68799E}" dt="2025-08-19T14:29:27.390" v="508" actId="207"/>
          <ac:spMkLst>
            <pc:docMk/>
            <pc:sldMk cId="1703441479" sldId="270"/>
            <ac:spMk id="17" creationId="{C865D807-3E59-D2BD-D182-3F41AE53D6B6}"/>
          </ac:spMkLst>
        </pc:spChg>
        <pc:spChg chg="mod topLvl">
          <ac:chgData name="Vanhauwaert, Wim" userId="88f3e010-33d6-4c8b-8703-2e7894de5501" providerId="ADAL" clId="{9A9BF5FF-6414-4914-93A3-694F4A68799E}" dt="2025-08-19T14:29:27.390" v="508" actId="207"/>
          <ac:spMkLst>
            <pc:docMk/>
            <pc:sldMk cId="1703441479" sldId="270"/>
            <ac:spMk id="18" creationId="{7906AC6E-F142-61F6-8F79-3A6C5E98E4EF}"/>
          </ac:spMkLst>
        </pc:spChg>
        <pc:spChg chg="mod topLvl">
          <ac:chgData name="Vanhauwaert, Wim" userId="88f3e010-33d6-4c8b-8703-2e7894de5501" providerId="ADAL" clId="{9A9BF5FF-6414-4914-93A3-694F4A68799E}" dt="2025-08-19T14:29:27.390" v="508" actId="207"/>
          <ac:spMkLst>
            <pc:docMk/>
            <pc:sldMk cId="1703441479" sldId="270"/>
            <ac:spMk id="19" creationId="{A7176177-4AFD-EE2B-F9AE-0F4B4C9E42C0}"/>
          </ac:spMkLst>
        </pc:spChg>
        <pc:spChg chg="mod topLvl">
          <ac:chgData name="Vanhauwaert, Wim" userId="88f3e010-33d6-4c8b-8703-2e7894de5501" providerId="ADAL" clId="{9A9BF5FF-6414-4914-93A3-694F4A68799E}" dt="2025-08-19T14:29:27.390" v="508" actId="207"/>
          <ac:spMkLst>
            <pc:docMk/>
            <pc:sldMk cId="1703441479" sldId="270"/>
            <ac:spMk id="20" creationId="{36067254-2C0B-98FD-8360-DB208DAA8604}"/>
          </ac:spMkLst>
        </pc:spChg>
        <pc:spChg chg="mod topLvl">
          <ac:chgData name="Vanhauwaert, Wim" userId="88f3e010-33d6-4c8b-8703-2e7894de5501" providerId="ADAL" clId="{9A9BF5FF-6414-4914-93A3-694F4A68799E}" dt="2025-08-19T14:29:27.390" v="508" actId="207"/>
          <ac:spMkLst>
            <pc:docMk/>
            <pc:sldMk cId="1703441479" sldId="270"/>
            <ac:spMk id="22" creationId="{543F81C9-EDEF-ABC6-C831-3496F56A6B2F}"/>
          </ac:spMkLst>
        </pc:spChg>
        <pc:spChg chg="mod topLvl">
          <ac:chgData name="Vanhauwaert, Wim" userId="88f3e010-33d6-4c8b-8703-2e7894de5501" providerId="ADAL" clId="{9A9BF5FF-6414-4914-93A3-694F4A68799E}" dt="2025-08-19T14:29:27.390" v="508" actId="207"/>
          <ac:spMkLst>
            <pc:docMk/>
            <pc:sldMk cId="1703441479" sldId="270"/>
            <ac:spMk id="23" creationId="{82031D28-C4DA-AEB9-7686-776C19A91723}"/>
          </ac:spMkLst>
        </pc:spChg>
        <pc:spChg chg="mod topLvl">
          <ac:chgData name="Vanhauwaert, Wim" userId="88f3e010-33d6-4c8b-8703-2e7894de5501" providerId="ADAL" clId="{9A9BF5FF-6414-4914-93A3-694F4A68799E}" dt="2025-08-19T14:29:27.390" v="508" actId="207"/>
          <ac:spMkLst>
            <pc:docMk/>
            <pc:sldMk cId="1703441479" sldId="270"/>
            <ac:spMk id="24" creationId="{5A75CFBC-866B-522E-4CD6-84F5075D1052}"/>
          </ac:spMkLst>
        </pc:spChg>
        <pc:spChg chg="mod topLvl">
          <ac:chgData name="Vanhauwaert, Wim" userId="88f3e010-33d6-4c8b-8703-2e7894de5501" providerId="ADAL" clId="{9A9BF5FF-6414-4914-93A3-694F4A68799E}" dt="2025-08-19T14:17:06.984" v="387" actId="165"/>
          <ac:spMkLst>
            <pc:docMk/>
            <pc:sldMk cId="1703441479" sldId="270"/>
            <ac:spMk id="25" creationId="{88B8B4D2-BD85-EF0F-A3DC-09A43C42AD55}"/>
          </ac:spMkLst>
        </pc:spChg>
        <pc:spChg chg="mod topLvl">
          <ac:chgData name="Vanhauwaert, Wim" userId="88f3e010-33d6-4c8b-8703-2e7894de5501" providerId="ADAL" clId="{9A9BF5FF-6414-4914-93A3-694F4A68799E}" dt="2025-08-19T14:29:27.390" v="508" actId="207"/>
          <ac:spMkLst>
            <pc:docMk/>
            <pc:sldMk cId="1703441479" sldId="270"/>
            <ac:spMk id="26" creationId="{C216A66A-E8EE-EA7E-3487-750CD25B132E}"/>
          </ac:spMkLst>
        </pc:spChg>
        <pc:spChg chg="mod">
          <ac:chgData name="Vanhauwaert, Wim" userId="88f3e010-33d6-4c8b-8703-2e7894de5501" providerId="ADAL" clId="{9A9BF5FF-6414-4914-93A3-694F4A68799E}" dt="2025-08-19T14:17:25.516" v="389" actId="207"/>
          <ac:spMkLst>
            <pc:docMk/>
            <pc:sldMk cId="1703441479" sldId="270"/>
            <ac:spMk id="29" creationId="{0DBEFDA5-0D28-41EC-36A8-B63B35FDD073}"/>
          </ac:spMkLst>
        </pc:spChg>
        <pc:spChg chg="mod">
          <ac:chgData name="Vanhauwaert, Wim" userId="88f3e010-33d6-4c8b-8703-2e7894de5501" providerId="ADAL" clId="{9A9BF5FF-6414-4914-93A3-694F4A68799E}" dt="2025-08-19T14:17:25.516" v="389" actId="207"/>
          <ac:spMkLst>
            <pc:docMk/>
            <pc:sldMk cId="1703441479" sldId="270"/>
            <ac:spMk id="30" creationId="{CEF254F5-F40D-9973-9105-1934BFBE43A4}"/>
          </ac:spMkLst>
        </pc:spChg>
        <pc:spChg chg="mod topLvl">
          <ac:chgData name="Vanhauwaert, Wim" userId="88f3e010-33d6-4c8b-8703-2e7894de5501" providerId="ADAL" clId="{9A9BF5FF-6414-4914-93A3-694F4A68799E}" dt="2025-08-19T14:17:25.516" v="389" actId="207"/>
          <ac:spMkLst>
            <pc:docMk/>
            <pc:sldMk cId="1703441479" sldId="270"/>
            <ac:spMk id="31" creationId="{4F764AD4-5000-86E4-7C85-39DAD7D8B091}"/>
          </ac:spMkLst>
        </pc:spChg>
        <pc:spChg chg="mod">
          <ac:chgData name="Vanhauwaert, Wim" userId="88f3e010-33d6-4c8b-8703-2e7894de5501" providerId="ADAL" clId="{9A9BF5FF-6414-4914-93A3-694F4A68799E}" dt="2025-08-19T14:29:21.516" v="507" actId="207"/>
          <ac:spMkLst>
            <pc:docMk/>
            <pc:sldMk cId="1703441479" sldId="270"/>
            <ac:spMk id="40" creationId="{595E8AB0-CAB7-2767-243A-1EA09C13557C}"/>
          </ac:spMkLst>
        </pc:spChg>
        <pc:spChg chg="mod">
          <ac:chgData name="Vanhauwaert, Wim" userId="88f3e010-33d6-4c8b-8703-2e7894de5501" providerId="ADAL" clId="{9A9BF5FF-6414-4914-93A3-694F4A68799E}" dt="2025-08-19T14:17:25.516" v="389" actId="207"/>
          <ac:spMkLst>
            <pc:docMk/>
            <pc:sldMk cId="1703441479" sldId="270"/>
            <ac:spMk id="43" creationId="{13ADFB05-8E5D-1AC0-A8B8-2F8663F99AD4}"/>
          </ac:spMkLst>
        </pc:spChg>
        <pc:spChg chg="mod">
          <ac:chgData name="Vanhauwaert, Wim" userId="88f3e010-33d6-4c8b-8703-2e7894de5501" providerId="ADAL" clId="{9A9BF5FF-6414-4914-93A3-694F4A68799E}" dt="2025-08-19T14:17:25.516" v="389" actId="207"/>
          <ac:spMkLst>
            <pc:docMk/>
            <pc:sldMk cId="1703441479" sldId="270"/>
            <ac:spMk id="44" creationId="{A3161E05-E786-2B85-FD24-5AC30E75E304}"/>
          </ac:spMkLst>
        </pc:spChg>
        <pc:spChg chg="mod">
          <ac:chgData name="Vanhauwaert, Wim" userId="88f3e010-33d6-4c8b-8703-2e7894de5501" providerId="ADAL" clId="{9A9BF5FF-6414-4914-93A3-694F4A68799E}" dt="2025-08-19T14:17:03.628" v="386" actId="165"/>
          <ac:spMkLst>
            <pc:docMk/>
            <pc:sldMk cId="1703441479" sldId="270"/>
            <ac:spMk id="62" creationId="{0059C989-021A-051C-A150-2DB81E8787DD}"/>
          </ac:spMkLst>
        </pc:spChg>
        <pc:spChg chg="mod">
          <ac:chgData name="Vanhauwaert, Wim" userId="88f3e010-33d6-4c8b-8703-2e7894de5501" providerId="ADAL" clId="{9A9BF5FF-6414-4914-93A3-694F4A68799E}" dt="2025-08-19T14:17:03.628" v="386" actId="165"/>
          <ac:spMkLst>
            <pc:docMk/>
            <pc:sldMk cId="1703441479" sldId="270"/>
            <ac:spMk id="68" creationId="{5F91BE62-9861-1E0B-AF47-3A091D4F0026}"/>
          </ac:spMkLst>
        </pc:spChg>
        <pc:spChg chg="mod">
          <ac:chgData name="Vanhauwaert, Wim" userId="88f3e010-33d6-4c8b-8703-2e7894de5501" providerId="ADAL" clId="{9A9BF5FF-6414-4914-93A3-694F4A68799E}" dt="2025-08-19T14:17:03.628" v="386" actId="165"/>
          <ac:spMkLst>
            <pc:docMk/>
            <pc:sldMk cId="1703441479" sldId="270"/>
            <ac:spMk id="78" creationId="{4EB1841D-2AFE-354A-0A65-815CEDDACEB5}"/>
          </ac:spMkLst>
        </pc:spChg>
        <pc:spChg chg="mod">
          <ac:chgData name="Vanhauwaert, Wim" userId="88f3e010-33d6-4c8b-8703-2e7894de5501" providerId="ADAL" clId="{9A9BF5FF-6414-4914-93A3-694F4A68799E}" dt="2025-08-19T14:17:03.628" v="386" actId="165"/>
          <ac:spMkLst>
            <pc:docMk/>
            <pc:sldMk cId="1703441479" sldId="270"/>
            <ac:spMk id="81" creationId="{59D5D8EB-C204-B11D-F7C6-8ECCCA53316E}"/>
          </ac:spMkLst>
        </pc:spChg>
        <pc:spChg chg="mod">
          <ac:chgData name="Vanhauwaert, Wim" userId="88f3e010-33d6-4c8b-8703-2e7894de5501" providerId="ADAL" clId="{9A9BF5FF-6414-4914-93A3-694F4A68799E}" dt="2025-08-19T14:17:03.628" v="386" actId="165"/>
          <ac:spMkLst>
            <pc:docMk/>
            <pc:sldMk cId="1703441479" sldId="270"/>
            <ac:spMk id="94" creationId="{3E54C5A5-44A0-4017-F5A3-2E4323155712}"/>
          </ac:spMkLst>
        </pc:spChg>
        <pc:spChg chg="mod">
          <ac:chgData name="Vanhauwaert, Wim" userId="88f3e010-33d6-4c8b-8703-2e7894de5501" providerId="ADAL" clId="{9A9BF5FF-6414-4914-93A3-694F4A68799E}" dt="2025-08-19T14:17:03.628" v="386" actId="165"/>
          <ac:spMkLst>
            <pc:docMk/>
            <pc:sldMk cId="1703441479" sldId="270"/>
            <ac:spMk id="99" creationId="{30213A65-0760-5C91-67D6-D8BAFA5D5F36}"/>
          </ac:spMkLst>
        </pc:spChg>
        <pc:spChg chg="mod">
          <ac:chgData name="Vanhauwaert, Wim" userId="88f3e010-33d6-4c8b-8703-2e7894de5501" providerId="ADAL" clId="{9A9BF5FF-6414-4914-93A3-694F4A68799E}" dt="2025-08-19T14:17:03.628" v="386" actId="165"/>
          <ac:spMkLst>
            <pc:docMk/>
            <pc:sldMk cId="1703441479" sldId="270"/>
            <ac:spMk id="102" creationId="{7C397896-8F67-25F9-99AC-883759525D98}"/>
          </ac:spMkLst>
        </pc:spChg>
        <pc:spChg chg="mod">
          <ac:chgData name="Vanhauwaert, Wim" userId="88f3e010-33d6-4c8b-8703-2e7894de5501" providerId="ADAL" clId="{9A9BF5FF-6414-4914-93A3-694F4A68799E}" dt="2025-08-19T14:17:03.628" v="386" actId="165"/>
          <ac:spMkLst>
            <pc:docMk/>
            <pc:sldMk cId="1703441479" sldId="270"/>
            <ac:spMk id="115" creationId="{4A157CC4-2ECD-3BDE-52D3-B7D7AA0179C9}"/>
          </ac:spMkLst>
        </pc:spChg>
        <pc:spChg chg="mod">
          <ac:chgData name="Vanhauwaert, Wim" userId="88f3e010-33d6-4c8b-8703-2e7894de5501" providerId="ADAL" clId="{9A9BF5FF-6414-4914-93A3-694F4A68799E}" dt="2025-08-19T14:17:03.628" v="386" actId="165"/>
          <ac:spMkLst>
            <pc:docMk/>
            <pc:sldMk cId="1703441479" sldId="270"/>
            <ac:spMk id="118" creationId="{92D01940-BAE6-6053-9C16-7F75826EF856}"/>
          </ac:spMkLst>
        </pc:spChg>
        <pc:spChg chg="mod">
          <ac:chgData name="Vanhauwaert, Wim" userId="88f3e010-33d6-4c8b-8703-2e7894de5501" providerId="ADAL" clId="{9A9BF5FF-6414-4914-93A3-694F4A68799E}" dt="2025-08-19T14:25:55.700" v="472" actId="207"/>
          <ac:spMkLst>
            <pc:docMk/>
            <pc:sldMk cId="1703441479" sldId="270"/>
            <ac:spMk id="193" creationId="{DC399276-1184-8A95-A318-CF084888BB11}"/>
          </ac:spMkLst>
        </pc:spChg>
        <pc:spChg chg="mod">
          <ac:chgData name="Vanhauwaert, Wim" userId="88f3e010-33d6-4c8b-8703-2e7894de5501" providerId="ADAL" clId="{9A9BF5FF-6414-4914-93A3-694F4A68799E}" dt="2025-08-19T14:29:21.516" v="507" actId="207"/>
          <ac:spMkLst>
            <pc:docMk/>
            <pc:sldMk cId="1703441479" sldId="270"/>
            <ac:spMk id="213" creationId="{060CE8B3-C736-9915-45BA-4F1C80A5E3B2}"/>
          </ac:spMkLst>
        </pc:spChg>
        <pc:spChg chg="mod">
          <ac:chgData name="Vanhauwaert, Wim" userId="88f3e010-33d6-4c8b-8703-2e7894de5501" providerId="ADAL" clId="{9A9BF5FF-6414-4914-93A3-694F4A68799E}" dt="2025-08-19T14:29:48.841" v="511" actId="2085"/>
          <ac:spMkLst>
            <pc:docMk/>
            <pc:sldMk cId="1703441479" sldId="270"/>
            <ac:spMk id="215" creationId="{8DF98B5B-64B5-FACE-095C-8B61CD5CB422}"/>
          </ac:spMkLst>
        </pc:spChg>
        <pc:spChg chg="mod">
          <ac:chgData name="Vanhauwaert, Wim" userId="88f3e010-33d6-4c8b-8703-2e7894de5501" providerId="ADAL" clId="{9A9BF5FF-6414-4914-93A3-694F4A68799E}" dt="2025-08-19T14:29:21.516" v="507" actId="207"/>
          <ac:spMkLst>
            <pc:docMk/>
            <pc:sldMk cId="1703441479" sldId="270"/>
            <ac:spMk id="268" creationId="{3D82B74D-DA34-BD4B-0922-1AD39DC61ACA}"/>
          </ac:spMkLst>
        </pc:spChg>
        <pc:spChg chg="mod">
          <ac:chgData name="Vanhauwaert, Wim" userId="88f3e010-33d6-4c8b-8703-2e7894de5501" providerId="ADAL" clId="{9A9BF5FF-6414-4914-93A3-694F4A68799E}" dt="2025-08-19T14:29:21.516" v="507" actId="207"/>
          <ac:spMkLst>
            <pc:docMk/>
            <pc:sldMk cId="1703441479" sldId="270"/>
            <ac:spMk id="269" creationId="{AB0FF3E4-378E-0684-796E-150641497FCF}"/>
          </ac:spMkLst>
        </pc:spChg>
        <pc:spChg chg="mod">
          <ac:chgData name="Vanhauwaert, Wim" userId="88f3e010-33d6-4c8b-8703-2e7894de5501" providerId="ADAL" clId="{9A9BF5FF-6414-4914-93A3-694F4A68799E}" dt="2025-08-19T14:29:21.516" v="507" actId="207"/>
          <ac:spMkLst>
            <pc:docMk/>
            <pc:sldMk cId="1703441479" sldId="270"/>
            <ac:spMk id="270" creationId="{909C69DC-C503-73F0-276E-932B1133B10C}"/>
          </ac:spMkLst>
        </pc:spChg>
        <pc:spChg chg="mod">
          <ac:chgData name="Vanhauwaert, Wim" userId="88f3e010-33d6-4c8b-8703-2e7894de5501" providerId="ADAL" clId="{9A9BF5FF-6414-4914-93A3-694F4A68799E}" dt="2025-08-19T14:29:21.516" v="507" actId="207"/>
          <ac:spMkLst>
            <pc:docMk/>
            <pc:sldMk cId="1703441479" sldId="270"/>
            <ac:spMk id="272" creationId="{0ACBBD1C-0FF5-0763-8DCF-294E6A135B7F}"/>
          </ac:spMkLst>
        </pc:spChg>
        <pc:spChg chg="mod">
          <ac:chgData name="Vanhauwaert, Wim" userId="88f3e010-33d6-4c8b-8703-2e7894de5501" providerId="ADAL" clId="{9A9BF5FF-6414-4914-93A3-694F4A68799E}" dt="2025-08-19T14:21:53.908" v="430" actId="108"/>
          <ac:spMkLst>
            <pc:docMk/>
            <pc:sldMk cId="1703441479" sldId="270"/>
            <ac:spMk id="290" creationId="{49B2D37B-84B8-6438-8BA3-F6AC4A342C62}"/>
          </ac:spMkLst>
        </pc:spChg>
        <pc:spChg chg="mod">
          <ac:chgData name="Vanhauwaert, Wim" userId="88f3e010-33d6-4c8b-8703-2e7894de5501" providerId="ADAL" clId="{9A9BF5FF-6414-4914-93A3-694F4A68799E}" dt="2025-08-19T14:24:18.519" v="449"/>
          <ac:spMkLst>
            <pc:docMk/>
            <pc:sldMk cId="1703441479" sldId="270"/>
            <ac:spMk id="451" creationId="{D25AED40-CFD0-A350-5247-81F85EA9F873}"/>
          </ac:spMkLst>
        </pc:spChg>
        <pc:spChg chg="mod">
          <ac:chgData name="Vanhauwaert, Wim" userId="88f3e010-33d6-4c8b-8703-2e7894de5501" providerId="ADAL" clId="{9A9BF5FF-6414-4914-93A3-694F4A68799E}" dt="2025-08-19T14:29:21.516" v="507" actId="207"/>
          <ac:spMkLst>
            <pc:docMk/>
            <pc:sldMk cId="1703441479" sldId="270"/>
            <ac:spMk id="457" creationId="{8C80516E-E611-472C-C4E7-13F4709174F3}"/>
          </ac:spMkLst>
        </pc:spChg>
        <pc:spChg chg="mod">
          <ac:chgData name="Vanhauwaert, Wim" userId="88f3e010-33d6-4c8b-8703-2e7894de5501" providerId="ADAL" clId="{9A9BF5FF-6414-4914-93A3-694F4A68799E}" dt="2025-08-19T14:24:18.519" v="449"/>
          <ac:spMkLst>
            <pc:docMk/>
            <pc:sldMk cId="1703441479" sldId="270"/>
            <ac:spMk id="458" creationId="{D68223EE-8E5A-F1D7-63FE-4B94416540CA}"/>
          </ac:spMkLst>
        </pc:spChg>
        <pc:spChg chg="mod">
          <ac:chgData name="Vanhauwaert, Wim" userId="88f3e010-33d6-4c8b-8703-2e7894de5501" providerId="ADAL" clId="{9A9BF5FF-6414-4914-93A3-694F4A68799E}" dt="2025-08-19T14:29:21.516" v="507" actId="207"/>
          <ac:spMkLst>
            <pc:docMk/>
            <pc:sldMk cId="1703441479" sldId="270"/>
            <ac:spMk id="460" creationId="{5F0EF620-47F4-61D0-39A0-FE69F7501E85}"/>
          </ac:spMkLst>
        </pc:spChg>
        <pc:spChg chg="mod">
          <ac:chgData name="Vanhauwaert, Wim" userId="88f3e010-33d6-4c8b-8703-2e7894de5501" providerId="ADAL" clId="{9A9BF5FF-6414-4914-93A3-694F4A68799E}" dt="2025-08-19T14:24:18.519" v="449"/>
          <ac:spMkLst>
            <pc:docMk/>
            <pc:sldMk cId="1703441479" sldId="270"/>
            <ac:spMk id="462" creationId="{B325F7BE-AE59-1D2D-0D49-DA5E979540A3}"/>
          </ac:spMkLst>
        </pc:spChg>
        <pc:spChg chg="mod">
          <ac:chgData name="Vanhauwaert, Wim" userId="88f3e010-33d6-4c8b-8703-2e7894de5501" providerId="ADAL" clId="{9A9BF5FF-6414-4914-93A3-694F4A68799E}" dt="2025-08-19T14:24:18.519" v="449"/>
          <ac:spMkLst>
            <pc:docMk/>
            <pc:sldMk cId="1703441479" sldId="270"/>
            <ac:spMk id="470" creationId="{BAF22986-3852-8C47-9EE4-DF08AADFFC9B}"/>
          </ac:spMkLst>
        </pc:spChg>
        <pc:spChg chg="mod">
          <ac:chgData name="Vanhauwaert, Wim" userId="88f3e010-33d6-4c8b-8703-2e7894de5501" providerId="ADAL" clId="{9A9BF5FF-6414-4914-93A3-694F4A68799E}" dt="2025-08-19T14:24:18.519" v="449"/>
          <ac:spMkLst>
            <pc:docMk/>
            <pc:sldMk cId="1703441479" sldId="270"/>
            <ac:spMk id="472" creationId="{4406A2ED-2E05-43E6-D4CE-0E09559EA520}"/>
          </ac:spMkLst>
        </pc:spChg>
        <pc:spChg chg="mod">
          <ac:chgData name="Vanhauwaert, Wim" userId="88f3e010-33d6-4c8b-8703-2e7894de5501" providerId="ADAL" clId="{9A9BF5FF-6414-4914-93A3-694F4A68799E}" dt="2025-08-19T14:24:18.519" v="449"/>
          <ac:spMkLst>
            <pc:docMk/>
            <pc:sldMk cId="1703441479" sldId="270"/>
            <ac:spMk id="491" creationId="{A3D8D772-0FBD-CDA1-F38D-D85196B840DE}"/>
          </ac:spMkLst>
        </pc:spChg>
        <pc:spChg chg="mod">
          <ac:chgData name="Vanhauwaert, Wim" userId="88f3e010-33d6-4c8b-8703-2e7894de5501" providerId="ADAL" clId="{9A9BF5FF-6414-4914-93A3-694F4A68799E}" dt="2025-08-19T14:29:21.516" v="507" actId="207"/>
          <ac:spMkLst>
            <pc:docMk/>
            <pc:sldMk cId="1703441479" sldId="270"/>
            <ac:spMk id="494" creationId="{9731B8C0-B389-4FD2-D51E-EDCE3B4BF65A}"/>
          </ac:spMkLst>
        </pc:spChg>
        <pc:spChg chg="mod">
          <ac:chgData name="Vanhauwaert, Wim" userId="88f3e010-33d6-4c8b-8703-2e7894de5501" providerId="ADAL" clId="{9A9BF5FF-6414-4914-93A3-694F4A68799E}" dt="2025-08-19T14:24:18.519" v="449"/>
          <ac:spMkLst>
            <pc:docMk/>
            <pc:sldMk cId="1703441479" sldId="270"/>
            <ac:spMk id="497" creationId="{E02D2CDC-5C8A-AE0C-B364-04B0934DD628}"/>
          </ac:spMkLst>
        </pc:spChg>
        <pc:spChg chg="mod">
          <ac:chgData name="Vanhauwaert, Wim" userId="88f3e010-33d6-4c8b-8703-2e7894de5501" providerId="ADAL" clId="{9A9BF5FF-6414-4914-93A3-694F4A68799E}" dt="2025-08-19T14:24:18.519" v="449"/>
          <ac:spMkLst>
            <pc:docMk/>
            <pc:sldMk cId="1703441479" sldId="270"/>
            <ac:spMk id="499" creationId="{5A977FFE-855E-9BC2-AAB5-3B1AB03B2C49}"/>
          </ac:spMkLst>
        </pc:spChg>
        <pc:spChg chg="mod">
          <ac:chgData name="Vanhauwaert, Wim" userId="88f3e010-33d6-4c8b-8703-2e7894de5501" providerId="ADAL" clId="{9A9BF5FF-6414-4914-93A3-694F4A68799E}" dt="2025-08-19T14:29:21.516" v="507" actId="207"/>
          <ac:spMkLst>
            <pc:docMk/>
            <pc:sldMk cId="1703441479" sldId="270"/>
            <ac:spMk id="500" creationId="{3B4C92D3-E418-28A9-4C9B-79E5E38737EA}"/>
          </ac:spMkLst>
        </pc:spChg>
        <pc:picChg chg="add mod">
          <ac:chgData name="Vanhauwaert, Wim" userId="88f3e010-33d6-4c8b-8703-2e7894de5501" providerId="ADAL" clId="{9A9BF5FF-6414-4914-93A3-694F4A68799E}" dt="2025-08-19T14:25:48.883" v="471"/>
          <ac:picMkLst>
            <pc:docMk/>
            <pc:sldMk cId="1703441479" sldId="270"/>
            <ac:picMk id="502" creationId="{2854DED1-FCA8-6A77-2F07-1CEA6AE3A128}"/>
          </ac:picMkLst>
        </pc:picChg>
        <pc:cxnChg chg="mod">
          <ac:chgData name="Vanhauwaert, Wim" userId="88f3e010-33d6-4c8b-8703-2e7894de5501" providerId="ADAL" clId="{9A9BF5FF-6414-4914-93A3-694F4A68799E}" dt="2025-08-19T14:29:42.602" v="510" actId="208"/>
          <ac:cxnSpMkLst>
            <pc:docMk/>
            <pc:sldMk cId="1703441479" sldId="270"/>
            <ac:cxnSpMk id="214" creationId="{BC6CE62F-09EA-9DA3-B5A9-D90C390F1B69}"/>
          </ac:cxnSpMkLst>
        </pc:cxnChg>
      </pc:sldChg>
      <pc:sldChg chg="add">
        <pc:chgData name="Vanhauwaert, Wim" userId="88f3e010-33d6-4c8b-8703-2e7894de5501" providerId="ADAL" clId="{9A9BF5FF-6414-4914-93A3-694F4A68799E}" dt="2025-08-19T14:30:17.951" v="522"/>
        <pc:sldMkLst>
          <pc:docMk/>
          <pc:sldMk cId="151000061" sldId="271"/>
        </pc:sldMkLst>
      </pc:sldChg>
      <pc:sldChg chg="add del">
        <pc:chgData name="Vanhauwaert, Wim" userId="88f3e010-33d6-4c8b-8703-2e7894de5501" providerId="ADAL" clId="{9A9BF5FF-6414-4914-93A3-694F4A68799E}" dt="2025-08-19T14:18:28.405" v="398" actId="47"/>
        <pc:sldMkLst>
          <pc:docMk/>
          <pc:sldMk cId="327605544" sldId="271"/>
        </pc:sldMkLst>
      </pc:sldChg>
      <pc:sldChg chg="addSp delSp modSp add mod modShow">
        <pc:chgData name="Vanhauwaert, Wim" userId="88f3e010-33d6-4c8b-8703-2e7894de5501" providerId="ADAL" clId="{9A9BF5FF-6414-4914-93A3-694F4A68799E}" dt="2025-08-19T14:36:10.744" v="524" actId="729"/>
        <pc:sldMkLst>
          <pc:docMk/>
          <pc:sldMk cId="1116905822" sldId="272"/>
        </pc:sldMkLst>
        <pc:spChg chg="mod">
          <ac:chgData name="Vanhauwaert, Wim" userId="88f3e010-33d6-4c8b-8703-2e7894de5501" providerId="ADAL" clId="{9A9BF5FF-6414-4914-93A3-694F4A68799E}" dt="2025-08-19T14:18:52.333" v="400" actId="207"/>
          <ac:spMkLst>
            <pc:docMk/>
            <pc:sldMk cId="1116905822" sldId="272"/>
            <ac:spMk id="11" creationId="{EC9267DF-F89F-960A-CB4A-96840E6AA81E}"/>
          </ac:spMkLst>
        </pc:spChg>
        <pc:spChg chg="mod">
          <ac:chgData name="Vanhauwaert, Wim" userId="88f3e010-33d6-4c8b-8703-2e7894de5501" providerId="ADAL" clId="{9A9BF5FF-6414-4914-93A3-694F4A68799E}" dt="2025-08-19T14:18:52.333" v="400" actId="207"/>
          <ac:spMkLst>
            <pc:docMk/>
            <pc:sldMk cId="1116905822" sldId="272"/>
            <ac:spMk id="16" creationId="{375393F3-2A5C-4D80-EAAA-F20CAEF971B5}"/>
          </ac:spMkLst>
        </pc:spChg>
        <pc:spChg chg="mod">
          <ac:chgData name="Vanhauwaert, Wim" userId="88f3e010-33d6-4c8b-8703-2e7894de5501" providerId="ADAL" clId="{9A9BF5FF-6414-4914-93A3-694F4A68799E}" dt="2025-08-19T14:18:52.333" v="400" actId="207"/>
          <ac:spMkLst>
            <pc:docMk/>
            <pc:sldMk cId="1116905822" sldId="272"/>
            <ac:spMk id="17" creationId="{0935D67A-4680-92C0-1B4E-B92DAF1CA36A}"/>
          </ac:spMkLst>
        </pc:spChg>
        <pc:spChg chg="mod">
          <ac:chgData name="Vanhauwaert, Wim" userId="88f3e010-33d6-4c8b-8703-2e7894de5501" providerId="ADAL" clId="{9A9BF5FF-6414-4914-93A3-694F4A68799E}" dt="2025-08-19T14:20:37.433" v="416" actId="108"/>
          <ac:spMkLst>
            <pc:docMk/>
            <pc:sldMk cId="1116905822" sldId="272"/>
            <ac:spMk id="18" creationId="{7EE377DE-222C-F444-976D-5C802CDD500A}"/>
          </ac:spMkLst>
        </pc:spChg>
        <pc:spChg chg="mod">
          <ac:chgData name="Vanhauwaert, Wim" userId="88f3e010-33d6-4c8b-8703-2e7894de5501" providerId="ADAL" clId="{9A9BF5FF-6414-4914-93A3-694F4A68799E}" dt="2025-08-19T14:20:36.828" v="415" actId="108"/>
          <ac:spMkLst>
            <pc:docMk/>
            <pc:sldMk cId="1116905822" sldId="272"/>
            <ac:spMk id="19" creationId="{C59151AF-E951-AB95-622C-76361CC499C8}"/>
          </ac:spMkLst>
        </pc:spChg>
        <pc:spChg chg="mod">
          <ac:chgData name="Vanhauwaert, Wim" userId="88f3e010-33d6-4c8b-8703-2e7894de5501" providerId="ADAL" clId="{9A9BF5FF-6414-4914-93A3-694F4A68799E}" dt="2025-08-19T14:21:01.902" v="419" actId="207"/>
          <ac:spMkLst>
            <pc:docMk/>
            <pc:sldMk cId="1116905822" sldId="272"/>
            <ac:spMk id="20" creationId="{D4B3FF9A-1FED-270C-6F95-4679C8CE9F7C}"/>
          </ac:spMkLst>
        </pc:spChg>
        <pc:spChg chg="mod">
          <ac:chgData name="Vanhauwaert, Wim" userId="88f3e010-33d6-4c8b-8703-2e7894de5501" providerId="ADAL" clId="{9A9BF5FF-6414-4914-93A3-694F4A68799E}" dt="2025-08-19T14:18:52.333" v="400" actId="207"/>
          <ac:spMkLst>
            <pc:docMk/>
            <pc:sldMk cId="1116905822" sldId="272"/>
            <ac:spMk id="21" creationId="{277299CD-28BC-3359-C7A4-69C1BC32A49D}"/>
          </ac:spMkLst>
        </pc:spChg>
        <pc:spChg chg="mod">
          <ac:chgData name="Vanhauwaert, Wim" userId="88f3e010-33d6-4c8b-8703-2e7894de5501" providerId="ADAL" clId="{9A9BF5FF-6414-4914-93A3-694F4A68799E}" dt="2025-08-19T14:18:52.333" v="400" actId="207"/>
          <ac:spMkLst>
            <pc:docMk/>
            <pc:sldMk cId="1116905822" sldId="272"/>
            <ac:spMk id="22" creationId="{E2EB8B32-910C-86B5-3FD4-83175B1F961E}"/>
          </ac:spMkLst>
        </pc:spChg>
        <pc:spChg chg="mod">
          <ac:chgData name="Vanhauwaert, Wim" userId="88f3e010-33d6-4c8b-8703-2e7894de5501" providerId="ADAL" clId="{9A9BF5FF-6414-4914-93A3-694F4A68799E}" dt="2025-08-19T14:18:52.333" v="400" actId="207"/>
          <ac:spMkLst>
            <pc:docMk/>
            <pc:sldMk cId="1116905822" sldId="272"/>
            <ac:spMk id="23" creationId="{7E9972C5-98AA-6B02-73D4-D07DF5CDC0E5}"/>
          </ac:spMkLst>
        </pc:spChg>
        <pc:spChg chg="mod">
          <ac:chgData name="Vanhauwaert, Wim" userId="88f3e010-33d6-4c8b-8703-2e7894de5501" providerId="ADAL" clId="{9A9BF5FF-6414-4914-93A3-694F4A68799E}" dt="2025-08-19T14:18:52.333" v="400" actId="207"/>
          <ac:spMkLst>
            <pc:docMk/>
            <pc:sldMk cId="1116905822" sldId="272"/>
            <ac:spMk id="24" creationId="{3DE1B624-439B-284B-0154-C13EE26B5556}"/>
          </ac:spMkLst>
        </pc:spChg>
        <pc:spChg chg="mod">
          <ac:chgData name="Vanhauwaert, Wim" userId="88f3e010-33d6-4c8b-8703-2e7894de5501" providerId="ADAL" clId="{9A9BF5FF-6414-4914-93A3-694F4A68799E}" dt="2025-08-19T14:18:52.333" v="400" actId="207"/>
          <ac:spMkLst>
            <pc:docMk/>
            <pc:sldMk cId="1116905822" sldId="272"/>
            <ac:spMk id="25" creationId="{3FF30E05-9985-9013-CD04-1D802C4666F6}"/>
          </ac:spMkLst>
        </pc:spChg>
        <pc:spChg chg="mod">
          <ac:chgData name="Vanhauwaert, Wim" userId="88f3e010-33d6-4c8b-8703-2e7894de5501" providerId="ADAL" clId="{9A9BF5FF-6414-4914-93A3-694F4A68799E}" dt="2025-08-19T14:18:22.949" v="397" actId="207"/>
          <ac:spMkLst>
            <pc:docMk/>
            <pc:sldMk cId="1116905822" sldId="272"/>
            <ac:spMk id="28" creationId="{E5986782-A76B-ED26-945F-9672B54931E8}"/>
          </ac:spMkLst>
        </pc:spChg>
        <pc:spChg chg="mod">
          <ac:chgData name="Vanhauwaert, Wim" userId="88f3e010-33d6-4c8b-8703-2e7894de5501" providerId="ADAL" clId="{9A9BF5FF-6414-4914-93A3-694F4A68799E}" dt="2025-08-19T14:18:22.949" v="397" actId="207"/>
          <ac:spMkLst>
            <pc:docMk/>
            <pc:sldMk cId="1116905822" sldId="272"/>
            <ac:spMk id="29" creationId="{AC286122-C7F1-EF9E-1DE5-C4D94E7F0658}"/>
          </ac:spMkLst>
        </pc:spChg>
        <pc:spChg chg="mod">
          <ac:chgData name="Vanhauwaert, Wim" userId="88f3e010-33d6-4c8b-8703-2e7894de5501" providerId="ADAL" clId="{9A9BF5FF-6414-4914-93A3-694F4A68799E}" dt="2025-08-19T14:18:22.949" v="397" actId="207"/>
          <ac:spMkLst>
            <pc:docMk/>
            <pc:sldMk cId="1116905822" sldId="272"/>
            <ac:spMk id="30" creationId="{5A3D8940-2DCC-8992-1EED-3DA7E84D6925}"/>
          </ac:spMkLst>
        </pc:spChg>
        <pc:spChg chg="mod">
          <ac:chgData name="Vanhauwaert, Wim" userId="88f3e010-33d6-4c8b-8703-2e7894de5501" providerId="ADAL" clId="{9A9BF5FF-6414-4914-93A3-694F4A68799E}" dt="2025-08-19T14:18:22.949" v="397" actId="207"/>
          <ac:spMkLst>
            <pc:docMk/>
            <pc:sldMk cId="1116905822" sldId="272"/>
            <ac:spMk id="31" creationId="{6B532591-D385-D50B-399B-02A9DE87D3CE}"/>
          </ac:spMkLst>
        </pc:spChg>
        <pc:spChg chg="mod">
          <ac:chgData name="Vanhauwaert, Wim" userId="88f3e010-33d6-4c8b-8703-2e7894de5501" providerId="ADAL" clId="{9A9BF5FF-6414-4914-93A3-694F4A68799E}" dt="2025-08-19T14:20:13.061" v="411" actId="207"/>
          <ac:spMkLst>
            <pc:docMk/>
            <pc:sldMk cId="1116905822" sldId="272"/>
            <ac:spMk id="35" creationId="{037FA691-3220-AEA9-124E-CD34A41ABB82}"/>
          </ac:spMkLst>
        </pc:spChg>
        <pc:spChg chg="mod">
          <ac:chgData name="Vanhauwaert, Wim" userId="88f3e010-33d6-4c8b-8703-2e7894de5501" providerId="ADAL" clId="{9A9BF5FF-6414-4914-93A3-694F4A68799E}" dt="2025-08-19T14:18:22.949" v="397" actId="207"/>
          <ac:spMkLst>
            <pc:docMk/>
            <pc:sldMk cId="1116905822" sldId="272"/>
            <ac:spMk id="44" creationId="{3A8EAE81-ED81-2854-6FAF-1A3EDCEDC874}"/>
          </ac:spMkLst>
        </pc:spChg>
        <pc:spChg chg="mod">
          <ac:chgData name="Vanhauwaert, Wim" userId="88f3e010-33d6-4c8b-8703-2e7894de5501" providerId="ADAL" clId="{9A9BF5FF-6414-4914-93A3-694F4A68799E}" dt="2025-08-19T14:26:39.015" v="483" actId="207"/>
          <ac:spMkLst>
            <pc:docMk/>
            <pc:sldMk cId="1116905822" sldId="272"/>
            <ac:spMk id="193" creationId="{FDF9B736-895B-5B98-9F4D-5B41B17DB57F}"/>
          </ac:spMkLst>
        </pc:spChg>
        <pc:spChg chg="mod">
          <ac:chgData name="Vanhauwaert, Wim" userId="88f3e010-33d6-4c8b-8703-2e7894de5501" providerId="ADAL" clId="{9A9BF5FF-6414-4914-93A3-694F4A68799E}" dt="2025-08-19T14:27:54.916" v="496" actId="207"/>
          <ac:spMkLst>
            <pc:docMk/>
            <pc:sldMk cId="1116905822" sldId="272"/>
            <ac:spMk id="268" creationId="{08837420-25CF-F27D-768A-0B9F564E100F}"/>
          </ac:spMkLst>
        </pc:spChg>
        <pc:spChg chg="mod">
          <ac:chgData name="Vanhauwaert, Wim" userId="88f3e010-33d6-4c8b-8703-2e7894de5501" providerId="ADAL" clId="{9A9BF5FF-6414-4914-93A3-694F4A68799E}" dt="2025-08-19T14:27:54.916" v="496" actId="207"/>
          <ac:spMkLst>
            <pc:docMk/>
            <pc:sldMk cId="1116905822" sldId="272"/>
            <ac:spMk id="270" creationId="{7F2F4D44-6C84-9091-F6E1-CDC0623074E5}"/>
          </ac:spMkLst>
        </pc:spChg>
        <pc:spChg chg="mod">
          <ac:chgData name="Vanhauwaert, Wim" userId="88f3e010-33d6-4c8b-8703-2e7894de5501" providerId="ADAL" clId="{9A9BF5FF-6414-4914-93A3-694F4A68799E}" dt="2025-08-19T14:27:54.916" v="496" actId="207"/>
          <ac:spMkLst>
            <pc:docMk/>
            <pc:sldMk cId="1116905822" sldId="272"/>
            <ac:spMk id="271" creationId="{074A7FBF-B092-374F-0C4F-7FAB6E328A35}"/>
          </ac:spMkLst>
        </pc:spChg>
        <pc:spChg chg="mod">
          <ac:chgData name="Vanhauwaert, Wim" userId="88f3e010-33d6-4c8b-8703-2e7894de5501" providerId="ADAL" clId="{9A9BF5FF-6414-4914-93A3-694F4A68799E}" dt="2025-08-19T14:27:54.916" v="496" actId="207"/>
          <ac:spMkLst>
            <pc:docMk/>
            <pc:sldMk cId="1116905822" sldId="272"/>
            <ac:spMk id="272" creationId="{4F2EB8E6-B079-F450-B618-3FF967429DB8}"/>
          </ac:spMkLst>
        </pc:spChg>
        <pc:spChg chg="mod">
          <ac:chgData name="Vanhauwaert, Wim" userId="88f3e010-33d6-4c8b-8703-2e7894de5501" providerId="ADAL" clId="{9A9BF5FF-6414-4914-93A3-694F4A68799E}" dt="2025-08-19T14:27:54.916" v="496" actId="207"/>
          <ac:spMkLst>
            <pc:docMk/>
            <pc:sldMk cId="1116905822" sldId="272"/>
            <ac:spMk id="273" creationId="{A226452B-29A0-91FA-F7CF-A2C0433766A9}"/>
          </ac:spMkLst>
        </pc:spChg>
        <pc:spChg chg="mod">
          <ac:chgData name="Vanhauwaert, Wim" userId="88f3e010-33d6-4c8b-8703-2e7894de5501" providerId="ADAL" clId="{9A9BF5FF-6414-4914-93A3-694F4A68799E}" dt="2025-08-19T14:27:54.916" v="496" actId="207"/>
          <ac:spMkLst>
            <pc:docMk/>
            <pc:sldMk cId="1116905822" sldId="272"/>
            <ac:spMk id="274" creationId="{79A9101E-2C83-CCC4-EDFC-A905D4B0DAA3}"/>
          </ac:spMkLst>
        </pc:spChg>
        <pc:spChg chg="mod">
          <ac:chgData name="Vanhauwaert, Wim" userId="88f3e010-33d6-4c8b-8703-2e7894de5501" providerId="ADAL" clId="{9A9BF5FF-6414-4914-93A3-694F4A68799E}" dt="2025-08-19T14:20:13.061" v="411" actId="207"/>
          <ac:spMkLst>
            <pc:docMk/>
            <pc:sldMk cId="1116905822" sldId="272"/>
            <ac:spMk id="289" creationId="{AFC1530B-1FC1-CAA2-C048-4655F32E38A5}"/>
          </ac:spMkLst>
        </pc:spChg>
        <pc:spChg chg="mod">
          <ac:chgData name="Vanhauwaert, Wim" userId="88f3e010-33d6-4c8b-8703-2e7894de5501" providerId="ADAL" clId="{9A9BF5FF-6414-4914-93A3-694F4A68799E}" dt="2025-08-19T14:27:57.336" v="497" actId="207"/>
          <ac:spMkLst>
            <pc:docMk/>
            <pc:sldMk cId="1116905822" sldId="272"/>
            <ac:spMk id="290" creationId="{D93156F5-30E5-F7B2-9FCE-6D93AE858E6A}"/>
          </ac:spMkLst>
        </pc:spChg>
        <pc:spChg chg="mod">
          <ac:chgData name="Vanhauwaert, Wim" userId="88f3e010-33d6-4c8b-8703-2e7894de5501" providerId="ADAL" clId="{9A9BF5FF-6414-4914-93A3-694F4A68799E}" dt="2025-08-19T14:21:12.433" v="421" actId="207"/>
          <ac:spMkLst>
            <pc:docMk/>
            <pc:sldMk cId="1116905822" sldId="272"/>
            <ac:spMk id="291" creationId="{F0E5DFD7-86F3-ABD9-3745-70F06166100E}"/>
          </ac:spMkLst>
        </pc:spChg>
        <pc:spChg chg="mod">
          <ac:chgData name="Vanhauwaert, Wim" userId="88f3e010-33d6-4c8b-8703-2e7894de5501" providerId="ADAL" clId="{9A9BF5FF-6414-4914-93A3-694F4A68799E}" dt="2025-08-19T14:21:12.433" v="421" actId="207"/>
          <ac:spMkLst>
            <pc:docMk/>
            <pc:sldMk cId="1116905822" sldId="272"/>
            <ac:spMk id="292" creationId="{637A33B0-ED1E-D94B-950D-A6425487209E}"/>
          </ac:spMkLst>
        </pc:spChg>
        <pc:spChg chg="mod">
          <ac:chgData name="Vanhauwaert, Wim" userId="88f3e010-33d6-4c8b-8703-2e7894de5501" providerId="ADAL" clId="{9A9BF5FF-6414-4914-93A3-694F4A68799E}" dt="2025-08-19T14:23:54.113" v="443"/>
          <ac:spMkLst>
            <pc:docMk/>
            <pc:sldMk cId="1116905822" sldId="272"/>
            <ac:spMk id="455" creationId="{F4D229E4-7E26-BF9F-5568-EDC29CB237E2}"/>
          </ac:spMkLst>
        </pc:spChg>
        <pc:spChg chg="mod">
          <ac:chgData name="Vanhauwaert, Wim" userId="88f3e010-33d6-4c8b-8703-2e7894de5501" providerId="ADAL" clId="{9A9BF5FF-6414-4914-93A3-694F4A68799E}" dt="2025-08-19T14:23:54.113" v="443"/>
          <ac:spMkLst>
            <pc:docMk/>
            <pc:sldMk cId="1116905822" sldId="272"/>
            <ac:spMk id="456" creationId="{EEF0ECF6-13F2-0478-224B-644B44AEEA1F}"/>
          </ac:spMkLst>
        </pc:spChg>
        <pc:spChg chg="mod">
          <ac:chgData name="Vanhauwaert, Wim" userId="88f3e010-33d6-4c8b-8703-2e7894de5501" providerId="ADAL" clId="{9A9BF5FF-6414-4914-93A3-694F4A68799E}" dt="2025-08-19T14:23:54.113" v="443"/>
          <ac:spMkLst>
            <pc:docMk/>
            <pc:sldMk cId="1116905822" sldId="272"/>
            <ac:spMk id="458" creationId="{61A30AD4-1CF3-34E3-8890-AA72F9F03449}"/>
          </ac:spMkLst>
        </pc:spChg>
        <pc:spChg chg="mod">
          <ac:chgData name="Vanhauwaert, Wim" userId="88f3e010-33d6-4c8b-8703-2e7894de5501" providerId="ADAL" clId="{9A9BF5FF-6414-4914-93A3-694F4A68799E}" dt="2025-08-19T14:23:54.113" v="443"/>
          <ac:spMkLst>
            <pc:docMk/>
            <pc:sldMk cId="1116905822" sldId="272"/>
            <ac:spMk id="460" creationId="{FD7A522E-B906-E981-DACE-473EFF9C0E28}"/>
          </ac:spMkLst>
        </pc:spChg>
        <pc:spChg chg="mod">
          <ac:chgData name="Vanhauwaert, Wim" userId="88f3e010-33d6-4c8b-8703-2e7894de5501" providerId="ADAL" clId="{9A9BF5FF-6414-4914-93A3-694F4A68799E}" dt="2025-08-19T14:23:54.113" v="443"/>
          <ac:spMkLst>
            <pc:docMk/>
            <pc:sldMk cId="1116905822" sldId="272"/>
            <ac:spMk id="465" creationId="{2C2580C2-AE69-C508-0B8C-1E79D4C95FCC}"/>
          </ac:spMkLst>
        </pc:spChg>
        <pc:spChg chg="mod">
          <ac:chgData name="Vanhauwaert, Wim" userId="88f3e010-33d6-4c8b-8703-2e7894de5501" providerId="ADAL" clId="{9A9BF5FF-6414-4914-93A3-694F4A68799E}" dt="2025-08-19T14:23:54.113" v="443"/>
          <ac:spMkLst>
            <pc:docMk/>
            <pc:sldMk cId="1116905822" sldId="272"/>
            <ac:spMk id="476" creationId="{0C5F00E6-C74B-76A7-95F3-5803A0CB320E}"/>
          </ac:spMkLst>
        </pc:spChg>
        <pc:spChg chg="mod">
          <ac:chgData name="Vanhauwaert, Wim" userId="88f3e010-33d6-4c8b-8703-2e7894de5501" providerId="ADAL" clId="{9A9BF5FF-6414-4914-93A3-694F4A68799E}" dt="2025-08-19T14:23:54.113" v="443"/>
          <ac:spMkLst>
            <pc:docMk/>
            <pc:sldMk cId="1116905822" sldId="272"/>
            <ac:spMk id="488" creationId="{ACF4DDFA-831D-7FA6-B1AD-EA8C76A56E24}"/>
          </ac:spMkLst>
        </pc:spChg>
        <pc:spChg chg="mod">
          <ac:chgData name="Vanhauwaert, Wim" userId="88f3e010-33d6-4c8b-8703-2e7894de5501" providerId="ADAL" clId="{9A9BF5FF-6414-4914-93A3-694F4A68799E}" dt="2025-08-19T14:23:54.113" v="443"/>
          <ac:spMkLst>
            <pc:docMk/>
            <pc:sldMk cId="1116905822" sldId="272"/>
            <ac:spMk id="496" creationId="{649705CF-F92B-3BCB-C048-A663D1CD16BE}"/>
          </ac:spMkLst>
        </pc:spChg>
        <pc:spChg chg="mod">
          <ac:chgData name="Vanhauwaert, Wim" userId="88f3e010-33d6-4c8b-8703-2e7894de5501" providerId="ADAL" clId="{9A9BF5FF-6414-4914-93A3-694F4A68799E}" dt="2025-08-19T14:23:54.113" v="443"/>
          <ac:spMkLst>
            <pc:docMk/>
            <pc:sldMk cId="1116905822" sldId="272"/>
            <ac:spMk id="497" creationId="{E5110875-BBEF-78C8-64EF-B0764606DE06}"/>
          </ac:spMkLst>
        </pc:spChg>
        <pc:spChg chg="mod">
          <ac:chgData name="Vanhauwaert, Wim" userId="88f3e010-33d6-4c8b-8703-2e7894de5501" providerId="ADAL" clId="{9A9BF5FF-6414-4914-93A3-694F4A68799E}" dt="2025-08-19T14:23:54.113" v="443"/>
          <ac:spMkLst>
            <pc:docMk/>
            <pc:sldMk cId="1116905822" sldId="272"/>
            <ac:spMk id="498" creationId="{EBC6756A-1981-C833-EE74-FBE3B6887F83}"/>
          </ac:spMkLst>
        </pc:spChg>
        <pc:spChg chg="add mod">
          <ac:chgData name="Vanhauwaert, Wim" userId="88f3e010-33d6-4c8b-8703-2e7894de5501" providerId="ADAL" clId="{9A9BF5FF-6414-4914-93A3-694F4A68799E}" dt="2025-08-19T14:26:26.171" v="480"/>
          <ac:spMkLst>
            <pc:docMk/>
            <pc:sldMk cId="1116905822" sldId="272"/>
            <ac:spMk id="501" creationId="{4373867B-85C3-057B-7E14-BBCF67019D99}"/>
          </ac:spMkLst>
        </pc:spChg>
        <pc:spChg chg="mod">
          <ac:chgData name="Vanhauwaert, Wim" userId="88f3e010-33d6-4c8b-8703-2e7894de5501" providerId="ADAL" clId="{9A9BF5FF-6414-4914-93A3-694F4A68799E}" dt="2025-08-19T14:30:08.594" v="519"/>
          <ac:spMkLst>
            <pc:docMk/>
            <pc:sldMk cId="1116905822" sldId="272"/>
            <ac:spMk id="504" creationId="{E1E3CA39-411D-69F0-13DB-BC6920F09486}"/>
          </ac:spMkLst>
        </pc:spChg>
        <pc:grpChg chg="add mod">
          <ac:chgData name="Vanhauwaert, Wim" userId="88f3e010-33d6-4c8b-8703-2e7894de5501" providerId="ADAL" clId="{9A9BF5FF-6414-4914-93A3-694F4A68799E}" dt="2025-08-19T14:30:08.594" v="519"/>
          <ac:grpSpMkLst>
            <pc:docMk/>
            <pc:sldMk cId="1116905822" sldId="272"/>
            <ac:grpSpMk id="502" creationId="{D59E52D7-6AE4-F447-F45B-883CEA956CB4}"/>
          </ac:grpSpMkLst>
        </pc:grpChg>
        <pc:picChg chg="add mod">
          <ac:chgData name="Vanhauwaert, Wim" userId="88f3e010-33d6-4c8b-8703-2e7894de5501" providerId="ADAL" clId="{9A9BF5FF-6414-4914-93A3-694F4A68799E}" dt="2025-08-19T14:25:36.488" v="465"/>
          <ac:picMkLst>
            <pc:docMk/>
            <pc:sldMk cId="1116905822" sldId="272"/>
            <ac:picMk id="500" creationId="{F3851028-723A-6061-F1B1-4D138541C70C}"/>
          </ac:picMkLst>
        </pc:picChg>
        <pc:cxnChg chg="mod">
          <ac:chgData name="Vanhauwaert, Wim" userId="88f3e010-33d6-4c8b-8703-2e7894de5501" providerId="ADAL" clId="{9A9BF5FF-6414-4914-93A3-694F4A68799E}" dt="2025-08-19T14:30:08.594" v="519"/>
          <ac:cxnSpMkLst>
            <pc:docMk/>
            <pc:sldMk cId="1116905822" sldId="272"/>
            <ac:cxnSpMk id="503" creationId="{6FA3DF0C-C158-2FDA-DE2C-6EFCBD742F47}"/>
          </ac:cxnSpMkLst>
        </pc:cxnChg>
      </pc:sldChg>
      <pc:sldChg chg="addSp delSp modSp add mod modShow">
        <pc:chgData name="Vanhauwaert, Wim" userId="88f3e010-33d6-4c8b-8703-2e7894de5501" providerId="ADAL" clId="{9A9BF5FF-6414-4914-93A3-694F4A68799E}" dt="2025-08-19T14:36:10.744" v="524" actId="729"/>
        <pc:sldMkLst>
          <pc:docMk/>
          <pc:sldMk cId="1455350647" sldId="273"/>
        </pc:sldMkLst>
        <pc:spChg chg="add mod">
          <ac:chgData name="Vanhauwaert, Wim" userId="88f3e010-33d6-4c8b-8703-2e7894de5501" providerId="ADAL" clId="{9A9BF5FF-6414-4914-93A3-694F4A68799E}" dt="2025-08-19T14:28:11.579" v="499" actId="207"/>
          <ac:spMkLst>
            <pc:docMk/>
            <pc:sldMk cId="1455350647" sldId="273"/>
            <ac:spMk id="4" creationId="{A939257A-35B7-B499-2D29-7EC877078076}"/>
          </ac:spMkLst>
        </pc:spChg>
        <pc:spChg chg="mod">
          <ac:chgData name="Vanhauwaert, Wim" userId="88f3e010-33d6-4c8b-8703-2e7894de5501" providerId="ADAL" clId="{9A9BF5FF-6414-4914-93A3-694F4A68799E}" dt="2025-08-19T14:28:11.579" v="499" actId="207"/>
          <ac:spMkLst>
            <pc:docMk/>
            <pc:sldMk cId="1455350647" sldId="273"/>
            <ac:spMk id="7" creationId="{0241CAAC-1974-179E-5A73-499A5F9676D8}"/>
          </ac:spMkLst>
        </pc:spChg>
        <pc:spChg chg="mod">
          <ac:chgData name="Vanhauwaert, Wim" userId="88f3e010-33d6-4c8b-8703-2e7894de5501" providerId="ADAL" clId="{9A9BF5FF-6414-4914-93A3-694F4A68799E}" dt="2025-08-19T14:28:11.579" v="499" actId="207"/>
          <ac:spMkLst>
            <pc:docMk/>
            <pc:sldMk cId="1455350647" sldId="273"/>
            <ac:spMk id="8" creationId="{A0DAEB76-06B4-2C10-C2F7-175B41442529}"/>
          </ac:spMkLst>
        </pc:spChg>
        <pc:spChg chg="mod">
          <ac:chgData name="Vanhauwaert, Wim" userId="88f3e010-33d6-4c8b-8703-2e7894de5501" providerId="ADAL" clId="{9A9BF5FF-6414-4914-93A3-694F4A68799E}" dt="2025-08-19T14:28:16.503" v="500" actId="207"/>
          <ac:spMkLst>
            <pc:docMk/>
            <pc:sldMk cId="1455350647" sldId="273"/>
            <ac:spMk id="9" creationId="{21EB5164-0EEC-5112-080A-54C1C50CB912}"/>
          </ac:spMkLst>
        </pc:spChg>
        <pc:spChg chg="mod">
          <ac:chgData name="Vanhauwaert, Wim" userId="88f3e010-33d6-4c8b-8703-2e7894de5501" providerId="ADAL" clId="{9A9BF5FF-6414-4914-93A3-694F4A68799E}" dt="2025-08-19T14:28:11.579" v="499" actId="207"/>
          <ac:spMkLst>
            <pc:docMk/>
            <pc:sldMk cId="1455350647" sldId="273"/>
            <ac:spMk id="10" creationId="{6CC19E22-EBB7-1BEA-8C28-1DFDA8323914}"/>
          </ac:spMkLst>
        </pc:spChg>
        <pc:spChg chg="mod">
          <ac:chgData name="Vanhauwaert, Wim" userId="88f3e010-33d6-4c8b-8703-2e7894de5501" providerId="ADAL" clId="{9A9BF5FF-6414-4914-93A3-694F4A68799E}" dt="2025-08-19T14:28:07.091" v="498" actId="207"/>
          <ac:spMkLst>
            <pc:docMk/>
            <pc:sldMk cId="1455350647" sldId="273"/>
            <ac:spMk id="14" creationId="{B41DD43E-80CE-B08D-1D58-849A658A2401}"/>
          </ac:spMkLst>
        </pc:spChg>
        <pc:spChg chg="mod">
          <ac:chgData name="Vanhauwaert, Wim" userId="88f3e010-33d6-4c8b-8703-2e7894de5501" providerId="ADAL" clId="{9A9BF5FF-6414-4914-93A3-694F4A68799E}" dt="2025-08-19T14:28:07.091" v="498" actId="207"/>
          <ac:spMkLst>
            <pc:docMk/>
            <pc:sldMk cId="1455350647" sldId="273"/>
            <ac:spMk id="15" creationId="{64E53B34-9B82-CD75-5AF7-BEC6B2B9627C}"/>
          </ac:spMkLst>
        </pc:spChg>
        <pc:spChg chg="mod">
          <ac:chgData name="Vanhauwaert, Wim" userId="88f3e010-33d6-4c8b-8703-2e7894de5501" providerId="ADAL" clId="{9A9BF5FF-6414-4914-93A3-694F4A68799E}" dt="2025-08-19T14:19:03.816" v="402" actId="207"/>
          <ac:spMkLst>
            <pc:docMk/>
            <pc:sldMk cId="1455350647" sldId="273"/>
            <ac:spMk id="16" creationId="{0072E185-7D3F-95C8-7EBA-F8D10A10870E}"/>
          </ac:spMkLst>
        </pc:spChg>
        <pc:spChg chg="mod">
          <ac:chgData name="Vanhauwaert, Wim" userId="88f3e010-33d6-4c8b-8703-2e7894de5501" providerId="ADAL" clId="{9A9BF5FF-6414-4914-93A3-694F4A68799E}" dt="2025-08-19T14:19:03.816" v="402" actId="207"/>
          <ac:spMkLst>
            <pc:docMk/>
            <pc:sldMk cId="1455350647" sldId="273"/>
            <ac:spMk id="17" creationId="{4D7AA4BD-7E58-8281-C4CE-21BB5ADEB2F8}"/>
          </ac:spMkLst>
        </pc:spChg>
        <pc:spChg chg="mod">
          <ac:chgData name="Vanhauwaert, Wim" userId="88f3e010-33d6-4c8b-8703-2e7894de5501" providerId="ADAL" clId="{9A9BF5FF-6414-4914-93A3-694F4A68799E}" dt="2025-08-19T14:19:03.816" v="402" actId="207"/>
          <ac:spMkLst>
            <pc:docMk/>
            <pc:sldMk cId="1455350647" sldId="273"/>
            <ac:spMk id="18" creationId="{AD340C1F-DD6A-9298-177E-B39FE59FF9D6}"/>
          </ac:spMkLst>
        </pc:spChg>
        <pc:spChg chg="mod">
          <ac:chgData name="Vanhauwaert, Wim" userId="88f3e010-33d6-4c8b-8703-2e7894de5501" providerId="ADAL" clId="{9A9BF5FF-6414-4914-93A3-694F4A68799E}" dt="2025-08-19T14:19:03.816" v="402" actId="207"/>
          <ac:spMkLst>
            <pc:docMk/>
            <pc:sldMk cId="1455350647" sldId="273"/>
            <ac:spMk id="19" creationId="{D025CB52-D6C7-7A2B-8DAE-106F775E18D6}"/>
          </ac:spMkLst>
        </pc:spChg>
        <pc:spChg chg="mod">
          <ac:chgData name="Vanhauwaert, Wim" userId="88f3e010-33d6-4c8b-8703-2e7894de5501" providerId="ADAL" clId="{9A9BF5FF-6414-4914-93A3-694F4A68799E}" dt="2025-08-19T14:19:03.816" v="402" actId="207"/>
          <ac:spMkLst>
            <pc:docMk/>
            <pc:sldMk cId="1455350647" sldId="273"/>
            <ac:spMk id="20" creationId="{94E18BB5-B4ED-EA3F-51DD-560C477935DA}"/>
          </ac:spMkLst>
        </pc:spChg>
        <pc:spChg chg="mod">
          <ac:chgData name="Vanhauwaert, Wim" userId="88f3e010-33d6-4c8b-8703-2e7894de5501" providerId="ADAL" clId="{9A9BF5FF-6414-4914-93A3-694F4A68799E}" dt="2025-08-19T14:19:03.816" v="402" actId="207"/>
          <ac:spMkLst>
            <pc:docMk/>
            <pc:sldMk cId="1455350647" sldId="273"/>
            <ac:spMk id="23" creationId="{716A7457-B278-8D82-0B5A-362BD41B516E}"/>
          </ac:spMkLst>
        </pc:spChg>
        <pc:spChg chg="mod">
          <ac:chgData name="Vanhauwaert, Wim" userId="88f3e010-33d6-4c8b-8703-2e7894de5501" providerId="ADAL" clId="{9A9BF5FF-6414-4914-93A3-694F4A68799E}" dt="2025-08-19T14:19:03.816" v="402" actId="207"/>
          <ac:spMkLst>
            <pc:docMk/>
            <pc:sldMk cId="1455350647" sldId="273"/>
            <ac:spMk id="24" creationId="{B152361B-A508-DEAF-CDA9-FF1E1833DA1D}"/>
          </ac:spMkLst>
        </pc:spChg>
        <pc:spChg chg="mod">
          <ac:chgData name="Vanhauwaert, Wim" userId="88f3e010-33d6-4c8b-8703-2e7894de5501" providerId="ADAL" clId="{9A9BF5FF-6414-4914-93A3-694F4A68799E}" dt="2025-08-19T14:19:03.816" v="402" actId="207"/>
          <ac:spMkLst>
            <pc:docMk/>
            <pc:sldMk cId="1455350647" sldId="273"/>
            <ac:spMk id="25" creationId="{CCC36FEA-CE77-089F-8614-FCFDED95672F}"/>
          </ac:spMkLst>
        </pc:spChg>
        <pc:spChg chg="mod">
          <ac:chgData name="Vanhauwaert, Wim" userId="88f3e010-33d6-4c8b-8703-2e7894de5501" providerId="ADAL" clId="{9A9BF5FF-6414-4914-93A3-694F4A68799E}" dt="2025-08-19T14:19:03.816" v="402" actId="207"/>
          <ac:spMkLst>
            <pc:docMk/>
            <pc:sldMk cId="1455350647" sldId="273"/>
            <ac:spMk id="26" creationId="{E2ACBDC1-E1F4-F69A-94B3-1B87ED5463B1}"/>
          </ac:spMkLst>
        </pc:spChg>
        <pc:spChg chg="mod">
          <ac:chgData name="Vanhauwaert, Wim" userId="88f3e010-33d6-4c8b-8703-2e7894de5501" providerId="ADAL" clId="{9A9BF5FF-6414-4914-93A3-694F4A68799E}" dt="2025-08-19T14:18:07.653" v="395" actId="207"/>
          <ac:spMkLst>
            <pc:docMk/>
            <pc:sldMk cId="1455350647" sldId="273"/>
            <ac:spMk id="28" creationId="{16BFEE23-C93E-5BFF-D422-C6F221491833}"/>
          </ac:spMkLst>
        </pc:spChg>
        <pc:spChg chg="mod">
          <ac:chgData name="Vanhauwaert, Wim" userId="88f3e010-33d6-4c8b-8703-2e7894de5501" providerId="ADAL" clId="{9A9BF5FF-6414-4914-93A3-694F4A68799E}" dt="2025-08-19T14:18:07.653" v="395" actId="207"/>
          <ac:spMkLst>
            <pc:docMk/>
            <pc:sldMk cId="1455350647" sldId="273"/>
            <ac:spMk id="30" creationId="{46A0DDA0-50CC-F556-B2D7-E73F3521E40E}"/>
          </ac:spMkLst>
        </pc:spChg>
        <pc:spChg chg="mod">
          <ac:chgData name="Vanhauwaert, Wim" userId="88f3e010-33d6-4c8b-8703-2e7894de5501" providerId="ADAL" clId="{9A9BF5FF-6414-4914-93A3-694F4A68799E}" dt="2025-08-19T14:18:07.653" v="395" actId="207"/>
          <ac:spMkLst>
            <pc:docMk/>
            <pc:sldMk cId="1455350647" sldId="273"/>
            <ac:spMk id="31" creationId="{C83B8871-6D62-3583-92D8-7A49C5A11FE9}"/>
          </ac:spMkLst>
        </pc:spChg>
        <pc:spChg chg="mod">
          <ac:chgData name="Vanhauwaert, Wim" userId="88f3e010-33d6-4c8b-8703-2e7894de5501" providerId="ADAL" clId="{9A9BF5FF-6414-4914-93A3-694F4A68799E}" dt="2025-08-19T14:28:11.579" v="499" actId="207"/>
          <ac:spMkLst>
            <pc:docMk/>
            <pc:sldMk cId="1455350647" sldId="273"/>
            <ac:spMk id="37" creationId="{DA84CB04-77E0-8F9F-97CE-89554E73ECF3}"/>
          </ac:spMkLst>
        </pc:spChg>
        <pc:spChg chg="mod">
          <ac:chgData name="Vanhauwaert, Wim" userId="88f3e010-33d6-4c8b-8703-2e7894de5501" providerId="ADAL" clId="{9A9BF5FF-6414-4914-93A3-694F4A68799E}" dt="2025-08-19T14:18:10.983" v="396" actId="207"/>
          <ac:spMkLst>
            <pc:docMk/>
            <pc:sldMk cId="1455350647" sldId="273"/>
            <ac:spMk id="43" creationId="{DC0AA078-15F6-9FA4-B9F4-7C0C7B13E827}"/>
          </ac:spMkLst>
        </pc:spChg>
        <pc:spChg chg="mod">
          <ac:chgData name="Vanhauwaert, Wim" userId="88f3e010-33d6-4c8b-8703-2e7894de5501" providerId="ADAL" clId="{9A9BF5FF-6414-4914-93A3-694F4A68799E}" dt="2025-08-19T14:18:10.983" v="396" actId="207"/>
          <ac:spMkLst>
            <pc:docMk/>
            <pc:sldMk cId="1455350647" sldId="273"/>
            <ac:spMk id="44" creationId="{01BE17AA-6351-558A-AB7E-8EBF028F948C}"/>
          </ac:spMkLst>
        </pc:spChg>
        <pc:spChg chg="mod">
          <ac:chgData name="Vanhauwaert, Wim" userId="88f3e010-33d6-4c8b-8703-2e7894de5501" providerId="ADAL" clId="{9A9BF5FF-6414-4914-93A3-694F4A68799E}" dt="2025-08-19T14:26:52.824" v="486" actId="207"/>
          <ac:spMkLst>
            <pc:docMk/>
            <pc:sldMk cId="1455350647" sldId="273"/>
            <ac:spMk id="193" creationId="{712D8E14-4F65-A691-B35B-D480E74A8438}"/>
          </ac:spMkLst>
        </pc:spChg>
        <pc:spChg chg="mod">
          <ac:chgData name="Vanhauwaert, Wim" userId="88f3e010-33d6-4c8b-8703-2e7894de5501" providerId="ADAL" clId="{9A9BF5FF-6414-4914-93A3-694F4A68799E}" dt="2025-08-19T14:28:07.091" v="498" actId="207"/>
          <ac:spMkLst>
            <pc:docMk/>
            <pc:sldMk cId="1455350647" sldId="273"/>
            <ac:spMk id="269" creationId="{B0B150AA-5CED-506D-CDF0-57F7EAF2112E}"/>
          </ac:spMkLst>
        </pc:spChg>
        <pc:spChg chg="mod">
          <ac:chgData name="Vanhauwaert, Wim" userId="88f3e010-33d6-4c8b-8703-2e7894de5501" providerId="ADAL" clId="{9A9BF5FF-6414-4914-93A3-694F4A68799E}" dt="2025-08-19T14:28:11.579" v="499" actId="207"/>
          <ac:spMkLst>
            <pc:docMk/>
            <pc:sldMk cId="1455350647" sldId="273"/>
            <ac:spMk id="271" creationId="{853A196E-B7CA-756A-F425-F3AAEAF9CA91}"/>
          </ac:spMkLst>
        </pc:spChg>
        <pc:spChg chg="mod">
          <ac:chgData name="Vanhauwaert, Wim" userId="88f3e010-33d6-4c8b-8703-2e7894de5501" providerId="ADAL" clId="{9A9BF5FF-6414-4914-93A3-694F4A68799E}" dt="2025-08-19T14:28:11.579" v="499" actId="207"/>
          <ac:spMkLst>
            <pc:docMk/>
            <pc:sldMk cId="1455350647" sldId="273"/>
            <ac:spMk id="274" creationId="{1E1AD8D6-ACC0-3AE7-2399-9CC81ED2DAAE}"/>
          </ac:spMkLst>
        </pc:spChg>
        <pc:spChg chg="mod">
          <ac:chgData name="Vanhauwaert, Wim" userId="88f3e010-33d6-4c8b-8703-2e7894de5501" providerId="ADAL" clId="{9A9BF5FF-6414-4914-93A3-694F4A68799E}" dt="2025-08-19T14:28:07.091" v="498" actId="207"/>
          <ac:spMkLst>
            <pc:docMk/>
            <pc:sldMk cId="1455350647" sldId="273"/>
            <ac:spMk id="275" creationId="{AD7144CF-1747-146A-BCE1-1F3097635C76}"/>
          </ac:spMkLst>
        </pc:spChg>
        <pc:spChg chg="mod">
          <ac:chgData name="Vanhauwaert, Wim" userId="88f3e010-33d6-4c8b-8703-2e7894de5501" providerId="ADAL" clId="{9A9BF5FF-6414-4914-93A3-694F4A68799E}" dt="2025-08-19T14:28:11.579" v="499" actId="207"/>
          <ac:spMkLst>
            <pc:docMk/>
            <pc:sldMk cId="1455350647" sldId="273"/>
            <ac:spMk id="290" creationId="{F78A3AB7-2E1A-1891-67C5-E58B8E4AAE19}"/>
          </ac:spMkLst>
        </pc:spChg>
        <pc:spChg chg="mod">
          <ac:chgData name="Vanhauwaert, Wim" userId="88f3e010-33d6-4c8b-8703-2e7894de5501" providerId="ADAL" clId="{9A9BF5FF-6414-4914-93A3-694F4A68799E}" dt="2025-08-19T14:28:11.579" v="499" actId="207"/>
          <ac:spMkLst>
            <pc:docMk/>
            <pc:sldMk cId="1455350647" sldId="273"/>
            <ac:spMk id="292" creationId="{72607353-A4CF-2619-A179-71A832D69BF4}"/>
          </ac:spMkLst>
        </pc:spChg>
        <pc:spChg chg="mod">
          <ac:chgData name="Vanhauwaert, Wim" userId="88f3e010-33d6-4c8b-8703-2e7894de5501" providerId="ADAL" clId="{9A9BF5FF-6414-4914-93A3-694F4A68799E}" dt="2025-08-19T14:28:11.579" v="499" actId="207"/>
          <ac:spMkLst>
            <pc:docMk/>
            <pc:sldMk cId="1455350647" sldId="273"/>
            <ac:spMk id="328" creationId="{0A3B78B9-6A1E-9CAA-7CA2-B467ABDDE387}"/>
          </ac:spMkLst>
        </pc:spChg>
        <pc:spChg chg="mod">
          <ac:chgData name="Vanhauwaert, Wim" userId="88f3e010-33d6-4c8b-8703-2e7894de5501" providerId="ADAL" clId="{9A9BF5FF-6414-4914-93A3-694F4A68799E}" dt="2025-08-19T14:30:04.634" v="517"/>
          <ac:spMkLst>
            <pc:docMk/>
            <pc:sldMk cId="1455350647" sldId="273"/>
            <ac:spMk id="451" creationId="{79DE8AC5-DE14-F04F-80EA-0A5BACBAB7A4}"/>
          </ac:spMkLst>
        </pc:spChg>
        <pc:grpChg chg="add mod">
          <ac:chgData name="Vanhauwaert, Wim" userId="88f3e010-33d6-4c8b-8703-2e7894de5501" providerId="ADAL" clId="{9A9BF5FF-6414-4914-93A3-694F4A68799E}" dt="2025-08-19T14:30:04.634" v="517"/>
          <ac:grpSpMkLst>
            <pc:docMk/>
            <pc:sldMk cId="1455350647" sldId="273"/>
            <ac:grpSpMk id="5" creationId="{4A55F396-A07B-8216-06BD-0217E0342025}"/>
          </ac:grpSpMkLst>
        </pc:grpChg>
        <pc:picChg chg="add mod">
          <ac:chgData name="Vanhauwaert, Wim" userId="88f3e010-33d6-4c8b-8703-2e7894de5501" providerId="ADAL" clId="{9A9BF5FF-6414-4914-93A3-694F4A68799E}" dt="2025-08-19T14:25:40.233" v="467"/>
          <ac:picMkLst>
            <pc:docMk/>
            <pc:sldMk cId="1455350647" sldId="273"/>
            <ac:picMk id="3" creationId="{E9CE8AA7-F561-CA62-FF3B-2EE342765283}"/>
          </ac:picMkLst>
        </pc:picChg>
        <pc:cxnChg chg="mod">
          <ac:chgData name="Vanhauwaert, Wim" userId="88f3e010-33d6-4c8b-8703-2e7894de5501" providerId="ADAL" clId="{9A9BF5FF-6414-4914-93A3-694F4A68799E}" dt="2025-08-19T14:30:04.634" v="517"/>
          <ac:cxnSpMkLst>
            <pc:docMk/>
            <pc:sldMk cId="1455350647" sldId="273"/>
            <ac:cxnSpMk id="27" creationId="{AFB32D82-121E-6E93-B22A-681DAC9B3555}"/>
          </ac:cxnSpMkLst>
        </pc:cxnChg>
      </pc:sldChg>
      <pc:sldChg chg="addSp delSp modSp add mod modShow">
        <pc:chgData name="Vanhauwaert, Wim" userId="88f3e010-33d6-4c8b-8703-2e7894de5501" providerId="ADAL" clId="{9A9BF5FF-6414-4914-93A3-694F4A68799E}" dt="2025-08-19T14:36:10.744" v="524" actId="729"/>
        <pc:sldMkLst>
          <pc:docMk/>
          <pc:sldMk cId="1505457369" sldId="274"/>
        </pc:sldMkLst>
        <pc:spChg chg="mod">
          <ac:chgData name="Vanhauwaert, Wim" userId="88f3e010-33d6-4c8b-8703-2e7894de5501" providerId="ADAL" clId="{9A9BF5FF-6414-4914-93A3-694F4A68799E}" dt="2025-08-19T14:28:34.770" v="502" actId="207"/>
          <ac:spMkLst>
            <pc:docMk/>
            <pc:sldMk cId="1505457369" sldId="274"/>
            <ac:spMk id="8" creationId="{6B44007E-E11B-7687-1427-4DE344E29ACE}"/>
          </ac:spMkLst>
        </pc:spChg>
        <pc:spChg chg="mod">
          <ac:chgData name="Vanhauwaert, Wim" userId="88f3e010-33d6-4c8b-8703-2e7894de5501" providerId="ADAL" clId="{9A9BF5FF-6414-4914-93A3-694F4A68799E}" dt="2025-08-19T14:19:19.936" v="406" actId="207"/>
          <ac:spMkLst>
            <pc:docMk/>
            <pc:sldMk cId="1505457369" sldId="274"/>
            <ac:spMk id="11" creationId="{2B5CA127-F088-9BBF-8A90-5F418C59800E}"/>
          </ac:spMkLst>
        </pc:spChg>
        <pc:spChg chg="mod">
          <ac:chgData name="Vanhauwaert, Wim" userId="88f3e010-33d6-4c8b-8703-2e7894de5501" providerId="ADAL" clId="{9A9BF5FF-6414-4914-93A3-694F4A68799E}" dt="2025-08-19T14:19:19.936" v="406" actId="207"/>
          <ac:spMkLst>
            <pc:docMk/>
            <pc:sldMk cId="1505457369" sldId="274"/>
            <ac:spMk id="16" creationId="{33A2C79C-9C27-A73E-94C6-F578BACC90BF}"/>
          </ac:spMkLst>
        </pc:spChg>
        <pc:spChg chg="mod">
          <ac:chgData name="Vanhauwaert, Wim" userId="88f3e010-33d6-4c8b-8703-2e7894de5501" providerId="ADAL" clId="{9A9BF5FF-6414-4914-93A3-694F4A68799E}" dt="2025-08-19T14:19:12.866" v="404" actId="207"/>
          <ac:spMkLst>
            <pc:docMk/>
            <pc:sldMk cId="1505457369" sldId="274"/>
            <ac:spMk id="18" creationId="{D917574D-3246-EB9B-8050-0C5768A95D41}"/>
          </ac:spMkLst>
        </pc:spChg>
        <pc:spChg chg="mod">
          <ac:chgData name="Vanhauwaert, Wim" userId="88f3e010-33d6-4c8b-8703-2e7894de5501" providerId="ADAL" clId="{9A9BF5FF-6414-4914-93A3-694F4A68799E}" dt="2025-08-19T14:19:12.866" v="404" actId="207"/>
          <ac:spMkLst>
            <pc:docMk/>
            <pc:sldMk cId="1505457369" sldId="274"/>
            <ac:spMk id="19" creationId="{9E73E5D5-F238-5BAA-1BBE-A7563BD03D55}"/>
          </ac:spMkLst>
        </pc:spChg>
        <pc:spChg chg="mod">
          <ac:chgData name="Vanhauwaert, Wim" userId="88f3e010-33d6-4c8b-8703-2e7894de5501" providerId="ADAL" clId="{9A9BF5FF-6414-4914-93A3-694F4A68799E}" dt="2025-08-19T14:19:12.866" v="404" actId="207"/>
          <ac:spMkLst>
            <pc:docMk/>
            <pc:sldMk cId="1505457369" sldId="274"/>
            <ac:spMk id="20" creationId="{6E7C1DB7-7CB6-AFF1-CD15-9C23731F8819}"/>
          </ac:spMkLst>
        </pc:spChg>
        <pc:spChg chg="mod">
          <ac:chgData name="Vanhauwaert, Wim" userId="88f3e010-33d6-4c8b-8703-2e7894de5501" providerId="ADAL" clId="{9A9BF5FF-6414-4914-93A3-694F4A68799E}" dt="2025-08-19T14:19:19.936" v="406" actId="207"/>
          <ac:spMkLst>
            <pc:docMk/>
            <pc:sldMk cId="1505457369" sldId="274"/>
            <ac:spMk id="21" creationId="{03430EB7-7E3A-7CFC-0503-98E2A0FAF13B}"/>
          </ac:spMkLst>
        </pc:spChg>
        <pc:spChg chg="mod">
          <ac:chgData name="Vanhauwaert, Wim" userId="88f3e010-33d6-4c8b-8703-2e7894de5501" providerId="ADAL" clId="{9A9BF5FF-6414-4914-93A3-694F4A68799E}" dt="2025-08-19T14:19:19.936" v="406" actId="207"/>
          <ac:spMkLst>
            <pc:docMk/>
            <pc:sldMk cId="1505457369" sldId="274"/>
            <ac:spMk id="22" creationId="{9DE3D1B0-3FE1-E221-C43B-11632178141C}"/>
          </ac:spMkLst>
        </pc:spChg>
        <pc:spChg chg="mod">
          <ac:chgData name="Vanhauwaert, Wim" userId="88f3e010-33d6-4c8b-8703-2e7894de5501" providerId="ADAL" clId="{9A9BF5FF-6414-4914-93A3-694F4A68799E}" dt="2025-08-19T14:19:19.936" v="406" actId="207"/>
          <ac:spMkLst>
            <pc:docMk/>
            <pc:sldMk cId="1505457369" sldId="274"/>
            <ac:spMk id="25" creationId="{42F08BD3-E16F-574B-003A-EABD081143AE}"/>
          </ac:spMkLst>
        </pc:spChg>
        <pc:spChg chg="mod">
          <ac:chgData name="Vanhauwaert, Wim" userId="88f3e010-33d6-4c8b-8703-2e7894de5501" providerId="ADAL" clId="{9A9BF5FF-6414-4914-93A3-694F4A68799E}" dt="2025-08-19T14:19:19.936" v="406" actId="207"/>
          <ac:spMkLst>
            <pc:docMk/>
            <pc:sldMk cId="1505457369" sldId="274"/>
            <ac:spMk id="26" creationId="{D135235B-369A-E3B9-B63A-AA9F335E9C80}"/>
          </ac:spMkLst>
        </pc:spChg>
        <pc:spChg chg="mod">
          <ac:chgData name="Vanhauwaert, Wim" userId="88f3e010-33d6-4c8b-8703-2e7894de5501" providerId="ADAL" clId="{9A9BF5FF-6414-4914-93A3-694F4A68799E}" dt="2025-08-19T14:17:55.469" v="393" actId="207"/>
          <ac:spMkLst>
            <pc:docMk/>
            <pc:sldMk cId="1505457369" sldId="274"/>
            <ac:spMk id="28" creationId="{D6778F5F-2EAD-0D50-31FC-E441905BF786}"/>
          </ac:spMkLst>
        </pc:spChg>
        <pc:spChg chg="mod">
          <ac:chgData name="Vanhauwaert, Wim" userId="88f3e010-33d6-4c8b-8703-2e7894de5501" providerId="ADAL" clId="{9A9BF5FF-6414-4914-93A3-694F4A68799E}" dt="2025-08-19T14:17:58.967" v="394" actId="207"/>
          <ac:spMkLst>
            <pc:docMk/>
            <pc:sldMk cId="1505457369" sldId="274"/>
            <ac:spMk id="29" creationId="{DD87418A-482D-4541-7902-3FF55005616C}"/>
          </ac:spMkLst>
        </pc:spChg>
        <pc:spChg chg="mod">
          <ac:chgData name="Vanhauwaert, Wim" userId="88f3e010-33d6-4c8b-8703-2e7894de5501" providerId="ADAL" clId="{9A9BF5FF-6414-4914-93A3-694F4A68799E}" dt="2025-08-19T14:17:55.469" v="393" actId="207"/>
          <ac:spMkLst>
            <pc:docMk/>
            <pc:sldMk cId="1505457369" sldId="274"/>
            <ac:spMk id="31" creationId="{A13B368A-10B5-6F8A-2028-5FA9E853FAAF}"/>
          </ac:spMkLst>
        </pc:spChg>
        <pc:spChg chg="mod">
          <ac:chgData name="Vanhauwaert, Wim" userId="88f3e010-33d6-4c8b-8703-2e7894de5501" providerId="ADAL" clId="{9A9BF5FF-6414-4914-93A3-694F4A68799E}" dt="2025-08-19T14:17:58.967" v="394" actId="207"/>
          <ac:spMkLst>
            <pc:docMk/>
            <pc:sldMk cId="1505457369" sldId="274"/>
            <ac:spMk id="43" creationId="{DA12D0DC-126A-0768-45D3-1AF650061536}"/>
          </ac:spMkLst>
        </pc:spChg>
        <pc:spChg chg="mod">
          <ac:chgData name="Vanhauwaert, Wim" userId="88f3e010-33d6-4c8b-8703-2e7894de5501" providerId="ADAL" clId="{9A9BF5FF-6414-4914-93A3-694F4A68799E}" dt="2025-08-19T14:17:58.967" v="394" actId="207"/>
          <ac:spMkLst>
            <pc:docMk/>
            <pc:sldMk cId="1505457369" sldId="274"/>
            <ac:spMk id="44" creationId="{1FDCF348-D90C-B82F-4DD2-6B1F55F49D05}"/>
          </ac:spMkLst>
        </pc:spChg>
        <pc:spChg chg="mod">
          <ac:chgData name="Vanhauwaert, Wim" userId="88f3e010-33d6-4c8b-8703-2e7894de5501" providerId="ADAL" clId="{9A9BF5FF-6414-4914-93A3-694F4A68799E}" dt="2025-08-19T14:28:34.770" v="502" actId="207"/>
          <ac:spMkLst>
            <pc:docMk/>
            <pc:sldMk cId="1505457369" sldId="274"/>
            <ac:spMk id="193" creationId="{2E35F08F-B6FB-5A97-2D10-0D6F25C721C2}"/>
          </ac:spMkLst>
        </pc:spChg>
        <pc:spChg chg="mod">
          <ac:chgData name="Vanhauwaert, Wim" userId="88f3e010-33d6-4c8b-8703-2e7894de5501" providerId="ADAL" clId="{9A9BF5FF-6414-4914-93A3-694F4A68799E}" dt="2025-08-19T14:28:25.458" v="501" actId="207"/>
          <ac:spMkLst>
            <pc:docMk/>
            <pc:sldMk cId="1505457369" sldId="274"/>
            <ac:spMk id="268" creationId="{E78D57D5-26E0-BADA-C531-8CF2DD688936}"/>
          </ac:spMkLst>
        </pc:spChg>
        <pc:spChg chg="mod">
          <ac:chgData name="Vanhauwaert, Wim" userId="88f3e010-33d6-4c8b-8703-2e7894de5501" providerId="ADAL" clId="{9A9BF5FF-6414-4914-93A3-694F4A68799E}" dt="2025-08-19T14:28:34.770" v="502" actId="207"/>
          <ac:spMkLst>
            <pc:docMk/>
            <pc:sldMk cId="1505457369" sldId="274"/>
            <ac:spMk id="273" creationId="{6F083878-AAFC-7ECC-6529-0D46D90B9ABB}"/>
          </ac:spMkLst>
        </pc:spChg>
        <pc:spChg chg="mod">
          <ac:chgData name="Vanhauwaert, Wim" userId="88f3e010-33d6-4c8b-8703-2e7894de5501" providerId="ADAL" clId="{9A9BF5FF-6414-4914-93A3-694F4A68799E}" dt="2025-08-19T14:28:34.770" v="502" actId="207"/>
          <ac:spMkLst>
            <pc:docMk/>
            <pc:sldMk cId="1505457369" sldId="274"/>
            <ac:spMk id="274" creationId="{C6E546C4-C9F2-29D4-00B1-2DBC22E81FDA}"/>
          </ac:spMkLst>
        </pc:spChg>
        <pc:spChg chg="mod">
          <ac:chgData name="Vanhauwaert, Wim" userId="88f3e010-33d6-4c8b-8703-2e7894de5501" providerId="ADAL" clId="{9A9BF5FF-6414-4914-93A3-694F4A68799E}" dt="2025-08-19T14:28:34.770" v="502" actId="207"/>
          <ac:spMkLst>
            <pc:docMk/>
            <pc:sldMk cId="1505457369" sldId="274"/>
            <ac:spMk id="289" creationId="{FCB95B5E-4AE3-F369-1B36-F4DBC5950F47}"/>
          </ac:spMkLst>
        </pc:spChg>
        <pc:spChg chg="mod">
          <ac:chgData name="Vanhauwaert, Wim" userId="88f3e010-33d6-4c8b-8703-2e7894de5501" providerId="ADAL" clId="{9A9BF5FF-6414-4914-93A3-694F4A68799E}" dt="2025-08-19T14:28:34.770" v="502" actId="207"/>
          <ac:spMkLst>
            <pc:docMk/>
            <pc:sldMk cId="1505457369" sldId="274"/>
            <ac:spMk id="290" creationId="{E81A4673-E064-A8CF-E720-0B6CD1808066}"/>
          </ac:spMkLst>
        </pc:spChg>
        <pc:spChg chg="mod">
          <ac:chgData name="Vanhauwaert, Wim" userId="88f3e010-33d6-4c8b-8703-2e7894de5501" providerId="ADAL" clId="{9A9BF5FF-6414-4914-93A3-694F4A68799E}" dt="2025-08-19T14:28:34.770" v="502" actId="207"/>
          <ac:spMkLst>
            <pc:docMk/>
            <pc:sldMk cId="1505457369" sldId="274"/>
            <ac:spMk id="291" creationId="{4E9BF866-C443-F6BA-4BD5-E0D9A088AC8F}"/>
          </ac:spMkLst>
        </pc:spChg>
        <pc:spChg chg="mod">
          <ac:chgData name="Vanhauwaert, Wim" userId="88f3e010-33d6-4c8b-8703-2e7894de5501" providerId="ADAL" clId="{9A9BF5FF-6414-4914-93A3-694F4A68799E}" dt="2025-08-19T14:28:34.770" v="502" actId="207"/>
          <ac:spMkLst>
            <pc:docMk/>
            <pc:sldMk cId="1505457369" sldId="274"/>
            <ac:spMk id="292" creationId="{F8F70129-0708-0E6C-ACAF-BD09B747057D}"/>
          </ac:spMkLst>
        </pc:spChg>
        <pc:spChg chg="mod">
          <ac:chgData name="Vanhauwaert, Wim" userId="88f3e010-33d6-4c8b-8703-2e7894de5501" providerId="ADAL" clId="{9A9BF5FF-6414-4914-93A3-694F4A68799E}" dt="2025-08-19T14:28:34.770" v="502" actId="207"/>
          <ac:spMkLst>
            <pc:docMk/>
            <pc:sldMk cId="1505457369" sldId="274"/>
            <ac:spMk id="450" creationId="{9E4CF406-41F9-E03A-2B3B-C4A379C70EA1}"/>
          </ac:spMkLst>
        </pc:spChg>
        <pc:spChg chg="mod">
          <ac:chgData name="Vanhauwaert, Wim" userId="88f3e010-33d6-4c8b-8703-2e7894de5501" providerId="ADAL" clId="{9A9BF5FF-6414-4914-93A3-694F4A68799E}" dt="2025-08-19T14:24:05" v="445"/>
          <ac:spMkLst>
            <pc:docMk/>
            <pc:sldMk cId="1505457369" sldId="274"/>
            <ac:spMk id="458" creationId="{72B1AEBD-50BF-40FB-C19B-53E198C46F53}"/>
          </ac:spMkLst>
        </pc:spChg>
        <pc:spChg chg="mod">
          <ac:chgData name="Vanhauwaert, Wim" userId="88f3e010-33d6-4c8b-8703-2e7894de5501" providerId="ADAL" clId="{9A9BF5FF-6414-4914-93A3-694F4A68799E}" dt="2025-08-19T14:24:05" v="445"/>
          <ac:spMkLst>
            <pc:docMk/>
            <pc:sldMk cId="1505457369" sldId="274"/>
            <ac:spMk id="459" creationId="{858B4BB4-2BF5-0F58-D889-59AD9414F042}"/>
          </ac:spMkLst>
        </pc:spChg>
        <pc:spChg chg="mod">
          <ac:chgData name="Vanhauwaert, Wim" userId="88f3e010-33d6-4c8b-8703-2e7894de5501" providerId="ADAL" clId="{9A9BF5FF-6414-4914-93A3-694F4A68799E}" dt="2025-08-19T14:28:25.458" v="501" actId="207"/>
          <ac:spMkLst>
            <pc:docMk/>
            <pc:sldMk cId="1505457369" sldId="274"/>
            <ac:spMk id="462" creationId="{33990E08-616E-88E7-073E-99B70AD8F4DA}"/>
          </ac:spMkLst>
        </pc:spChg>
        <pc:spChg chg="mod">
          <ac:chgData name="Vanhauwaert, Wim" userId="88f3e010-33d6-4c8b-8703-2e7894de5501" providerId="ADAL" clId="{9A9BF5FF-6414-4914-93A3-694F4A68799E}" dt="2025-08-19T14:24:05" v="445"/>
          <ac:spMkLst>
            <pc:docMk/>
            <pc:sldMk cId="1505457369" sldId="274"/>
            <ac:spMk id="471" creationId="{88A07355-5AB5-060F-6A95-FAF5C29DB586}"/>
          </ac:spMkLst>
        </pc:spChg>
        <pc:spChg chg="mod">
          <ac:chgData name="Vanhauwaert, Wim" userId="88f3e010-33d6-4c8b-8703-2e7894de5501" providerId="ADAL" clId="{9A9BF5FF-6414-4914-93A3-694F4A68799E}" dt="2025-08-19T14:28:25.458" v="501" actId="207"/>
          <ac:spMkLst>
            <pc:docMk/>
            <pc:sldMk cId="1505457369" sldId="274"/>
            <ac:spMk id="472" creationId="{7875D6CB-A68A-1394-1578-8A97F6BB98EB}"/>
          </ac:spMkLst>
        </pc:spChg>
        <pc:spChg chg="mod">
          <ac:chgData name="Vanhauwaert, Wim" userId="88f3e010-33d6-4c8b-8703-2e7894de5501" providerId="ADAL" clId="{9A9BF5FF-6414-4914-93A3-694F4A68799E}" dt="2025-08-19T14:28:25.458" v="501" actId="207"/>
          <ac:spMkLst>
            <pc:docMk/>
            <pc:sldMk cId="1505457369" sldId="274"/>
            <ac:spMk id="476" creationId="{C852BD19-9BD2-4BBF-C5C1-B7F5A6594F98}"/>
          </ac:spMkLst>
        </pc:spChg>
        <pc:spChg chg="mod">
          <ac:chgData name="Vanhauwaert, Wim" userId="88f3e010-33d6-4c8b-8703-2e7894de5501" providerId="ADAL" clId="{9A9BF5FF-6414-4914-93A3-694F4A68799E}" dt="2025-08-19T14:28:25.458" v="501" actId="207"/>
          <ac:spMkLst>
            <pc:docMk/>
            <pc:sldMk cId="1505457369" sldId="274"/>
            <ac:spMk id="483" creationId="{4CD53CB9-AA7B-3AAC-3D2A-7ED05B7DC641}"/>
          </ac:spMkLst>
        </pc:spChg>
        <pc:spChg chg="mod">
          <ac:chgData name="Vanhauwaert, Wim" userId="88f3e010-33d6-4c8b-8703-2e7894de5501" providerId="ADAL" clId="{9A9BF5FF-6414-4914-93A3-694F4A68799E}" dt="2025-08-19T14:24:05" v="445"/>
          <ac:spMkLst>
            <pc:docMk/>
            <pc:sldMk cId="1505457369" sldId="274"/>
            <ac:spMk id="485" creationId="{859F669C-1A2A-6D64-C75A-AE4E2ECAF083}"/>
          </ac:spMkLst>
        </pc:spChg>
        <pc:spChg chg="mod">
          <ac:chgData name="Vanhauwaert, Wim" userId="88f3e010-33d6-4c8b-8703-2e7894de5501" providerId="ADAL" clId="{9A9BF5FF-6414-4914-93A3-694F4A68799E}" dt="2025-08-19T14:28:25.458" v="501" actId="207"/>
          <ac:spMkLst>
            <pc:docMk/>
            <pc:sldMk cId="1505457369" sldId="274"/>
            <ac:spMk id="487" creationId="{8AAB8888-2CAC-78B6-55B7-EE63E50EC28F}"/>
          </ac:spMkLst>
        </pc:spChg>
        <pc:spChg chg="mod">
          <ac:chgData name="Vanhauwaert, Wim" userId="88f3e010-33d6-4c8b-8703-2e7894de5501" providerId="ADAL" clId="{9A9BF5FF-6414-4914-93A3-694F4A68799E}" dt="2025-08-19T14:28:25.458" v="501" actId="207"/>
          <ac:spMkLst>
            <pc:docMk/>
            <pc:sldMk cId="1505457369" sldId="274"/>
            <ac:spMk id="490" creationId="{86BE7210-9710-5260-640E-24F466AC31CE}"/>
          </ac:spMkLst>
        </pc:spChg>
        <pc:spChg chg="mod">
          <ac:chgData name="Vanhauwaert, Wim" userId="88f3e010-33d6-4c8b-8703-2e7894de5501" providerId="ADAL" clId="{9A9BF5FF-6414-4914-93A3-694F4A68799E}" dt="2025-08-19T14:28:25.458" v="501" actId="207"/>
          <ac:spMkLst>
            <pc:docMk/>
            <pc:sldMk cId="1505457369" sldId="274"/>
            <ac:spMk id="491" creationId="{1DCF0C0C-19C3-1DC5-C1A6-6B690E135C1D}"/>
          </ac:spMkLst>
        </pc:spChg>
        <pc:spChg chg="mod">
          <ac:chgData name="Vanhauwaert, Wim" userId="88f3e010-33d6-4c8b-8703-2e7894de5501" providerId="ADAL" clId="{9A9BF5FF-6414-4914-93A3-694F4A68799E}" dt="2025-08-19T14:28:25.458" v="501" actId="207"/>
          <ac:spMkLst>
            <pc:docMk/>
            <pc:sldMk cId="1505457369" sldId="274"/>
            <ac:spMk id="493" creationId="{C4E0CF99-1A8E-993E-B9EB-EBB02EEA669F}"/>
          </ac:spMkLst>
        </pc:spChg>
        <pc:spChg chg="mod">
          <ac:chgData name="Vanhauwaert, Wim" userId="88f3e010-33d6-4c8b-8703-2e7894de5501" providerId="ADAL" clId="{9A9BF5FF-6414-4914-93A3-694F4A68799E}" dt="2025-08-19T14:28:25.458" v="501" actId="207"/>
          <ac:spMkLst>
            <pc:docMk/>
            <pc:sldMk cId="1505457369" sldId="274"/>
            <ac:spMk id="494" creationId="{BA8F6621-9BDE-8132-C860-8ECFBB1ABE92}"/>
          </ac:spMkLst>
        </pc:spChg>
        <pc:spChg chg="mod">
          <ac:chgData name="Vanhauwaert, Wim" userId="88f3e010-33d6-4c8b-8703-2e7894de5501" providerId="ADAL" clId="{9A9BF5FF-6414-4914-93A3-694F4A68799E}" dt="2025-08-19T14:24:05" v="445"/>
          <ac:spMkLst>
            <pc:docMk/>
            <pc:sldMk cId="1505457369" sldId="274"/>
            <ac:spMk id="497" creationId="{E4EF00BB-97D1-7780-3C7C-BDBA0DD3DE74}"/>
          </ac:spMkLst>
        </pc:spChg>
        <pc:spChg chg="mod">
          <ac:chgData name="Vanhauwaert, Wim" userId="88f3e010-33d6-4c8b-8703-2e7894de5501" providerId="ADAL" clId="{9A9BF5FF-6414-4914-93A3-694F4A68799E}" dt="2025-08-19T14:24:05" v="445"/>
          <ac:spMkLst>
            <pc:docMk/>
            <pc:sldMk cId="1505457369" sldId="274"/>
            <ac:spMk id="498" creationId="{61C3F672-A251-A434-A128-3A86280992B1}"/>
          </ac:spMkLst>
        </pc:spChg>
        <pc:spChg chg="mod">
          <ac:chgData name="Vanhauwaert, Wim" userId="88f3e010-33d6-4c8b-8703-2e7894de5501" providerId="ADAL" clId="{9A9BF5FF-6414-4914-93A3-694F4A68799E}" dt="2025-08-19T14:24:05" v="445"/>
          <ac:spMkLst>
            <pc:docMk/>
            <pc:sldMk cId="1505457369" sldId="274"/>
            <ac:spMk id="499" creationId="{0B93C8F0-6528-2A5F-BC38-95E49035688F}"/>
          </ac:spMkLst>
        </pc:spChg>
        <pc:spChg chg="add mod">
          <ac:chgData name="Vanhauwaert, Wim" userId="88f3e010-33d6-4c8b-8703-2e7894de5501" providerId="ADAL" clId="{9A9BF5FF-6414-4914-93A3-694F4A68799E}" dt="2025-08-19T14:28:34.770" v="502" actId="207"/>
          <ac:spMkLst>
            <pc:docMk/>
            <pc:sldMk cId="1505457369" sldId="274"/>
            <ac:spMk id="500" creationId="{2DED0310-3D32-780E-9543-69B1945F0815}"/>
          </ac:spMkLst>
        </pc:spChg>
        <pc:spChg chg="mod">
          <ac:chgData name="Vanhauwaert, Wim" userId="88f3e010-33d6-4c8b-8703-2e7894de5501" providerId="ADAL" clId="{9A9BF5FF-6414-4914-93A3-694F4A68799E}" dt="2025-08-19T14:30:01.183" v="515"/>
          <ac:spMkLst>
            <pc:docMk/>
            <pc:sldMk cId="1505457369" sldId="274"/>
            <ac:spMk id="503" creationId="{08EE7196-A924-FD90-5185-38D7DF94F371}"/>
          </ac:spMkLst>
        </pc:spChg>
        <pc:grpChg chg="add mod">
          <ac:chgData name="Vanhauwaert, Wim" userId="88f3e010-33d6-4c8b-8703-2e7894de5501" providerId="ADAL" clId="{9A9BF5FF-6414-4914-93A3-694F4A68799E}" dt="2025-08-19T14:30:01.183" v="515"/>
          <ac:grpSpMkLst>
            <pc:docMk/>
            <pc:sldMk cId="1505457369" sldId="274"/>
            <ac:grpSpMk id="501" creationId="{D9BA4326-155C-8980-7C83-C60785DD894F}"/>
          </ac:grpSpMkLst>
        </pc:grpChg>
        <pc:cxnChg chg="mod">
          <ac:chgData name="Vanhauwaert, Wim" userId="88f3e010-33d6-4c8b-8703-2e7894de5501" providerId="ADAL" clId="{9A9BF5FF-6414-4914-93A3-694F4A68799E}" dt="2025-08-19T14:30:01.183" v="515"/>
          <ac:cxnSpMkLst>
            <pc:docMk/>
            <pc:sldMk cId="1505457369" sldId="274"/>
            <ac:cxnSpMk id="502" creationId="{24D3C24C-FC10-8A38-D637-DE62352D6121}"/>
          </ac:cxnSpMkLst>
        </pc:cxnChg>
      </pc:sldChg>
      <pc:sldChg chg="addSp delSp modSp mod">
        <pc:chgData name="Vanhauwaert, Wim" userId="88f3e010-33d6-4c8b-8703-2e7894de5501" providerId="ADAL" clId="{9A9BF5FF-6414-4914-93A3-694F4A68799E}" dt="2025-08-19T10:41:45.729" v="164" actId="478"/>
        <pc:sldMkLst>
          <pc:docMk/>
          <pc:sldMk cId="2155051731" sldId="334"/>
        </pc:sldMkLst>
        <pc:spChg chg="add mod">
          <ac:chgData name="Vanhauwaert, Wim" userId="88f3e010-33d6-4c8b-8703-2e7894de5501" providerId="ADAL" clId="{9A9BF5FF-6414-4914-93A3-694F4A68799E}" dt="2025-08-19T10:41:45.729" v="164" actId="478"/>
          <ac:spMkLst>
            <pc:docMk/>
            <pc:sldMk cId="2155051731" sldId="334"/>
            <ac:spMk id="7" creationId="{85CF62C9-ADBC-F89E-6C9F-27DAC9F86D89}"/>
          </ac:spMkLst>
        </pc:spChg>
      </pc:sldChg>
      <pc:sldChg chg="modSp mod">
        <pc:chgData name="Vanhauwaert, Wim" userId="88f3e010-33d6-4c8b-8703-2e7894de5501" providerId="ADAL" clId="{9A9BF5FF-6414-4914-93A3-694F4A68799E}" dt="2025-08-19T10:41:25.933" v="163" actId="790"/>
        <pc:sldMkLst>
          <pc:docMk/>
          <pc:sldMk cId="2715639531" sldId="2147375973"/>
        </pc:sldMkLst>
        <pc:spChg chg="mod">
          <ac:chgData name="Vanhauwaert, Wim" userId="88f3e010-33d6-4c8b-8703-2e7894de5501" providerId="ADAL" clId="{9A9BF5FF-6414-4914-93A3-694F4A68799E}" dt="2025-08-19T10:41:25.933" v="163" actId="790"/>
          <ac:spMkLst>
            <pc:docMk/>
            <pc:sldMk cId="2715639531" sldId="2147375973"/>
            <ac:spMk id="135" creationId="{C53CEA26-73A1-45D9-48B2-7AD2212D504D}"/>
          </ac:spMkLst>
        </pc:spChg>
      </pc:sldChg>
      <pc:sldChg chg="ord">
        <pc:chgData name="Vanhauwaert, Wim" userId="88f3e010-33d6-4c8b-8703-2e7894de5501" providerId="ADAL" clId="{9A9BF5FF-6414-4914-93A3-694F4A68799E}" dt="2025-08-19T15:01:35.386" v="526"/>
        <pc:sldMkLst>
          <pc:docMk/>
          <pc:sldMk cId="904173229" sldId="2147375986"/>
        </pc:sldMkLst>
      </pc:sldChg>
      <pc:sldChg chg="addSp delSp modSp new mod modClrScheme chgLayout">
        <pc:chgData name="Vanhauwaert, Wim" userId="88f3e010-33d6-4c8b-8703-2e7894de5501" providerId="ADAL" clId="{9A9BF5FF-6414-4914-93A3-694F4A68799E}" dt="2025-08-11T14:22:24.418" v="161" actId="20577"/>
        <pc:sldMkLst>
          <pc:docMk/>
          <pc:sldMk cId="900443128" sldId="2147483647"/>
        </pc:sldMkLst>
        <pc:spChg chg="mod ord">
          <ac:chgData name="Vanhauwaert, Wim" userId="88f3e010-33d6-4c8b-8703-2e7894de5501" providerId="ADAL" clId="{9A9BF5FF-6414-4914-93A3-694F4A68799E}" dt="2025-08-11T14:22:24.418" v="161" actId="20577"/>
          <ac:spMkLst>
            <pc:docMk/>
            <pc:sldMk cId="900443128" sldId="2147483647"/>
            <ac:spMk id="2" creationId="{C037E099-BFD5-9CE7-FA91-69F6567FCEE1}"/>
          </ac:spMkLst>
        </pc:spChg>
        <pc:spChg chg="mod">
          <ac:chgData name="Vanhauwaert, Wim" userId="88f3e010-33d6-4c8b-8703-2e7894de5501" providerId="ADAL" clId="{9A9BF5FF-6414-4914-93A3-694F4A68799E}" dt="2025-08-11T14:04:59.249" v="20"/>
          <ac:spMkLst>
            <pc:docMk/>
            <pc:sldMk cId="900443128" sldId="2147483647"/>
            <ac:spMk id="4" creationId="{20B7FE2F-61D5-AA7D-F259-31920316CF6C}"/>
          </ac:spMkLst>
        </pc:spChg>
        <pc:grpChg chg="add mod">
          <ac:chgData name="Vanhauwaert, Wim" userId="88f3e010-33d6-4c8b-8703-2e7894de5501" providerId="ADAL" clId="{9A9BF5FF-6414-4914-93A3-694F4A68799E}" dt="2025-08-11T14:04:59.249" v="20"/>
          <ac:grpSpMkLst>
            <pc:docMk/>
            <pc:sldMk cId="900443128" sldId="2147483647"/>
            <ac:grpSpMk id="3" creationId="{1C6E0718-0821-E575-CAFD-78519FDCB945}"/>
          </ac:grpSpMkLst>
        </pc:grpChg>
        <pc:graphicFrameChg chg="add mod modGraphic">
          <ac:chgData name="Vanhauwaert, Wim" userId="88f3e010-33d6-4c8b-8703-2e7894de5501" providerId="ADAL" clId="{9A9BF5FF-6414-4914-93A3-694F4A68799E}" dt="2025-08-11T14:22:02.215" v="155" actId="14100"/>
          <ac:graphicFrameMkLst>
            <pc:docMk/>
            <pc:sldMk cId="900443128" sldId="2147483647"/>
            <ac:graphicFrameMk id="12" creationId="{0055C4A4-CC59-230E-ED5E-977CB521BC30}"/>
          </ac:graphicFrameMkLst>
        </pc:graphicFrameChg>
        <pc:picChg chg="mod">
          <ac:chgData name="Vanhauwaert, Wim" userId="88f3e010-33d6-4c8b-8703-2e7894de5501" providerId="ADAL" clId="{9A9BF5FF-6414-4914-93A3-694F4A68799E}" dt="2025-08-11T14:04:59.249" v="20"/>
          <ac:picMkLst>
            <pc:docMk/>
            <pc:sldMk cId="900443128" sldId="2147483647"/>
            <ac:picMk id="5" creationId="{C1313E12-F427-869C-AEBA-0FF3D69CF4C6}"/>
          </ac:picMkLst>
        </pc:picChg>
      </pc:sldChg>
    </pc:docChg>
  </pc:docChgLst>
  <pc:docChgLst>
    <pc:chgData name="Vanhauwaert, Wim" userId="88f3e010-33d6-4c8b-8703-2e7894de5501" providerId="ADAL" clId="{2918FCE9-2423-4169-87E4-F4AC255806F4}"/>
    <pc:docChg chg="delSld modSection">
      <pc:chgData name="Vanhauwaert, Wim" userId="88f3e010-33d6-4c8b-8703-2e7894de5501" providerId="ADAL" clId="{2918FCE9-2423-4169-87E4-F4AC255806F4}" dt="2025-06-16T08:13:12.214" v="0" actId="2696"/>
      <pc:docMkLst>
        <pc:docMk/>
      </pc:docMkLst>
      <pc:sldChg chg="del">
        <pc:chgData name="Vanhauwaert, Wim" userId="88f3e010-33d6-4c8b-8703-2e7894de5501" providerId="ADAL" clId="{2918FCE9-2423-4169-87E4-F4AC255806F4}" dt="2025-06-16T08:13:12.214" v="0" actId="2696"/>
        <pc:sldMkLst>
          <pc:docMk/>
          <pc:sldMk cId="258592357" sldId="2147483647"/>
        </pc:sldMkLst>
      </pc:sldChg>
    </pc:docChg>
  </pc:docChgLst>
  <pc:docChgLst>
    <pc:chgData name="Vanhauwaert, Wim" userId="88f3e010-33d6-4c8b-8703-2e7894de5501" providerId="ADAL" clId="{52E0C7A8-F9D5-4287-AC26-95DD600F47DB}"/>
    <pc:docChg chg="custSel modMainMaster">
      <pc:chgData name="Vanhauwaert, Wim" userId="88f3e010-33d6-4c8b-8703-2e7894de5501" providerId="ADAL" clId="{52E0C7A8-F9D5-4287-AC26-95DD600F47DB}" dt="2025-05-22T06:55:38.438" v="0" actId="478"/>
      <pc:docMkLst>
        <pc:docMk/>
      </pc:docMkLst>
      <pc:sldMasterChg chg="modSldLayout">
        <pc:chgData name="Vanhauwaert, Wim" userId="88f3e010-33d6-4c8b-8703-2e7894de5501" providerId="ADAL" clId="{52E0C7A8-F9D5-4287-AC26-95DD600F47DB}" dt="2025-05-22T06:55:38.438" v="0" actId="478"/>
        <pc:sldMasterMkLst>
          <pc:docMk/>
          <pc:sldMasterMk cId="3591975871" sldId="2147483732"/>
        </pc:sldMasterMkLst>
        <pc:sldLayoutChg chg="delSp mod">
          <pc:chgData name="Vanhauwaert, Wim" userId="88f3e010-33d6-4c8b-8703-2e7894de5501" providerId="ADAL" clId="{52E0C7A8-F9D5-4287-AC26-95DD600F47DB}" dt="2025-05-22T06:55:38.438" v="0" actId="478"/>
          <pc:sldLayoutMkLst>
            <pc:docMk/>
            <pc:sldMasterMk cId="3591975871" sldId="2147483732"/>
            <pc:sldLayoutMk cId="2493777785" sldId="2147483758"/>
          </pc:sldLayoutMkLst>
        </pc:sldLayoutChg>
      </pc:sldMasterChg>
    </pc:docChg>
  </pc:docChgLst>
  <pc:docChgLst>
    <pc:chgData name="Vanhauwaert, Wim" userId="88f3e010-33d6-4c8b-8703-2e7894de5501" providerId="ADAL" clId="{81F9FB95-3C97-42CD-AE47-BC9F4CD5ADE8}"/>
    <pc:docChg chg="undo custSel addSld delSld modSld sldOrd modSection">
      <pc:chgData name="Vanhauwaert, Wim" userId="88f3e010-33d6-4c8b-8703-2e7894de5501" providerId="ADAL" clId="{81F9FB95-3C97-42CD-AE47-BC9F4CD5ADE8}" dt="2024-12-18T14:05:17.127" v="1804" actId="14100"/>
      <pc:docMkLst>
        <pc:docMk/>
      </pc:docMkLst>
      <pc:sldChg chg="modSp add del mod">
        <pc:chgData name="Vanhauwaert, Wim" userId="88f3e010-33d6-4c8b-8703-2e7894de5501" providerId="ADAL" clId="{81F9FB95-3C97-42CD-AE47-BC9F4CD5ADE8}" dt="2024-12-18T14:01:21.009" v="1785" actId="47"/>
        <pc:sldMkLst>
          <pc:docMk/>
          <pc:sldMk cId="3228994972" sldId="256"/>
        </pc:sldMkLst>
      </pc:sldChg>
      <pc:sldChg chg="new del">
        <pc:chgData name="Vanhauwaert, Wim" userId="88f3e010-33d6-4c8b-8703-2e7894de5501" providerId="ADAL" clId="{81F9FB95-3C97-42CD-AE47-BC9F4CD5ADE8}" dt="2024-11-23T14:01:33.589" v="1149" actId="47"/>
        <pc:sldMkLst>
          <pc:docMk/>
          <pc:sldMk cId="866477479" sldId="257"/>
        </pc:sldMkLst>
      </pc:sldChg>
      <pc:sldChg chg="delSp modSp add mod">
        <pc:chgData name="Vanhauwaert, Wim" userId="88f3e010-33d6-4c8b-8703-2e7894de5501" providerId="ADAL" clId="{81F9FB95-3C97-42CD-AE47-BC9F4CD5ADE8}" dt="2024-12-18T14:05:17.127" v="1804" actId="14100"/>
        <pc:sldMkLst>
          <pc:docMk/>
          <pc:sldMk cId="4120048539" sldId="257"/>
        </pc:sldMkLst>
      </pc:sldChg>
      <pc:sldChg chg="add">
        <pc:chgData name="Vanhauwaert, Wim" userId="88f3e010-33d6-4c8b-8703-2e7894de5501" providerId="ADAL" clId="{81F9FB95-3C97-42CD-AE47-BC9F4CD5ADE8}" dt="2024-12-18T14:01:17.460" v="1784"/>
        <pc:sldMkLst>
          <pc:docMk/>
          <pc:sldMk cId="19425607" sldId="258"/>
        </pc:sldMkLst>
      </pc:sldChg>
      <pc:sldChg chg="addSp delSp modSp mod ord modClrScheme addAnim delAnim modAnim chgLayout modNotesTx">
        <pc:chgData name="Vanhauwaert, Wim" userId="88f3e010-33d6-4c8b-8703-2e7894de5501" providerId="ADAL" clId="{81F9FB95-3C97-42CD-AE47-BC9F4CD5ADE8}" dt="2024-11-24T15:29:44.273" v="1709" actId="404"/>
        <pc:sldMkLst>
          <pc:docMk/>
          <pc:sldMk cId="2715639531" sldId="2147375973"/>
        </pc:sldMkLst>
      </pc:sldChg>
      <pc:sldChg chg="modSp mod">
        <pc:chgData name="Vanhauwaert, Wim" userId="88f3e010-33d6-4c8b-8703-2e7894de5501" providerId="ADAL" clId="{81F9FB95-3C97-42CD-AE47-BC9F4CD5ADE8}" dt="2024-12-17T15:33:47.799" v="1780" actId="14100"/>
        <pc:sldMkLst>
          <pc:docMk/>
          <pc:sldMk cId="756177507" sldId="2147375979"/>
        </pc:sldMkLst>
      </pc:sldChg>
      <pc:sldChg chg="modSp mod">
        <pc:chgData name="Vanhauwaert, Wim" userId="88f3e010-33d6-4c8b-8703-2e7894de5501" providerId="ADAL" clId="{81F9FB95-3C97-42CD-AE47-BC9F4CD5ADE8}" dt="2024-12-17T15:33:54.027" v="1781" actId="14100"/>
        <pc:sldMkLst>
          <pc:docMk/>
          <pc:sldMk cId="774052657" sldId="2147375984"/>
        </pc:sldMkLst>
      </pc:sldChg>
      <pc:sldChg chg="modSp del mod">
        <pc:chgData name="Vanhauwaert, Wim" userId="88f3e010-33d6-4c8b-8703-2e7894de5501" providerId="ADAL" clId="{81F9FB95-3C97-42CD-AE47-BC9F4CD5ADE8}" dt="2024-12-17T12:37:07.213" v="1778" actId="47"/>
        <pc:sldMkLst>
          <pc:docMk/>
          <pc:sldMk cId="1796115504" sldId="2147375985"/>
        </pc:sldMkLst>
      </pc:sldChg>
      <pc:sldChg chg="modSp mod">
        <pc:chgData name="Vanhauwaert, Wim" userId="88f3e010-33d6-4c8b-8703-2e7894de5501" providerId="ADAL" clId="{81F9FB95-3C97-42CD-AE47-BC9F4CD5ADE8}" dt="2024-12-17T15:33:59.210" v="1782" actId="14100"/>
        <pc:sldMkLst>
          <pc:docMk/>
          <pc:sldMk cId="904173229" sldId="2147375986"/>
        </pc:sldMkLst>
      </pc:sldChg>
      <pc:sldChg chg="modSp del mod">
        <pc:chgData name="Vanhauwaert, Wim" userId="88f3e010-33d6-4c8b-8703-2e7894de5501" providerId="ADAL" clId="{81F9FB95-3C97-42CD-AE47-BC9F4CD5ADE8}" dt="2024-12-05T07:55:47.637" v="1741" actId="47"/>
        <pc:sldMkLst>
          <pc:docMk/>
          <pc:sldMk cId="3077387386" sldId="2147480219"/>
        </pc:sldMkLst>
      </pc:sldChg>
      <pc:sldChg chg="modSp mod">
        <pc:chgData name="Vanhauwaert, Wim" userId="88f3e010-33d6-4c8b-8703-2e7894de5501" providerId="ADAL" clId="{81F9FB95-3C97-42CD-AE47-BC9F4CD5ADE8}" dt="2024-12-05T08:00:12.783" v="1768" actId="20577"/>
        <pc:sldMkLst>
          <pc:docMk/>
          <pc:sldMk cId="805473583" sldId="2147483645"/>
        </pc:sldMkLst>
      </pc:sldChg>
      <pc:sldChg chg="modSp mod">
        <pc:chgData name="Vanhauwaert, Wim" userId="88f3e010-33d6-4c8b-8703-2e7894de5501" providerId="ADAL" clId="{81F9FB95-3C97-42CD-AE47-BC9F4CD5ADE8}" dt="2024-12-17T15:34:06.181" v="1783" actId="14100"/>
        <pc:sldMkLst>
          <pc:docMk/>
          <pc:sldMk cId="2221270225" sldId="2147483646"/>
        </pc:sldMkLst>
      </pc:sldChg>
      <pc:sldChg chg="modSp add del mod">
        <pc:chgData name="Vanhauwaert, Wim" userId="88f3e010-33d6-4c8b-8703-2e7894de5501" providerId="ADAL" clId="{81F9FB95-3C97-42CD-AE47-BC9F4CD5ADE8}" dt="2024-12-05T08:05:25.693" v="1776" actId="14100"/>
        <pc:sldMkLst>
          <pc:docMk/>
          <pc:sldMk cId="258592357" sldId="2147483647"/>
        </pc:sldMkLst>
      </pc:sldChg>
      <pc:sldChg chg="add del">
        <pc:chgData name="Vanhauwaert, Wim" userId="88f3e010-33d6-4c8b-8703-2e7894de5501" providerId="ADAL" clId="{81F9FB95-3C97-42CD-AE47-BC9F4CD5ADE8}" dt="2024-11-23T08:42:07.167" v="543"/>
        <pc:sldMkLst>
          <pc:docMk/>
          <pc:sldMk cId="1978707131" sldId="2147483647"/>
        </pc:sldMkLst>
      </pc:sldChg>
    </pc:docChg>
  </pc:docChgLst>
  <pc:docChgLst>
    <pc:chgData name="Vanhauwaert, Wim" userId="88f3e010-33d6-4c8b-8703-2e7894de5501" providerId="ADAL" clId="{FDF7D63B-8CCA-4CC2-9FB2-9F26662DB295}"/>
    <pc:docChg chg="undo redo custSel addSld delSld modSld modSection">
      <pc:chgData name="Vanhauwaert, Wim" userId="88f3e010-33d6-4c8b-8703-2e7894de5501" providerId="ADAL" clId="{FDF7D63B-8CCA-4CC2-9FB2-9F26662DB295}" dt="2024-11-07T08:45:03.317" v="6544" actId="47"/>
      <pc:docMkLst>
        <pc:docMk/>
      </pc:docMkLst>
      <pc:sldChg chg="add del">
        <pc:chgData name="Vanhauwaert, Wim" userId="88f3e010-33d6-4c8b-8703-2e7894de5501" providerId="ADAL" clId="{FDF7D63B-8CCA-4CC2-9FB2-9F26662DB295}" dt="2024-11-07T08:43:50.847" v="6542" actId="47"/>
        <pc:sldMkLst>
          <pc:docMk/>
          <pc:sldMk cId="2604641606" sldId="256"/>
        </pc:sldMkLst>
      </pc:sldChg>
      <pc:sldChg chg="add del">
        <pc:chgData name="Vanhauwaert, Wim" userId="88f3e010-33d6-4c8b-8703-2e7894de5501" providerId="ADAL" clId="{FDF7D63B-8CCA-4CC2-9FB2-9F26662DB295}" dt="2024-11-01T09:12:07.685" v="6525" actId="47"/>
        <pc:sldMkLst>
          <pc:docMk/>
          <pc:sldMk cId="4163406527" sldId="260"/>
        </pc:sldMkLst>
      </pc:sldChg>
      <pc:sldChg chg="delSp modSp del mod modNotes modNotesTx">
        <pc:chgData name="Vanhauwaert, Wim" userId="88f3e010-33d6-4c8b-8703-2e7894de5501" providerId="ADAL" clId="{FDF7D63B-8CCA-4CC2-9FB2-9F26662DB295}" dt="2024-11-07T08:43:25.547" v="6540" actId="47"/>
        <pc:sldMkLst>
          <pc:docMk/>
          <pc:sldMk cId="822095774" sldId="1015"/>
        </pc:sldMkLst>
      </pc:sldChg>
      <pc:sldChg chg="del">
        <pc:chgData name="Vanhauwaert, Wim" userId="88f3e010-33d6-4c8b-8703-2e7894de5501" providerId="ADAL" clId="{FDF7D63B-8CCA-4CC2-9FB2-9F26662DB295}" dt="2024-10-03T12:35:40.232" v="6439" actId="47"/>
        <pc:sldMkLst>
          <pc:docMk/>
          <pc:sldMk cId="459181259" sldId="2147375880"/>
        </pc:sldMkLst>
      </pc:sldChg>
      <pc:sldChg chg="add del modNotesTx">
        <pc:chgData name="Vanhauwaert, Wim" userId="88f3e010-33d6-4c8b-8703-2e7894de5501" providerId="ADAL" clId="{FDF7D63B-8CCA-4CC2-9FB2-9F26662DB295}" dt="2024-11-07T08:45:03.317" v="6544" actId="47"/>
        <pc:sldMkLst>
          <pc:docMk/>
          <pc:sldMk cId="1571503546" sldId="2147375959"/>
        </pc:sldMkLst>
      </pc:sldChg>
      <pc:sldChg chg="delSp modSp mod modNotes modNotesTx">
        <pc:chgData name="Vanhauwaert, Wim" userId="88f3e010-33d6-4c8b-8703-2e7894de5501" providerId="ADAL" clId="{FDF7D63B-8CCA-4CC2-9FB2-9F26662DB295}" dt="2024-10-21T07:48:07.112" v="6472" actId="478"/>
        <pc:sldMkLst>
          <pc:docMk/>
          <pc:sldMk cId="2715639531" sldId="2147375973"/>
        </pc:sldMkLst>
      </pc:sldChg>
      <pc:sldChg chg="addSp delSp modSp mod modNotes modNotesTx">
        <pc:chgData name="Vanhauwaert, Wim" userId="88f3e010-33d6-4c8b-8703-2e7894de5501" providerId="ADAL" clId="{FDF7D63B-8CCA-4CC2-9FB2-9F26662DB295}" dt="2024-11-02T08:15:21.916" v="6531"/>
        <pc:sldMkLst>
          <pc:docMk/>
          <pc:sldMk cId="756177507" sldId="2147375979"/>
        </pc:sldMkLst>
      </pc:sldChg>
      <pc:sldChg chg="addSp modSp del mod modNotes modNotesTx">
        <pc:chgData name="Vanhauwaert, Wim" userId="88f3e010-33d6-4c8b-8703-2e7894de5501" providerId="ADAL" clId="{FDF7D63B-8CCA-4CC2-9FB2-9F26662DB295}" dt="2024-10-03T12:27:54.436" v="6426" actId="47"/>
        <pc:sldMkLst>
          <pc:docMk/>
          <pc:sldMk cId="2428169858" sldId="2147375983"/>
        </pc:sldMkLst>
      </pc:sldChg>
      <pc:sldChg chg="delSp modSp add del mod modNotes modNotesTx">
        <pc:chgData name="Vanhauwaert, Wim" userId="88f3e010-33d6-4c8b-8703-2e7894de5501" providerId="ADAL" clId="{FDF7D63B-8CCA-4CC2-9FB2-9F26662DB295}" dt="2024-11-07T08:43:39.808" v="6541"/>
        <pc:sldMkLst>
          <pc:docMk/>
          <pc:sldMk cId="774052657" sldId="2147375984"/>
        </pc:sldMkLst>
      </pc:sldChg>
      <pc:sldChg chg="addSp delSp modSp add del mod modAnim modNotes modNotesTx">
        <pc:chgData name="Vanhauwaert, Wim" userId="88f3e010-33d6-4c8b-8703-2e7894de5501" providerId="ADAL" clId="{FDF7D63B-8CCA-4CC2-9FB2-9F26662DB295}" dt="2024-11-07T08:43:21.546" v="6539"/>
        <pc:sldMkLst>
          <pc:docMk/>
          <pc:sldMk cId="1796115504" sldId="2147375985"/>
        </pc:sldMkLst>
      </pc:sldChg>
      <pc:sldChg chg="delSp modSp add del mod modNotes modNotesTx">
        <pc:chgData name="Vanhauwaert, Wim" userId="88f3e010-33d6-4c8b-8703-2e7894de5501" providerId="ADAL" clId="{FDF7D63B-8CCA-4CC2-9FB2-9F26662DB295}" dt="2024-11-07T08:43:39.808" v="6541"/>
        <pc:sldMkLst>
          <pc:docMk/>
          <pc:sldMk cId="904173229" sldId="2147375986"/>
        </pc:sldMkLst>
      </pc:sldChg>
      <pc:sldChg chg="addSp delSp modSp del mod modNotes modNotesTx">
        <pc:chgData name="Vanhauwaert, Wim" userId="88f3e010-33d6-4c8b-8703-2e7894de5501" providerId="ADAL" clId="{FDF7D63B-8CCA-4CC2-9FB2-9F26662DB295}" dt="2024-10-17T19:26:59.214" v="6465" actId="47"/>
        <pc:sldMkLst>
          <pc:docMk/>
          <pc:sldMk cId="818991689" sldId="2147375987"/>
        </pc:sldMkLst>
      </pc:sldChg>
      <pc:sldChg chg="addSp delSp modSp add del mod modNotesTx">
        <pc:chgData name="Vanhauwaert, Wim" userId="88f3e010-33d6-4c8b-8703-2e7894de5501" providerId="ADAL" clId="{FDF7D63B-8CCA-4CC2-9FB2-9F26662DB295}" dt="2024-10-26T14:39:08.257" v="6521" actId="47"/>
        <pc:sldMkLst>
          <pc:docMk/>
          <pc:sldMk cId="805473583" sldId="2147375988"/>
        </pc:sldMkLst>
      </pc:sldChg>
      <pc:sldChg chg="new del">
        <pc:chgData name="Vanhauwaert, Wim" userId="88f3e010-33d6-4c8b-8703-2e7894de5501" providerId="ADAL" clId="{FDF7D63B-8CCA-4CC2-9FB2-9F26662DB295}" dt="2024-09-23T11:29:41.897" v="5004" actId="47"/>
        <pc:sldMkLst>
          <pc:docMk/>
          <pc:sldMk cId="2906435529" sldId="2147375988"/>
        </pc:sldMkLst>
      </pc:sldChg>
      <pc:sldChg chg="addSp delSp modSp add del mod delAnim">
        <pc:chgData name="Vanhauwaert, Wim" userId="88f3e010-33d6-4c8b-8703-2e7894de5501" providerId="ADAL" clId="{FDF7D63B-8CCA-4CC2-9FB2-9F26662DB295}" dt="2024-09-12T12:51:34.495" v="3775" actId="47"/>
        <pc:sldMkLst>
          <pc:docMk/>
          <pc:sldMk cId="2937958073" sldId="2147375988"/>
        </pc:sldMkLst>
      </pc:sldChg>
      <pc:sldChg chg="addSp delSp modSp add del mod delAnim modNotesTx">
        <pc:chgData name="Vanhauwaert, Wim" userId="88f3e010-33d6-4c8b-8703-2e7894de5501" providerId="ADAL" clId="{FDF7D63B-8CCA-4CC2-9FB2-9F26662DB295}" dt="2024-09-30T15:14:28.042" v="6396" actId="47"/>
        <pc:sldMkLst>
          <pc:docMk/>
          <pc:sldMk cId="1620215312" sldId="2147375989"/>
        </pc:sldMkLst>
      </pc:sldChg>
      <pc:sldChg chg="addSp delSp modSp new del mod modClrScheme chgLayout">
        <pc:chgData name="Vanhauwaert, Wim" userId="88f3e010-33d6-4c8b-8703-2e7894de5501" providerId="ADAL" clId="{FDF7D63B-8CCA-4CC2-9FB2-9F26662DB295}" dt="2024-09-12T12:51:34.495" v="3775" actId="47"/>
        <pc:sldMkLst>
          <pc:docMk/>
          <pc:sldMk cId="3268412628" sldId="2147375989"/>
        </pc:sldMkLst>
      </pc:sldChg>
      <pc:sldChg chg="add del">
        <pc:chgData name="Vanhauwaert, Wim" userId="88f3e010-33d6-4c8b-8703-2e7894de5501" providerId="ADAL" clId="{FDF7D63B-8CCA-4CC2-9FB2-9F26662DB295}" dt="2024-09-30T08:09:31.662" v="6077" actId="47"/>
        <pc:sldMkLst>
          <pc:docMk/>
          <pc:sldMk cId="4278188168" sldId="2147375989"/>
        </pc:sldMkLst>
      </pc:sldChg>
      <pc:sldChg chg="addSp delSp modSp add del mod">
        <pc:chgData name="Vanhauwaert, Wim" userId="88f3e010-33d6-4c8b-8703-2e7894de5501" providerId="ADAL" clId="{FDF7D63B-8CCA-4CC2-9FB2-9F26662DB295}" dt="2024-09-12T12:51:34.495" v="3775" actId="47"/>
        <pc:sldMkLst>
          <pc:docMk/>
          <pc:sldMk cId="263167248" sldId="2147375990"/>
        </pc:sldMkLst>
      </pc:sldChg>
      <pc:sldChg chg="addSp delSp modSp add del mod">
        <pc:chgData name="Vanhauwaert, Wim" userId="88f3e010-33d6-4c8b-8703-2e7894de5501" providerId="ADAL" clId="{FDF7D63B-8CCA-4CC2-9FB2-9F26662DB295}" dt="2024-09-02T07:51:31.179" v="1461" actId="47"/>
        <pc:sldMkLst>
          <pc:docMk/>
          <pc:sldMk cId="1144486764" sldId="2147375990"/>
        </pc:sldMkLst>
      </pc:sldChg>
      <pc:sldChg chg="addSp delSp modSp add del mod">
        <pc:chgData name="Vanhauwaert, Wim" userId="88f3e010-33d6-4c8b-8703-2e7894de5501" providerId="ADAL" clId="{FDF7D63B-8CCA-4CC2-9FB2-9F26662DB295}" dt="2024-09-30T15:14:28.042" v="6396" actId="47"/>
        <pc:sldMkLst>
          <pc:docMk/>
          <pc:sldMk cId="3680188983" sldId="2147375990"/>
        </pc:sldMkLst>
      </pc:sldChg>
      <pc:sldChg chg="addSp delSp modSp new del mod">
        <pc:chgData name="Vanhauwaert, Wim" userId="88f3e010-33d6-4c8b-8703-2e7894de5501" providerId="ADAL" clId="{FDF7D63B-8CCA-4CC2-9FB2-9F26662DB295}" dt="2024-09-12T12:51:34.495" v="3775" actId="47"/>
        <pc:sldMkLst>
          <pc:docMk/>
          <pc:sldMk cId="2226412597" sldId="2147375991"/>
        </pc:sldMkLst>
      </pc:sldChg>
      <pc:sldChg chg="modSp add del mod">
        <pc:chgData name="Vanhauwaert, Wim" userId="88f3e010-33d6-4c8b-8703-2e7894de5501" providerId="ADAL" clId="{FDF7D63B-8CCA-4CC2-9FB2-9F26662DB295}" dt="2024-09-12T12:42:02.790" v="3621" actId="2696"/>
        <pc:sldMkLst>
          <pc:docMk/>
          <pc:sldMk cId="1643007350" sldId="2147375992"/>
        </pc:sldMkLst>
      </pc:sldChg>
      <pc:sldChg chg="add del">
        <pc:chgData name="Vanhauwaert, Wim" userId="88f3e010-33d6-4c8b-8703-2e7894de5501" providerId="ADAL" clId="{FDF7D63B-8CCA-4CC2-9FB2-9F26662DB295}" dt="2024-09-12T12:36:05.991" v="3492" actId="2696"/>
        <pc:sldMkLst>
          <pc:docMk/>
          <pc:sldMk cId="2027394142" sldId="2147375992"/>
        </pc:sldMkLst>
      </pc:sldChg>
      <pc:sldChg chg="modSp add del mod">
        <pc:chgData name="Vanhauwaert, Wim" userId="88f3e010-33d6-4c8b-8703-2e7894de5501" providerId="ADAL" clId="{FDF7D63B-8CCA-4CC2-9FB2-9F26662DB295}" dt="2024-09-12T12:51:34.495" v="3775" actId="47"/>
        <pc:sldMkLst>
          <pc:docMk/>
          <pc:sldMk cId="3485700255" sldId="2147375992"/>
        </pc:sldMkLst>
      </pc:sldChg>
      <pc:sldChg chg="add del">
        <pc:chgData name="Vanhauwaert, Wim" userId="88f3e010-33d6-4c8b-8703-2e7894de5501" providerId="ADAL" clId="{FDF7D63B-8CCA-4CC2-9FB2-9F26662DB295}" dt="2024-11-07T08:43:21.546" v="6539"/>
        <pc:sldMkLst>
          <pc:docMk/>
          <pc:sldMk cId="3077387386" sldId="2147480219"/>
        </pc:sldMkLst>
      </pc:sldChg>
      <pc:sldChg chg="add del">
        <pc:chgData name="Vanhauwaert, Wim" userId="88f3e010-33d6-4c8b-8703-2e7894de5501" providerId="ADAL" clId="{FDF7D63B-8CCA-4CC2-9FB2-9F26662DB295}" dt="2024-10-21T07:47:25.194" v="6468"/>
        <pc:sldMkLst>
          <pc:docMk/>
          <pc:sldMk cId="951181266" sldId="2147483642"/>
        </pc:sldMkLst>
      </pc:sldChg>
      <pc:sldChg chg="add del">
        <pc:chgData name="Vanhauwaert, Wim" userId="88f3e010-33d6-4c8b-8703-2e7894de5501" providerId="ADAL" clId="{FDF7D63B-8CCA-4CC2-9FB2-9F26662DB295}" dt="2024-10-21T07:47:27.203" v="6469" actId="47"/>
        <pc:sldMkLst>
          <pc:docMk/>
          <pc:sldMk cId="2783715523" sldId="2147483643"/>
        </pc:sldMkLst>
      </pc:sldChg>
      <pc:sldChg chg="add del">
        <pc:chgData name="Vanhauwaert, Wim" userId="88f3e010-33d6-4c8b-8703-2e7894de5501" providerId="ADAL" clId="{FDF7D63B-8CCA-4CC2-9FB2-9F26662DB295}" dt="2024-10-21T07:47:54.495" v="6471"/>
        <pc:sldMkLst>
          <pc:docMk/>
          <pc:sldMk cId="3893197677" sldId="2147483643"/>
        </pc:sldMkLst>
      </pc:sldChg>
      <pc:sldChg chg="addSp delSp modSp new mod modClrScheme chgLayout">
        <pc:chgData name="Vanhauwaert, Wim" userId="88f3e010-33d6-4c8b-8703-2e7894de5501" providerId="ADAL" clId="{FDF7D63B-8CCA-4CC2-9FB2-9F26662DB295}" dt="2024-10-24T13:28:00.639" v="6474" actId="700"/>
        <pc:sldMkLst>
          <pc:docMk/>
          <pc:sldMk cId="4220193644" sldId="2147483643"/>
        </pc:sldMkLst>
      </pc:sldChg>
      <pc:sldChg chg="add del">
        <pc:chgData name="Vanhauwaert, Wim" userId="88f3e010-33d6-4c8b-8703-2e7894de5501" providerId="ADAL" clId="{FDF7D63B-8CCA-4CC2-9FB2-9F26662DB295}" dt="2024-10-21T07:47:54.495" v="6471"/>
        <pc:sldMkLst>
          <pc:docMk/>
          <pc:sldMk cId="317112295" sldId="2147483644"/>
        </pc:sldMkLst>
      </pc:sldChg>
      <pc:sldChg chg="addSp delSp modSp add mod delAnim">
        <pc:chgData name="Vanhauwaert, Wim" userId="88f3e010-33d6-4c8b-8703-2e7894de5501" providerId="ADAL" clId="{FDF7D63B-8CCA-4CC2-9FB2-9F26662DB295}" dt="2024-11-01T09:04:33.206" v="6523" actId="1076"/>
        <pc:sldMkLst>
          <pc:docMk/>
          <pc:sldMk cId="4280901584" sldId="2147483644"/>
        </pc:sldMkLst>
      </pc:sldChg>
      <pc:sldChg chg="add">
        <pc:chgData name="Vanhauwaert, Wim" userId="88f3e010-33d6-4c8b-8703-2e7894de5501" providerId="ADAL" clId="{FDF7D63B-8CCA-4CC2-9FB2-9F26662DB295}" dt="2024-11-01T09:12:04.007" v="6524"/>
        <pc:sldMkLst>
          <pc:docMk/>
          <pc:sldMk cId="805473583" sldId="2147483645"/>
        </pc:sldMkLst>
      </pc:sldChg>
      <pc:sldChg chg="add del">
        <pc:chgData name="Vanhauwaert, Wim" userId="88f3e010-33d6-4c8b-8703-2e7894de5501" providerId="ADAL" clId="{FDF7D63B-8CCA-4CC2-9FB2-9F26662DB295}" dt="2024-10-21T07:47:54.495" v="6471"/>
        <pc:sldMkLst>
          <pc:docMk/>
          <pc:sldMk cId="2471668198" sldId="2147483645"/>
        </pc:sldMkLst>
      </pc:sldChg>
      <pc:sldChg chg="add">
        <pc:chgData name="Vanhauwaert, Wim" userId="88f3e010-33d6-4c8b-8703-2e7894de5501" providerId="ADAL" clId="{FDF7D63B-8CCA-4CC2-9FB2-9F26662DB295}" dt="2024-11-07T08:45:00.905" v="6543"/>
        <pc:sldMkLst>
          <pc:docMk/>
          <pc:sldMk cId="2221270225" sldId="2147483646"/>
        </pc:sldMkLst>
      </pc:sldChg>
      <pc:sldChg chg="add del">
        <pc:chgData name="Vanhauwaert, Wim" userId="88f3e010-33d6-4c8b-8703-2e7894de5501" providerId="ADAL" clId="{FDF7D63B-8CCA-4CC2-9FB2-9F26662DB295}" dt="2024-11-07T08:43:25.547" v="6540" actId="47"/>
        <pc:sldMkLst>
          <pc:docMk/>
          <pc:sldMk cId="2643222230" sldId="2147483646"/>
        </pc:sldMkLst>
      </pc:sldChg>
      <pc:sldChg chg="add del">
        <pc:chgData name="Vanhauwaert, Wim" userId="88f3e010-33d6-4c8b-8703-2e7894de5501" providerId="ADAL" clId="{FDF7D63B-8CCA-4CC2-9FB2-9F26662DB295}" dt="2024-11-07T08:43:50.847" v="6542" actId="47"/>
        <pc:sldMkLst>
          <pc:docMk/>
          <pc:sldMk cId="465051668" sldId="2147483647"/>
        </pc:sldMkLst>
      </pc:sldChg>
    </pc:docChg>
  </pc:docChgLst>
  <pc:docChgLst>
    <pc:chgData name="Vanhauwaert, Wim" userId="88f3e010-33d6-4c8b-8703-2e7894de5501" providerId="ADAL" clId="{132B32C1-364A-407E-9C8A-7F4637FCD185}"/>
    <pc:docChg chg="undo custSel modSld">
      <pc:chgData name="Vanhauwaert, Wim" userId="88f3e010-33d6-4c8b-8703-2e7894de5501" providerId="ADAL" clId="{132B32C1-364A-407E-9C8A-7F4637FCD185}" dt="2025-03-10T16:23:14.786" v="2" actId="14100"/>
      <pc:docMkLst>
        <pc:docMk/>
      </pc:docMkLst>
      <pc:sldChg chg="modSp mod">
        <pc:chgData name="Vanhauwaert, Wim" userId="88f3e010-33d6-4c8b-8703-2e7894de5501" providerId="ADAL" clId="{132B32C1-364A-407E-9C8A-7F4637FCD185}" dt="2025-03-10T16:23:14.786" v="2" actId="14100"/>
        <pc:sldMkLst>
          <pc:docMk/>
          <pc:sldMk cId="2715639531" sldId="214737597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154142-DEDA-1343-ACBF-88E53F7A9F8A}" type="datetimeFigureOut">
              <a:rPr lang="en-US" smtClean="0"/>
              <a:t>8/21/2025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CF3E68-592D-874C-9621-BB6EA5CE7433}" type="slidenum">
              <a:rPr lang="en-US" smtClean="0"/>
              <a:t>‹#›</a:t>
            </a:fld>
            <a:endParaRPr lang="en-US"/>
          </a:p>
        </p:txBody>
      </p:sp>
    </p:spTree>
    <p:extLst>
      <p:ext uri="{BB962C8B-B14F-4D97-AF65-F5344CB8AC3E}">
        <p14:creationId xmlns:p14="http://schemas.microsoft.com/office/powerpoint/2010/main" val="93700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F305D41-3DE2-2746-B1F6-A2D24F7C3EB5}" type="datetimeyyyy">
              <a:rPr lang="en-US" sz="1200" b="1" i="0" u="none" strike="noStrike" smtClean="0">
                <a:solidFill>
                  <a:schemeClr val="accent2">
                    <a:lumMod val="50000"/>
                  </a:schemeClr>
                </a:solidFill>
                <a:effectLst/>
              </a:rPr>
              <a:pPr marL="0" marR="0" lvl="0" indent="0" algn="l" defTabSz="914400" rtl="0" eaLnBrk="1" fontAlgn="auto" latinLnBrk="0" hangingPunct="1">
                <a:lnSpc>
                  <a:spcPct val="100000"/>
                </a:lnSpc>
                <a:spcBef>
                  <a:spcPts val="0"/>
                </a:spcBef>
                <a:spcAft>
                  <a:spcPts val="0"/>
                </a:spcAft>
                <a:buClrTx/>
                <a:buSzTx/>
                <a:buFontTx/>
                <a:buNone/>
                <a:tabLst/>
                <a:defRPr/>
              </a:pPr>
              <a:t>2025</a:t>
            </a:fld>
            <a:r>
              <a:rPr lang="en-GB" sz="1200" b="1" i="0" u="none" strike="noStrike">
                <a:solidFill>
                  <a:schemeClr val="accent2">
                    <a:lumMod val="50000"/>
                  </a:schemeClr>
                </a:solidFill>
                <a:effectLst/>
              </a:rPr>
              <a:t> © delaware</a:t>
            </a:r>
            <a:r>
              <a:rPr lang="en-US" sz="1200" b="1" i="0" u="none" strike="noStrike">
                <a:solidFill>
                  <a:schemeClr val="accent2">
                    <a:lumMod val="50000"/>
                  </a:schemeClr>
                </a:solidFill>
                <a:effectLst/>
                <a:latin typeface="+mn-lt"/>
              </a:rPr>
              <a:t> </a:t>
            </a:r>
            <a:r>
              <a:rPr lang="en-US" sz="1200" b="0" i="0" u="none" strike="noStrike">
                <a:solidFill>
                  <a:schemeClr val="accent2">
                    <a:lumMod val="50000"/>
                  </a:schemeClr>
                </a:solidFill>
                <a:effectLst/>
                <a:latin typeface="+mn-lt"/>
              </a:rPr>
              <a:t>(general)</a:t>
            </a:r>
            <a:endParaRPr lang="en-GB" sz="1200" b="1" i="0" u="none" strike="noStrike">
              <a:solidFill>
                <a:srgbClr val="000000"/>
              </a:solidFill>
              <a:effectLst/>
              <a:latin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fld id="{EE180420-38CB-9042-9B1B-0DC4ABEDFD72}" type="datetimeyyyy">
              <a:rPr lang="en-US" sz="1200" b="1" i="0" u="none" strike="noStrike" smtClean="0">
                <a:solidFill>
                  <a:srgbClr val="000000"/>
                </a:solidFill>
                <a:effectLst/>
                <a:latin typeface="Calibri" panose="020F050202020403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2025</a:t>
            </a:fld>
            <a:r>
              <a:rPr lang="en-GB" sz="1200" b="1" i="0" u="none" strike="noStrike">
                <a:solidFill>
                  <a:srgbClr val="000000"/>
                </a:solidFill>
                <a:effectLst/>
                <a:latin typeface="Calibri" panose="020F0502020204030204" pitchFamily="34" charset="0"/>
              </a:rPr>
              <a:t> © delaware </a:t>
            </a:r>
            <a:r>
              <a:rPr lang="en-GB" sz="1200" b="0" i="0" u="none" strike="noStrike">
                <a:solidFill>
                  <a:srgbClr val="212121"/>
                </a:solidFill>
                <a:effectLst/>
                <a:latin typeface="Calibri" panose="020F0502020204030204" pitchFamily="34" charset="0"/>
              </a:rPr>
              <a:t>-</a:t>
            </a:r>
            <a:r>
              <a:rPr lang="en-GB" sz="1200" b="0" i="0" u="none" strike="noStrike">
                <a:solidFill>
                  <a:srgbClr val="000000"/>
                </a:solidFill>
                <a:effectLst/>
                <a:latin typeface="Calibri" panose="020F0502020204030204" pitchFamily="34" charset="0"/>
              </a:rPr>
              <a:t> </a:t>
            </a:r>
            <a:r>
              <a:rPr lang="en-GB" sz="1200" b="1" i="0" u="none" strike="noStrike">
                <a:solidFill>
                  <a:srgbClr val="000000"/>
                </a:solidFill>
                <a:effectLst/>
                <a:latin typeface="Calibri" panose="020F0502020204030204" pitchFamily="34" charset="0"/>
              </a:rPr>
              <a:t>For internal use only </a:t>
            </a:r>
            <a:r>
              <a:rPr lang="en-GB" sz="1200" b="0" i="0" u="none" strike="noStrike">
                <a:solidFill>
                  <a:srgbClr val="000000"/>
                </a:solidFill>
                <a:effectLst/>
                <a:latin typeface="Calibri" panose="020F0502020204030204" pitchFamily="34" charset="0"/>
              </a:rPr>
              <a:t>(</a:t>
            </a:r>
            <a:r>
              <a:rPr lang="en-GB" sz="1200" b="0" i="0" u="none" strike="noStrike">
                <a:solidFill>
                  <a:srgbClr val="185ABD"/>
                </a:solidFill>
                <a:effectLst/>
                <a:latin typeface="Calibri Light" panose="020F0302020204030204" pitchFamily="34" charset="0"/>
              </a:rPr>
              <a:t>for training and guidelines</a:t>
            </a:r>
            <a:r>
              <a:rPr lang="en-GB" sz="1200" b="1" i="0" u="none" strike="noStrike">
                <a:solidFill>
                  <a:srgbClr val="212121"/>
                </a:solidFill>
                <a:effectLst/>
                <a:latin typeface="Calibri" panose="020F050202020403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fld id="{4F0BDE3B-F2D7-6F4D-9D1B-6F734A41A945}" type="datetimeyyyy">
              <a:rPr lang="en-US" sz="1200" b="1" i="0" u="none" strike="noStrike" smtClean="0">
                <a:solidFill>
                  <a:srgbClr val="000000"/>
                </a:solidFill>
                <a:effectLst/>
                <a:latin typeface="Calibri" panose="020F050202020403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2025</a:t>
            </a:fld>
            <a:r>
              <a:rPr lang="en-GB" sz="1200" b="1" i="0" u="none" strike="noStrike">
                <a:solidFill>
                  <a:srgbClr val="000000"/>
                </a:solidFill>
                <a:effectLst/>
                <a:latin typeface="Calibri" panose="020F0502020204030204" pitchFamily="34" charset="0"/>
              </a:rPr>
              <a:t> © delaware - Confidential  </a:t>
            </a:r>
            <a:r>
              <a:rPr lang="en-GB" sz="1200" b="0" i="0" u="none" strike="noStrike">
                <a:solidFill>
                  <a:srgbClr val="000000"/>
                </a:solidFill>
                <a:effectLst/>
                <a:latin typeface="Calibri" panose="020F0502020204030204" pitchFamily="34" charset="0"/>
              </a:rPr>
              <a:t>(</a:t>
            </a:r>
            <a:r>
              <a:rPr lang="en-GB" sz="1200" b="0" i="0" u="none" strike="noStrike">
                <a:solidFill>
                  <a:srgbClr val="185ABD"/>
                </a:solidFill>
                <a:effectLst/>
                <a:latin typeface="Calibri Light" panose="020F0302020204030204" pitchFamily="34" charset="0"/>
              </a:rPr>
              <a:t>for commercial proposals to customers)</a:t>
            </a:r>
          </a:p>
        </p:txBody>
      </p:sp>
      <p:sp>
        <p:nvSpPr>
          <p:cNvPr id="4" name="Slide Number Placeholder 3"/>
          <p:cNvSpPr>
            <a:spLocks noGrp="1"/>
          </p:cNvSpPr>
          <p:nvPr>
            <p:ph type="sldNum" sz="quarter" idx="5"/>
          </p:nvPr>
        </p:nvSpPr>
        <p:spPr/>
        <p:txBody>
          <a:bodyPr/>
          <a:lstStyle/>
          <a:p>
            <a:fld id="{B0CF3E68-592D-874C-9621-BB6EA5CE7433}" type="slidenum">
              <a:rPr lang="en-US" smtClean="0"/>
              <a:t>1</a:t>
            </a:fld>
            <a:endParaRPr lang="en-US"/>
          </a:p>
        </p:txBody>
      </p:sp>
    </p:spTree>
    <p:extLst>
      <p:ext uri="{BB962C8B-B14F-4D97-AF65-F5344CB8AC3E}">
        <p14:creationId xmlns:p14="http://schemas.microsoft.com/office/powerpoint/2010/main" val="331309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slide_Lifecycle_01b</a:t>
            </a:r>
          </a:p>
        </p:txBody>
      </p:sp>
      <p:sp>
        <p:nvSpPr>
          <p:cNvPr id="4" name="Slide Number Placeholder 3"/>
          <p:cNvSpPr>
            <a:spLocks noGrp="1"/>
          </p:cNvSpPr>
          <p:nvPr>
            <p:ph type="sldNum" sz="quarter" idx="5"/>
          </p:nvPr>
        </p:nvSpPr>
        <p:spPr/>
        <p:txBody>
          <a:bodyPr/>
          <a:lstStyle/>
          <a:p>
            <a:fld id="{B0CF3E68-592D-874C-9621-BB6EA5CE7433}" type="slidenum">
              <a:rPr lang="en-US" smtClean="0"/>
              <a:t>2</a:t>
            </a:fld>
            <a:endParaRPr lang="en-US"/>
          </a:p>
        </p:txBody>
      </p:sp>
    </p:spTree>
    <p:extLst>
      <p:ext uri="{BB962C8B-B14F-4D97-AF65-F5344CB8AC3E}">
        <p14:creationId xmlns:p14="http://schemas.microsoft.com/office/powerpoint/2010/main" val="33815490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Ref_Lifecycle_01</a:t>
            </a:r>
          </a:p>
        </p:txBody>
      </p:sp>
      <p:sp>
        <p:nvSpPr>
          <p:cNvPr id="4" name="Slide Number Placeholder 3"/>
          <p:cNvSpPr>
            <a:spLocks noGrp="1"/>
          </p:cNvSpPr>
          <p:nvPr>
            <p:ph type="sldNum" sz="quarter" idx="5"/>
          </p:nvPr>
        </p:nvSpPr>
        <p:spPr/>
        <p:txBody>
          <a:bodyPr/>
          <a:lstStyle/>
          <a:p>
            <a:fld id="{B0CF3E68-592D-874C-9621-BB6EA5CE7433}" type="slidenum">
              <a:rPr lang="en-US" smtClean="0"/>
              <a:t>4</a:t>
            </a:fld>
            <a:endParaRPr lang="en-US"/>
          </a:p>
        </p:txBody>
      </p:sp>
    </p:spTree>
    <p:extLst>
      <p:ext uri="{BB962C8B-B14F-4D97-AF65-F5344CB8AC3E}">
        <p14:creationId xmlns:p14="http://schemas.microsoft.com/office/powerpoint/2010/main" val="12133777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Slide_A07Quality_08b</a:t>
            </a:r>
          </a:p>
          <a:p>
            <a:endParaRPr lang="en-US" dirty="0"/>
          </a:p>
        </p:txBody>
      </p:sp>
      <p:sp>
        <p:nvSpPr>
          <p:cNvPr id="4" name="Slide Number Placeholder 3"/>
          <p:cNvSpPr>
            <a:spLocks noGrp="1"/>
          </p:cNvSpPr>
          <p:nvPr>
            <p:ph type="sldNum" sz="quarter" idx="5"/>
          </p:nvPr>
        </p:nvSpPr>
        <p:spPr/>
        <p:txBody>
          <a:bodyPr/>
          <a:lstStyle/>
          <a:p>
            <a:fld id="{B0CF3E68-592D-874C-9621-BB6EA5CE7433}" type="slidenum">
              <a:rPr lang="en-US" smtClean="0"/>
              <a:t>5</a:t>
            </a:fld>
            <a:endParaRPr lang="en-US"/>
          </a:p>
        </p:txBody>
      </p:sp>
    </p:spTree>
    <p:extLst>
      <p:ext uri="{BB962C8B-B14F-4D97-AF65-F5344CB8AC3E}">
        <p14:creationId xmlns:p14="http://schemas.microsoft.com/office/powerpoint/2010/main" val="33441484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3FC94-B046-58C8-282F-FC7E84EA5C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A683A8-4379-8A28-5E97-51E78E36EE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CBB3C5-ACCF-F94A-A954-3B714C1968F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slide_Lifecycle_03</a:t>
            </a:r>
          </a:p>
          <a:p>
            <a:endParaRPr lang="en-US"/>
          </a:p>
        </p:txBody>
      </p:sp>
      <p:sp>
        <p:nvSpPr>
          <p:cNvPr id="4" name="Slide Number Placeholder 3">
            <a:extLst>
              <a:ext uri="{FF2B5EF4-FFF2-40B4-BE49-F238E27FC236}">
                <a16:creationId xmlns:a16="http://schemas.microsoft.com/office/drawing/2014/main" id="{ACC23DE6-DFA0-413B-69A1-DB107826909D}"/>
              </a:ext>
            </a:extLst>
          </p:cNvPr>
          <p:cNvSpPr>
            <a:spLocks noGrp="1"/>
          </p:cNvSpPr>
          <p:nvPr>
            <p:ph type="sldNum" sz="quarter" idx="5"/>
          </p:nvPr>
        </p:nvSpPr>
        <p:spPr/>
        <p:txBody>
          <a:bodyPr/>
          <a:lstStyle/>
          <a:p>
            <a:fld id="{B0CF3E68-592D-874C-9621-BB6EA5CE7433}" type="slidenum">
              <a:rPr lang="en-US" smtClean="0"/>
              <a:t>6</a:t>
            </a:fld>
            <a:endParaRPr lang="en-US"/>
          </a:p>
        </p:txBody>
      </p:sp>
    </p:spTree>
    <p:extLst>
      <p:ext uri="{BB962C8B-B14F-4D97-AF65-F5344CB8AC3E}">
        <p14:creationId xmlns:p14="http://schemas.microsoft.com/office/powerpoint/2010/main" val="39039012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70E1C-8D6B-B0EB-A2D1-ED1825A6D0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B09740-782D-A420-363D-85EDA4DA2A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5F386F-261C-059E-82CC-CA9A957F977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slide_Lifecycle_03</a:t>
            </a:r>
          </a:p>
          <a:p>
            <a:endParaRPr lang="en-US"/>
          </a:p>
        </p:txBody>
      </p:sp>
      <p:sp>
        <p:nvSpPr>
          <p:cNvPr id="4" name="Slide Number Placeholder 3">
            <a:extLst>
              <a:ext uri="{FF2B5EF4-FFF2-40B4-BE49-F238E27FC236}">
                <a16:creationId xmlns:a16="http://schemas.microsoft.com/office/drawing/2014/main" id="{DE9971FA-1206-9B51-5034-62D4C6136971}"/>
              </a:ext>
            </a:extLst>
          </p:cNvPr>
          <p:cNvSpPr>
            <a:spLocks noGrp="1"/>
          </p:cNvSpPr>
          <p:nvPr>
            <p:ph type="sldNum" sz="quarter" idx="5"/>
          </p:nvPr>
        </p:nvSpPr>
        <p:spPr/>
        <p:txBody>
          <a:bodyPr/>
          <a:lstStyle/>
          <a:p>
            <a:fld id="{B0CF3E68-592D-874C-9621-BB6EA5CE7433}" type="slidenum">
              <a:rPr lang="en-US" smtClean="0"/>
              <a:t>7</a:t>
            </a:fld>
            <a:endParaRPr lang="en-US"/>
          </a:p>
        </p:txBody>
      </p:sp>
    </p:spTree>
    <p:extLst>
      <p:ext uri="{BB962C8B-B14F-4D97-AF65-F5344CB8AC3E}">
        <p14:creationId xmlns:p14="http://schemas.microsoft.com/office/powerpoint/2010/main" val="9113300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3FC94-B046-58C8-282F-FC7E84EA5C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A683A8-4379-8A28-5E97-51E78E36EE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CBB3C5-ACCF-F94A-A954-3B714C1968F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slide_Lifecycle_03</a:t>
            </a:r>
          </a:p>
          <a:p>
            <a:endParaRPr lang="en-US"/>
          </a:p>
        </p:txBody>
      </p:sp>
      <p:sp>
        <p:nvSpPr>
          <p:cNvPr id="4" name="Slide Number Placeholder 3">
            <a:extLst>
              <a:ext uri="{FF2B5EF4-FFF2-40B4-BE49-F238E27FC236}">
                <a16:creationId xmlns:a16="http://schemas.microsoft.com/office/drawing/2014/main" id="{ACC23DE6-DFA0-413B-69A1-DB107826909D}"/>
              </a:ext>
            </a:extLst>
          </p:cNvPr>
          <p:cNvSpPr>
            <a:spLocks noGrp="1"/>
          </p:cNvSpPr>
          <p:nvPr>
            <p:ph type="sldNum" sz="quarter" idx="5"/>
          </p:nvPr>
        </p:nvSpPr>
        <p:spPr/>
        <p:txBody>
          <a:bodyPr/>
          <a:lstStyle/>
          <a:p>
            <a:fld id="{B0CF3E68-592D-874C-9621-BB6EA5CE7433}" type="slidenum">
              <a:rPr lang="en-US" smtClean="0"/>
              <a:t>8</a:t>
            </a:fld>
            <a:endParaRPr lang="en-US"/>
          </a:p>
        </p:txBody>
      </p:sp>
    </p:spTree>
    <p:extLst>
      <p:ext uri="{BB962C8B-B14F-4D97-AF65-F5344CB8AC3E}">
        <p14:creationId xmlns:p14="http://schemas.microsoft.com/office/powerpoint/2010/main" val="13306616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DA363-AAFA-B3EF-5301-D55FE0ADD1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1E0400-9C7B-A511-BDBA-6DD660CB7C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096178-C2E5-4462-92FD-3C4B79723A9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slide_Lifecycle_03</a:t>
            </a:r>
          </a:p>
          <a:p>
            <a:endParaRPr lang="en-US"/>
          </a:p>
        </p:txBody>
      </p:sp>
      <p:sp>
        <p:nvSpPr>
          <p:cNvPr id="4" name="Slide Number Placeholder 3">
            <a:extLst>
              <a:ext uri="{FF2B5EF4-FFF2-40B4-BE49-F238E27FC236}">
                <a16:creationId xmlns:a16="http://schemas.microsoft.com/office/drawing/2014/main" id="{6D5E18A6-E0B4-CF4A-410E-6A6864330C7D}"/>
              </a:ext>
            </a:extLst>
          </p:cNvPr>
          <p:cNvSpPr>
            <a:spLocks noGrp="1"/>
          </p:cNvSpPr>
          <p:nvPr>
            <p:ph type="sldNum" sz="quarter" idx="5"/>
          </p:nvPr>
        </p:nvSpPr>
        <p:spPr/>
        <p:txBody>
          <a:bodyPr/>
          <a:lstStyle/>
          <a:p>
            <a:fld id="{B0CF3E68-592D-874C-9621-BB6EA5CE7433}" type="slidenum">
              <a:rPr lang="en-US" smtClean="0"/>
              <a:t>9</a:t>
            </a:fld>
            <a:endParaRPr lang="en-US"/>
          </a:p>
        </p:txBody>
      </p:sp>
    </p:spTree>
    <p:extLst>
      <p:ext uri="{BB962C8B-B14F-4D97-AF65-F5344CB8AC3E}">
        <p14:creationId xmlns:p14="http://schemas.microsoft.com/office/powerpoint/2010/main" val="12107084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5499E-6C4E-65A4-45E7-929A09E774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D36DFF-45A3-2615-3A5F-8DF25699A5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27D8A4-B9AC-4B25-C59E-6E5A4A9A14C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slide_Lifecycle_03</a:t>
            </a:r>
          </a:p>
          <a:p>
            <a:endParaRPr lang="en-US"/>
          </a:p>
        </p:txBody>
      </p:sp>
      <p:sp>
        <p:nvSpPr>
          <p:cNvPr id="4" name="Slide Number Placeholder 3">
            <a:extLst>
              <a:ext uri="{FF2B5EF4-FFF2-40B4-BE49-F238E27FC236}">
                <a16:creationId xmlns:a16="http://schemas.microsoft.com/office/drawing/2014/main" id="{7D626479-BBE4-F6A9-6113-F46030A1BB37}"/>
              </a:ext>
            </a:extLst>
          </p:cNvPr>
          <p:cNvSpPr>
            <a:spLocks noGrp="1"/>
          </p:cNvSpPr>
          <p:nvPr>
            <p:ph type="sldNum" sz="quarter" idx="5"/>
          </p:nvPr>
        </p:nvSpPr>
        <p:spPr/>
        <p:txBody>
          <a:bodyPr/>
          <a:lstStyle/>
          <a:p>
            <a:fld id="{B0CF3E68-592D-874C-9621-BB6EA5CE7433}" type="slidenum">
              <a:rPr lang="en-US" smtClean="0"/>
              <a:t>10</a:t>
            </a:fld>
            <a:endParaRPr lang="en-US"/>
          </a:p>
        </p:txBody>
      </p:sp>
    </p:spTree>
    <p:extLst>
      <p:ext uri="{BB962C8B-B14F-4D97-AF65-F5344CB8AC3E}">
        <p14:creationId xmlns:p14="http://schemas.microsoft.com/office/powerpoint/2010/main" val="37677982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C0C6A-B892-67D7-8A6F-D6A93CBAEF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1CE980-47B9-9E20-BE16-C0F404605E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0C88FA-9C43-9691-CF07-747DAE364B7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slide_Lifecycle_03</a:t>
            </a:r>
          </a:p>
          <a:p>
            <a:endParaRPr lang="en-US"/>
          </a:p>
        </p:txBody>
      </p:sp>
      <p:sp>
        <p:nvSpPr>
          <p:cNvPr id="4" name="Slide Number Placeholder 3">
            <a:extLst>
              <a:ext uri="{FF2B5EF4-FFF2-40B4-BE49-F238E27FC236}">
                <a16:creationId xmlns:a16="http://schemas.microsoft.com/office/drawing/2014/main" id="{FE215815-9B11-7D1C-54D2-1471FFB75EB1}"/>
              </a:ext>
            </a:extLst>
          </p:cNvPr>
          <p:cNvSpPr>
            <a:spLocks noGrp="1"/>
          </p:cNvSpPr>
          <p:nvPr>
            <p:ph type="sldNum" sz="quarter" idx="5"/>
          </p:nvPr>
        </p:nvSpPr>
        <p:spPr/>
        <p:txBody>
          <a:bodyPr/>
          <a:lstStyle/>
          <a:p>
            <a:fld id="{B0CF3E68-592D-874C-9621-BB6EA5CE7433}" type="slidenum">
              <a:rPr lang="en-US" smtClean="0"/>
              <a:t>11</a:t>
            </a:fld>
            <a:endParaRPr lang="en-US"/>
          </a:p>
        </p:txBody>
      </p:sp>
    </p:spTree>
    <p:extLst>
      <p:ext uri="{BB962C8B-B14F-4D97-AF65-F5344CB8AC3E}">
        <p14:creationId xmlns:p14="http://schemas.microsoft.com/office/powerpoint/2010/main" val="8847558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28018-B74D-201D-34DA-492E042E15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269F8C-9DC3-6FD7-65BB-5958923D4E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94640E-0F6A-54CC-6A81-ED7B52E9008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slide_Lifecycle_03</a:t>
            </a:r>
          </a:p>
          <a:p>
            <a:endParaRPr lang="en-US"/>
          </a:p>
        </p:txBody>
      </p:sp>
      <p:sp>
        <p:nvSpPr>
          <p:cNvPr id="4" name="Slide Number Placeholder 3">
            <a:extLst>
              <a:ext uri="{FF2B5EF4-FFF2-40B4-BE49-F238E27FC236}">
                <a16:creationId xmlns:a16="http://schemas.microsoft.com/office/drawing/2014/main" id="{17FB302E-959C-15F7-9551-1FBD93927E8F}"/>
              </a:ext>
            </a:extLst>
          </p:cNvPr>
          <p:cNvSpPr>
            <a:spLocks noGrp="1"/>
          </p:cNvSpPr>
          <p:nvPr>
            <p:ph type="sldNum" sz="quarter" idx="5"/>
          </p:nvPr>
        </p:nvSpPr>
        <p:spPr/>
        <p:txBody>
          <a:bodyPr/>
          <a:lstStyle/>
          <a:p>
            <a:fld id="{B0CF3E68-592D-874C-9621-BB6EA5CE7433}" type="slidenum">
              <a:rPr lang="en-US" smtClean="0"/>
              <a:t>12</a:t>
            </a:fld>
            <a:endParaRPr lang="en-US"/>
          </a:p>
        </p:txBody>
      </p:sp>
    </p:spTree>
    <p:extLst>
      <p:ext uri="{BB962C8B-B14F-4D97-AF65-F5344CB8AC3E}">
        <p14:creationId xmlns:p14="http://schemas.microsoft.com/office/powerpoint/2010/main" val="7307482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08339-20BD-D64D-6CF0-BAB95CA7B5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9CACCC-FFB6-5541-57EE-84B3583DFC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0FA338-03BB-0093-716F-D3D921F4FB1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slide_Lifecycle_03</a:t>
            </a:r>
          </a:p>
          <a:p>
            <a:endParaRPr lang="en-US"/>
          </a:p>
        </p:txBody>
      </p:sp>
      <p:sp>
        <p:nvSpPr>
          <p:cNvPr id="4" name="Slide Number Placeholder 3">
            <a:extLst>
              <a:ext uri="{FF2B5EF4-FFF2-40B4-BE49-F238E27FC236}">
                <a16:creationId xmlns:a16="http://schemas.microsoft.com/office/drawing/2014/main" id="{D6A13C69-9A71-C960-CF1F-18AA8B27BE33}"/>
              </a:ext>
            </a:extLst>
          </p:cNvPr>
          <p:cNvSpPr>
            <a:spLocks noGrp="1"/>
          </p:cNvSpPr>
          <p:nvPr>
            <p:ph type="sldNum" sz="quarter" idx="5"/>
          </p:nvPr>
        </p:nvSpPr>
        <p:spPr/>
        <p:txBody>
          <a:bodyPr/>
          <a:lstStyle/>
          <a:p>
            <a:fld id="{B0CF3E68-592D-874C-9621-BB6EA5CE7433}" type="slidenum">
              <a:rPr lang="en-US" smtClean="0"/>
              <a:t>13</a:t>
            </a:fld>
            <a:endParaRPr lang="en-US"/>
          </a:p>
        </p:txBody>
      </p:sp>
    </p:spTree>
    <p:extLst>
      <p:ext uri="{BB962C8B-B14F-4D97-AF65-F5344CB8AC3E}">
        <p14:creationId xmlns:p14="http://schemas.microsoft.com/office/powerpoint/2010/main" val="1068442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A1BCE-94C4-94DC-B43D-6CC561105F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EF29F0-02C8-ECFA-8103-B0FF09ED00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7519C-03DB-160F-A286-AAED62BA594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slide_Lifecycle_03</a:t>
            </a:r>
          </a:p>
          <a:p>
            <a:endParaRPr lang="en-US"/>
          </a:p>
        </p:txBody>
      </p:sp>
      <p:sp>
        <p:nvSpPr>
          <p:cNvPr id="4" name="Slide Number Placeholder 3">
            <a:extLst>
              <a:ext uri="{FF2B5EF4-FFF2-40B4-BE49-F238E27FC236}">
                <a16:creationId xmlns:a16="http://schemas.microsoft.com/office/drawing/2014/main" id="{82A92491-A998-6EF8-4D79-B630B0D452B6}"/>
              </a:ext>
            </a:extLst>
          </p:cNvPr>
          <p:cNvSpPr>
            <a:spLocks noGrp="1"/>
          </p:cNvSpPr>
          <p:nvPr>
            <p:ph type="sldNum" sz="quarter" idx="5"/>
          </p:nvPr>
        </p:nvSpPr>
        <p:spPr/>
        <p:txBody>
          <a:bodyPr/>
          <a:lstStyle/>
          <a:p>
            <a:fld id="{B0CF3E68-592D-874C-9621-BB6EA5CE7433}" type="slidenum">
              <a:rPr lang="en-US" smtClean="0"/>
              <a:t>14</a:t>
            </a:fld>
            <a:endParaRPr lang="en-US"/>
          </a:p>
        </p:txBody>
      </p:sp>
    </p:spTree>
    <p:extLst>
      <p:ext uri="{BB962C8B-B14F-4D97-AF65-F5344CB8AC3E}">
        <p14:creationId xmlns:p14="http://schemas.microsoft.com/office/powerpoint/2010/main" val="25439445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5D084-E267-A1FE-E8F4-5F66536A8E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3C91D5-7203-FC83-5F8D-A614B25B9D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84BEB2-DF91-8468-3751-6D12F123672D}"/>
              </a:ext>
            </a:extLst>
          </p:cNvPr>
          <p:cNvSpPr>
            <a:spLocks noGrp="1"/>
          </p:cNvSpPr>
          <p:nvPr>
            <p:ph type="body" idx="1"/>
          </p:nvPr>
        </p:nvSpPr>
        <p:spPr/>
        <p:txBody>
          <a:bodyPr/>
          <a:lstStyle/>
          <a:p>
            <a:r>
              <a:rPr lang="en-US"/>
              <a:t>slide_Lifecycle_04</a:t>
            </a:r>
          </a:p>
        </p:txBody>
      </p:sp>
      <p:sp>
        <p:nvSpPr>
          <p:cNvPr id="4" name="Slide Number Placeholder 3">
            <a:extLst>
              <a:ext uri="{FF2B5EF4-FFF2-40B4-BE49-F238E27FC236}">
                <a16:creationId xmlns:a16="http://schemas.microsoft.com/office/drawing/2014/main" id="{4A902C50-15C1-FD5D-2C55-A4C34C0F0F77}"/>
              </a:ext>
            </a:extLst>
          </p:cNvPr>
          <p:cNvSpPr>
            <a:spLocks noGrp="1"/>
          </p:cNvSpPr>
          <p:nvPr>
            <p:ph type="sldNum" sz="quarter" idx="5"/>
          </p:nvPr>
        </p:nvSpPr>
        <p:spPr/>
        <p:txBody>
          <a:bodyPr/>
          <a:lstStyle/>
          <a:p>
            <a:fld id="{B0CF3E68-592D-874C-9621-BB6EA5CE7433}" type="slidenum">
              <a:rPr lang="en-US" smtClean="0"/>
              <a:t>15</a:t>
            </a:fld>
            <a:endParaRPr lang="en-US"/>
          </a:p>
        </p:txBody>
      </p:sp>
    </p:spTree>
    <p:extLst>
      <p:ext uri="{BB962C8B-B14F-4D97-AF65-F5344CB8AC3E}">
        <p14:creationId xmlns:p14="http://schemas.microsoft.com/office/powerpoint/2010/main" val="32316220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91E1D-024E-BEE8-206E-B7F0302A4D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9C67D-D4D4-9A2B-B896-7A7586BF62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B19B85-70FA-8D31-FDF5-EA5FDFF99BA4}"/>
              </a:ext>
            </a:extLst>
          </p:cNvPr>
          <p:cNvSpPr>
            <a:spLocks noGrp="1"/>
          </p:cNvSpPr>
          <p:nvPr>
            <p:ph type="body" idx="1"/>
          </p:nvPr>
        </p:nvSpPr>
        <p:spPr/>
        <p:txBody>
          <a:bodyPr/>
          <a:lstStyle/>
          <a:p>
            <a:r>
              <a:rPr lang="en-US"/>
              <a:t>slide_Lifecycle_04</a:t>
            </a:r>
          </a:p>
        </p:txBody>
      </p:sp>
      <p:sp>
        <p:nvSpPr>
          <p:cNvPr id="4" name="Slide Number Placeholder 3">
            <a:extLst>
              <a:ext uri="{FF2B5EF4-FFF2-40B4-BE49-F238E27FC236}">
                <a16:creationId xmlns:a16="http://schemas.microsoft.com/office/drawing/2014/main" id="{9FD7A6F2-1C3D-A210-5F89-50EFCF00AA6D}"/>
              </a:ext>
            </a:extLst>
          </p:cNvPr>
          <p:cNvSpPr>
            <a:spLocks noGrp="1"/>
          </p:cNvSpPr>
          <p:nvPr>
            <p:ph type="sldNum" sz="quarter" idx="5"/>
          </p:nvPr>
        </p:nvSpPr>
        <p:spPr/>
        <p:txBody>
          <a:bodyPr/>
          <a:lstStyle/>
          <a:p>
            <a:fld id="{B0CF3E68-592D-874C-9621-BB6EA5CE7433}" type="slidenum">
              <a:rPr lang="en-US" smtClean="0"/>
              <a:t>16</a:t>
            </a:fld>
            <a:endParaRPr lang="en-US"/>
          </a:p>
        </p:txBody>
      </p:sp>
    </p:spTree>
    <p:extLst>
      <p:ext uri="{BB962C8B-B14F-4D97-AF65-F5344CB8AC3E}">
        <p14:creationId xmlns:p14="http://schemas.microsoft.com/office/powerpoint/2010/main" val="19624846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7FD3E-0049-6628-59B7-DFCAC6DEE7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1C94C-9EC1-6FEC-38B2-729A566B5B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B1E8D4-BF04-3DD2-415F-27B9B6E64E53}"/>
              </a:ext>
            </a:extLst>
          </p:cNvPr>
          <p:cNvSpPr>
            <a:spLocks noGrp="1"/>
          </p:cNvSpPr>
          <p:nvPr>
            <p:ph type="body" idx="1"/>
          </p:nvPr>
        </p:nvSpPr>
        <p:spPr/>
        <p:txBody>
          <a:bodyPr/>
          <a:lstStyle/>
          <a:p>
            <a:r>
              <a:rPr lang="en-US"/>
              <a:t>slide_Lifecycle_04</a:t>
            </a:r>
          </a:p>
        </p:txBody>
      </p:sp>
      <p:sp>
        <p:nvSpPr>
          <p:cNvPr id="4" name="Slide Number Placeholder 3">
            <a:extLst>
              <a:ext uri="{FF2B5EF4-FFF2-40B4-BE49-F238E27FC236}">
                <a16:creationId xmlns:a16="http://schemas.microsoft.com/office/drawing/2014/main" id="{9667E56B-D680-17B9-3CCD-3F0B347226EC}"/>
              </a:ext>
            </a:extLst>
          </p:cNvPr>
          <p:cNvSpPr>
            <a:spLocks noGrp="1"/>
          </p:cNvSpPr>
          <p:nvPr>
            <p:ph type="sldNum" sz="quarter" idx="5"/>
          </p:nvPr>
        </p:nvSpPr>
        <p:spPr/>
        <p:txBody>
          <a:bodyPr/>
          <a:lstStyle/>
          <a:p>
            <a:fld id="{B0CF3E68-592D-874C-9621-BB6EA5CE7433}" type="slidenum">
              <a:rPr lang="en-US" smtClean="0"/>
              <a:t>17</a:t>
            </a:fld>
            <a:endParaRPr lang="en-US"/>
          </a:p>
        </p:txBody>
      </p:sp>
    </p:spTree>
    <p:extLst>
      <p:ext uri="{BB962C8B-B14F-4D97-AF65-F5344CB8AC3E}">
        <p14:creationId xmlns:p14="http://schemas.microsoft.com/office/powerpoint/2010/main" val="4667750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C6BA7-70A4-07C1-7FF5-D052DB7EB2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478D40-1B27-6427-8F9A-E88FA27DBC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EB1A68-2318-1A8D-7C4B-1E3DC5B13054}"/>
              </a:ext>
            </a:extLst>
          </p:cNvPr>
          <p:cNvSpPr>
            <a:spLocks noGrp="1"/>
          </p:cNvSpPr>
          <p:nvPr>
            <p:ph type="body" idx="1"/>
          </p:nvPr>
        </p:nvSpPr>
        <p:spPr/>
        <p:txBody>
          <a:bodyPr/>
          <a:lstStyle/>
          <a:p>
            <a:r>
              <a:rPr lang="en-US"/>
              <a:t>slide_Lifecycle_04</a:t>
            </a:r>
          </a:p>
        </p:txBody>
      </p:sp>
      <p:sp>
        <p:nvSpPr>
          <p:cNvPr id="4" name="Slide Number Placeholder 3">
            <a:extLst>
              <a:ext uri="{FF2B5EF4-FFF2-40B4-BE49-F238E27FC236}">
                <a16:creationId xmlns:a16="http://schemas.microsoft.com/office/drawing/2014/main" id="{FFF9E3E0-F43E-39F9-4B40-9BF99C3F170C}"/>
              </a:ext>
            </a:extLst>
          </p:cNvPr>
          <p:cNvSpPr>
            <a:spLocks noGrp="1"/>
          </p:cNvSpPr>
          <p:nvPr>
            <p:ph type="sldNum" sz="quarter" idx="5"/>
          </p:nvPr>
        </p:nvSpPr>
        <p:spPr/>
        <p:txBody>
          <a:bodyPr/>
          <a:lstStyle/>
          <a:p>
            <a:fld id="{B0CF3E68-592D-874C-9621-BB6EA5CE7433}" type="slidenum">
              <a:rPr lang="en-US" smtClean="0"/>
              <a:t>18</a:t>
            </a:fld>
            <a:endParaRPr lang="en-US"/>
          </a:p>
        </p:txBody>
      </p:sp>
    </p:spTree>
    <p:extLst>
      <p:ext uri="{BB962C8B-B14F-4D97-AF65-F5344CB8AC3E}">
        <p14:creationId xmlns:p14="http://schemas.microsoft.com/office/powerpoint/2010/main" val="14635750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E20A4-720D-270C-534A-8FC47F473F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DD85A4-04FB-0891-DDA0-B719AA3F44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A5B442-1DDD-8F23-DD26-502404BED479}"/>
              </a:ext>
            </a:extLst>
          </p:cNvPr>
          <p:cNvSpPr>
            <a:spLocks noGrp="1"/>
          </p:cNvSpPr>
          <p:nvPr>
            <p:ph type="body" idx="1"/>
          </p:nvPr>
        </p:nvSpPr>
        <p:spPr/>
        <p:txBody>
          <a:bodyPr/>
          <a:lstStyle/>
          <a:p>
            <a:r>
              <a:rPr lang="en-US"/>
              <a:t>slide_Lifecycle_04</a:t>
            </a:r>
          </a:p>
        </p:txBody>
      </p:sp>
      <p:sp>
        <p:nvSpPr>
          <p:cNvPr id="4" name="Slide Number Placeholder 3">
            <a:extLst>
              <a:ext uri="{FF2B5EF4-FFF2-40B4-BE49-F238E27FC236}">
                <a16:creationId xmlns:a16="http://schemas.microsoft.com/office/drawing/2014/main" id="{CFE7A81D-BE5D-96B8-A137-90F65F7EA49F}"/>
              </a:ext>
            </a:extLst>
          </p:cNvPr>
          <p:cNvSpPr>
            <a:spLocks noGrp="1"/>
          </p:cNvSpPr>
          <p:nvPr>
            <p:ph type="sldNum" sz="quarter" idx="5"/>
          </p:nvPr>
        </p:nvSpPr>
        <p:spPr/>
        <p:txBody>
          <a:bodyPr/>
          <a:lstStyle/>
          <a:p>
            <a:fld id="{B0CF3E68-592D-874C-9621-BB6EA5CE7433}" type="slidenum">
              <a:rPr lang="en-US" smtClean="0"/>
              <a:t>19</a:t>
            </a:fld>
            <a:endParaRPr lang="en-US"/>
          </a:p>
        </p:txBody>
      </p:sp>
    </p:spTree>
    <p:extLst>
      <p:ext uri="{BB962C8B-B14F-4D97-AF65-F5344CB8AC3E}">
        <p14:creationId xmlns:p14="http://schemas.microsoft.com/office/powerpoint/2010/main" val="28205123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5D084-E267-A1FE-E8F4-5F66536A8E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3C91D5-7203-FC83-5F8D-A614B25B9D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84BEB2-DF91-8468-3751-6D12F123672D}"/>
              </a:ext>
            </a:extLst>
          </p:cNvPr>
          <p:cNvSpPr>
            <a:spLocks noGrp="1"/>
          </p:cNvSpPr>
          <p:nvPr>
            <p:ph type="body" idx="1"/>
          </p:nvPr>
        </p:nvSpPr>
        <p:spPr/>
        <p:txBody>
          <a:bodyPr/>
          <a:lstStyle/>
          <a:p>
            <a:r>
              <a:rPr lang="en-US"/>
              <a:t>slide_Lifecycle_04</a:t>
            </a:r>
          </a:p>
        </p:txBody>
      </p:sp>
      <p:sp>
        <p:nvSpPr>
          <p:cNvPr id="4" name="Slide Number Placeholder 3">
            <a:extLst>
              <a:ext uri="{FF2B5EF4-FFF2-40B4-BE49-F238E27FC236}">
                <a16:creationId xmlns:a16="http://schemas.microsoft.com/office/drawing/2014/main" id="{4A902C50-15C1-FD5D-2C55-A4C34C0F0F77}"/>
              </a:ext>
            </a:extLst>
          </p:cNvPr>
          <p:cNvSpPr>
            <a:spLocks noGrp="1"/>
          </p:cNvSpPr>
          <p:nvPr>
            <p:ph type="sldNum" sz="quarter" idx="5"/>
          </p:nvPr>
        </p:nvSpPr>
        <p:spPr/>
        <p:txBody>
          <a:bodyPr/>
          <a:lstStyle/>
          <a:p>
            <a:fld id="{B0CF3E68-592D-874C-9621-BB6EA5CE7433}" type="slidenum">
              <a:rPr lang="en-US" smtClean="0"/>
              <a:t>20</a:t>
            </a:fld>
            <a:endParaRPr lang="en-US"/>
          </a:p>
        </p:txBody>
      </p:sp>
    </p:spTree>
    <p:extLst>
      <p:ext uri="{BB962C8B-B14F-4D97-AF65-F5344CB8AC3E}">
        <p14:creationId xmlns:p14="http://schemas.microsoft.com/office/powerpoint/2010/main" val="31546925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5D084-E267-A1FE-E8F4-5F66536A8E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3C91D5-7203-FC83-5F8D-A614B25B9D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84BEB2-DF91-8468-3751-6D12F123672D}"/>
              </a:ext>
            </a:extLst>
          </p:cNvPr>
          <p:cNvSpPr>
            <a:spLocks noGrp="1"/>
          </p:cNvSpPr>
          <p:nvPr>
            <p:ph type="body" idx="1"/>
          </p:nvPr>
        </p:nvSpPr>
        <p:spPr/>
        <p:txBody>
          <a:bodyPr/>
          <a:lstStyle/>
          <a:p>
            <a:r>
              <a:rPr lang="en-US"/>
              <a:t>slide_Lifecycle_04</a:t>
            </a:r>
          </a:p>
        </p:txBody>
      </p:sp>
      <p:sp>
        <p:nvSpPr>
          <p:cNvPr id="4" name="Slide Number Placeholder 3">
            <a:extLst>
              <a:ext uri="{FF2B5EF4-FFF2-40B4-BE49-F238E27FC236}">
                <a16:creationId xmlns:a16="http://schemas.microsoft.com/office/drawing/2014/main" id="{4A902C50-15C1-FD5D-2C55-A4C34C0F0F77}"/>
              </a:ext>
            </a:extLst>
          </p:cNvPr>
          <p:cNvSpPr>
            <a:spLocks noGrp="1"/>
          </p:cNvSpPr>
          <p:nvPr>
            <p:ph type="sldNum" sz="quarter" idx="5"/>
          </p:nvPr>
        </p:nvSpPr>
        <p:spPr/>
        <p:txBody>
          <a:bodyPr/>
          <a:lstStyle/>
          <a:p>
            <a:fld id="{B0CF3E68-592D-874C-9621-BB6EA5CE7433}" type="slidenum">
              <a:rPr lang="en-US" smtClean="0"/>
              <a:t>21</a:t>
            </a:fld>
            <a:endParaRPr lang="en-US"/>
          </a:p>
        </p:txBody>
      </p:sp>
    </p:spTree>
    <p:extLst>
      <p:ext uri="{BB962C8B-B14F-4D97-AF65-F5344CB8AC3E}">
        <p14:creationId xmlns:p14="http://schemas.microsoft.com/office/powerpoint/2010/main" val="37898626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046D5-4B84-56AC-24D5-4A97D47B90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754BBE-357E-4CCF-830F-DB2385A7E0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64C959-3B98-3CC6-BC31-6D1D871B4760}"/>
              </a:ext>
            </a:extLst>
          </p:cNvPr>
          <p:cNvSpPr>
            <a:spLocks noGrp="1"/>
          </p:cNvSpPr>
          <p:nvPr>
            <p:ph type="body" idx="1"/>
          </p:nvPr>
        </p:nvSpPr>
        <p:spPr/>
        <p:txBody>
          <a:bodyPr/>
          <a:lstStyle/>
          <a:p>
            <a:r>
              <a:rPr lang="en-US"/>
              <a:t>slide_Lifecycle_04</a:t>
            </a:r>
          </a:p>
        </p:txBody>
      </p:sp>
      <p:sp>
        <p:nvSpPr>
          <p:cNvPr id="4" name="Slide Number Placeholder 3">
            <a:extLst>
              <a:ext uri="{FF2B5EF4-FFF2-40B4-BE49-F238E27FC236}">
                <a16:creationId xmlns:a16="http://schemas.microsoft.com/office/drawing/2014/main" id="{3F4E7F04-0DD6-F7DF-6DB0-D3DAD4D2D543}"/>
              </a:ext>
            </a:extLst>
          </p:cNvPr>
          <p:cNvSpPr>
            <a:spLocks noGrp="1"/>
          </p:cNvSpPr>
          <p:nvPr>
            <p:ph type="sldNum" sz="quarter" idx="5"/>
          </p:nvPr>
        </p:nvSpPr>
        <p:spPr/>
        <p:txBody>
          <a:bodyPr/>
          <a:lstStyle/>
          <a:p>
            <a:fld id="{B0CF3E68-592D-874C-9621-BB6EA5CE7433}" type="slidenum">
              <a:rPr lang="en-US" smtClean="0"/>
              <a:t>22</a:t>
            </a:fld>
            <a:endParaRPr lang="en-US"/>
          </a:p>
        </p:txBody>
      </p:sp>
    </p:spTree>
    <p:extLst>
      <p:ext uri="{BB962C8B-B14F-4D97-AF65-F5344CB8AC3E}">
        <p14:creationId xmlns:p14="http://schemas.microsoft.com/office/powerpoint/2010/main" val="23580425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slide_Lifecycle_06</a:t>
            </a:r>
          </a:p>
        </p:txBody>
      </p:sp>
      <p:sp>
        <p:nvSpPr>
          <p:cNvPr id="4" name="Slide Number Placeholder 3"/>
          <p:cNvSpPr>
            <a:spLocks noGrp="1"/>
          </p:cNvSpPr>
          <p:nvPr>
            <p:ph type="sldNum" sz="quarter" idx="5"/>
          </p:nvPr>
        </p:nvSpPr>
        <p:spPr/>
        <p:txBody>
          <a:bodyPr/>
          <a:lstStyle/>
          <a:p>
            <a:fld id="{B0CF3E68-592D-874C-9621-BB6EA5CE7433}" type="slidenum">
              <a:rPr lang="en-US" smtClean="0"/>
              <a:t>23</a:t>
            </a:fld>
            <a:endParaRPr lang="en-US"/>
          </a:p>
        </p:txBody>
      </p:sp>
    </p:spTree>
    <p:extLst>
      <p:ext uri="{BB962C8B-B14F-4D97-AF65-F5344CB8AC3E}">
        <p14:creationId xmlns:p14="http://schemas.microsoft.com/office/powerpoint/2010/main" val="33330254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slide_Lifecycle_08</a:t>
            </a:r>
          </a:p>
        </p:txBody>
      </p:sp>
      <p:sp>
        <p:nvSpPr>
          <p:cNvPr id="4" name="Slide Number Placeholder 3"/>
          <p:cNvSpPr>
            <a:spLocks noGrp="1"/>
          </p:cNvSpPr>
          <p:nvPr>
            <p:ph type="sldNum" sz="quarter" idx="5"/>
          </p:nvPr>
        </p:nvSpPr>
        <p:spPr/>
        <p:txBody>
          <a:bodyPr/>
          <a:lstStyle/>
          <a:p>
            <a:fld id="{B0CF3E68-592D-874C-9621-BB6EA5CE7433}" type="slidenum">
              <a:rPr lang="en-US" smtClean="0"/>
              <a:t>24</a:t>
            </a:fld>
            <a:endParaRPr lang="en-US"/>
          </a:p>
        </p:txBody>
      </p:sp>
    </p:spTree>
    <p:extLst>
      <p:ext uri="{BB962C8B-B14F-4D97-AF65-F5344CB8AC3E}">
        <p14:creationId xmlns:p14="http://schemas.microsoft.com/office/powerpoint/2010/main" val="5850328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slide_Lifecycle_07</a:t>
            </a:r>
          </a:p>
        </p:txBody>
      </p:sp>
      <p:sp>
        <p:nvSpPr>
          <p:cNvPr id="4" name="Slide Number Placeholder 3"/>
          <p:cNvSpPr>
            <a:spLocks noGrp="1"/>
          </p:cNvSpPr>
          <p:nvPr>
            <p:ph type="sldNum" sz="quarter" idx="5"/>
          </p:nvPr>
        </p:nvSpPr>
        <p:spPr/>
        <p:txBody>
          <a:bodyPr/>
          <a:lstStyle/>
          <a:p>
            <a:fld id="{B0CF3E68-592D-874C-9621-BB6EA5CE7433}" type="slidenum">
              <a:rPr lang="en-US" smtClean="0"/>
              <a:t>25</a:t>
            </a:fld>
            <a:endParaRPr lang="en-US"/>
          </a:p>
        </p:txBody>
      </p:sp>
    </p:spTree>
    <p:extLst>
      <p:ext uri="{BB962C8B-B14F-4D97-AF65-F5344CB8AC3E}">
        <p14:creationId xmlns:p14="http://schemas.microsoft.com/office/powerpoint/2010/main" val="28854246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slide_Lifecycle_10</a:t>
            </a:r>
          </a:p>
          <a:p>
            <a:endParaRPr lang="en-US"/>
          </a:p>
        </p:txBody>
      </p:sp>
      <p:sp>
        <p:nvSpPr>
          <p:cNvPr id="4" name="Slide Number Placeholder 3"/>
          <p:cNvSpPr>
            <a:spLocks noGrp="1"/>
          </p:cNvSpPr>
          <p:nvPr>
            <p:ph type="sldNum" sz="quarter" idx="5"/>
          </p:nvPr>
        </p:nvSpPr>
        <p:spPr/>
        <p:txBody>
          <a:bodyPr/>
          <a:lstStyle/>
          <a:p>
            <a:fld id="{B0CF3E68-592D-874C-9621-BB6EA5CE7433}" type="slidenum">
              <a:rPr lang="en-US" smtClean="0"/>
              <a:t>26</a:t>
            </a:fld>
            <a:endParaRPr lang="en-US"/>
          </a:p>
        </p:txBody>
      </p:sp>
    </p:spTree>
    <p:extLst>
      <p:ext uri="{BB962C8B-B14F-4D97-AF65-F5344CB8AC3E}">
        <p14:creationId xmlns:p14="http://schemas.microsoft.com/office/powerpoint/2010/main" val="12674479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slide_Lifecycle_09</a:t>
            </a:r>
          </a:p>
        </p:txBody>
      </p:sp>
      <p:sp>
        <p:nvSpPr>
          <p:cNvPr id="4" name="Slide Number Placeholder 3"/>
          <p:cNvSpPr>
            <a:spLocks noGrp="1"/>
          </p:cNvSpPr>
          <p:nvPr>
            <p:ph type="sldNum" sz="quarter" idx="5"/>
          </p:nvPr>
        </p:nvSpPr>
        <p:spPr/>
        <p:txBody>
          <a:bodyPr/>
          <a:lstStyle/>
          <a:p>
            <a:fld id="{B0CF3E68-592D-874C-9621-BB6EA5CE7433}" type="slidenum">
              <a:rPr lang="en-US" smtClean="0"/>
              <a:t>27</a:t>
            </a:fld>
            <a:endParaRPr lang="en-US"/>
          </a:p>
        </p:txBody>
      </p:sp>
    </p:spTree>
    <p:extLst>
      <p:ext uri="{BB962C8B-B14F-4D97-AF65-F5344CB8AC3E}">
        <p14:creationId xmlns:p14="http://schemas.microsoft.com/office/powerpoint/2010/main" val="38693641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slide_Lifecycle_03</a:t>
            </a:r>
          </a:p>
          <a:p>
            <a:endParaRPr lang="en-US"/>
          </a:p>
        </p:txBody>
      </p:sp>
      <p:sp>
        <p:nvSpPr>
          <p:cNvPr id="4" name="Slide Number Placeholder 3"/>
          <p:cNvSpPr>
            <a:spLocks noGrp="1"/>
          </p:cNvSpPr>
          <p:nvPr>
            <p:ph type="sldNum" sz="quarter" idx="5"/>
          </p:nvPr>
        </p:nvSpPr>
        <p:spPr/>
        <p:txBody>
          <a:bodyPr/>
          <a:lstStyle/>
          <a:p>
            <a:fld id="{B0CF3E68-592D-874C-9621-BB6EA5CE7433}" type="slidenum">
              <a:rPr lang="en-US" smtClean="0"/>
              <a:t>30</a:t>
            </a:fld>
            <a:endParaRPr lang="en-US"/>
          </a:p>
        </p:txBody>
      </p:sp>
    </p:spTree>
    <p:extLst>
      <p:ext uri="{BB962C8B-B14F-4D97-AF65-F5344CB8AC3E}">
        <p14:creationId xmlns:p14="http://schemas.microsoft.com/office/powerpoint/2010/main" val="24638884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Holder Slide">
    <p:bg>
      <p:bgPr>
        <a:solidFill>
          <a:schemeClr val="tx2"/>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569DE941-667A-0F4B-8981-ED3A737A3DA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0732" y="0"/>
            <a:ext cx="12170535" cy="6858000"/>
          </a:xfrm>
          <a:prstGeom prst="rect">
            <a:avLst/>
          </a:prstGeom>
        </p:spPr>
      </p:pic>
      <p:grpSp>
        <p:nvGrpSpPr>
          <p:cNvPr id="2" name="Graphic 8">
            <a:extLst>
              <a:ext uri="{FF2B5EF4-FFF2-40B4-BE49-F238E27FC236}">
                <a16:creationId xmlns:a16="http://schemas.microsoft.com/office/drawing/2014/main" id="{6F510A6C-7376-1140-AF35-E74E24C81C99}"/>
              </a:ext>
            </a:extLst>
          </p:cNvPr>
          <p:cNvGrpSpPr/>
          <p:nvPr/>
        </p:nvGrpSpPr>
        <p:grpSpPr>
          <a:xfrm>
            <a:off x="3115164" y="2656088"/>
            <a:ext cx="5963532" cy="1105518"/>
            <a:chOff x="3115164" y="2656088"/>
            <a:chExt cx="5963532" cy="1105518"/>
          </a:xfrm>
        </p:grpSpPr>
        <p:sp>
          <p:nvSpPr>
            <p:cNvPr id="3" name="Freeform 2">
              <a:extLst>
                <a:ext uri="{FF2B5EF4-FFF2-40B4-BE49-F238E27FC236}">
                  <a16:creationId xmlns:a16="http://schemas.microsoft.com/office/drawing/2014/main" id="{7F6B3E58-6697-9548-A6F9-C25ADB4C3F9F}"/>
                </a:ext>
              </a:extLst>
            </p:cNvPr>
            <p:cNvSpPr/>
            <p:nvPr/>
          </p:nvSpPr>
          <p:spPr>
            <a:xfrm>
              <a:off x="4000119" y="3026244"/>
              <a:ext cx="714533" cy="735361"/>
            </a:xfrm>
            <a:custGeom>
              <a:avLst/>
              <a:gdLst>
                <a:gd name="connsiteX0" fmla="*/ 378027 w 714533"/>
                <a:gd name="connsiteY0" fmla="*/ 620848 h 735361"/>
                <a:gd name="connsiteX1" fmla="*/ 579435 w 714533"/>
                <a:gd name="connsiteY1" fmla="*/ 518715 h 735361"/>
                <a:gd name="connsiteX2" fmla="*/ 682928 w 714533"/>
                <a:gd name="connsiteY2" fmla="*/ 577519 h 735361"/>
                <a:gd name="connsiteX3" fmla="*/ 374929 w 714533"/>
                <a:gd name="connsiteY3" fmla="*/ 735361 h 735361"/>
                <a:gd name="connsiteX4" fmla="*/ 0 w 714533"/>
                <a:gd name="connsiteY4" fmla="*/ 367681 h 735361"/>
                <a:gd name="connsiteX5" fmla="*/ 366252 w 714533"/>
                <a:gd name="connsiteY5" fmla="*/ 0 h 735361"/>
                <a:gd name="connsiteX6" fmla="*/ 714533 w 714533"/>
                <a:gd name="connsiteY6" fmla="*/ 368919 h 735361"/>
                <a:gd name="connsiteX7" fmla="*/ 710195 w 714533"/>
                <a:gd name="connsiteY7" fmla="*/ 423390 h 735361"/>
                <a:gd name="connsiteX8" fmla="*/ 125183 w 714533"/>
                <a:gd name="connsiteY8" fmla="*/ 423390 h 735361"/>
                <a:gd name="connsiteX9" fmla="*/ 378027 w 714533"/>
                <a:gd name="connsiteY9" fmla="*/ 620848 h 735361"/>
                <a:gd name="connsiteX10" fmla="*/ 125183 w 714533"/>
                <a:gd name="connsiteY10" fmla="*/ 316923 h 735361"/>
                <a:gd name="connsiteX11" fmla="*/ 592449 w 714533"/>
                <a:gd name="connsiteY11" fmla="*/ 316923 h 735361"/>
                <a:gd name="connsiteX12" fmla="*/ 366872 w 714533"/>
                <a:gd name="connsiteY12" fmla="*/ 114513 h 735361"/>
                <a:gd name="connsiteX13" fmla="*/ 125183 w 714533"/>
                <a:gd name="connsiteY13" fmla="*/ 316923 h 735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14533" h="735361">
                  <a:moveTo>
                    <a:pt x="378027" y="620848"/>
                  </a:moveTo>
                  <a:cubicBezTo>
                    <a:pt x="474703" y="620848"/>
                    <a:pt x="544731" y="576281"/>
                    <a:pt x="579435" y="518715"/>
                  </a:cubicBezTo>
                  <a:lnTo>
                    <a:pt x="682928" y="577519"/>
                  </a:lnTo>
                  <a:cubicBezTo>
                    <a:pt x="621576" y="672843"/>
                    <a:pt x="514984" y="735361"/>
                    <a:pt x="374929" y="735361"/>
                  </a:cubicBezTo>
                  <a:cubicBezTo>
                    <a:pt x="149971" y="735361"/>
                    <a:pt x="0" y="577519"/>
                    <a:pt x="0" y="367681"/>
                  </a:cubicBezTo>
                  <a:cubicBezTo>
                    <a:pt x="0" y="160938"/>
                    <a:pt x="148112" y="0"/>
                    <a:pt x="366252" y="0"/>
                  </a:cubicBezTo>
                  <a:cubicBezTo>
                    <a:pt x="577576" y="0"/>
                    <a:pt x="714533" y="173318"/>
                    <a:pt x="714533" y="368919"/>
                  </a:cubicBezTo>
                  <a:cubicBezTo>
                    <a:pt x="714533" y="386869"/>
                    <a:pt x="713294" y="405439"/>
                    <a:pt x="710195" y="423390"/>
                  </a:cubicBezTo>
                  <a:lnTo>
                    <a:pt x="125183" y="423390"/>
                  </a:lnTo>
                  <a:cubicBezTo>
                    <a:pt x="148732" y="549045"/>
                    <a:pt x="248506" y="620229"/>
                    <a:pt x="378027" y="620848"/>
                  </a:cubicBezTo>
                  <a:moveTo>
                    <a:pt x="125183" y="316923"/>
                  </a:moveTo>
                  <a:lnTo>
                    <a:pt x="592449" y="316923"/>
                  </a:lnTo>
                  <a:cubicBezTo>
                    <a:pt x="571379" y="178888"/>
                    <a:pt x="471604" y="114513"/>
                    <a:pt x="366872" y="114513"/>
                  </a:cubicBezTo>
                  <a:cubicBezTo>
                    <a:pt x="235492" y="114513"/>
                    <a:pt x="144394" y="195601"/>
                    <a:pt x="125183" y="316923"/>
                  </a:cubicBezTo>
                </a:path>
              </a:pathLst>
            </a:custGeom>
            <a:solidFill>
              <a:srgbClr val="FFFFFF"/>
            </a:solidFill>
            <a:ln w="6188"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8AB8E816-A39B-F749-95C9-1C78962333FF}"/>
                </a:ext>
              </a:extLst>
            </p:cNvPr>
            <p:cNvSpPr/>
            <p:nvPr/>
          </p:nvSpPr>
          <p:spPr>
            <a:xfrm>
              <a:off x="4855328" y="2656088"/>
              <a:ext cx="121464" cy="1086948"/>
            </a:xfrm>
            <a:custGeom>
              <a:avLst/>
              <a:gdLst>
                <a:gd name="connsiteX0" fmla="*/ 0 w 121464"/>
                <a:gd name="connsiteY0" fmla="*/ 0 h 1086948"/>
                <a:gd name="connsiteX1" fmla="*/ 121464 w 121464"/>
                <a:gd name="connsiteY1" fmla="*/ 0 h 1086948"/>
                <a:gd name="connsiteX2" fmla="*/ 121464 w 121464"/>
                <a:gd name="connsiteY2" fmla="*/ 1086948 h 1086948"/>
                <a:gd name="connsiteX3" fmla="*/ 0 w 121464"/>
                <a:gd name="connsiteY3" fmla="*/ 1086948 h 1086948"/>
              </a:gdLst>
              <a:ahLst/>
              <a:cxnLst>
                <a:cxn ang="0">
                  <a:pos x="connsiteX0" y="connsiteY0"/>
                </a:cxn>
                <a:cxn ang="0">
                  <a:pos x="connsiteX1" y="connsiteY1"/>
                </a:cxn>
                <a:cxn ang="0">
                  <a:pos x="connsiteX2" y="connsiteY2"/>
                </a:cxn>
                <a:cxn ang="0">
                  <a:pos x="connsiteX3" y="connsiteY3"/>
                </a:cxn>
              </a:cxnLst>
              <a:rect l="l" t="t" r="r" b="b"/>
              <a:pathLst>
                <a:path w="121464" h="1086948">
                  <a:moveTo>
                    <a:pt x="0" y="0"/>
                  </a:moveTo>
                  <a:lnTo>
                    <a:pt x="121464" y="0"/>
                  </a:lnTo>
                  <a:lnTo>
                    <a:pt x="121464" y="1086948"/>
                  </a:lnTo>
                  <a:lnTo>
                    <a:pt x="0" y="1086948"/>
                  </a:lnTo>
                  <a:close/>
                </a:path>
              </a:pathLst>
            </a:custGeom>
            <a:solidFill>
              <a:srgbClr val="FFFFFF"/>
            </a:solidFill>
            <a:ln w="6188" cap="flat">
              <a:noFill/>
              <a:prstDash val="solid"/>
              <a:miter/>
            </a:ln>
          </p:spPr>
          <p:txBody>
            <a:bodyPr rtlCol="0" anchor="ctr"/>
            <a:lstStyle/>
            <a:p>
              <a:endParaRPr lang="en-US"/>
            </a:p>
          </p:txBody>
        </p:sp>
        <p:sp>
          <p:nvSpPr>
            <p:cNvPr id="5" name="Freeform 4">
              <a:extLst>
                <a:ext uri="{FF2B5EF4-FFF2-40B4-BE49-F238E27FC236}">
                  <a16:creationId xmlns:a16="http://schemas.microsoft.com/office/drawing/2014/main" id="{D04DC6FD-F3BD-4E44-8BC3-B757EBBC1471}"/>
                </a:ext>
              </a:extLst>
            </p:cNvPr>
            <p:cNvSpPr/>
            <p:nvPr/>
          </p:nvSpPr>
          <p:spPr>
            <a:xfrm>
              <a:off x="5123665" y="3026244"/>
              <a:ext cx="739941" cy="735361"/>
            </a:xfrm>
            <a:custGeom>
              <a:avLst/>
              <a:gdLst>
                <a:gd name="connsiteX0" fmla="*/ 739942 w 739941"/>
                <a:gd name="connsiteY0" fmla="*/ 18570 h 735361"/>
                <a:gd name="connsiteX1" fmla="*/ 739942 w 739941"/>
                <a:gd name="connsiteY1" fmla="*/ 716792 h 735361"/>
                <a:gd name="connsiteX2" fmla="*/ 618477 w 739941"/>
                <a:gd name="connsiteY2" fmla="*/ 716792 h 735361"/>
                <a:gd name="connsiteX3" fmla="*/ 618477 w 739941"/>
                <a:gd name="connsiteY3" fmla="*/ 596707 h 735361"/>
                <a:gd name="connsiteX4" fmla="*/ 353858 w 739941"/>
                <a:gd name="connsiteY4" fmla="*/ 735361 h 735361"/>
                <a:gd name="connsiteX5" fmla="*/ 0 w 739941"/>
                <a:gd name="connsiteY5" fmla="*/ 367681 h 735361"/>
                <a:gd name="connsiteX6" fmla="*/ 353858 w 739941"/>
                <a:gd name="connsiteY6" fmla="*/ 0 h 735361"/>
                <a:gd name="connsiteX7" fmla="*/ 618477 w 739941"/>
                <a:gd name="connsiteY7" fmla="*/ 138035 h 735361"/>
                <a:gd name="connsiteX8" fmla="*/ 618477 w 739941"/>
                <a:gd name="connsiteY8" fmla="*/ 18570 h 735361"/>
                <a:gd name="connsiteX9" fmla="*/ 739942 w 739941"/>
                <a:gd name="connsiteY9" fmla="*/ 18570 h 735361"/>
                <a:gd name="connsiteX10" fmla="*/ 618477 w 739941"/>
                <a:gd name="connsiteY10" fmla="*/ 367681 h 735361"/>
                <a:gd name="connsiteX11" fmla="*/ 369351 w 739941"/>
                <a:gd name="connsiteY11" fmla="*/ 117608 h 735361"/>
                <a:gd name="connsiteX12" fmla="*/ 121464 w 739941"/>
                <a:gd name="connsiteY12" fmla="*/ 367681 h 735361"/>
                <a:gd name="connsiteX13" fmla="*/ 369351 w 739941"/>
                <a:gd name="connsiteY13" fmla="*/ 617753 h 735361"/>
                <a:gd name="connsiteX14" fmla="*/ 618477 w 739941"/>
                <a:gd name="connsiteY14" fmla="*/ 367681 h 735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9941" h="735361">
                  <a:moveTo>
                    <a:pt x="739942" y="18570"/>
                  </a:moveTo>
                  <a:lnTo>
                    <a:pt x="739942" y="716792"/>
                  </a:lnTo>
                  <a:lnTo>
                    <a:pt x="618477" y="716792"/>
                  </a:lnTo>
                  <a:lnTo>
                    <a:pt x="618477" y="596707"/>
                  </a:lnTo>
                  <a:cubicBezTo>
                    <a:pt x="562703" y="682128"/>
                    <a:pt x="472844" y="735361"/>
                    <a:pt x="353858" y="735361"/>
                  </a:cubicBezTo>
                  <a:cubicBezTo>
                    <a:pt x="159267" y="735361"/>
                    <a:pt x="0" y="574424"/>
                    <a:pt x="0" y="367681"/>
                  </a:cubicBezTo>
                  <a:cubicBezTo>
                    <a:pt x="0" y="160938"/>
                    <a:pt x="159267" y="0"/>
                    <a:pt x="353858" y="0"/>
                  </a:cubicBezTo>
                  <a:cubicBezTo>
                    <a:pt x="472844" y="0"/>
                    <a:pt x="562083" y="53233"/>
                    <a:pt x="618477" y="138035"/>
                  </a:cubicBezTo>
                  <a:lnTo>
                    <a:pt x="618477" y="18570"/>
                  </a:lnTo>
                  <a:lnTo>
                    <a:pt x="739942" y="18570"/>
                  </a:lnTo>
                  <a:close/>
                  <a:moveTo>
                    <a:pt x="618477" y="367681"/>
                  </a:moveTo>
                  <a:cubicBezTo>
                    <a:pt x="618477" y="225313"/>
                    <a:pt x="510646" y="117608"/>
                    <a:pt x="369351" y="117608"/>
                  </a:cubicBezTo>
                  <a:cubicBezTo>
                    <a:pt x="229295" y="117608"/>
                    <a:pt x="121464" y="225313"/>
                    <a:pt x="121464" y="367681"/>
                  </a:cubicBezTo>
                  <a:cubicBezTo>
                    <a:pt x="121464" y="510049"/>
                    <a:pt x="229295" y="617753"/>
                    <a:pt x="369351" y="617753"/>
                  </a:cubicBezTo>
                  <a:cubicBezTo>
                    <a:pt x="510646" y="617753"/>
                    <a:pt x="617857" y="510049"/>
                    <a:pt x="618477" y="367681"/>
                  </a:cubicBezTo>
                </a:path>
              </a:pathLst>
            </a:custGeom>
            <a:solidFill>
              <a:srgbClr val="FFFFFF"/>
            </a:solidFill>
            <a:ln w="6188"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EEC42E9A-EF4F-A148-8175-017CF7DB02E3}"/>
                </a:ext>
              </a:extLst>
            </p:cNvPr>
            <p:cNvSpPr/>
            <p:nvPr/>
          </p:nvSpPr>
          <p:spPr>
            <a:xfrm>
              <a:off x="5989409" y="3044814"/>
              <a:ext cx="1010137" cy="698221"/>
            </a:xfrm>
            <a:custGeom>
              <a:avLst/>
              <a:gdLst>
                <a:gd name="connsiteX0" fmla="*/ 1010138 w 1010137"/>
                <a:gd name="connsiteY0" fmla="*/ 0 h 698221"/>
                <a:gd name="connsiteX1" fmla="*/ 793237 w 1010137"/>
                <a:gd name="connsiteY1" fmla="*/ 698222 h 698221"/>
                <a:gd name="connsiteX2" fmla="*/ 668674 w 1010137"/>
                <a:gd name="connsiteY2" fmla="*/ 698222 h 698221"/>
                <a:gd name="connsiteX3" fmla="*/ 505069 w 1010137"/>
                <a:gd name="connsiteY3" fmla="*/ 181364 h 698221"/>
                <a:gd name="connsiteX4" fmla="*/ 341464 w 1010137"/>
                <a:gd name="connsiteY4" fmla="*/ 698222 h 698221"/>
                <a:gd name="connsiteX5" fmla="*/ 216901 w 1010137"/>
                <a:gd name="connsiteY5" fmla="*/ 698222 h 698221"/>
                <a:gd name="connsiteX6" fmla="*/ 0 w 1010137"/>
                <a:gd name="connsiteY6" fmla="*/ 0 h 698221"/>
                <a:gd name="connsiteX7" fmla="*/ 127042 w 1010137"/>
                <a:gd name="connsiteY7" fmla="*/ 0 h 698221"/>
                <a:gd name="connsiteX8" fmla="*/ 281351 w 1010137"/>
                <a:gd name="connsiteY8" fmla="*/ 530475 h 698221"/>
                <a:gd name="connsiteX9" fmla="*/ 446196 w 1010137"/>
                <a:gd name="connsiteY9" fmla="*/ 0 h 698221"/>
                <a:gd name="connsiteX10" fmla="*/ 563942 w 1010137"/>
                <a:gd name="connsiteY10" fmla="*/ 0 h 698221"/>
                <a:gd name="connsiteX11" fmla="*/ 728787 w 1010137"/>
                <a:gd name="connsiteY11" fmla="*/ 532332 h 698221"/>
                <a:gd name="connsiteX12" fmla="*/ 882477 w 1010137"/>
                <a:gd name="connsiteY12" fmla="*/ 0 h 698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10137" h="698221">
                  <a:moveTo>
                    <a:pt x="1010138" y="0"/>
                  </a:moveTo>
                  <a:lnTo>
                    <a:pt x="793237" y="698222"/>
                  </a:lnTo>
                  <a:lnTo>
                    <a:pt x="668674" y="698222"/>
                  </a:lnTo>
                  <a:lnTo>
                    <a:pt x="505069" y="181364"/>
                  </a:lnTo>
                  <a:lnTo>
                    <a:pt x="341464" y="698222"/>
                  </a:lnTo>
                  <a:lnTo>
                    <a:pt x="216901" y="698222"/>
                  </a:lnTo>
                  <a:lnTo>
                    <a:pt x="0" y="0"/>
                  </a:lnTo>
                  <a:lnTo>
                    <a:pt x="127042" y="0"/>
                  </a:lnTo>
                  <a:lnTo>
                    <a:pt x="281351" y="530475"/>
                  </a:lnTo>
                  <a:lnTo>
                    <a:pt x="446196" y="0"/>
                  </a:lnTo>
                  <a:lnTo>
                    <a:pt x="563942" y="0"/>
                  </a:lnTo>
                  <a:lnTo>
                    <a:pt x="728787" y="532332"/>
                  </a:lnTo>
                  <a:lnTo>
                    <a:pt x="882477" y="0"/>
                  </a:lnTo>
                  <a:close/>
                </a:path>
              </a:pathLst>
            </a:custGeom>
            <a:solidFill>
              <a:srgbClr val="FFFFFF"/>
            </a:solidFill>
            <a:ln w="6188"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5883D84C-ED83-244C-8530-C62045BEC63B}"/>
                </a:ext>
              </a:extLst>
            </p:cNvPr>
            <p:cNvSpPr/>
            <p:nvPr/>
          </p:nvSpPr>
          <p:spPr>
            <a:xfrm>
              <a:off x="7057800" y="3026244"/>
              <a:ext cx="739941" cy="735361"/>
            </a:xfrm>
            <a:custGeom>
              <a:avLst/>
              <a:gdLst>
                <a:gd name="connsiteX0" fmla="*/ 739941 w 739941"/>
                <a:gd name="connsiteY0" fmla="*/ 18570 h 735361"/>
                <a:gd name="connsiteX1" fmla="*/ 739941 w 739941"/>
                <a:gd name="connsiteY1" fmla="*/ 716792 h 735361"/>
                <a:gd name="connsiteX2" fmla="*/ 618477 w 739941"/>
                <a:gd name="connsiteY2" fmla="*/ 716792 h 735361"/>
                <a:gd name="connsiteX3" fmla="*/ 618477 w 739941"/>
                <a:gd name="connsiteY3" fmla="*/ 596707 h 735361"/>
                <a:gd name="connsiteX4" fmla="*/ 353858 w 739941"/>
                <a:gd name="connsiteY4" fmla="*/ 735361 h 735361"/>
                <a:gd name="connsiteX5" fmla="*/ 0 w 739941"/>
                <a:gd name="connsiteY5" fmla="*/ 367681 h 735361"/>
                <a:gd name="connsiteX6" fmla="*/ 353858 w 739941"/>
                <a:gd name="connsiteY6" fmla="*/ 0 h 735361"/>
                <a:gd name="connsiteX7" fmla="*/ 618477 w 739941"/>
                <a:gd name="connsiteY7" fmla="*/ 138035 h 735361"/>
                <a:gd name="connsiteX8" fmla="*/ 618477 w 739941"/>
                <a:gd name="connsiteY8" fmla="*/ 18570 h 735361"/>
                <a:gd name="connsiteX9" fmla="*/ 739941 w 739941"/>
                <a:gd name="connsiteY9" fmla="*/ 18570 h 735361"/>
                <a:gd name="connsiteX10" fmla="*/ 618477 w 739941"/>
                <a:gd name="connsiteY10" fmla="*/ 367681 h 735361"/>
                <a:gd name="connsiteX11" fmla="*/ 369351 w 739941"/>
                <a:gd name="connsiteY11" fmla="*/ 117608 h 735361"/>
                <a:gd name="connsiteX12" fmla="*/ 121464 w 739941"/>
                <a:gd name="connsiteY12" fmla="*/ 367681 h 735361"/>
                <a:gd name="connsiteX13" fmla="*/ 369351 w 739941"/>
                <a:gd name="connsiteY13" fmla="*/ 617753 h 735361"/>
                <a:gd name="connsiteX14" fmla="*/ 618477 w 739941"/>
                <a:gd name="connsiteY14" fmla="*/ 367681 h 735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9941" h="735361">
                  <a:moveTo>
                    <a:pt x="739941" y="18570"/>
                  </a:moveTo>
                  <a:lnTo>
                    <a:pt x="739941" y="716792"/>
                  </a:lnTo>
                  <a:lnTo>
                    <a:pt x="618477" y="716792"/>
                  </a:lnTo>
                  <a:lnTo>
                    <a:pt x="618477" y="596707"/>
                  </a:lnTo>
                  <a:cubicBezTo>
                    <a:pt x="562703" y="682128"/>
                    <a:pt x="472844" y="735361"/>
                    <a:pt x="353858" y="735361"/>
                  </a:cubicBezTo>
                  <a:cubicBezTo>
                    <a:pt x="159267" y="735361"/>
                    <a:pt x="0" y="574424"/>
                    <a:pt x="0" y="367681"/>
                  </a:cubicBezTo>
                  <a:cubicBezTo>
                    <a:pt x="0" y="160938"/>
                    <a:pt x="159887" y="0"/>
                    <a:pt x="353858" y="0"/>
                  </a:cubicBezTo>
                  <a:cubicBezTo>
                    <a:pt x="472844" y="0"/>
                    <a:pt x="562083" y="53233"/>
                    <a:pt x="618477" y="138035"/>
                  </a:cubicBezTo>
                  <a:lnTo>
                    <a:pt x="618477" y="18570"/>
                  </a:lnTo>
                  <a:lnTo>
                    <a:pt x="739941" y="18570"/>
                  </a:lnTo>
                  <a:close/>
                  <a:moveTo>
                    <a:pt x="618477" y="367681"/>
                  </a:moveTo>
                  <a:cubicBezTo>
                    <a:pt x="618477" y="225313"/>
                    <a:pt x="510646" y="117608"/>
                    <a:pt x="369351" y="117608"/>
                  </a:cubicBezTo>
                  <a:cubicBezTo>
                    <a:pt x="229295" y="117608"/>
                    <a:pt x="121464" y="225313"/>
                    <a:pt x="121464" y="367681"/>
                  </a:cubicBezTo>
                  <a:cubicBezTo>
                    <a:pt x="121464" y="510049"/>
                    <a:pt x="229295" y="617753"/>
                    <a:pt x="369351" y="617753"/>
                  </a:cubicBezTo>
                  <a:cubicBezTo>
                    <a:pt x="510646" y="617753"/>
                    <a:pt x="618477" y="510049"/>
                    <a:pt x="618477" y="367681"/>
                  </a:cubicBezTo>
                </a:path>
              </a:pathLst>
            </a:custGeom>
            <a:solidFill>
              <a:srgbClr val="FFFFFF"/>
            </a:solidFill>
            <a:ln w="6188"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E230DCA0-F9BD-A241-8604-62C94448E89B}"/>
                </a:ext>
              </a:extLst>
            </p:cNvPr>
            <p:cNvSpPr/>
            <p:nvPr/>
          </p:nvSpPr>
          <p:spPr>
            <a:xfrm>
              <a:off x="7982417" y="3031815"/>
              <a:ext cx="339604" cy="710601"/>
            </a:xfrm>
            <a:custGeom>
              <a:avLst/>
              <a:gdLst>
                <a:gd name="connsiteX0" fmla="*/ 339605 w 339604"/>
                <a:gd name="connsiteY0" fmla="*/ 0 h 710601"/>
                <a:gd name="connsiteX1" fmla="*/ 339605 w 339604"/>
                <a:gd name="connsiteY1" fmla="*/ 126893 h 710601"/>
                <a:gd name="connsiteX2" fmla="*/ 121464 w 339604"/>
                <a:gd name="connsiteY2" fmla="*/ 340445 h 710601"/>
                <a:gd name="connsiteX3" fmla="*/ 121464 w 339604"/>
                <a:gd name="connsiteY3" fmla="*/ 710602 h 710601"/>
                <a:gd name="connsiteX4" fmla="*/ 0 w 339604"/>
                <a:gd name="connsiteY4" fmla="*/ 710602 h 710601"/>
                <a:gd name="connsiteX5" fmla="*/ 0 w 339604"/>
                <a:gd name="connsiteY5" fmla="*/ 12999 h 710601"/>
                <a:gd name="connsiteX6" fmla="*/ 121464 w 339604"/>
                <a:gd name="connsiteY6" fmla="*/ 12999 h 710601"/>
                <a:gd name="connsiteX7" fmla="*/ 121464 w 339604"/>
                <a:gd name="connsiteY7" fmla="*/ 130607 h 710601"/>
                <a:gd name="connsiteX8" fmla="*/ 339605 w 339604"/>
                <a:gd name="connsiteY8" fmla="*/ 0 h 71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9604" h="710601">
                  <a:moveTo>
                    <a:pt x="339605" y="0"/>
                  </a:moveTo>
                  <a:lnTo>
                    <a:pt x="339605" y="126893"/>
                  </a:lnTo>
                  <a:cubicBezTo>
                    <a:pt x="234872" y="122560"/>
                    <a:pt x="121464" y="175793"/>
                    <a:pt x="121464" y="340445"/>
                  </a:cubicBezTo>
                  <a:lnTo>
                    <a:pt x="121464" y="710602"/>
                  </a:lnTo>
                  <a:lnTo>
                    <a:pt x="0" y="710602"/>
                  </a:lnTo>
                  <a:lnTo>
                    <a:pt x="0" y="12999"/>
                  </a:lnTo>
                  <a:lnTo>
                    <a:pt x="121464" y="12999"/>
                  </a:lnTo>
                  <a:lnTo>
                    <a:pt x="121464" y="130607"/>
                  </a:lnTo>
                  <a:cubicBezTo>
                    <a:pt x="166084" y="32807"/>
                    <a:pt x="251605" y="619"/>
                    <a:pt x="339605" y="0"/>
                  </a:cubicBezTo>
                </a:path>
              </a:pathLst>
            </a:custGeom>
            <a:solidFill>
              <a:srgbClr val="FFFFFF"/>
            </a:solidFill>
            <a:ln w="6188"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15E7F6E7-3624-E245-9F24-86183BC2323D}"/>
                </a:ext>
              </a:extLst>
            </p:cNvPr>
            <p:cNvSpPr/>
            <p:nvPr/>
          </p:nvSpPr>
          <p:spPr>
            <a:xfrm>
              <a:off x="8364162" y="3026244"/>
              <a:ext cx="714533" cy="735361"/>
            </a:xfrm>
            <a:custGeom>
              <a:avLst/>
              <a:gdLst>
                <a:gd name="connsiteX0" fmla="*/ 378027 w 714533"/>
                <a:gd name="connsiteY0" fmla="*/ 620848 h 735361"/>
                <a:gd name="connsiteX1" fmla="*/ 579435 w 714533"/>
                <a:gd name="connsiteY1" fmla="*/ 518715 h 735361"/>
                <a:gd name="connsiteX2" fmla="*/ 682928 w 714533"/>
                <a:gd name="connsiteY2" fmla="*/ 577519 h 735361"/>
                <a:gd name="connsiteX3" fmla="*/ 374929 w 714533"/>
                <a:gd name="connsiteY3" fmla="*/ 735361 h 735361"/>
                <a:gd name="connsiteX4" fmla="*/ 0 w 714533"/>
                <a:gd name="connsiteY4" fmla="*/ 367681 h 735361"/>
                <a:gd name="connsiteX5" fmla="*/ 366252 w 714533"/>
                <a:gd name="connsiteY5" fmla="*/ 0 h 735361"/>
                <a:gd name="connsiteX6" fmla="*/ 714533 w 714533"/>
                <a:gd name="connsiteY6" fmla="*/ 368919 h 735361"/>
                <a:gd name="connsiteX7" fmla="*/ 710195 w 714533"/>
                <a:gd name="connsiteY7" fmla="*/ 423390 h 735361"/>
                <a:gd name="connsiteX8" fmla="*/ 123943 w 714533"/>
                <a:gd name="connsiteY8" fmla="*/ 423390 h 735361"/>
                <a:gd name="connsiteX9" fmla="*/ 378027 w 714533"/>
                <a:gd name="connsiteY9" fmla="*/ 620848 h 735361"/>
                <a:gd name="connsiteX10" fmla="*/ 124563 w 714533"/>
                <a:gd name="connsiteY10" fmla="*/ 316923 h 735361"/>
                <a:gd name="connsiteX11" fmla="*/ 591829 w 714533"/>
                <a:gd name="connsiteY11" fmla="*/ 316923 h 735361"/>
                <a:gd name="connsiteX12" fmla="*/ 366872 w 714533"/>
                <a:gd name="connsiteY12" fmla="*/ 114513 h 735361"/>
                <a:gd name="connsiteX13" fmla="*/ 124563 w 714533"/>
                <a:gd name="connsiteY13" fmla="*/ 316923 h 735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14533" h="735361">
                  <a:moveTo>
                    <a:pt x="378027" y="620848"/>
                  </a:moveTo>
                  <a:cubicBezTo>
                    <a:pt x="474703" y="620848"/>
                    <a:pt x="544731" y="576281"/>
                    <a:pt x="579435" y="518715"/>
                  </a:cubicBezTo>
                  <a:lnTo>
                    <a:pt x="682928" y="577519"/>
                  </a:lnTo>
                  <a:cubicBezTo>
                    <a:pt x="621576" y="672843"/>
                    <a:pt x="514984" y="735361"/>
                    <a:pt x="374929" y="735361"/>
                  </a:cubicBezTo>
                  <a:cubicBezTo>
                    <a:pt x="149971" y="735361"/>
                    <a:pt x="0" y="577519"/>
                    <a:pt x="0" y="367681"/>
                  </a:cubicBezTo>
                  <a:cubicBezTo>
                    <a:pt x="0" y="160938"/>
                    <a:pt x="148112" y="0"/>
                    <a:pt x="366252" y="0"/>
                  </a:cubicBezTo>
                  <a:cubicBezTo>
                    <a:pt x="577576" y="0"/>
                    <a:pt x="714533" y="173318"/>
                    <a:pt x="714533" y="368919"/>
                  </a:cubicBezTo>
                  <a:cubicBezTo>
                    <a:pt x="714533" y="386869"/>
                    <a:pt x="713294" y="405439"/>
                    <a:pt x="710195" y="423390"/>
                  </a:cubicBezTo>
                  <a:lnTo>
                    <a:pt x="123943" y="423390"/>
                  </a:lnTo>
                  <a:cubicBezTo>
                    <a:pt x="148112" y="549045"/>
                    <a:pt x="247887" y="620229"/>
                    <a:pt x="378027" y="620848"/>
                  </a:cubicBezTo>
                  <a:moveTo>
                    <a:pt x="124563" y="316923"/>
                  </a:moveTo>
                  <a:lnTo>
                    <a:pt x="591829" y="316923"/>
                  </a:lnTo>
                  <a:cubicBezTo>
                    <a:pt x="570759" y="178888"/>
                    <a:pt x="471604" y="114513"/>
                    <a:pt x="366872" y="114513"/>
                  </a:cubicBezTo>
                  <a:cubicBezTo>
                    <a:pt x="234873" y="114513"/>
                    <a:pt x="144394" y="195601"/>
                    <a:pt x="124563" y="316923"/>
                  </a:cubicBezTo>
                </a:path>
              </a:pathLst>
            </a:custGeom>
            <a:solidFill>
              <a:srgbClr val="FFFFFF"/>
            </a:solidFill>
            <a:ln w="6188"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EB1A9783-F880-ED42-92A0-4F0B83DD2744}"/>
                </a:ext>
              </a:extLst>
            </p:cNvPr>
            <p:cNvSpPr/>
            <p:nvPr/>
          </p:nvSpPr>
          <p:spPr>
            <a:xfrm>
              <a:off x="3115164" y="2656088"/>
              <a:ext cx="739941" cy="1105518"/>
            </a:xfrm>
            <a:custGeom>
              <a:avLst/>
              <a:gdLst>
                <a:gd name="connsiteX0" fmla="*/ 739942 w 739941"/>
                <a:gd name="connsiteY0" fmla="*/ 0 h 1105518"/>
                <a:gd name="connsiteX1" fmla="*/ 739942 w 739941"/>
                <a:gd name="connsiteY1" fmla="*/ 737837 h 1105518"/>
                <a:gd name="connsiteX2" fmla="*/ 353858 w 739941"/>
                <a:gd name="connsiteY2" fmla="*/ 1105518 h 1105518"/>
                <a:gd name="connsiteX3" fmla="*/ 0 w 739941"/>
                <a:gd name="connsiteY3" fmla="*/ 737837 h 1105518"/>
                <a:gd name="connsiteX4" fmla="*/ 353858 w 739941"/>
                <a:gd name="connsiteY4" fmla="*/ 370157 h 1105518"/>
                <a:gd name="connsiteX5" fmla="*/ 618477 w 739941"/>
                <a:gd name="connsiteY5" fmla="*/ 508192 h 1105518"/>
                <a:gd name="connsiteX6" fmla="*/ 618477 w 739941"/>
                <a:gd name="connsiteY6" fmla="*/ 0 h 1105518"/>
                <a:gd name="connsiteX7" fmla="*/ 739942 w 739941"/>
                <a:gd name="connsiteY7" fmla="*/ 0 h 1105518"/>
                <a:gd name="connsiteX8" fmla="*/ 618477 w 739941"/>
                <a:gd name="connsiteY8" fmla="*/ 737837 h 1105518"/>
                <a:gd name="connsiteX9" fmla="*/ 369351 w 739941"/>
                <a:gd name="connsiteY9" fmla="*/ 487765 h 1105518"/>
                <a:gd name="connsiteX10" fmla="*/ 122084 w 739941"/>
                <a:gd name="connsiteY10" fmla="*/ 737837 h 1105518"/>
                <a:gd name="connsiteX11" fmla="*/ 369351 w 739941"/>
                <a:gd name="connsiteY11" fmla="*/ 987910 h 1105518"/>
                <a:gd name="connsiteX12" fmla="*/ 618477 w 739941"/>
                <a:gd name="connsiteY12" fmla="*/ 737837 h 1105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941" h="1105518">
                  <a:moveTo>
                    <a:pt x="739942" y="0"/>
                  </a:moveTo>
                  <a:lnTo>
                    <a:pt x="739942" y="737837"/>
                  </a:lnTo>
                  <a:cubicBezTo>
                    <a:pt x="739942" y="887633"/>
                    <a:pt x="627153" y="1105518"/>
                    <a:pt x="353858" y="1105518"/>
                  </a:cubicBezTo>
                  <a:cubicBezTo>
                    <a:pt x="159267" y="1105518"/>
                    <a:pt x="0" y="944580"/>
                    <a:pt x="0" y="737837"/>
                  </a:cubicBezTo>
                  <a:cubicBezTo>
                    <a:pt x="0" y="531094"/>
                    <a:pt x="159267" y="370157"/>
                    <a:pt x="353858" y="370157"/>
                  </a:cubicBezTo>
                  <a:cubicBezTo>
                    <a:pt x="472844" y="370157"/>
                    <a:pt x="562083" y="423390"/>
                    <a:pt x="618477" y="508192"/>
                  </a:cubicBezTo>
                  <a:lnTo>
                    <a:pt x="618477" y="0"/>
                  </a:lnTo>
                  <a:lnTo>
                    <a:pt x="739942" y="0"/>
                  </a:lnTo>
                  <a:close/>
                  <a:moveTo>
                    <a:pt x="618477" y="737837"/>
                  </a:moveTo>
                  <a:cubicBezTo>
                    <a:pt x="618477" y="595469"/>
                    <a:pt x="510646" y="487765"/>
                    <a:pt x="369351" y="487765"/>
                  </a:cubicBezTo>
                  <a:cubicBezTo>
                    <a:pt x="229295" y="487765"/>
                    <a:pt x="122084" y="595469"/>
                    <a:pt x="122084" y="737837"/>
                  </a:cubicBezTo>
                  <a:cubicBezTo>
                    <a:pt x="122084" y="880205"/>
                    <a:pt x="229915" y="987910"/>
                    <a:pt x="369351" y="987910"/>
                  </a:cubicBezTo>
                  <a:cubicBezTo>
                    <a:pt x="510646" y="987910"/>
                    <a:pt x="618477" y="880205"/>
                    <a:pt x="618477" y="737837"/>
                  </a:cubicBezTo>
                </a:path>
              </a:pathLst>
            </a:custGeom>
            <a:solidFill>
              <a:srgbClr val="FFFFFF"/>
            </a:solidFill>
            <a:ln w="6188"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6FCB3A89-27A5-114F-ACAC-9DD94A06C2DF}"/>
                </a:ext>
              </a:extLst>
            </p:cNvPr>
            <p:cNvSpPr/>
            <p:nvPr/>
          </p:nvSpPr>
          <p:spPr>
            <a:xfrm>
              <a:off x="3237248" y="3143852"/>
              <a:ext cx="496392" cy="500144"/>
            </a:xfrm>
            <a:custGeom>
              <a:avLst/>
              <a:gdLst>
                <a:gd name="connsiteX0" fmla="*/ 496393 w 496392"/>
                <a:gd name="connsiteY0" fmla="*/ 250072 h 500144"/>
                <a:gd name="connsiteX1" fmla="*/ 247267 w 496392"/>
                <a:gd name="connsiteY1" fmla="*/ 0 h 500144"/>
                <a:gd name="connsiteX2" fmla="*/ 0 w 496392"/>
                <a:gd name="connsiteY2" fmla="*/ 250072 h 500144"/>
                <a:gd name="connsiteX3" fmla="*/ 247267 w 496392"/>
                <a:gd name="connsiteY3" fmla="*/ 500145 h 500144"/>
                <a:gd name="connsiteX4" fmla="*/ 496393 w 496392"/>
                <a:gd name="connsiteY4" fmla="*/ 250072 h 500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392" h="500144">
                  <a:moveTo>
                    <a:pt x="496393" y="250072"/>
                  </a:moveTo>
                  <a:cubicBezTo>
                    <a:pt x="496393" y="107704"/>
                    <a:pt x="388562" y="0"/>
                    <a:pt x="247267" y="0"/>
                  </a:cubicBezTo>
                  <a:cubicBezTo>
                    <a:pt x="107211" y="0"/>
                    <a:pt x="0" y="107704"/>
                    <a:pt x="0" y="250072"/>
                  </a:cubicBezTo>
                  <a:cubicBezTo>
                    <a:pt x="0" y="392440"/>
                    <a:pt x="107831" y="500145"/>
                    <a:pt x="247267" y="500145"/>
                  </a:cubicBezTo>
                  <a:cubicBezTo>
                    <a:pt x="388562" y="500145"/>
                    <a:pt x="496393" y="392440"/>
                    <a:pt x="496393" y="250072"/>
                  </a:cubicBezTo>
                </a:path>
              </a:pathLst>
            </a:custGeom>
            <a:solidFill>
              <a:schemeClr val="bg2"/>
            </a:solidFill>
            <a:ln w="6188" cap="flat">
              <a:noFill/>
              <a:prstDash val="solid"/>
              <a:miter/>
            </a:ln>
          </p:spPr>
          <p:txBody>
            <a:bodyPr rtlCol="0" anchor="ctr"/>
            <a:lstStyle/>
            <a:p>
              <a:endParaRPr lang="en-US"/>
            </a:p>
          </p:txBody>
        </p:sp>
      </p:grpSp>
    </p:spTree>
    <p:extLst>
      <p:ext uri="{BB962C8B-B14F-4D97-AF65-F5344CB8AC3E}">
        <p14:creationId xmlns:p14="http://schemas.microsoft.com/office/powerpoint/2010/main" val="1227783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gline red">
    <p:bg>
      <p:bgPr>
        <a:solidFill>
          <a:schemeClr val="tx2"/>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D9E0E15-4A15-3547-8617-1C2EF2EB54C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9638"/>
            <a:ext cx="12192000" cy="6858001"/>
          </a:xfrm>
          <a:prstGeom prst="rect">
            <a:avLst/>
          </a:prstGeom>
        </p:spPr>
      </p:pic>
      <p:grpSp>
        <p:nvGrpSpPr>
          <p:cNvPr id="12" name="Group 11">
            <a:extLst>
              <a:ext uri="{FF2B5EF4-FFF2-40B4-BE49-F238E27FC236}">
                <a16:creationId xmlns:a16="http://schemas.microsoft.com/office/drawing/2014/main" id="{998F074B-41DA-E54C-9630-B8404CF34A80}"/>
              </a:ext>
            </a:extLst>
          </p:cNvPr>
          <p:cNvGrpSpPr/>
          <p:nvPr userDrawn="1"/>
        </p:nvGrpSpPr>
        <p:grpSpPr>
          <a:xfrm>
            <a:off x="2378988" y="3002898"/>
            <a:ext cx="7434021" cy="552197"/>
            <a:chOff x="2377527" y="3151753"/>
            <a:chExt cx="7434021" cy="552197"/>
          </a:xfrm>
        </p:grpSpPr>
        <p:sp>
          <p:nvSpPr>
            <p:cNvPr id="13" name="Freeform 12">
              <a:extLst>
                <a:ext uri="{FF2B5EF4-FFF2-40B4-BE49-F238E27FC236}">
                  <a16:creationId xmlns:a16="http://schemas.microsoft.com/office/drawing/2014/main" id="{1C774CBA-6CA8-164F-9EBF-CB3081D0FA2E}"/>
                </a:ext>
              </a:extLst>
            </p:cNvPr>
            <p:cNvSpPr/>
            <p:nvPr/>
          </p:nvSpPr>
          <p:spPr>
            <a:xfrm>
              <a:off x="2377527" y="3181337"/>
              <a:ext cx="3749678" cy="522035"/>
            </a:xfrm>
            <a:custGeom>
              <a:avLst/>
              <a:gdLst>
                <a:gd name="connsiteX0" fmla="*/ 3639633 w 3749678"/>
                <a:gd name="connsiteY0" fmla="*/ 483583 h 522035"/>
                <a:gd name="connsiteX1" fmla="*/ 3652197 w 3749678"/>
                <a:gd name="connsiteY1" fmla="*/ 500741 h 522035"/>
                <a:gd name="connsiteX2" fmla="*/ 3670415 w 3749678"/>
                <a:gd name="connsiteY2" fmla="*/ 512249 h 522035"/>
                <a:gd name="connsiteX3" fmla="*/ 3692298 w 3749678"/>
                <a:gd name="connsiteY3" fmla="*/ 516539 h 522035"/>
                <a:gd name="connsiteX4" fmla="*/ 3732817 w 3749678"/>
                <a:gd name="connsiteY4" fmla="*/ 500009 h 522035"/>
                <a:gd name="connsiteX5" fmla="*/ 3749674 w 3749678"/>
                <a:gd name="connsiteY5" fmla="*/ 460671 h 522035"/>
                <a:gd name="connsiteX6" fmla="*/ 3732503 w 3749678"/>
                <a:gd name="connsiteY6" fmla="*/ 421961 h 522035"/>
                <a:gd name="connsiteX7" fmla="*/ 3692297 w 3749678"/>
                <a:gd name="connsiteY7" fmla="*/ 406163 h 522035"/>
                <a:gd name="connsiteX8" fmla="*/ 3651778 w 3749678"/>
                <a:gd name="connsiteY8" fmla="*/ 422694 h 522035"/>
                <a:gd name="connsiteX9" fmla="*/ 3634711 w 3749678"/>
                <a:gd name="connsiteY9" fmla="*/ 462136 h 522035"/>
                <a:gd name="connsiteX10" fmla="*/ 3639423 w 3749678"/>
                <a:gd name="connsiteY10" fmla="*/ 483688 h 522035"/>
                <a:gd name="connsiteX11" fmla="*/ 3413163 w 3749678"/>
                <a:gd name="connsiteY11" fmla="*/ 237200 h 522035"/>
                <a:gd name="connsiteX12" fmla="*/ 3413163 w 3749678"/>
                <a:gd name="connsiteY12" fmla="*/ 397584 h 522035"/>
                <a:gd name="connsiteX13" fmla="*/ 3417875 w 3749678"/>
                <a:gd name="connsiteY13" fmla="*/ 444559 h 522035"/>
                <a:gd name="connsiteX14" fmla="*/ 3435046 w 3749678"/>
                <a:gd name="connsiteY14" fmla="*/ 483164 h 522035"/>
                <a:gd name="connsiteX15" fmla="*/ 3469074 w 3749678"/>
                <a:gd name="connsiteY15" fmla="*/ 509738 h 522035"/>
                <a:gd name="connsiteX16" fmla="*/ 3524985 w 3749678"/>
                <a:gd name="connsiteY16" fmla="*/ 519363 h 522035"/>
                <a:gd name="connsiteX17" fmla="*/ 3555139 w 3749678"/>
                <a:gd name="connsiteY17" fmla="*/ 516852 h 522035"/>
                <a:gd name="connsiteX18" fmla="*/ 3582361 w 3749678"/>
                <a:gd name="connsiteY18" fmla="*/ 510052 h 522035"/>
                <a:gd name="connsiteX19" fmla="*/ 3579534 w 3749678"/>
                <a:gd name="connsiteY19" fmla="*/ 442676 h 522035"/>
                <a:gd name="connsiteX20" fmla="*/ 3561526 w 3749678"/>
                <a:gd name="connsiteY20" fmla="*/ 448116 h 522035"/>
                <a:gd name="connsiteX21" fmla="*/ 3542889 w 3749678"/>
                <a:gd name="connsiteY21" fmla="*/ 449895 h 522035"/>
                <a:gd name="connsiteX22" fmla="*/ 3506034 w 3749678"/>
                <a:gd name="connsiteY22" fmla="*/ 434829 h 522035"/>
                <a:gd name="connsiteX23" fmla="*/ 3497762 w 3749678"/>
                <a:gd name="connsiteY23" fmla="*/ 396852 h 522035"/>
                <a:gd name="connsiteX24" fmla="*/ 3497762 w 3749678"/>
                <a:gd name="connsiteY24" fmla="*/ 237200 h 522035"/>
                <a:gd name="connsiteX25" fmla="*/ 3583827 w 3749678"/>
                <a:gd name="connsiteY25" fmla="*/ 237200 h 522035"/>
                <a:gd name="connsiteX26" fmla="*/ 3583827 w 3749678"/>
                <a:gd name="connsiteY26" fmla="*/ 168359 h 522035"/>
                <a:gd name="connsiteX27" fmla="*/ 3497762 w 3749678"/>
                <a:gd name="connsiteY27" fmla="*/ 168359 h 522035"/>
                <a:gd name="connsiteX28" fmla="*/ 3497762 w 3749678"/>
                <a:gd name="connsiteY28" fmla="*/ 68865 h 522035"/>
                <a:gd name="connsiteX29" fmla="*/ 3413163 w 3749678"/>
                <a:gd name="connsiteY29" fmla="*/ 68865 h 522035"/>
                <a:gd name="connsiteX30" fmla="*/ 3413163 w 3749678"/>
                <a:gd name="connsiteY30" fmla="*/ 168359 h 522035"/>
                <a:gd name="connsiteX31" fmla="*/ 3352960 w 3749678"/>
                <a:gd name="connsiteY31" fmla="*/ 168359 h 522035"/>
                <a:gd name="connsiteX32" fmla="*/ 3352960 w 3749678"/>
                <a:gd name="connsiteY32" fmla="*/ 237200 h 522035"/>
                <a:gd name="connsiteX33" fmla="*/ 3219989 w 3749678"/>
                <a:gd name="connsiteY33" fmla="*/ 87801 h 522035"/>
                <a:gd name="connsiteX34" fmla="*/ 3259043 w 3749678"/>
                <a:gd name="connsiteY34" fmla="*/ 103180 h 522035"/>
                <a:gd name="connsiteX35" fmla="*/ 3298830 w 3749678"/>
                <a:gd name="connsiteY35" fmla="*/ 88533 h 522035"/>
                <a:gd name="connsiteX36" fmla="*/ 3301625 w 3749678"/>
                <a:gd name="connsiteY36" fmla="*/ 17569 h 522035"/>
                <a:gd name="connsiteX37" fmla="*/ 3298830 w 3749678"/>
                <a:gd name="connsiteY37" fmla="*/ 14775 h 522035"/>
                <a:gd name="connsiteX38" fmla="*/ 3259043 w 3749678"/>
                <a:gd name="connsiteY38" fmla="*/ 24 h 522035"/>
                <a:gd name="connsiteX39" fmla="*/ 3219989 w 3749678"/>
                <a:gd name="connsiteY39" fmla="*/ 15508 h 522035"/>
                <a:gd name="connsiteX40" fmla="*/ 3218249 w 3749678"/>
                <a:gd name="connsiteY40" fmla="*/ 86062 h 522035"/>
                <a:gd name="connsiteX41" fmla="*/ 3219989 w 3749678"/>
                <a:gd name="connsiteY41" fmla="*/ 87801 h 522035"/>
                <a:gd name="connsiteX42" fmla="*/ 3216743 w 3749678"/>
                <a:gd name="connsiteY42" fmla="*/ 512249 h 522035"/>
                <a:gd name="connsiteX43" fmla="*/ 3302704 w 3749678"/>
                <a:gd name="connsiteY43" fmla="*/ 512249 h 522035"/>
                <a:gd name="connsiteX44" fmla="*/ 3302704 w 3749678"/>
                <a:gd name="connsiteY44" fmla="*/ 168359 h 522035"/>
                <a:gd name="connsiteX45" fmla="*/ 3216743 w 3749678"/>
                <a:gd name="connsiteY45" fmla="*/ 168359 h 522035"/>
                <a:gd name="connsiteX46" fmla="*/ 2930385 w 3749678"/>
                <a:gd name="connsiteY46" fmla="*/ 175160 h 522035"/>
                <a:gd name="connsiteX47" fmla="*/ 2884421 w 3749678"/>
                <a:gd name="connsiteY47" fmla="*/ 223599 h 522035"/>
                <a:gd name="connsiteX48" fmla="*/ 2843587 w 3749678"/>
                <a:gd name="connsiteY48" fmla="*/ 176311 h 522035"/>
                <a:gd name="connsiteX49" fmla="*/ 2776893 w 3749678"/>
                <a:gd name="connsiteY49" fmla="*/ 158316 h 522035"/>
                <a:gd name="connsiteX50" fmla="*/ 2738991 w 3749678"/>
                <a:gd name="connsiteY50" fmla="*/ 163756 h 522035"/>
                <a:gd name="connsiteX51" fmla="*/ 2708523 w 3749678"/>
                <a:gd name="connsiteY51" fmla="*/ 178403 h 522035"/>
                <a:gd name="connsiteX52" fmla="*/ 2685593 w 3749678"/>
                <a:gd name="connsiteY52" fmla="*/ 199327 h 522035"/>
                <a:gd name="connsiteX53" fmla="*/ 2670097 w 3749678"/>
                <a:gd name="connsiteY53" fmla="*/ 223704 h 522035"/>
                <a:gd name="connsiteX54" fmla="*/ 2668736 w 3749678"/>
                <a:gd name="connsiteY54" fmla="*/ 223704 h 522035"/>
                <a:gd name="connsiteX55" fmla="*/ 2668736 w 3749678"/>
                <a:gd name="connsiteY55" fmla="*/ 168464 h 522035"/>
                <a:gd name="connsiteX56" fmla="*/ 2586964 w 3749678"/>
                <a:gd name="connsiteY56" fmla="*/ 168464 h 522035"/>
                <a:gd name="connsiteX57" fmla="*/ 2586964 w 3749678"/>
                <a:gd name="connsiteY57" fmla="*/ 512354 h 522035"/>
                <a:gd name="connsiteX58" fmla="*/ 2673029 w 3749678"/>
                <a:gd name="connsiteY58" fmla="*/ 512354 h 522035"/>
                <a:gd name="connsiteX59" fmla="*/ 2673029 w 3749678"/>
                <a:gd name="connsiteY59" fmla="*/ 323094 h 522035"/>
                <a:gd name="connsiteX60" fmla="*/ 2677636 w 3749678"/>
                <a:gd name="connsiteY60" fmla="*/ 289092 h 522035"/>
                <a:gd name="connsiteX61" fmla="*/ 2691247 w 3749678"/>
                <a:gd name="connsiteY61" fmla="*/ 259380 h 522035"/>
                <a:gd name="connsiteX62" fmla="*/ 2714595 w 3749678"/>
                <a:gd name="connsiteY62" fmla="*/ 238456 h 522035"/>
                <a:gd name="connsiteX63" fmla="*/ 2748309 w 3749678"/>
                <a:gd name="connsiteY63" fmla="*/ 230190 h 522035"/>
                <a:gd name="connsiteX64" fmla="*/ 2796681 w 3749678"/>
                <a:gd name="connsiteY64" fmla="*/ 251115 h 522035"/>
                <a:gd name="connsiteX65" fmla="*/ 2812072 w 3749678"/>
                <a:gd name="connsiteY65" fmla="*/ 304471 h 522035"/>
                <a:gd name="connsiteX66" fmla="*/ 2812072 w 3749678"/>
                <a:gd name="connsiteY66" fmla="*/ 512249 h 522035"/>
                <a:gd name="connsiteX67" fmla="*/ 2898137 w 3749678"/>
                <a:gd name="connsiteY67" fmla="*/ 512249 h 522035"/>
                <a:gd name="connsiteX68" fmla="*/ 2898137 w 3749678"/>
                <a:gd name="connsiteY68" fmla="*/ 324559 h 522035"/>
                <a:gd name="connsiteX69" fmla="*/ 2902430 w 3749678"/>
                <a:gd name="connsiteY69" fmla="*/ 291185 h 522035"/>
                <a:gd name="connsiteX70" fmla="*/ 2916041 w 3749678"/>
                <a:gd name="connsiteY70" fmla="*/ 260740 h 522035"/>
                <a:gd name="connsiteX71" fmla="*/ 2939703 w 3749678"/>
                <a:gd name="connsiteY71" fmla="*/ 238560 h 522035"/>
                <a:gd name="connsiteX72" fmla="*/ 2974045 w 3749678"/>
                <a:gd name="connsiteY72" fmla="*/ 229981 h 522035"/>
                <a:gd name="connsiteX73" fmla="*/ 3007445 w 3749678"/>
                <a:gd name="connsiteY73" fmla="*/ 238560 h 522035"/>
                <a:gd name="connsiteX74" fmla="*/ 3027129 w 3749678"/>
                <a:gd name="connsiteY74" fmla="*/ 260426 h 522035"/>
                <a:gd name="connsiteX75" fmla="*/ 3036448 w 3749678"/>
                <a:gd name="connsiteY75" fmla="*/ 290138 h 522035"/>
                <a:gd name="connsiteX76" fmla="*/ 3038542 w 3749678"/>
                <a:gd name="connsiteY76" fmla="*/ 321525 h 522035"/>
                <a:gd name="connsiteX77" fmla="*/ 3038542 w 3749678"/>
                <a:gd name="connsiteY77" fmla="*/ 512144 h 522035"/>
                <a:gd name="connsiteX78" fmla="*/ 3124606 w 3749678"/>
                <a:gd name="connsiteY78" fmla="*/ 512144 h 522035"/>
                <a:gd name="connsiteX79" fmla="*/ 3124606 w 3749678"/>
                <a:gd name="connsiteY79" fmla="*/ 297357 h 522035"/>
                <a:gd name="connsiteX80" fmla="*/ 3117487 w 3749678"/>
                <a:gd name="connsiteY80" fmla="*/ 245779 h 522035"/>
                <a:gd name="connsiteX81" fmla="*/ 3094871 w 3749678"/>
                <a:gd name="connsiteY81" fmla="*/ 201315 h 522035"/>
                <a:gd name="connsiteX82" fmla="*/ 3055399 w 3749678"/>
                <a:gd name="connsiteY82" fmla="*/ 169929 h 522035"/>
                <a:gd name="connsiteX83" fmla="*/ 2930385 w 3749678"/>
                <a:gd name="connsiteY83" fmla="*/ 174951 h 522035"/>
                <a:gd name="connsiteX84" fmla="*/ 2299873 w 3749678"/>
                <a:gd name="connsiteY84" fmla="*/ 174951 h 522035"/>
                <a:gd name="connsiteX85" fmla="*/ 2253909 w 3749678"/>
                <a:gd name="connsiteY85" fmla="*/ 223390 h 522035"/>
                <a:gd name="connsiteX86" fmla="*/ 2213075 w 3749678"/>
                <a:gd name="connsiteY86" fmla="*/ 176101 h 522035"/>
                <a:gd name="connsiteX87" fmla="*/ 2146380 w 3749678"/>
                <a:gd name="connsiteY87" fmla="*/ 158107 h 522035"/>
                <a:gd name="connsiteX88" fmla="*/ 2108479 w 3749678"/>
                <a:gd name="connsiteY88" fmla="*/ 163547 h 522035"/>
                <a:gd name="connsiteX89" fmla="*/ 2078010 w 3749678"/>
                <a:gd name="connsiteY89" fmla="*/ 178194 h 522035"/>
                <a:gd name="connsiteX90" fmla="*/ 2055081 w 3749678"/>
                <a:gd name="connsiteY90" fmla="*/ 199118 h 522035"/>
                <a:gd name="connsiteX91" fmla="*/ 2039585 w 3749678"/>
                <a:gd name="connsiteY91" fmla="*/ 223495 h 522035"/>
                <a:gd name="connsiteX92" fmla="*/ 2038224 w 3749678"/>
                <a:gd name="connsiteY92" fmla="*/ 223495 h 522035"/>
                <a:gd name="connsiteX93" fmla="*/ 2038224 w 3749678"/>
                <a:gd name="connsiteY93" fmla="*/ 168255 h 522035"/>
                <a:gd name="connsiteX94" fmla="*/ 1956452 w 3749678"/>
                <a:gd name="connsiteY94" fmla="*/ 168255 h 522035"/>
                <a:gd name="connsiteX95" fmla="*/ 1956452 w 3749678"/>
                <a:gd name="connsiteY95" fmla="*/ 512144 h 522035"/>
                <a:gd name="connsiteX96" fmla="*/ 2042516 w 3749678"/>
                <a:gd name="connsiteY96" fmla="*/ 512144 h 522035"/>
                <a:gd name="connsiteX97" fmla="*/ 2042516 w 3749678"/>
                <a:gd name="connsiteY97" fmla="*/ 323094 h 522035"/>
                <a:gd name="connsiteX98" fmla="*/ 2047123 w 3749678"/>
                <a:gd name="connsiteY98" fmla="*/ 289092 h 522035"/>
                <a:gd name="connsiteX99" fmla="*/ 2060734 w 3749678"/>
                <a:gd name="connsiteY99" fmla="*/ 259380 h 522035"/>
                <a:gd name="connsiteX100" fmla="*/ 2084083 w 3749678"/>
                <a:gd name="connsiteY100" fmla="*/ 238456 h 522035"/>
                <a:gd name="connsiteX101" fmla="*/ 2117797 w 3749678"/>
                <a:gd name="connsiteY101" fmla="*/ 230190 h 522035"/>
                <a:gd name="connsiteX102" fmla="*/ 2166169 w 3749678"/>
                <a:gd name="connsiteY102" fmla="*/ 251115 h 522035"/>
                <a:gd name="connsiteX103" fmla="*/ 2181560 w 3749678"/>
                <a:gd name="connsiteY103" fmla="*/ 304471 h 522035"/>
                <a:gd name="connsiteX104" fmla="*/ 2181560 w 3749678"/>
                <a:gd name="connsiteY104" fmla="*/ 512249 h 522035"/>
                <a:gd name="connsiteX105" fmla="*/ 2267520 w 3749678"/>
                <a:gd name="connsiteY105" fmla="*/ 512249 h 522035"/>
                <a:gd name="connsiteX106" fmla="*/ 2267520 w 3749678"/>
                <a:gd name="connsiteY106" fmla="*/ 324559 h 522035"/>
                <a:gd name="connsiteX107" fmla="*/ 2271918 w 3749678"/>
                <a:gd name="connsiteY107" fmla="*/ 291185 h 522035"/>
                <a:gd name="connsiteX108" fmla="*/ 2285529 w 3749678"/>
                <a:gd name="connsiteY108" fmla="*/ 260740 h 522035"/>
                <a:gd name="connsiteX109" fmla="*/ 2309191 w 3749678"/>
                <a:gd name="connsiteY109" fmla="*/ 238560 h 522035"/>
                <a:gd name="connsiteX110" fmla="*/ 2343533 w 3749678"/>
                <a:gd name="connsiteY110" fmla="*/ 229981 h 522035"/>
                <a:gd name="connsiteX111" fmla="*/ 2376933 w 3749678"/>
                <a:gd name="connsiteY111" fmla="*/ 238560 h 522035"/>
                <a:gd name="connsiteX112" fmla="*/ 2396617 w 3749678"/>
                <a:gd name="connsiteY112" fmla="*/ 260426 h 522035"/>
                <a:gd name="connsiteX113" fmla="*/ 2405936 w 3749678"/>
                <a:gd name="connsiteY113" fmla="*/ 290138 h 522035"/>
                <a:gd name="connsiteX114" fmla="*/ 2408030 w 3749678"/>
                <a:gd name="connsiteY114" fmla="*/ 321525 h 522035"/>
                <a:gd name="connsiteX115" fmla="*/ 2408029 w 3749678"/>
                <a:gd name="connsiteY115" fmla="*/ 512144 h 522035"/>
                <a:gd name="connsiteX116" fmla="*/ 2494094 w 3749678"/>
                <a:gd name="connsiteY116" fmla="*/ 512144 h 522035"/>
                <a:gd name="connsiteX117" fmla="*/ 2494094 w 3749678"/>
                <a:gd name="connsiteY117" fmla="*/ 297357 h 522035"/>
                <a:gd name="connsiteX118" fmla="*/ 2486869 w 3749678"/>
                <a:gd name="connsiteY118" fmla="*/ 245779 h 522035"/>
                <a:gd name="connsiteX119" fmla="*/ 2464359 w 3749678"/>
                <a:gd name="connsiteY119" fmla="*/ 201315 h 522035"/>
                <a:gd name="connsiteX120" fmla="*/ 2424886 w 3749678"/>
                <a:gd name="connsiteY120" fmla="*/ 169929 h 522035"/>
                <a:gd name="connsiteX121" fmla="*/ 2299873 w 3749678"/>
                <a:gd name="connsiteY121" fmla="*/ 174951 h 522035"/>
                <a:gd name="connsiteX122" fmla="*/ 1600990 w 3749678"/>
                <a:gd name="connsiteY122" fmla="*/ 298927 h 522035"/>
                <a:gd name="connsiteX123" fmla="*/ 1619313 w 3749678"/>
                <a:gd name="connsiteY123" fmla="*/ 263460 h 522035"/>
                <a:gd name="connsiteX124" fmla="*/ 1650095 w 3749678"/>
                <a:gd name="connsiteY124" fmla="*/ 238037 h 522035"/>
                <a:gd name="connsiteX125" fmla="*/ 1738987 w 3749678"/>
                <a:gd name="connsiteY125" fmla="*/ 238037 h 522035"/>
                <a:gd name="connsiteX126" fmla="*/ 1769769 w 3749678"/>
                <a:gd name="connsiteY126" fmla="*/ 263460 h 522035"/>
                <a:gd name="connsiteX127" fmla="*/ 1788092 w 3749678"/>
                <a:gd name="connsiteY127" fmla="*/ 298927 h 522035"/>
                <a:gd name="connsiteX128" fmla="*/ 1794164 w 3749678"/>
                <a:gd name="connsiteY128" fmla="*/ 338683 h 522035"/>
                <a:gd name="connsiteX129" fmla="*/ 1788092 w 3749678"/>
                <a:gd name="connsiteY129" fmla="*/ 378753 h 522035"/>
                <a:gd name="connsiteX130" fmla="*/ 1769769 w 3749678"/>
                <a:gd name="connsiteY130" fmla="*/ 414533 h 522035"/>
                <a:gd name="connsiteX131" fmla="*/ 1738987 w 3749678"/>
                <a:gd name="connsiteY131" fmla="*/ 440374 h 522035"/>
                <a:gd name="connsiteX132" fmla="*/ 1650095 w 3749678"/>
                <a:gd name="connsiteY132" fmla="*/ 440374 h 522035"/>
                <a:gd name="connsiteX133" fmla="*/ 1619313 w 3749678"/>
                <a:gd name="connsiteY133" fmla="*/ 414533 h 522035"/>
                <a:gd name="connsiteX134" fmla="*/ 1600990 w 3749678"/>
                <a:gd name="connsiteY134" fmla="*/ 378753 h 522035"/>
                <a:gd name="connsiteX135" fmla="*/ 1594918 w 3749678"/>
                <a:gd name="connsiteY135" fmla="*/ 338683 h 522035"/>
                <a:gd name="connsiteX136" fmla="*/ 1600990 w 3749678"/>
                <a:gd name="connsiteY136" fmla="*/ 298927 h 522035"/>
                <a:gd name="connsiteX137" fmla="*/ 1522150 w 3749678"/>
                <a:gd name="connsiteY137" fmla="*/ 413173 h 522035"/>
                <a:gd name="connsiteX138" fmla="*/ 1561937 w 3749678"/>
                <a:gd name="connsiteY138" fmla="*/ 470819 h 522035"/>
                <a:gd name="connsiteX139" fmla="*/ 1621407 w 3749678"/>
                <a:gd name="connsiteY139" fmla="*/ 508378 h 522035"/>
                <a:gd name="connsiteX140" fmla="*/ 1767989 w 3749678"/>
                <a:gd name="connsiteY140" fmla="*/ 508378 h 522035"/>
                <a:gd name="connsiteX141" fmla="*/ 1827459 w 3749678"/>
                <a:gd name="connsiteY141" fmla="*/ 470819 h 522035"/>
                <a:gd name="connsiteX142" fmla="*/ 1867246 w 3749678"/>
                <a:gd name="connsiteY142" fmla="*/ 413173 h 522035"/>
                <a:gd name="connsiteX143" fmla="*/ 1882009 w 3749678"/>
                <a:gd name="connsiteY143" fmla="*/ 338683 h 522035"/>
                <a:gd name="connsiteX144" fmla="*/ 1867246 w 3749678"/>
                <a:gd name="connsiteY144" fmla="*/ 264506 h 522035"/>
                <a:gd name="connsiteX145" fmla="*/ 1827459 w 3749678"/>
                <a:gd name="connsiteY145" fmla="*/ 207592 h 522035"/>
                <a:gd name="connsiteX146" fmla="*/ 1767989 w 3749678"/>
                <a:gd name="connsiteY146" fmla="*/ 171080 h 522035"/>
                <a:gd name="connsiteX147" fmla="*/ 1621407 w 3749678"/>
                <a:gd name="connsiteY147" fmla="*/ 171080 h 522035"/>
                <a:gd name="connsiteX148" fmla="*/ 1522150 w 3749678"/>
                <a:gd name="connsiteY148" fmla="*/ 264506 h 522035"/>
                <a:gd name="connsiteX149" fmla="*/ 1507492 w 3749678"/>
                <a:gd name="connsiteY149" fmla="*/ 338683 h 522035"/>
                <a:gd name="connsiteX150" fmla="*/ 1522150 w 3749678"/>
                <a:gd name="connsiteY150" fmla="*/ 413173 h 522035"/>
                <a:gd name="connsiteX151" fmla="*/ 1482782 w 3749678"/>
                <a:gd name="connsiteY151" fmla="*/ 211882 h 522035"/>
                <a:gd name="connsiteX152" fmla="*/ 1426453 w 3749678"/>
                <a:gd name="connsiteY152" fmla="*/ 172440 h 522035"/>
                <a:gd name="connsiteX153" fmla="*/ 1281651 w 3749678"/>
                <a:gd name="connsiteY153" fmla="*/ 171080 h 522035"/>
                <a:gd name="connsiteX154" fmla="*/ 1223227 w 3749678"/>
                <a:gd name="connsiteY154" fmla="*/ 207592 h 522035"/>
                <a:gd name="connsiteX155" fmla="*/ 1183441 w 3749678"/>
                <a:gd name="connsiteY155" fmla="*/ 264925 h 522035"/>
                <a:gd name="connsiteX156" fmla="*/ 1168783 w 3749678"/>
                <a:gd name="connsiteY156" fmla="*/ 340043 h 522035"/>
                <a:gd name="connsiteX157" fmla="*/ 1183441 w 3749678"/>
                <a:gd name="connsiteY157" fmla="*/ 416730 h 522035"/>
                <a:gd name="connsiteX158" fmla="*/ 1283117 w 3749678"/>
                <a:gd name="connsiteY158" fmla="*/ 509843 h 522035"/>
                <a:gd name="connsiteX159" fmla="*/ 1355151 w 3749678"/>
                <a:gd name="connsiteY159" fmla="*/ 521979 h 522035"/>
                <a:gd name="connsiteX160" fmla="*/ 1427186 w 3749678"/>
                <a:gd name="connsiteY160" fmla="*/ 509529 h 522035"/>
                <a:gd name="connsiteX161" fmla="*/ 1482049 w 3749678"/>
                <a:gd name="connsiteY161" fmla="*/ 474062 h 522035"/>
                <a:gd name="connsiteX162" fmla="*/ 1428233 w 3749678"/>
                <a:gd name="connsiteY162" fmla="*/ 420287 h 522035"/>
                <a:gd name="connsiteX163" fmla="*/ 1395985 w 3749678"/>
                <a:gd name="connsiteY163" fmla="*/ 443199 h 522035"/>
                <a:gd name="connsiteX164" fmla="*/ 1355884 w 3749678"/>
                <a:gd name="connsiteY164" fmla="*/ 451150 h 522035"/>
                <a:gd name="connsiteX165" fmla="*/ 1313166 w 3749678"/>
                <a:gd name="connsiteY165" fmla="*/ 441421 h 522035"/>
                <a:gd name="connsiteX166" fmla="*/ 1282698 w 3749678"/>
                <a:gd name="connsiteY166" fmla="*/ 415998 h 522035"/>
                <a:gd name="connsiteX167" fmla="*/ 1264480 w 3749678"/>
                <a:gd name="connsiteY167" fmla="*/ 380531 h 522035"/>
                <a:gd name="connsiteX168" fmla="*/ 1258407 w 3749678"/>
                <a:gd name="connsiteY168" fmla="*/ 340775 h 522035"/>
                <a:gd name="connsiteX169" fmla="*/ 1264061 w 3749678"/>
                <a:gd name="connsiteY169" fmla="*/ 301019 h 522035"/>
                <a:gd name="connsiteX170" fmla="*/ 1281651 w 3749678"/>
                <a:gd name="connsiteY170" fmla="*/ 265657 h 522035"/>
                <a:gd name="connsiteX171" fmla="*/ 1311386 w 3749678"/>
                <a:gd name="connsiteY171" fmla="*/ 240234 h 522035"/>
                <a:gd name="connsiteX172" fmla="*/ 1353266 w 3749678"/>
                <a:gd name="connsiteY172" fmla="*/ 230504 h 522035"/>
                <a:gd name="connsiteX173" fmla="*/ 1394205 w 3749678"/>
                <a:gd name="connsiteY173" fmla="*/ 240234 h 522035"/>
                <a:gd name="connsiteX174" fmla="*/ 1424254 w 3749678"/>
                <a:gd name="connsiteY174" fmla="*/ 264192 h 522035"/>
                <a:gd name="connsiteX175" fmla="*/ 927865 w 3749678"/>
                <a:gd name="connsiteY175" fmla="*/ 263042 h 522035"/>
                <a:gd name="connsiteX176" fmla="*/ 893104 w 3749678"/>
                <a:gd name="connsiteY176" fmla="*/ 205081 h 522035"/>
                <a:gd name="connsiteX177" fmla="*/ 840753 w 3749678"/>
                <a:gd name="connsiteY177" fmla="*/ 169929 h 522035"/>
                <a:gd name="connsiteX178" fmla="*/ 774372 w 3749678"/>
                <a:gd name="connsiteY178" fmla="*/ 158107 h 522035"/>
                <a:gd name="connsiteX179" fmla="*/ 702337 w 3749678"/>
                <a:gd name="connsiteY179" fmla="*/ 171393 h 522035"/>
                <a:gd name="connsiteX180" fmla="*/ 606326 w 3749678"/>
                <a:gd name="connsiteY180" fmla="*/ 266703 h 522035"/>
                <a:gd name="connsiteX181" fmla="*/ 592401 w 3749678"/>
                <a:gd name="connsiteY181" fmla="*/ 342240 h 522035"/>
                <a:gd name="connsiteX182" fmla="*/ 606326 w 3749678"/>
                <a:gd name="connsiteY182" fmla="*/ 417776 h 522035"/>
                <a:gd name="connsiteX183" fmla="*/ 645066 w 3749678"/>
                <a:gd name="connsiteY183" fmla="*/ 474062 h 522035"/>
                <a:gd name="connsiteX184" fmla="*/ 703489 w 3749678"/>
                <a:gd name="connsiteY184" fmla="*/ 509529 h 522035"/>
                <a:gd name="connsiteX185" fmla="*/ 776780 w 3749678"/>
                <a:gd name="connsiteY185" fmla="*/ 521979 h 522035"/>
                <a:gd name="connsiteX186" fmla="*/ 924409 w 3749678"/>
                <a:gd name="connsiteY186" fmla="*/ 453243 h 522035"/>
                <a:gd name="connsiteX187" fmla="*/ 867138 w 3749678"/>
                <a:gd name="connsiteY187" fmla="*/ 407419 h 522035"/>
                <a:gd name="connsiteX188" fmla="*/ 830492 w 3749678"/>
                <a:gd name="connsiteY188" fmla="*/ 440060 h 522035"/>
                <a:gd name="connsiteX189" fmla="*/ 776361 w 3749678"/>
                <a:gd name="connsiteY189" fmla="*/ 451673 h 522035"/>
                <a:gd name="connsiteX190" fmla="*/ 740554 w 3749678"/>
                <a:gd name="connsiteY190" fmla="*/ 445292 h 522035"/>
                <a:gd name="connsiteX191" fmla="*/ 709143 w 3749678"/>
                <a:gd name="connsiteY191" fmla="*/ 427715 h 522035"/>
                <a:gd name="connsiteX192" fmla="*/ 687261 w 3749678"/>
                <a:gd name="connsiteY192" fmla="*/ 401246 h 522035"/>
                <a:gd name="connsiteX193" fmla="*/ 677628 w 3749678"/>
                <a:gd name="connsiteY193" fmla="*/ 367244 h 522035"/>
                <a:gd name="connsiteX194" fmla="*/ 939382 w 3749678"/>
                <a:gd name="connsiteY194" fmla="*/ 367244 h 522035"/>
                <a:gd name="connsiteX195" fmla="*/ 940115 w 3749678"/>
                <a:gd name="connsiteY195" fmla="*/ 355736 h 522035"/>
                <a:gd name="connsiteX196" fmla="*/ 940115 w 3749678"/>
                <a:gd name="connsiteY196" fmla="*/ 344228 h 522035"/>
                <a:gd name="connsiteX197" fmla="*/ 927550 w 3749678"/>
                <a:gd name="connsiteY197" fmla="*/ 262937 h 522035"/>
                <a:gd name="connsiteX198" fmla="*/ 677733 w 3749678"/>
                <a:gd name="connsiteY198" fmla="*/ 305622 h 522035"/>
                <a:gd name="connsiteX199" fmla="*/ 707468 w 3749678"/>
                <a:gd name="connsiteY199" fmla="*/ 245779 h 522035"/>
                <a:gd name="connsiteX200" fmla="*/ 773116 w 3749678"/>
                <a:gd name="connsiteY200" fmla="*/ 222553 h 522035"/>
                <a:gd name="connsiteX201" fmla="*/ 809238 w 3749678"/>
                <a:gd name="connsiteY201" fmla="*/ 229353 h 522035"/>
                <a:gd name="connsiteX202" fmla="*/ 834680 w 3749678"/>
                <a:gd name="connsiteY202" fmla="*/ 247558 h 522035"/>
                <a:gd name="connsiteX203" fmla="*/ 849443 w 3749678"/>
                <a:gd name="connsiteY203" fmla="*/ 274131 h 522035"/>
                <a:gd name="connsiteX204" fmla="*/ 854050 w 3749678"/>
                <a:gd name="connsiteY204" fmla="*/ 305518 h 522035"/>
                <a:gd name="connsiteX205" fmla="*/ 119569 w 3749678"/>
                <a:gd name="connsiteY205" fmla="*/ 511935 h 522035"/>
                <a:gd name="connsiteX206" fmla="*/ 206995 w 3749678"/>
                <a:gd name="connsiteY206" fmla="*/ 511935 h 522035"/>
                <a:gd name="connsiteX207" fmla="*/ 284474 w 3749678"/>
                <a:gd name="connsiteY207" fmla="*/ 271307 h 522035"/>
                <a:gd name="connsiteX208" fmla="*/ 285835 w 3749678"/>
                <a:gd name="connsiteY208" fmla="*/ 271307 h 522035"/>
                <a:gd name="connsiteX209" fmla="*/ 364047 w 3749678"/>
                <a:gd name="connsiteY209" fmla="*/ 511935 h 522035"/>
                <a:gd name="connsiteX210" fmla="*/ 451787 w 3749678"/>
                <a:gd name="connsiteY210" fmla="*/ 511935 h 522035"/>
                <a:gd name="connsiteX211" fmla="*/ 570728 w 3749678"/>
                <a:gd name="connsiteY211" fmla="*/ 168045 h 522035"/>
                <a:gd name="connsiteX212" fmla="*/ 481103 w 3749678"/>
                <a:gd name="connsiteY212" fmla="*/ 168045 h 522035"/>
                <a:gd name="connsiteX213" fmla="*/ 407812 w 3749678"/>
                <a:gd name="connsiteY213" fmla="*/ 414428 h 522035"/>
                <a:gd name="connsiteX214" fmla="*/ 406346 w 3749678"/>
                <a:gd name="connsiteY214" fmla="*/ 414428 h 522035"/>
                <a:gd name="connsiteX215" fmla="*/ 331799 w 3749678"/>
                <a:gd name="connsiteY215" fmla="*/ 168045 h 522035"/>
                <a:gd name="connsiteX216" fmla="*/ 240080 w 3749678"/>
                <a:gd name="connsiteY216" fmla="*/ 168045 h 522035"/>
                <a:gd name="connsiteX217" fmla="*/ 166266 w 3749678"/>
                <a:gd name="connsiteY217" fmla="*/ 414428 h 522035"/>
                <a:gd name="connsiteX218" fmla="*/ 164800 w 3749678"/>
                <a:gd name="connsiteY218" fmla="*/ 414428 h 522035"/>
                <a:gd name="connsiteX219" fmla="*/ 93184 w 3749678"/>
                <a:gd name="connsiteY219" fmla="*/ 168045 h 522035"/>
                <a:gd name="connsiteX220" fmla="*/ 0 w 3749678"/>
                <a:gd name="connsiteY220" fmla="*/ 168045 h 522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Lst>
              <a:rect l="l" t="t" r="r" b="b"/>
              <a:pathLst>
                <a:path w="3749678" h="522035">
                  <a:moveTo>
                    <a:pt x="3639633" y="483583"/>
                  </a:moveTo>
                  <a:cubicBezTo>
                    <a:pt x="3642648" y="490074"/>
                    <a:pt x="3646918" y="495905"/>
                    <a:pt x="3652197" y="500741"/>
                  </a:cubicBezTo>
                  <a:cubicBezTo>
                    <a:pt x="3657561" y="505597"/>
                    <a:pt x="3663724" y="509490"/>
                    <a:pt x="3670415" y="512249"/>
                  </a:cubicBezTo>
                  <a:cubicBezTo>
                    <a:pt x="3677361" y="515085"/>
                    <a:pt x="3684794" y="516542"/>
                    <a:pt x="3692298" y="516539"/>
                  </a:cubicBezTo>
                  <a:cubicBezTo>
                    <a:pt x="3707493" y="516771"/>
                    <a:pt x="3722126" y="510802"/>
                    <a:pt x="3732817" y="500009"/>
                  </a:cubicBezTo>
                  <a:cubicBezTo>
                    <a:pt x="3743704" y="489835"/>
                    <a:pt x="3749820" y="475564"/>
                    <a:pt x="3749674" y="460671"/>
                  </a:cubicBezTo>
                  <a:cubicBezTo>
                    <a:pt x="3749883" y="445881"/>
                    <a:pt x="3743610" y="431739"/>
                    <a:pt x="3732503" y="421961"/>
                  </a:cubicBezTo>
                  <a:cubicBezTo>
                    <a:pt x="3721637" y="411719"/>
                    <a:pt x="3707235" y="406060"/>
                    <a:pt x="3692297" y="406163"/>
                  </a:cubicBezTo>
                  <a:cubicBezTo>
                    <a:pt x="3677109" y="405967"/>
                    <a:pt x="3662489" y="411931"/>
                    <a:pt x="3651778" y="422694"/>
                  </a:cubicBezTo>
                  <a:cubicBezTo>
                    <a:pt x="3640787" y="432855"/>
                    <a:pt x="3634590" y="447174"/>
                    <a:pt x="3634711" y="462136"/>
                  </a:cubicBezTo>
                  <a:cubicBezTo>
                    <a:pt x="3634664" y="469580"/>
                    <a:pt x="3636273" y="476942"/>
                    <a:pt x="3639423" y="483688"/>
                  </a:cubicBezTo>
                  <a:moveTo>
                    <a:pt x="3413163" y="237200"/>
                  </a:moveTo>
                  <a:lnTo>
                    <a:pt x="3413163" y="397584"/>
                  </a:lnTo>
                  <a:cubicBezTo>
                    <a:pt x="3413070" y="413365"/>
                    <a:pt x="3414649" y="429111"/>
                    <a:pt x="3417875" y="444559"/>
                  </a:cubicBezTo>
                  <a:cubicBezTo>
                    <a:pt x="3420677" y="458536"/>
                    <a:pt x="3426541" y="471720"/>
                    <a:pt x="3435046" y="483164"/>
                  </a:cubicBezTo>
                  <a:cubicBezTo>
                    <a:pt x="3443897" y="494815"/>
                    <a:pt x="3455622" y="503971"/>
                    <a:pt x="3469074" y="509738"/>
                  </a:cubicBezTo>
                  <a:cubicBezTo>
                    <a:pt x="3486848" y="516764"/>
                    <a:pt x="3505883" y="520041"/>
                    <a:pt x="3524985" y="519363"/>
                  </a:cubicBezTo>
                  <a:cubicBezTo>
                    <a:pt x="3535087" y="519321"/>
                    <a:pt x="3545169" y="518481"/>
                    <a:pt x="3555139" y="516852"/>
                  </a:cubicBezTo>
                  <a:cubicBezTo>
                    <a:pt x="3564411" y="515468"/>
                    <a:pt x="3573528" y="513191"/>
                    <a:pt x="3582361" y="510052"/>
                  </a:cubicBezTo>
                  <a:lnTo>
                    <a:pt x="3579534" y="442676"/>
                  </a:lnTo>
                  <a:cubicBezTo>
                    <a:pt x="3573769" y="445199"/>
                    <a:pt x="3567724" y="447026"/>
                    <a:pt x="3561526" y="448116"/>
                  </a:cubicBezTo>
                  <a:cubicBezTo>
                    <a:pt x="3555375" y="449235"/>
                    <a:pt x="3549140" y="449830"/>
                    <a:pt x="3542889" y="449895"/>
                  </a:cubicBezTo>
                  <a:cubicBezTo>
                    <a:pt x="3523833" y="449895"/>
                    <a:pt x="3511478" y="444873"/>
                    <a:pt x="3506034" y="434829"/>
                  </a:cubicBezTo>
                  <a:cubicBezTo>
                    <a:pt x="3500111" y="423071"/>
                    <a:pt x="3497266" y="410006"/>
                    <a:pt x="3497762" y="396852"/>
                  </a:cubicBezTo>
                  <a:lnTo>
                    <a:pt x="3497762" y="237200"/>
                  </a:lnTo>
                  <a:lnTo>
                    <a:pt x="3583827" y="237200"/>
                  </a:lnTo>
                  <a:lnTo>
                    <a:pt x="3583827" y="168359"/>
                  </a:lnTo>
                  <a:lnTo>
                    <a:pt x="3497762" y="168359"/>
                  </a:lnTo>
                  <a:lnTo>
                    <a:pt x="3497762" y="68865"/>
                  </a:lnTo>
                  <a:lnTo>
                    <a:pt x="3413163" y="68865"/>
                  </a:lnTo>
                  <a:lnTo>
                    <a:pt x="3413163" y="168359"/>
                  </a:lnTo>
                  <a:lnTo>
                    <a:pt x="3352960" y="168359"/>
                  </a:lnTo>
                  <a:lnTo>
                    <a:pt x="3352960" y="237200"/>
                  </a:lnTo>
                  <a:close/>
                  <a:moveTo>
                    <a:pt x="3219989" y="87801"/>
                  </a:moveTo>
                  <a:cubicBezTo>
                    <a:pt x="3230291" y="98147"/>
                    <a:pt x="3244448" y="103722"/>
                    <a:pt x="3259043" y="103180"/>
                  </a:cubicBezTo>
                  <a:cubicBezTo>
                    <a:pt x="3273699" y="103607"/>
                    <a:pt x="3287954" y="98360"/>
                    <a:pt x="3298830" y="88533"/>
                  </a:cubicBezTo>
                  <a:cubicBezTo>
                    <a:pt x="3319213" y="69709"/>
                    <a:pt x="3320465" y="37937"/>
                    <a:pt x="3301625" y="17569"/>
                  </a:cubicBezTo>
                  <a:cubicBezTo>
                    <a:pt x="3300730" y="16602"/>
                    <a:pt x="3299798" y="15670"/>
                    <a:pt x="3298830" y="14775"/>
                  </a:cubicBezTo>
                  <a:cubicBezTo>
                    <a:pt x="3287964" y="4921"/>
                    <a:pt x="3273712" y="-364"/>
                    <a:pt x="3259043" y="24"/>
                  </a:cubicBezTo>
                  <a:cubicBezTo>
                    <a:pt x="3244446" y="-414"/>
                    <a:pt x="3230315" y="5189"/>
                    <a:pt x="3219989" y="15508"/>
                  </a:cubicBezTo>
                  <a:cubicBezTo>
                    <a:pt x="3200011" y="34510"/>
                    <a:pt x="3199232" y="66099"/>
                    <a:pt x="3218249" y="86062"/>
                  </a:cubicBezTo>
                  <a:cubicBezTo>
                    <a:pt x="3218815" y="86656"/>
                    <a:pt x="3219395" y="87236"/>
                    <a:pt x="3219989" y="87801"/>
                  </a:cubicBezTo>
                  <a:moveTo>
                    <a:pt x="3216743" y="512249"/>
                  </a:moveTo>
                  <a:lnTo>
                    <a:pt x="3302704" y="512249"/>
                  </a:lnTo>
                  <a:lnTo>
                    <a:pt x="3302704" y="168359"/>
                  </a:lnTo>
                  <a:lnTo>
                    <a:pt x="3216743" y="168359"/>
                  </a:lnTo>
                  <a:close/>
                  <a:moveTo>
                    <a:pt x="2930385" y="175160"/>
                  </a:moveTo>
                  <a:cubicBezTo>
                    <a:pt x="2910910" y="186791"/>
                    <a:pt x="2895009" y="203548"/>
                    <a:pt x="2884421" y="223599"/>
                  </a:cubicBezTo>
                  <a:cubicBezTo>
                    <a:pt x="2875316" y="204452"/>
                    <a:pt x="2861209" y="188115"/>
                    <a:pt x="2843587" y="176311"/>
                  </a:cubicBezTo>
                  <a:cubicBezTo>
                    <a:pt x="2823684" y="163720"/>
                    <a:pt x="2800433" y="157447"/>
                    <a:pt x="2776893" y="158316"/>
                  </a:cubicBezTo>
                  <a:cubicBezTo>
                    <a:pt x="2764056" y="158205"/>
                    <a:pt x="2751277" y="160039"/>
                    <a:pt x="2738991" y="163756"/>
                  </a:cubicBezTo>
                  <a:cubicBezTo>
                    <a:pt x="2728130" y="167014"/>
                    <a:pt x="2717848" y="171956"/>
                    <a:pt x="2708523" y="178403"/>
                  </a:cubicBezTo>
                  <a:cubicBezTo>
                    <a:pt x="2699998" y="184347"/>
                    <a:pt x="2692289" y="191382"/>
                    <a:pt x="2685593" y="199327"/>
                  </a:cubicBezTo>
                  <a:cubicBezTo>
                    <a:pt x="2679284" y="206668"/>
                    <a:pt x="2674066" y="214878"/>
                    <a:pt x="2670097" y="223704"/>
                  </a:cubicBezTo>
                  <a:lnTo>
                    <a:pt x="2668736" y="223704"/>
                  </a:lnTo>
                  <a:lnTo>
                    <a:pt x="2668736" y="168464"/>
                  </a:lnTo>
                  <a:lnTo>
                    <a:pt x="2586964" y="168464"/>
                  </a:lnTo>
                  <a:lnTo>
                    <a:pt x="2586964" y="512354"/>
                  </a:lnTo>
                  <a:lnTo>
                    <a:pt x="2673029" y="512354"/>
                  </a:lnTo>
                  <a:lnTo>
                    <a:pt x="2673029" y="323094"/>
                  </a:lnTo>
                  <a:cubicBezTo>
                    <a:pt x="2673052" y="311606"/>
                    <a:pt x="2674601" y="300173"/>
                    <a:pt x="2677636" y="289092"/>
                  </a:cubicBezTo>
                  <a:cubicBezTo>
                    <a:pt x="2680475" y="278496"/>
                    <a:pt x="2685076" y="268452"/>
                    <a:pt x="2691247" y="259380"/>
                  </a:cubicBezTo>
                  <a:cubicBezTo>
                    <a:pt x="2697371" y="250753"/>
                    <a:pt x="2705349" y="243604"/>
                    <a:pt x="2714595" y="238456"/>
                  </a:cubicBezTo>
                  <a:cubicBezTo>
                    <a:pt x="2724887" y="232728"/>
                    <a:pt x="2736532" y="229873"/>
                    <a:pt x="2748309" y="230190"/>
                  </a:cubicBezTo>
                  <a:cubicBezTo>
                    <a:pt x="2766925" y="228618"/>
                    <a:pt x="2785089" y="236476"/>
                    <a:pt x="2796681" y="251115"/>
                  </a:cubicBezTo>
                  <a:cubicBezTo>
                    <a:pt x="2807407" y="266790"/>
                    <a:pt x="2812803" y="285497"/>
                    <a:pt x="2812072" y="304471"/>
                  </a:cubicBezTo>
                  <a:lnTo>
                    <a:pt x="2812072" y="512249"/>
                  </a:lnTo>
                  <a:lnTo>
                    <a:pt x="2898137" y="512249"/>
                  </a:lnTo>
                  <a:lnTo>
                    <a:pt x="2898137" y="324559"/>
                  </a:lnTo>
                  <a:cubicBezTo>
                    <a:pt x="2898140" y="313297"/>
                    <a:pt x="2899582" y="302081"/>
                    <a:pt x="2902430" y="291185"/>
                  </a:cubicBezTo>
                  <a:cubicBezTo>
                    <a:pt x="2905099" y="280301"/>
                    <a:pt x="2909709" y="269988"/>
                    <a:pt x="2916041" y="260740"/>
                  </a:cubicBezTo>
                  <a:cubicBezTo>
                    <a:pt x="2922216" y="251711"/>
                    <a:pt x="2930292" y="244141"/>
                    <a:pt x="2939703" y="238560"/>
                  </a:cubicBezTo>
                  <a:cubicBezTo>
                    <a:pt x="2950138" y="232587"/>
                    <a:pt x="2962025" y="229617"/>
                    <a:pt x="2974045" y="229981"/>
                  </a:cubicBezTo>
                  <a:cubicBezTo>
                    <a:pt x="2985792" y="229384"/>
                    <a:pt x="2997443" y="232377"/>
                    <a:pt x="3007445" y="238560"/>
                  </a:cubicBezTo>
                  <a:cubicBezTo>
                    <a:pt x="3015626" y="244212"/>
                    <a:pt x="3022367" y="251701"/>
                    <a:pt x="3027129" y="260426"/>
                  </a:cubicBezTo>
                  <a:cubicBezTo>
                    <a:pt x="3031989" y="269693"/>
                    <a:pt x="3035145" y="279757"/>
                    <a:pt x="3036448" y="290138"/>
                  </a:cubicBezTo>
                  <a:cubicBezTo>
                    <a:pt x="3037836" y="300543"/>
                    <a:pt x="3038536" y="311028"/>
                    <a:pt x="3038542" y="321525"/>
                  </a:cubicBezTo>
                  <a:lnTo>
                    <a:pt x="3038542" y="512144"/>
                  </a:lnTo>
                  <a:lnTo>
                    <a:pt x="3124606" y="512144"/>
                  </a:lnTo>
                  <a:lnTo>
                    <a:pt x="3124606" y="297357"/>
                  </a:lnTo>
                  <a:cubicBezTo>
                    <a:pt x="3124620" y="279919"/>
                    <a:pt x="3122224" y="262562"/>
                    <a:pt x="3117487" y="245779"/>
                  </a:cubicBezTo>
                  <a:cubicBezTo>
                    <a:pt x="3112969" y="229608"/>
                    <a:pt x="3105281" y="214494"/>
                    <a:pt x="3094871" y="201315"/>
                  </a:cubicBezTo>
                  <a:cubicBezTo>
                    <a:pt x="3084196" y="188067"/>
                    <a:pt x="3070715" y="177348"/>
                    <a:pt x="3055399" y="169929"/>
                  </a:cubicBezTo>
                  <a:cubicBezTo>
                    <a:pt x="3015125" y="152553"/>
                    <a:pt x="2969133" y="154401"/>
                    <a:pt x="2930385" y="174951"/>
                  </a:cubicBezTo>
                  <a:moveTo>
                    <a:pt x="2299873" y="174951"/>
                  </a:moveTo>
                  <a:cubicBezTo>
                    <a:pt x="2280398" y="186582"/>
                    <a:pt x="2264497" y="203339"/>
                    <a:pt x="2253909" y="223390"/>
                  </a:cubicBezTo>
                  <a:cubicBezTo>
                    <a:pt x="2244804" y="204243"/>
                    <a:pt x="2230697" y="187906"/>
                    <a:pt x="2213075" y="176101"/>
                  </a:cubicBezTo>
                  <a:cubicBezTo>
                    <a:pt x="2193172" y="163511"/>
                    <a:pt x="2169920" y="157238"/>
                    <a:pt x="2146380" y="158107"/>
                  </a:cubicBezTo>
                  <a:cubicBezTo>
                    <a:pt x="2133544" y="157995"/>
                    <a:pt x="2120765" y="159830"/>
                    <a:pt x="2108479" y="163547"/>
                  </a:cubicBezTo>
                  <a:cubicBezTo>
                    <a:pt x="2097618" y="166805"/>
                    <a:pt x="2087336" y="171747"/>
                    <a:pt x="2078010" y="178194"/>
                  </a:cubicBezTo>
                  <a:cubicBezTo>
                    <a:pt x="2069486" y="184138"/>
                    <a:pt x="2061777" y="191173"/>
                    <a:pt x="2055081" y="199118"/>
                  </a:cubicBezTo>
                  <a:cubicBezTo>
                    <a:pt x="2048772" y="206459"/>
                    <a:pt x="2043553" y="214668"/>
                    <a:pt x="2039585" y="223495"/>
                  </a:cubicBezTo>
                  <a:lnTo>
                    <a:pt x="2038224" y="223495"/>
                  </a:lnTo>
                  <a:lnTo>
                    <a:pt x="2038224" y="168255"/>
                  </a:lnTo>
                  <a:lnTo>
                    <a:pt x="1956452" y="168255"/>
                  </a:lnTo>
                  <a:lnTo>
                    <a:pt x="1956452" y="512144"/>
                  </a:lnTo>
                  <a:lnTo>
                    <a:pt x="2042516" y="512144"/>
                  </a:lnTo>
                  <a:lnTo>
                    <a:pt x="2042516" y="323094"/>
                  </a:lnTo>
                  <a:cubicBezTo>
                    <a:pt x="2042540" y="311606"/>
                    <a:pt x="2044089" y="300173"/>
                    <a:pt x="2047123" y="289092"/>
                  </a:cubicBezTo>
                  <a:cubicBezTo>
                    <a:pt x="2049963" y="278496"/>
                    <a:pt x="2054564" y="268452"/>
                    <a:pt x="2060734" y="259380"/>
                  </a:cubicBezTo>
                  <a:cubicBezTo>
                    <a:pt x="2066831" y="250729"/>
                    <a:pt x="2074815" y="243574"/>
                    <a:pt x="2084083" y="238456"/>
                  </a:cubicBezTo>
                  <a:cubicBezTo>
                    <a:pt x="2094375" y="232728"/>
                    <a:pt x="2106020" y="229873"/>
                    <a:pt x="2117797" y="230190"/>
                  </a:cubicBezTo>
                  <a:cubicBezTo>
                    <a:pt x="2136409" y="228637"/>
                    <a:pt x="2154565" y="236491"/>
                    <a:pt x="2166169" y="251115"/>
                  </a:cubicBezTo>
                  <a:cubicBezTo>
                    <a:pt x="2176894" y="266790"/>
                    <a:pt x="2182290" y="285497"/>
                    <a:pt x="2181560" y="304471"/>
                  </a:cubicBezTo>
                  <a:lnTo>
                    <a:pt x="2181560" y="512249"/>
                  </a:lnTo>
                  <a:lnTo>
                    <a:pt x="2267520" y="512249"/>
                  </a:lnTo>
                  <a:lnTo>
                    <a:pt x="2267520" y="324559"/>
                  </a:lnTo>
                  <a:cubicBezTo>
                    <a:pt x="2267559" y="313292"/>
                    <a:pt x="2269037" y="302077"/>
                    <a:pt x="2271918" y="291185"/>
                  </a:cubicBezTo>
                  <a:cubicBezTo>
                    <a:pt x="2274587" y="280301"/>
                    <a:pt x="2279197" y="269988"/>
                    <a:pt x="2285529" y="260740"/>
                  </a:cubicBezTo>
                  <a:cubicBezTo>
                    <a:pt x="2291704" y="251711"/>
                    <a:pt x="2299780" y="244141"/>
                    <a:pt x="2309191" y="238560"/>
                  </a:cubicBezTo>
                  <a:cubicBezTo>
                    <a:pt x="2319626" y="232587"/>
                    <a:pt x="2331513" y="229617"/>
                    <a:pt x="2343533" y="229981"/>
                  </a:cubicBezTo>
                  <a:cubicBezTo>
                    <a:pt x="2355280" y="229384"/>
                    <a:pt x="2366931" y="232377"/>
                    <a:pt x="2376933" y="238560"/>
                  </a:cubicBezTo>
                  <a:cubicBezTo>
                    <a:pt x="2385114" y="244212"/>
                    <a:pt x="2391855" y="251701"/>
                    <a:pt x="2396617" y="260426"/>
                  </a:cubicBezTo>
                  <a:cubicBezTo>
                    <a:pt x="2401477" y="269693"/>
                    <a:pt x="2404633" y="279757"/>
                    <a:pt x="2405936" y="290138"/>
                  </a:cubicBezTo>
                  <a:cubicBezTo>
                    <a:pt x="2407324" y="300543"/>
                    <a:pt x="2408024" y="311028"/>
                    <a:pt x="2408030" y="321525"/>
                  </a:cubicBezTo>
                  <a:lnTo>
                    <a:pt x="2408029" y="512144"/>
                  </a:lnTo>
                  <a:lnTo>
                    <a:pt x="2494094" y="512144"/>
                  </a:lnTo>
                  <a:lnTo>
                    <a:pt x="2494094" y="297357"/>
                  </a:lnTo>
                  <a:cubicBezTo>
                    <a:pt x="2494124" y="279911"/>
                    <a:pt x="2491692" y="262547"/>
                    <a:pt x="2486869" y="245779"/>
                  </a:cubicBezTo>
                  <a:cubicBezTo>
                    <a:pt x="2482433" y="229596"/>
                    <a:pt x="2474777" y="214474"/>
                    <a:pt x="2464359" y="201315"/>
                  </a:cubicBezTo>
                  <a:cubicBezTo>
                    <a:pt x="2453684" y="188067"/>
                    <a:pt x="2440203" y="177348"/>
                    <a:pt x="2424886" y="169929"/>
                  </a:cubicBezTo>
                  <a:cubicBezTo>
                    <a:pt x="2384613" y="152553"/>
                    <a:pt x="2338620" y="154401"/>
                    <a:pt x="2299873" y="174951"/>
                  </a:cubicBezTo>
                  <a:moveTo>
                    <a:pt x="1600990" y="298927"/>
                  </a:moveTo>
                  <a:cubicBezTo>
                    <a:pt x="1604879" y="286086"/>
                    <a:pt x="1611089" y="274065"/>
                    <a:pt x="1619313" y="263460"/>
                  </a:cubicBezTo>
                  <a:cubicBezTo>
                    <a:pt x="1627550" y="252800"/>
                    <a:pt x="1638067" y="244114"/>
                    <a:pt x="1650095" y="238037"/>
                  </a:cubicBezTo>
                  <a:cubicBezTo>
                    <a:pt x="1678303" y="225060"/>
                    <a:pt x="1710780" y="225060"/>
                    <a:pt x="1738987" y="238037"/>
                  </a:cubicBezTo>
                  <a:cubicBezTo>
                    <a:pt x="1751015" y="244114"/>
                    <a:pt x="1761532" y="252800"/>
                    <a:pt x="1769769" y="263460"/>
                  </a:cubicBezTo>
                  <a:cubicBezTo>
                    <a:pt x="1777993" y="274065"/>
                    <a:pt x="1784203" y="286086"/>
                    <a:pt x="1788092" y="298927"/>
                  </a:cubicBezTo>
                  <a:cubicBezTo>
                    <a:pt x="1792123" y="311794"/>
                    <a:pt x="1794171" y="325200"/>
                    <a:pt x="1794164" y="338683"/>
                  </a:cubicBezTo>
                  <a:cubicBezTo>
                    <a:pt x="1794154" y="352267"/>
                    <a:pt x="1792107" y="365774"/>
                    <a:pt x="1788092" y="378753"/>
                  </a:cubicBezTo>
                  <a:cubicBezTo>
                    <a:pt x="1784250" y="391708"/>
                    <a:pt x="1778037" y="403840"/>
                    <a:pt x="1769769" y="414533"/>
                  </a:cubicBezTo>
                  <a:cubicBezTo>
                    <a:pt x="1761488" y="425259"/>
                    <a:pt x="1750989" y="434074"/>
                    <a:pt x="1738987" y="440374"/>
                  </a:cubicBezTo>
                  <a:cubicBezTo>
                    <a:pt x="1710870" y="453759"/>
                    <a:pt x="1678212" y="453759"/>
                    <a:pt x="1650095" y="440374"/>
                  </a:cubicBezTo>
                  <a:cubicBezTo>
                    <a:pt x="1638094" y="434074"/>
                    <a:pt x="1627594" y="425259"/>
                    <a:pt x="1619313" y="414533"/>
                  </a:cubicBezTo>
                  <a:cubicBezTo>
                    <a:pt x="1611045" y="403840"/>
                    <a:pt x="1604833" y="391708"/>
                    <a:pt x="1600990" y="378753"/>
                  </a:cubicBezTo>
                  <a:cubicBezTo>
                    <a:pt x="1596975" y="365774"/>
                    <a:pt x="1594928" y="352267"/>
                    <a:pt x="1594918" y="338683"/>
                  </a:cubicBezTo>
                  <a:cubicBezTo>
                    <a:pt x="1594912" y="325200"/>
                    <a:pt x="1596959" y="311794"/>
                    <a:pt x="1600990" y="298927"/>
                  </a:cubicBezTo>
                  <a:moveTo>
                    <a:pt x="1522150" y="413173"/>
                  </a:moveTo>
                  <a:cubicBezTo>
                    <a:pt x="1531458" y="434833"/>
                    <a:pt x="1544982" y="454428"/>
                    <a:pt x="1561937" y="470819"/>
                  </a:cubicBezTo>
                  <a:cubicBezTo>
                    <a:pt x="1579101" y="487117"/>
                    <a:pt x="1599309" y="499880"/>
                    <a:pt x="1621407" y="508378"/>
                  </a:cubicBezTo>
                  <a:cubicBezTo>
                    <a:pt x="1668568" y="526589"/>
                    <a:pt x="1720828" y="526589"/>
                    <a:pt x="1767989" y="508378"/>
                  </a:cubicBezTo>
                  <a:cubicBezTo>
                    <a:pt x="1790087" y="499880"/>
                    <a:pt x="1810295" y="487117"/>
                    <a:pt x="1827459" y="470819"/>
                  </a:cubicBezTo>
                  <a:cubicBezTo>
                    <a:pt x="1844457" y="454465"/>
                    <a:pt x="1857988" y="434860"/>
                    <a:pt x="1867246" y="413173"/>
                  </a:cubicBezTo>
                  <a:cubicBezTo>
                    <a:pt x="1877302" y="389640"/>
                    <a:pt x="1882330" y="364269"/>
                    <a:pt x="1882009" y="338683"/>
                  </a:cubicBezTo>
                  <a:cubicBezTo>
                    <a:pt x="1882361" y="313195"/>
                    <a:pt x="1877330" y="287920"/>
                    <a:pt x="1867246" y="264506"/>
                  </a:cubicBezTo>
                  <a:cubicBezTo>
                    <a:pt x="1857978" y="243038"/>
                    <a:pt x="1844442" y="223676"/>
                    <a:pt x="1827459" y="207592"/>
                  </a:cubicBezTo>
                  <a:cubicBezTo>
                    <a:pt x="1810297" y="191547"/>
                    <a:pt x="1790069" y="179128"/>
                    <a:pt x="1767989" y="171080"/>
                  </a:cubicBezTo>
                  <a:cubicBezTo>
                    <a:pt x="1720676" y="153702"/>
                    <a:pt x="1668720" y="153702"/>
                    <a:pt x="1621407" y="171080"/>
                  </a:cubicBezTo>
                  <a:cubicBezTo>
                    <a:pt x="1576787" y="187121"/>
                    <a:pt x="1540839" y="220958"/>
                    <a:pt x="1522150" y="264506"/>
                  </a:cubicBezTo>
                  <a:cubicBezTo>
                    <a:pt x="1512098" y="287927"/>
                    <a:pt x="1507104" y="313202"/>
                    <a:pt x="1507492" y="338683"/>
                  </a:cubicBezTo>
                  <a:cubicBezTo>
                    <a:pt x="1507137" y="364261"/>
                    <a:pt x="1512130" y="389632"/>
                    <a:pt x="1522150" y="413173"/>
                  </a:cubicBezTo>
                  <a:moveTo>
                    <a:pt x="1482782" y="211882"/>
                  </a:moveTo>
                  <a:cubicBezTo>
                    <a:pt x="1467581" y="194258"/>
                    <a:pt x="1448220" y="180701"/>
                    <a:pt x="1426453" y="172440"/>
                  </a:cubicBezTo>
                  <a:cubicBezTo>
                    <a:pt x="1380071" y="153825"/>
                    <a:pt x="1328375" y="153339"/>
                    <a:pt x="1281651" y="171080"/>
                  </a:cubicBezTo>
                  <a:cubicBezTo>
                    <a:pt x="1259975" y="179317"/>
                    <a:pt x="1240126" y="191722"/>
                    <a:pt x="1223227" y="207592"/>
                  </a:cubicBezTo>
                  <a:cubicBezTo>
                    <a:pt x="1206200" y="223800"/>
                    <a:pt x="1192662" y="243309"/>
                    <a:pt x="1183441" y="264925"/>
                  </a:cubicBezTo>
                  <a:cubicBezTo>
                    <a:pt x="1173420" y="288685"/>
                    <a:pt x="1168430" y="314261"/>
                    <a:pt x="1168783" y="340043"/>
                  </a:cubicBezTo>
                  <a:cubicBezTo>
                    <a:pt x="1168330" y="366341"/>
                    <a:pt x="1173321" y="392449"/>
                    <a:pt x="1183441" y="416730"/>
                  </a:cubicBezTo>
                  <a:cubicBezTo>
                    <a:pt x="1202015" y="460441"/>
                    <a:pt x="1238222" y="494264"/>
                    <a:pt x="1283117" y="509843"/>
                  </a:cubicBezTo>
                  <a:cubicBezTo>
                    <a:pt x="1306240" y="518041"/>
                    <a:pt x="1330616" y="522148"/>
                    <a:pt x="1355151" y="521979"/>
                  </a:cubicBezTo>
                  <a:cubicBezTo>
                    <a:pt x="1379715" y="522175"/>
                    <a:pt x="1404115" y="517958"/>
                    <a:pt x="1427186" y="509529"/>
                  </a:cubicBezTo>
                  <a:cubicBezTo>
                    <a:pt x="1447966" y="502092"/>
                    <a:pt x="1466743" y="489954"/>
                    <a:pt x="1482049" y="474062"/>
                  </a:cubicBezTo>
                  <a:lnTo>
                    <a:pt x="1428233" y="420287"/>
                  </a:lnTo>
                  <a:cubicBezTo>
                    <a:pt x="1419710" y="430650"/>
                    <a:pt x="1408579" y="438558"/>
                    <a:pt x="1395985" y="443199"/>
                  </a:cubicBezTo>
                  <a:cubicBezTo>
                    <a:pt x="1383251" y="448393"/>
                    <a:pt x="1369637" y="451092"/>
                    <a:pt x="1355884" y="451150"/>
                  </a:cubicBezTo>
                  <a:cubicBezTo>
                    <a:pt x="1341060" y="451475"/>
                    <a:pt x="1326385" y="448133"/>
                    <a:pt x="1313166" y="441421"/>
                  </a:cubicBezTo>
                  <a:cubicBezTo>
                    <a:pt x="1301282" y="435259"/>
                    <a:pt x="1290885" y="426583"/>
                    <a:pt x="1282698" y="415998"/>
                  </a:cubicBezTo>
                  <a:cubicBezTo>
                    <a:pt x="1274547" y="405362"/>
                    <a:pt x="1268376" y="393349"/>
                    <a:pt x="1264480" y="380531"/>
                  </a:cubicBezTo>
                  <a:cubicBezTo>
                    <a:pt x="1260448" y="367664"/>
                    <a:pt x="1258401" y="354258"/>
                    <a:pt x="1258407" y="340775"/>
                  </a:cubicBezTo>
                  <a:cubicBezTo>
                    <a:pt x="1258428" y="327325"/>
                    <a:pt x="1260331" y="313943"/>
                    <a:pt x="1264061" y="301019"/>
                  </a:cubicBezTo>
                  <a:cubicBezTo>
                    <a:pt x="1267760" y="288275"/>
                    <a:pt x="1273717" y="276298"/>
                    <a:pt x="1281651" y="265657"/>
                  </a:cubicBezTo>
                  <a:cubicBezTo>
                    <a:pt x="1289565" y="255095"/>
                    <a:pt x="1299719" y="246413"/>
                    <a:pt x="1311386" y="240234"/>
                  </a:cubicBezTo>
                  <a:cubicBezTo>
                    <a:pt x="1324294" y="233494"/>
                    <a:pt x="1338706" y="230146"/>
                    <a:pt x="1353266" y="230504"/>
                  </a:cubicBezTo>
                  <a:cubicBezTo>
                    <a:pt x="1367478" y="230575"/>
                    <a:pt x="1381483" y="233904"/>
                    <a:pt x="1394205" y="240234"/>
                  </a:cubicBezTo>
                  <a:cubicBezTo>
                    <a:pt x="1406113" y="245512"/>
                    <a:pt x="1416461" y="253762"/>
                    <a:pt x="1424254" y="264192"/>
                  </a:cubicBezTo>
                  <a:close/>
                  <a:moveTo>
                    <a:pt x="927865" y="263042"/>
                  </a:moveTo>
                  <a:cubicBezTo>
                    <a:pt x="920445" y="241513"/>
                    <a:pt x="908605" y="221771"/>
                    <a:pt x="893104" y="205081"/>
                  </a:cubicBezTo>
                  <a:cubicBezTo>
                    <a:pt x="878432" y="189683"/>
                    <a:pt x="860563" y="177684"/>
                    <a:pt x="840753" y="169929"/>
                  </a:cubicBezTo>
                  <a:cubicBezTo>
                    <a:pt x="819554" y="161900"/>
                    <a:pt x="797042" y="157891"/>
                    <a:pt x="774372" y="158107"/>
                  </a:cubicBezTo>
                  <a:cubicBezTo>
                    <a:pt x="749735" y="157938"/>
                    <a:pt x="725290" y="162446"/>
                    <a:pt x="702337" y="171393"/>
                  </a:cubicBezTo>
                  <a:cubicBezTo>
                    <a:pt x="658387" y="188324"/>
                    <a:pt x="623558" y="222898"/>
                    <a:pt x="606326" y="266703"/>
                  </a:cubicBezTo>
                  <a:cubicBezTo>
                    <a:pt x="596770" y="290725"/>
                    <a:pt x="592038" y="316392"/>
                    <a:pt x="592401" y="342240"/>
                  </a:cubicBezTo>
                  <a:cubicBezTo>
                    <a:pt x="591949" y="368095"/>
                    <a:pt x="596684" y="393779"/>
                    <a:pt x="606326" y="417776"/>
                  </a:cubicBezTo>
                  <a:cubicBezTo>
                    <a:pt x="614995" y="439127"/>
                    <a:pt x="628214" y="458335"/>
                    <a:pt x="645066" y="474062"/>
                  </a:cubicBezTo>
                  <a:cubicBezTo>
                    <a:pt x="661995" y="489637"/>
                    <a:pt x="681855" y="501693"/>
                    <a:pt x="703489" y="509529"/>
                  </a:cubicBezTo>
                  <a:cubicBezTo>
                    <a:pt x="726993" y="517968"/>
                    <a:pt x="751806" y="522183"/>
                    <a:pt x="776780" y="521979"/>
                  </a:cubicBezTo>
                  <a:cubicBezTo>
                    <a:pt x="841276" y="521979"/>
                    <a:pt x="890486" y="499067"/>
                    <a:pt x="924409" y="453243"/>
                  </a:cubicBezTo>
                  <a:lnTo>
                    <a:pt x="867138" y="407419"/>
                  </a:lnTo>
                  <a:cubicBezTo>
                    <a:pt x="857714" y="421074"/>
                    <a:pt x="845147" y="432269"/>
                    <a:pt x="830492" y="440060"/>
                  </a:cubicBezTo>
                  <a:cubicBezTo>
                    <a:pt x="813662" y="448272"/>
                    <a:pt x="795082" y="452258"/>
                    <a:pt x="776361" y="451673"/>
                  </a:cubicBezTo>
                  <a:cubicBezTo>
                    <a:pt x="764137" y="451733"/>
                    <a:pt x="752004" y="449570"/>
                    <a:pt x="740554" y="445292"/>
                  </a:cubicBezTo>
                  <a:cubicBezTo>
                    <a:pt x="729174" y="441227"/>
                    <a:pt x="718557" y="435286"/>
                    <a:pt x="709143" y="427715"/>
                  </a:cubicBezTo>
                  <a:cubicBezTo>
                    <a:pt x="700198" y="420396"/>
                    <a:pt x="692765" y="411406"/>
                    <a:pt x="687261" y="401246"/>
                  </a:cubicBezTo>
                  <a:cubicBezTo>
                    <a:pt x="681726" y="390702"/>
                    <a:pt x="678446" y="379123"/>
                    <a:pt x="677628" y="367244"/>
                  </a:cubicBezTo>
                  <a:lnTo>
                    <a:pt x="939382" y="367244"/>
                  </a:lnTo>
                  <a:cubicBezTo>
                    <a:pt x="939835" y="363424"/>
                    <a:pt x="940079" y="359582"/>
                    <a:pt x="940115" y="355736"/>
                  </a:cubicBezTo>
                  <a:lnTo>
                    <a:pt x="940115" y="344228"/>
                  </a:lnTo>
                  <a:cubicBezTo>
                    <a:pt x="940648" y="316610"/>
                    <a:pt x="936397" y="289107"/>
                    <a:pt x="927550" y="262937"/>
                  </a:cubicBezTo>
                  <a:moveTo>
                    <a:pt x="677733" y="305622"/>
                  </a:moveTo>
                  <a:cubicBezTo>
                    <a:pt x="679049" y="282454"/>
                    <a:pt x="689792" y="260831"/>
                    <a:pt x="707468" y="245779"/>
                  </a:cubicBezTo>
                  <a:cubicBezTo>
                    <a:pt x="725712" y="230171"/>
                    <a:pt x="749108" y="221894"/>
                    <a:pt x="773116" y="222553"/>
                  </a:cubicBezTo>
                  <a:cubicBezTo>
                    <a:pt x="785502" y="222240"/>
                    <a:pt x="797814" y="224558"/>
                    <a:pt x="809238" y="229353"/>
                  </a:cubicBezTo>
                  <a:cubicBezTo>
                    <a:pt x="818961" y="233467"/>
                    <a:pt x="827651" y="239684"/>
                    <a:pt x="834680" y="247558"/>
                  </a:cubicBezTo>
                  <a:cubicBezTo>
                    <a:pt x="841407" y="255286"/>
                    <a:pt x="846436" y="264339"/>
                    <a:pt x="849443" y="274131"/>
                  </a:cubicBezTo>
                  <a:cubicBezTo>
                    <a:pt x="852521" y="284309"/>
                    <a:pt x="854074" y="294886"/>
                    <a:pt x="854050" y="305518"/>
                  </a:cubicBezTo>
                  <a:close/>
                  <a:moveTo>
                    <a:pt x="119569" y="511935"/>
                  </a:moveTo>
                  <a:lnTo>
                    <a:pt x="206995" y="511935"/>
                  </a:lnTo>
                  <a:lnTo>
                    <a:pt x="284474" y="271307"/>
                  </a:lnTo>
                  <a:lnTo>
                    <a:pt x="285835" y="271307"/>
                  </a:lnTo>
                  <a:lnTo>
                    <a:pt x="364047" y="511935"/>
                  </a:lnTo>
                  <a:lnTo>
                    <a:pt x="451787" y="511935"/>
                  </a:lnTo>
                  <a:lnTo>
                    <a:pt x="570728" y="168045"/>
                  </a:lnTo>
                  <a:lnTo>
                    <a:pt x="481103" y="168045"/>
                  </a:lnTo>
                  <a:lnTo>
                    <a:pt x="407812" y="414428"/>
                  </a:lnTo>
                  <a:lnTo>
                    <a:pt x="406346" y="414428"/>
                  </a:lnTo>
                  <a:lnTo>
                    <a:pt x="331799" y="168045"/>
                  </a:lnTo>
                  <a:lnTo>
                    <a:pt x="240080" y="168045"/>
                  </a:lnTo>
                  <a:lnTo>
                    <a:pt x="166266" y="414428"/>
                  </a:lnTo>
                  <a:lnTo>
                    <a:pt x="164800" y="414428"/>
                  </a:lnTo>
                  <a:lnTo>
                    <a:pt x="93184" y="168045"/>
                  </a:lnTo>
                  <a:lnTo>
                    <a:pt x="0" y="168045"/>
                  </a:lnTo>
                  <a:close/>
                </a:path>
              </a:pathLst>
            </a:custGeom>
            <a:solidFill>
              <a:schemeClr val="bg1"/>
            </a:solidFill>
            <a:ln w="10467" cap="flat">
              <a:noFill/>
              <a:prstDash val="solid"/>
              <a:miter/>
            </a:ln>
          </p:spPr>
          <p:txBody>
            <a:bodyPr rtlCol="0" anchor="ctr"/>
            <a:lstStyle/>
            <a:p>
              <a:endParaRPr lang="fr-FR"/>
            </a:p>
          </p:txBody>
        </p:sp>
        <p:sp>
          <p:nvSpPr>
            <p:cNvPr id="14" name="Freeform 13">
              <a:extLst>
                <a:ext uri="{FF2B5EF4-FFF2-40B4-BE49-F238E27FC236}">
                  <a16:creationId xmlns:a16="http://schemas.microsoft.com/office/drawing/2014/main" id="{AFC19EDE-9C94-FE4A-A674-6B768536235A}"/>
                </a:ext>
              </a:extLst>
            </p:cNvPr>
            <p:cNvSpPr/>
            <p:nvPr/>
          </p:nvSpPr>
          <p:spPr>
            <a:xfrm>
              <a:off x="9696890" y="3587494"/>
              <a:ext cx="114658" cy="110386"/>
            </a:xfrm>
            <a:custGeom>
              <a:avLst/>
              <a:gdLst>
                <a:gd name="connsiteX0" fmla="*/ 4609 w 114658"/>
                <a:gd name="connsiteY0" fmla="*/ 77426 h 110386"/>
                <a:gd name="connsiteX1" fmla="*/ 17174 w 114658"/>
                <a:gd name="connsiteY1" fmla="*/ 94584 h 110386"/>
                <a:gd name="connsiteX2" fmla="*/ 35497 w 114658"/>
                <a:gd name="connsiteY2" fmla="*/ 106092 h 110386"/>
                <a:gd name="connsiteX3" fmla="*/ 57379 w 114658"/>
                <a:gd name="connsiteY3" fmla="*/ 110382 h 110386"/>
                <a:gd name="connsiteX4" fmla="*/ 97899 w 114658"/>
                <a:gd name="connsiteY4" fmla="*/ 93852 h 110386"/>
                <a:gd name="connsiteX5" fmla="*/ 114651 w 114658"/>
                <a:gd name="connsiteY5" fmla="*/ 54514 h 110386"/>
                <a:gd name="connsiteX6" fmla="*/ 97480 w 114658"/>
                <a:gd name="connsiteY6" fmla="*/ 15804 h 110386"/>
                <a:gd name="connsiteX7" fmla="*/ 57379 w 114658"/>
                <a:gd name="connsiteY7" fmla="*/ 7 h 110386"/>
                <a:gd name="connsiteX8" fmla="*/ 16859 w 114658"/>
                <a:gd name="connsiteY8" fmla="*/ 16537 h 110386"/>
                <a:gd name="connsiteX9" fmla="*/ 3 w 114658"/>
                <a:gd name="connsiteY9" fmla="*/ 55874 h 110386"/>
                <a:gd name="connsiteX10" fmla="*/ 4609 w 114658"/>
                <a:gd name="connsiteY10" fmla="*/ 77426 h 110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658" h="110386">
                  <a:moveTo>
                    <a:pt x="4609" y="77426"/>
                  </a:moveTo>
                  <a:cubicBezTo>
                    <a:pt x="7625" y="83917"/>
                    <a:pt x="11895" y="89748"/>
                    <a:pt x="17174" y="94584"/>
                  </a:cubicBezTo>
                  <a:cubicBezTo>
                    <a:pt x="22569" y="99450"/>
                    <a:pt x="28769" y="103344"/>
                    <a:pt x="35497" y="106092"/>
                  </a:cubicBezTo>
                  <a:cubicBezTo>
                    <a:pt x="42440" y="108938"/>
                    <a:pt x="49874" y="110396"/>
                    <a:pt x="57379" y="110382"/>
                  </a:cubicBezTo>
                  <a:cubicBezTo>
                    <a:pt x="72568" y="110578"/>
                    <a:pt x="87188" y="104614"/>
                    <a:pt x="97899" y="93852"/>
                  </a:cubicBezTo>
                  <a:cubicBezTo>
                    <a:pt x="108747" y="83660"/>
                    <a:pt x="114823" y="69392"/>
                    <a:pt x="114651" y="54514"/>
                  </a:cubicBezTo>
                  <a:cubicBezTo>
                    <a:pt x="114917" y="39713"/>
                    <a:pt x="108634" y="25548"/>
                    <a:pt x="97480" y="15804"/>
                  </a:cubicBezTo>
                  <a:cubicBezTo>
                    <a:pt x="86664" y="5550"/>
                    <a:pt x="72288" y="-114"/>
                    <a:pt x="57379" y="7"/>
                  </a:cubicBezTo>
                  <a:cubicBezTo>
                    <a:pt x="42183" y="-226"/>
                    <a:pt x="27550" y="5744"/>
                    <a:pt x="16859" y="16537"/>
                  </a:cubicBezTo>
                  <a:cubicBezTo>
                    <a:pt x="5973" y="26710"/>
                    <a:pt x="-143" y="40981"/>
                    <a:pt x="3" y="55874"/>
                  </a:cubicBezTo>
                  <a:cubicBezTo>
                    <a:pt x="-11" y="63304"/>
                    <a:pt x="1560" y="70651"/>
                    <a:pt x="4609" y="77426"/>
                  </a:cubicBezTo>
                  <a:close/>
                </a:path>
              </a:pathLst>
            </a:custGeom>
            <a:solidFill>
              <a:schemeClr val="bg1"/>
            </a:solidFill>
            <a:ln w="10467" cap="flat">
              <a:noFill/>
              <a:prstDash val="solid"/>
              <a:miter/>
            </a:ln>
          </p:spPr>
          <p:txBody>
            <a:bodyPr rtlCol="0" anchor="ctr"/>
            <a:lstStyle/>
            <a:p>
              <a:endParaRPr lang="fr-FR"/>
            </a:p>
          </p:txBody>
        </p:sp>
        <p:sp>
          <p:nvSpPr>
            <p:cNvPr id="15" name="Freeform 14">
              <a:extLst>
                <a:ext uri="{FF2B5EF4-FFF2-40B4-BE49-F238E27FC236}">
                  <a16:creationId xmlns:a16="http://schemas.microsoft.com/office/drawing/2014/main" id="{DEC19E03-DC90-6C4E-9150-F90129AB7185}"/>
                </a:ext>
              </a:extLst>
            </p:cNvPr>
            <p:cNvSpPr/>
            <p:nvPr/>
          </p:nvSpPr>
          <p:spPr>
            <a:xfrm>
              <a:off x="9494923" y="3340368"/>
              <a:ext cx="205215" cy="353218"/>
            </a:xfrm>
            <a:custGeom>
              <a:avLst/>
              <a:gdLst>
                <a:gd name="connsiteX0" fmla="*/ 210 w 205215"/>
                <a:gd name="connsiteY0" fmla="*/ 353218 h 353218"/>
                <a:gd name="connsiteX1" fmla="*/ 86274 w 205215"/>
                <a:gd name="connsiteY1" fmla="*/ 353218 h 353218"/>
                <a:gd name="connsiteX2" fmla="*/ 86274 w 205215"/>
                <a:gd name="connsiteY2" fmla="*/ 169085 h 353218"/>
                <a:gd name="connsiteX3" fmla="*/ 89834 w 205215"/>
                <a:gd name="connsiteY3" fmla="*/ 143976 h 353218"/>
                <a:gd name="connsiteX4" fmla="*/ 103445 w 205215"/>
                <a:gd name="connsiteY4" fmla="*/ 113218 h 353218"/>
                <a:gd name="connsiteX5" fmla="*/ 131400 w 205215"/>
                <a:gd name="connsiteY5" fmla="*/ 87481 h 353218"/>
                <a:gd name="connsiteX6" fmla="*/ 178726 w 205215"/>
                <a:gd name="connsiteY6" fmla="*/ 77019 h 353218"/>
                <a:gd name="connsiteX7" fmla="*/ 190557 w 205215"/>
                <a:gd name="connsiteY7" fmla="*/ 77751 h 353218"/>
                <a:gd name="connsiteX8" fmla="*/ 205215 w 205215"/>
                <a:gd name="connsiteY8" fmla="*/ 80576 h 353218"/>
                <a:gd name="connsiteX9" fmla="*/ 205215 w 205215"/>
                <a:gd name="connsiteY9" fmla="*/ 1796 h 353218"/>
                <a:gd name="connsiteX10" fmla="*/ 194744 w 205215"/>
                <a:gd name="connsiteY10" fmla="*/ 18 h 353218"/>
                <a:gd name="connsiteX11" fmla="*/ 184274 w 205215"/>
                <a:gd name="connsiteY11" fmla="*/ 18 h 353218"/>
                <a:gd name="connsiteX12" fmla="*/ 124071 w 205215"/>
                <a:gd name="connsiteY12" fmla="*/ 18640 h 353218"/>
                <a:gd name="connsiteX13" fmla="*/ 83865 w 205215"/>
                <a:gd name="connsiteY13" fmla="*/ 67394 h 353218"/>
                <a:gd name="connsiteX14" fmla="*/ 82505 w 205215"/>
                <a:gd name="connsiteY14" fmla="*/ 67394 h 353218"/>
                <a:gd name="connsiteX15" fmla="*/ 82505 w 205215"/>
                <a:gd name="connsiteY15" fmla="*/ 10061 h 353218"/>
                <a:gd name="connsiteX16" fmla="*/ 0 w 205215"/>
                <a:gd name="connsiteY16" fmla="*/ 10061 h 353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215" h="353218">
                  <a:moveTo>
                    <a:pt x="210" y="353218"/>
                  </a:moveTo>
                  <a:lnTo>
                    <a:pt x="86274" y="353218"/>
                  </a:lnTo>
                  <a:lnTo>
                    <a:pt x="86274" y="169085"/>
                  </a:lnTo>
                  <a:cubicBezTo>
                    <a:pt x="86565" y="160613"/>
                    <a:pt x="87758" y="152196"/>
                    <a:pt x="89834" y="143976"/>
                  </a:cubicBezTo>
                  <a:cubicBezTo>
                    <a:pt x="92459" y="132981"/>
                    <a:pt x="97071" y="122557"/>
                    <a:pt x="103445" y="113218"/>
                  </a:cubicBezTo>
                  <a:cubicBezTo>
                    <a:pt x="110711" y="102650"/>
                    <a:pt x="120266" y="93853"/>
                    <a:pt x="131400" y="87481"/>
                  </a:cubicBezTo>
                  <a:cubicBezTo>
                    <a:pt x="145935" y="79772"/>
                    <a:pt x="162293" y="76156"/>
                    <a:pt x="178726" y="77019"/>
                  </a:cubicBezTo>
                  <a:cubicBezTo>
                    <a:pt x="182681" y="77008"/>
                    <a:pt x="186633" y="77253"/>
                    <a:pt x="190557" y="77751"/>
                  </a:cubicBezTo>
                  <a:cubicBezTo>
                    <a:pt x="195506" y="78330"/>
                    <a:pt x="200405" y="79274"/>
                    <a:pt x="205215" y="80576"/>
                  </a:cubicBezTo>
                  <a:lnTo>
                    <a:pt x="205215" y="1796"/>
                  </a:lnTo>
                  <a:cubicBezTo>
                    <a:pt x="201824" y="722"/>
                    <a:pt x="198300" y="123"/>
                    <a:pt x="194744" y="18"/>
                  </a:cubicBezTo>
                  <a:cubicBezTo>
                    <a:pt x="190871" y="18"/>
                    <a:pt x="187311" y="18"/>
                    <a:pt x="184274" y="18"/>
                  </a:cubicBezTo>
                  <a:cubicBezTo>
                    <a:pt x="162728" y="-384"/>
                    <a:pt x="141622" y="6144"/>
                    <a:pt x="124071" y="18640"/>
                  </a:cubicBezTo>
                  <a:cubicBezTo>
                    <a:pt x="106764" y="31238"/>
                    <a:pt x="92933" y="48011"/>
                    <a:pt x="83865" y="67394"/>
                  </a:cubicBezTo>
                  <a:lnTo>
                    <a:pt x="82505" y="67394"/>
                  </a:lnTo>
                  <a:lnTo>
                    <a:pt x="82505" y="10061"/>
                  </a:lnTo>
                  <a:lnTo>
                    <a:pt x="0" y="10061"/>
                  </a:lnTo>
                  <a:close/>
                </a:path>
              </a:pathLst>
            </a:custGeom>
            <a:solidFill>
              <a:schemeClr val="bg1"/>
            </a:solidFill>
            <a:ln w="10467" cap="flat">
              <a:noFill/>
              <a:prstDash val="solid"/>
              <a:miter/>
            </a:ln>
          </p:spPr>
          <p:txBody>
            <a:bodyPr rtlCol="0" anchor="ctr"/>
            <a:lstStyle/>
            <a:p>
              <a:endParaRPr lang="fr-FR"/>
            </a:p>
          </p:txBody>
        </p:sp>
        <p:sp>
          <p:nvSpPr>
            <p:cNvPr id="16" name="Freeform 15">
              <a:extLst>
                <a:ext uri="{FF2B5EF4-FFF2-40B4-BE49-F238E27FC236}">
                  <a16:creationId xmlns:a16="http://schemas.microsoft.com/office/drawing/2014/main" id="{A9C5931B-EEA8-7F43-BF11-2827FDAB774F}"/>
                </a:ext>
              </a:extLst>
            </p:cNvPr>
            <p:cNvSpPr/>
            <p:nvPr/>
          </p:nvSpPr>
          <p:spPr>
            <a:xfrm>
              <a:off x="9071062" y="3339746"/>
              <a:ext cx="348006" cy="363890"/>
            </a:xfrm>
            <a:custGeom>
              <a:avLst/>
              <a:gdLst>
                <a:gd name="connsiteX0" fmla="*/ 335493 w 348006"/>
                <a:gd name="connsiteY0" fmla="*/ 104947 h 363890"/>
                <a:gd name="connsiteX1" fmla="*/ 300733 w 348006"/>
                <a:gd name="connsiteY1" fmla="*/ 46882 h 363890"/>
                <a:gd name="connsiteX2" fmla="*/ 248382 w 348006"/>
                <a:gd name="connsiteY2" fmla="*/ 11834 h 363890"/>
                <a:gd name="connsiteX3" fmla="*/ 182106 w 348006"/>
                <a:gd name="connsiteY3" fmla="*/ 12 h 363890"/>
                <a:gd name="connsiteX4" fmla="*/ 110071 w 348006"/>
                <a:gd name="connsiteY4" fmla="*/ 13194 h 363890"/>
                <a:gd name="connsiteX5" fmla="*/ 13955 w 348006"/>
                <a:gd name="connsiteY5" fmla="*/ 108504 h 363890"/>
                <a:gd name="connsiteX6" fmla="*/ 30 w 348006"/>
                <a:gd name="connsiteY6" fmla="*/ 184040 h 363890"/>
                <a:gd name="connsiteX7" fmla="*/ 13955 w 348006"/>
                <a:gd name="connsiteY7" fmla="*/ 259577 h 363890"/>
                <a:gd name="connsiteX8" fmla="*/ 52695 w 348006"/>
                <a:gd name="connsiteY8" fmla="*/ 315863 h 363890"/>
                <a:gd name="connsiteX9" fmla="*/ 111118 w 348006"/>
                <a:gd name="connsiteY9" fmla="*/ 351329 h 363890"/>
                <a:gd name="connsiteX10" fmla="*/ 184409 w 348006"/>
                <a:gd name="connsiteY10" fmla="*/ 363884 h 363890"/>
                <a:gd name="connsiteX11" fmla="*/ 332143 w 348006"/>
                <a:gd name="connsiteY11" fmla="*/ 295043 h 363890"/>
                <a:gd name="connsiteX12" fmla="*/ 274767 w 348006"/>
                <a:gd name="connsiteY12" fmla="*/ 249219 h 363890"/>
                <a:gd name="connsiteX13" fmla="*/ 238226 w 348006"/>
                <a:gd name="connsiteY13" fmla="*/ 281861 h 363890"/>
                <a:gd name="connsiteX14" fmla="*/ 183676 w 348006"/>
                <a:gd name="connsiteY14" fmla="*/ 293683 h 363890"/>
                <a:gd name="connsiteX15" fmla="*/ 147869 w 348006"/>
                <a:gd name="connsiteY15" fmla="*/ 287197 h 363890"/>
                <a:gd name="connsiteX16" fmla="*/ 117086 w 348006"/>
                <a:gd name="connsiteY16" fmla="*/ 269620 h 363890"/>
                <a:gd name="connsiteX17" fmla="*/ 95203 w 348006"/>
                <a:gd name="connsiteY17" fmla="*/ 243151 h 363890"/>
                <a:gd name="connsiteX18" fmla="*/ 85466 w 348006"/>
                <a:gd name="connsiteY18" fmla="*/ 209149 h 363890"/>
                <a:gd name="connsiteX19" fmla="*/ 347220 w 348006"/>
                <a:gd name="connsiteY19" fmla="*/ 209149 h 363890"/>
                <a:gd name="connsiteX20" fmla="*/ 347953 w 348006"/>
                <a:gd name="connsiteY20" fmla="*/ 197641 h 363890"/>
                <a:gd name="connsiteX21" fmla="*/ 347953 w 348006"/>
                <a:gd name="connsiteY21" fmla="*/ 186237 h 363890"/>
                <a:gd name="connsiteX22" fmla="*/ 335493 w 348006"/>
                <a:gd name="connsiteY22" fmla="*/ 104947 h 363890"/>
                <a:gd name="connsiteX23" fmla="*/ 85676 w 348006"/>
                <a:gd name="connsiteY23" fmla="*/ 147527 h 363890"/>
                <a:gd name="connsiteX24" fmla="*/ 115516 w 348006"/>
                <a:gd name="connsiteY24" fmla="*/ 87684 h 363890"/>
                <a:gd name="connsiteX25" fmla="*/ 181059 w 348006"/>
                <a:gd name="connsiteY25" fmla="*/ 64458 h 363890"/>
                <a:gd name="connsiteX26" fmla="*/ 217286 w 348006"/>
                <a:gd name="connsiteY26" fmla="*/ 71259 h 363890"/>
                <a:gd name="connsiteX27" fmla="*/ 242728 w 348006"/>
                <a:gd name="connsiteY27" fmla="*/ 89463 h 363890"/>
                <a:gd name="connsiteX28" fmla="*/ 257387 w 348006"/>
                <a:gd name="connsiteY28" fmla="*/ 116036 h 363890"/>
                <a:gd name="connsiteX29" fmla="*/ 262098 w 348006"/>
                <a:gd name="connsiteY29" fmla="*/ 147423 h 363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48006" h="363890">
                  <a:moveTo>
                    <a:pt x="335493" y="104947"/>
                  </a:moveTo>
                  <a:cubicBezTo>
                    <a:pt x="328139" y="83357"/>
                    <a:pt x="316292" y="63568"/>
                    <a:pt x="300733" y="46882"/>
                  </a:cubicBezTo>
                  <a:cubicBezTo>
                    <a:pt x="286102" y="31461"/>
                    <a:pt x="268220" y="19488"/>
                    <a:pt x="248382" y="11834"/>
                  </a:cubicBezTo>
                  <a:cubicBezTo>
                    <a:pt x="227230" y="3765"/>
                    <a:pt x="204745" y="-246"/>
                    <a:pt x="182106" y="12"/>
                  </a:cubicBezTo>
                  <a:cubicBezTo>
                    <a:pt x="157473" y="-211"/>
                    <a:pt x="133025" y="4263"/>
                    <a:pt x="110071" y="13194"/>
                  </a:cubicBezTo>
                  <a:cubicBezTo>
                    <a:pt x="66116" y="30155"/>
                    <a:pt x="31265" y="64714"/>
                    <a:pt x="13955" y="108504"/>
                  </a:cubicBezTo>
                  <a:cubicBezTo>
                    <a:pt x="4399" y="132526"/>
                    <a:pt x="-333" y="158192"/>
                    <a:pt x="30" y="184040"/>
                  </a:cubicBezTo>
                  <a:cubicBezTo>
                    <a:pt x="-422" y="209896"/>
                    <a:pt x="4312" y="235579"/>
                    <a:pt x="13955" y="259577"/>
                  </a:cubicBezTo>
                  <a:cubicBezTo>
                    <a:pt x="22661" y="280907"/>
                    <a:pt x="35876" y="300107"/>
                    <a:pt x="52695" y="315863"/>
                  </a:cubicBezTo>
                  <a:cubicBezTo>
                    <a:pt x="69641" y="331415"/>
                    <a:pt x="89495" y="343468"/>
                    <a:pt x="111118" y="351329"/>
                  </a:cubicBezTo>
                  <a:cubicBezTo>
                    <a:pt x="134608" y="359835"/>
                    <a:pt x="159426" y="364086"/>
                    <a:pt x="184409" y="363884"/>
                  </a:cubicBezTo>
                  <a:cubicBezTo>
                    <a:pt x="248905" y="363884"/>
                    <a:pt x="298150" y="340937"/>
                    <a:pt x="332143" y="295043"/>
                  </a:cubicBezTo>
                  <a:lnTo>
                    <a:pt x="274767" y="249219"/>
                  </a:lnTo>
                  <a:cubicBezTo>
                    <a:pt x="265386" y="262873"/>
                    <a:pt x="252852" y="274069"/>
                    <a:pt x="238226" y="281861"/>
                  </a:cubicBezTo>
                  <a:cubicBezTo>
                    <a:pt x="221288" y="290211"/>
                    <a:pt x="202555" y="294271"/>
                    <a:pt x="183676" y="293683"/>
                  </a:cubicBezTo>
                  <a:cubicBezTo>
                    <a:pt x="171448" y="293688"/>
                    <a:pt x="159317" y="291491"/>
                    <a:pt x="147869" y="287197"/>
                  </a:cubicBezTo>
                  <a:cubicBezTo>
                    <a:pt x="136705" y="283080"/>
                    <a:pt x="126303" y="277141"/>
                    <a:pt x="117086" y="269620"/>
                  </a:cubicBezTo>
                  <a:cubicBezTo>
                    <a:pt x="108059" y="262384"/>
                    <a:pt x="100612" y="253376"/>
                    <a:pt x="95203" y="243151"/>
                  </a:cubicBezTo>
                  <a:cubicBezTo>
                    <a:pt x="89571" y="232640"/>
                    <a:pt x="86251" y="221047"/>
                    <a:pt x="85466" y="209149"/>
                  </a:cubicBezTo>
                  <a:lnTo>
                    <a:pt x="347220" y="209149"/>
                  </a:lnTo>
                  <a:cubicBezTo>
                    <a:pt x="347725" y="205334"/>
                    <a:pt x="347970" y="201489"/>
                    <a:pt x="347953" y="197641"/>
                  </a:cubicBezTo>
                  <a:lnTo>
                    <a:pt x="347953" y="186237"/>
                  </a:lnTo>
                  <a:cubicBezTo>
                    <a:pt x="348536" y="158624"/>
                    <a:pt x="344321" y="131119"/>
                    <a:pt x="335493" y="104947"/>
                  </a:cubicBezTo>
                  <a:close/>
                  <a:moveTo>
                    <a:pt x="85676" y="147527"/>
                  </a:moveTo>
                  <a:cubicBezTo>
                    <a:pt x="87031" y="124346"/>
                    <a:pt x="97811" y="102726"/>
                    <a:pt x="115516" y="87684"/>
                  </a:cubicBezTo>
                  <a:cubicBezTo>
                    <a:pt x="133717" y="72075"/>
                    <a:pt x="157082" y="63795"/>
                    <a:pt x="181059" y="64458"/>
                  </a:cubicBezTo>
                  <a:cubicBezTo>
                    <a:pt x="193474" y="64208"/>
                    <a:pt x="205808" y="66523"/>
                    <a:pt x="217286" y="71259"/>
                  </a:cubicBezTo>
                  <a:cubicBezTo>
                    <a:pt x="227009" y="75372"/>
                    <a:pt x="235699" y="81590"/>
                    <a:pt x="242728" y="89463"/>
                  </a:cubicBezTo>
                  <a:cubicBezTo>
                    <a:pt x="249436" y="97188"/>
                    <a:pt x="254431" y="106245"/>
                    <a:pt x="257387" y="116036"/>
                  </a:cubicBezTo>
                  <a:cubicBezTo>
                    <a:pt x="260545" y="126198"/>
                    <a:pt x="262134" y="136782"/>
                    <a:pt x="262098" y="147423"/>
                  </a:cubicBezTo>
                  <a:close/>
                </a:path>
              </a:pathLst>
            </a:custGeom>
            <a:solidFill>
              <a:schemeClr val="bg1"/>
            </a:solidFill>
            <a:ln w="10467" cap="flat">
              <a:noFill/>
              <a:prstDash val="solid"/>
              <a:miter/>
            </a:ln>
          </p:spPr>
          <p:txBody>
            <a:bodyPr rtlCol="0" anchor="ctr"/>
            <a:lstStyle/>
            <a:p>
              <a:endParaRPr lang="fr-FR"/>
            </a:p>
          </p:txBody>
        </p:sp>
        <p:sp>
          <p:nvSpPr>
            <p:cNvPr id="17" name="Freeform 16">
              <a:extLst>
                <a:ext uri="{FF2B5EF4-FFF2-40B4-BE49-F238E27FC236}">
                  <a16:creationId xmlns:a16="http://schemas.microsoft.com/office/drawing/2014/main" id="{FF0E304B-C48A-F04F-A665-461AF5D8A972}"/>
                </a:ext>
              </a:extLst>
            </p:cNvPr>
            <p:cNvSpPr/>
            <p:nvPr/>
          </p:nvSpPr>
          <p:spPr>
            <a:xfrm>
              <a:off x="8688094" y="3349697"/>
              <a:ext cx="367711" cy="343889"/>
            </a:xfrm>
            <a:custGeom>
              <a:avLst/>
              <a:gdLst>
                <a:gd name="connsiteX0" fmla="*/ 139043 w 367711"/>
                <a:gd name="connsiteY0" fmla="*/ 343890 h 343889"/>
                <a:gd name="connsiteX1" fmla="*/ 230762 w 367711"/>
                <a:gd name="connsiteY1" fmla="*/ 343890 h 343889"/>
                <a:gd name="connsiteX2" fmla="*/ 367712 w 367711"/>
                <a:gd name="connsiteY2" fmla="*/ 0 h 343889"/>
                <a:gd name="connsiteX3" fmla="*/ 276621 w 367711"/>
                <a:gd name="connsiteY3" fmla="*/ 0 h 343889"/>
                <a:gd name="connsiteX4" fmla="*/ 185636 w 367711"/>
                <a:gd name="connsiteY4" fmla="*/ 250672 h 343889"/>
                <a:gd name="connsiteX5" fmla="*/ 184170 w 367711"/>
                <a:gd name="connsiteY5" fmla="*/ 250672 h 343889"/>
                <a:gd name="connsiteX6" fmla="*/ 93813 w 367711"/>
                <a:gd name="connsiteY6" fmla="*/ 0 h 343889"/>
                <a:gd name="connsiteX7" fmla="*/ 0 w 367711"/>
                <a:gd name="connsiteY7" fmla="*/ 0 h 343889"/>
                <a:gd name="connsiteX8" fmla="*/ 139043 w 367711"/>
                <a:gd name="connsiteY8" fmla="*/ 343890 h 343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7711" h="343889">
                  <a:moveTo>
                    <a:pt x="139043" y="343890"/>
                  </a:moveTo>
                  <a:lnTo>
                    <a:pt x="230762" y="343890"/>
                  </a:lnTo>
                  <a:lnTo>
                    <a:pt x="367712" y="0"/>
                  </a:lnTo>
                  <a:lnTo>
                    <a:pt x="276621" y="0"/>
                  </a:lnTo>
                  <a:lnTo>
                    <a:pt x="185636" y="250672"/>
                  </a:lnTo>
                  <a:lnTo>
                    <a:pt x="184170" y="250672"/>
                  </a:lnTo>
                  <a:lnTo>
                    <a:pt x="93813" y="0"/>
                  </a:lnTo>
                  <a:lnTo>
                    <a:pt x="0" y="0"/>
                  </a:lnTo>
                  <a:lnTo>
                    <a:pt x="139043" y="343890"/>
                  </a:lnTo>
                  <a:close/>
                </a:path>
              </a:pathLst>
            </a:custGeom>
            <a:solidFill>
              <a:schemeClr val="bg1"/>
            </a:solidFill>
            <a:ln w="10467" cap="flat">
              <a:noFill/>
              <a:prstDash val="solid"/>
              <a:miter/>
            </a:ln>
          </p:spPr>
          <p:txBody>
            <a:bodyPr rtlCol="0" anchor="ctr"/>
            <a:lstStyle/>
            <a:p>
              <a:endParaRPr lang="fr-FR"/>
            </a:p>
          </p:txBody>
        </p:sp>
        <p:sp>
          <p:nvSpPr>
            <p:cNvPr id="18" name="Freeform 17">
              <a:extLst>
                <a:ext uri="{FF2B5EF4-FFF2-40B4-BE49-F238E27FC236}">
                  <a16:creationId xmlns:a16="http://schemas.microsoft.com/office/drawing/2014/main" id="{D3FDB9DA-9CCA-0043-88CA-6B6B2EBB3829}"/>
                </a:ext>
              </a:extLst>
            </p:cNvPr>
            <p:cNvSpPr/>
            <p:nvPr/>
          </p:nvSpPr>
          <p:spPr>
            <a:xfrm>
              <a:off x="8541115" y="3181337"/>
              <a:ext cx="110354" cy="103210"/>
            </a:xfrm>
            <a:custGeom>
              <a:avLst/>
              <a:gdLst>
                <a:gd name="connsiteX0" fmla="*/ 15369 w 110354"/>
                <a:gd name="connsiteY0" fmla="*/ 87802 h 103210"/>
                <a:gd name="connsiteX1" fmla="*/ 54422 w 110354"/>
                <a:gd name="connsiteY1" fmla="*/ 103181 h 103210"/>
                <a:gd name="connsiteX2" fmla="*/ 94209 w 110354"/>
                <a:gd name="connsiteY2" fmla="*/ 88534 h 103210"/>
                <a:gd name="connsiteX3" fmla="*/ 97005 w 110354"/>
                <a:gd name="connsiteY3" fmla="*/ 17570 h 103210"/>
                <a:gd name="connsiteX4" fmla="*/ 94209 w 110354"/>
                <a:gd name="connsiteY4" fmla="*/ 14776 h 103210"/>
                <a:gd name="connsiteX5" fmla="*/ 54422 w 110354"/>
                <a:gd name="connsiteY5" fmla="*/ 24 h 103210"/>
                <a:gd name="connsiteX6" fmla="*/ 15369 w 110354"/>
                <a:gd name="connsiteY6" fmla="*/ 15508 h 103210"/>
                <a:gd name="connsiteX7" fmla="*/ 14082 w 110354"/>
                <a:gd name="connsiteY7" fmla="*/ 86516 h 103210"/>
                <a:gd name="connsiteX8" fmla="*/ 15369 w 110354"/>
                <a:gd name="connsiteY8" fmla="*/ 87802 h 10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54" h="103210">
                  <a:moveTo>
                    <a:pt x="15369" y="87802"/>
                  </a:moveTo>
                  <a:cubicBezTo>
                    <a:pt x="25713" y="98083"/>
                    <a:pt x="39841" y="103646"/>
                    <a:pt x="54422" y="103181"/>
                  </a:cubicBezTo>
                  <a:cubicBezTo>
                    <a:pt x="69086" y="103652"/>
                    <a:pt x="83356" y="98398"/>
                    <a:pt x="94209" y="88534"/>
                  </a:cubicBezTo>
                  <a:cubicBezTo>
                    <a:pt x="114592" y="69709"/>
                    <a:pt x="115844" y="37937"/>
                    <a:pt x="97005" y="17570"/>
                  </a:cubicBezTo>
                  <a:cubicBezTo>
                    <a:pt x="96110" y="16602"/>
                    <a:pt x="95177" y="15670"/>
                    <a:pt x="94209" y="14776"/>
                  </a:cubicBezTo>
                  <a:cubicBezTo>
                    <a:pt x="83367" y="4883"/>
                    <a:pt x="69098" y="-407"/>
                    <a:pt x="54422" y="24"/>
                  </a:cubicBezTo>
                  <a:cubicBezTo>
                    <a:pt x="39827" y="-401"/>
                    <a:pt x="25702" y="5200"/>
                    <a:pt x="15369" y="15508"/>
                  </a:cubicBezTo>
                  <a:cubicBezTo>
                    <a:pt x="-4610" y="34762"/>
                    <a:pt x="-5185" y="66553"/>
                    <a:pt x="14082" y="86516"/>
                  </a:cubicBezTo>
                  <a:cubicBezTo>
                    <a:pt x="14504" y="86952"/>
                    <a:pt x="14932" y="87381"/>
                    <a:pt x="15369" y="87802"/>
                  </a:cubicBezTo>
                  <a:close/>
                </a:path>
              </a:pathLst>
            </a:custGeom>
            <a:solidFill>
              <a:schemeClr val="bg1"/>
            </a:solidFill>
            <a:ln w="10467" cap="flat">
              <a:noFill/>
              <a:prstDash val="solid"/>
              <a:miter/>
            </a:ln>
          </p:spPr>
          <p:txBody>
            <a:bodyPr rtlCol="0" anchor="ctr"/>
            <a:lstStyle/>
            <a:p>
              <a:endParaRPr lang="fr-FR"/>
            </a:p>
          </p:txBody>
        </p:sp>
        <p:sp>
          <p:nvSpPr>
            <p:cNvPr id="19" name="Freeform 18">
              <a:extLst>
                <a:ext uri="{FF2B5EF4-FFF2-40B4-BE49-F238E27FC236}">
                  <a16:creationId xmlns:a16="http://schemas.microsoft.com/office/drawing/2014/main" id="{08E688AC-D3FF-0644-9469-85479B8E2663}"/>
                </a:ext>
              </a:extLst>
            </p:cNvPr>
            <p:cNvSpPr/>
            <p:nvPr/>
          </p:nvSpPr>
          <p:spPr>
            <a:xfrm>
              <a:off x="8552924" y="3349697"/>
              <a:ext cx="86064" cy="343785"/>
            </a:xfrm>
            <a:custGeom>
              <a:avLst/>
              <a:gdLst>
                <a:gd name="connsiteX0" fmla="*/ 0 w 86064"/>
                <a:gd name="connsiteY0" fmla="*/ 0 h 343785"/>
                <a:gd name="connsiteX1" fmla="*/ 86064 w 86064"/>
                <a:gd name="connsiteY1" fmla="*/ 0 h 343785"/>
                <a:gd name="connsiteX2" fmla="*/ 86064 w 86064"/>
                <a:gd name="connsiteY2" fmla="*/ 343785 h 343785"/>
                <a:gd name="connsiteX3" fmla="*/ 0 w 86064"/>
                <a:gd name="connsiteY3" fmla="*/ 343785 h 343785"/>
              </a:gdLst>
              <a:ahLst/>
              <a:cxnLst>
                <a:cxn ang="0">
                  <a:pos x="connsiteX0" y="connsiteY0"/>
                </a:cxn>
                <a:cxn ang="0">
                  <a:pos x="connsiteX1" y="connsiteY1"/>
                </a:cxn>
                <a:cxn ang="0">
                  <a:pos x="connsiteX2" y="connsiteY2"/>
                </a:cxn>
                <a:cxn ang="0">
                  <a:pos x="connsiteX3" y="connsiteY3"/>
                </a:cxn>
              </a:cxnLst>
              <a:rect l="l" t="t" r="r" b="b"/>
              <a:pathLst>
                <a:path w="86064" h="343785">
                  <a:moveTo>
                    <a:pt x="0" y="0"/>
                  </a:moveTo>
                  <a:lnTo>
                    <a:pt x="86064" y="0"/>
                  </a:lnTo>
                  <a:lnTo>
                    <a:pt x="86064" y="343785"/>
                  </a:lnTo>
                  <a:lnTo>
                    <a:pt x="0" y="343785"/>
                  </a:lnTo>
                  <a:close/>
                </a:path>
              </a:pathLst>
            </a:custGeom>
            <a:solidFill>
              <a:schemeClr val="bg1"/>
            </a:solidFill>
            <a:ln w="10467" cap="flat">
              <a:noFill/>
              <a:prstDash val="solid"/>
              <a:miter/>
            </a:ln>
          </p:spPr>
          <p:txBody>
            <a:bodyPr rtlCol="0" anchor="ctr"/>
            <a:lstStyle/>
            <a:p>
              <a:endParaRPr lang="fr-FR"/>
            </a:p>
          </p:txBody>
        </p:sp>
        <p:sp>
          <p:nvSpPr>
            <p:cNvPr id="20" name="Freeform 19">
              <a:extLst>
                <a:ext uri="{FF2B5EF4-FFF2-40B4-BE49-F238E27FC236}">
                  <a16:creationId xmlns:a16="http://schemas.microsoft.com/office/drawing/2014/main" id="{0463686E-1127-F947-AC29-A8778387AB58}"/>
                </a:ext>
              </a:extLst>
            </p:cNvPr>
            <p:cNvSpPr/>
            <p:nvPr/>
          </p:nvSpPr>
          <p:spPr>
            <a:xfrm>
              <a:off x="8370011" y="3152067"/>
              <a:ext cx="86064" cy="541519"/>
            </a:xfrm>
            <a:custGeom>
              <a:avLst/>
              <a:gdLst>
                <a:gd name="connsiteX0" fmla="*/ 0 w 86064"/>
                <a:gd name="connsiteY0" fmla="*/ 0 h 541519"/>
                <a:gd name="connsiteX1" fmla="*/ 86064 w 86064"/>
                <a:gd name="connsiteY1" fmla="*/ 0 h 541519"/>
                <a:gd name="connsiteX2" fmla="*/ 86064 w 86064"/>
                <a:gd name="connsiteY2" fmla="*/ 541519 h 541519"/>
                <a:gd name="connsiteX3" fmla="*/ 0 w 86064"/>
                <a:gd name="connsiteY3" fmla="*/ 541519 h 541519"/>
              </a:gdLst>
              <a:ahLst/>
              <a:cxnLst>
                <a:cxn ang="0">
                  <a:pos x="connsiteX0" y="connsiteY0"/>
                </a:cxn>
                <a:cxn ang="0">
                  <a:pos x="connsiteX1" y="connsiteY1"/>
                </a:cxn>
                <a:cxn ang="0">
                  <a:pos x="connsiteX2" y="connsiteY2"/>
                </a:cxn>
                <a:cxn ang="0">
                  <a:pos x="connsiteX3" y="connsiteY3"/>
                </a:cxn>
              </a:cxnLst>
              <a:rect l="l" t="t" r="r" b="b"/>
              <a:pathLst>
                <a:path w="86064" h="541519">
                  <a:moveTo>
                    <a:pt x="0" y="0"/>
                  </a:moveTo>
                  <a:lnTo>
                    <a:pt x="86064" y="0"/>
                  </a:lnTo>
                  <a:lnTo>
                    <a:pt x="86064" y="541519"/>
                  </a:lnTo>
                  <a:lnTo>
                    <a:pt x="0" y="541519"/>
                  </a:lnTo>
                  <a:close/>
                </a:path>
              </a:pathLst>
            </a:custGeom>
            <a:solidFill>
              <a:schemeClr val="bg1"/>
            </a:solidFill>
            <a:ln w="10467" cap="flat">
              <a:noFill/>
              <a:prstDash val="solid"/>
              <a:miter/>
            </a:ln>
          </p:spPr>
          <p:txBody>
            <a:bodyPr rtlCol="0" anchor="ctr"/>
            <a:lstStyle/>
            <a:p>
              <a:endParaRPr lang="fr-FR"/>
            </a:p>
          </p:txBody>
        </p:sp>
        <p:sp>
          <p:nvSpPr>
            <p:cNvPr id="21" name="Freeform 20">
              <a:extLst>
                <a:ext uri="{FF2B5EF4-FFF2-40B4-BE49-F238E27FC236}">
                  <a16:creationId xmlns:a16="http://schemas.microsoft.com/office/drawing/2014/main" id="{1E8FC928-C0FA-B94E-8C1A-41C40CF6221F}"/>
                </a:ext>
              </a:extLst>
            </p:cNvPr>
            <p:cNvSpPr/>
            <p:nvPr/>
          </p:nvSpPr>
          <p:spPr>
            <a:xfrm>
              <a:off x="7945107" y="3340042"/>
              <a:ext cx="348130" cy="363908"/>
            </a:xfrm>
            <a:custGeom>
              <a:avLst/>
              <a:gdLst>
                <a:gd name="connsiteX0" fmla="*/ 336013 w 348130"/>
                <a:gd name="connsiteY0" fmla="*/ 104650 h 363908"/>
                <a:gd name="connsiteX1" fmla="*/ 301147 w 348130"/>
                <a:gd name="connsiteY1" fmla="*/ 46586 h 363908"/>
                <a:gd name="connsiteX2" fmla="*/ 248796 w 348130"/>
                <a:gd name="connsiteY2" fmla="*/ 11538 h 363908"/>
                <a:gd name="connsiteX3" fmla="*/ 182101 w 348130"/>
                <a:gd name="connsiteY3" fmla="*/ 29 h 363908"/>
                <a:gd name="connsiteX4" fmla="*/ 110067 w 348130"/>
                <a:gd name="connsiteY4" fmla="*/ 13212 h 363908"/>
                <a:gd name="connsiteX5" fmla="*/ 14056 w 348130"/>
                <a:gd name="connsiteY5" fmla="*/ 108521 h 363908"/>
                <a:gd name="connsiteX6" fmla="*/ 25 w 348130"/>
                <a:gd name="connsiteY6" fmla="*/ 184058 h 363908"/>
                <a:gd name="connsiteX7" fmla="*/ 14056 w 348130"/>
                <a:gd name="connsiteY7" fmla="*/ 259594 h 363908"/>
                <a:gd name="connsiteX8" fmla="*/ 52690 w 348130"/>
                <a:gd name="connsiteY8" fmla="*/ 315881 h 363908"/>
                <a:gd name="connsiteX9" fmla="*/ 111114 w 348130"/>
                <a:gd name="connsiteY9" fmla="*/ 351347 h 363908"/>
                <a:gd name="connsiteX10" fmla="*/ 184405 w 348130"/>
                <a:gd name="connsiteY10" fmla="*/ 363902 h 363908"/>
                <a:gd name="connsiteX11" fmla="*/ 332139 w 348130"/>
                <a:gd name="connsiteY11" fmla="*/ 295061 h 363908"/>
                <a:gd name="connsiteX12" fmla="*/ 274762 w 348130"/>
                <a:gd name="connsiteY12" fmla="*/ 249237 h 363908"/>
                <a:gd name="connsiteX13" fmla="*/ 238221 w 348130"/>
                <a:gd name="connsiteY13" fmla="*/ 281879 h 363908"/>
                <a:gd name="connsiteX14" fmla="*/ 183776 w 348130"/>
                <a:gd name="connsiteY14" fmla="*/ 293701 h 363908"/>
                <a:gd name="connsiteX15" fmla="*/ 147864 w 348130"/>
                <a:gd name="connsiteY15" fmla="*/ 287214 h 363908"/>
                <a:gd name="connsiteX16" fmla="*/ 117082 w 348130"/>
                <a:gd name="connsiteY16" fmla="*/ 269638 h 363908"/>
                <a:gd name="connsiteX17" fmla="*/ 85671 w 348130"/>
                <a:gd name="connsiteY17" fmla="*/ 209167 h 363908"/>
                <a:gd name="connsiteX18" fmla="*/ 347425 w 348130"/>
                <a:gd name="connsiteY18" fmla="*/ 209167 h 363908"/>
                <a:gd name="connsiteX19" fmla="*/ 348053 w 348130"/>
                <a:gd name="connsiteY19" fmla="*/ 197659 h 363908"/>
                <a:gd name="connsiteX20" fmla="*/ 348053 w 348130"/>
                <a:gd name="connsiteY20" fmla="*/ 186255 h 363908"/>
                <a:gd name="connsiteX21" fmla="*/ 336012 w 348130"/>
                <a:gd name="connsiteY21" fmla="*/ 104650 h 363908"/>
                <a:gd name="connsiteX22" fmla="*/ 86195 w 348130"/>
                <a:gd name="connsiteY22" fmla="*/ 147231 h 363908"/>
                <a:gd name="connsiteX23" fmla="*/ 115931 w 348130"/>
                <a:gd name="connsiteY23" fmla="*/ 87388 h 363908"/>
                <a:gd name="connsiteX24" fmla="*/ 181474 w 348130"/>
                <a:gd name="connsiteY24" fmla="*/ 64162 h 363908"/>
                <a:gd name="connsiteX25" fmla="*/ 217701 w 348130"/>
                <a:gd name="connsiteY25" fmla="*/ 70962 h 363908"/>
                <a:gd name="connsiteX26" fmla="*/ 257802 w 348130"/>
                <a:gd name="connsiteY26" fmla="*/ 115740 h 363908"/>
                <a:gd name="connsiteX27" fmla="*/ 262513 w 348130"/>
                <a:gd name="connsiteY27" fmla="*/ 147127 h 363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48130" h="363908">
                  <a:moveTo>
                    <a:pt x="336013" y="104650"/>
                  </a:moveTo>
                  <a:cubicBezTo>
                    <a:pt x="328621" y="83054"/>
                    <a:pt x="316739" y="63266"/>
                    <a:pt x="301147" y="46586"/>
                  </a:cubicBezTo>
                  <a:cubicBezTo>
                    <a:pt x="286517" y="31165"/>
                    <a:pt x="268634" y="19192"/>
                    <a:pt x="248796" y="11538"/>
                  </a:cubicBezTo>
                  <a:cubicBezTo>
                    <a:pt x="227492" y="3524"/>
                    <a:pt x="204861" y="-381"/>
                    <a:pt x="182101" y="29"/>
                  </a:cubicBezTo>
                  <a:cubicBezTo>
                    <a:pt x="157470" y="-186"/>
                    <a:pt x="133023" y="4288"/>
                    <a:pt x="110067" y="13212"/>
                  </a:cubicBezTo>
                  <a:cubicBezTo>
                    <a:pt x="66116" y="30142"/>
                    <a:pt x="31287" y="64716"/>
                    <a:pt x="14056" y="108521"/>
                  </a:cubicBezTo>
                  <a:cubicBezTo>
                    <a:pt x="4464" y="132536"/>
                    <a:pt x="-304" y="158203"/>
                    <a:pt x="25" y="184058"/>
                  </a:cubicBezTo>
                  <a:cubicBezTo>
                    <a:pt x="-393" y="209920"/>
                    <a:pt x="4377" y="235604"/>
                    <a:pt x="14056" y="259594"/>
                  </a:cubicBezTo>
                  <a:cubicBezTo>
                    <a:pt x="22726" y="280918"/>
                    <a:pt x="35905" y="300119"/>
                    <a:pt x="52690" y="315881"/>
                  </a:cubicBezTo>
                  <a:cubicBezTo>
                    <a:pt x="69653" y="331411"/>
                    <a:pt x="89503" y="343461"/>
                    <a:pt x="111114" y="351347"/>
                  </a:cubicBezTo>
                  <a:cubicBezTo>
                    <a:pt x="134604" y="359852"/>
                    <a:pt x="159422" y="364104"/>
                    <a:pt x="184405" y="363902"/>
                  </a:cubicBezTo>
                  <a:cubicBezTo>
                    <a:pt x="249041" y="363902"/>
                    <a:pt x="298285" y="340955"/>
                    <a:pt x="332139" y="295061"/>
                  </a:cubicBezTo>
                  <a:lnTo>
                    <a:pt x="274762" y="249237"/>
                  </a:lnTo>
                  <a:cubicBezTo>
                    <a:pt x="265406" y="262913"/>
                    <a:pt x="252866" y="274114"/>
                    <a:pt x="238221" y="281879"/>
                  </a:cubicBezTo>
                  <a:cubicBezTo>
                    <a:pt x="221315" y="290212"/>
                    <a:pt x="202619" y="294272"/>
                    <a:pt x="183776" y="293701"/>
                  </a:cubicBezTo>
                  <a:cubicBezTo>
                    <a:pt x="171512" y="293716"/>
                    <a:pt x="159346" y="291519"/>
                    <a:pt x="147864" y="287214"/>
                  </a:cubicBezTo>
                  <a:cubicBezTo>
                    <a:pt x="136712" y="283074"/>
                    <a:pt x="126314" y="277136"/>
                    <a:pt x="117082" y="269638"/>
                  </a:cubicBezTo>
                  <a:cubicBezTo>
                    <a:pt x="98596" y="254768"/>
                    <a:pt x="87202" y="232831"/>
                    <a:pt x="85671" y="209167"/>
                  </a:cubicBezTo>
                  <a:lnTo>
                    <a:pt x="347425" y="209167"/>
                  </a:lnTo>
                  <a:cubicBezTo>
                    <a:pt x="347843" y="205345"/>
                    <a:pt x="348052" y="201503"/>
                    <a:pt x="348053" y="197659"/>
                  </a:cubicBezTo>
                  <a:lnTo>
                    <a:pt x="348053" y="186255"/>
                  </a:lnTo>
                  <a:cubicBezTo>
                    <a:pt x="348755" y="158565"/>
                    <a:pt x="344682" y="130960"/>
                    <a:pt x="336012" y="104650"/>
                  </a:cubicBezTo>
                  <a:close/>
                  <a:moveTo>
                    <a:pt x="86195" y="147231"/>
                  </a:moveTo>
                  <a:cubicBezTo>
                    <a:pt x="87511" y="124063"/>
                    <a:pt x="98255" y="102440"/>
                    <a:pt x="115931" y="87388"/>
                  </a:cubicBezTo>
                  <a:cubicBezTo>
                    <a:pt x="134142" y="71796"/>
                    <a:pt x="157500" y="63519"/>
                    <a:pt x="181474" y="64162"/>
                  </a:cubicBezTo>
                  <a:cubicBezTo>
                    <a:pt x="193891" y="63890"/>
                    <a:pt x="206229" y="66206"/>
                    <a:pt x="217701" y="70962"/>
                  </a:cubicBezTo>
                  <a:cubicBezTo>
                    <a:pt x="237153" y="79066"/>
                    <a:pt x="251893" y="95526"/>
                    <a:pt x="257802" y="115740"/>
                  </a:cubicBezTo>
                  <a:cubicBezTo>
                    <a:pt x="260960" y="125902"/>
                    <a:pt x="262549" y="136486"/>
                    <a:pt x="262513" y="147127"/>
                  </a:cubicBezTo>
                  <a:close/>
                </a:path>
              </a:pathLst>
            </a:custGeom>
            <a:solidFill>
              <a:schemeClr val="bg1"/>
            </a:solidFill>
            <a:ln w="10467" cap="flat">
              <a:noFill/>
              <a:prstDash val="solid"/>
              <a:miter/>
            </a:ln>
          </p:spPr>
          <p:txBody>
            <a:bodyPr rtlCol="0" anchor="ctr"/>
            <a:lstStyle/>
            <a:p>
              <a:endParaRPr lang="fr-FR"/>
            </a:p>
          </p:txBody>
        </p:sp>
        <p:sp>
          <p:nvSpPr>
            <p:cNvPr id="22" name="Freeform 21">
              <a:extLst>
                <a:ext uri="{FF2B5EF4-FFF2-40B4-BE49-F238E27FC236}">
                  <a16:creationId xmlns:a16="http://schemas.microsoft.com/office/drawing/2014/main" id="{5CAF7841-6C8E-7F4D-8868-514E34AB63C8}"/>
                </a:ext>
              </a:extLst>
            </p:cNvPr>
            <p:cNvSpPr/>
            <p:nvPr/>
          </p:nvSpPr>
          <p:spPr>
            <a:xfrm>
              <a:off x="7498677" y="3151753"/>
              <a:ext cx="370546" cy="552011"/>
            </a:xfrm>
            <a:custGeom>
              <a:avLst/>
              <a:gdLst>
                <a:gd name="connsiteX0" fmla="*/ 284168 w 370546"/>
                <a:gd name="connsiteY0" fmla="*/ 0 h 552011"/>
                <a:gd name="connsiteX1" fmla="*/ 284168 w 370546"/>
                <a:gd name="connsiteY1" fmla="*/ 241675 h 552011"/>
                <a:gd name="connsiteX2" fmla="*/ 281970 w 370546"/>
                <a:gd name="connsiteY2" fmla="*/ 241675 h 552011"/>
                <a:gd name="connsiteX3" fmla="*/ 265532 w 370546"/>
                <a:gd name="connsiteY3" fmla="*/ 223785 h 552011"/>
                <a:gd name="connsiteX4" fmla="*/ 241450 w 370546"/>
                <a:gd name="connsiteY4" fmla="*/ 206627 h 552011"/>
                <a:gd name="connsiteX5" fmla="*/ 208888 w 370546"/>
                <a:gd name="connsiteY5" fmla="*/ 193340 h 552011"/>
                <a:gd name="connsiteX6" fmla="*/ 167008 w 370546"/>
                <a:gd name="connsiteY6" fmla="*/ 188004 h 552011"/>
                <a:gd name="connsiteX7" fmla="*/ 46601 w 370546"/>
                <a:gd name="connsiteY7" fmla="*/ 240315 h 552011"/>
                <a:gd name="connsiteX8" fmla="*/ 12154 w 370546"/>
                <a:gd name="connsiteY8" fmla="*/ 297647 h 552011"/>
                <a:gd name="connsiteX9" fmla="*/ 9 w 370546"/>
                <a:gd name="connsiteY9" fmla="*/ 368580 h 552011"/>
                <a:gd name="connsiteX10" fmla="*/ 11841 w 370546"/>
                <a:gd name="connsiteY10" fmla="*/ 439827 h 552011"/>
                <a:gd name="connsiteX11" fmla="*/ 45450 w 370546"/>
                <a:gd name="connsiteY11" fmla="*/ 497892 h 552011"/>
                <a:gd name="connsiteX12" fmla="*/ 169102 w 370546"/>
                <a:gd name="connsiteY12" fmla="*/ 551981 h 552011"/>
                <a:gd name="connsiteX13" fmla="*/ 237577 w 370546"/>
                <a:gd name="connsiteY13" fmla="*/ 536184 h 552011"/>
                <a:gd name="connsiteX14" fmla="*/ 287415 w 370546"/>
                <a:gd name="connsiteY14" fmla="*/ 490359 h 552011"/>
                <a:gd name="connsiteX15" fmla="*/ 288880 w 370546"/>
                <a:gd name="connsiteY15" fmla="*/ 490359 h 552011"/>
                <a:gd name="connsiteX16" fmla="*/ 288880 w 370546"/>
                <a:gd name="connsiteY16" fmla="*/ 541938 h 552011"/>
                <a:gd name="connsiteX17" fmla="*/ 370547 w 370546"/>
                <a:gd name="connsiteY17" fmla="*/ 541938 h 552011"/>
                <a:gd name="connsiteX18" fmla="*/ 370547 w 370546"/>
                <a:gd name="connsiteY18" fmla="*/ 0 h 552011"/>
                <a:gd name="connsiteX19" fmla="*/ 280189 w 370546"/>
                <a:gd name="connsiteY19" fmla="*/ 409383 h 552011"/>
                <a:gd name="connsiteX20" fmla="*/ 260087 w 370546"/>
                <a:gd name="connsiteY20" fmla="*/ 444744 h 552011"/>
                <a:gd name="connsiteX21" fmla="*/ 228676 w 370546"/>
                <a:gd name="connsiteY21" fmla="*/ 470167 h 552011"/>
                <a:gd name="connsiteX22" fmla="*/ 142612 w 370546"/>
                <a:gd name="connsiteY22" fmla="*/ 470167 h 552011"/>
                <a:gd name="connsiteX23" fmla="*/ 111830 w 370546"/>
                <a:gd name="connsiteY23" fmla="*/ 444430 h 552011"/>
                <a:gd name="connsiteX24" fmla="*/ 93507 w 370546"/>
                <a:gd name="connsiteY24" fmla="*/ 408545 h 552011"/>
                <a:gd name="connsiteX25" fmla="*/ 87434 w 370546"/>
                <a:gd name="connsiteY25" fmla="*/ 368475 h 552011"/>
                <a:gd name="connsiteX26" fmla="*/ 93507 w 370546"/>
                <a:gd name="connsiteY26" fmla="*/ 328719 h 552011"/>
                <a:gd name="connsiteX27" fmla="*/ 111830 w 370546"/>
                <a:gd name="connsiteY27" fmla="*/ 293253 h 552011"/>
                <a:gd name="connsiteX28" fmla="*/ 142612 w 370546"/>
                <a:gd name="connsiteY28" fmla="*/ 267830 h 552011"/>
                <a:gd name="connsiteX29" fmla="*/ 186377 w 370546"/>
                <a:gd name="connsiteY29" fmla="*/ 258205 h 552011"/>
                <a:gd name="connsiteX30" fmla="*/ 228258 w 370546"/>
                <a:gd name="connsiteY30" fmla="*/ 268144 h 552011"/>
                <a:gd name="connsiteX31" fmla="*/ 259668 w 370546"/>
                <a:gd name="connsiteY31" fmla="*/ 293985 h 552011"/>
                <a:gd name="connsiteX32" fmla="*/ 279771 w 370546"/>
                <a:gd name="connsiteY32" fmla="*/ 329766 h 552011"/>
                <a:gd name="connsiteX33" fmla="*/ 286577 w 370546"/>
                <a:gd name="connsiteY33" fmla="*/ 369940 h 552011"/>
                <a:gd name="connsiteX34" fmla="*/ 280190 w 370546"/>
                <a:gd name="connsiteY34" fmla="*/ 409696 h 55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70546" h="552011">
                  <a:moveTo>
                    <a:pt x="284168" y="0"/>
                  </a:moveTo>
                  <a:lnTo>
                    <a:pt x="284168" y="241675"/>
                  </a:lnTo>
                  <a:lnTo>
                    <a:pt x="281970" y="241675"/>
                  </a:lnTo>
                  <a:cubicBezTo>
                    <a:pt x="277053" y="235219"/>
                    <a:pt x="271550" y="229230"/>
                    <a:pt x="265532" y="223785"/>
                  </a:cubicBezTo>
                  <a:cubicBezTo>
                    <a:pt x="258197" y="217153"/>
                    <a:pt x="250115" y="211395"/>
                    <a:pt x="241450" y="206627"/>
                  </a:cubicBezTo>
                  <a:cubicBezTo>
                    <a:pt x="231173" y="200900"/>
                    <a:pt x="220240" y="196438"/>
                    <a:pt x="208888" y="193340"/>
                  </a:cubicBezTo>
                  <a:cubicBezTo>
                    <a:pt x="195240" y="189645"/>
                    <a:pt x="181147" y="187849"/>
                    <a:pt x="167008" y="188004"/>
                  </a:cubicBezTo>
                  <a:cubicBezTo>
                    <a:pt x="121230" y="187423"/>
                    <a:pt x="77397" y="206467"/>
                    <a:pt x="46601" y="240315"/>
                  </a:cubicBezTo>
                  <a:cubicBezTo>
                    <a:pt x="31514" y="257019"/>
                    <a:pt x="19816" y="276489"/>
                    <a:pt x="12154" y="297647"/>
                  </a:cubicBezTo>
                  <a:cubicBezTo>
                    <a:pt x="3890" y="320375"/>
                    <a:pt x="-223" y="344400"/>
                    <a:pt x="9" y="368580"/>
                  </a:cubicBezTo>
                  <a:cubicBezTo>
                    <a:pt x="-209" y="392835"/>
                    <a:pt x="3794" y="416943"/>
                    <a:pt x="11841" y="439827"/>
                  </a:cubicBezTo>
                  <a:cubicBezTo>
                    <a:pt x="19202" y="461162"/>
                    <a:pt x="30614" y="480877"/>
                    <a:pt x="45450" y="497892"/>
                  </a:cubicBezTo>
                  <a:cubicBezTo>
                    <a:pt x="76768" y="533123"/>
                    <a:pt x="121952" y="552888"/>
                    <a:pt x="169102" y="551981"/>
                  </a:cubicBezTo>
                  <a:cubicBezTo>
                    <a:pt x="192845" y="552097"/>
                    <a:pt x="216288" y="546688"/>
                    <a:pt x="237577" y="536184"/>
                  </a:cubicBezTo>
                  <a:cubicBezTo>
                    <a:pt x="258338" y="526139"/>
                    <a:pt x="275674" y="510200"/>
                    <a:pt x="287415" y="490359"/>
                  </a:cubicBezTo>
                  <a:lnTo>
                    <a:pt x="288880" y="490359"/>
                  </a:lnTo>
                  <a:lnTo>
                    <a:pt x="288880" y="541938"/>
                  </a:lnTo>
                  <a:lnTo>
                    <a:pt x="370547" y="541938"/>
                  </a:lnTo>
                  <a:lnTo>
                    <a:pt x="370547" y="0"/>
                  </a:lnTo>
                  <a:close/>
                  <a:moveTo>
                    <a:pt x="280189" y="409383"/>
                  </a:moveTo>
                  <a:cubicBezTo>
                    <a:pt x="275772" y="422328"/>
                    <a:pt x="268952" y="434324"/>
                    <a:pt x="260087" y="444744"/>
                  </a:cubicBezTo>
                  <a:cubicBezTo>
                    <a:pt x="251423" y="455232"/>
                    <a:pt x="240742" y="463877"/>
                    <a:pt x="228676" y="470167"/>
                  </a:cubicBezTo>
                  <a:cubicBezTo>
                    <a:pt x="201505" y="483350"/>
                    <a:pt x="169783" y="483350"/>
                    <a:pt x="142612" y="470167"/>
                  </a:cubicBezTo>
                  <a:cubicBezTo>
                    <a:pt x="130635" y="463875"/>
                    <a:pt x="120141" y="455101"/>
                    <a:pt x="111830" y="444430"/>
                  </a:cubicBezTo>
                  <a:cubicBezTo>
                    <a:pt x="103581" y="433687"/>
                    <a:pt x="97371" y="421525"/>
                    <a:pt x="93507" y="408545"/>
                  </a:cubicBezTo>
                  <a:cubicBezTo>
                    <a:pt x="89491" y="395567"/>
                    <a:pt x="87444" y="382060"/>
                    <a:pt x="87434" y="368475"/>
                  </a:cubicBezTo>
                  <a:cubicBezTo>
                    <a:pt x="87428" y="354992"/>
                    <a:pt x="89476" y="341587"/>
                    <a:pt x="93507" y="328719"/>
                  </a:cubicBezTo>
                  <a:cubicBezTo>
                    <a:pt x="97396" y="315878"/>
                    <a:pt x="103606" y="303858"/>
                    <a:pt x="111830" y="293253"/>
                  </a:cubicBezTo>
                  <a:cubicBezTo>
                    <a:pt x="120097" y="282622"/>
                    <a:pt x="130607" y="273942"/>
                    <a:pt x="142612" y="267830"/>
                  </a:cubicBezTo>
                  <a:cubicBezTo>
                    <a:pt x="156201" y="261116"/>
                    <a:pt x="171223" y="257812"/>
                    <a:pt x="186377" y="258205"/>
                  </a:cubicBezTo>
                  <a:cubicBezTo>
                    <a:pt x="200940" y="258048"/>
                    <a:pt x="215320" y="261460"/>
                    <a:pt x="228258" y="268144"/>
                  </a:cubicBezTo>
                  <a:cubicBezTo>
                    <a:pt x="240253" y="274719"/>
                    <a:pt x="250907" y="283485"/>
                    <a:pt x="259668" y="293985"/>
                  </a:cubicBezTo>
                  <a:cubicBezTo>
                    <a:pt x="268605" y="304512"/>
                    <a:pt x="275430" y="316660"/>
                    <a:pt x="279771" y="329766"/>
                  </a:cubicBezTo>
                  <a:cubicBezTo>
                    <a:pt x="284213" y="342697"/>
                    <a:pt x="286512" y="356268"/>
                    <a:pt x="286577" y="369940"/>
                  </a:cubicBezTo>
                  <a:cubicBezTo>
                    <a:pt x="286655" y="383453"/>
                    <a:pt x="284497" y="396886"/>
                    <a:pt x="280190" y="409696"/>
                  </a:cubicBezTo>
                  <a:close/>
                </a:path>
              </a:pathLst>
            </a:custGeom>
            <a:solidFill>
              <a:schemeClr val="bg1"/>
            </a:solidFill>
            <a:ln w="10467" cap="flat">
              <a:noFill/>
              <a:prstDash val="solid"/>
              <a:miter/>
            </a:ln>
          </p:spPr>
          <p:txBody>
            <a:bodyPr rtlCol="0" anchor="ctr"/>
            <a:lstStyle/>
            <a:p>
              <a:endParaRPr lang="fr-FR"/>
            </a:p>
          </p:txBody>
        </p:sp>
        <p:sp>
          <p:nvSpPr>
            <p:cNvPr id="23" name="Freeform 22">
              <a:extLst>
                <a:ext uri="{FF2B5EF4-FFF2-40B4-BE49-F238E27FC236}">
                  <a16:creationId xmlns:a16="http://schemas.microsoft.com/office/drawing/2014/main" id="{0DEA9C2D-3FA6-4648-AB30-50CBE835B013}"/>
                </a:ext>
              </a:extLst>
            </p:cNvPr>
            <p:cNvSpPr/>
            <p:nvPr/>
          </p:nvSpPr>
          <p:spPr>
            <a:xfrm>
              <a:off x="6922697" y="3339746"/>
              <a:ext cx="348700" cy="363896"/>
            </a:xfrm>
            <a:custGeom>
              <a:avLst/>
              <a:gdLst>
                <a:gd name="connsiteX0" fmla="*/ 335489 w 348700"/>
                <a:gd name="connsiteY0" fmla="*/ 104947 h 363896"/>
                <a:gd name="connsiteX1" fmla="*/ 300728 w 348700"/>
                <a:gd name="connsiteY1" fmla="*/ 46882 h 363896"/>
                <a:gd name="connsiteX2" fmla="*/ 248378 w 348700"/>
                <a:gd name="connsiteY2" fmla="*/ 11834 h 363896"/>
                <a:gd name="connsiteX3" fmla="*/ 182101 w 348700"/>
                <a:gd name="connsiteY3" fmla="*/ 12 h 363896"/>
                <a:gd name="connsiteX4" fmla="*/ 110067 w 348700"/>
                <a:gd name="connsiteY4" fmla="*/ 13194 h 363896"/>
                <a:gd name="connsiteX5" fmla="*/ 14056 w 348700"/>
                <a:gd name="connsiteY5" fmla="*/ 108504 h 363896"/>
                <a:gd name="connsiteX6" fmla="*/ 25 w 348700"/>
                <a:gd name="connsiteY6" fmla="*/ 184040 h 363896"/>
                <a:gd name="connsiteX7" fmla="*/ 14056 w 348700"/>
                <a:gd name="connsiteY7" fmla="*/ 259577 h 363896"/>
                <a:gd name="connsiteX8" fmla="*/ 52690 w 348700"/>
                <a:gd name="connsiteY8" fmla="*/ 315863 h 363896"/>
                <a:gd name="connsiteX9" fmla="*/ 111114 w 348700"/>
                <a:gd name="connsiteY9" fmla="*/ 351329 h 363896"/>
                <a:gd name="connsiteX10" fmla="*/ 185033 w 348700"/>
                <a:gd name="connsiteY10" fmla="*/ 363884 h 363896"/>
                <a:gd name="connsiteX11" fmla="*/ 332662 w 348700"/>
                <a:gd name="connsiteY11" fmla="*/ 295043 h 363896"/>
                <a:gd name="connsiteX12" fmla="*/ 275286 w 348700"/>
                <a:gd name="connsiteY12" fmla="*/ 249219 h 363896"/>
                <a:gd name="connsiteX13" fmla="*/ 238745 w 348700"/>
                <a:gd name="connsiteY13" fmla="*/ 281861 h 363896"/>
                <a:gd name="connsiteX14" fmla="*/ 184300 w 348700"/>
                <a:gd name="connsiteY14" fmla="*/ 293683 h 363896"/>
                <a:gd name="connsiteX15" fmla="*/ 148388 w 348700"/>
                <a:gd name="connsiteY15" fmla="*/ 287197 h 363896"/>
                <a:gd name="connsiteX16" fmla="*/ 117606 w 348700"/>
                <a:gd name="connsiteY16" fmla="*/ 269620 h 363896"/>
                <a:gd name="connsiteX17" fmla="*/ 86195 w 348700"/>
                <a:gd name="connsiteY17" fmla="*/ 209149 h 363896"/>
                <a:gd name="connsiteX18" fmla="*/ 347949 w 348700"/>
                <a:gd name="connsiteY18" fmla="*/ 209149 h 363896"/>
                <a:gd name="connsiteX19" fmla="*/ 348682 w 348700"/>
                <a:gd name="connsiteY19" fmla="*/ 197641 h 363896"/>
                <a:gd name="connsiteX20" fmla="*/ 348682 w 348700"/>
                <a:gd name="connsiteY20" fmla="*/ 186237 h 363896"/>
                <a:gd name="connsiteX21" fmla="*/ 335489 w 348700"/>
                <a:gd name="connsiteY21" fmla="*/ 104947 h 363896"/>
                <a:gd name="connsiteX22" fmla="*/ 85672 w 348700"/>
                <a:gd name="connsiteY22" fmla="*/ 147527 h 363896"/>
                <a:gd name="connsiteX23" fmla="*/ 115407 w 348700"/>
                <a:gd name="connsiteY23" fmla="*/ 87684 h 363896"/>
                <a:gd name="connsiteX24" fmla="*/ 180950 w 348700"/>
                <a:gd name="connsiteY24" fmla="*/ 64458 h 363896"/>
                <a:gd name="connsiteX25" fmla="*/ 217177 w 348700"/>
                <a:gd name="connsiteY25" fmla="*/ 71259 h 363896"/>
                <a:gd name="connsiteX26" fmla="*/ 257278 w 348700"/>
                <a:gd name="connsiteY26" fmla="*/ 116036 h 363896"/>
                <a:gd name="connsiteX27" fmla="*/ 261990 w 348700"/>
                <a:gd name="connsiteY27" fmla="*/ 147423 h 363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48700" h="363896">
                  <a:moveTo>
                    <a:pt x="335489" y="104947"/>
                  </a:moveTo>
                  <a:cubicBezTo>
                    <a:pt x="328094" y="83375"/>
                    <a:pt x="316252" y="63594"/>
                    <a:pt x="300728" y="46882"/>
                  </a:cubicBezTo>
                  <a:cubicBezTo>
                    <a:pt x="286071" y="31493"/>
                    <a:pt x="268196" y="19526"/>
                    <a:pt x="248378" y="11834"/>
                  </a:cubicBezTo>
                  <a:cubicBezTo>
                    <a:pt x="227226" y="3765"/>
                    <a:pt x="204741" y="-246"/>
                    <a:pt x="182101" y="12"/>
                  </a:cubicBezTo>
                  <a:cubicBezTo>
                    <a:pt x="157470" y="-203"/>
                    <a:pt x="133023" y="4270"/>
                    <a:pt x="110067" y="13194"/>
                  </a:cubicBezTo>
                  <a:cubicBezTo>
                    <a:pt x="66116" y="30124"/>
                    <a:pt x="31287" y="64699"/>
                    <a:pt x="14056" y="108504"/>
                  </a:cubicBezTo>
                  <a:cubicBezTo>
                    <a:pt x="4464" y="132519"/>
                    <a:pt x="-304" y="158185"/>
                    <a:pt x="25" y="184040"/>
                  </a:cubicBezTo>
                  <a:cubicBezTo>
                    <a:pt x="-393" y="209903"/>
                    <a:pt x="4377" y="235587"/>
                    <a:pt x="14056" y="259577"/>
                  </a:cubicBezTo>
                  <a:cubicBezTo>
                    <a:pt x="22726" y="280901"/>
                    <a:pt x="35905" y="300101"/>
                    <a:pt x="52690" y="315863"/>
                  </a:cubicBezTo>
                  <a:cubicBezTo>
                    <a:pt x="69653" y="331393"/>
                    <a:pt x="89503" y="343444"/>
                    <a:pt x="111114" y="351329"/>
                  </a:cubicBezTo>
                  <a:cubicBezTo>
                    <a:pt x="134802" y="359906"/>
                    <a:pt x="159840" y="364159"/>
                    <a:pt x="185033" y="363884"/>
                  </a:cubicBezTo>
                  <a:cubicBezTo>
                    <a:pt x="249529" y="363884"/>
                    <a:pt x="298739" y="340937"/>
                    <a:pt x="332662" y="295043"/>
                  </a:cubicBezTo>
                  <a:lnTo>
                    <a:pt x="275286" y="249219"/>
                  </a:lnTo>
                  <a:cubicBezTo>
                    <a:pt x="265930" y="262895"/>
                    <a:pt x="253390" y="274097"/>
                    <a:pt x="238745" y="281861"/>
                  </a:cubicBezTo>
                  <a:cubicBezTo>
                    <a:pt x="221839" y="290195"/>
                    <a:pt x="203143" y="294254"/>
                    <a:pt x="184300" y="293683"/>
                  </a:cubicBezTo>
                  <a:cubicBezTo>
                    <a:pt x="172036" y="293699"/>
                    <a:pt x="159870" y="291501"/>
                    <a:pt x="148388" y="287197"/>
                  </a:cubicBezTo>
                  <a:cubicBezTo>
                    <a:pt x="137236" y="283056"/>
                    <a:pt x="126838" y="277118"/>
                    <a:pt x="117606" y="269620"/>
                  </a:cubicBezTo>
                  <a:cubicBezTo>
                    <a:pt x="99120" y="254750"/>
                    <a:pt x="87726" y="232813"/>
                    <a:pt x="86195" y="209149"/>
                  </a:cubicBezTo>
                  <a:lnTo>
                    <a:pt x="347949" y="209149"/>
                  </a:lnTo>
                  <a:cubicBezTo>
                    <a:pt x="348401" y="205329"/>
                    <a:pt x="348646" y="201487"/>
                    <a:pt x="348682" y="197641"/>
                  </a:cubicBezTo>
                  <a:lnTo>
                    <a:pt x="348682" y="186237"/>
                  </a:lnTo>
                  <a:cubicBezTo>
                    <a:pt x="349030" y="158581"/>
                    <a:pt x="344566" y="131075"/>
                    <a:pt x="335489" y="104947"/>
                  </a:cubicBezTo>
                  <a:close/>
                  <a:moveTo>
                    <a:pt x="85672" y="147527"/>
                  </a:moveTo>
                  <a:cubicBezTo>
                    <a:pt x="86988" y="124359"/>
                    <a:pt x="97731" y="102736"/>
                    <a:pt x="115407" y="87684"/>
                  </a:cubicBezTo>
                  <a:cubicBezTo>
                    <a:pt x="133619" y="72092"/>
                    <a:pt x="156977" y="63815"/>
                    <a:pt x="180950" y="64458"/>
                  </a:cubicBezTo>
                  <a:cubicBezTo>
                    <a:pt x="193368" y="64186"/>
                    <a:pt x="205705" y="66502"/>
                    <a:pt x="217177" y="71259"/>
                  </a:cubicBezTo>
                  <a:cubicBezTo>
                    <a:pt x="236629" y="79362"/>
                    <a:pt x="251370" y="95822"/>
                    <a:pt x="257278" y="116036"/>
                  </a:cubicBezTo>
                  <a:cubicBezTo>
                    <a:pt x="260437" y="126198"/>
                    <a:pt x="262026" y="136782"/>
                    <a:pt x="261990" y="147423"/>
                  </a:cubicBezTo>
                  <a:close/>
                </a:path>
              </a:pathLst>
            </a:custGeom>
            <a:solidFill>
              <a:schemeClr val="bg1"/>
            </a:solidFill>
            <a:ln w="10467" cap="flat">
              <a:noFill/>
              <a:prstDash val="solid"/>
              <a:miter/>
            </a:ln>
          </p:spPr>
          <p:txBody>
            <a:bodyPr rtlCol="0" anchor="ctr"/>
            <a:lstStyle/>
            <a:p>
              <a:endParaRPr lang="fr-FR"/>
            </a:p>
          </p:txBody>
        </p:sp>
        <p:sp>
          <p:nvSpPr>
            <p:cNvPr id="24" name="Freeform 23">
              <a:extLst>
                <a:ext uri="{FF2B5EF4-FFF2-40B4-BE49-F238E27FC236}">
                  <a16:creationId xmlns:a16="http://schemas.microsoft.com/office/drawing/2014/main" id="{0A6600E0-DEC2-EB4E-AB9A-C7A2D8793CFE}"/>
                </a:ext>
              </a:extLst>
            </p:cNvPr>
            <p:cNvSpPr/>
            <p:nvPr/>
          </p:nvSpPr>
          <p:spPr>
            <a:xfrm>
              <a:off x="6330740" y="3349697"/>
              <a:ext cx="570622" cy="343889"/>
            </a:xfrm>
            <a:custGeom>
              <a:avLst/>
              <a:gdLst>
                <a:gd name="connsiteX0" fmla="*/ 119778 w 570622"/>
                <a:gd name="connsiteY0" fmla="*/ 343890 h 343889"/>
                <a:gd name="connsiteX1" fmla="*/ 207204 w 570622"/>
                <a:gd name="connsiteY1" fmla="*/ 343890 h 343889"/>
                <a:gd name="connsiteX2" fmla="*/ 284578 w 570622"/>
                <a:gd name="connsiteY2" fmla="*/ 103156 h 343889"/>
                <a:gd name="connsiteX3" fmla="*/ 286044 w 570622"/>
                <a:gd name="connsiteY3" fmla="*/ 103156 h 343889"/>
                <a:gd name="connsiteX4" fmla="*/ 364152 w 570622"/>
                <a:gd name="connsiteY4" fmla="*/ 343890 h 343889"/>
                <a:gd name="connsiteX5" fmla="*/ 451577 w 570622"/>
                <a:gd name="connsiteY5" fmla="*/ 343890 h 343889"/>
                <a:gd name="connsiteX6" fmla="*/ 570623 w 570622"/>
                <a:gd name="connsiteY6" fmla="*/ 0 h 343889"/>
                <a:gd name="connsiteX7" fmla="*/ 480998 w 570622"/>
                <a:gd name="connsiteY7" fmla="*/ 0 h 343889"/>
                <a:gd name="connsiteX8" fmla="*/ 407917 w 570622"/>
                <a:gd name="connsiteY8" fmla="*/ 246383 h 343889"/>
                <a:gd name="connsiteX9" fmla="*/ 406451 w 570622"/>
                <a:gd name="connsiteY9" fmla="*/ 246383 h 343889"/>
                <a:gd name="connsiteX10" fmla="*/ 331903 w 570622"/>
                <a:gd name="connsiteY10" fmla="*/ 0 h 343889"/>
                <a:gd name="connsiteX11" fmla="*/ 240185 w 570622"/>
                <a:gd name="connsiteY11" fmla="*/ 0 h 343889"/>
                <a:gd name="connsiteX12" fmla="*/ 166370 w 570622"/>
                <a:gd name="connsiteY12" fmla="*/ 246383 h 343889"/>
                <a:gd name="connsiteX13" fmla="*/ 164905 w 570622"/>
                <a:gd name="connsiteY13" fmla="*/ 246383 h 343889"/>
                <a:gd name="connsiteX14" fmla="*/ 93184 w 570622"/>
                <a:gd name="connsiteY14" fmla="*/ 0 h 343889"/>
                <a:gd name="connsiteX15" fmla="*/ 0 w 570622"/>
                <a:gd name="connsiteY15" fmla="*/ 0 h 343889"/>
                <a:gd name="connsiteX16" fmla="*/ 119778 w 570622"/>
                <a:gd name="connsiteY16" fmla="*/ 343890 h 343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70622" h="343889">
                  <a:moveTo>
                    <a:pt x="119778" y="343890"/>
                  </a:moveTo>
                  <a:lnTo>
                    <a:pt x="207204" y="343890"/>
                  </a:lnTo>
                  <a:lnTo>
                    <a:pt x="284578" y="103156"/>
                  </a:lnTo>
                  <a:lnTo>
                    <a:pt x="286044" y="103156"/>
                  </a:lnTo>
                  <a:lnTo>
                    <a:pt x="364152" y="343890"/>
                  </a:lnTo>
                  <a:lnTo>
                    <a:pt x="451577" y="343890"/>
                  </a:lnTo>
                  <a:lnTo>
                    <a:pt x="570623" y="0"/>
                  </a:lnTo>
                  <a:lnTo>
                    <a:pt x="480998" y="0"/>
                  </a:lnTo>
                  <a:lnTo>
                    <a:pt x="407917" y="246383"/>
                  </a:lnTo>
                  <a:lnTo>
                    <a:pt x="406451" y="246383"/>
                  </a:lnTo>
                  <a:lnTo>
                    <a:pt x="331903" y="0"/>
                  </a:lnTo>
                  <a:lnTo>
                    <a:pt x="240185" y="0"/>
                  </a:lnTo>
                  <a:lnTo>
                    <a:pt x="166370" y="246383"/>
                  </a:lnTo>
                  <a:lnTo>
                    <a:pt x="164905" y="246383"/>
                  </a:lnTo>
                  <a:lnTo>
                    <a:pt x="93184" y="0"/>
                  </a:lnTo>
                  <a:lnTo>
                    <a:pt x="0" y="0"/>
                  </a:lnTo>
                  <a:lnTo>
                    <a:pt x="119778" y="343890"/>
                  </a:lnTo>
                  <a:close/>
                </a:path>
              </a:pathLst>
            </a:custGeom>
            <a:solidFill>
              <a:schemeClr val="bg1"/>
            </a:solidFill>
            <a:ln w="10467" cap="flat">
              <a:noFill/>
              <a:prstDash val="solid"/>
              <a:miter/>
            </a:ln>
          </p:spPr>
          <p:txBody>
            <a:bodyPr rtlCol="0" anchor="ctr"/>
            <a:lstStyle/>
            <a:p>
              <a:endParaRPr lang="fr-FR"/>
            </a:p>
          </p:txBody>
        </p:sp>
      </p:grpSp>
      <p:grpSp>
        <p:nvGrpSpPr>
          <p:cNvPr id="27" name="Graphic 17">
            <a:extLst>
              <a:ext uri="{FF2B5EF4-FFF2-40B4-BE49-F238E27FC236}">
                <a16:creationId xmlns:a16="http://schemas.microsoft.com/office/drawing/2014/main" id="{F4B81E5F-8D6A-A442-BB73-D14DF0C23E54}"/>
              </a:ext>
            </a:extLst>
          </p:cNvPr>
          <p:cNvGrpSpPr/>
          <p:nvPr userDrawn="1"/>
        </p:nvGrpSpPr>
        <p:grpSpPr>
          <a:xfrm>
            <a:off x="11607408" y="6132443"/>
            <a:ext cx="290229" cy="432023"/>
            <a:chOff x="11607408" y="6132443"/>
            <a:chExt cx="290229" cy="432023"/>
          </a:xfrm>
        </p:grpSpPr>
        <p:sp>
          <p:nvSpPr>
            <p:cNvPr id="28" name="Freeform 27">
              <a:extLst>
                <a:ext uri="{FF2B5EF4-FFF2-40B4-BE49-F238E27FC236}">
                  <a16:creationId xmlns:a16="http://schemas.microsoft.com/office/drawing/2014/main" id="{88F600C7-521B-434C-9937-390E3C086C7A}"/>
                </a:ext>
              </a:extLst>
            </p:cNvPr>
            <p:cNvSpPr/>
            <p:nvPr/>
          </p:nvSpPr>
          <p:spPr>
            <a:xfrm>
              <a:off x="11607408" y="6132443"/>
              <a:ext cx="290229" cy="432023"/>
            </a:xfrm>
            <a:custGeom>
              <a:avLst/>
              <a:gdLst>
                <a:gd name="connsiteX0" fmla="*/ 290229 w 290229"/>
                <a:gd name="connsiteY0" fmla="*/ 0 h 432023"/>
                <a:gd name="connsiteX1" fmla="*/ 290229 w 290229"/>
                <a:gd name="connsiteY1" fmla="*/ 288428 h 432023"/>
                <a:gd name="connsiteX2" fmla="*/ 138895 w 290229"/>
                <a:gd name="connsiteY2" fmla="*/ 432023 h 432023"/>
                <a:gd name="connsiteX3" fmla="*/ 0 w 290229"/>
                <a:gd name="connsiteY3" fmla="*/ 288428 h 432023"/>
                <a:gd name="connsiteX4" fmla="*/ 138895 w 290229"/>
                <a:gd name="connsiteY4" fmla="*/ 144833 h 432023"/>
                <a:gd name="connsiteX5" fmla="*/ 242549 w 290229"/>
                <a:gd name="connsiteY5" fmla="*/ 198888 h 432023"/>
                <a:gd name="connsiteX6" fmla="*/ 242549 w 290229"/>
                <a:gd name="connsiteY6" fmla="*/ 0 h 432023"/>
                <a:gd name="connsiteX7" fmla="*/ 290229 w 290229"/>
                <a:gd name="connsiteY7" fmla="*/ 0 h 432023"/>
                <a:gd name="connsiteX8" fmla="*/ 242549 w 290229"/>
                <a:gd name="connsiteY8" fmla="*/ 288428 h 432023"/>
                <a:gd name="connsiteX9" fmla="*/ 144907 w 290229"/>
                <a:gd name="connsiteY9" fmla="*/ 190635 h 432023"/>
                <a:gd name="connsiteX10" fmla="*/ 47680 w 290229"/>
                <a:gd name="connsiteY10" fmla="*/ 288428 h 432023"/>
                <a:gd name="connsiteX11" fmla="*/ 144700 w 290229"/>
                <a:gd name="connsiteY11" fmla="*/ 386221 h 432023"/>
                <a:gd name="connsiteX12" fmla="*/ 242549 w 290229"/>
                <a:gd name="connsiteY12" fmla="*/ 288428 h 432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0229" h="432023">
                  <a:moveTo>
                    <a:pt x="290229" y="0"/>
                  </a:moveTo>
                  <a:lnTo>
                    <a:pt x="290229" y="288428"/>
                  </a:lnTo>
                  <a:cubicBezTo>
                    <a:pt x="290229" y="347022"/>
                    <a:pt x="246073" y="432023"/>
                    <a:pt x="138895" y="432023"/>
                  </a:cubicBezTo>
                  <a:cubicBezTo>
                    <a:pt x="62607" y="432023"/>
                    <a:pt x="0" y="369304"/>
                    <a:pt x="0" y="288428"/>
                  </a:cubicBezTo>
                  <a:cubicBezTo>
                    <a:pt x="0" y="207553"/>
                    <a:pt x="62607" y="144833"/>
                    <a:pt x="138895" y="144833"/>
                  </a:cubicBezTo>
                  <a:cubicBezTo>
                    <a:pt x="185539" y="144833"/>
                    <a:pt x="220574" y="165671"/>
                    <a:pt x="242549" y="198888"/>
                  </a:cubicBezTo>
                  <a:lnTo>
                    <a:pt x="242549" y="0"/>
                  </a:lnTo>
                  <a:lnTo>
                    <a:pt x="290229" y="0"/>
                  </a:lnTo>
                  <a:close/>
                  <a:moveTo>
                    <a:pt x="242549" y="288428"/>
                  </a:moveTo>
                  <a:cubicBezTo>
                    <a:pt x="242549" y="232723"/>
                    <a:pt x="200258" y="190635"/>
                    <a:pt x="144907" y="190635"/>
                  </a:cubicBezTo>
                  <a:cubicBezTo>
                    <a:pt x="89971" y="190635"/>
                    <a:pt x="47680" y="232723"/>
                    <a:pt x="47680" y="288428"/>
                  </a:cubicBezTo>
                  <a:cubicBezTo>
                    <a:pt x="47680" y="344133"/>
                    <a:pt x="89971" y="386221"/>
                    <a:pt x="144700" y="386221"/>
                  </a:cubicBezTo>
                  <a:cubicBezTo>
                    <a:pt x="200258" y="386221"/>
                    <a:pt x="242341" y="344133"/>
                    <a:pt x="242549" y="288428"/>
                  </a:cubicBezTo>
                </a:path>
              </a:pathLst>
            </a:custGeom>
            <a:solidFill>
              <a:srgbClr val="FFFFFF"/>
            </a:solidFill>
            <a:ln w="2041"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693D037E-E946-5746-A60D-0BE6A5586D68}"/>
                </a:ext>
              </a:extLst>
            </p:cNvPr>
            <p:cNvSpPr/>
            <p:nvPr/>
          </p:nvSpPr>
          <p:spPr>
            <a:xfrm>
              <a:off x="11655088" y="6323077"/>
              <a:ext cx="194868" cy="195586"/>
            </a:xfrm>
            <a:custGeom>
              <a:avLst/>
              <a:gdLst>
                <a:gd name="connsiteX0" fmla="*/ 194868 w 194868"/>
                <a:gd name="connsiteY0" fmla="*/ 97793 h 195586"/>
                <a:gd name="connsiteX1" fmla="*/ 97227 w 194868"/>
                <a:gd name="connsiteY1" fmla="*/ 0 h 195586"/>
                <a:gd name="connsiteX2" fmla="*/ 0 w 194868"/>
                <a:gd name="connsiteY2" fmla="*/ 97793 h 195586"/>
                <a:gd name="connsiteX3" fmla="*/ 97019 w 194868"/>
                <a:gd name="connsiteY3" fmla="*/ 195586 h 195586"/>
                <a:gd name="connsiteX4" fmla="*/ 194868 w 194868"/>
                <a:gd name="connsiteY4" fmla="*/ 97793 h 1955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68" h="195586">
                  <a:moveTo>
                    <a:pt x="194868" y="97793"/>
                  </a:moveTo>
                  <a:cubicBezTo>
                    <a:pt x="194868" y="42088"/>
                    <a:pt x="152578" y="0"/>
                    <a:pt x="97227" y="0"/>
                  </a:cubicBezTo>
                  <a:cubicBezTo>
                    <a:pt x="42291" y="0"/>
                    <a:pt x="0" y="42088"/>
                    <a:pt x="0" y="97793"/>
                  </a:cubicBezTo>
                  <a:cubicBezTo>
                    <a:pt x="0" y="153498"/>
                    <a:pt x="42291" y="195586"/>
                    <a:pt x="97019" y="195586"/>
                  </a:cubicBezTo>
                  <a:cubicBezTo>
                    <a:pt x="152578" y="195586"/>
                    <a:pt x="194661" y="153498"/>
                    <a:pt x="194868" y="97793"/>
                  </a:cubicBezTo>
                </a:path>
              </a:pathLst>
            </a:custGeom>
            <a:solidFill>
              <a:schemeClr val="bg2"/>
            </a:solidFill>
            <a:ln w="2041" cap="flat">
              <a:noFill/>
              <a:prstDash val="solid"/>
              <a:miter/>
            </a:ln>
          </p:spPr>
          <p:txBody>
            <a:bodyPr rtlCol="0" anchor="ctr"/>
            <a:lstStyle/>
            <a:p>
              <a:endParaRPr lang="en-US"/>
            </a:p>
          </p:txBody>
        </p:sp>
      </p:grpSp>
      <p:sp>
        <p:nvSpPr>
          <p:cNvPr id="25" name="TextBox 24">
            <a:extLst>
              <a:ext uri="{FF2B5EF4-FFF2-40B4-BE49-F238E27FC236}">
                <a16:creationId xmlns:a16="http://schemas.microsoft.com/office/drawing/2014/main" id="{B8C25F08-37F7-D041-B004-7EB505B4BD90}"/>
              </a:ext>
            </a:extLst>
          </p:cNvPr>
          <p:cNvSpPr txBox="1"/>
          <p:nvPr userDrawn="1"/>
        </p:nvSpPr>
        <p:spPr>
          <a:xfrm>
            <a:off x="433755" y="6218083"/>
            <a:ext cx="231992" cy="3636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217A898-970D-3041-86C6-F4A15857945A}" type="slidenum">
              <a:rPr lang="en-US" sz="800" smtClean="0">
                <a:solidFill>
                  <a:schemeClr val="bg1"/>
                </a:solidFill>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800">
              <a:solidFill>
                <a:schemeClr val="bg1"/>
              </a:solidFill>
            </a:endParaRPr>
          </a:p>
        </p:txBody>
      </p:sp>
      <p:sp>
        <p:nvSpPr>
          <p:cNvPr id="32" name="Footer Placeholder 4">
            <a:extLst>
              <a:ext uri="{FF2B5EF4-FFF2-40B4-BE49-F238E27FC236}">
                <a16:creationId xmlns:a16="http://schemas.microsoft.com/office/drawing/2014/main" id="{E6C661B0-8B11-1644-BA65-D8E783E7DD84}"/>
              </a:ext>
            </a:extLst>
          </p:cNvPr>
          <p:cNvSpPr txBox="1">
            <a:spLocks/>
          </p:cNvSpPr>
          <p:nvPr userDrawn="1"/>
        </p:nvSpPr>
        <p:spPr>
          <a:xfrm>
            <a:off x="694800" y="6195600"/>
            <a:ext cx="2887306" cy="367200"/>
          </a:xfrm>
          <a:prstGeom prst="rect">
            <a:avLst/>
          </a:prstGeom>
        </p:spPr>
        <p:txBody>
          <a:bodyPr lIns="0" tIns="0" rIns="0" bIns="0" anchor="ctr" anchorCtr="0"/>
          <a:lstStyle>
            <a:defPPr>
              <a:defRPr lang="en-US"/>
            </a:defPPr>
            <a:lvl1pPr marL="0" algn="l" defTabSz="914400" rtl="0" eaLnBrk="1" latinLnBrk="0" hangingPunct="1">
              <a:defRPr sz="1200" b="1" i="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we commit. we deliver.</a:t>
            </a:r>
          </a:p>
        </p:txBody>
      </p:sp>
    </p:spTree>
    <p:extLst>
      <p:ext uri="{BB962C8B-B14F-4D97-AF65-F5344CB8AC3E}">
        <p14:creationId xmlns:p14="http://schemas.microsoft.com/office/powerpoint/2010/main" val="1790347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Slide 1">
    <p:spTree>
      <p:nvGrpSpPr>
        <p:cNvPr id="1" name=""/>
        <p:cNvGrpSpPr/>
        <p:nvPr/>
      </p:nvGrpSpPr>
      <p:grpSpPr>
        <a:xfrm>
          <a:off x="0" y="0"/>
          <a:ext cx="0" cy="0"/>
          <a:chOff x="0" y="0"/>
          <a:chExt cx="0" cy="0"/>
        </a:xfrm>
      </p:grpSpPr>
      <p:pic>
        <p:nvPicPr>
          <p:cNvPr id="11" name="Picture 10" descr="A person holding a piece of paper&#10;&#10;Description automatically generated">
            <a:extLst>
              <a:ext uri="{FF2B5EF4-FFF2-40B4-BE49-F238E27FC236}">
                <a16:creationId xmlns:a16="http://schemas.microsoft.com/office/drawing/2014/main" id="{AADA8DBA-3A07-72FE-FA90-5B6FC32029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12192001" cy="6858000"/>
          </a:xfrm>
          <a:prstGeom prst="rect">
            <a:avLst/>
          </a:prstGeom>
        </p:spPr>
      </p:pic>
      <p:sp>
        <p:nvSpPr>
          <p:cNvPr id="16" name="Rectangle 15">
            <a:extLst>
              <a:ext uri="{FF2B5EF4-FFF2-40B4-BE49-F238E27FC236}">
                <a16:creationId xmlns:a16="http://schemas.microsoft.com/office/drawing/2014/main" id="{E0023C20-EE15-8411-EB55-86DB85FA191E}"/>
              </a:ext>
            </a:extLst>
          </p:cNvPr>
          <p:cNvSpPr/>
          <p:nvPr userDrawn="1"/>
        </p:nvSpPr>
        <p:spPr>
          <a:xfrm rot="10800000">
            <a:off x="-6" y="-13"/>
            <a:ext cx="6662062" cy="6427611"/>
          </a:xfrm>
          <a:prstGeom prst="rect">
            <a:avLst/>
          </a:prstGeom>
          <a:gradFill flip="none" rotWithShape="1">
            <a:gsLst>
              <a:gs pos="0">
                <a:schemeClr val="bg1"/>
              </a:gs>
              <a:gs pos="60000">
                <a:schemeClr val="bg1">
                  <a:alpha val="66000"/>
                </a:schemeClr>
              </a:gs>
              <a:gs pos="100000">
                <a:schemeClr val="bg1">
                  <a:alpha val="0"/>
                </a:schemeClr>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B8DB374-6A6E-E138-2073-64C459C9D3E8}"/>
              </a:ext>
            </a:extLst>
          </p:cNvPr>
          <p:cNvSpPr/>
          <p:nvPr userDrawn="1"/>
        </p:nvSpPr>
        <p:spPr>
          <a:xfrm>
            <a:off x="4833257" y="4611189"/>
            <a:ext cx="7358743" cy="2246811"/>
          </a:xfrm>
          <a:prstGeom prst="rect">
            <a:avLst/>
          </a:prstGeom>
          <a:gradFill flip="none" rotWithShape="1">
            <a:gsLst>
              <a:gs pos="0">
                <a:schemeClr val="tx1">
                  <a:lumMod val="0"/>
                </a:schemeClr>
              </a:gs>
              <a:gs pos="61000">
                <a:schemeClr val="bg1">
                  <a:alpha val="0"/>
                  <a:lumMod val="0"/>
                </a:schemeClr>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Subtitle 2">
            <a:extLst>
              <a:ext uri="{FF2B5EF4-FFF2-40B4-BE49-F238E27FC236}">
                <a16:creationId xmlns:a16="http://schemas.microsoft.com/office/drawing/2014/main" id="{9E81FCD7-CE74-5B4C-9ED6-985864A1B2D2}"/>
              </a:ext>
            </a:extLst>
          </p:cNvPr>
          <p:cNvSpPr>
            <a:spLocks noGrp="1"/>
          </p:cNvSpPr>
          <p:nvPr>
            <p:ph type="subTitle" idx="1" hasCustomPrompt="1"/>
          </p:nvPr>
        </p:nvSpPr>
        <p:spPr>
          <a:xfrm>
            <a:off x="433754" y="2093977"/>
            <a:ext cx="5013457" cy="1655762"/>
          </a:xfrm>
        </p:spPr>
        <p:txBody>
          <a:bodyPr lIns="0" tIns="0" rIns="0" bIns="0">
            <a:normAutofit/>
          </a:bodyPr>
          <a:lstStyle>
            <a:lvl1pPr marL="0" indent="0" algn="l">
              <a:lnSpc>
                <a:spcPct val="100000"/>
              </a:lnSpc>
              <a:buNone/>
              <a:defRPr sz="2000" b="0" i="0">
                <a:solidFill>
                  <a:schemeClr val="tx2"/>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1" name="Title 1">
            <a:extLst>
              <a:ext uri="{FF2B5EF4-FFF2-40B4-BE49-F238E27FC236}">
                <a16:creationId xmlns:a16="http://schemas.microsoft.com/office/drawing/2014/main" id="{649D34C9-068C-4450-48A8-26B6064BD3F2}"/>
              </a:ext>
            </a:extLst>
          </p:cNvPr>
          <p:cNvSpPr>
            <a:spLocks noGrp="1"/>
          </p:cNvSpPr>
          <p:nvPr>
            <p:ph type="ctrTitle" hasCustomPrompt="1"/>
          </p:nvPr>
        </p:nvSpPr>
        <p:spPr>
          <a:xfrm>
            <a:off x="433754" y="243379"/>
            <a:ext cx="5013457" cy="1655762"/>
          </a:xfrm>
        </p:spPr>
        <p:txBody>
          <a:bodyPr lIns="0" tIns="0" rIns="0" bIns="0" anchor="b" anchorCtr="0">
            <a:normAutofit/>
          </a:bodyPr>
          <a:lstStyle>
            <a:lvl1pPr algn="l">
              <a:lnSpc>
                <a:spcPct val="90000"/>
              </a:lnSpc>
              <a:defRPr sz="5000" b="1" i="0" spc="-100" baseline="0">
                <a:solidFill>
                  <a:schemeClr val="tx1"/>
                </a:solidFill>
                <a:latin typeface="+mj-lt"/>
              </a:defRPr>
            </a:lvl1pPr>
          </a:lstStyle>
          <a:p>
            <a:r>
              <a:rPr lang="en-GB"/>
              <a:t>click to edit</a:t>
            </a:r>
            <a:br>
              <a:rPr lang="en-GB"/>
            </a:br>
            <a:r>
              <a:rPr lang="en-GB"/>
              <a:t>master title style</a:t>
            </a:r>
            <a:endParaRPr lang="en-US"/>
          </a:p>
        </p:txBody>
      </p:sp>
      <p:grpSp>
        <p:nvGrpSpPr>
          <p:cNvPr id="22" name="Graphic 12">
            <a:extLst>
              <a:ext uri="{FF2B5EF4-FFF2-40B4-BE49-F238E27FC236}">
                <a16:creationId xmlns:a16="http://schemas.microsoft.com/office/drawing/2014/main" id="{92F4A6FD-C8C9-6F9D-A479-407970AFE7B7}"/>
              </a:ext>
            </a:extLst>
          </p:cNvPr>
          <p:cNvGrpSpPr/>
          <p:nvPr userDrawn="1"/>
        </p:nvGrpSpPr>
        <p:grpSpPr>
          <a:xfrm>
            <a:off x="9566520" y="6132442"/>
            <a:ext cx="2320836" cy="430236"/>
            <a:chOff x="9566520" y="6132442"/>
            <a:chExt cx="2320836" cy="430236"/>
          </a:xfrm>
        </p:grpSpPr>
        <p:sp>
          <p:nvSpPr>
            <p:cNvPr id="23" name="Freeform 22">
              <a:extLst>
                <a:ext uri="{FF2B5EF4-FFF2-40B4-BE49-F238E27FC236}">
                  <a16:creationId xmlns:a16="http://schemas.microsoft.com/office/drawing/2014/main" id="{EE472279-5078-AA73-1722-A3406E9523EF}"/>
                </a:ext>
              </a:extLst>
            </p:cNvPr>
            <p:cNvSpPr/>
            <p:nvPr/>
          </p:nvSpPr>
          <p:spPr>
            <a:xfrm>
              <a:off x="9910919" y="6276496"/>
              <a:ext cx="278075" cy="286181"/>
            </a:xfrm>
            <a:custGeom>
              <a:avLst/>
              <a:gdLst>
                <a:gd name="connsiteX0" fmla="*/ 147117 w 278075"/>
                <a:gd name="connsiteY0" fmla="*/ 241617 h 286181"/>
                <a:gd name="connsiteX1" fmla="*/ 225500 w 278075"/>
                <a:gd name="connsiteY1" fmla="*/ 201869 h 286181"/>
                <a:gd name="connsiteX2" fmla="*/ 265776 w 278075"/>
                <a:gd name="connsiteY2" fmla="*/ 224754 h 286181"/>
                <a:gd name="connsiteX3" fmla="*/ 145911 w 278075"/>
                <a:gd name="connsiteY3" fmla="*/ 286182 h 286181"/>
                <a:gd name="connsiteX4" fmla="*/ 0 w 278075"/>
                <a:gd name="connsiteY4" fmla="*/ 143091 h 286181"/>
                <a:gd name="connsiteX5" fmla="*/ 142535 w 278075"/>
                <a:gd name="connsiteY5" fmla="*/ 0 h 286181"/>
                <a:gd name="connsiteX6" fmla="*/ 278076 w 278075"/>
                <a:gd name="connsiteY6" fmla="*/ 143573 h 286181"/>
                <a:gd name="connsiteX7" fmla="*/ 276388 w 278075"/>
                <a:gd name="connsiteY7" fmla="*/ 164771 h 286181"/>
                <a:gd name="connsiteX8" fmla="*/ 48718 w 278075"/>
                <a:gd name="connsiteY8" fmla="*/ 164771 h 286181"/>
                <a:gd name="connsiteX9" fmla="*/ 147117 w 278075"/>
                <a:gd name="connsiteY9" fmla="*/ 241617 h 286181"/>
                <a:gd name="connsiteX10" fmla="*/ 48718 w 278075"/>
                <a:gd name="connsiteY10" fmla="*/ 123338 h 286181"/>
                <a:gd name="connsiteX11" fmla="*/ 230564 w 278075"/>
                <a:gd name="connsiteY11" fmla="*/ 123338 h 286181"/>
                <a:gd name="connsiteX12" fmla="*/ 142776 w 278075"/>
                <a:gd name="connsiteY12" fmla="*/ 44565 h 286181"/>
                <a:gd name="connsiteX13" fmla="*/ 48718 w 278075"/>
                <a:gd name="connsiteY13" fmla="*/ 123338 h 28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8075" h="286181">
                  <a:moveTo>
                    <a:pt x="147117" y="241617"/>
                  </a:moveTo>
                  <a:cubicBezTo>
                    <a:pt x="184741" y="241617"/>
                    <a:pt x="211994" y="224272"/>
                    <a:pt x="225500" y="201869"/>
                  </a:cubicBezTo>
                  <a:lnTo>
                    <a:pt x="265776" y="224754"/>
                  </a:lnTo>
                  <a:cubicBezTo>
                    <a:pt x="241900" y="261852"/>
                    <a:pt x="200417" y="286182"/>
                    <a:pt x="145911" y="286182"/>
                  </a:cubicBezTo>
                  <a:cubicBezTo>
                    <a:pt x="58365" y="286182"/>
                    <a:pt x="0" y="224754"/>
                    <a:pt x="0" y="143091"/>
                  </a:cubicBezTo>
                  <a:cubicBezTo>
                    <a:pt x="0" y="62632"/>
                    <a:pt x="57641" y="0"/>
                    <a:pt x="142535" y="0"/>
                  </a:cubicBezTo>
                  <a:cubicBezTo>
                    <a:pt x="224776" y="0"/>
                    <a:pt x="278076" y="67450"/>
                    <a:pt x="278076" y="143573"/>
                  </a:cubicBezTo>
                  <a:cubicBezTo>
                    <a:pt x="278076" y="150559"/>
                    <a:pt x="277594" y="157785"/>
                    <a:pt x="276388" y="164771"/>
                  </a:cubicBezTo>
                  <a:lnTo>
                    <a:pt x="48718" y="164771"/>
                  </a:lnTo>
                  <a:cubicBezTo>
                    <a:pt x="57882" y="213673"/>
                    <a:pt x="96712" y="241376"/>
                    <a:pt x="147117" y="241617"/>
                  </a:cubicBezTo>
                  <a:moveTo>
                    <a:pt x="48718" y="123338"/>
                  </a:moveTo>
                  <a:lnTo>
                    <a:pt x="230564" y="123338"/>
                  </a:lnTo>
                  <a:cubicBezTo>
                    <a:pt x="222364" y="69618"/>
                    <a:pt x="183535" y="44565"/>
                    <a:pt x="142776" y="44565"/>
                  </a:cubicBezTo>
                  <a:cubicBezTo>
                    <a:pt x="91647" y="44565"/>
                    <a:pt x="56194" y="76122"/>
                    <a:pt x="48718" y="123338"/>
                  </a:cubicBezTo>
                </a:path>
              </a:pathLst>
            </a:custGeom>
            <a:solidFill>
              <a:srgbClr val="FFFFFF"/>
            </a:solidFill>
            <a:ln w="2406"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13AF76D0-AD5F-ED8F-FB5D-45F1A066FB0A}"/>
                </a:ext>
              </a:extLst>
            </p:cNvPr>
            <p:cNvSpPr/>
            <p:nvPr/>
          </p:nvSpPr>
          <p:spPr>
            <a:xfrm>
              <a:off x="10243742" y="6132442"/>
              <a:ext cx="47270" cy="423009"/>
            </a:xfrm>
            <a:custGeom>
              <a:avLst/>
              <a:gdLst>
                <a:gd name="connsiteX0" fmla="*/ 0 w 47270"/>
                <a:gd name="connsiteY0" fmla="*/ 0 h 423009"/>
                <a:gd name="connsiteX1" fmla="*/ 47270 w 47270"/>
                <a:gd name="connsiteY1" fmla="*/ 0 h 423009"/>
                <a:gd name="connsiteX2" fmla="*/ 47270 w 47270"/>
                <a:gd name="connsiteY2" fmla="*/ 423010 h 423009"/>
                <a:gd name="connsiteX3" fmla="*/ 0 w 47270"/>
                <a:gd name="connsiteY3" fmla="*/ 423010 h 423009"/>
              </a:gdLst>
              <a:ahLst/>
              <a:cxnLst>
                <a:cxn ang="0">
                  <a:pos x="connsiteX0" y="connsiteY0"/>
                </a:cxn>
                <a:cxn ang="0">
                  <a:pos x="connsiteX1" y="connsiteY1"/>
                </a:cxn>
                <a:cxn ang="0">
                  <a:pos x="connsiteX2" y="connsiteY2"/>
                </a:cxn>
                <a:cxn ang="0">
                  <a:pos x="connsiteX3" y="connsiteY3"/>
                </a:cxn>
              </a:cxnLst>
              <a:rect l="l" t="t" r="r" b="b"/>
              <a:pathLst>
                <a:path w="47270" h="423009">
                  <a:moveTo>
                    <a:pt x="0" y="0"/>
                  </a:moveTo>
                  <a:lnTo>
                    <a:pt x="47270" y="0"/>
                  </a:lnTo>
                  <a:lnTo>
                    <a:pt x="47270" y="423010"/>
                  </a:lnTo>
                  <a:lnTo>
                    <a:pt x="0" y="423010"/>
                  </a:lnTo>
                  <a:close/>
                </a:path>
              </a:pathLst>
            </a:custGeom>
            <a:solidFill>
              <a:srgbClr val="FFFFFF"/>
            </a:solidFill>
            <a:ln w="2406"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A220B526-37CE-0215-520E-B65EE4DBB839}"/>
                </a:ext>
              </a:extLst>
            </p:cNvPr>
            <p:cNvSpPr/>
            <p:nvPr/>
          </p:nvSpPr>
          <p:spPr>
            <a:xfrm>
              <a:off x="10348171" y="6276496"/>
              <a:ext cx="287964" cy="286181"/>
            </a:xfrm>
            <a:custGeom>
              <a:avLst/>
              <a:gdLst>
                <a:gd name="connsiteX0" fmla="*/ 287964 w 287964"/>
                <a:gd name="connsiteY0" fmla="*/ 7227 h 286181"/>
                <a:gd name="connsiteX1" fmla="*/ 287964 w 287964"/>
                <a:gd name="connsiteY1" fmla="*/ 278955 h 286181"/>
                <a:gd name="connsiteX2" fmla="*/ 240694 w 287964"/>
                <a:gd name="connsiteY2" fmla="*/ 278955 h 286181"/>
                <a:gd name="connsiteX3" fmla="*/ 240694 w 287964"/>
                <a:gd name="connsiteY3" fmla="*/ 232222 h 286181"/>
                <a:gd name="connsiteX4" fmla="*/ 137712 w 287964"/>
                <a:gd name="connsiteY4" fmla="*/ 286182 h 286181"/>
                <a:gd name="connsiteX5" fmla="*/ 0 w 287964"/>
                <a:gd name="connsiteY5" fmla="*/ 143091 h 286181"/>
                <a:gd name="connsiteX6" fmla="*/ 137712 w 287964"/>
                <a:gd name="connsiteY6" fmla="*/ 0 h 286181"/>
                <a:gd name="connsiteX7" fmla="*/ 240694 w 287964"/>
                <a:gd name="connsiteY7" fmla="*/ 53719 h 286181"/>
                <a:gd name="connsiteX8" fmla="*/ 240694 w 287964"/>
                <a:gd name="connsiteY8" fmla="*/ 7227 h 286181"/>
                <a:gd name="connsiteX9" fmla="*/ 287964 w 287964"/>
                <a:gd name="connsiteY9" fmla="*/ 7227 h 286181"/>
                <a:gd name="connsiteX10" fmla="*/ 240694 w 287964"/>
                <a:gd name="connsiteY10" fmla="*/ 143091 h 286181"/>
                <a:gd name="connsiteX11" fmla="*/ 143741 w 287964"/>
                <a:gd name="connsiteY11" fmla="*/ 45770 h 286181"/>
                <a:gd name="connsiteX12" fmla="*/ 47271 w 287964"/>
                <a:gd name="connsiteY12" fmla="*/ 143091 h 286181"/>
                <a:gd name="connsiteX13" fmla="*/ 143741 w 287964"/>
                <a:gd name="connsiteY13" fmla="*/ 240412 h 286181"/>
                <a:gd name="connsiteX14" fmla="*/ 240694 w 287964"/>
                <a:gd name="connsiteY14" fmla="*/ 143091 h 28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7964" h="286181">
                  <a:moveTo>
                    <a:pt x="287964" y="7227"/>
                  </a:moveTo>
                  <a:lnTo>
                    <a:pt x="287964" y="278955"/>
                  </a:lnTo>
                  <a:lnTo>
                    <a:pt x="240694" y="278955"/>
                  </a:lnTo>
                  <a:lnTo>
                    <a:pt x="240694" y="232222"/>
                  </a:lnTo>
                  <a:cubicBezTo>
                    <a:pt x="218988" y="265465"/>
                    <a:pt x="184017" y="286182"/>
                    <a:pt x="137712" y="286182"/>
                  </a:cubicBezTo>
                  <a:cubicBezTo>
                    <a:pt x="61982" y="286182"/>
                    <a:pt x="0" y="223550"/>
                    <a:pt x="0" y="143091"/>
                  </a:cubicBezTo>
                  <a:cubicBezTo>
                    <a:pt x="0" y="62632"/>
                    <a:pt x="61982" y="0"/>
                    <a:pt x="137712" y="0"/>
                  </a:cubicBezTo>
                  <a:cubicBezTo>
                    <a:pt x="184017" y="0"/>
                    <a:pt x="218747" y="20717"/>
                    <a:pt x="240694" y="53719"/>
                  </a:cubicBezTo>
                  <a:lnTo>
                    <a:pt x="240694" y="7227"/>
                  </a:lnTo>
                  <a:lnTo>
                    <a:pt x="287964" y="7227"/>
                  </a:lnTo>
                  <a:close/>
                  <a:moveTo>
                    <a:pt x="240694" y="143091"/>
                  </a:moveTo>
                  <a:cubicBezTo>
                    <a:pt x="240694" y="87685"/>
                    <a:pt x="198729" y="45770"/>
                    <a:pt x="143741" y="45770"/>
                  </a:cubicBezTo>
                  <a:cubicBezTo>
                    <a:pt x="89235" y="45770"/>
                    <a:pt x="47271" y="87685"/>
                    <a:pt x="47271" y="143091"/>
                  </a:cubicBezTo>
                  <a:cubicBezTo>
                    <a:pt x="47271" y="198497"/>
                    <a:pt x="89235" y="240412"/>
                    <a:pt x="143741" y="240412"/>
                  </a:cubicBezTo>
                  <a:cubicBezTo>
                    <a:pt x="198729" y="240412"/>
                    <a:pt x="240452" y="198497"/>
                    <a:pt x="240694" y="143091"/>
                  </a:cubicBezTo>
                </a:path>
              </a:pathLst>
            </a:custGeom>
            <a:solidFill>
              <a:srgbClr val="FFFFFF"/>
            </a:solidFill>
            <a:ln w="2406"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396E67B1-C0FD-5AA1-D119-BACAEA2B49BF}"/>
                </a:ext>
              </a:extLst>
            </p:cNvPr>
            <p:cNvSpPr/>
            <p:nvPr/>
          </p:nvSpPr>
          <p:spPr>
            <a:xfrm>
              <a:off x="10685094" y="6283723"/>
              <a:ext cx="393116" cy="271728"/>
            </a:xfrm>
            <a:custGeom>
              <a:avLst/>
              <a:gdLst>
                <a:gd name="connsiteX0" fmla="*/ 393117 w 393116"/>
                <a:gd name="connsiteY0" fmla="*/ 0 h 271728"/>
                <a:gd name="connsiteX1" fmla="*/ 308705 w 393116"/>
                <a:gd name="connsiteY1" fmla="*/ 271728 h 271728"/>
                <a:gd name="connsiteX2" fmla="*/ 260229 w 393116"/>
                <a:gd name="connsiteY2" fmla="*/ 271728 h 271728"/>
                <a:gd name="connsiteX3" fmla="*/ 196558 w 393116"/>
                <a:gd name="connsiteY3" fmla="*/ 70582 h 271728"/>
                <a:gd name="connsiteX4" fmla="*/ 132888 w 393116"/>
                <a:gd name="connsiteY4" fmla="*/ 271728 h 271728"/>
                <a:gd name="connsiteX5" fmla="*/ 84412 w 393116"/>
                <a:gd name="connsiteY5" fmla="*/ 271728 h 271728"/>
                <a:gd name="connsiteX6" fmla="*/ 0 w 393116"/>
                <a:gd name="connsiteY6" fmla="*/ 0 h 271728"/>
                <a:gd name="connsiteX7" fmla="*/ 49441 w 393116"/>
                <a:gd name="connsiteY7" fmla="*/ 0 h 271728"/>
                <a:gd name="connsiteX8" fmla="*/ 109494 w 393116"/>
                <a:gd name="connsiteY8" fmla="*/ 206446 h 271728"/>
                <a:gd name="connsiteX9" fmla="*/ 173647 w 393116"/>
                <a:gd name="connsiteY9" fmla="*/ 0 h 271728"/>
                <a:gd name="connsiteX10" fmla="*/ 219470 w 393116"/>
                <a:gd name="connsiteY10" fmla="*/ 0 h 271728"/>
                <a:gd name="connsiteX11" fmla="*/ 283623 w 393116"/>
                <a:gd name="connsiteY11" fmla="*/ 207169 h 271728"/>
                <a:gd name="connsiteX12" fmla="*/ 343435 w 393116"/>
                <a:gd name="connsiteY12" fmla="*/ 0 h 271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3116" h="271728">
                  <a:moveTo>
                    <a:pt x="393117" y="0"/>
                  </a:moveTo>
                  <a:lnTo>
                    <a:pt x="308705" y="271728"/>
                  </a:lnTo>
                  <a:lnTo>
                    <a:pt x="260229" y="271728"/>
                  </a:lnTo>
                  <a:lnTo>
                    <a:pt x="196558" y="70582"/>
                  </a:lnTo>
                  <a:lnTo>
                    <a:pt x="132888" y="271728"/>
                  </a:lnTo>
                  <a:lnTo>
                    <a:pt x="84412" y="271728"/>
                  </a:lnTo>
                  <a:lnTo>
                    <a:pt x="0" y="0"/>
                  </a:lnTo>
                  <a:lnTo>
                    <a:pt x="49441" y="0"/>
                  </a:lnTo>
                  <a:lnTo>
                    <a:pt x="109494" y="206446"/>
                  </a:lnTo>
                  <a:lnTo>
                    <a:pt x="173647" y="0"/>
                  </a:lnTo>
                  <a:lnTo>
                    <a:pt x="219470" y="0"/>
                  </a:lnTo>
                  <a:lnTo>
                    <a:pt x="283623" y="207169"/>
                  </a:lnTo>
                  <a:lnTo>
                    <a:pt x="343435" y="0"/>
                  </a:lnTo>
                  <a:close/>
                </a:path>
              </a:pathLst>
            </a:custGeom>
            <a:solidFill>
              <a:srgbClr val="FFFFFF"/>
            </a:solidFill>
            <a:ln w="2406"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9FC3E589-0710-C1E4-B716-C250A04E78BB}"/>
                </a:ext>
              </a:extLst>
            </p:cNvPr>
            <p:cNvSpPr/>
            <p:nvPr/>
          </p:nvSpPr>
          <p:spPr>
            <a:xfrm>
              <a:off x="11100881" y="6276496"/>
              <a:ext cx="287964" cy="286181"/>
            </a:xfrm>
            <a:custGeom>
              <a:avLst/>
              <a:gdLst>
                <a:gd name="connsiteX0" fmla="*/ 287964 w 287964"/>
                <a:gd name="connsiteY0" fmla="*/ 7227 h 286181"/>
                <a:gd name="connsiteX1" fmla="*/ 287964 w 287964"/>
                <a:gd name="connsiteY1" fmla="*/ 278955 h 286181"/>
                <a:gd name="connsiteX2" fmla="*/ 240694 w 287964"/>
                <a:gd name="connsiteY2" fmla="*/ 278955 h 286181"/>
                <a:gd name="connsiteX3" fmla="*/ 240694 w 287964"/>
                <a:gd name="connsiteY3" fmla="*/ 232222 h 286181"/>
                <a:gd name="connsiteX4" fmla="*/ 137711 w 287964"/>
                <a:gd name="connsiteY4" fmla="*/ 286182 h 286181"/>
                <a:gd name="connsiteX5" fmla="*/ 0 w 287964"/>
                <a:gd name="connsiteY5" fmla="*/ 143091 h 286181"/>
                <a:gd name="connsiteX6" fmla="*/ 137711 w 287964"/>
                <a:gd name="connsiteY6" fmla="*/ 0 h 286181"/>
                <a:gd name="connsiteX7" fmla="*/ 240694 w 287964"/>
                <a:gd name="connsiteY7" fmla="*/ 53719 h 286181"/>
                <a:gd name="connsiteX8" fmla="*/ 240694 w 287964"/>
                <a:gd name="connsiteY8" fmla="*/ 7227 h 286181"/>
                <a:gd name="connsiteX9" fmla="*/ 287964 w 287964"/>
                <a:gd name="connsiteY9" fmla="*/ 7227 h 286181"/>
                <a:gd name="connsiteX10" fmla="*/ 240694 w 287964"/>
                <a:gd name="connsiteY10" fmla="*/ 143091 h 286181"/>
                <a:gd name="connsiteX11" fmla="*/ 143741 w 287964"/>
                <a:gd name="connsiteY11" fmla="*/ 45770 h 286181"/>
                <a:gd name="connsiteX12" fmla="*/ 47270 w 287964"/>
                <a:gd name="connsiteY12" fmla="*/ 143091 h 286181"/>
                <a:gd name="connsiteX13" fmla="*/ 143741 w 287964"/>
                <a:gd name="connsiteY13" fmla="*/ 240412 h 286181"/>
                <a:gd name="connsiteX14" fmla="*/ 240694 w 287964"/>
                <a:gd name="connsiteY14" fmla="*/ 143091 h 28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7964" h="286181">
                  <a:moveTo>
                    <a:pt x="287964" y="7227"/>
                  </a:moveTo>
                  <a:lnTo>
                    <a:pt x="287964" y="278955"/>
                  </a:lnTo>
                  <a:lnTo>
                    <a:pt x="240694" y="278955"/>
                  </a:lnTo>
                  <a:lnTo>
                    <a:pt x="240694" y="232222"/>
                  </a:lnTo>
                  <a:cubicBezTo>
                    <a:pt x="218988" y="265465"/>
                    <a:pt x="184017" y="286182"/>
                    <a:pt x="137711" y="286182"/>
                  </a:cubicBezTo>
                  <a:cubicBezTo>
                    <a:pt x="61982" y="286182"/>
                    <a:pt x="0" y="223550"/>
                    <a:pt x="0" y="143091"/>
                  </a:cubicBezTo>
                  <a:cubicBezTo>
                    <a:pt x="0" y="62632"/>
                    <a:pt x="62223" y="0"/>
                    <a:pt x="137711" y="0"/>
                  </a:cubicBezTo>
                  <a:cubicBezTo>
                    <a:pt x="184017" y="0"/>
                    <a:pt x="218747" y="20717"/>
                    <a:pt x="240694" y="53719"/>
                  </a:cubicBezTo>
                  <a:lnTo>
                    <a:pt x="240694" y="7227"/>
                  </a:lnTo>
                  <a:lnTo>
                    <a:pt x="287964" y="7227"/>
                  </a:lnTo>
                  <a:close/>
                  <a:moveTo>
                    <a:pt x="240694" y="143091"/>
                  </a:moveTo>
                  <a:cubicBezTo>
                    <a:pt x="240694" y="87685"/>
                    <a:pt x="198729" y="45770"/>
                    <a:pt x="143741" y="45770"/>
                  </a:cubicBezTo>
                  <a:cubicBezTo>
                    <a:pt x="89235" y="45770"/>
                    <a:pt x="47270" y="87685"/>
                    <a:pt x="47270" y="143091"/>
                  </a:cubicBezTo>
                  <a:cubicBezTo>
                    <a:pt x="47270" y="198497"/>
                    <a:pt x="89235" y="240412"/>
                    <a:pt x="143741" y="240412"/>
                  </a:cubicBezTo>
                  <a:cubicBezTo>
                    <a:pt x="198729" y="240412"/>
                    <a:pt x="240694" y="198497"/>
                    <a:pt x="240694" y="143091"/>
                  </a:cubicBezTo>
                </a:path>
              </a:pathLst>
            </a:custGeom>
            <a:solidFill>
              <a:srgbClr val="FFFFFF"/>
            </a:solidFill>
            <a:ln w="2406"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0400EA61-B5AD-B0C4-D649-972A47CCEF05}"/>
                </a:ext>
              </a:extLst>
            </p:cNvPr>
            <p:cNvSpPr/>
            <p:nvPr/>
          </p:nvSpPr>
          <p:spPr>
            <a:xfrm>
              <a:off x="11460716" y="6278664"/>
              <a:ext cx="132164" cy="276546"/>
            </a:xfrm>
            <a:custGeom>
              <a:avLst/>
              <a:gdLst>
                <a:gd name="connsiteX0" fmla="*/ 132164 w 132164"/>
                <a:gd name="connsiteY0" fmla="*/ 0 h 276546"/>
                <a:gd name="connsiteX1" fmla="*/ 132164 w 132164"/>
                <a:gd name="connsiteY1" fmla="*/ 49383 h 276546"/>
                <a:gd name="connsiteX2" fmla="*/ 47270 w 132164"/>
                <a:gd name="connsiteY2" fmla="*/ 132492 h 276546"/>
                <a:gd name="connsiteX3" fmla="*/ 47270 w 132164"/>
                <a:gd name="connsiteY3" fmla="*/ 276546 h 276546"/>
                <a:gd name="connsiteX4" fmla="*/ 0 w 132164"/>
                <a:gd name="connsiteY4" fmla="*/ 276546 h 276546"/>
                <a:gd name="connsiteX5" fmla="*/ 0 w 132164"/>
                <a:gd name="connsiteY5" fmla="*/ 5059 h 276546"/>
                <a:gd name="connsiteX6" fmla="*/ 47270 w 132164"/>
                <a:gd name="connsiteY6" fmla="*/ 5059 h 276546"/>
                <a:gd name="connsiteX7" fmla="*/ 47270 w 132164"/>
                <a:gd name="connsiteY7" fmla="*/ 50829 h 276546"/>
                <a:gd name="connsiteX8" fmla="*/ 132164 w 132164"/>
                <a:gd name="connsiteY8" fmla="*/ 0 h 276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164" h="276546">
                  <a:moveTo>
                    <a:pt x="132164" y="0"/>
                  </a:moveTo>
                  <a:lnTo>
                    <a:pt x="132164" y="49383"/>
                  </a:lnTo>
                  <a:cubicBezTo>
                    <a:pt x="91406" y="47697"/>
                    <a:pt x="47270" y="68414"/>
                    <a:pt x="47270" y="132492"/>
                  </a:cubicBezTo>
                  <a:lnTo>
                    <a:pt x="47270" y="276546"/>
                  </a:lnTo>
                  <a:lnTo>
                    <a:pt x="0" y="276546"/>
                  </a:lnTo>
                  <a:lnTo>
                    <a:pt x="0" y="5059"/>
                  </a:lnTo>
                  <a:lnTo>
                    <a:pt x="47270" y="5059"/>
                  </a:lnTo>
                  <a:lnTo>
                    <a:pt x="47270" y="50829"/>
                  </a:lnTo>
                  <a:cubicBezTo>
                    <a:pt x="64635" y="12767"/>
                    <a:pt x="97917" y="241"/>
                    <a:pt x="132164" y="0"/>
                  </a:cubicBezTo>
                </a:path>
              </a:pathLst>
            </a:custGeom>
            <a:solidFill>
              <a:srgbClr val="FFFFFF"/>
            </a:solidFill>
            <a:ln w="2406"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4E371BF0-EFA9-889C-27F7-78C25D8FBA81}"/>
                </a:ext>
              </a:extLst>
            </p:cNvPr>
            <p:cNvSpPr/>
            <p:nvPr/>
          </p:nvSpPr>
          <p:spPr>
            <a:xfrm>
              <a:off x="11609280" y="6276496"/>
              <a:ext cx="278075" cy="286181"/>
            </a:xfrm>
            <a:custGeom>
              <a:avLst/>
              <a:gdLst>
                <a:gd name="connsiteX0" fmla="*/ 147117 w 278075"/>
                <a:gd name="connsiteY0" fmla="*/ 241617 h 286181"/>
                <a:gd name="connsiteX1" fmla="*/ 225500 w 278075"/>
                <a:gd name="connsiteY1" fmla="*/ 201869 h 286181"/>
                <a:gd name="connsiteX2" fmla="*/ 265776 w 278075"/>
                <a:gd name="connsiteY2" fmla="*/ 224754 h 286181"/>
                <a:gd name="connsiteX3" fmla="*/ 145911 w 278075"/>
                <a:gd name="connsiteY3" fmla="*/ 286182 h 286181"/>
                <a:gd name="connsiteX4" fmla="*/ 0 w 278075"/>
                <a:gd name="connsiteY4" fmla="*/ 143091 h 286181"/>
                <a:gd name="connsiteX5" fmla="*/ 142535 w 278075"/>
                <a:gd name="connsiteY5" fmla="*/ 0 h 286181"/>
                <a:gd name="connsiteX6" fmla="*/ 278076 w 278075"/>
                <a:gd name="connsiteY6" fmla="*/ 143573 h 286181"/>
                <a:gd name="connsiteX7" fmla="*/ 276388 w 278075"/>
                <a:gd name="connsiteY7" fmla="*/ 164771 h 286181"/>
                <a:gd name="connsiteX8" fmla="*/ 48235 w 278075"/>
                <a:gd name="connsiteY8" fmla="*/ 164771 h 286181"/>
                <a:gd name="connsiteX9" fmla="*/ 147117 w 278075"/>
                <a:gd name="connsiteY9" fmla="*/ 241617 h 286181"/>
                <a:gd name="connsiteX10" fmla="*/ 48476 w 278075"/>
                <a:gd name="connsiteY10" fmla="*/ 123338 h 286181"/>
                <a:gd name="connsiteX11" fmla="*/ 230323 w 278075"/>
                <a:gd name="connsiteY11" fmla="*/ 123338 h 286181"/>
                <a:gd name="connsiteX12" fmla="*/ 142776 w 278075"/>
                <a:gd name="connsiteY12" fmla="*/ 44565 h 286181"/>
                <a:gd name="connsiteX13" fmla="*/ 48476 w 278075"/>
                <a:gd name="connsiteY13" fmla="*/ 123338 h 28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8075" h="286181">
                  <a:moveTo>
                    <a:pt x="147117" y="241617"/>
                  </a:moveTo>
                  <a:cubicBezTo>
                    <a:pt x="184741" y="241617"/>
                    <a:pt x="211994" y="224272"/>
                    <a:pt x="225500" y="201869"/>
                  </a:cubicBezTo>
                  <a:lnTo>
                    <a:pt x="265776" y="224754"/>
                  </a:lnTo>
                  <a:cubicBezTo>
                    <a:pt x="241899" y="261852"/>
                    <a:pt x="200417" y="286182"/>
                    <a:pt x="145911" y="286182"/>
                  </a:cubicBezTo>
                  <a:cubicBezTo>
                    <a:pt x="58365" y="286182"/>
                    <a:pt x="0" y="224754"/>
                    <a:pt x="0" y="143091"/>
                  </a:cubicBezTo>
                  <a:cubicBezTo>
                    <a:pt x="0" y="62632"/>
                    <a:pt x="57641" y="0"/>
                    <a:pt x="142535" y="0"/>
                  </a:cubicBezTo>
                  <a:cubicBezTo>
                    <a:pt x="224776" y="0"/>
                    <a:pt x="278076" y="67450"/>
                    <a:pt x="278076" y="143573"/>
                  </a:cubicBezTo>
                  <a:cubicBezTo>
                    <a:pt x="278076" y="150559"/>
                    <a:pt x="277594" y="157785"/>
                    <a:pt x="276388" y="164771"/>
                  </a:cubicBezTo>
                  <a:lnTo>
                    <a:pt x="48235" y="164771"/>
                  </a:lnTo>
                  <a:cubicBezTo>
                    <a:pt x="57641" y="213673"/>
                    <a:pt x="96470" y="241376"/>
                    <a:pt x="147117" y="241617"/>
                  </a:cubicBezTo>
                  <a:moveTo>
                    <a:pt x="48476" y="123338"/>
                  </a:moveTo>
                  <a:lnTo>
                    <a:pt x="230323" y="123338"/>
                  </a:lnTo>
                  <a:cubicBezTo>
                    <a:pt x="222123" y="69618"/>
                    <a:pt x="183535" y="44565"/>
                    <a:pt x="142776" y="44565"/>
                  </a:cubicBezTo>
                  <a:cubicBezTo>
                    <a:pt x="91406" y="44565"/>
                    <a:pt x="56194" y="76122"/>
                    <a:pt x="48476" y="123338"/>
                  </a:cubicBezTo>
                </a:path>
              </a:pathLst>
            </a:custGeom>
            <a:solidFill>
              <a:srgbClr val="FFFFFF"/>
            </a:solidFill>
            <a:ln w="2406"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AF969FF7-0A7E-AE4F-068A-F0A92EC7B8D5}"/>
                </a:ext>
              </a:extLst>
            </p:cNvPr>
            <p:cNvSpPr/>
            <p:nvPr/>
          </p:nvSpPr>
          <p:spPr>
            <a:xfrm>
              <a:off x="9566520" y="6132442"/>
              <a:ext cx="287964" cy="430236"/>
            </a:xfrm>
            <a:custGeom>
              <a:avLst/>
              <a:gdLst>
                <a:gd name="connsiteX0" fmla="*/ 287964 w 287964"/>
                <a:gd name="connsiteY0" fmla="*/ 0 h 430236"/>
                <a:gd name="connsiteX1" fmla="*/ 287964 w 287964"/>
                <a:gd name="connsiteY1" fmla="*/ 287145 h 430236"/>
                <a:gd name="connsiteX2" fmla="*/ 137711 w 287964"/>
                <a:gd name="connsiteY2" fmla="*/ 430236 h 430236"/>
                <a:gd name="connsiteX3" fmla="*/ 0 w 287964"/>
                <a:gd name="connsiteY3" fmla="*/ 287145 h 430236"/>
                <a:gd name="connsiteX4" fmla="*/ 137711 w 287964"/>
                <a:gd name="connsiteY4" fmla="*/ 144055 h 430236"/>
                <a:gd name="connsiteX5" fmla="*/ 240694 w 287964"/>
                <a:gd name="connsiteY5" fmla="*/ 197774 h 430236"/>
                <a:gd name="connsiteX6" fmla="*/ 240694 w 287964"/>
                <a:gd name="connsiteY6" fmla="*/ 0 h 430236"/>
                <a:gd name="connsiteX7" fmla="*/ 287964 w 287964"/>
                <a:gd name="connsiteY7" fmla="*/ 0 h 430236"/>
                <a:gd name="connsiteX8" fmla="*/ 240694 w 287964"/>
                <a:gd name="connsiteY8" fmla="*/ 287145 h 430236"/>
                <a:gd name="connsiteX9" fmla="*/ 143741 w 287964"/>
                <a:gd name="connsiteY9" fmla="*/ 189824 h 430236"/>
                <a:gd name="connsiteX10" fmla="*/ 47512 w 287964"/>
                <a:gd name="connsiteY10" fmla="*/ 287145 h 430236"/>
                <a:gd name="connsiteX11" fmla="*/ 143741 w 287964"/>
                <a:gd name="connsiteY11" fmla="*/ 384467 h 430236"/>
                <a:gd name="connsiteX12" fmla="*/ 240694 w 287964"/>
                <a:gd name="connsiteY12" fmla="*/ 287145 h 430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7964" h="430236">
                  <a:moveTo>
                    <a:pt x="287964" y="0"/>
                  </a:moveTo>
                  <a:lnTo>
                    <a:pt x="287964" y="287145"/>
                  </a:lnTo>
                  <a:cubicBezTo>
                    <a:pt x="287964" y="345442"/>
                    <a:pt x="244070" y="430236"/>
                    <a:pt x="137711" y="430236"/>
                  </a:cubicBezTo>
                  <a:cubicBezTo>
                    <a:pt x="61982" y="430236"/>
                    <a:pt x="0" y="367604"/>
                    <a:pt x="0" y="287145"/>
                  </a:cubicBezTo>
                  <a:cubicBezTo>
                    <a:pt x="0" y="206687"/>
                    <a:pt x="61982" y="144055"/>
                    <a:pt x="137711" y="144055"/>
                  </a:cubicBezTo>
                  <a:cubicBezTo>
                    <a:pt x="184017" y="144055"/>
                    <a:pt x="218747" y="164771"/>
                    <a:pt x="240694" y="197774"/>
                  </a:cubicBezTo>
                  <a:lnTo>
                    <a:pt x="240694" y="0"/>
                  </a:lnTo>
                  <a:lnTo>
                    <a:pt x="287964" y="0"/>
                  </a:lnTo>
                  <a:close/>
                  <a:moveTo>
                    <a:pt x="240694" y="287145"/>
                  </a:moveTo>
                  <a:cubicBezTo>
                    <a:pt x="240694" y="231740"/>
                    <a:pt x="198729" y="189824"/>
                    <a:pt x="143741" y="189824"/>
                  </a:cubicBezTo>
                  <a:cubicBezTo>
                    <a:pt x="89235" y="189824"/>
                    <a:pt x="47512" y="231740"/>
                    <a:pt x="47512" y="287145"/>
                  </a:cubicBezTo>
                  <a:cubicBezTo>
                    <a:pt x="47512" y="342551"/>
                    <a:pt x="89476" y="384467"/>
                    <a:pt x="143741" y="384467"/>
                  </a:cubicBezTo>
                  <a:cubicBezTo>
                    <a:pt x="198729" y="384467"/>
                    <a:pt x="240694" y="342551"/>
                    <a:pt x="240694" y="287145"/>
                  </a:cubicBezTo>
                </a:path>
              </a:pathLst>
            </a:custGeom>
            <a:solidFill>
              <a:srgbClr val="FFFFFF"/>
            </a:solidFill>
            <a:ln w="2406"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B835D30B-A177-6ABA-D6E2-F93CCFF6460D}"/>
                </a:ext>
              </a:extLst>
            </p:cNvPr>
            <p:cNvSpPr/>
            <p:nvPr/>
          </p:nvSpPr>
          <p:spPr>
            <a:xfrm>
              <a:off x="9614031" y="6322266"/>
              <a:ext cx="193181" cy="194642"/>
            </a:xfrm>
            <a:custGeom>
              <a:avLst/>
              <a:gdLst>
                <a:gd name="connsiteX0" fmla="*/ 193182 w 193181"/>
                <a:gd name="connsiteY0" fmla="*/ 97321 h 194642"/>
                <a:gd name="connsiteX1" fmla="*/ 96229 w 193181"/>
                <a:gd name="connsiteY1" fmla="*/ 0 h 194642"/>
                <a:gd name="connsiteX2" fmla="*/ 0 w 193181"/>
                <a:gd name="connsiteY2" fmla="*/ 97321 h 194642"/>
                <a:gd name="connsiteX3" fmla="*/ 96229 w 193181"/>
                <a:gd name="connsiteY3" fmla="*/ 194642 h 194642"/>
                <a:gd name="connsiteX4" fmla="*/ 193182 w 193181"/>
                <a:gd name="connsiteY4" fmla="*/ 97321 h 194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181" h="194642">
                  <a:moveTo>
                    <a:pt x="193182" y="97321"/>
                  </a:moveTo>
                  <a:cubicBezTo>
                    <a:pt x="193182" y="41916"/>
                    <a:pt x="151217" y="0"/>
                    <a:pt x="96229" y="0"/>
                  </a:cubicBezTo>
                  <a:cubicBezTo>
                    <a:pt x="41723" y="0"/>
                    <a:pt x="0" y="41916"/>
                    <a:pt x="0" y="97321"/>
                  </a:cubicBezTo>
                  <a:cubicBezTo>
                    <a:pt x="0" y="152727"/>
                    <a:pt x="41965" y="194642"/>
                    <a:pt x="96229" y="194642"/>
                  </a:cubicBezTo>
                  <a:cubicBezTo>
                    <a:pt x="151217" y="194642"/>
                    <a:pt x="193182" y="152727"/>
                    <a:pt x="193182" y="97321"/>
                  </a:cubicBezTo>
                </a:path>
              </a:pathLst>
            </a:custGeom>
            <a:solidFill>
              <a:schemeClr val="bg2"/>
            </a:solidFill>
            <a:ln w="2406" cap="flat">
              <a:noFill/>
              <a:prstDash val="solid"/>
              <a:miter/>
            </a:ln>
          </p:spPr>
          <p:txBody>
            <a:bodyPr rtlCol="0" anchor="ctr"/>
            <a:lstStyle/>
            <a:p>
              <a:endParaRPr lang="en-US"/>
            </a:p>
          </p:txBody>
        </p:sp>
      </p:grpSp>
      <p:pic>
        <p:nvPicPr>
          <p:cNvPr id="33" name="Picture 32">
            <a:extLst>
              <a:ext uri="{FF2B5EF4-FFF2-40B4-BE49-F238E27FC236}">
                <a16:creationId xmlns:a16="http://schemas.microsoft.com/office/drawing/2014/main" id="{827D79B8-7A82-4265-609B-DBF40DD717F8}"/>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 y="4051688"/>
            <a:ext cx="12191997" cy="1353929"/>
          </a:xfrm>
          <a:prstGeom prst="rect">
            <a:avLst/>
          </a:prstGeom>
        </p:spPr>
      </p:pic>
      <p:sp>
        <p:nvSpPr>
          <p:cNvPr id="34" name="TextBox 33">
            <a:extLst>
              <a:ext uri="{FF2B5EF4-FFF2-40B4-BE49-F238E27FC236}">
                <a16:creationId xmlns:a16="http://schemas.microsoft.com/office/drawing/2014/main" id="{CD73FC57-98BA-51A0-5C70-61121D8357FA}"/>
              </a:ext>
            </a:extLst>
          </p:cNvPr>
          <p:cNvSpPr txBox="1"/>
          <p:nvPr userDrawn="1"/>
        </p:nvSpPr>
        <p:spPr>
          <a:xfrm>
            <a:off x="433754" y="6427600"/>
            <a:ext cx="1263166" cy="18466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C7CF5C-D224-8846-9E2C-570E8416FB07}" type="datetimeyyyy">
              <a:rPr lang="en-US" sz="1200" smtClean="0">
                <a:solidFill>
                  <a:schemeClr val="bg1">
                    <a:alpha val="80224"/>
                  </a:schemeClr>
                </a:solidFill>
              </a:rPr>
              <a:pPr marL="0" marR="0" lvl="0" indent="0" algn="l" defTabSz="914400" rtl="0" eaLnBrk="1" fontAlgn="auto" latinLnBrk="0" hangingPunct="1">
                <a:lnSpc>
                  <a:spcPct val="100000"/>
                </a:lnSpc>
                <a:spcBef>
                  <a:spcPts val="0"/>
                </a:spcBef>
                <a:spcAft>
                  <a:spcPts val="0"/>
                </a:spcAft>
                <a:buClrTx/>
                <a:buSzTx/>
                <a:buFontTx/>
                <a:buNone/>
                <a:tabLst/>
                <a:defRPr/>
              </a:pPr>
              <a:t>2025</a:t>
            </a:fld>
            <a:r>
              <a:rPr lang="en-GB" sz="1200">
                <a:solidFill>
                  <a:schemeClr val="bg1">
                    <a:alpha val="80224"/>
                  </a:schemeClr>
                </a:solidFill>
              </a:rPr>
              <a:t> © delaware</a:t>
            </a:r>
          </a:p>
        </p:txBody>
      </p:sp>
    </p:spTree>
    <p:extLst>
      <p:ext uri="{BB962C8B-B14F-4D97-AF65-F5344CB8AC3E}">
        <p14:creationId xmlns:p14="http://schemas.microsoft.com/office/powerpoint/2010/main" val="3849934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Slide 1">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8EAD9949-42AE-0E43-BDB0-437EAD35A37F}"/>
              </a:ext>
            </a:extLst>
          </p:cNvPr>
          <p:cNvSpPr>
            <a:spLocks noGrp="1"/>
          </p:cNvSpPr>
          <p:nvPr>
            <p:ph type="ctrTitle" hasCustomPrompt="1"/>
          </p:nvPr>
        </p:nvSpPr>
        <p:spPr>
          <a:xfrm>
            <a:off x="433754" y="360609"/>
            <a:ext cx="10234246" cy="1022713"/>
          </a:xfrm>
        </p:spPr>
        <p:txBody>
          <a:bodyPr lIns="0" tIns="0" rIns="0" bIns="0" anchor="t" anchorCtr="0">
            <a:normAutofit/>
          </a:bodyPr>
          <a:lstStyle>
            <a:lvl1pPr algn="l">
              <a:lnSpc>
                <a:spcPct val="90000"/>
              </a:lnSpc>
              <a:defRPr sz="4000" b="0" i="0" spc="-100" baseline="0">
                <a:solidFill>
                  <a:schemeClr val="bg2"/>
                </a:solidFill>
                <a:latin typeface="+mj-lt"/>
              </a:defRPr>
            </a:lvl1pPr>
          </a:lstStyle>
          <a:p>
            <a:r>
              <a:rPr lang="en-GB"/>
              <a:t>click to edit master title style</a:t>
            </a:r>
            <a:endParaRPr lang="en-US"/>
          </a:p>
        </p:txBody>
      </p:sp>
      <p:sp>
        <p:nvSpPr>
          <p:cNvPr id="11" name="Text Placeholder 9">
            <a:extLst>
              <a:ext uri="{FF2B5EF4-FFF2-40B4-BE49-F238E27FC236}">
                <a16:creationId xmlns:a16="http://schemas.microsoft.com/office/drawing/2014/main" id="{AD76A9D1-7996-FB4E-AD88-AF662C8F51AB}"/>
              </a:ext>
            </a:extLst>
          </p:cNvPr>
          <p:cNvSpPr>
            <a:spLocks noGrp="1"/>
          </p:cNvSpPr>
          <p:nvPr>
            <p:ph type="body" sz="quarter" idx="13"/>
          </p:nvPr>
        </p:nvSpPr>
        <p:spPr>
          <a:xfrm>
            <a:off x="1265274" y="1509031"/>
            <a:ext cx="4725218" cy="367201"/>
          </a:xfrm>
        </p:spPr>
        <p:txBody>
          <a:bodyPr lIns="0" tIns="0" rIns="0" bIns="0">
            <a:noAutofit/>
          </a:bodyPr>
          <a:lstStyle>
            <a:lvl1pPr marL="0" indent="0">
              <a:spcBef>
                <a:spcPts val="0"/>
              </a:spcBef>
              <a:spcAft>
                <a:spcPts val="1000"/>
              </a:spcAft>
              <a:buNone/>
              <a:defRPr sz="2000" b="1" i="0">
                <a:solidFill>
                  <a:schemeClr val="tx2"/>
                </a:solidFill>
                <a:latin typeface="+mn-lt"/>
              </a:defRPr>
            </a:lvl1pPr>
            <a:lvl2pPr marL="0" indent="0">
              <a:spcBef>
                <a:spcPts val="0"/>
              </a:spcBef>
              <a:spcAft>
                <a:spcPts val="1000"/>
              </a:spcAft>
              <a:buNone/>
              <a:defRPr sz="2000" b="0" i="0">
                <a:solidFill>
                  <a:schemeClr val="bg1"/>
                </a:solidFill>
                <a:latin typeface="Avenir Light" panose="020B0402020203020204" pitchFamily="34" charset="77"/>
              </a:defRPr>
            </a:lvl2pPr>
            <a:lvl3pPr marL="180000" indent="-180000">
              <a:spcBef>
                <a:spcPts val="0"/>
              </a:spcBef>
              <a:spcAft>
                <a:spcPts val="1000"/>
              </a:spcAft>
              <a:buClr>
                <a:schemeClr val="bg1"/>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bg1"/>
              </a:buClr>
              <a:defRPr sz="1400" b="0" i="0">
                <a:solidFill>
                  <a:schemeClr val="bg1"/>
                </a:solidFill>
                <a:latin typeface="Avenir Light" panose="020B0402020203020204" pitchFamily="34" charset="77"/>
              </a:defRPr>
            </a:lvl5pPr>
          </a:lstStyle>
          <a:p>
            <a:pPr lvl="0"/>
            <a:r>
              <a:rPr lang="en-GB"/>
              <a:t>Click to edit Master text styles</a:t>
            </a:r>
          </a:p>
        </p:txBody>
      </p:sp>
      <p:sp>
        <p:nvSpPr>
          <p:cNvPr id="15" name="Text Placeholder 9">
            <a:extLst>
              <a:ext uri="{FF2B5EF4-FFF2-40B4-BE49-F238E27FC236}">
                <a16:creationId xmlns:a16="http://schemas.microsoft.com/office/drawing/2014/main" id="{EEBB5BDC-E8CB-104A-96C8-391B643ECD3E}"/>
              </a:ext>
            </a:extLst>
          </p:cNvPr>
          <p:cNvSpPr>
            <a:spLocks noGrp="1"/>
          </p:cNvSpPr>
          <p:nvPr>
            <p:ph type="body" sz="quarter" idx="15" hasCustomPrompt="1"/>
          </p:nvPr>
        </p:nvSpPr>
        <p:spPr>
          <a:xfrm>
            <a:off x="1265274" y="1853038"/>
            <a:ext cx="4725218" cy="324699"/>
          </a:xfrm>
        </p:spPr>
        <p:txBody>
          <a:bodyPr lIns="0" tIns="0" rIns="0" bIns="0">
            <a:noAutofit/>
          </a:bodyPr>
          <a:lstStyle>
            <a:lvl1pPr marL="0" indent="0">
              <a:spcBef>
                <a:spcPts val="0"/>
              </a:spcBef>
              <a:spcAft>
                <a:spcPts val="500"/>
              </a:spcAft>
              <a:buNone/>
              <a:defRPr sz="1400" b="0" i="0">
                <a:solidFill>
                  <a:schemeClr val="tx1"/>
                </a:solidFill>
                <a:latin typeface="+mn-lt"/>
              </a:defRPr>
            </a:lvl1pPr>
            <a:lvl2pPr marL="0" indent="0">
              <a:spcBef>
                <a:spcPts val="0"/>
              </a:spcBef>
              <a:spcAft>
                <a:spcPts val="500"/>
              </a:spcAft>
              <a:buNone/>
              <a:defRPr sz="2000" b="0" i="0">
                <a:solidFill>
                  <a:schemeClr val="tx1"/>
                </a:solidFill>
                <a:latin typeface="+mn-lt"/>
              </a:defRPr>
            </a:lvl2pPr>
            <a:lvl3pPr marL="180000" indent="-180000">
              <a:spcBef>
                <a:spcPts val="0"/>
              </a:spcBef>
              <a:spcAft>
                <a:spcPts val="1000"/>
              </a:spcAft>
              <a:buClr>
                <a:schemeClr val="tx2"/>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tx2"/>
              </a:buClr>
              <a:defRPr sz="1400" b="0" i="0">
                <a:solidFill>
                  <a:schemeClr val="bg1"/>
                </a:solidFill>
                <a:latin typeface="Avenir Light" panose="020B0402020203020204" pitchFamily="34" charset="77"/>
              </a:defRPr>
            </a:lvl5pPr>
          </a:lstStyle>
          <a:p>
            <a:pPr lvl="0"/>
            <a:r>
              <a:rPr lang="en-GB"/>
              <a:t>Click to edit master text styles</a:t>
            </a:r>
          </a:p>
          <a:p>
            <a:pPr lvl="1"/>
            <a:endParaRPr lang="en-US"/>
          </a:p>
        </p:txBody>
      </p:sp>
      <p:sp>
        <p:nvSpPr>
          <p:cNvPr id="19" name="Text Placeholder 9">
            <a:extLst>
              <a:ext uri="{FF2B5EF4-FFF2-40B4-BE49-F238E27FC236}">
                <a16:creationId xmlns:a16="http://schemas.microsoft.com/office/drawing/2014/main" id="{9E3B5E94-8F96-CE48-AD94-15CBCDE55A1F}"/>
              </a:ext>
            </a:extLst>
          </p:cNvPr>
          <p:cNvSpPr>
            <a:spLocks noGrp="1"/>
          </p:cNvSpPr>
          <p:nvPr>
            <p:ph type="body" sz="quarter" idx="22"/>
          </p:nvPr>
        </p:nvSpPr>
        <p:spPr>
          <a:xfrm>
            <a:off x="1265274" y="2359409"/>
            <a:ext cx="4725218" cy="367201"/>
          </a:xfrm>
        </p:spPr>
        <p:txBody>
          <a:bodyPr lIns="0" tIns="0" rIns="0" bIns="0">
            <a:noAutofit/>
          </a:bodyPr>
          <a:lstStyle>
            <a:lvl1pPr marL="0" indent="0">
              <a:spcBef>
                <a:spcPts val="0"/>
              </a:spcBef>
              <a:spcAft>
                <a:spcPts val="1000"/>
              </a:spcAft>
              <a:buNone/>
              <a:defRPr sz="2000" b="1" i="0">
                <a:solidFill>
                  <a:schemeClr val="tx2"/>
                </a:solidFill>
                <a:latin typeface="+mn-lt"/>
              </a:defRPr>
            </a:lvl1pPr>
            <a:lvl2pPr marL="0" indent="0">
              <a:spcBef>
                <a:spcPts val="0"/>
              </a:spcBef>
              <a:spcAft>
                <a:spcPts val="1000"/>
              </a:spcAft>
              <a:buNone/>
              <a:defRPr sz="2000" b="0" i="0">
                <a:solidFill>
                  <a:schemeClr val="bg1"/>
                </a:solidFill>
                <a:latin typeface="Avenir Light" panose="020B0402020203020204" pitchFamily="34" charset="77"/>
              </a:defRPr>
            </a:lvl2pPr>
            <a:lvl3pPr marL="180000" indent="-180000">
              <a:spcBef>
                <a:spcPts val="0"/>
              </a:spcBef>
              <a:spcAft>
                <a:spcPts val="1000"/>
              </a:spcAft>
              <a:buClr>
                <a:schemeClr val="bg1"/>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bg1"/>
              </a:buClr>
              <a:defRPr sz="1400" b="0" i="0">
                <a:solidFill>
                  <a:schemeClr val="bg1"/>
                </a:solidFill>
                <a:latin typeface="Avenir Light" panose="020B0402020203020204" pitchFamily="34" charset="77"/>
              </a:defRPr>
            </a:lvl5pPr>
          </a:lstStyle>
          <a:p>
            <a:pPr lvl="0"/>
            <a:r>
              <a:rPr lang="en-GB"/>
              <a:t>Click to edit Master text styles</a:t>
            </a:r>
          </a:p>
        </p:txBody>
      </p:sp>
      <p:sp>
        <p:nvSpPr>
          <p:cNvPr id="20" name="Text Placeholder 9">
            <a:extLst>
              <a:ext uri="{FF2B5EF4-FFF2-40B4-BE49-F238E27FC236}">
                <a16:creationId xmlns:a16="http://schemas.microsoft.com/office/drawing/2014/main" id="{E423171E-B2C1-AF4A-84D6-01D55D9E5F1F}"/>
              </a:ext>
            </a:extLst>
          </p:cNvPr>
          <p:cNvSpPr>
            <a:spLocks noGrp="1"/>
          </p:cNvSpPr>
          <p:nvPr>
            <p:ph type="body" sz="quarter" idx="23" hasCustomPrompt="1"/>
          </p:nvPr>
        </p:nvSpPr>
        <p:spPr>
          <a:xfrm>
            <a:off x="1265274" y="2703416"/>
            <a:ext cx="4725218" cy="324699"/>
          </a:xfrm>
        </p:spPr>
        <p:txBody>
          <a:bodyPr lIns="0" tIns="0" rIns="0" bIns="0">
            <a:noAutofit/>
          </a:bodyPr>
          <a:lstStyle>
            <a:lvl1pPr marL="0" indent="0">
              <a:spcBef>
                <a:spcPts val="0"/>
              </a:spcBef>
              <a:spcAft>
                <a:spcPts val="500"/>
              </a:spcAft>
              <a:buNone/>
              <a:defRPr sz="1400" b="0" i="0">
                <a:solidFill>
                  <a:schemeClr val="tx1"/>
                </a:solidFill>
                <a:latin typeface="+mn-lt"/>
              </a:defRPr>
            </a:lvl1pPr>
            <a:lvl2pPr marL="0" indent="0">
              <a:spcBef>
                <a:spcPts val="0"/>
              </a:spcBef>
              <a:spcAft>
                <a:spcPts val="500"/>
              </a:spcAft>
              <a:buNone/>
              <a:defRPr sz="2000" b="0" i="0">
                <a:solidFill>
                  <a:schemeClr val="tx1"/>
                </a:solidFill>
                <a:latin typeface="Avenir Next" panose="020B0503020202020204" pitchFamily="34" charset="0"/>
              </a:defRPr>
            </a:lvl2pPr>
            <a:lvl3pPr marL="180000" indent="-180000">
              <a:spcBef>
                <a:spcPts val="0"/>
              </a:spcBef>
              <a:spcAft>
                <a:spcPts val="1000"/>
              </a:spcAft>
              <a:buClr>
                <a:schemeClr val="tx2"/>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tx2"/>
              </a:buClr>
              <a:defRPr sz="1400" b="0" i="0">
                <a:solidFill>
                  <a:schemeClr val="bg1"/>
                </a:solidFill>
                <a:latin typeface="Avenir Light" panose="020B0402020203020204" pitchFamily="34" charset="77"/>
              </a:defRPr>
            </a:lvl5pPr>
          </a:lstStyle>
          <a:p>
            <a:pPr lvl="0"/>
            <a:r>
              <a:rPr lang="en-GB"/>
              <a:t>Click to edit master text styles</a:t>
            </a:r>
          </a:p>
          <a:p>
            <a:pPr lvl="1"/>
            <a:endParaRPr lang="en-US"/>
          </a:p>
        </p:txBody>
      </p:sp>
      <p:sp>
        <p:nvSpPr>
          <p:cNvPr id="22" name="Text Placeholder 9">
            <a:extLst>
              <a:ext uri="{FF2B5EF4-FFF2-40B4-BE49-F238E27FC236}">
                <a16:creationId xmlns:a16="http://schemas.microsoft.com/office/drawing/2014/main" id="{2588210A-C9A9-B14A-81F9-D090790DD74C}"/>
              </a:ext>
            </a:extLst>
          </p:cNvPr>
          <p:cNvSpPr>
            <a:spLocks noGrp="1"/>
          </p:cNvSpPr>
          <p:nvPr>
            <p:ph type="body" sz="quarter" idx="24"/>
          </p:nvPr>
        </p:nvSpPr>
        <p:spPr>
          <a:xfrm>
            <a:off x="1265274" y="3209978"/>
            <a:ext cx="4725218" cy="367201"/>
          </a:xfrm>
        </p:spPr>
        <p:txBody>
          <a:bodyPr lIns="0" tIns="0" rIns="0" bIns="0">
            <a:noAutofit/>
          </a:bodyPr>
          <a:lstStyle>
            <a:lvl1pPr marL="0" indent="0">
              <a:spcBef>
                <a:spcPts val="0"/>
              </a:spcBef>
              <a:spcAft>
                <a:spcPts val="1000"/>
              </a:spcAft>
              <a:buNone/>
              <a:defRPr sz="2000" b="1" i="0">
                <a:solidFill>
                  <a:schemeClr val="tx2"/>
                </a:solidFill>
                <a:latin typeface="+mn-lt"/>
              </a:defRPr>
            </a:lvl1pPr>
            <a:lvl2pPr marL="0" indent="0">
              <a:spcBef>
                <a:spcPts val="0"/>
              </a:spcBef>
              <a:spcAft>
                <a:spcPts val="1000"/>
              </a:spcAft>
              <a:buNone/>
              <a:defRPr sz="2000" b="0" i="0">
                <a:solidFill>
                  <a:schemeClr val="bg1"/>
                </a:solidFill>
                <a:latin typeface="Avenir Light" panose="020B0402020203020204" pitchFamily="34" charset="77"/>
              </a:defRPr>
            </a:lvl2pPr>
            <a:lvl3pPr marL="180000" indent="-180000">
              <a:spcBef>
                <a:spcPts val="0"/>
              </a:spcBef>
              <a:spcAft>
                <a:spcPts val="1000"/>
              </a:spcAft>
              <a:buClr>
                <a:schemeClr val="bg1"/>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bg1"/>
              </a:buClr>
              <a:defRPr sz="1400" b="0" i="0">
                <a:solidFill>
                  <a:schemeClr val="bg1"/>
                </a:solidFill>
                <a:latin typeface="Avenir Light" panose="020B0402020203020204" pitchFamily="34" charset="77"/>
              </a:defRPr>
            </a:lvl5pPr>
          </a:lstStyle>
          <a:p>
            <a:pPr lvl="0"/>
            <a:r>
              <a:rPr lang="en-GB"/>
              <a:t>Click to edit Master text styles</a:t>
            </a:r>
          </a:p>
        </p:txBody>
      </p:sp>
      <p:sp>
        <p:nvSpPr>
          <p:cNvPr id="23" name="Text Placeholder 9">
            <a:extLst>
              <a:ext uri="{FF2B5EF4-FFF2-40B4-BE49-F238E27FC236}">
                <a16:creationId xmlns:a16="http://schemas.microsoft.com/office/drawing/2014/main" id="{B7128D18-7049-D248-A43A-C1194CBAD383}"/>
              </a:ext>
            </a:extLst>
          </p:cNvPr>
          <p:cNvSpPr>
            <a:spLocks noGrp="1"/>
          </p:cNvSpPr>
          <p:nvPr>
            <p:ph type="body" sz="quarter" idx="25" hasCustomPrompt="1"/>
          </p:nvPr>
        </p:nvSpPr>
        <p:spPr>
          <a:xfrm>
            <a:off x="1265274" y="3553985"/>
            <a:ext cx="4725218" cy="324699"/>
          </a:xfrm>
        </p:spPr>
        <p:txBody>
          <a:bodyPr lIns="0" tIns="0" rIns="0" bIns="0">
            <a:noAutofit/>
          </a:bodyPr>
          <a:lstStyle>
            <a:lvl1pPr marL="0" indent="0">
              <a:spcBef>
                <a:spcPts val="0"/>
              </a:spcBef>
              <a:spcAft>
                <a:spcPts val="500"/>
              </a:spcAft>
              <a:buNone/>
              <a:defRPr sz="1400" b="0" i="0">
                <a:solidFill>
                  <a:schemeClr val="tx1"/>
                </a:solidFill>
                <a:latin typeface="+mj-lt"/>
              </a:defRPr>
            </a:lvl1pPr>
            <a:lvl2pPr marL="0" indent="0">
              <a:spcBef>
                <a:spcPts val="0"/>
              </a:spcBef>
              <a:spcAft>
                <a:spcPts val="500"/>
              </a:spcAft>
              <a:buNone/>
              <a:defRPr sz="2000" b="0" i="0">
                <a:solidFill>
                  <a:schemeClr val="tx1"/>
                </a:solidFill>
                <a:latin typeface="+mj-lt"/>
              </a:defRPr>
            </a:lvl2pPr>
            <a:lvl3pPr marL="180000" indent="-180000">
              <a:spcBef>
                <a:spcPts val="0"/>
              </a:spcBef>
              <a:spcAft>
                <a:spcPts val="1000"/>
              </a:spcAft>
              <a:buClr>
                <a:schemeClr val="tx2"/>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tx2"/>
              </a:buClr>
              <a:defRPr sz="1400" b="0" i="0">
                <a:solidFill>
                  <a:schemeClr val="bg1"/>
                </a:solidFill>
                <a:latin typeface="Avenir Light" panose="020B0402020203020204" pitchFamily="34" charset="77"/>
              </a:defRPr>
            </a:lvl5pPr>
          </a:lstStyle>
          <a:p>
            <a:pPr lvl="0"/>
            <a:r>
              <a:rPr lang="en-GB"/>
              <a:t>Click to edit master text styles</a:t>
            </a:r>
          </a:p>
          <a:p>
            <a:pPr lvl="1"/>
            <a:endParaRPr lang="en-US"/>
          </a:p>
        </p:txBody>
      </p:sp>
      <p:sp>
        <p:nvSpPr>
          <p:cNvPr id="25" name="Text Placeholder 9">
            <a:extLst>
              <a:ext uri="{FF2B5EF4-FFF2-40B4-BE49-F238E27FC236}">
                <a16:creationId xmlns:a16="http://schemas.microsoft.com/office/drawing/2014/main" id="{5C0D8C43-D084-1044-8C10-CAD98AA42E5C}"/>
              </a:ext>
            </a:extLst>
          </p:cNvPr>
          <p:cNvSpPr>
            <a:spLocks noGrp="1"/>
          </p:cNvSpPr>
          <p:nvPr>
            <p:ph type="body" sz="quarter" idx="26"/>
          </p:nvPr>
        </p:nvSpPr>
        <p:spPr>
          <a:xfrm>
            <a:off x="1265274" y="4060356"/>
            <a:ext cx="4725218" cy="367201"/>
          </a:xfrm>
        </p:spPr>
        <p:txBody>
          <a:bodyPr lIns="0" tIns="0" rIns="0" bIns="0">
            <a:noAutofit/>
          </a:bodyPr>
          <a:lstStyle>
            <a:lvl1pPr marL="0" indent="0">
              <a:spcBef>
                <a:spcPts val="0"/>
              </a:spcBef>
              <a:spcAft>
                <a:spcPts val="1000"/>
              </a:spcAft>
              <a:buNone/>
              <a:defRPr sz="2000" b="1" i="0">
                <a:solidFill>
                  <a:schemeClr val="tx2"/>
                </a:solidFill>
                <a:latin typeface="+mn-lt"/>
              </a:defRPr>
            </a:lvl1pPr>
            <a:lvl2pPr marL="0" indent="0">
              <a:spcBef>
                <a:spcPts val="0"/>
              </a:spcBef>
              <a:spcAft>
                <a:spcPts val="1000"/>
              </a:spcAft>
              <a:buNone/>
              <a:defRPr sz="2000" b="0" i="0">
                <a:solidFill>
                  <a:schemeClr val="bg1"/>
                </a:solidFill>
                <a:latin typeface="Avenir Light" panose="020B0402020203020204" pitchFamily="34" charset="77"/>
              </a:defRPr>
            </a:lvl2pPr>
            <a:lvl3pPr marL="180000" indent="-180000">
              <a:spcBef>
                <a:spcPts val="0"/>
              </a:spcBef>
              <a:spcAft>
                <a:spcPts val="1000"/>
              </a:spcAft>
              <a:buClr>
                <a:schemeClr val="bg1"/>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bg1"/>
              </a:buClr>
              <a:defRPr sz="1400" b="0" i="0">
                <a:solidFill>
                  <a:schemeClr val="bg1"/>
                </a:solidFill>
                <a:latin typeface="Avenir Light" panose="020B0402020203020204" pitchFamily="34" charset="77"/>
              </a:defRPr>
            </a:lvl5pPr>
          </a:lstStyle>
          <a:p>
            <a:pPr lvl="0"/>
            <a:r>
              <a:rPr lang="en-GB"/>
              <a:t>Click to edit Master text styles</a:t>
            </a:r>
          </a:p>
        </p:txBody>
      </p:sp>
      <p:sp>
        <p:nvSpPr>
          <p:cNvPr id="26" name="Text Placeholder 9">
            <a:extLst>
              <a:ext uri="{FF2B5EF4-FFF2-40B4-BE49-F238E27FC236}">
                <a16:creationId xmlns:a16="http://schemas.microsoft.com/office/drawing/2014/main" id="{02ADA6AC-4AA5-B14B-9104-D9BEED46459E}"/>
              </a:ext>
            </a:extLst>
          </p:cNvPr>
          <p:cNvSpPr>
            <a:spLocks noGrp="1"/>
          </p:cNvSpPr>
          <p:nvPr>
            <p:ph type="body" sz="quarter" idx="27" hasCustomPrompt="1"/>
          </p:nvPr>
        </p:nvSpPr>
        <p:spPr>
          <a:xfrm>
            <a:off x="1265274" y="4404363"/>
            <a:ext cx="4725218" cy="324699"/>
          </a:xfrm>
        </p:spPr>
        <p:txBody>
          <a:bodyPr lIns="0" tIns="0" rIns="0" bIns="0">
            <a:noAutofit/>
          </a:bodyPr>
          <a:lstStyle>
            <a:lvl1pPr marL="0" indent="0">
              <a:spcBef>
                <a:spcPts val="0"/>
              </a:spcBef>
              <a:spcAft>
                <a:spcPts val="500"/>
              </a:spcAft>
              <a:buNone/>
              <a:defRPr sz="1400" b="0" i="0">
                <a:solidFill>
                  <a:schemeClr val="tx1"/>
                </a:solidFill>
                <a:latin typeface="+mn-lt"/>
              </a:defRPr>
            </a:lvl1pPr>
            <a:lvl2pPr marL="0" indent="0">
              <a:spcBef>
                <a:spcPts val="0"/>
              </a:spcBef>
              <a:spcAft>
                <a:spcPts val="500"/>
              </a:spcAft>
              <a:buNone/>
              <a:defRPr sz="2000" b="0" i="0">
                <a:solidFill>
                  <a:schemeClr val="tx1"/>
                </a:solidFill>
                <a:latin typeface="+mn-lt"/>
              </a:defRPr>
            </a:lvl2pPr>
            <a:lvl3pPr marL="180000" indent="-180000">
              <a:spcBef>
                <a:spcPts val="0"/>
              </a:spcBef>
              <a:spcAft>
                <a:spcPts val="1000"/>
              </a:spcAft>
              <a:buClr>
                <a:schemeClr val="tx2"/>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tx2"/>
              </a:buClr>
              <a:defRPr sz="1400" b="0" i="0">
                <a:solidFill>
                  <a:schemeClr val="bg1"/>
                </a:solidFill>
                <a:latin typeface="Avenir Light" panose="020B0402020203020204" pitchFamily="34" charset="77"/>
              </a:defRPr>
            </a:lvl5pPr>
          </a:lstStyle>
          <a:p>
            <a:pPr lvl="0"/>
            <a:r>
              <a:rPr lang="en-GB"/>
              <a:t>Click to edit master text styles</a:t>
            </a:r>
          </a:p>
          <a:p>
            <a:pPr lvl="1"/>
            <a:endParaRPr lang="en-US"/>
          </a:p>
        </p:txBody>
      </p:sp>
      <p:sp>
        <p:nvSpPr>
          <p:cNvPr id="29" name="Text Placeholder 9">
            <a:extLst>
              <a:ext uri="{FF2B5EF4-FFF2-40B4-BE49-F238E27FC236}">
                <a16:creationId xmlns:a16="http://schemas.microsoft.com/office/drawing/2014/main" id="{2C07E0E3-7F04-7649-8009-8624AEED9C22}"/>
              </a:ext>
            </a:extLst>
          </p:cNvPr>
          <p:cNvSpPr>
            <a:spLocks noGrp="1"/>
          </p:cNvSpPr>
          <p:nvPr>
            <p:ph type="body" sz="quarter" idx="28"/>
          </p:nvPr>
        </p:nvSpPr>
        <p:spPr>
          <a:xfrm>
            <a:off x="1265274" y="4957781"/>
            <a:ext cx="4725218" cy="367201"/>
          </a:xfrm>
        </p:spPr>
        <p:txBody>
          <a:bodyPr lIns="0" tIns="0" rIns="0" bIns="0">
            <a:noAutofit/>
          </a:bodyPr>
          <a:lstStyle>
            <a:lvl1pPr marL="0" indent="0">
              <a:spcBef>
                <a:spcPts val="0"/>
              </a:spcBef>
              <a:spcAft>
                <a:spcPts val="1000"/>
              </a:spcAft>
              <a:buNone/>
              <a:defRPr sz="2000" b="1" i="0">
                <a:solidFill>
                  <a:schemeClr val="tx2"/>
                </a:solidFill>
                <a:latin typeface="+mn-lt"/>
              </a:defRPr>
            </a:lvl1pPr>
            <a:lvl2pPr marL="0" indent="0">
              <a:spcBef>
                <a:spcPts val="0"/>
              </a:spcBef>
              <a:spcAft>
                <a:spcPts val="1000"/>
              </a:spcAft>
              <a:buNone/>
              <a:defRPr sz="2000" b="0" i="0">
                <a:solidFill>
                  <a:schemeClr val="bg1"/>
                </a:solidFill>
                <a:latin typeface="Avenir Light" panose="020B0402020203020204" pitchFamily="34" charset="77"/>
              </a:defRPr>
            </a:lvl2pPr>
            <a:lvl3pPr marL="180000" indent="-180000">
              <a:spcBef>
                <a:spcPts val="0"/>
              </a:spcBef>
              <a:spcAft>
                <a:spcPts val="1000"/>
              </a:spcAft>
              <a:buClr>
                <a:schemeClr val="bg1"/>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bg1"/>
              </a:buClr>
              <a:defRPr sz="1400" b="0" i="0">
                <a:solidFill>
                  <a:schemeClr val="bg1"/>
                </a:solidFill>
                <a:latin typeface="Avenir Light" panose="020B0402020203020204" pitchFamily="34" charset="77"/>
              </a:defRPr>
            </a:lvl5pPr>
          </a:lstStyle>
          <a:p>
            <a:pPr lvl="0"/>
            <a:r>
              <a:rPr lang="en-GB"/>
              <a:t>Click to edit Master text styles</a:t>
            </a:r>
          </a:p>
        </p:txBody>
      </p:sp>
      <p:sp>
        <p:nvSpPr>
          <p:cNvPr id="30" name="Text Placeholder 9">
            <a:extLst>
              <a:ext uri="{FF2B5EF4-FFF2-40B4-BE49-F238E27FC236}">
                <a16:creationId xmlns:a16="http://schemas.microsoft.com/office/drawing/2014/main" id="{E12A44C9-DDDB-1D4E-9C64-326823B42D7F}"/>
              </a:ext>
            </a:extLst>
          </p:cNvPr>
          <p:cNvSpPr>
            <a:spLocks noGrp="1"/>
          </p:cNvSpPr>
          <p:nvPr>
            <p:ph type="body" sz="quarter" idx="29" hasCustomPrompt="1"/>
          </p:nvPr>
        </p:nvSpPr>
        <p:spPr>
          <a:xfrm>
            <a:off x="1265274" y="5301788"/>
            <a:ext cx="4725218" cy="324699"/>
          </a:xfrm>
        </p:spPr>
        <p:txBody>
          <a:bodyPr lIns="0" tIns="0" rIns="0" bIns="0">
            <a:noAutofit/>
          </a:bodyPr>
          <a:lstStyle>
            <a:lvl1pPr marL="0" indent="0">
              <a:spcBef>
                <a:spcPts val="0"/>
              </a:spcBef>
              <a:spcAft>
                <a:spcPts val="500"/>
              </a:spcAft>
              <a:buNone/>
              <a:defRPr sz="1400" b="0" i="0">
                <a:solidFill>
                  <a:schemeClr val="tx1"/>
                </a:solidFill>
                <a:latin typeface="+mn-lt"/>
              </a:defRPr>
            </a:lvl1pPr>
            <a:lvl2pPr marL="0" indent="0">
              <a:spcBef>
                <a:spcPts val="0"/>
              </a:spcBef>
              <a:spcAft>
                <a:spcPts val="500"/>
              </a:spcAft>
              <a:buNone/>
              <a:defRPr sz="2000" b="0" i="0">
                <a:solidFill>
                  <a:schemeClr val="tx1"/>
                </a:solidFill>
                <a:latin typeface="+mn-lt"/>
              </a:defRPr>
            </a:lvl2pPr>
            <a:lvl3pPr marL="180000" indent="-180000">
              <a:spcBef>
                <a:spcPts val="0"/>
              </a:spcBef>
              <a:spcAft>
                <a:spcPts val="1000"/>
              </a:spcAft>
              <a:buClr>
                <a:schemeClr val="tx2"/>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tx2"/>
              </a:buClr>
              <a:defRPr sz="1400" b="0" i="0">
                <a:solidFill>
                  <a:schemeClr val="bg1"/>
                </a:solidFill>
                <a:latin typeface="Avenir Light" panose="020B0402020203020204" pitchFamily="34" charset="77"/>
              </a:defRPr>
            </a:lvl5pPr>
          </a:lstStyle>
          <a:p>
            <a:pPr lvl="0"/>
            <a:r>
              <a:rPr lang="en-GB"/>
              <a:t>Click to edit master text styles</a:t>
            </a:r>
          </a:p>
          <a:p>
            <a:pPr lvl="1"/>
            <a:endParaRPr lang="en-US"/>
          </a:p>
        </p:txBody>
      </p:sp>
      <p:sp>
        <p:nvSpPr>
          <p:cNvPr id="14" name="Picture Placeholder 11">
            <a:extLst>
              <a:ext uri="{FF2B5EF4-FFF2-40B4-BE49-F238E27FC236}">
                <a16:creationId xmlns:a16="http://schemas.microsoft.com/office/drawing/2014/main" id="{D7DF0A40-C294-6A40-9C69-F4399300BDC7}"/>
              </a:ext>
            </a:extLst>
          </p:cNvPr>
          <p:cNvSpPr>
            <a:spLocks noGrp="1"/>
          </p:cNvSpPr>
          <p:nvPr>
            <p:ph type="pic" sz="quarter" idx="30"/>
          </p:nvPr>
        </p:nvSpPr>
        <p:spPr>
          <a:xfrm>
            <a:off x="7970400" y="0"/>
            <a:ext cx="6800483" cy="6800483"/>
          </a:xfrm>
          <a:prstGeom prst="ellipse">
            <a:avLst/>
          </a:prstGeom>
          <a:solidFill>
            <a:schemeClr val="accent6"/>
          </a:solidFill>
        </p:spPr>
        <p:txBody>
          <a:bodyPr>
            <a:normAutofit/>
          </a:bodyPr>
          <a:lstStyle>
            <a:lvl1pPr marL="0" indent="0">
              <a:buFontTx/>
              <a:buNone/>
              <a:defRPr sz="1400" b="0" i="0">
                <a:latin typeface="+mn-lt"/>
              </a:defRPr>
            </a:lvl1pPr>
          </a:lstStyle>
          <a:p>
            <a:r>
              <a:rPr lang="en-GB"/>
              <a:t>Click icon to add picture</a:t>
            </a:r>
            <a:endParaRPr lang="en-US"/>
          </a:p>
        </p:txBody>
      </p:sp>
      <p:grpSp>
        <p:nvGrpSpPr>
          <p:cNvPr id="3" name="Graphic 12">
            <a:extLst>
              <a:ext uri="{FF2B5EF4-FFF2-40B4-BE49-F238E27FC236}">
                <a16:creationId xmlns:a16="http://schemas.microsoft.com/office/drawing/2014/main" id="{8521838D-43FE-0D2E-8194-DE83D9A34ED3}"/>
              </a:ext>
            </a:extLst>
          </p:cNvPr>
          <p:cNvGrpSpPr/>
          <p:nvPr userDrawn="1"/>
        </p:nvGrpSpPr>
        <p:grpSpPr>
          <a:xfrm>
            <a:off x="11631155" y="6261617"/>
            <a:ext cx="239815" cy="358508"/>
            <a:chOff x="5681378" y="2802294"/>
            <a:chExt cx="837801" cy="1252460"/>
          </a:xfrm>
        </p:grpSpPr>
        <p:sp>
          <p:nvSpPr>
            <p:cNvPr id="4" name="Freeform 3">
              <a:extLst>
                <a:ext uri="{FF2B5EF4-FFF2-40B4-BE49-F238E27FC236}">
                  <a16:creationId xmlns:a16="http://schemas.microsoft.com/office/drawing/2014/main" id="{D584526B-86BC-FADF-5897-D45E8BA63BE9}"/>
                </a:ext>
              </a:extLst>
            </p:cNvPr>
            <p:cNvSpPr/>
            <p:nvPr/>
          </p:nvSpPr>
          <p:spPr>
            <a:xfrm>
              <a:off x="5681378" y="2802294"/>
              <a:ext cx="837801" cy="1252460"/>
            </a:xfrm>
            <a:custGeom>
              <a:avLst/>
              <a:gdLst>
                <a:gd name="connsiteX0" fmla="*/ 837801 w 837801"/>
                <a:gd name="connsiteY0" fmla="*/ 0 h 1252460"/>
                <a:gd name="connsiteX1" fmla="*/ 837801 w 837801"/>
                <a:gd name="connsiteY1" fmla="*/ 835925 h 1252460"/>
                <a:gd name="connsiteX2" fmla="*/ 400357 w 837801"/>
                <a:gd name="connsiteY2" fmla="*/ 1252461 h 1252460"/>
                <a:gd name="connsiteX3" fmla="*/ 0 w 837801"/>
                <a:gd name="connsiteY3" fmla="*/ 835925 h 1252460"/>
                <a:gd name="connsiteX4" fmla="*/ 400357 w 837801"/>
                <a:gd name="connsiteY4" fmla="*/ 419389 h 1252460"/>
                <a:gd name="connsiteX5" fmla="*/ 699911 w 837801"/>
                <a:gd name="connsiteY5" fmla="*/ 576303 h 1252460"/>
                <a:gd name="connsiteX6" fmla="*/ 699911 w 837801"/>
                <a:gd name="connsiteY6" fmla="*/ 0 h 1252460"/>
                <a:gd name="connsiteX7" fmla="*/ 837801 w 837801"/>
                <a:gd name="connsiteY7" fmla="*/ 0 h 1252460"/>
                <a:gd name="connsiteX8" fmla="*/ 699911 w 837801"/>
                <a:gd name="connsiteY8" fmla="*/ 836876 h 1252460"/>
                <a:gd name="connsiteX9" fmla="*/ 418425 w 837801"/>
                <a:gd name="connsiteY9" fmla="*/ 553479 h 1252460"/>
                <a:gd name="connsiteX10" fmla="*/ 137890 w 837801"/>
                <a:gd name="connsiteY10" fmla="*/ 836876 h 1252460"/>
                <a:gd name="connsiteX11" fmla="*/ 418425 w 837801"/>
                <a:gd name="connsiteY11" fmla="*/ 1120272 h 1252460"/>
                <a:gd name="connsiteX12" fmla="*/ 699911 w 837801"/>
                <a:gd name="connsiteY12" fmla="*/ 836876 h 125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7801" h="1252460">
                  <a:moveTo>
                    <a:pt x="837801" y="0"/>
                  </a:moveTo>
                  <a:cubicBezTo>
                    <a:pt x="837801" y="0"/>
                    <a:pt x="837801" y="654285"/>
                    <a:pt x="837801" y="835925"/>
                  </a:cubicBezTo>
                  <a:cubicBezTo>
                    <a:pt x="837801" y="1006153"/>
                    <a:pt x="710372" y="1252461"/>
                    <a:pt x="400357" y="1252461"/>
                  </a:cubicBezTo>
                  <a:cubicBezTo>
                    <a:pt x="180684" y="1252461"/>
                    <a:pt x="0" y="1070821"/>
                    <a:pt x="0" y="835925"/>
                  </a:cubicBezTo>
                  <a:cubicBezTo>
                    <a:pt x="0" y="601029"/>
                    <a:pt x="180684" y="419389"/>
                    <a:pt x="400357" y="419389"/>
                  </a:cubicBezTo>
                  <a:cubicBezTo>
                    <a:pt x="535394" y="419389"/>
                    <a:pt x="636196" y="479302"/>
                    <a:pt x="699911" y="576303"/>
                  </a:cubicBezTo>
                  <a:lnTo>
                    <a:pt x="699911" y="0"/>
                  </a:lnTo>
                  <a:lnTo>
                    <a:pt x="837801" y="0"/>
                  </a:lnTo>
                  <a:close/>
                  <a:moveTo>
                    <a:pt x="699911" y="836876"/>
                  </a:moveTo>
                  <a:cubicBezTo>
                    <a:pt x="699911" y="675207"/>
                    <a:pt x="578187" y="553479"/>
                    <a:pt x="418425" y="553479"/>
                  </a:cubicBezTo>
                  <a:cubicBezTo>
                    <a:pt x="259614" y="553479"/>
                    <a:pt x="137890" y="675207"/>
                    <a:pt x="137890" y="836876"/>
                  </a:cubicBezTo>
                  <a:cubicBezTo>
                    <a:pt x="137890" y="998545"/>
                    <a:pt x="259614" y="1120272"/>
                    <a:pt x="418425" y="1120272"/>
                  </a:cubicBezTo>
                  <a:cubicBezTo>
                    <a:pt x="578187" y="1120272"/>
                    <a:pt x="699911" y="998545"/>
                    <a:pt x="699911" y="836876"/>
                  </a:cubicBezTo>
                  <a:close/>
                </a:path>
              </a:pathLst>
            </a:custGeom>
            <a:solidFill>
              <a:srgbClr val="3C3C3C"/>
            </a:solidFill>
            <a:ln w="9479" cap="flat">
              <a:noFill/>
              <a:prstDash val="solid"/>
              <a:miter/>
            </a:ln>
          </p:spPr>
          <p:txBody>
            <a:bodyPr rtlCol="0" anchor="ctr"/>
            <a:lstStyle/>
            <a:p>
              <a:endParaRPr lang="en-US"/>
            </a:p>
          </p:txBody>
        </p:sp>
        <p:sp>
          <p:nvSpPr>
            <p:cNvPr id="5" name="Freeform 4">
              <a:extLst>
                <a:ext uri="{FF2B5EF4-FFF2-40B4-BE49-F238E27FC236}">
                  <a16:creationId xmlns:a16="http://schemas.microsoft.com/office/drawing/2014/main" id="{9CD5A98A-D1F7-B593-ADAF-339989075608}"/>
                </a:ext>
              </a:extLst>
            </p:cNvPr>
            <p:cNvSpPr/>
            <p:nvPr/>
          </p:nvSpPr>
          <p:spPr>
            <a:xfrm>
              <a:off x="5819268" y="3355773"/>
              <a:ext cx="562020" cy="566793"/>
            </a:xfrm>
            <a:custGeom>
              <a:avLst/>
              <a:gdLst>
                <a:gd name="connsiteX0" fmla="*/ 562021 w 562020"/>
                <a:gd name="connsiteY0" fmla="*/ 283397 h 566793"/>
                <a:gd name="connsiteX1" fmla="*/ 280535 w 562020"/>
                <a:gd name="connsiteY1" fmla="*/ 0 h 566793"/>
                <a:gd name="connsiteX2" fmla="*/ 0 w 562020"/>
                <a:gd name="connsiteY2" fmla="*/ 283397 h 566793"/>
                <a:gd name="connsiteX3" fmla="*/ 280535 w 562020"/>
                <a:gd name="connsiteY3" fmla="*/ 566793 h 566793"/>
                <a:gd name="connsiteX4" fmla="*/ 562021 w 562020"/>
                <a:gd name="connsiteY4" fmla="*/ 283397 h 566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2020" h="566793">
                  <a:moveTo>
                    <a:pt x="562021" y="283397"/>
                  </a:moveTo>
                  <a:cubicBezTo>
                    <a:pt x="562021" y="121727"/>
                    <a:pt x="440297" y="0"/>
                    <a:pt x="280535" y="0"/>
                  </a:cubicBezTo>
                  <a:cubicBezTo>
                    <a:pt x="121724" y="0"/>
                    <a:pt x="0" y="121727"/>
                    <a:pt x="0" y="283397"/>
                  </a:cubicBezTo>
                  <a:cubicBezTo>
                    <a:pt x="0" y="445066"/>
                    <a:pt x="121724" y="566793"/>
                    <a:pt x="280535" y="566793"/>
                  </a:cubicBezTo>
                  <a:cubicBezTo>
                    <a:pt x="440297" y="566793"/>
                    <a:pt x="562021" y="445066"/>
                    <a:pt x="562021" y="283397"/>
                  </a:cubicBezTo>
                  <a:close/>
                </a:path>
              </a:pathLst>
            </a:custGeom>
            <a:solidFill>
              <a:srgbClr val="EF463C"/>
            </a:solidFill>
            <a:ln w="9479" cap="flat">
              <a:noFill/>
              <a:prstDash val="solid"/>
              <a:miter/>
            </a:ln>
          </p:spPr>
          <p:txBody>
            <a:bodyPr rtlCol="0" anchor="ctr"/>
            <a:lstStyle/>
            <a:p>
              <a:endParaRPr lang="en-US"/>
            </a:p>
          </p:txBody>
        </p:sp>
      </p:grpSp>
    </p:spTree>
    <p:extLst>
      <p:ext uri="{BB962C8B-B14F-4D97-AF65-F5344CB8AC3E}">
        <p14:creationId xmlns:p14="http://schemas.microsoft.com/office/powerpoint/2010/main" val="1164762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Slide 2">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8FC320C8-1A1F-BC9B-0D20-4264DA0E1E48}"/>
              </a:ext>
            </a:extLst>
          </p:cNvPr>
          <p:cNvSpPr>
            <a:spLocks noGrp="1"/>
          </p:cNvSpPr>
          <p:nvPr>
            <p:ph type="ctrTitle" hasCustomPrompt="1"/>
          </p:nvPr>
        </p:nvSpPr>
        <p:spPr>
          <a:xfrm>
            <a:off x="433754" y="360609"/>
            <a:ext cx="10234246" cy="1022713"/>
          </a:xfrm>
        </p:spPr>
        <p:txBody>
          <a:bodyPr lIns="0" tIns="0" rIns="0" bIns="0" anchor="t" anchorCtr="0">
            <a:normAutofit/>
          </a:bodyPr>
          <a:lstStyle>
            <a:lvl1pPr algn="l">
              <a:lnSpc>
                <a:spcPct val="90000"/>
              </a:lnSpc>
              <a:defRPr sz="4000" b="0" i="0" spc="-100" baseline="0">
                <a:solidFill>
                  <a:schemeClr val="bg2"/>
                </a:solidFill>
                <a:latin typeface="+mj-lt"/>
              </a:defRPr>
            </a:lvl1pPr>
          </a:lstStyle>
          <a:p>
            <a:r>
              <a:rPr lang="en-GB"/>
              <a:t>click to edit master title style</a:t>
            </a:r>
            <a:endParaRPr lang="en-US"/>
          </a:p>
        </p:txBody>
      </p:sp>
      <p:sp>
        <p:nvSpPr>
          <p:cNvPr id="21" name="Text Placeholder 9">
            <a:extLst>
              <a:ext uri="{FF2B5EF4-FFF2-40B4-BE49-F238E27FC236}">
                <a16:creationId xmlns:a16="http://schemas.microsoft.com/office/drawing/2014/main" id="{725273E4-AC85-CFB8-6465-3FFAD6733D88}"/>
              </a:ext>
            </a:extLst>
          </p:cNvPr>
          <p:cNvSpPr>
            <a:spLocks noGrp="1"/>
          </p:cNvSpPr>
          <p:nvPr>
            <p:ph type="body" sz="quarter" idx="13"/>
          </p:nvPr>
        </p:nvSpPr>
        <p:spPr>
          <a:xfrm>
            <a:off x="1265274" y="1509031"/>
            <a:ext cx="4725218" cy="367201"/>
          </a:xfrm>
        </p:spPr>
        <p:txBody>
          <a:bodyPr lIns="0" tIns="0" rIns="0" bIns="0">
            <a:noAutofit/>
          </a:bodyPr>
          <a:lstStyle>
            <a:lvl1pPr marL="0" indent="0">
              <a:spcBef>
                <a:spcPts val="0"/>
              </a:spcBef>
              <a:spcAft>
                <a:spcPts val="1000"/>
              </a:spcAft>
              <a:buNone/>
              <a:defRPr sz="2000" b="1" i="0">
                <a:solidFill>
                  <a:schemeClr val="tx2"/>
                </a:solidFill>
                <a:latin typeface="+mn-lt"/>
              </a:defRPr>
            </a:lvl1pPr>
            <a:lvl2pPr marL="0" indent="0">
              <a:spcBef>
                <a:spcPts val="0"/>
              </a:spcBef>
              <a:spcAft>
                <a:spcPts val="1000"/>
              </a:spcAft>
              <a:buNone/>
              <a:defRPr sz="2000" b="0" i="0">
                <a:solidFill>
                  <a:schemeClr val="bg1"/>
                </a:solidFill>
                <a:latin typeface="Avenir Light" panose="020B0402020203020204" pitchFamily="34" charset="77"/>
              </a:defRPr>
            </a:lvl2pPr>
            <a:lvl3pPr marL="180000" indent="-180000">
              <a:spcBef>
                <a:spcPts val="0"/>
              </a:spcBef>
              <a:spcAft>
                <a:spcPts val="1000"/>
              </a:spcAft>
              <a:buClr>
                <a:schemeClr val="bg1"/>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bg1"/>
              </a:buClr>
              <a:defRPr sz="1400" b="0" i="0">
                <a:solidFill>
                  <a:schemeClr val="bg1"/>
                </a:solidFill>
                <a:latin typeface="Avenir Light" panose="020B0402020203020204" pitchFamily="34" charset="77"/>
              </a:defRPr>
            </a:lvl5pPr>
          </a:lstStyle>
          <a:p>
            <a:pPr lvl="0"/>
            <a:r>
              <a:rPr lang="en-GB"/>
              <a:t>Click to edit Master text styles</a:t>
            </a:r>
          </a:p>
        </p:txBody>
      </p:sp>
      <p:sp>
        <p:nvSpPr>
          <p:cNvPr id="24" name="Text Placeholder 9">
            <a:extLst>
              <a:ext uri="{FF2B5EF4-FFF2-40B4-BE49-F238E27FC236}">
                <a16:creationId xmlns:a16="http://schemas.microsoft.com/office/drawing/2014/main" id="{A62B4F34-6AFE-235B-AF28-E130225D2582}"/>
              </a:ext>
            </a:extLst>
          </p:cNvPr>
          <p:cNvSpPr>
            <a:spLocks noGrp="1"/>
          </p:cNvSpPr>
          <p:nvPr>
            <p:ph type="body" sz="quarter" idx="15" hasCustomPrompt="1"/>
          </p:nvPr>
        </p:nvSpPr>
        <p:spPr>
          <a:xfrm>
            <a:off x="1265274" y="1853038"/>
            <a:ext cx="4725218" cy="324699"/>
          </a:xfrm>
        </p:spPr>
        <p:txBody>
          <a:bodyPr lIns="0" tIns="0" rIns="0" bIns="0">
            <a:noAutofit/>
          </a:bodyPr>
          <a:lstStyle>
            <a:lvl1pPr marL="0" indent="0">
              <a:spcBef>
                <a:spcPts val="0"/>
              </a:spcBef>
              <a:spcAft>
                <a:spcPts val="500"/>
              </a:spcAft>
              <a:buNone/>
              <a:defRPr sz="1400" b="0" i="0">
                <a:solidFill>
                  <a:schemeClr val="tx1"/>
                </a:solidFill>
                <a:latin typeface="+mn-lt"/>
              </a:defRPr>
            </a:lvl1pPr>
            <a:lvl2pPr marL="0" indent="0">
              <a:spcBef>
                <a:spcPts val="0"/>
              </a:spcBef>
              <a:spcAft>
                <a:spcPts val="500"/>
              </a:spcAft>
              <a:buNone/>
              <a:defRPr sz="2000" b="0" i="0">
                <a:solidFill>
                  <a:schemeClr val="tx1"/>
                </a:solidFill>
                <a:latin typeface="+mn-lt"/>
              </a:defRPr>
            </a:lvl2pPr>
            <a:lvl3pPr marL="180000" indent="-180000">
              <a:spcBef>
                <a:spcPts val="0"/>
              </a:spcBef>
              <a:spcAft>
                <a:spcPts val="1000"/>
              </a:spcAft>
              <a:buClr>
                <a:schemeClr val="tx2"/>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tx2"/>
              </a:buClr>
              <a:defRPr sz="1400" b="0" i="0">
                <a:solidFill>
                  <a:schemeClr val="bg1"/>
                </a:solidFill>
                <a:latin typeface="Avenir Light" panose="020B0402020203020204" pitchFamily="34" charset="77"/>
              </a:defRPr>
            </a:lvl5pPr>
          </a:lstStyle>
          <a:p>
            <a:pPr lvl="0"/>
            <a:r>
              <a:rPr lang="en-GB"/>
              <a:t>Click to edit master text styles</a:t>
            </a:r>
          </a:p>
          <a:p>
            <a:pPr lvl="1"/>
            <a:endParaRPr lang="en-US"/>
          </a:p>
        </p:txBody>
      </p:sp>
      <p:sp>
        <p:nvSpPr>
          <p:cNvPr id="27" name="Text Placeholder 9">
            <a:extLst>
              <a:ext uri="{FF2B5EF4-FFF2-40B4-BE49-F238E27FC236}">
                <a16:creationId xmlns:a16="http://schemas.microsoft.com/office/drawing/2014/main" id="{472BB6BD-0880-4341-CEEF-09CFC693C632}"/>
              </a:ext>
            </a:extLst>
          </p:cNvPr>
          <p:cNvSpPr>
            <a:spLocks noGrp="1"/>
          </p:cNvSpPr>
          <p:nvPr>
            <p:ph type="body" sz="quarter" idx="22"/>
          </p:nvPr>
        </p:nvSpPr>
        <p:spPr>
          <a:xfrm>
            <a:off x="1265274" y="2359409"/>
            <a:ext cx="4725218" cy="367201"/>
          </a:xfrm>
        </p:spPr>
        <p:txBody>
          <a:bodyPr lIns="0" tIns="0" rIns="0" bIns="0">
            <a:noAutofit/>
          </a:bodyPr>
          <a:lstStyle>
            <a:lvl1pPr marL="0" indent="0">
              <a:spcBef>
                <a:spcPts val="0"/>
              </a:spcBef>
              <a:spcAft>
                <a:spcPts val="1000"/>
              </a:spcAft>
              <a:buNone/>
              <a:defRPr sz="2000" b="1" i="0">
                <a:solidFill>
                  <a:schemeClr val="tx2"/>
                </a:solidFill>
                <a:latin typeface="+mn-lt"/>
              </a:defRPr>
            </a:lvl1pPr>
            <a:lvl2pPr marL="0" indent="0">
              <a:spcBef>
                <a:spcPts val="0"/>
              </a:spcBef>
              <a:spcAft>
                <a:spcPts val="1000"/>
              </a:spcAft>
              <a:buNone/>
              <a:defRPr sz="2000" b="0" i="0">
                <a:solidFill>
                  <a:schemeClr val="bg1"/>
                </a:solidFill>
                <a:latin typeface="Avenir Light" panose="020B0402020203020204" pitchFamily="34" charset="77"/>
              </a:defRPr>
            </a:lvl2pPr>
            <a:lvl3pPr marL="180000" indent="-180000">
              <a:spcBef>
                <a:spcPts val="0"/>
              </a:spcBef>
              <a:spcAft>
                <a:spcPts val="1000"/>
              </a:spcAft>
              <a:buClr>
                <a:schemeClr val="bg1"/>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bg1"/>
              </a:buClr>
              <a:defRPr sz="1400" b="0" i="0">
                <a:solidFill>
                  <a:schemeClr val="bg1"/>
                </a:solidFill>
                <a:latin typeface="Avenir Light" panose="020B0402020203020204" pitchFamily="34" charset="77"/>
              </a:defRPr>
            </a:lvl5pPr>
          </a:lstStyle>
          <a:p>
            <a:pPr lvl="0"/>
            <a:r>
              <a:rPr lang="en-GB"/>
              <a:t>Click to edit Master text styles</a:t>
            </a:r>
          </a:p>
        </p:txBody>
      </p:sp>
      <p:sp>
        <p:nvSpPr>
          <p:cNvPr id="50" name="Text Placeholder 9">
            <a:extLst>
              <a:ext uri="{FF2B5EF4-FFF2-40B4-BE49-F238E27FC236}">
                <a16:creationId xmlns:a16="http://schemas.microsoft.com/office/drawing/2014/main" id="{AB3E0B9E-6AD9-D952-EDFF-3267DEB7FF63}"/>
              </a:ext>
            </a:extLst>
          </p:cNvPr>
          <p:cNvSpPr>
            <a:spLocks noGrp="1"/>
          </p:cNvSpPr>
          <p:nvPr>
            <p:ph type="body" sz="quarter" idx="23" hasCustomPrompt="1"/>
          </p:nvPr>
        </p:nvSpPr>
        <p:spPr>
          <a:xfrm>
            <a:off x="1265274" y="2703416"/>
            <a:ext cx="4725218" cy="324699"/>
          </a:xfrm>
        </p:spPr>
        <p:txBody>
          <a:bodyPr lIns="0" tIns="0" rIns="0" bIns="0">
            <a:noAutofit/>
          </a:bodyPr>
          <a:lstStyle>
            <a:lvl1pPr marL="0" indent="0">
              <a:spcBef>
                <a:spcPts val="0"/>
              </a:spcBef>
              <a:spcAft>
                <a:spcPts val="500"/>
              </a:spcAft>
              <a:buNone/>
              <a:defRPr sz="1400" b="0" i="0">
                <a:solidFill>
                  <a:schemeClr val="tx1"/>
                </a:solidFill>
                <a:latin typeface="+mn-lt"/>
              </a:defRPr>
            </a:lvl1pPr>
            <a:lvl2pPr marL="0" indent="0">
              <a:spcBef>
                <a:spcPts val="0"/>
              </a:spcBef>
              <a:spcAft>
                <a:spcPts val="500"/>
              </a:spcAft>
              <a:buNone/>
              <a:defRPr sz="2000" b="0" i="0">
                <a:solidFill>
                  <a:schemeClr val="tx1"/>
                </a:solidFill>
                <a:latin typeface="Avenir Next" panose="020B0503020202020204" pitchFamily="34" charset="0"/>
              </a:defRPr>
            </a:lvl2pPr>
            <a:lvl3pPr marL="180000" indent="-180000">
              <a:spcBef>
                <a:spcPts val="0"/>
              </a:spcBef>
              <a:spcAft>
                <a:spcPts val="1000"/>
              </a:spcAft>
              <a:buClr>
                <a:schemeClr val="tx2"/>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tx2"/>
              </a:buClr>
              <a:defRPr sz="1400" b="0" i="0">
                <a:solidFill>
                  <a:schemeClr val="bg1"/>
                </a:solidFill>
                <a:latin typeface="Avenir Light" panose="020B0402020203020204" pitchFamily="34" charset="77"/>
              </a:defRPr>
            </a:lvl5pPr>
          </a:lstStyle>
          <a:p>
            <a:pPr lvl="0"/>
            <a:r>
              <a:rPr lang="en-GB"/>
              <a:t>Click to edit master text styles</a:t>
            </a:r>
          </a:p>
          <a:p>
            <a:pPr lvl="1"/>
            <a:endParaRPr lang="en-US"/>
          </a:p>
        </p:txBody>
      </p:sp>
      <p:sp>
        <p:nvSpPr>
          <p:cNvPr id="51" name="Text Placeholder 9">
            <a:extLst>
              <a:ext uri="{FF2B5EF4-FFF2-40B4-BE49-F238E27FC236}">
                <a16:creationId xmlns:a16="http://schemas.microsoft.com/office/drawing/2014/main" id="{9763D46B-63E2-9116-5880-9EEB39AEB523}"/>
              </a:ext>
            </a:extLst>
          </p:cNvPr>
          <p:cNvSpPr>
            <a:spLocks noGrp="1"/>
          </p:cNvSpPr>
          <p:nvPr>
            <p:ph type="body" sz="quarter" idx="24"/>
          </p:nvPr>
        </p:nvSpPr>
        <p:spPr>
          <a:xfrm>
            <a:off x="1265274" y="3209978"/>
            <a:ext cx="4725218" cy="367201"/>
          </a:xfrm>
        </p:spPr>
        <p:txBody>
          <a:bodyPr lIns="0" tIns="0" rIns="0" bIns="0">
            <a:noAutofit/>
          </a:bodyPr>
          <a:lstStyle>
            <a:lvl1pPr marL="0" indent="0">
              <a:spcBef>
                <a:spcPts val="0"/>
              </a:spcBef>
              <a:spcAft>
                <a:spcPts val="1000"/>
              </a:spcAft>
              <a:buNone/>
              <a:defRPr sz="2000" b="1" i="0">
                <a:solidFill>
                  <a:schemeClr val="tx2"/>
                </a:solidFill>
                <a:latin typeface="+mn-lt"/>
              </a:defRPr>
            </a:lvl1pPr>
            <a:lvl2pPr marL="0" indent="0">
              <a:spcBef>
                <a:spcPts val="0"/>
              </a:spcBef>
              <a:spcAft>
                <a:spcPts val="1000"/>
              </a:spcAft>
              <a:buNone/>
              <a:defRPr sz="2000" b="0" i="0">
                <a:solidFill>
                  <a:schemeClr val="bg1"/>
                </a:solidFill>
                <a:latin typeface="Avenir Light" panose="020B0402020203020204" pitchFamily="34" charset="77"/>
              </a:defRPr>
            </a:lvl2pPr>
            <a:lvl3pPr marL="180000" indent="-180000">
              <a:spcBef>
                <a:spcPts val="0"/>
              </a:spcBef>
              <a:spcAft>
                <a:spcPts val="1000"/>
              </a:spcAft>
              <a:buClr>
                <a:schemeClr val="bg1"/>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bg1"/>
              </a:buClr>
              <a:defRPr sz="1400" b="0" i="0">
                <a:solidFill>
                  <a:schemeClr val="bg1"/>
                </a:solidFill>
                <a:latin typeface="Avenir Light" panose="020B0402020203020204" pitchFamily="34" charset="77"/>
              </a:defRPr>
            </a:lvl5pPr>
          </a:lstStyle>
          <a:p>
            <a:pPr lvl="0"/>
            <a:r>
              <a:rPr lang="en-GB"/>
              <a:t>Click to edit Master text styles</a:t>
            </a:r>
          </a:p>
        </p:txBody>
      </p:sp>
      <p:sp>
        <p:nvSpPr>
          <p:cNvPr id="52" name="Text Placeholder 9">
            <a:extLst>
              <a:ext uri="{FF2B5EF4-FFF2-40B4-BE49-F238E27FC236}">
                <a16:creationId xmlns:a16="http://schemas.microsoft.com/office/drawing/2014/main" id="{3F1D8690-4F33-D206-31E1-DDEC4085CDB8}"/>
              </a:ext>
            </a:extLst>
          </p:cNvPr>
          <p:cNvSpPr>
            <a:spLocks noGrp="1"/>
          </p:cNvSpPr>
          <p:nvPr>
            <p:ph type="body" sz="quarter" idx="25" hasCustomPrompt="1"/>
          </p:nvPr>
        </p:nvSpPr>
        <p:spPr>
          <a:xfrm>
            <a:off x="1265274" y="3553985"/>
            <a:ext cx="4725218" cy="324699"/>
          </a:xfrm>
        </p:spPr>
        <p:txBody>
          <a:bodyPr lIns="0" tIns="0" rIns="0" bIns="0">
            <a:noAutofit/>
          </a:bodyPr>
          <a:lstStyle>
            <a:lvl1pPr marL="0" indent="0">
              <a:spcBef>
                <a:spcPts val="0"/>
              </a:spcBef>
              <a:spcAft>
                <a:spcPts val="500"/>
              </a:spcAft>
              <a:buNone/>
              <a:defRPr sz="1400" b="0" i="0">
                <a:solidFill>
                  <a:schemeClr val="tx1"/>
                </a:solidFill>
                <a:latin typeface="+mj-lt"/>
              </a:defRPr>
            </a:lvl1pPr>
            <a:lvl2pPr marL="0" indent="0">
              <a:spcBef>
                <a:spcPts val="0"/>
              </a:spcBef>
              <a:spcAft>
                <a:spcPts val="500"/>
              </a:spcAft>
              <a:buNone/>
              <a:defRPr sz="2000" b="0" i="0">
                <a:solidFill>
                  <a:schemeClr val="tx1"/>
                </a:solidFill>
                <a:latin typeface="+mj-lt"/>
              </a:defRPr>
            </a:lvl2pPr>
            <a:lvl3pPr marL="180000" indent="-180000">
              <a:spcBef>
                <a:spcPts val="0"/>
              </a:spcBef>
              <a:spcAft>
                <a:spcPts val="1000"/>
              </a:spcAft>
              <a:buClr>
                <a:schemeClr val="tx2"/>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tx2"/>
              </a:buClr>
              <a:defRPr sz="1400" b="0" i="0">
                <a:solidFill>
                  <a:schemeClr val="bg1"/>
                </a:solidFill>
                <a:latin typeface="Avenir Light" panose="020B0402020203020204" pitchFamily="34" charset="77"/>
              </a:defRPr>
            </a:lvl5pPr>
          </a:lstStyle>
          <a:p>
            <a:pPr lvl="0"/>
            <a:r>
              <a:rPr lang="en-GB"/>
              <a:t>Click to edit master text styles</a:t>
            </a:r>
          </a:p>
          <a:p>
            <a:pPr lvl="1"/>
            <a:endParaRPr lang="en-US"/>
          </a:p>
        </p:txBody>
      </p:sp>
      <p:sp>
        <p:nvSpPr>
          <p:cNvPr id="53" name="Text Placeholder 9">
            <a:extLst>
              <a:ext uri="{FF2B5EF4-FFF2-40B4-BE49-F238E27FC236}">
                <a16:creationId xmlns:a16="http://schemas.microsoft.com/office/drawing/2014/main" id="{A545980C-7AF9-B2DD-EBC0-9F978447EE4D}"/>
              </a:ext>
            </a:extLst>
          </p:cNvPr>
          <p:cNvSpPr>
            <a:spLocks noGrp="1"/>
          </p:cNvSpPr>
          <p:nvPr>
            <p:ph type="body" sz="quarter" idx="26"/>
          </p:nvPr>
        </p:nvSpPr>
        <p:spPr>
          <a:xfrm>
            <a:off x="1265274" y="4060356"/>
            <a:ext cx="4725218" cy="367201"/>
          </a:xfrm>
        </p:spPr>
        <p:txBody>
          <a:bodyPr lIns="0" tIns="0" rIns="0" bIns="0">
            <a:noAutofit/>
          </a:bodyPr>
          <a:lstStyle>
            <a:lvl1pPr marL="0" indent="0">
              <a:spcBef>
                <a:spcPts val="0"/>
              </a:spcBef>
              <a:spcAft>
                <a:spcPts val="1000"/>
              </a:spcAft>
              <a:buNone/>
              <a:defRPr sz="2000" b="1" i="0">
                <a:solidFill>
                  <a:schemeClr val="tx2"/>
                </a:solidFill>
                <a:latin typeface="+mn-lt"/>
              </a:defRPr>
            </a:lvl1pPr>
            <a:lvl2pPr marL="0" indent="0">
              <a:spcBef>
                <a:spcPts val="0"/>
              </a:spcBef>
              <a:spcAft>
                <a:spcPts val="1000"/>
              </a:spcAft>
              <a:buNone/>
              <a:defRPr sz="2000" b="0" i="0">
                <a:solidFill>
                  <a:schemeClr val="bg1"/>
                </a:solidFill>
                <a:latin typeface="Avenir Light" panose="020B0402020203020204" pitchFamily="34" charset="77"/>
              </a:defRPr>
            </a:lvl2pPr>
            <a:lvl3pPr marL="180000" indent="-180000">
              <a:spcBef>
                <a:spcPts val="0"/>
              </a:spcBef>
              <a:spcAft>
                <a:spcPts val="1000"/>
              </a:spcAft>
              <a:buClr>
                <a:schemeClr val="bg1"/>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bg1"/>
              </a:buClr>
              <a:defRPr sz="1400" b="0" i="0">
                <a:solidFill>
                  <a:schemeClr val="bg1"/>
                </a:solidFill>
                <a:latin typeface="Avenir Light" panose="020B0402020203020204" pitchFamily="34" charset="77"/>
              </a:defRPr>
            </a:lvl5pPr>
          </a:lstStyle>
          <a:p>
            <a:pPr lvl="0"/>
            <a:r>
              <a:rPr lang="en-GB"/>
              <a:t>Click to edit Master text styles</a:t>
            </a:r>
          </a:p>
        </p:txBody>
      </p:sp>
      <p:sp>
        <p:nvSpPr>
          <p:cNvPr id="54" name="Text Placeholder 9">
            <a:extLst>
              <a:ext uri="{FF2B5EF4-FFF2-40B4-BE49-F238E27FC236}">
                <a16:creationId xmlns:a16="http://schemas.microsoft.com/office/drawing/2014/main" id="{22649980-372F-E561-02F6-66474AC2B32B}"/>
              </a:ext>
            </a:extLst>
          </p:cNvPr>
          <p:cNvSpPr>
            <a:spLocks noGrp="1"/>
          </p:cNvSpPr>
          <p:nvPr>
            <p:ph type="body" sz="quarter" idx="27" hasCustomPrompt="1"/>
          </p:nvPr>
        </p:nvSpPr>
        <p:spPr>
          <a:xfrm>
            <a:off x="1265274" y="4404363"/>
            <a:ext cx="4725218" cy="324699"/>
          </a:xfrm>
        </p:spPr>
        <p:txBody>
          <a:bodyPr lIns="0" tIns="0" rIns="0" bIns="0">
            <a:noAutofit/>
          </a:bodyPr>
          <a:lstStyle>
            <a:lvl1pPr marL="0" indent="0">
              <a:spcBef>
                <a:spcPts val="0"/>
              </a:spcBef>
              <a:spcAft>
                <a:spcPts val="500"/>
              </a:spcAft>
              <a:buNone/>
              <a:defRPr sz="1400" b="0" i="0">
                <a:solidFill>
                  <a:schemeClr val="tx1"/>
                </a:solidFill>
                <a:latin typeface="+mn-lt"/>
              </a:defRPr>
            </a:lvl1pPr>
            <a:lvl2pPr marL="0" indent="0">
              <a:spcBef>
                <a:spcPts val="0"/>
              </a:spcBef>
              <a:spcAft>
                <a:spcPts val="500"/>
              </a:spcAft>
              <a:buNone/>
              <a:defRPr sz="2000" b="0" i="0">
                <a:solidFill>
                  <a:schemeClr val="tx1"/>
                </a:solidFill>
                <a:latin typeface="+mn-lt"/>
              </a:defRPr>
            </a:lvl2pPr>
            <a:lvl3pPr marL="180000" indent="-180000">
              <a:spcBef>
                <a:spcPts val="0"/>
              </a:spcBef>
              <a:spcAft>
                <a:spcPts val="1000"/>
              </a:spcAft>
              <a:buClr>
                <a:schemeClr val="tx2"/>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tx2"/>
              </a:buClr>
              <a:defRPr sz="1400" b="0" i="0">
                <a:solidFill>
                  <a:schemeClr val="bg1"/>
                </a:solidFill>
                <a:latin typeface="Avenir Light" panose="020B0402020203020204" pitchFamily="34" charset="77"/>
              </a:defRPr>
            </a:lvl5pPr>
          </a:lstStyle>
          <a:p>
            <a:pPr lvl="0"/>
            <a:r>
              <a:rPr lang="en-GB"/>
              <a:t>Click to edit master text styles</a:t>
            </a:r>
          </a:p>
          <a:p>
            <a:pPr lvl="1"/>
            <a:endParaRPr lang="en-US"/>
          </a:p>
        </p:txBody>
      </p:sp>
      <p:sp>
        <p:nvSpPr>
          <p:cNvPr id="60" name="Text Placeholder 9">
            <a:extLst>
              <a:ext uri="{FF2B5EF4-FFF2-40B4-BE49-F238E27FC236}">
                <a16:creationId xmlns:a16="http://schemas.microsoft.com/office/drawing/2014/main" id="{73426763-6983-0E30-8C71-FA4706DF453D}"/>
              </a:ext>
            </a:extLst>
          </p:cNvPr>
          <p:cNvSpPr>
            <a:spLocks noGrp="1"/>
          </p:cNvSpPr>
          <p:nvPr>
            <p:ph type="body" sz="quarter" idx="28"/>
          </p:nvPr>
        </p:nvSpPr>
        <p:spPr>
          <a:xfrm>
            <a:off x="1265274" y="4957781"/>
            <a:ext cx="4725218" cy="367201"/>
          </a:xfrm>
        </p:spPr>
        <p:txBody>
          <a:bodyPr lIns="0" tIns="0" rIns="0" bIns="0">
            <a:noAutofit/>
          </a:bodyPr>
          <a:lstStyle>
            <a:lvl1pPr marL="0" indent="0">
              <a:spcBef>
                <a:spcPts val="0"/>
              </a:spcBef>
              <a:spcAft>
                <a:spcPts val="1000"/>
              </a:spcAft>
              <a:buNone/>
              <a:defRPr sz="2000" b="1" i="0">
                <a:solidFill>
                  <a:schemeClr val="tx2"/>
                </a:solidFill>
                <a:latin typeface="+mn-lt"/>
              </a:defRPr>
            </a:lvl1pPr>
            <a:lvl2pPr marL="0" indent="0">
              <a:spcBef>
                <a:spcPts val="0"/>
              </a:spcBef>
              <a:spcAft>
                <a:spcPts val="1000"/>
              </a:spcAft>
              <a:buNone/>
              <a:defRPr sz="2000" b="0" i="0">
                <a:solidFill>
                  <a:schemeClr val="bg1"/>
                </a:solidFill>
                <a:latin typeface="Avenir Light" panose="020B0402020203020204" pitchFamily="34" charset="77"/>
              </a:defRPr>
            </a:lvl2pPr>
            <a:lvl3pPr marL="180000" indent="-180000">
              <a:spcBef>
                <a:spcPts val="0"/>
              </a:spcBef>
              <a:spcAft>
                <a:spcPts val="1000"/>
              </a:spcAft>
              <a:buClr>
                <a:schemeClr val="bg1"/>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bg1"/>
              </a:buClr>
              <a:defRPr sz="1400" b="0" i="0">
                <a:solidFill>
                  <a:schemeClr val="bg1"/>
                </a:solidFill>
                <a:latin typeface="Avenir Light" panose="020B0402020203020204" pitchFamily="34" charset="77"/>
              </a:defRPr>
            </a:lvl5pPr>
          </a:lstStyle>
          <a:p>
            <a:pPr lvl="0"/>
            <a:r>
              <a:rPr lang="en-GB"/>
              <a:t>Click to edit Master text styles</a:t>
            </a:r>
          </a:p>
        </p:txBody>
      </p:sp>
      <p:sp>
        <p:nvSpPr>
          <p:cNvPr id="61" name="Text Placeholder 9">
            <a:extLst>
              <a:ext uri="{FF2B5EF4-FFF2-40B4-BE49-F238E27FC236}">
                <a16:creationId xmlns:a16="http://schemas.microsoft.com/office/drawing/2014/main" id="{7094AC5C-F53F-83F3-8A6B-895A89B8653F}"/>
              </a:ext>
            </a:extLst>
          </p:cNvPr>
          <p:cNvSpPr>
            <a:spLocks noGrp="1"/>
          </p:cNvSpPr>
          <p:nvPr>
            <p:ph type="body" sz="quarter" idx="29" hasCustomPrompt="1"/>
          </p:nvPr>
        </p:nvSpPr>
        <p:spPr>
          <a:xfrm>
            <a:off x="1265274" y="5301788"/>
            <a:ext cx="4725218" cy="324699"/>
          </a:xfrm>
        </p:spPr>
        <p:txBody>
          <a:bodyPr lIns="0" tIns="0" rIns="0" bIns="0">
            <a:noAutofit/>
          </a:bodyPr>
          <a:lstStyle>
            <a:lvl1pPr marL="0" indent="0">
              <a:spcBef>
                <a:spcPts val="0"/>
              </a:spcBef>
              <a:spcAft>
                <a:spcPts val="500"/>
              </a:spcAft>
              <a:buNone/>
              <a:defRPr sz="1400" b="0" i="0">
                <a:solidFill>
                  <a:schemeClr val="tx1"/>
                </a:solidFill>
                <a:latin typeface="+mn-lt"/>
              </a:defRPr>
            </a:lvl1pPr>
            <a:lvl2pPr marL="0" indent="0">
              <a:spcBef>
                <a:spcPts val="0"/>
              </a:spcBef>
              <a:spcAft>
                <a:spcPts val="500"/>
              </a:spcAft>
              <a:buNone/>
              <a:defRPr sz="2000" b="0" i="0">
                <a:solidFill>
                  <a:schemeClr val="tx1"/>
                </a:solidFill>
                <a:latin typeface="+mn-lt"/>
              </a:defRPr>
            </a:lvl2pPr>
            <a:lvl3pPr marL="180000" indent="-180000">
              <a:spcBef>
                <a:spcPts val="0"/>
              </a:spcBef>
              <a:spcAft>
                <a:spcPts val="1000"/>
              </a:spcAft>
              <a:buClr>
                <a:schemeClr val="tx2"/>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tx2"/>
              </a:buClr>
              <a:defRPr sz="1400" b="0" i="0">
                <a:solidFill>
                  <a:schemeClr val="bg1"/>
                </a:solidFill>
                <a:latin typeface="Avenir Light" panose="020B0402020203020204" pitchFamily="34" charset="77"/>
              </a:defRPr>
            </a:lvl5pPr>
          </a:lstStyle>
          <a:p>
            <a:pPr lvl="0"/>
            <a:r>
              <a:rPr lang="en-GB"/>
              <a:t>Click to edit master text styles</a:t>
            </a:r>
          </a:p>
          <a:p>
            <a:pPr lvl="1"/>
            <a:endParaRPr lang="en-US"/>
          </a:p>
        </p:txBody>
      </p:sp>
      <p:pic>
        <p:nvPicPr>
          <p:cNvPr id="62" name="Picture 61">
            <a:extLst>
              <a:ext uri="{FF2B5EF4-FFF2-40B4-BE49-F238E27FC236}">
                <a16:creationId xmlns:a16="http://schemas.microsoft.com/office/drawing/2014/main" id="{655CB795-86B5-EF35-73EA-0A2800646D57}"/>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0757784" y="5130614"/>
            <a:ext cx="1452712" cy="976572"/>
          </a:xfrm>
          <a:prstGeom prst="rect">
            <a:avLst/>
          </a:prstGeom>
        </p:spPr>
      </p:pic>
      <p:sp>
        <p:nvSpPr>
          <p:cNvPr id="63" name="Text Placeholder 9">
            <a:extLst>
              <a:ext uri="{FF2B5EF4-FFF2-40B4-BE49-F238E27FC236}">
                <a16:creationId xmlns:a16="http://schemas.microsoft.com/office/drawing/2014/main" id="{97D8A76D-4649-A56E-7F34-E59B5A8E9378}"/>
              </a:ext>
            </a:extLst>
          </p:cNvPr>
          <p:cNvSpPr>
            <a:spLocks noGrp="1"/>
          </p:cNvSpPr>
          <p:nvPr>
            <p:ph type="body" sz="quarter" idx="30"/>
          </p:nvPr>
        </p:nvSpPr>
        <p:spPr>
          <a:xfrm>
            <a:off x="6921979" y="1509031"/>
            <a:ext cx="4725218" cy="367201"/>
          </a:xfrm>
        </p:spPr>
        <p:txBody>
          <a:bodyPr lIns="0" tIns="0" rIns="0" bIns="0">
            <a:noAutofit/>
          </a:bodyPr>
          <a:lstStyle>
            <a:lvl1pPr marL="0" indent="0">
              <a:spcBef>
                <a:spcPts val="0"/>
              </a:spcBef>
              <a:spcAft>
                <a:spcPts val="1000"/>
              </a:spcAft>
              <a:buNone/>
              <a:defRPr sz="2000" b="1" i="0">
                <a:solidFill>
                  <a:schemeClr val="tx2"/>
                </a:solidFill>
                <a:latin typeface="+mn-lt"/>
              </a:defRPr>
            </a:lvl1pPr>
            <a:lvl2pPr marL="0" indent="0">
              <a:spcBef>
                <a:spcPts val="0"/>
              </a:spcBef>
              <a:spcAft>
                <a:spcPts val="1000"/>
              </a:spcAft>
              <a:buNone/>
              <a:defRPr sz="2000" b="0" i="0">
                <a:solidFill>
                  <a:schemeClr val="bg1"/>
                </a:solidFill>
                <a:latin typeface="Avenir Light" panose="020B0402020203020204" pitchFamily="34" charset="77"/>
              </a:defRPr>
            </a:lvl2pPr>
            <a:lvl3pPr marL="180000" indent="-180000">
              <a:spcBef>
                <a:spcPts val="0"/>
              </a:spcBef>
              <a:spcAft>
                <a:spcPts val="1000"/>
              </a:spcAft>
              <a:buClr>
                <a:schemeClr val="bg1"/>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bg1"/>
              </a:buClr>
              <a:defRPr sz="1400" b="0" i="0">
                <a:solidFill>
                  <a:schemeClr val="bg1"/>
                </a:solidFill>
                <a:latin typeface="Avenir Light" panose="020B0402020203020204" pitchFamily="34" charset="77"/>
              </a:defRPr>
            </a:lvl5pPr>
          </a:lstStyle>
          <a:p>
            <a:pPr lvl="0"/>
            <a:r>
              <a:rPr lang="en-GB"/>
              <a:t>Click to edit Master text styles</a:t>
            </a:r>
          </a:p>
        </p:txBody>
      </p:sp>
      <p:sp>
        <p:nvSpPr>
          <p:cNvPr id="64" name="Text Placeholder 9">
            <a:extLst>
              <a:ext uri="{FF2B5EF4-FFF2-40B4-BE49-F238E27FC236}">
                <a16:creationId xmlns:a16="http://schemas.microsoft.com/office/drawing/2014/main" id="{6C598094-5B1B-0997-D83F-B88DEA5388C4}"/>
              </a:ext>
            </a:extLst>
          </p:cNvPr>
          <p:cNvSpPr>
            <a:spLocks noGrp="1"/>
          </p:cNvSpPr>
          <p:nvPr>
            <p:ph type="body" sz="quarter" idx="31" hasCustomPrompt="1"/>
          </p:nvPr>
        </p:nvSpPr>
        <p:spPr>
          <a:xfrm>
            <a:off x="6921979" y="1853038"/>
            <a:ext cx="4725218" cy="324699"/>
          </a:xfrm>
        </p:spPr>
        <p:txBody>
          <a:bodyPr lIns="0" tIns="0" rIns="0" bIns="0">
            <a:noAutofit/>
          </a:bodyPr>
          <a:lstStyle>
            <a:lvl1pPr marL="0" indent="0">
              <a:spcBef>
                <a:spcPts val="0"/>
              </a:spcBef>
              <a:spcAft>
                <a:spcPts val="500"/>
              </a:spcAft>
              <a:buNone/>
              <a:defRPr sz="1400" b="0" i="0">
                <a:solidFill>
                  <a:schemeClr val="tx1"/>
                </a:solidFill>
                <a:latin typeface="+mn-lt"/>
              </a:defRPr>
            </a:lvl1pPr>
            <a:lvl2pPr marL="0" indent="0">
              <a:spcBef>
                <a:spcPts val="0"/>
              </a:spcBef>
              <a:spcAft>
                <a:spcPts val="500"/>
              </a:spcAft>
              <a:buNone/>
              <a:defRPr sz="2000" b="0" i="0">
                <a:solidFill>
                  <a:schemeClr val="tx1"/>
                </a:solidFill>
                <a:latin typeface="+mn-lt"/>
              </a:defRPr>
            </a:lvl2pPr>
            <a:lvl3pPr marL="180000" indent="-180000">
              <a:spcBef>
                <a:spcPts val="0"/>
              </a:spcBef>
              <a:spcAft>
                <a:spcPts val="1000"/>
              </a:spcAft>
              <a:buClr>
                <a:schemeClr val="tx2"/>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tx2"/>
              </a:buClr>
              <a:defRPr sz="1400" b="0" i="0">
                <a:solidFill>
                  <a:schemeClr val="bg1"/>
                </a:solidFill>
                <a:latin typeface="Avenir Light" panose="020B0402020203020204" pitchFamily="34" charset="77"/>
              </a:defRPr>
            </a:lvl5pPr>
          </a:lstStyle>
          <a:p>
            <a:pPr lvl="0"/>
            <a:r>
              <a:rPr lang="en-GB"/>
              <a:t>Click to edit master text styles</a:t>
            </a:r>
          </a:p>
          <a:p>
            <a:pPr lvl="1"/>
            <a:endParaRPr lang="en-US"/>
          </a:p>
        </p:txBody>
      </p:sp>
      <p:sp>
        <p:nvSpPr>
          <p:cNvPr id="65" name="Text Placeholder 9">
            <a:extLst>
              <a:ext uri="{FF2B5EF4-FFF2-40B4-BE49-F238E27FC236}">
                <a16:creationId xmlns:a16="http://schemas.microsoft.com/office/drawing/2014/main" id="{E5BBB5F3-95C9-12A9-3188-2C85C8F0684C}"/>
              </a:ext>
            </a:extLst>
          </p:cNvPr>
          <p:cNvSpPr>
            <a:spLocks noGrp="1"/>
          </p:cNvSpPr>
          <p:nvPr>
            <p:ph type="body" sz="quarter" idx="32"/>
          </p:nvPr>
        </p:nvSpPr>
        <p:spPr>
          <a:xfrm>
            <a:off x="6921979" y="2359409"/>
            <a:ext cx="4725218" cy="367201"/>
          </a:xfrm>
        </p:spPr>
        <p:txBody>
          <a:bodyPr lIns="0" tIns="0" rIns="0" bIns="0">
            <a:noAutofit/>
          </a:bodyPr>
          <a:lstStyle>
            <a:lvl1pPr marL="0" indent="0">
              <a:spcBef>
                <a:spcPts val="0"/>
              </a:spcBef>
              <a:spcAft>
                <a:spcPts val="1000"/>
              </a:spcAft>
              <a:buNone/>
              <a:defRPr sz="2000" b="1" i="0">
                <a:solidFill>
                  <a:schemeClr val="tx2"/>
                </a:solidFill>
                <a:latin typeface="+mn-lt"/>
              </a:defRPr>
            </a:lvl1pPr>
            <a:lvl2pPr marL="0" indent="0">
              <a:spcBef>
                <a:spcPts val="0"/>
              </a:spcBef>
              <a:spcAft>
                <a:spcPts val="1000"/>
              </a:spcAft>
              <a:buNone/>
              <a:defRPr sz="2000" b="0" i="0">
                <a:solidFill>
                  <a:schemeClr val="bg1"/>
                </a:solidFill>
                <a:latin typeface="Avenir Light" panose="020B0402020203020204" pitchFamily="34" charset="77"/>
              </a:defRPr>
            </a:lvl2pPr>
            <a:lvl3pPr marL="180000" indent="-180000">
              <a:spcBef>
                <a:spcPts val="0"/>
              </a:spcBef>
              <a:spcAft>
                <a:spcPts val="1000"/>
              </a:spcAft>
              <a:buClr>
                <a:schemeClr val="bg1"/>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bg1"/>
              </a:buClr>
              <a:defRPr sz="1400" b="0" i="0">
                <a:solidFill>
                  <a:schemeClr val="bg1"/>
                </a:solidFill>
                <a:latin typeface="Avenir Light" panose="020B0402020203020204" pitchFamily="34" charset="77"/>
              </a:defRPr>
            </a:lvl5pPr>
          </a:lstStyle>
          <a:p>
            <a:pPr lvl="0"/>
            <a:r>
              <a:rPr lang="en-GB"/>
              <a:t>Click to edit Master text styles</a:t>
            </a:r>
          </a:p>
        </p:txBody>
      </p:sp>
      <p:sp>
        <p:nvSpPr>
          <p:cNvPr id="66" name="Text Placeholder 9">
            <a:extLst>
              <a:ext uri="{FF2B5EF4-FFF2-40B4-BE49-F238E27FC236}">
                <a16:creationId xmlns:a16="http://schemas.microsoft.com/office/drawing/2014/main" id="{28A117B8-6B91-5B11-E638-D54019D7BC8B}"/>
              </a:ext>
            </a:extLst>
          </p:cNvPr>
          <p:cNvSpPr>
            <a:spLocks noGrp="1"/>
          </p:cNvSpPr>
          <p:nvPr>
            <p:ph type="body" sz="quarter" idx="33" hasCustomPrompt="1"/>
          </p:nvPr>
        </p:nvSpPr>
        <p:spPr>
          <a:xfrm>
            <a:off x="6921979" y="2703416"/>
            <a:ext cx="4725218" cy="324699"/>
          </a:xfrm>
        </p:spPr>
        <p:txBody>
          <a:bodyPr lIns="0" tIns="0" rIns="0" bIns="0">
            <a:noAutofit/>
          </a:bodyPr>
          <a:lstStyle>
            <a:lvl1pPr marL="0" indent="0">
              <a:spcBef>
                <a:spcPts val="0"/>
              </a:spcBef>
              <a:spcAft>
                <a:spcPts val="500"/>
              </a:spcAft>
              <a:buNone/>
              <a:defRPr sz="1400" b="0" i="0">
                <a:solidFill>
                  <a:schemeClr val="tx1"/>
                </a:solidFill>
                <a:latin typeface="+mn-lt"/>
              </a:defRPr>
            </a:lvl1pPr>
            <a:lvl2pPr marL="0" indent="0">
              <a:spcBef>
                <a:spcPts val="0"/>
              </a:spcBef>
              <a:spcAft>
                <a:spcPts val="500"/>
              </a:spcAft>
              <a:buNone/>
              <a:defRPr sz="2000" b="0" i="0">
                <a:solidFill>
                  <a:schemeClr val="tx1"/>
                </a:solidFill>
                <a:latin typeface="Avenir Next" panose="020B0503020202020204" pitchFamily="34" charset="0"/>
              </a:defRPr>
            </a:lvl2pPr>
            <a:lvl3pPr marL="180000" indent="-180000">
              <a:spcBef>
                <a:spcPts val="0"/>
              </a:spcBef>
              <a:spcAft>
                <a:spcPts val="1000"/>
              </a:spcAft>
              <a:buClr>
                <a:schemeClr val="tx2"/>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tx2"/>
              </a:buClr>
              <a:defRPr sz="1400" b="0" i="0">
                <a:solidFill>
                  <a:schemeClr val="bg1"/>
                </a:solidFill>
                <a:latin typeface="Avenir Light" panose="020B0402020203020204" pitchFamily="34" charset="77"/>
              </a:defRPr>
            </a:lvl5pPr>
          </a:lstStyle>
          <a:p>
            <a:pPr lvl="0"/>
            <a:r>
              <a:rPr lang="en-GB"/>
              <a:t>Click to edit master text styles</a:t>
            </a:r>
          </a:p>
          <a:p>
            <a:pPr lvl="1"/>
            <a:endParaRPr lang="en-US"/>
          </a:p>
        </p:txBody>
      </p:sp>
      <p:sp>
        <p:nvSpPr>
          <p:cNvPr id="67" name="Text Placeholder 9">
            <a:extLst>
              <a:ext uri="{FF2B5EF4-FFF2-40B4-BE49-F238E27FC236}">
                <a16:creationId xmlns:a16="http://schemas.microsoft.com/office/drawing/2014/main" id="{1BA6F5F9-2A93-07CF-01D7-C8DA8DADDB58}"/>
              </a:ext>
            </a:extLst>
          </p:cNvPr>
          <p:cNvSpPr>
            <a:spLocks noGrp="1"/>
          </p:cNvSpPr>
          <p:nvPr>
            <p:ph type="body" sz="quarter" idx="34"/>
          </p:nvPr>
        </p:nvSpPr>
        <p:spPr>
          <a:xfrm>
            <a:off x="6921979" y="3209978"/>
            <a:ext cx="4725218" cy="367201"/>
          </a:xfrm>
        </p:spPr>
        <p:txBody>
          <a:bodyPr lIns="0" tIns="0" rIns="0" bIns="0">
            <a:noAutofit/>
          </a:bodyPr>
          <a:lstStyle>
            <a:lvl1pPr marL="0" indent="0">
              <a:spcBef>
                <a:spcPts val="0"/>
              </a:spcBef>
              <a:spcAft>
                <a:spcPts val="1000"/>
              </a:spcAft>
              <a:buNone/>
              <a:defRPr sz="2000" b="1" i="0">
                <a:solidFill>
                  <a:schemeClr val="tx2"/>
                </a:solidFill>
                <a:latin typeface="+mn-lt"/>
              </a:defRPr>
            </a:lvl1pPr>
            <a:lvl2pPr marL="0" indent="0">
              <a:spcBef>
                <a:spcPts val="0"/>
              </a:spcBef>
              <a:spcAft>
                <a:spcPts val="1000"/>
              </a:spcAft>
              <a:buNone/>
              <a:defRPr sz="2000" b="0" i="0">
                <a:solidFill>
                  <a:schemeClr val="bg1"/>
                </a:solidFill>
                <a:latin typeface="Avenir Light" panose="020B0402020203020204" pitchFamily="34" charset="77"/>
              </a:defRPr>
            </a:lvl2pPr>
            <a:lvl3pPr marL="180000" indent="-180000">
              <a:spcBef>
                <a:spcPts val="0"/>
              </a:spcBef>
              <a:spcAft>
                <a:spcPts val="1000"/>
              </a:spcAft>
              <a:buClr>
                <a:schemeClr val="bg1"/>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bg1"/>
              </a:buClr>
              <a:defRPr sz="1400" b="0" i="0">
                <a:solidFill>
                  <a:schemeClr val="bg1"/>
                </a:solidFill>
                <a:latin typeface="Avenir Light" panose="020B0402020203020204" pitchFamily="34" charset="77"/>
              </a:defRPr>
            </a:lvl5pPr>
          </a:lstStyle>
          <a:p>
            <a:pPr lvl="0"/>
            <a:r>
              <a:rPr lang="en-GB"/>
              <a:t>Click to edit Master text styles</a:t>
            </a:r>
          </a:p>
        </p:txBody>
      </p:sp>
      <p:sp>
        <p:nvSpPr>
          <p:cNvPr id="68" name="Text Placeholder 9">
            <a:extLst>
              <a:ext uri="{FF2B5EF4-FFF2-40B4-BE49-F238E27FC236}">
                <a16:creationId xmlns:a16="http://schemas.microsoft.com/office/drawing/2014/main" id="{9E5C4DF7-9E8B-775B-8345-DF56595644C0}"/>
              </a:ext>
            </a:extLst>
          </p:cNvPr>
          <p:cNvSpPr>
            <a:spLocks noGrp="1"/>
          </p:cNvSpPr>
          <p:nvPr>
            <p:ph type="body" sz="quarter" idx="35" hasCustomPrompt="1"/>
          </p:nvPr>
        </p:nvSpPr>
        <p:spPr>
          <a:xfrm>
            <a:off x="6921979" y="3553985"/>
            <a:ext cx="4725218" cy="324699"/>
          </a:xfrm>
        </p:spPr>
        <p:txBody>
          <a:bodyPr lIns="0" tIns="0" rIns="0" bIns="0">
            <a:noAutofit/>
          </a:bodyPr>
          <a:lstStyle>
            <a:lvl1pPr marL="0" indent="0">
              <a:spcBef>
                <a:spcPts val="0"/>
              </a:spcBef>
              <a:spcAft>
                <a:spcPts val="500"/>
              </a:spcAft>
              <a:buNone/>
              <a:defRPr sz="1400" b="0" i="0">
                <a:solidFill>
                  <a:schemeClr val="tx1"/>
                </a:solidFill>
                <a:latin typeface="+mj-lt"/>
              </a:defRPr>
            </a:lvl1pPr>
            <a:lvl2pPr marL="0" indent="0">
              <a:spcBef>
                <a:spcPts val="0"/>
              </a:spcBef>
              <a:spcAft>
                <a:spcPts val="500"/>
              </a:spcAft>
              <a:buNone/>
              <a:defRPr sz="2000" b="0" i="0">
                <a:solidFill>
                  <a:schemeClr val="tx1"/>
                </a:solidFill>
                <a:latin typeface="+mj-lt"/>
              </a:defRPr>
            </a:lvl2pPr>
            <a:lvl3pPr marL="180000" indent="-180000">
              <a:spcBef>
                <a:spcPts val="0"/>
              </a:spcBef>
              <a:spcAft>
                <a:spcPts val="1000"/>
              </a:spcAft>
              <a:buClr>
                <a:schemeClr val="tx2"/>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tx2"/>
              </a:buClr>
              <a:defRPr sz="1400" b="0" i="0">
                <a:solidFill>
                  <a:schemeClr val="bg1"/>
                </a:solidFill>
                <a:latin typeface="Avenir Light" panose="020B0402020203020204" pitchFamily="34" charset="77"/>
              </a:defRPr>
            </a:lvl5pPr>
          </a:lstStyle>
          <a:p>
            <a:pPr lvl="0"/>
            <a:r>
              <a:rPr lang="en-GB"/>
              <a:t>Click to edit master text styles</a:t>
            </a:r>
          </a:p>
          <a:p>
            <a:pPr lvl="1"/>
            <a:endParaRPr lang="en-US"/>
          </a:p>
        </p:txBody>
      </p:sp>
      <p:sp>
        <p:nvSpPr>
          <p:cNvPr id="69" name="Text Placeholder 9">
            <a:extLst>
              <a:ext uri="{FF2B5EF4-FFF2-40B4-BE49-F238E27FC236}">
                <a16:creationId xmlns:a16="http://schemas.microsoft.com/office/drawing/2014/main" id="{91B2E91F-A540-D48F-A33B-AC7FC26A4854}"/>
              </a:ext>
            </a:extLst>
          </p:cNvPr>
          <p:cNvSpPr>
            <a:spLocks noGrp="1"/>
          </p:cNvSpPr>
          <p:nvPr>
            <p:ph type="body" sz="quarter" idx="36"/>
          </p:nvPr>
        </p:nvSpPr>
        <p:spPr>
          <a:xfrm>
            <a:off x="6921979" y="4060356"/>
            <a:ext cx="4725218" cy="367201"/>
          </a:xfrm>
        </p:spPr>
        <p:txBody>
          <a:bodyPr lIns="0" tIns="0" rIns="0" bIns="0">
            <a:noAutofit/>
          </a:bodyPr>
          <a:lstStyle>
            <a:lvl1pPr marL="0" indent="0">
              <a:spcBef>
                <a:spcPts val="0"/>
              </a:spcBef>
              <a:spcAft>
                <a:spcPts val="1000"/>
              </a:spcAft>
              <a:buNone/>
              <a:defRPr sz="2000" b="1" i="0">
                <a:solidFill>
                  <a:schemeClr val="tx2"/>
                </a:solidFill>
                <a:latin typeface="+mn-lt"/>
              </a:defRPr>
            </a:lvl1pPr>
            <a:lvl2pPr marL="0" indent="0">
              <a:spcBef>
                <a:spcPts val="0"/>
              </a:spcBef>
              <a:spcAft>
                <a:spcPts val="1000"/>
              </a:spcAft>
              <a:buNone/>
              <a:defRPr sz="2000" b="0" i="0">
                <a:solidFill>
                  <a:schemeClr val="bg1"/>
                </a:solidFill>
                <a:latin typeface="Avenir Light" panose="020B0402020203020204" pitchFamily="34" charset="77"/>
              </a:defRPr>
            </a:lvl2pPr>
            <a:lvl3pPr marL="180000" indent="-180000">
              <a:spcBef>
                <a:spcPts val="0"/>
              </a:spcBef>
              <a:spcAft>
                <a:spcPts val="1000"/>
              </a:spcAft>
              <a:buClr>
                <a:schemeClr val="bg1"/>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bg1"/>
              </a:buClr>
              <a:defRPr sz="1400" b="0" i="0">
                <a:solidFill>
                  <a:schemeClr val="bg1"/>
                </a:solidFill>
                <a:latin typeface="Avenir Light" panose="020B0402020203020204" pitchFamily="34" charset="77"/>
              </a:defRPr>
            </a:lvl5pPr>
          </a:lstStyle>
          <a:p>
            <a:pPr lvl="0"/>
            <a:r>
              <a:rPr lang="en-GB"/>
              <a:t>Click to edit Master text styles</a:t>
            </a:r>
          </a:p>
        </p:txBody>
      </p:sp>
      <p:sp>
        <p:nvSpPr>
          <p:cNvPr id="70" name="Text Placeholder 9">
            <a:extLst>
              <a:ext uri="{FF2B5EF4-FFF2-40B4-BE49-F238E27FC236}">
                <a16:creationId xmlns:a16="http://schemas.microsoft.com/office/drawing/2014/main" id="{D62AB9A2-ED0A-6CE1-E6B5-8C975BB7CDDB}"/>
              </a:ext>
            </a:extLst>
          </p:cNvPr>
          <p:cNvSpPr>
            <a:spLocks noGrp="1"/>
          </p:cNvSpPr>
          <p:nvPr>
            <p:ph type="body" sz="quarter" idx="37" hasCustomPrompt="1"/>
          </p:nvPr>
        </p:nvSpPr>
        <p:spPr>
          <a:xfrm>
            <a:off x="6921979" y="4404363"/>
            <a:ext cx="4725218" cy="324699"/>
          </a:xfrm>
        </p:spPr>
        <p:txBody>
          <a:bodyPr lIns="0" tIns="0" rIns="0" bIns="0">
            <a:noAutofit/>
          </a:bodyPr>
          <a:lstStyle>
            <a:lvl1pPr marL="0" indent="0">
              <a:spcBef>
                <a:spcPts val="0"/>
              </a:spcBef>
              <a:spcAft>
                <a:spcPts val="500"/>
              </a:spcAft>
              <a:buNone/>
              <a:defRPr sz="1400" b="0" i="0">
                <a:solidFill>
                  <a:schemeClr val="tx1"/>
                </a:solidFill>
                <a:latin typeface="+mn-lt"/>
              </a:defRPr>
            </a:lvl1pPr>
            <a:lvl2pPr marL="0" indent="0">
              <a:spcBef>
                <a:spcPts val="0"/>
              </a:spcBef>
              <a:spcAft>
                <a:spcPts val="500"/>
              </a:spcAft>
              <a:buNone/>
              <a:defRPr sz="2000" b="0" i="0">
                <a:solidFill>
                  <a:schemeClr val="tx1"/>
                </a:solidFill>
                <a:latin typeface="+mn-lt"/>
              </a:defRPr>
            </a:lvl2pPr>
            <a:lvl3pPr marL="180000" indent="-180000">
              <a:spcBef>
                <a:spcPts val="0"/>
              </a:spcBef>
              <a:spcAft>
                <a:spcPts val="1000"/>
              </a:spcAft>
              <a:buClr>
                <a:schemeClr val="tx2"/>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tx2"/>
              </a:buClr>
              <a:defRPr sz="1400" b="0" i="0">
                <a:solidFill>
                  <a:schemeClr val="bg1"/>
                </a:solidFill>
                <a:latin typeface="Avenir Light" panose="020B0402020203020204" pitchFamily="34" charset="77"/>
              </a:defRPr>
            </a:lvl5pPr>
          </a:lstStyle>
          <a:p>
            <a:pPr lvl="0"/>
            <a:r>
              <a:rPr lang="en-GB"/>
              <a:t>Click to edit master text styles</a:t>
            </a:r>
          </a:p>
          <a:p>
            <a:pPr lvl="1"/>
            <a:endParaRPr lang="en-US"/>
          </a:p>
        </p:txBody>
      </p:sp>
      <p:sp>
        <p:nvSpPr>
          <p:cNvPr id="71" name="Text Placeholder 9">
            <a:extLst>
              <a:ext uri="{FF2B5EF4-FFF2-40B4-BE49-F238E27FC236}">
                <a16:creationId xmlns:a16="http://schemas.microsoft.com/office/drawing/2014/main" id="{62AF2D6D-FB7E-AF22-9CD4-65EF9C3A0A91}"/>
              </a:ext>
            </a:extLst>
          </p:cNvPr>
          <p:cNvSpPr>
            <a:spLocks noGrp="1"/>
          </p:cNvSpPr>
          <p:nvPr>
            <p:ph type="body" sz="quarter" idx="38"/>
          </p:nvPr>
        </p:nvSpPr>
        <p:spPr>
          <a:xfrm>
            <a:off x="6921979" y="4957781"/>
            <a:ext cx="4725218" cy="367201"/>
          </a:xfrm>
        </p:spPr>
        <p:txBody>
          <a:bodyPr lIns="0" tIns="0" rIns="0" bIns="0">
            <a:noAutofit/>
          </a:bodyPr>
          <a:lstStyle>
            <a:lvl1pPr marL="0" indent="0">
              <a:spcBef>
                <a:spcPts val="0"/>
              </a:spcBef>
              <a:spcAft>
                <a:spcPts val="1000"/>
              </a:spcAft>
              <a:buNone/>
              <a:defRPr sz="2000" b="1" i="0">
                <a:solidFill>
                  <a:schemeClr val="tx2"/>
                </a:solidFill>
                <a:latin typeface="+mn-lt"/>
              </a:defRPr>
            </a:lvl1pPr>
            <a:lvl2pPr marL="0" indent="0">
              <a:spcBef>
                <a:spcPts val="0"/>
              </a:spcBef>
              <a:spcAft>
                <a:spcPts val="1000"/>
              </a:spcAft>
              <a:buNone/>
              <a:defRPr sz="2000" b="0" i="0">
                <a:solidFill>
                  <a:schemeClr val="bg1"/>
                </a:solidFill>
                <a:latin typeface="Avenir Light" panose="020B0402020203020204" pitchFamily="34" charset="77"/>
              </a:defRPr>
            </a:lvl2pPr>
            <a:lvl3pPr marL="180000" indent="-180000">
              <a:spcBef>
                <a:spcPts val="0"/>
              </a:spcBef>
              <a:spcAft>
                <a:spcPts val="1000"/>
              </a:spcAft>
              <a:buClr>
                <a:schemeClr val="bg1"/>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bg1"/>
              </a:buClr>
              <a:defRPr sz="1400" b="0" i="0">
                <a:solidFill>
                  <a:schemeClr val="bg1"/>
                </a:solidFill>
                <a:latin typeface="Avenir Light" panose="020B0402020203020204" pitchFamily="34" charset="77"/>
              </a:defRPr>
            </a:lvl5pPr>
          </a:lstStyle>
          <a:p>
            <a:pPr lvl="0"/>
            <a:r>
              <a:rPr lang="en-GB"/>
              <a:t>Click to edit Master text styles</a:t>
            </a:r>
          </a:p>
        </p:txBody>
      </p:sp>
      <p:sp>
        <p:nvSpPr>
          <p:cNvPr id="72" name="Text Placeholder 9">
            <a:extLst>
              <a:ext uri="{FF2B5EF4-FFF2-40B4-BE49-F238E27FC236}">
                <a16:creationId xmlns:a16="http://schemas.microsoft.com/office/drawing/2014/main" id="{DAB2B45A-8BAB-9C16-D273-EA0F37045C12}"/>
              </a:ext>
            </a:extLst>
          </p:cNvPr>
          <p:cNvSpPr>
            <a:spLocks noGrp="1"/>
          </p:cNvSpPr>
          <p:nvPr>
            <p:ph type="body" sz="quarter" idx="39" hasCustomPrompt="1"/>
          </p:nvPr>
        </p:nvSpPr>
        <p:spPr>
          <a:xfrm>
            <a:off x="6921979" y="5301788"/>
            <a:ext cx="4725218" cy="324699"/>
          </a:xfrm>
        </p:spPr>
        <p:txBody>
          <a:bodyPr lIns="0" tIns="0" rIns="0" bIns="0">
            <a:noAutofit/>
          </a:bodyPr>
          <a:lstStyle>
            <a:lvl1pPr marL="0" indent="0">
              <a:spcBef>
                <a:spcPts val="0"/>
              </a:spcBef>
              <a:spcAft>
                <a:spcPts val="500"/>
              </a:spcAft>
              <a:buNone/>
              <a:defRPr sz="1400" b="0" i="0">
                <a:solidFill>
                  <a:schemeClr val="tx1"/>
                </a:solidFill>
                <a:latin typeface="+mn-lt"/>
              </a:defRPr>
            </a:lvl1pPr>
            <a:lvl2pPr marL="0" indent="0">
              <a:spcBef>
                <a:spcPts val="0"/>
              </a:spcBef>
              <a:spcAft>
                <a:spcPts val="500"/>
              </a:spcAft>
              <a:buNone/>
              <a:defRPr sz="2000" b="0" i="0">
                <a:solidFill>
                  <a:schemeClr val="tx1"/>
                </a:solidFill>
                <a:latin typeface="+mn-lt"/>
              </a:defRPr>
            </a:lvl2pPr>
            <a:lvl3pPr marL="180000" indent="-180000">
              <a:spcBef>
                <a:spcPts val="0"/>
              </a:spcBef>
              <a:spcAft>
                <a:spcPts val="1000"/>
              </a:spcAft>
              <a:buClr>
                <a:schemeClr val="tx2"/>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tx2"/>
              </a:buClr>
              <a:defRPr sz="1400" b="0" i="0">
                <a:solidFill>
                  <a:schemeClr val="bg1"/>
                </a:solidFill>
                <a:latin typeface="Avenir Light" panose="020B0402020203020204" pitchFamily="34" charset="77"/>
              </a:defRPr>
            </a:lvl5pPr>
          </a:lstStyle>
          <a:p>
            <a:pPr lvl="0"/>
            <a:r>
              <a:rPr lang="en-GB"/>
              <a:t>Click to edit master text styles</a:t>
            </a:r>
          </a:p>
          <a:p>
            <a:pPr lvl="1"/>
            <a:endParaRPr lang="en-US"/>
          </a:p>
        </p:txBody>
      </p:sp>
    </p:spTree>
    <p:extLst>
      <p:ext uri="{BB962C8B-B14F-4D97-AF65-F5344CB8AC3E}">
        <p14:creationId xmlns:p14="http://schemas.microsoft.com/office/powerpoint/2010/main" val="3452359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E9A259B-F56A-8CA3-511C-8EB98752CD42}"/>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flipH="1">
            <a:off x="0" y="-1"/>
            <a:ext cx="12192000" cy="6858001"/>
          </a:xfrm>
          <a:prstGeom prst="rect">
            <a:avLst/>
          </a:prstGeom>
        </p:spPr>
      </p:pic>
      <p:sp>
        <p:nvSpPr>
          <p:cNvPr id="4" name="Rectangle 3">
            <a:extLst>
              <a:ext uri="{FF2B5EF4-FFF2-40B4-BE49-F238E27FC236}">
                <a16:creationId xmlns:a16="http://schemas.microsoft.com/office/drawing/2014/main" id="{A8602797-DB87-F61F-F0B6-5855A7412921}"/>
              </a:ext>
            </a:extLst>
          </p:cNvPr>
          <p:cNvSpPr/>
          <p:nvPr userDrawn="1"/>
        </p:nvSpPr>
        <p:spPr>
          <a:xfrm flipH="1">
            <a:off x="0" y="4611189"/>
            <a:ext cx="7358743" cy="2246811"/>
          </a:xfrm>
          <a:prstGeom prst="rect">
            <a:avLst/>
          </a:prstGeom>
          <a:gradFill flip="none" rotWithShape="1">
            <a:gsLst>
              <a:gs pos="0">
                <a:schemeClr val="tx1">
                  <a:lumMod val="0"/>
                  <a:alpha val="43000"/>
                </a:schemeClr>
              </a:gs>
              <a:gs pos="61000">
                <a:schemeClr val="bg1">
                  <a:alpha val="0"/>
                  <a:lumMod val="0"/>
                </a:schemeClr>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02AEE7F-4B53-236C-A909-7002567BE8E1}"/>
              </a:ext>
            </a:extLst>
          </p:cNvPr>
          <p:cNvSpPr/>
          <p:nvPr userDrawn="1"/>
        </p:nvSpPr>
        <p:spPr>
          <a:xfrm>
            <a:off x="-5" y="-5"/>
            <a:ext cx="7717541" cy="6858005"/>
          </a:xfrm>
          <a:prstGeom prst="rect">
            <a:avLst/>
          </a:prstGeom>
          <a:gradFill>
            <a:gsLst>
              <a:gs pos="49000">
                <a:schemeClr val="bg1">
                  <a:lumMod val="95000"/>
                  <a:alpha val="0"/>
                </a:schemeClr>
              </a:gs>
              <a:gs pos="97000">
                <a:schemeClr val="bg1">
                  <a:lumMod val="95000"/>
                </a:schemeClr>
              </a:gs>
              <a:gs pos="73000">
                <a:schemeClr val="bg1">
                  <a:lumMod val="95000"/>
                  <a:alpha val="49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894F387-D881-58F6-4C1A-0BF334957356}"/>
              </a:ext>
            </a:extLst>
          </p:cNvPr>
          <p:cNvSpPr/>
          <p:nvPr userDrawn="1"/>
        </p:nvSpPr>
        <p:spPr>
          <a:xfrm rot="10800000">
            <a:off x="-7" y="-6"/>
            <a:ext cx="6880491" cy="5753178"/>
          </a:xfrm>
          <a:prstGeom prst="rect">
            <a:avLst/>
          </a:prstGeom>
          <a:gradFill flip="none" rotWithShape="1">
            <a:gsLst>
              <a:gs pos="33000">
                <a:schemeClr val="bg1"/>
              </a:gs>
              <a:gs pos="96000">
                <a:schemeClr val="bg1">
                  <a:alpha val="0"/>
                </a:schemeClr>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4993920-B1E2-6EA9-A596-8F957960CA47}"/>
              </a:ext>
            </a:extLst>
          </p:cNvPr>
          <p:cNvSpPr/>
          <p:nvPr userDrawn="1"/>
        </p:nvSpPr>
        <p:spPr>
          <a:xfrm>
            <a:off x="4833257" y="4611189"/>
            <a:ext cx="7358743" cy="2246811"/>
          </a:xfrm>
          <a:prstGeom prst="rect">
            <a:avLst/>
          </a:prstGeom>
          <a:gradFill flip="none" rotWithShape="1">
            <a:gsLst>
              <a:gs pos="0">
                <a:schemeClr val="tx1">
                  <a:lumMod val="0"/>
                  <a:alpha val="63000"/>
                </a:schemeClr>
              </a:gs>
              <a:gs pos="60000">
                <a:schemeClr val="bg1">
                  <a:alpha val="0"/>
                  <a:lumMod val="0"/>
                </a:schemeClr>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picture containing clock, drawing&#10;&#10;Description automatically generated">
            <a:extLst>
              <a:ext uri="{FF2B5EF4-FFF2-40B4-BE49-F238E27FC236}">
                <a16:creationId xmlns:a16="http://schemas.microsoft.com/office/drawing/2014/main" id="{7A14744A-09B9-BFD4-140C-87C0ED61B4F8}"/>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0" y="209133"/>
            <a:ext cx="1545452" cy="1168405"/>
          </a:xfrm>
          <a:prstGeom prst="rect">
            <a:avLst/>
          </a:prstGeom>
        </p:spPr>
      </p:pic>
      <p:sp>
        <p:nvSpPr>
          <p:cNvPr id="9" name="Title 1">
            <a:extLst>
              <a:ext uri="{FF2B5EF4-FFF2-40B4-BE49-F238E27FC236}">
                <a16:creationId xmlns:a16="http://schemas.microsoft.com/office/drawing/2014/main" id="{E19B7D7E-68B8-0D06-829A-FE3A97963BEC}"/>
              </a:ext>
            </a:extLst>
          </p:cNvPr>
          <p:cNvSpPr>
            <a:spLocks noGrp="1"/>
          </p:cNvSpPr>
          <p:nvPr>
            <p:ph type="ctrTitle" hasCustomPrompt="1"/>
          </p:nvPr>
        </p:nvSpPr>
        <p:spPr>
          <a:xfrm>
            <a:off x="433754" y="1104828"/>
            <a:ext cx="5662246" cy="1655762"/>
          </a:xfrm>
        </p:spPr>
        <p:txBody>
          <a:bodyPr lIns="0" tIns="0" rIns="0" bIns="0" anchor="b" anchorCtr="0">
            <a:normAutofit/>
          </a:bodyPr>
          <a:lstStyle>
            <a:lvl1pPr algn="l">
              <a:lnSpc>
                <a:spcPct val="90000"/>
              </a:lnSpc>
              <a:defRPr sz="5000" b="1" i="0" spc="-100" baseline="0">
                <a:solidFill>
                  <a:schemeClr val="tx1"/>
                </a:solidFill>
                <a:latin typeface="+mj-lt"/>
              </a:defRPr>
            </a:lvl1pPr>
          </a:lstStyle>
          <a:p>
            <a:r>
              <a:rPr lang="en-GB"/>
              <a:t>click to edit master title style</a:t>
            </a:r>
            <a:endParaRPr lang="en-US"/>
          </a:p>
        </p:txBody>
      </p:sp>
      <p:sp>
        <p:nvSpPr>
          <p:cNvPr id="10" name="Subtitle 2">
            <a:extLst>
              <a:ext uri="{FF2B5EF4-FFF2-40B4-BE49-F238E27FC236}">
                <a16:creationId xmlns:a16="http://schemas.microsoft.com/office/drawing/2014/main" id="{58B7F3A6-773D-B17B-7E0F-F16B47763B65}"/>
              </a:ext>
            </a:extLst>
          </p:cNvPr>
          <p:cNvSpPr>
            <a:spLocks noGrp="1"/>
          </p:cNvSpPr>
          <p:nvPr>
            <p:ph type="subTitle" idx="1" hasCustomPrompt="1"/>
          </p:nvPr>
        </p:nvSpPr>
        <p:spPr>
          <a:xfrm>
            <a:off x="433754" y="2955426"/>
            <a:ext cx="5662246" cy="1655762"/>
          </a:xfrm>
        </p:spPr>
        <p:txBody>
          <a:bodyPr lIns="0" tIns="0" rIns="0" bIns="0">
            <a:normAutofit/>
          </a:bodyPr>
          <a:lstStyle>
            <a:lvl1pPr marL="0" indent="0" algn="l">
              <a:lnSpc>
                <a:spcPct val="100000"/>
              </a:lnSpc>
              <a:buNone/>
              <a:defRPr sz="2000" b="0" i="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1" name="Espace réservé du numéro de diapositive 3">
            <a:extLst>
              <a:ext uri="{FF2B5EF4-FFF2-40B4-BE49-F238E27FC236}">
                <a16:creationId xmlns:a16="http://schemas.microsoft.com/office/drawing/2014/main" id="{6F86D42D-CE5F-9169-84CF-6BFC9186994B}"/>
              </a:ext>
            </a:extLst>
          </p:cNvPr>
          <p:cNvSpPr txBox="1">
            <a:spLocks/>
          </p:cNvSpPr>
          <p:nvPr userDrawn="1"/>
        </p:nvSpPr>
        <p:spPr>
          <a:xfrm>
            <a:off x="340330" y="6208831"/>
            <a:ext cx="544253" cy="365125"/>
          </a:xfrm>
          <a:prstGeom prst="rect">
            <a:avLst/>
          </a:prstGeom>
        </p:spPr>
        <p:txBody>
          <a:bodyPr r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903064"/>
            <a:fld id="{1C96AA6D-8347-412D-BE88-10FF9D73003A}" type="slidenum">
              <a:rPr lang="nl-BE" sz="800" smtClean="0">
                <a:solidFill>
                  <a:schemeClr val="bg1"/>
                </a:solidFill>
                <a:latin typeface="+mn-lt"/>
              </a:rPr>
              <a:pPr algn="l" defTabSz="903064"/>
              <a:t>‹#›</a:t>
            </a:fld>
            <a:endParaRPr lang="nl-BE" sz="800">
              <a:solidFill>
                <a:schemeClr val="bg1"/>
              </a:solidFill>
              <a:latin typeface="+mn-lt"/>
            </a:endParaRPr>
          </a:p>
        </p:txBody>
      </p:sp>
      <p:sp>
        <p:nvSpPr>
          <p:cNvPr id="12" name="Espace réservé du numéro de diapositive 3">
            <a:extLst>
              <a:ext uri="{FF2B5EF4-FFF2-40B4-BE49-F238E27FC236}">
                <a16:creationId xmlns:a16="http://schemas.microsoft.com/office/drawing/2014/main" id="{26AB7CB5-2C68-C2A5-74CD-00104743CAD9}"/>
              </a:ext>
            </a:extLst>
          </p:cNvPr>
          <p:cNvSpPr txBox="1">
            <a:spLocks/>
          </p:cNvSpPr>
          <p:nvPr userDrawn="1"/>
        </p:nvSpPr>
        <p:spPr>
          <a:xfrm>
            <a:off x="602592" y="6196956"/>
            <a:ext cx="2948129" cy="365125"/>
          </a:xfrm>
          <a:prstGeom prst="rect">
            <a:avLst/>
          </a:prstGeom>
        </p:spPr>
        <p:txBody>
          <a:bodyPr r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i="0">
                <a:solidFill>
                  <a:schemeClr val="bg1"/>
                </a:solidFill>
                <a:latin typeface="+mn-lt"/>
              </a:rPr>
              <a:t>we commit. we deliver.</a:t>
            </a:r>
          </a:p>
        </p:txBody>
      </p:sp>
      <p:grpSp>
        <p:nvGrpSpPr>
          <p:cNvPr id="13" name="Graphic 17">
            <a:extLst>
              <a:ext uri="{FF2B5EF4-FFF2-40B4-BE49-F238E27FC236}">
                <a16:creationId xmlns:a16="http://schemas.microsoft.com/office/drawing/2014/main" id="{26F69B4F-3756-8449-B84F-CE865044A2B8}"/>
              </a:ext>
            </a:extLst>
          </p:cNvPr>
          <p:cNvGrpSpPr/>
          <p:nvPr userDrawn="1"/>
        </p:nvGrpSpPr>
        <p:grpSpPr>
          <a:xfrm>
            <a:off x="11631758" y="6265489"/>
            <a:ext cx="239815" cy="356979"/>
            <a:chOff x="11607408" y="6132443"/>
            <a:chExt cx="290229" cy="432023"/>
          </a:xfrm>
        </p:grpSpPr>
        <p:sp>
          <p:nvSpPr>
            <p:cNvPr id="14" name="Freeform 13">
              <a:extLst>
                <a:ext uri="{FF2B5EF4-FFF2-40B4-BE49-F238E27FC236}">
                  <a16:creationId xmlns:a16="http://schemas.microsoft.com/office/drawing/2014/main" id="{A914B5FA-7946-C0FB-42B6-43AB93C027F8}"/>
                </a:ext>
              </a:extLst>
            </p:cNvPr>
            <p:cNvSpPr/>
            <p:nvPr/>
          </p:nvSpPr>
          <p:spPr>
            <a:xfrm>
              <a:off x="11607408" y="6132443"/>
              <a:ext cx="290229" cy="432023"/>
            </a:xfrm>
            <a:custGeom>
              <a:avLst/>
              <a:gdLst>
                <a:gd name="connsiteX0" fmla="*/ 290229 w 290229"/>
                <a:gd name="connsiteY0" fmla="*/ 0 h 432023"/>
                <a:gd name="connsiteX1" fmla="*/ 290229 w 290229"/>
                <a:gd name="connsiteY1" fmla="*/ 288428 h 432023"/>
                <a:gd name="connsiteX2" fmla="*/ 138895 w 290229"/>
                <a:gd name="connsiteY2" fmla="*/ 432023 h 432023"/>
                <a:gd name="connsiteX3" fmla="*/ 0 w 290229"/>
                <a:gd name="connsiteY3" fmla="*/ 288428 h 432023"/>
                <a:gd name="connsiteX4" fmla="*/ 138895 w 290229"/>
                <a:gd name="connsiteY4" fmla="*/ 144833 h 432023"/>
                <a:gd name="connsiteX5" fmla="*/ 242549 w 290229"/>
                <a:gd name="connsiteY5" fmla="*/ 198888 h 432023"/>
                <a:gd name="connsiteX6" fmla="*/ 242549 w 290229"/>
                <a:gd name="connsiteY6" fmla="*/ 0 h 432023"/>
                <a:gd name="connsiteX7" fmla="*/ 290229 w 290229"/>
                <a:gd name="connsiteY7" fmla="*/ 0 h 432023"/>
                <a:gd name="connsiteX8" fmla="*/ 242549 w 290229"/>
                <a:gd name="connsiteY8" fmla="*/ 288428 h 432023"/>
                <a:gd name="connsiteX9" fmla="*/ 144907 w 290229"/>
                <a:gd name="connsiteY9" fmla="*/ 190635 h 432023"/>
                <a:gd name="connsiteX10" fmla="*/ 47680 w 290229"/>
                <a:gd name="connsiteY10" fmla="*/ 288428 h 432023"/>
                <a:gd name="connsiteX11" fmla="*/ 144700 w 290229"/>
                <a:gd name="connsiteY11" fmla="*/ 386221 h 432023"/>
                <a:gd name="connsiteX12" fmla="*/ 242549 w 290229"/>
                <a:gd name="connsiteY12" fmla="*/ 288428 h 432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0229" h="432023">
                  <a:moveTo>
                    <a:pt x="290229" y="0"/>
                  </a:moveTo>
                  <a:lnTo>
                    <a:pt x="290229" y="288428"/>
                  </a:lnTo>
                  <a:cubicBezTo>
                    <a:pt x="290229" y="347022"/>
                    <a:pt x="246073" y="432023"/>
                    <a:pt x="138895" y="432023"/>
                  </a:cubicBezTo>
                  <a:cubicBezTo>
                    <a:pt x="62607" y="432023"/>
                    <a:pt x="0" y="369304"/>
                    <a:pt x="0" y="288428"/>
                  </a:cubicBezTo>
                  <a:cubicBezTo>
                    <a:pt x="0" y="207553"/>
                    <a:pt x="62607" y="144833"/>
                    <a:pt x="138895" y="144833"/>
                  </a:cubicBezTo>
                  <a:cubicBezTo>
                    <a:pt x="185539" y="144833"/>
                    <a:pt x="220574" y="165671"/>
                    <a:pt x="242549" y="198888"/>
                  </a:cubicBezTo>
                  <a:lnTo>
                    <a:pt x="242549" y="0"/>
                  </a:lnTo>
                  <a:lnTo>
                    <a:pt x="290229" y="0"/>
                  </a:lnTo>
                  <a:close/>
                  <a:moveTo>
                    <a:pt x="242549" y="288428"/>
                  </a:moveTo>
                  <a:cubicBezTo>
                    <a:pt x="242549" y="232723"/>
                    <a:pt x="200258" y="190635"/>
                    <a:pt x="144907" y="190635"/>
                  </a:cubicBezTo>
                  <a:cubicBezTo>
                    <a:pt x="89971" y="190635"/>
                    <a:pt x="47680" y="232723"/>
                    <a:pt x="47680" y="288428"/>
                  </a:cubicBezTo>
                  <a:cubicBezTo>
                    <a:pt x="47680" y="344133"/>
                    <a:pt x="89971" y="386221"/>
                    <a:pt x="144700" y="386221"/>
                  </a:cubicBezTo>
                  <a:cubicBezTo>
                    <a:pt x="200258" y="386221"/>
                    <a:pt x="242341" y="344133"/>
                    <a:pt x="242549" y="288428"/>
                  </a:cubicBezTo>
                </a:path>
              </a:pathLst>
            </a:custGeom>
            <a:solidFill>
              <a:srgbClr val="FFFFFF"/>
            </a:solidFill>
            <a:ln w="2041"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D7D6689E-2588-C124-7C2D-1DE6CA021675}"/>
                </a:ext>
              </a:extLst>
            </p:cNvPr>
            <p:cNvSpPr/>
            <p:nvPr/>
          </p:nvSpPr>
          <p:spPr>
            <a:xfrm>
              <a:off x="11655088" y="6323077"/>
              <a:ext cx="194868" cy="195586"/>
            </a:xfrm>
            <a:custGeom>
              <a:avLst/>
              <a:gdLst>
                <a:gd name="connsiteX0" fmla="*/ 194868 w 194868"/>
                <a:gd name="connsiteY0" fmla="*/ 97793 h 195586"/>
                <a:gd name="connsiteX1" fmla="*/ 97227 w 194868"/>
                <a:gd name="connsiteY1" fmla="*/ 0 h 195586"/>
                <a:gd name="connsiteX2" fmla="*/ 0 w 194868"/>
                <a:gd name="connsiteY2" fmla="*/ 97793 h 195586"/>
                <a:gd name="connsiteX3" fmla="*/ 97019 w 194868"/>
                <a:gd name="connsiteY3" fmla="*/ 195586 h 195586"/>
                <a:gd name="connsiteX4" fmla="*/ 194868 w 194868"/>
                <a:gd name="connsiteY4" fmla="*/ 97793 h 1955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68" h="195586">
                  <a:moveTo>
                    <a:pt x="194868" y="97793"/>
                  </a:moveTo>
                  <a:cubicBezTo>
                    <a:pt x="194868" y="42088"/>
                    <a:pt x="152578" y="0"/>
                    <a:pt x="97227" y="0"/>
                  </a:cubicBezTo>
                  <a:cubicBezTo>
                    <a:pt x="42291" y="0"/>
                    <a:pt x="0" y="42088"/>
                    <a:pt x="0" y="97793"/>
                  </a:cubicBezTo>
                  <a:cubicBezTo>
                    <a:pt x="0" y="153498"/>
                    <a:pt x="42291" y="195586"/>
                    <a:pt x="97019" y="195586"/>
                  </a:cubicBezTo>
                  <a:cubicBezTo>
                    <a:pt x="152578" y="195586"/>
                    <a:pt x="194661" y="153498"/>
                    <a:pt x="194868" y="97793"/>
                  </a:cubicBezTo>
                </a:path>
              </a:pathLst>
            </a:custGeom>
            <a:solidFill>
              <a:schemeClr val="bg2"/>
            </a:solidFill>
            <a:ln w="2041" cap="flat">
              <a:noFill/>
              <a:prstDash val="solid"/>
              <a:miter/>
            </a:ln>
          </p:spPr>
          <p:txBody>
            <a:bodyPr rtlCol="0" anchor="ctr"/>
            <a:lstStyle/>
            <a:p>
              <a:endParaRPr lang="en-US"/>
            </a:p>
          </p:txBody>
        </p:sp>
      </p:grpSp>
    </p:spTree>
    <p:extLst>
      <p:ext uri="{BB962C8B-B14F-4D97-AF65-F5344CB8AC3E}">
        <p14:creationId xmlns:p14="http://schemas.microsoft.com/office/powerpoint/2010/main" val="640825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and Image Slide 1">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8EAD9949-42AE-0E43-BDB0-437EAD35A37F}"/>
              </a:ext>
            </a:extLst>
          </p:cNvPr>
          <p:cNvSpPr>
            <a:spLocks noGrp="1"/>
          </p:cNvSpPr>
          <p:nvPr>
            <p:ph type="ctrTitle" hasCustomPrompt="1"/>
          </p:nvPr>
        </p:nvSpPr>
        <p:spPr>
          <a:xfrm>
            <a:off x="433754" y="360609"/>
            <a:ext cx="10234246" cy="1022713"/>
          </a:xfrm>
        </p:spPr>
        <p:txBody>
          <a:bodyPr lIns="0" tIns="0" rIns="0" bIns="0" anchor="t" anchorCtr="0">
            <a:normAutofit/>
          </a:bodyPr>
          <a:lstStyle>
            <a:lvl1pPr algn="l">
              <a:lnSpc>
                <a:spcPct val="90000"/>
              </a:lnSpc>
              <a:defRPr sz="4000" b="0" i="0" spc="-100" baseline="0">
                <a:solidFill>
                  <a:schemeClr val="bg2"/>
                </a:solidFill>
                <a:latin typeface="+mj-lt"/>
              </a:defRPr>
            </a:lvl1pPr>
          </a:lstStyle>
          <a:p>
            <a:r>
              <a:rPr lang="en-GB"/>
              <a:t>click to edit master title style</a:t>
            </a:r>
            <a:endParaRPr lang="en-US"/>
          </a:p>
        </p:txBody>
      </p:sp>
      <p:sp>
        <p:nvSpPr>
          <p:cNvPr id="12" name="Picture Placeholder 11">
            <a:extLst>
              <a:ext uri="{FF2B5EF4-FFF2-40B4-BE49-F238E27FC236}">
                <a16:creationId xmlns:a16="http://schemas.microsoft.com/office/drawing/2014/main" id="{84F00A07-6298-374F-9530-8D2DC280DE30}"/>
              </a:ext>
            </a:extLst>
          </p:cNvPr>
          <p:cNvSpPr>
            <a:spLocks noGrp="1"/>
          </p:cNvSpPr>
          <p:nvPr>
            <p:ph type="pic" sz="quarter" idx="14"/>
          </p:nvPr>
        </p:nvSpPr>
        <p:spPr>
          <a:xfrm>
            <a:off x="6505200" y="1110086"/>
            <a:ext cx="4637828" cy="4637828"/>
          </a:xfrm>
          <a:prstGeom prst="ellipse">
            <a:avLst/>
          </a:prstGeom>
          <a:solidFill>
            <a:schemeClr val="accent6"/>
          </a:solidFill>
        </p:spPr>
        <p:txBody>
          <a:bodyPr>
            <a:normAutofit/>
          </a:bodyPr>
          <a:lstStyle>
            <a:lvl1pPr marL="0" indent="0">
              <a:buFontTx/>
              <a:buNone/>
              <a:defRPr sz="1400" b="0" i="0">
                <a:latin typeface="+mn-lt"/>
              </a:defRPr>
            </a:lvl1pPr>
          </a:lstStyle>
          <a:p>
            <a:r>
              <a:rPr lang="en-US"/>
              <a:t>Click icon to add picture</a:t>
            </a:r>
          </a:p>
        </p:txBody>
      </p:sp>
      <p:sp>
        <p:nvSpPr>
          <p:cNvPr id="26" name="Text Placeholder 9">
            <a:extLst>
              <a:ext uri="{FF2B5EF4-FFF2-40B4-BE49-F238E27FC236}">
                <a16:creationId xmlns:a16="http://schemas.microsoft.com/office/drawing/2014/main" id="{81921ABA-9BF4-D548-8C97-2FEF3E719B3C}"/>
              </a:ext>
            </a:extLst>
          </p:cNvPr>
          <p:cNvSpPr>
            <a:spLocks noGrp="1"/>
          </p:cNvSpPr>
          <p:nvPr>
            <p:ph type="body" sz="quarter" idx="15" hasCustomPrompt="1"/>
          </p:nvPr>
        </p:nvSpPr>
        <p:spPr>
          <a:xfrm>
            <a:off x="433388" y="5001488"/>
            <a:ext cx="5205412" cy="937602"/>
          </a:xfrm>
        </p:spPr>
        <p:txBody>
          <a:bodyPr lIns="0" tIns="0" rIns="0" bIns="0">
            <a:noAutofit/>
          </a:bodyPr>
          <a:lstStyle>
            <a:lvl1pPr marL="0" indent="0">
              <a:spcBef>
                <a:spcPts val="0"/>
              </a:spcBef>
              <a:spcAft>
                <a:spcPts val="1000"/>
              </a:spcAft>
              <a:buNone/>
              <a:defRPr sz="2000" b="1" i="0">
                <a:solidFill>
                  <a:schemeClr val="accent3"/>
                </a:solidFill>
                <a:latin typeface="+mn-lt"/>
              </a:defRPr>
            </a:lvl1pPr>
            <a:lvl2pPr marL="0" indent="0">
              <a:spcBef>
                <a:spcPts val="0"/>
              </a:spcBef>
              <a:spcAft>
                <a:spcPts val="1000"/>
              </a:spcAft>
              <a:buNone/>
              <a:defRPr sz="2000" b="0" i="0">
                <a:latin typeface="Avenir Light" panose="020B0402020203020204" pitchFamily="34" charset="77"/>
              </a:defRPr>
            </a:lvl2pPr>
            <a:lvl3pPr marL="180000" indent="-180000">
              <a:spcBef>
                <a:spcPts val="0"/>
              </a:spcBef>
              <a:spcAft>
                <a:spcPts val="1000"/>
              </a:spcAft>
              <a:buClr>
                <a:schemeClr val="tx2"/>
              </a:buClr>
              <a:defRPr sz="2000" b="0" i="0">
                <a:latin typeface="Avenir Light" panose="020B0402020203020204" pitchFamily="34" charset="77"/>
              </a:defRPr>
            </a:lvl3pPr>
            <a:lvl4pPr marL="0" indent="0">
              <a:spcBef>
                <a:spcPts val="0"/>
              </a:spcBef>
              <a:spcAft>
                <a:spcPts val="1000"/>
              </a:spcAft>
              <a:buFontTx/>
              <a:buNone/>
              <a:defRPr sz="1400" b="0" i="0">
                <a:latin typeface="Avenir Light" panose="020B0402020203020204" pitchFamily="34" charset="77"/>
              </a:defRPr>
            </a:lvl4pPr>
            <a:lvl5pPr marL="180000" indent="-180000">
              <a:spcBef>
                <a:spcPts val="0"/>
              </a:spcBef>
              <a:spcAft>
                <a:spcPts val="1000"/>
              </a:spcAft>
              <a:buClr>
                <a:schemeClr val="tx2"/>
              </a:buClr>
              <a:defRPr sz="1400" b="0" i="0">
                <a:latin typeface="Avenir Light" panose="020B0402020203020204" pitchFamily="34" charset="77"/>
              </a:defRPr>
            </a:lvl5pPr>
          </a:lstStyle>
          <a:p>
            <a:pPr lvl="0"/>
            <a:r>
              <a:rPr lang="en-GB"/>
              <a:t>Click to edit master text styles</a:t>
            </a:r>
          </a:p>
        </p:txBody>
      </p:sp>
      <p:sp>
        <p:nvSpPr>
          <p:cNvPr id="10" name="Text Placeholder 9">
            <a:extLst>
              <a:ext uri="{FF2B5EF4-FFF2-40B4-BE49-F238E27FC236}">
                <a16:creationId xmlns:a16="http://schemas.microsoft.com/office/drawing/2014/main" id="{9DEE052A-B06A-F344-BC64-1341010AD266}"/>
              </a:ext>
            </a:extLst>
          </p:cNvPr>
          <p:cNvSpPr>
            <a:spLocks noGrp="1"/>
          </p:cNvSpPr>
          <p:nvPr>
            <p:ph type="body" sz="quarter" idx="18"/>
          </p:nvPr>
        </p:nvSpPr>
        <p:spPr>
          <a:xfrm>
            <a:off x="433388" y="1493631"/>
            <a:ext cx="5205412" cy="4445459"/>
          </a:xfrm>
        </p:spPr>
        <p:txBody>
          <a:bodyPr lIns="0" tIns="0" rIns="0" bIns="0"/>
          <a:lstStyle>
            <a:lvl1pPr marL="0" indent="0">
              <a:buFont typeface="Arial" panose="020B0604020202020204" pitchFamily="34" charset="0"/>
              <a:buNone/>
              <a:defRPr b="0">
                <a:solidFill>
                  <a:schemeClr val="tx1"/>
                </a:solidFill>
              </a:defRPr>
            </a:lvl1pPr>
            <a:lvl2pPr>
              <a:defRPr b="0">
                <a:solidFill>
                  <a:schemeClr val="tx1"/>
                </a:solidFill>
              </a:defRPr>
            </a:lvl2pPr>
            <a:lvl3pPr>
              <a:defRPr b="0">
                <a:solidFill>
                  <a:schemeClr val="tx1"/>
                </a:solidFill>
              </a:defRPr>
            </a:lvl3pPr>
            <a:lvl4pPr>
              <a:defRPr b="0">
                <a:solidFill>
                  <a:schemeClr val="tx1"/>
                </a:solidFill>
              </a:defRPr>
            </a:lvl4pPr>
            <a:lvl5pPr>
              <a:defRPr b="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69053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and Image Slide 2">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8EAD9949-42AE-0E43-BDB0-437EAD35A37F}"/>
              </a:ext>
            </a:extLst>
          </p:cNvPr>
          <p:cNvSpPr>
            <a:spLocks noGrp="1"/>
          </p:cNvSpPr>
          <p:nvPr>
            <p:ph type="ctrTitle" hasCustomPrompt="1"/>
          </p:nvPr>
        </p:nvSpPr>
        <p:spPr>
          <a:xfrm>
            <a:off x="433754" y="360609"/>
            <a:ext cx="10234246" cy="1022713"/>
          </a:xfrm>
        </p:spPr>
        <p:txBody>
          <a:bodyPr lIns="0" tIns="0" rIns="0" bIns="0" anchor="t" anchorCtr="0">
            <a:normAutofit/>
          </a:bodyPr>
          <a:lstStyle>
            <a:lvl1pPr algn="l">
              <a:lnSpc>
                <a:spcPct val="90000"/>
              </a:lnSpc>
              <a:defRPr sz="4000" b="0" i="0" spc="-100" baseline="0">
                <a:solidFill>
                  <a:schemeClr val="bg2"/>
                </a:solidFill>
                <a:latin typeface="+mj-lt"/>
              </a:defRPr>
            </a:lvl1pPr>
          </a:lstStyle>
          <a:p>
            <a:r>
              <a:rPr lang="en-GB"/>
              <a:t>click to edit master title style</a:t>
            </a:r>
            <a:endParaRPr lang="en-US"/>
          </a:p>
        </p:txBody>
      </p:sp>
      <p:sp>
        <p:nvSpPr>
          <p:cNvPr id="14" name="Picture Placeholder 11">
            <a:extLst>
              <a:ext uri="{FF2B5EF4-FFF2-40B4-BE49-F238E27FC236}">
                <a16:creationId xmlns:a16="http://schemas.microsoft.com/office/drawing/2014/main" id="{31AC9D05-0EBF-DC49-88B9-A3F782E0133E}"/>
              </a:ext>
            </a:extLst>
          </p:cNvPr>
          <p:cNvSpPr>
            <a:spLocks noGrp="1"/>
          </p:cNvSpPr>
          <p:nvPr>
            <p:ph type="pic" sz="quarter" idx="18"/>
          </p:nvPr>
        </p:nvSpPr>
        <p:spPr>
          <a:xfrm>
            <a:off x="437656" y="1110086"/>
            <a:ext cx="4637828" cy="4637828"/>
          </a:xfrm>
          <a:prstGeom prst="ellipse">
            <a:avLst/>
          </a:prstGeom>
          <a:solidFill>
            <a:schemeClr val="accent6"/>
          </a:solidFill>
        </p:spPr>
        <p:txBody>
          <a:bodyPr>
            <a:normAutofit/>
          </a:bodyPr>
          <a:lstStyle>
            <a:lvl1pPr marL="0" indent="0">
              <a:buFontTx/>
              <a:buNone/>
              <a:defRPr sz="1400" b="0" i="0">
                <a:latin typeface="+mn-lt"/>
              </a:defRPr>
            </a:lvl1pPr>
          </a:lstStyle>
          <a:p>
            <a:r>
              <a:rPr lang="en-US"/>
              <a:t>Click icon to add picture</a:t>
            </a:r>
          </a:p>
        </p:txBody>
      </p:sp>
      <p:sp>
        <p:nvSpPr>
          <p:cNvPr id="17" name="Text Placeholder 2">
            <a:extLst>
              <a:ext uri="{FF2B5EF4-FFF2-40B4-BE49-F238E27FC236}">
                <a16:creationId xmlns:a16="http://schemas.microsoft.com/office/drawing/2014/main" id="{C8061C41-FC3D-D948-B44E-D27E18C26346}"/>
              </a:ext>
            </a:extLst>
          </p:cNvPr>
          <p:cNvSpPr>
            <a:spLocks noGrp="1"/>
          </p:cNvSpPr>
          <p:nvPr>
            <p:ph type="body" sz="quarter" idx="19"/>
          </p:nvPr>
        </p:nvSpPr>
        <p:spPr>
          <a:xfrm>
            <a:off x="6226427" y="1489075"/>
            <a:ext cx="5205412" cy="4449763"/>
          </a:xfrm>
        </p:spPr>
        <p:txBody>
          <a:bodyPr lIns="0" tIns="0" rIns="0" bIns="0">
            <a:noAutofit/>
          </a:bodyPr>
          <a:lstStyle>
            <a:lvl1pPr>
              <a:defRPr b="0">
                <a:solidFill>
                  <a:schemeClr val="tx1"/>
                </a:solidFill>
              </a:defRPr>
            </a:lvl1pPr>
            <a:lvl2pPr>
              <a:defRPr b="0">
                <a:solidFill>
                  <a:schemeClr val="tx1"/>
                </a:solidFill>
              </a:defRPr>
            </a:lvl2pPr>
            <a:lvl3pPr>
              <a:defRPr b="0">
                <a:solidFill>
                  <a:schemeClr val="tx1"/>
                </a:solidFill>
              </a:defRPr>
            </a:lvl3pPr>
            <a:lvl4pPr>
              <a:defRPr b="0">
                <a:solidFill>
                  <a:schemeClr val="tx1"/>
                </a:solidFill>
              </a:defRPr>
            </a:lvl4pPr>
            <a:lvl5pPr>
              <a:defRPr b="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16" name="Text Placeholder 9">
            <a:extLst>
              <a:ext uri="{FF2B5EF4-FFF2-40B4-BE49-F238E27FC236}">
                <a16:creationId xmlns:a16="http://schemas.microsoft.com/office/drawing/2014/main" id="{0C08E9F4-1EA3-314F-B911-AB2E5917B79D}"/>
              </a:ext>
            </a:extLst>
          </p:cNvPr>
          <p:cNvSpPr>
            <a:spLocks noGrp="1"/>
          </p:cNvSpPr>
          <p:nvPr>
            <p:ph type="body" sz="quarter" idx="17" hasCustomPrompt="1"/>
          </p:nvPr>
        </p:nvSpPr>
        <p:spPr>
          <a:xfrm>
            <a:off x="6226427" y="5001488"/>
            <a:ext cx="5205412" cy="937602"/>
          </a:xfrm>
        </p:spPr>
        <p:txBody>
          <a:bodyPr lIns="0" tIns="0" rIns="0" bIns="0">
            <a:noAutofit/>
          </a:bodyPr>
          <a:lstStyle>
            <a:lvl1pPr marL="0" indent="0">
              <a:spcBef>
                <a:spcPts val="0"/>
              </a:spcBef>
              <a:spcAft>
                <a:spcPts val="1000"/>
              </a:spcAft>
              <a:buNone/>
              <a:defRPr sz="2000" b="1" i="0">
                <a:solidFill>
                  <a:schemeClr val="accent4"/>
                </a:solidFill>
                <a:latin typeface="+mn-lt"/>
              </a:defRPr>
            </a:lvl1pPr>
            <a:lvl2pPr marL="0" indent="0">
              <a:spcBef>
                <a:spcPts val="0"/>
              </a:spcBef>
              <a:spcAft>
                <a:spcPts val="1000"/>
              </a:spcAft>
              <a:buNone/>
              <a:defRPr sz="2000" b="0" i="0">
                <a:latin typeface="Avenir Light" panose="020B0402020203020204" pitchFamily="34" charset="77"/>
              </a:defRPr>
            </a:lvl2pPr>
            <a:lvl3pPr marL="180000" indent="-180000">
              <a:spcBef>
                <a:spcPts val="0"/>
              </a:spcBef>
              <a:spcAft>
                <a:spcPts val="1000"/>
              </a:spcAft>
              <a:buClr>
                <a:schemeClr val="tx2"/>
              </a:buClr>
              <a:defRPr sz="2000" b="0" i="0">
                <a:latin typeface="Avenir Light" panose="020B0402020203020204" pitchFamily="34" charset="77"/>
              </a:defRPr>
            </a:lvl3pPr>
            <a:lvl4pPr marL="0" indent="0">
              <a:spcBef>
                <a:spcPts val="0"/>
              </a:spcBef>
              <a:spcAft>
                <a:spcPts val="1000"/>
              </a:spcAft>
              <a:buFontTx/>
              <a:buNone/>
              <a:defRPr sz="1400" b="0" i="0">
                <a:latin typeface="Avenir Light" panose="020B0402020203020204" pitchFamily="34" charset="77"/>
              </a:defRPr>
            </a:lvl4pPr>
            <a:lvl5pPr marL="180000" indent="-180000">
              <a:spcBef>
                <a:spcPts val="0"/>
              </a:spcBef>
              <a:spcAft>
                <a:spcPts val="1000"/>
              </a:spcAft>
              <a:buClr>
                <a:schemeClr val="tx2"/>
              </a:buClr>
              <a:defRPr sz="1400" b="0" i="0">
                <a:latin typeface="Avenir Light" panose="020B0402020203020204" pitchFamily="34" charset="77"/>
              </a:defRPr>
            </a:lvl5pPr>
          </a:lstStyle>
          <a:p>
            <a:pPr lvl="0"/>
            <a:r>
              <a:rPr lang="en-GB"/>
              <a:t>Click to edit master text styles</a:t>
            </a:r>
          </a:p>
        </p:txBody>
      </p:sp>
    </p:spTree>
    <p:extLst>
      <p:ext uri="{BB962C8B-B14F-4D97-AF65-F5344CB8AC3E}">
        <p14:creationId xmlns:p14="http://schemas.microsoft.com/office/powerpoint/2010/main" val="49481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and Image Slide 3">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8EAD9949-42AE-0E43-BDB0-437EAD35A37F}"/>
              </a:ext>
            </a:extLst>
          </p:cNvPr>
          <p:cNvSpPr>
            <a:spLocks noGrp="1"/>
          </p:cNvSpPr>
          <p:nvPr>
            <p:ph type="ctrTitle" hasCustomPrompt="1"/>
          </p:nvPr>
        </p:nvSpPr>
        <p:spPr>
          <a:xfrm>
            <a:off x="433754" y="360609"/>
            <a:ext cx="10234246" cy="1022713"/>
          </a:xfrm>
        </p:spPr>
        <p:txBody>
          <a:bodyPr lIns="0" tIns="0" rIns="0" bIns="0" anchor="t" anchorCtr="0">
            <a:normAutofit/>
          </a:bodyPr>
          <a:lstStyle>
            <a:lvl1pPr algn="l">
              <a:lnSpc>
                <a:spcPct val="90000"/>
              </a:lnSpc>
              <a:defRPr sz="4000" b="0" i="0" spc="-100" baseline="0">
                <a:solidFill>
                  <a:schemeClr val="bg2"/>
                </a:solidFill>
                <a:latin typeface="+mj-lt"/>
              </a:defRPr>
            </a:lvl1pPr>
          </a:lstStyle>
          <a:p>
            <a:r>
              <a:rPr lang="en-GB"/>
              <a:t>click to edit master title style</a:t>
            </a:r>
            <a:endParaRPr lang="en-US"/>
          </a:p>
        </p:txBody>
      </p:sp>
      <p:sp>
        <p:nvSpPr>
          <p:cNvPr id="12" name="Picture Placeholder 11">
            <a:extLst>
              <a:ext uri="{FF2B5EF4-FFF2-40B4-BE49-F238E27FC236}">
                <a16:creationId xmlns:a16="http://schemas.microsoft.com/office/drawing/2014/main" id="{84F00A07-6298-374F-9530-8D2DC280DE30}"/>
              </a:ext>
            </a:extLst>
          </p:cNvPr>
          <p:cNvSpPr>
            <a:spLocks noGrp="1"/>
          </p:cNvSpPr>
          <p:nvPr>
            <p:ph type="pic" sz="quarter" idx="14"/>
          </p:nvPr>
        </p:nvSpPr>
        <p:spPr>
          <a:xfrm>
            <a:off x="9205916" y="0"/>
            <a:ext cx="6800483" cy="6800483"/>
          </a:xfrm>
          <a:prstGeom prst="ellipse">
            <a:avLst/>
          </a:prstGeom>
          <a:solidFill>
            <a:schemeClr val="accent6"/>
          </a:solidFill>
        </p:spPr>
        <p:txBody>
          <a:bodyPr>
            <a:normAutofit/>
          </a:bodyPr>
          <a:lstStyle>
            <a:lvl1pPr marL="0" indent="0">
              <a:buFontTx/>
              <a:buNone/>
              <a:defRPr sz="1400" b="0" i="0">
                <a:latin typeface="+mn-lt"/>
              </a:defRPr>
            </a:lvl1pPr>
          </a:lstStyle>
          <a:p>
            <a:r>
              <a:rPr lang="en-US"/>
              <a:t>Click icon to add picture</a:t>
            </a:r>
          </a:p>
        </p:txBody>
      </p:sp>
      <p:sp>
        <p:nvSpPr>
          <p:cNvPr id="13" name="Text Placeholder 2">
            <a:extLst>
              <a:ext uri="{FF2B5EF4-FFF2-40B4-BE49-F238E27FC236}">
                <a16:creationId xmlns:a16="http://schemas.microsoft.com/office/drawing/2014/main" id="{CBFDD55C-7690-C541-AAC9-EDAD736FF4DE}"/>
              </a:ext>
            </a:extLst>
          </p:cNvPr>
          <p:cNvSpPr>
            <a:spLocks noGrp="1"/>
          </p:cNvSpPr>
          <p:nvPr>
            <p:ph type="body" sz="quarter" idx="16"/>
          </p:nvPr>
        </p:nvSpPr>
        <p:spPr>
          <a:xfrm>
            <a:off x="433387" y="1489075"/>
            <a:ext cx="7496175" cy="4449763"/>
          </a:xfrm>
        </p:spPr>
        <p:txBody>
          <a:bodyPr lIns="0" tIns="0" rIns="0" bIns="0">
            <a:noAutofit/>
          </a:bodyPr>
          <a:lstStyle>
            <a:lvl1pPr>
              <a:defRPr b="0">
                <a:solidFill>
                  <a:schemeClr val="tx1"/>
                </a:solidFill>
              </a:defRPr>
            </a:lvl1pPr>
            <a:lvl2pPr>
              <a:defRPr b="0">
                <a:solidFill>
                  <a:schemeClr val="tx1"/>
                </a:solidFill>
              </a:defRPr>
            </a:lvl2pPr>
            <a:lvl3pPr>
              <a:defRPr b="0">
                <a:solidFill>
                  <a:schemeClr val="tx1"/>
                </a:solidFill>
              </a:defRPr>
            </a:lvl3pPr>
            <a:lvl4pPr>
              <a:defRPr b="0">
                <a:solidFill>
                  <a:schemeClr val="tx1"/>
                </a:solidFill>
              </a:defRPr>
            </a:lvl4pPr>
            <a:lvl5pPr>
              <a:defRPr b="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26" name="Text Placeholder 9">
            <a:extLst>
              <a:ext uri="{FF2B5EF4-FFF2-40B4-BE49-F238E27FC236}">
                <a16:creationId xmlns:a16="http://schemas.microsoft.com/office/drawing/2014/main" id="{81921ABA-9BF4-D548-8C97-2FEF3E719B3C}"/>
              </a:ext>
            </a:extLst>
          </p:cNvPr>
          <p:cNvSpPr>
            <a:spLocks noGrp="1"/>
          </p:cNvSpPr>
          <p:nvPr>
            <p:ph type="body" sz="quarter" idx="15" hasCustomPrompt="1"/>
          </p:nvPr>
        </p:nvSpPr>
        <p:spPr>
          <a:xfrm>
            <a:off x="433388" y="5001488"/>
            <a:ext cx="7496175" cy="937602"/>
          </a:xfrm>
        </p:spPr>
        <p:txBody>
          <a:bodyPr lIns="0" tIns="0" rIns="0" bIns="0">
            <a:noAutofit/>
          </a:bodyPr>
          <a:lstStyle>
            <a:lvl1pPr marL="0" indent="0">
              <a:spcBef>
                <a:spcPts val="0"/>
              </a:spcBef>
              <a:spcAft>
                <a:spcPts val="1000"/>
              </a:spcAft>
              <a:buNone/>
              <a:defRPr sz="2000" b="1" i="0">
                <a:solidFill>
                  <a:schemeClr val="accent4"/>
                </a:solidFill>
                <a:latin typeface="+mn-lt"/>
              </a:defRPr>
            </a:lvl1pPr>
            <a:lvl2pPr marL="0" indent="0">
              <a:spcBef>
                <a:spcPts val="0"/>
              </a:spcBef>
              <a:spcAft>
                <a:spcPts val="1000"/>
              </a:spcAft>
              <a:buNone/>
              <a:defRPr sz="2000" b="0" i="0">
                <a:latin typeface="Avenir Light" panose="020B0402020203020204" pitchFamily="34" charset="77"/>
              </a:defRPr>
            </a:lvl2pPr>
            <a:lvl3pPr marL="180000" indent="-180000">
              <a:spcBef>
                <a:spcPts val="0"/>
              </a:spcBef>
              <a:spcAft>
                <a:spcPts val="1000"/>
              </a:spcAft>
              <a:buClr>
                <a:schemeClr val="tx2"/>
              </a:buClr>
              <a:defRPr sz="2000" b="0" i="0">
                <a:latin typeface="Avenir Light" panose="020B0402020203020204" pitchFamily="34" charset="77"/>
              </a:defRPr>
            </a:lvl3pPr>
            <a:lvl4pPr marL="0" indent="0">
              <a:spcBef>
                <a:spcPts val="0"/>
              </a:spcBef>
              <a:spcAft>
                <a:spcPts val="1000"/>
              </a:spcAft>
              <a:buFontTx/>
              <a:buNone/>
              <a:defRPr sz="1400" b="0" i="0">
                <a:latin typeface="Avenir Light" panose="020B0402020203020204" pitchFamily="34" charset="77"/>
              </a:defRPr>
            </a:lvl4pPr>
            <a:lvl5pPr marL="180000" indent="-180000">
              <a:spcBef>
                <a:spcPts val="0"/>
              </a:spcBef>
              <a:spcAft>
                <a:spcPts val="1000"/>
              </a:spcAft>
              <a:buClr>
                <a:schemeClr val="tx2"/>
              </a:buClr>
              <a:defRPr sz="1400" b="0" i="0">
                <a:latin typeface="Avenir Light" panose="020B0402020203020204" pitchFamily="34" charset="77"/>
              </a:defRPr>
            </a:lvl5pPr>
          </a:lstStyle>
          <a:p>
            <a:pPr lvl="0"/>
            <a:r>
              <a:rPr lang="en-GB"/>
              <a:t>Click to edit master text styles</a:t>
            </a:r>
          </a:p>
        </p:txBody>
      </p:sp>
      <p:grpSp>
        <p:nvGrpSpPr>
          <p:cNvPr id="2" name="Graphic 12">
            <a:extLst>
              <a:ext uri="{FF2B5EF4-FFF2-40B4-BE49-F238E27FC236}">
                <a16:creationId xmlns:a16="http://schemas.microsoft.com/office/drawing/2014/main" id="{9A0850E1-40F9-157D-567E-3F3F0817CFDE}"/>
              </a:ext>
            </a:extLst>
          </p:cNvPr>
          <p:cNvGrpSpPr/>
          <p:nvPr userDrawn="1"/>
        </p:nvGrpSpPr>
        <p:grpSpPr>
          <a:xfrm>
            <a:off x="11631155" y="6261617"/>
            <a:ext cx="239815" cy="358508"/>
            <a:chOff x="5681378" y="2802294"/>
            <a:chExt cx="837801" cy="1252460"/>
          </a:xfrm>
        </p:grpSpPr>
        <p:sp>
          <p:nvSpPr>
            <p:cNvPr id="3" name="Freeform 2">
              <a:extLst>
                <a:ext uri="{FF2B5EF4-FFF2-40B4-BE49-F238E27FC236}">
                  <a16:creationId xmlns:a16="http://schemas.microsoft.com/office/drawing/2014/main" id="{FF981E58-1121-3B43-8136-27B090AB930F}"/>
                </a:ext>
              </a:extLst>
            </p:cNvPr>
            <p:cNvSpPr/>
            <p:nvPr/>
          </p:nvSpPr>
          <p:spPr>
            <a:xfrm>
              <a:off x="5681378" y="2802294"/>
              <a:ext cx="837801" cy="1252460"/>
            </a:xfrm>
            <a:custGeom>
              <a:avLst/>
              <a:gdLst>
                <a:gd name="connsiteX0" fmla="*/ 837801 w 837801"/>
                <a:gd name="connsiteY0" fmla="*/ 0 h 1252460"/>
                <a:gd name="connsiteX1" fmla="*/ 837801 w 837801"/>
                <a:gd name="connsiteY1" fmla="*/ 835925 h 1252460"/>
                <a:gd name="connsiteX2" fmla="*/ 400357 w 837801"/>
                <a:gd name="connsiteY2" fmla="*/ 1252461 h 1252460"/>
                <a:gd name="connsiteX3" fmla="*/ 0 w 837801"/>
                <a:gd name="connsiteY3" fmla="*/ 835925 h 1252460"/>
                <a:gd name="connsiteX4" fmla="*/ 400357 w 837801"/>
                <a:gd name="connsiteY4" fmla="*/ 419389 h 1252460"/>
                <a:gd name="connsiteX5" fmla="*/ 699911 w 837801"/>
                <a:gd name="connsiteY5" fmla="*/ 576303 h 1252460"/>
                <a:gd name="connsiteX6" fmla="*/ 699911 w 837801"/>
                <a:gd name="connsiteY6" fmla="*/ 0 h 1252460"/>
                <a:gd name="connsiteX7" fmla="*/ 837801 w 837801"/>
                <a:gd name="connsiteY7" fmla="*/ 0 h 1252460"/>
                <a:gd name="connsiteX8" fmla="*/ 699911 w 837801"/>
                <a:gd name="connsiteY8" fmla="*/ 836876 h 1252460"/>
                <a:gd name="connsiteX9" fmla="*/ 418425 w 837801"/>
                <a:gd name="connsiteY9" fmla="*/ 553479 h 1252460"/>
                <a:gd name="connsiteX10" fmla="*/ 137890 w 837801"/>
                <a:gd name="connsiteY10" fmla="*/ 836876 h 1252460"/>
                <a:gd name="connsiteX11" fmla="*/ 418425 w 837801"/>
                <a:gd name="connsiteY11" fmla="*/ 1120272 h 1252460"/>
                <a:gd name="connsiteX12" fmla="*/ 699911 w 837801"/>
                <a:gd name="connsiteY12" fmla="*/ 836876 h 125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7801" h="1252460">
                  <a:moveTo>
                    <a:pt x="837801" y="0"/>
                  </a:moveTo>
                  <a:cubicBezTo>
                    <a:pt x="837801" y="0"/>
                    <a:pt x="837801" y="654285"/>
                    <a:pt x="837801" y="835925"/>
                  </a:cubicBezTo>
                  <a:cubicBezTo>
                    <a:pt x="837801" y="1006153"/>
                    <a:pt x="710372" y="1252461"/>
                    <a:pt x="400357" y="1252461"/>
                  </a:cubicBezTo>
                  <a:cubicBezTo>
                    <a:pt x="180684" y="1252461"/>
                    <a:pt x="0" y="1070821"/>
                    <a:pt x="0" y="835925"/>
                  </a:cubicBezTo>
                  <a:cubicBezTo>
                    <a:pt x="0" y="601029"/>
                    <a:pt x="180684" y="419389"/>
                    <a:pt x="400357" y="419389"/>
                  </a:cubicBezTo>
                  <a:cubicBezTo>
                    <a:pt x="535394" y="419389"/>
                    <a:pt x="636196" y="479302"/>
                    <a:pt x="699911" y="576303"/>
                  </a:cubicBezTo>
                  <a:lnTo>
                    <a:pt x="699911" y="0"/>
                  </a:lnTo>
                  <a:lnTo>
                    <a:pt x="837801" y="0"/>
                  </a:lnTo>
                  <a:close/>
                  <a:moveTo>
                    <a:pt x="699911" y="836876"/>
                  </a:moveTo>
                  <a:cubicBezTo>
                    <a:pt x="699911" y="675207"/>
                    <a:pt x="578187" y="553479"/>
                    <a:pt x="418425" y="553479"/>
                  </a:cubicBezTo>
                  <a:cubicBezTo>
                    <a:pt x="259614" y="553479"/>
                    <a:pt x="137890" y="675207"/>
                    <a:pt x="137890" y="836876"/>
                  </a:cubicBezTo>
                  <a:cubicBezTo>
                    <a:pt x="137890" y="998545"/>
                    <a:pt x="259614" y="1120272"/>
                    <a:pt x="418425" y="1120272"/>
                  </a:cubicBezTo>
                  <a:cubicBezTo>
                    <a:pt x="578187" y="1120272"/>
                    <a:pt x="699911" y="998545"/>
                    <a:pt x="699911" y="836876"/>
                  </a:cubicBezTo>
                  <a:close/>
                </a:path>
              </a:pathLst>
            </a:custGeom>
            <a:solidFill>
              <a:srgbClr val="3C3C3C"/>
            </a:solidFill>
            <a:ln w="9479"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AF797966-A2B3-423D-E2EE-F48B36FFC56B}"/>
                </a:ext>
              </a:extLst>
            </p:cNvPr>
            <p:cNvSpPr/>
            <p:nvPr/>
          </p:nvSpPr>
          <p:spPr>
            <a:xfrm>
              <a:off x="5819268" y="3355773"/>
              <a:ext cx="562020" cy="566793"/>
            </a:xfrm>
            <a:custGeom>
              <a:avLst/>
              <a:gdLst>
                <a:gd name="connsiteX0" fmla="*/ 562021 w 562020"/>
                <a:gd name="connsiteY0" fmla="*/ 283397 h 566793"/>
                <a:gd name="connsiteX1" fmla="*/ 280535 w 562020"/>
                <a:gd name="connsiteY1" fmla="*/ 0 h 566793"/>
                <a:gd name="connsiteX2" fmla="*/ 0 w 562020"/>
                <a:gd name="connsiteY2" fmla="*/ 283397 h 566793"/>
                <a:gd name="connsiteX3" fmla="*/ 280535 w 562020"/>
                <a:gd name="connsiteY3" fmla="*/ 566793 h 566793"/>
                <a:gd name="connsiteX4" fmla="*/ 562021 w 562020"/>
                <a:gd name="connsiteY4" fmla="*/ 283397 h 566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2020" h="566793">
                  <a:moveTo>
                    <a:pt x="562021" y="283397"/>
                  </a:moveTo>
                  <a:cubicBezTo>
                    <a:pt x="562021" y="121727"/>
                    <a:pt x="440297" y="0"/>
                    <a:pt x="280535" y="0"/>
                  </a:cubicBezTo>
                  <a:cubicBezTo>
                    <a:pt x="121724" y="0"/>
                    <a:pt x="0" y="121727"/>
                    <a:pt x="0" y="283397"/>
                  </a:cubicBezTo>
                  <a:cubicBezTo>
                    <a:pt x="0" y="445066"/>
                    <a:pt x="121724" y="566793"/>
                    <a:pt x="280535" y="566793"/>
                  </a:cubicBezTo>
                  <a:cubicBezTo>
                    <a:pt x="440297" y="566793"/>
                    <a:pt x="562021" y="445066"/>
                    <a:pt x="562021" y="283397"/>
                  </a:cubicBezTo>
                  <a:close/>
                </a:path>
              </a:pathLst>
            </a:custGeom>
            <a:solidFill>
              <a:srgbClr val="EF463C"/>
            </a:solidFill>
            <a:ln w="9479" cap="flat">
              <a:noFill/>
              <a:prstDash val="solid"/>
              <a:miter/>
            </a:ln>
          </p:spPr>
          <p:txBody>
            <a:bodyPr rtlCol="0" anchor="ctr"/>
            <a:lstStyle/>
            <a:p>
              <a:endParaRPr lang="en-US"/>
            </a:p>
          </p:txBody>
        </p:sp>
      </p:grpSp>
    </p:spTree>
    <p:extLst>
      <p:ext uri="{BB962C8B-B14F-4D97-AF65-F5344CB8AC3E}">
        <p14:creationId xmlns:p14="http://schemas.microsoft.com/office/powerpoint/2010/main" val="2232890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Slide Banner Image">
    <p:spTree>
      <p:nvGrpSpPr>
        <p:cNvPr id="1" name=""/>
        <p:cNvGrpSpPr/>
        <p:nvPr/>
      </p:nvGrpSpPr>
      <p:grpSpPr>
        <a:xfrm>
          <a:off x="0" y="0"/>
          <a:ext cx="0" cy="0"/>
          <a:chOff x="0" y="0"/>
          <a:chExt cx="0" cy="0"/>
        </a:xfrm>
      </p:grpSpPr>
      <p:sp>
        <p:nvSpPr>
          <p:cNvPr id="10" name="Picture Placeholder 16">
            <a:extLst>
              <a:ext uri="{FF2B5EF4-FFF2-40B4-BE49-F238E27FC236}">
                <a16:creationId xmlns:a16="http://schemas.microsoft.com/office/drawing/2014/main" id="{50EFDB13-D121-1897-B092-9C0885A034BA}"/>
              </a:ext>
            </a:extLst>
          </p:cNvPr>
          <p:cNvSpPr>
            <a:spLocks noGrp="1"/>
          </p:cNvSpPr>
          <p:nvPr>
            <p:ph type="pic" sz="quarter" idx="17"/>
          </p:nvPr>
        </p:nvSpPr>
        <p:spPr>
          <a:xfrm>
            <a:off x="0" y="0"/>
            <a:ext cx="12192000" cy="1701366"/>
          </a:xfrm>
          <a:custGeom>
            <a:avLst/>
            <a:gdLst>
              <a:gd name="connsiteX0" fmla="*/ 0 w 12192000"/>
              <a:gd name="connsiteY0" fmla="*/ 0 h 1701366"/>
              <a:gd name="connsiteX1" fmla="*/ 12192000 w 12192000"/>
              <a:gd name="connsiteY1" fmla="*/ 0 h 1701366"/>
              <a:gd name="connsiteX2" fmla="*/ 12192000 w 12192000"/>
              <a:gd name="connsiteY2" fmla="*/ 844759 h 1701366"/>
              <a:gd name="connsiteX3" fmla="*/ 11335393 w 12192000"/>
              <a:gd name="connsiteY3" fmla="*/ 1701366 h 1701366"/>
              <a:gd name="connsiteX4" fmla="*/ 0 w 12192000"/>
              <a:gd name="connsiteY4" fmla="*/ 1701366 h 1701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1701366">
                <a:moveTo>
                  <a:pt x="0" y="0"/>
                </a:moveTo>
                <a:lnTo>
                  <a:pt x="12192000" y="0"/>
                </a:lnTo>
                <a:lnTo>
                  <a:pt x="12192000" y="844759"/>
                </a:lnTo>
                <a:cubicBezTo>
                  <a:pt x="12192000" y="1317850"/>
                  <a:pt x="11808484" y="1701366"/>
                  <a:pt x="11335393" y="1701366"/>
                </a:cubicBezTo>
                <a:lnTo>
                  <a:pt x="0" y="1701366"/>
                </a:lnTo>
                <a:close/>
              </a:path>
            </a:pathLst>
          </a:custGeom>
          <a:solidFill>
            <a:schemeClr val="accent6"/>
          </a:solidFill>
        </p:spPr>
        <p:txBody>
          <a:bodyPr wrap="square">
            <a:noAutofit/>
          </a:bodyPr>
          <a:lstStyle>
            <a:lvl1pPr>
              <a:defRPr sz="1400" b="0"/>
            </a:lvl1pPr>
          </a:lstStyle>
          <a:p>
            <a:r>
              <a:rPr lang="en-US"/>
              <a:t>Click icon to add picture</a:t>
            </a:r>
          </a:p>
        </p:txBody>
      </p:sp>
      <p:sp>
        <p:nvSpPr>
          <p:cNvPr id="9" name="Title 1">
            <a:extLst>
              <a:ext uri="{FF2B5EF4-FFF2-40B4-BE49-F238E27FC236}">
                <a16:creationId xmlns:a16="http://schemas.microsoft.com/office/drawing/2014/main" id="{8EAD9949-42AE-0E43-BDB0-437EAD35A37F}"/>
              </a:ext>
            </a:extLst>
          </p:cNvPr>
          <p:cNvSpPr>
            <a:spLocks noGrp="1"/>
          </p:cNvSpPr>
          <p:nvPr>
            <p:ph type="ctrTitle" hasCustomPrompt="1"/>
          </p:nvPr>
        </p:nvSpPr>
        <p:spPr>
          <a:xfrm>
            <a:off x="433754" y="360609"/>
            <a:ext cx="10234246" cy="1022713"/>
          </a:xfrm>
        </p:spPr>
        <p:txBody>
          <a:bodyPr lIns="0" tIns="0" rIns="0" bIns="0" anchor="t" anchorCtr="0">
            <a:normAutofit/>
          </a:bodyPr>
          <a:lstStyle>
            <a:lvl1pPr algn="l">
              <a:lnSpc>
                <a:spcPct val="90000"/>
              </a:lnSpc>
              <a:defRPr sz="4000" b="0" i="0" spc="-100" baseline="0">
                <a:solidFill>
                  <a:schemeClr val="bg2"/>
                </a:solidFill>
                <a:latin typeface="+mj-lt"/>
              </a:defRPr>
            </a:lvl1pPr>
          </a:lstStyle>
          <a:p>
            <a:r>
              <a:rPr lang="en-GB"/>
              <a:t>click to edit master title style</a:t>
            </a:r>
            <a:endParaRPr lang="en-US"/>
          </a:p>
        </p:txBody>
      </p:sp>
      <p:grpSp>
        <p:nvGrpSpPr>
          <p:cNvPr id="11" name="Graphic 36">
            <a:extLst>
              <a:ext uri="{FF2B5EF4-FFF2-40B4-BE49-F238E27FC236}">
                <a16:creationId xmlns:a16="http://schemas.microsoft.com/office/drawing/2014/main" id="{4B7705F0-7F44-BD4B-BA32-7B4168599E69}"/>
              </a:ext>
            </a:extLst>
          </p:cNvPr>
          <p:cNvGrpSpPr/>
          <p:nvPr userDrawn="1"/>
        </p:nvGrpSpPr>
        <p:grpSpPr>
          <a:xfrm>
            <a:off x="11607408" y="6132443"/>
            <a:ext cx="290229" cy="432023"/>
            <a:chOff x="11607408" y="6132443"/>
            <a:chExt cx="290229" cy="432023"/>
          </a:xfrm>
        </p:grpSpPr>
        <p:sp>
          <p:nvSpPr>
            <p:cNvPr id="12" name="Freeform 11">
              <a:extLst>
                <a:ext uri="{FF2B5EF4-FFF2-40B4-BE49-F238E27FC236}">
                  <a16:creationId xmlns:a16="http://schemas.microsoft.com/office/drawing/2014/main" id="{7E3A25CA-0285-564E-BAA3-D5223FA06823}"/>
                </a:ext>
              </a:extLst>
            </p:cNvPr>
            <p:cNvSpPr/>
            <p:nvPr/>
          </p:nvSpPr>
          <p:spPr>
            <a:xfrm>
              <a:off x="11645345" y="6313298"/>
              <a:ext cx="214355" cy="215145"/>
            </a:xfrm>
            <a:custGeom>
              <a:avLst/>
              <a:gdLst>
                <a:gd name="connsiteX0" fmla="*/ 194868 w 194868"/>
                <a:gd name="connsiteY0" fmla="*/ 97793 h 195586"/>
                <a:gd name="connsiteX1" fmla="*/ 97227 w 194868"/>
                <a:gd name="connsiteY1" fmla="*/ 0 h 195586"/>
                <a:gd name="connsiteX2" fmla="*/ 0 w 194868"/>
                <a:gd name="connsiteY2" fmla="*/ 97793 h 195586"/>
                <a:gd name="connsiteX3" fmla="*/ 97019 w 194868"/>
                <a:gd name="connsiteY3" fmla="*/ 195586 h 195586"/>
                <a:gd name="connsiteX4" fmla="*/ 194868 w 194868"/>
                <a:gd name="connsiteY4" fmla="*/ 97793 h 1955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68" h="195586">
                  <a:moveTo>
                    <a:pt x="194868" y="97793"/>
                  </a:moveTo>
                  <a:cubicBezTo>
                    <a:pt x="194868" y="42088"/>
                    <a:pt x="152578" y="0"/>
                    <a:pt x="97227" y="0"/>
                  </a:cubicBezTo>
                  <a:cubicBezTo>
                    <a:pt x="42291" y="0"/>
                    <a:pt x="0" y="42088"/>
                    <a:pt x="0" y="97793"/>
                  </a:cubicBezTo>
                  <a:cubicBezTo>
                    <a:pt x="0" y="153498"/>
                    <a:pt x="42291" y="195586"/>
                    <a:pt x="97019" y="195586"/>
                  </a:cubicBezTo>
                  <a:cubicBezTo>
                    <a:pt x="152578" y="195586"/>
                    <a:pt x="194661" y="153498"/>
                    <a:pt x="194868" y="97793"/>
                  </a:cubicBezTo>
                </a:path>
              </a:pathLst>
            </a:custGeom>
            <a:solidFill>
              <a:schemeClr val="bg2"/>
            </a:solidFill>
            <a:ln w="2041"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B66E7D70-EC24-0F47-8F3C-586D48BFF088}"/>
                </a:ext>
              </a:extLst>
            </p:cNvPr>
            <p:cNvSpPr/>
            <p:nvPr/>
          </p:nvSpPr>
          <p:spPr>
            <a:xfrm>
              <a:off x="11607408" y="6132443"/>
              <a:ext cx="290229" cy="432023"/>
            </a:xfrm>
            <a:custGeom>
              <a:avLst/>
              <a:gdLst>
                <a:gd name="connsiteX0" fmla="*/ 290229 w 290229"/>
                <a:gd name="connsiteY0" fmla="*/ 0 h 432023"/>
                <a:gd name="connsiteX1" fmla="*/ 290229 w 290229"/>
                <a:gd name="connsiteY1" fmla="*/ 288428 h 432023"/>
                <a:gd name="connsiteX2" fmla="*/ 138895 w 290229"/>
                <a:gd name="connsiteY2" fmla="*/ 432023 h 432023"/>
                <a:gd name="connsiteX3" fmla="*/ 0 w 290229"/>
                <a:gd name="connsiteY3" fmla="*/ 288428 h 432023"/>
                <a:gd name="connsiteX4" fmla="*/ 138895 w 290229"/>
                <a:gd name="connsiteY4" fmla="*/ 144833 h 432023"/>
                <a:gd name="connsiteX5" fmla="*/ 242549 w 290229"/>
                <a:gd name="connsiteY5" fmla="*/ 198888 h 432023"/>
                <a:gd name="connsiteX6" fmla="*/ 242549 w 290229"/>
                <a:gd name="connsiteY6" fmla="*/ 0 h 432023"/>
                <a:gd name="connsiteX7" fmla="*/ 290229 w 290229"/>
                <a:gd name="connsiteY7" fmla="*/ 0 h 432023"/>
                <a:gd name="connsiteX8" fmla="*/ 242549 w 290229"/>
                <a:gd name="connsiteY8" fmla="*/ 288428 h 432023"/>
                <a:gd name="connsiteX9" fmla="*/ 144907 w 290229"/>
                <a:gd name="connsiteY9" fmla="*/ 190635 h 432023"/>
                <a:gd name="connsiteX10" fmla="*/ 47680 w 290229"/>
                <a:gd name="connsiteY10" fmla="*/ 288428 h 432023"/>
                <a:gd name="connsiteX11" fmla="*/ 144700 w 290229"/>
                <a:gd name="connsiteY11" fmla="*/ 386221 h 432023"/>
                <a:gd name="connsiteX12" fmla="*/ 242549 w 290229"/>
                <a:gd name="connsiteY12" fmla="*/ 288428 h 432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0229" h="432023">
                  <a:moveTo>
                    <a:pt x="290229" y="0"/>
                  </a:moveTo>
                  <a:lnTo>
                    <a:pt x="290229" y="288428"/>
                  </a:lnTo>
                  <a:cubicBezTo>
                    <a:pt x="290229" y="347022"/>
                    <a:pt x="246073" y="432023"/>
                    <a:pt x="138895" y="432023"/>
                  </a:cubicBezTo>
                  <a:cubicBezTo>
                    <a:pt x="62607" y="432023"/>
                    <a:pt x="0" y="369304"/>
                    <a:pt x="0" y="288428"/>
                  </a:cubicBezTo>
                  <a:cubicBezTo>
                    <a:pt x="0" y="207553"/>
                    <a:pt x="62607" y="144833"/>
                    <a:pt x="138895" y="144833"/>
                  </a:cubicBezTo>
                  <a:cubicBezTo>
                    <a:pt x="185539" y="144833"/>
                    <a:pt x="220574" y="165671"/>
                    <a:pt x="242549" y="198888"/>
                  </a:cubicBezTo>
                  <a:lnTo>
                    <a:pt x="242549" y="0"/>
                  </a:lnTo>
                  <a:lnTo>
                    <a:pt x="290229" y="0"/>
                  </a:lnTo>
                  <a:close/>
                  <a:moveTo>
                    <a:pt x="242549" y="288428"/>
                  </a:moveTo>
                  <a:cubicBezTo>
                    <a:pt x="242549" y="232723"/>
                    <a:pt x="200258" y="190635"/>
                    <a:pt x="144907" y="190635"/>
                  </a:cubicBezTo>
                  <a:cubicBezTo>
                    <a:pt x="89971" y="190635"/>
                    <a:pt x="47680" y="232723"/>
                    <a:pt x="47680" y="288428"/>
                  </a:cubicBezTo>
                  <a:cubicBezTo>
                    <a:pt x="47680" y="344133"/>
                    <a:pt x="89971" y="386221"/>
                    <a:pt x="144700" y="386221"/>
                  </a:cubicBezTo>
                  <a:cubicBezTo>
                    <a:pt x="200258" y="386221"/>
                    <a:pt x="242341" y="344133"/>
                    <a:pt x="242549" y="288428"/>
                  </a:cubicBezTo>
                </a:path>
              </a:pathLst>
            </a:custGeom>
            <a:solidFill>
              <a:srgbClr val="3B3836"/>
            </a:solidFill>
            <a:ln w="2041" cap="flat">
              <a:noFill/>
              <a:prstDash val="solid"/>
              <a:miter/>
            </a:ln>
          </p:spPr>
          <p:txBody>
            <a:bodyPr rtlCol="0" anchor="ctr"/>
            <a:lstStyle/>
            <a:p>
              <a:endParaRPr lang="en-US"/>
            </a:p>
          </p:txBody>
        </p:sp>
      </p:grpSp>
      <p:sp>
        <p:nvSpPr>
          <p:cNvPr id="13" name="Text Placeholder 2">
            <a:extLst>
              <a:ext uri="{FF2B5EF4-FFF2-40B4-BE49-F238E27FC236}">
                <a16:creationId xmlns:a16="http://schemas.microsoft.com/office/drawing/2014/main" id="{D42E0CBD-8450-404E-8EBA-0499365966CF}"/>
              </a:ext>
            </a:extLst>
          </p:cNvPr>
          <p:cNvSpPr>
            <a:spLocks noGrp="1"/>
          </p:cNvSpPr>
          <p:nvPr>
            <p:ph type="body" sz="quarter" idx="16"/>
          </p:nvPr>
        </p:nvSpPr>
        <p:spPr>
          <a:xfrm>
            <a:off x="433388" y="2061975"/>
            <a:ext cx="10234246" cy="3876863"/>
          </a:xfrm>
        </p:spPr>
        <p:txBody>
          <a:bodyPr lIns="0" tIns="0" rIns="0" bIns="0">
            <a:noAutofit/>
          </a:bodyPr>
          <a:lstStyle>
            <a:lvl1pPr>
              <a:defRPr b="0">
                <a:solidFill>
                  <a:schemeClr val="tx1"/>
                </a:solidFill>
              </a:defRPr>
            </a:lvl1pPr>
            <a:lvl2pPr>
              <a:defRPr b="0">
                <a:solidFill>
                  <a:schemeClr val="tx1"/>
                </a:solidFill>
              </a:defRPr>
            </a:lvl2pPr>
            <a:lvl3pPr>
              <a:defRPr b="0">
                <a:solidFill>
                  <a:schemeClr val="tx1"/>
                </a:solidFill>
              </a:defRPr>
            </a:lvl3pPr>
            <a:lvl4pPr>
              <a:defRPr b="0">
                <a:solidFill>
                  <a:schemeClr val="tx1"/>
                </a:solidFill>
              </a:defRPr>
            </a:lvl4pPr>
            <a:lvl5pPr>
              <a:defRPr b="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14" name="TextBox 13">
            <a:extLst>
              <a:ext uri="{FF2B5EF4-FFF2-40B4-BE49-F238E27FC236}">
                <a16:creationId xmlns:a16="http://schemas.microsoft.com/office/drawing/2014/main" id="{CB459B97-B9E3-0F42-A2E7-77F25759CD1F}"/>
              </a:ext>
            </a:extLst>
          </p:cNvPr>
          <p:cNvSpPr txBox="1"/>
          <p:nvPr userDrawn="1"/>
        </p:nvSpPr>
        <p:spPr>
          <a:xfrm>
            <a:off x="433755" y="6218083"/>
            <a:ext cx="231992" cy="3636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217A898-970D-3041-86C6-F4A15857945A}" type="slidenum">
              <a:rPr lang="en-US" sz="800" smtClean="0">
                <a:solidFill>
                  <a:schemeClr val="tx2"/>
                </a:solidFill>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800">
              <a:solidFill>
                <a:schemeClr val="tx2"/>
              </a:solidFill>
            </a:endParaRPr>
          </a:p>
        </p:txBody>
      </p:sp>
      <p:sp>
        <p:nvSpPr>
          <p:cNvPr id="16" name="Footer Placeholder 4">
            <a:extLst>
              <a:ext uri="{FF2B5EF4-FFF2-40B4-BE49-F238E27FC236}">
                <a16:creationId xmlns:a16="http://schemas.microsoft.com/office/drawing/2014/main" id="{292D164D-8788-4242-B3AF-54B0CF367483}"/>
              </a:ext>
            </a:extLst>
          </p:cNvPr>
          <p:cNvSpPr txBox="1">
            <a:spLocks/>
          </p:cNvSpPr>
          <p:nvPr userDrawn="1"/>
        </p:nvSpPr>
        <p:spPr>
          <a:xfrm>
            <a:off x="694800" y="6195600"/>
            <a:ext cx="2887306" cy="367200"/>
          </a:xfrm>
          <a:prstGeom prst="rect">
            <a:avLst/>
          </a:prstGeom>
        </p:spPr>
        <p:txBody>
          <a:bodyPr lIns="0" tIns="0" rIns="0" bIns="0" anchor="ctr" anchorCtr="0"/>
          <a:lstStyle>
            <a:defPPr>
              <a:defRPr lang="en-US"/>
            </a:defPPr>
            <a:lvl1pPr marL="0" algn="l" defTabSz="914400" rtl="0" eaLnBrk="1" latinLnBrk="0" hangingPunct="1">
              <a:defRPr sz="1200" b="1" i="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we commit. we deliver.</a:t>
            </a:r>
          </a:p>
        </p:txBody>
      </p:sp>
    </p:spTree>
    <p:extLst>
      <p:ext uri="{BB962C8B-B14F-4D97-AF65-F5344CB8AC3E}">
        <p14:creationId xmlns:p14="http://schemas.microsoft.com/office/powerpoint/2010/main" val="838060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DCC3B-BAB2-C5EF-53FF-3B6C3007A349}"/>
              </a:ext>
            </a:extLst>
          </p:cNvPr>
          <p:cNvSpPr>
            <a:spLocks noGrp="1"/>
          </p:cNvSpPr>
          <p:nvPr>
            <p:ph type="ctrTitle" hasCustomPrompt="1"/>
          </p:nvPr>
        </p:nvSpPr>
        <p:spPr>
          <a:xfrm>
            <a:off x="433754" y="360609"/>
            <a:ext cx="10234246" cy="1022713"/>
          </a:xfrm>
        </p:spPr>
        <p:txBody>
          <a:bodyPr lIns="0" tIns="0" rIns="0" bIns="0" anchor="t" anchorCtr="0">
            <a:normAutofit/>
          </a:bodyPr>
          <a:lstStyle>
            <a:lvl1pPr algn="l">
              <a:lnSpc>
                <a:spcPct val="90000"/>
              </a:lnSpc>
              <a:defRPr sz="4000" b="0" i="0" spc="-100" baseline="0">
                <a:solidFill>
                  <a:schemeClr val="bg2"/>
                </a:solidFill>
                <a:latin typeface="+mj-lt"/>
              </a:defRPr>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FDDA9B7-FAA7-D446-F494-4FE4C79DC5B4}"/>
              </a:ext>
            </a:extLst>
          </p:cNvPr>
          <p:cNvSpPr>
            <a:spLocks noGrp="1"/>
          </p:cNvSpPr>
          <p:nvPr>
            <p:ph type="body" sz="quarter" idx="16"/>
          </p:nvPr>
        </p:nvSpPr>
        <p:spPr>
          <a:xfrm>
            <a:off x="433388" y="1489075"/>
            <a:ext cx="10234246" cy="4449763"/>
          </a:xfrm>
        </p:spPr>
        <p:txBody>
          <a:bodyPr lIns="0" tIns="0" rIns="0" bIns="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Text Placeholder 9">
            <a:extLst>
              <a:ext uri="{FF2B5EF4-FFF2-40B4-BE49-F238E27FC236}">
                <a16:creationId xmlns:a16="http://schemas.microsoft.com/office/drawing/2014/main" id="{DB59B1F0-F3A9-8C52-DB90-9E96E9DEFCCD}"/>
              </a:ext>
            </a:extLst>
          </p:cNvPr>
          <p:cNvSpPr>
            <a:spLocks noGrp="1"/>
          </p:cNvSpPr>
          <p:nvPr>
            <p:ph type="body" sz="quarter" idx="15" hasCustomPrompt="1"/>
          </p:nvPr>
        </p:nvSpPr>
        <p:spPr>
          <a:xfrm>
            <a:off x="433388" y="5001488"/>
            <a:ext cx="10234246" cy="937602"/>
          </a:xfrm>
        </p:spPr>
        <p:txBody>
          <a:bodyPr lIns="0" tIns="0" rIns="0" bIns="0">
            <a:noAutofit/>
          </a:bodyPr>
          <a:lstStyle>
            <a:lvl1pPr marL="0" indent="0">
              <a:spcBef>
                <a:spcPts val="0"/>
              </a:spcBef>
              <a:spcAft>
                <a:spcPts val="1000"/>
              </a:spcAft>
              <a:buNone/>
              <a:defRPr sz="2000" b="1" i="0">
                <a:solidFill>
                  <a:schemeClr val="accent4"/>
                </a:solidFill>
                <a:latin typeface="+mn-lt"/>
              </a:defRPr>
            </a:lvl1pPr>
            <a:lvl2pPr marL="0" indent="0">
              <a:spcBef>
                <a:spcPts val="0"/>
              </a:spcBef>
              <a:spcAft>
                <a:spcPts val="1000"/>
              </a:spcAft>
              <a:buNone/>
              <a:defRPr sz="2000" b="0" i="0">
                <a:latin typeface="Avenir Light" panose="020B0402020203020204" pitchFamily="34" charset="77"/>
              </a:defRPr>
            </a:lvl2pPr>
            <a:lvl3pPr marL="180000" indent="-180000">
              <a:spcBef>
                <a:spcPts val="0"/>
              </a:spcBef>
              <a:spcAft>
                <a:spcPts val="1000"/>
              </a:spcAft>
              <a:buClr>
                <a:schemeClr val="tx2"/>
              </a:buClr>
              <a:defRPr sz="2000" b="0" i="0">
                <a:latin typeface="Avenir Light" panose="020B0402020203020204" pitchFamily="34" charset="77"/>
              </a:defRPr>
            </a:lvl3pPr>
            <a:lvl4pPr marL="0" indent="0">
              <a:spcBef>
                <a:spcPts val="0"/>
              </a:spcBef>
              <a:spcAft>
                <a:spcPts val="1000"/>
              </a:spcAft>
              <a:buFontTx/>
              <a:buNone/>
              <a:defRPr sz="1400" b="0" i="0">
                <a:latin typeface="Avenir Light" panose="020B0402020203020204" pitchFamily="34" charset="77"/>
              </a:defRPr>
            </a:lvl4pPr>
            <a:lvl5pPr marL="180000" indent="-180000">
              <a:spcBef>
                <a:spcPts val="0"/>
              </a:spcBef>
              <a:spcAft>
                <a:spcPts val="1000"/>
              </a:spcAft>
              <a:buClr>
                <a:schemeClr val="tx2"/>
              </a:buClr>
              <a:defRPr sz="1400" b="0" i="0">
                <a:latin typeface="Avenir Light" panose="020B0402020203020204" pitchFamily="34" charset="77"/>
              </a:defRPr>
            </a:lvl5pPr>
          </a:lstStyle>
          <a:p>
            <a:pPr lvl="0"/>
            <a:r>
              <a:rPr lang="en-GB"/>
              <a:t>Click to edit master text styles</a:t>
            </a:r>
          </a:p>
        </p:txBody>
      </p:sp>
    </p:spTree>
    <p:extLst>
      <p:ext uri="{BB962C8B-B14F-4D97-AF65-F5344CB8AC3E}">
        <p14:creationId xmlns:p14="http://schemas.microsoft.com/office/powerpoint/2010/main" val="195616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 image chapter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A0E9430-4072-8E97-8F53-0046AFAA4AD2}"/>
              </a:ext>
            </a:extLst>
          </p:cNvPr>
          <p:cNvSpPr>
            <a:spLocks noGrp="1"/>
          </p:cNvSpPr>
          <p:nvPr>
            <p:ph type="pic" sz="quarter" idx="10"/>
          </p:nvPr>
        </p:nvSpPr>
        <p:spPr>
          <a:xfrm>
            <a:off x="438600" y="-428820"/>
            <a:ext cx="11314800" cy="6415200"/>
          </a:xfrm>
          <a:prstGeom prst="roundRect">
            <a:avLst>
              <a:gd name="adj" fmla="val 4753"/>
            </a:avLst>
          </a:prstGeom>
          <a:solidFill>
            <a:schemeClr val="accent6"/>
          </a:solidFill>
          <a:ln>
            <a:noFill/>
          </a:ln>
        </p:spPr>
        <p:txBody>
          <a:bodyPr anchor="ctr"/>
          <a:lstStyle>
            <a:lvl1pPr marL="0" marR="0" indent="0" algn="ctr" defTabSz="914400" rtl="0" eaLnBrk="1" fontAlgn="auto" latinLnBrk="0" hangingPunct="1">
              <a:lnSpc>
                <a:spcPct val="90000"/>
              </a:lnSpc>
              <a:spcBef>
                <a:spcPts val="0"/>
              </a:spcBef>
              <a:spcAft>
                <a:spcPts val="1000"/>
              </a:spcAft>
              <a:buClr>
                <a:schemeClr val="tx2"/>
              </a:buClr>
              <a:buSzTx/>
              <a:buFont typeface="Arial" panose="020B0604020202020204" pitchFamily="34" charset="0"/>
              <a:buNone/>
              <a:tabLst/>
              <a:defRPr sz="1400"/>
            </a:lvl1pPr>
          </a:lstStyle>
          <a:p>
            <a:pPr marL="0" marR="0" lvl="0" indent="0" algn="l" defTabSz="914400" rtl="0" eaLnBrk="1" fontAlgn="auto" latinLnBrk="0" hangingPunct="1">
              <a:lnSpc>
                <a:spcPct val="90000"/>
              </a:lnSpc>
              <a:spcBef>
                <a:spcPts val="0"/>
              </a:spcBef>
              <a:spcAft>
                <a:spcPts val="1000"/>
              </a:spcAft>
              <a:buClr>
                <a:schemeClr val="tx2"/>
              </a:buClr>
              <a:buSzTx/>
              <a:buFont typeface="Arial" panose="020B0604020202020204" pitchFamily="34" charset="0"/>
              <a:buNone/>
              <a:tabLst/>
              <a:defRPr/>
            </a:pPr>
            <a:r>
              <a:rPr lang="en-US"/>
              <a:t>Click icon to add picture</a:t>
            </a:r>
            <a:endParaRPr lang="en-BE"/>
          </a:p>
        </p:txBody>
      </p:sp>
      <p:sp>
        <p:nvSpPr>
          <p:cNvPr id="17" name="Text Placeholder 7">
            <a:extLst>
              <a:ext uri="{FF2B5EF4-FFF2-40B4-BE49-F238E27FC236}">
                <a16:creationId xmlns:a16="http://schemas.microsoft.com/office/drawing/2014/main" id="{873ABF94-2E41-75F7-ED59-B6CCDDD29B0A}"/>
              </a:ext>
            </a:extLst>
          </p:cNvPr>
          <p:cNvSpPr>
            <a:spLocks noGrp="1"/>
          </p:cNvSpPr>
          <p:nvPr>
            <p:ph type="body" sz="quarter" idx="13" hasCustomPrompt="1"/>
          </p:nvPr>
        </p:nvSpPr>
        <p:spPr>
          <a:xfrm>
            <a:off x="436929" y="4287522"/>
            <a:ext cx="11314801" cy="707887"/>
          </a:xfrm>
        </p:spPr>
        <p:txBody>
          <a:bodyPr lIns="0" tIns="0" rIns="0" bIns="0" anchor="b"/>
          <a:lstStyle>
            <a:lvl1pPr algn="ctr">
              <a:defRPr sz="5000" spc="-100" baseline="0">
                <a:solidFill>
                  <a:schemeClr val="bg1"/>
                </a:solidFill>
              </a:defRPr>
            </a:lvl1pPr>
          </a:lstStyle>
          <a:p>
            <a:r>
              <a:rPr lang="en-GB"/>
              <a:t>click to edit master title style</a:t>
            </a:r>
            <a:endParaRPr lang="en-US"/>
          </a:p>
        </p:txBody>
      </p:sp>
      <p:grpSp>
        <p:nvGrpSpPr>
          <p:cNvPr id="11" name="Graphic 36">
            <a:extLst>
              <a:ext uri="{FF2B5EF4-FFF2-40B4-BE49-F238E27FC236}">
                <a16:creationId xmlns:a16="http://schemas.microsoft.com/office/drawing/2014/main" id="{4B7705F0-7F44-BD4B-BA32-7B4168599E69}"/>
              </a:ext>
            </a:extLst>
          </p:cNvPr>
          <p:cNvGrpSpPr/>
          <p:nvPr userDrawn="1"/>
        </p:nvGrpSpPr>
        <p:grpSpPr>
          <a:xfrm>
            <a:off x="11607408" y="6132443"/>
            <a:ext cx="290229" cy="432023"/>
            <a:chOff x="11607408" y="6132443"/>
            <a:chExt cx="290229" cy="432023"/>
          </a:xfrm>
        </p:grpSpPr>
        <p:sp>
          <p:nvSpPr>
            <p:cNvPr id="12" name="Freeform 11">
              <a:extLst>
                <a:ext uri="{FF2B5EF4-FFF2-40B4-BE49-F238E27FC236}">
                  <a16:creationId xmlns:a16="http://schemas.microsoft.com/office/drawing/2014/main" id="{7E3A25CA-0285-564E-BAA3-D5223FA06823}"/>
                </a:ext>
              </a:extLst>
            </p:cNvPr>
            <p:cNvSpPr/>
            <p:nvPr/>
          </p:nvSpPr>
          <p:spPr>
            <a:xfrm>
              <a:off x="11645345" y="6313298"/>
              <a:ext cx="214355" cy="215145"/>
            </a:xfrm>
            <a:custGeom>
              <a:avLst/>
              <a:gdLst>
                <a:gd name="connsiteX0" fmla="*/ 194868 w 194868"/>
                <a:gd name="connsiteY0" fmla="*/ 97793 h 195586"/>
                <a:gd name="connsiteX1" fmla="*/ 97227 w 194868"/>
                <a:gd name="connsiteY1" fmla="*/ 0 h 195586"/>
                <a:gd name="connsiteX2" fmla="*/ 0 w 194868"/>
                <a:gd name="connsiteY2" fmla="*/ 97793 h 195586"/>
                <a:gd name="connsiteX3" fmla="*/ 97019 w 194868"/>
                <a:gd name="connsiteY3" fmla="*/ 195586 h 195586"/>
                <a:gd name="connsiteX4" fmla="*/ 194868 w 194868"/>
                <a:gd name="connsiteY4" fmla="*/ 97793 h 1955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68" h="195586">
                  <a:moveTo>
                    <a:pt x="194868" y="97793"/>
                  </a:moveTo>
                  <a:cubicBezTo>
                    <a:pt x="194868" y="42088"/>
                    <a:pt x="152578" y="0"/>
                    <a:pt x="97227" y="0"/>
                  </a:cubicBezTo>
                  <a:cubicBezTo>
                    <a:pt x="42291" y="0"/>
                    <a:pt x="0" y="42088"/>
                    <a:pt x="0" y="97793"/>
                  </a:cubicBezTo>
                  <a:cubicBezTo>
                    <a:pt x="0" y="153498"/>
                    <a:pt x="42291" y="195586"/>
                    <a:pt x="97019" y="195586"/>
                  </a:cubicBezTo>
                  <a:cubicBezTo>
                    <a:pt x="152578" y="195586"/>
                    <a:pt x="194661" y="153498"/>
                    <a:pt x="194868" y="97793"/>
                  </a:cubicBezTo>
                </a:path>
              </a:pathLst>
            </a:custGeom>
            <a:solidFill>
              <a:schemeClr val="bg2"/>
            </a:solidFill>
            <a:ln w="2041"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B66E7D70-EC24-0F47-8F3C-586D48BFF088}"/>
                </a:ext>
              </a:extLst>
            </p:cNvPr>
            <p:cNvSpPr/>
            <p:nvPr/>
          </p:nvSpPr>
          <p:spPr>
            <a:xfrm>
              <a:off x="11607408" y="6132443"/>
              <a:ext cx="290229" cy="432023"/>
            </a:xfrm>
            <a:custGeom>
              <a:avLst/>
              <a:gdLst>
                <a:gd name="connsiteX0" fmla="*/ 290229 w 290229"/>
                <a:gd name="connsiteY0" fmla="*/ 0 h 432023"/>
                <a:gd name="connsiteX1" fmla="*/ 290229 w 290229"/>
                <a:gd name="connsiteY1" fmla="*/ 288428 h 432023"/>
                <a:gd name="connsiteX2" fmla="*/ 138895 w 290229"/>
                <a:gd name="connsiteY2" fmla="*/ 432023 h 432023"/>
                <a:gd name="connsiteX3" fmla="*/ 0 w 290229"/>
                <a:gd name="connsiteY3" fmla="*/ 288428 h 432023"/>
                <a:gd name="connsiteX4" fmla="*/ 138895 w 290229"/>
                <a:gd name="connsiteY4" fmla="*/ 144833 h 432023"/>
                <a:gd name="connsiteX5" fmla="*/ 242549 w 290229"/>
                <a:gd name="connsiteY5" fmla="*/ 198888 h 432023"/>
                <a:gd name="connsiteX6" fmla="*/ 242549 w 290229"/>
                <a:gd name="connsiteY6" fmla="*/ 0 h 432023"/>
                <a:gd name="connsiteX7" fmla="*/ 290229 w 290229"/>
                <a:gd name="connsiteY7" fmla="*/ 0 h 432023"/>
                <a:gd name="connsiteX8" fmla="*/ 242549 w 290229"/>
                <a:gd name="connsiteY8" fmla="*/ 288428 h 432023"/>
                <a:gd name="connsiteX9" fmla="*/ 144907 w 290229"/>
                <a:gd name="connsiteY9" fmla="*/ 190635 h 432023"/>
                <a:gd name="connsiteX10" fmla="*/ 47680 w 290229"/>
                <a:gd name="connsiteY10" fmla="*/ 288428 h 432023"/>
                <a:gd name="connsiteX11" fmla="*/ 144700 w 290229"/>
                <a:gd name="connsiteY11" fmla="*/ 386221 h 432023"/>
                <a:gd name="connsiteX12" fmla="*/ 242549 w 290229"/>
                <a:gd name="connsiteY12" fmla="*/ 288428 h 432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0229" h="432023">
                  <a:moveTo>
                    <a:pt x="290229" y="0"/>
                  </a:moveTo>
                  <a:lnTo>
                    <a:pt x="290229" y="288428"/>
                  </a:lnTo>
                  <a:cubicBezTo>
                    <a:pt x="290229" y="347022"/>
                    <a:pt x="246073" y="432023"/>
                    <a:pt x="138895" y="432023"/>
                  </a:cubicBezTo>
                  <a:cubicBezTo>
                    <a:pt x="62607" y="432023"/>
                    <a:pt x="0" y="369304"/>
                    <a:pt x="0" y="288428"/>
                  </a:cubicBezTo>
                  <a:cubicBezTo>
                    <a:pt x="0" y="207553"/>
                    <a:pt x="62607" y="144833"/>
                    <a:pt x="138895" y="144833"/>
                  </a:cubicBezTo>
                  <a:cubicBezTo>
                    <a:pt x="185539" y="144833"/>
                    <a:pt x="220574" y="165671"/>
                    <a:pt x="242549" y="198888"/>
                  </a:cubicBezTo>
                  <a:lnTo>
                    <a:pt x="242549" y="0"/>
                  </a:lnTo>
                  <a:lnTo>
                    <a:pt x="290229" y="0"/>
                  </a:lnTo>
                  <a:close/>
                  <a:moveTo>
                    <a:pt x="242549" y="288428"/>
                  </a:moveTo>
                  <a:cubicBezTo>
                    <a:pt x="242549" y="232723"/>
                    <a:pt x="200258" y="190635"/>
                    <a:pt x="144907" y="190635"/>
                  </a:cubicBezTo>
                  <a:cubicBezTo>
                    <a:pt x="89971" y="190635"/>
                    <a:pt x="47680" y="232723"/>
                    <a:pt x="47680" y="288428"/>
                  </a:cubicBezTo>
                  <a:cubicBezTo>
                    <a:pt x="47680" y="344133"/>
                    <a:pt x="89971" y="386221"/>
                    <a:pt x="144700" y="386221"/>
                  </a:cubicBezTo>
                  <a:cubicBezTo>
                    <a:pt x="200258" y="386221"/>
                    <a:pt x="242341" y="344133"/>
                    <a:pt x="242549" y="288428"/>
                  </a:cubicBezTo>
                </a:path>
              </a:pathLst>
            </a:custGeom>
            <a:solidFill>
              <a:srgbClr val="3B3836"/>
            </a:solidFill>
            <a:ln w="2041" cap="flat">
              <a:noFill/>
              <a:prstDash val="solid"/>
              <a:miter/>
            </a:ln>
          </p:spPr>
          <p:txBody>
            <a:bodyPr rtlCol="0" anchor="ctr"/>
            <a:lstStyle/>
            <a:p>
              <a:endParaRPr lang="en-US"/>
            </a:p>
          </p:txBody>
        </p:sp>
      </p:grpSp>
      <p:sp>
        <p:nvSpPr>
          <p:cNvPr id="14" name="TextBox 13">
            <a:extLst>
              <a:ext uri="{FF2B5EF4-FFF2-40B4-BE49-F238E27FC236}">
                <a16:creationId xmlns:a16="http://schemas.microsoft.com/office/drawing/2014/main" id="{CB459B97-B9E3-0F42-A2E7-77F25759CD1F}"/>
              </a:ext>
            </a:extLst>
          </p:cNvPr>
          <p:cNvSpPr txBox="1"/>
          <p:nvPr userDrawn="1"/>
        </p:nvSpPr>
        <p:spPr>
          <a:xfrm>
            <a:off x="433755" y="6218083"/>
            <a:ext cx="231992" cy="3636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217A898-970D-3041-86C6-F4A15857945A}" type="slidenum">
              <a:rPr lang="en-US" sz="800" smtClean="0">
                <a:solidFill>
                  <a:schemeClr val="tx2"/>
                </a:solidFill>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800">
              <a:solidFill>
                <a:schemeClr val="tx2"/>
              </a:solidFill>
            </a:endParaRPr>
          </a:p>
        </p:txBody>
      </p:sp>
      <p:sp>
        <p:nvSpPr>
          <p:cNvPr id="16" name="Footer Placeholder 4">
            <a:extLst>
              <a:ext uri="{FF2B5EF4-FFF2-40B4-BE49-F238E27FC236}">
                <a16:creationId xmlns:a16="http://schemas.microsoft.com/office/drawing/2014/main" id="{292D164D-8788-4242-B3AF-54B0CF367483}"/>
              </a:ext>
            </a:extLst>
          </p:cNvPr>
          <p:cNvSpPr txBox="1">
            <a:spLocks/>
          </p:cNvSpPr>
          <p:nvPr userDrawn="1"/>
        </p:nvSpPr>
        <p:spPr>
          <a:xfrm>
            <a:off x="694800" y="6195600"/>
            <a:ext cx="2887306" cy="367200"/>
          </a:xfrm>
          <a:prstGeom prst="rect">
            <a:avLst/>
          </a:prstGeom>
        </p:spPr>
        <p:txBody>
          <a:bodyPr lIns="0" tIns="0" rIns="0" bIns="0" anchor="ctr" anchorCtr="0"/>
          <a:lstStyle>
            <a:defPPr>
              <a:defRPr lang="en-US"/>
            </a:defPPr>
            <a:lvl1pPr marL="0" algn="l" defTabSz="914400" rtl="0" eaLnBrk="1" latinLnBrk="0" hangingPunct="1">
              <a:defRPr sz="1200" b="1" i="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we commit. we deliver.</a:t>
            </a:r>
          </a:p>
        </p:txBody>
      </p:sp>
    </p:spTree>
    <p:extLst>
      <p:ext uri="{BB962C8B-B14F-4D97-AF65-F5344CB8AC3E}">
        <p14:creationId xmlns:p14="http://schemas.microsoft.com/office/powerpoint/2010/main" val="903454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Blank White Slide Grey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C32F1EA-7A39-256E-001B-052AFC4913D0}"/>
              </a:ext>
            </a:extLst>
          </p:cNvPr>
          <p:cNvSpPr/>
          <p:nvPr userDrawn="1"/>
        </p:nvSpPr>
        <p:spPr>
          <a:xfrm>
            <a:off x="-16201" y="0"/>
            <a:ext cx="12208201" cy="13716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1">
            <a:extLst>
              <a:ext uri="{FF2B5EF4-FFF2-40B4-BE49-F238E27FC236}">
                <a16:creationId xmlns:a16="http://schemas.microsoft.com/office/drawing/2014/main" id="{42DC4604-C0F2-84C5-CC3E-A63E1839C21C}"/>
              </a:ext>
            </a:extLst>
          </p:cNvPr>
          <p:cNvSpPr>
            <a:spLocks noGrp="1"/>
          </p:cNvSpPr>
          <p:nvPr>
            <p:ph type="ctrTitle" hasCustomPrompt="1"/>
          </p:nvPr>
        </p:nvSpPr>
        <p:spPr>
          <a:xfrm>
            <a:off x="433754" y="360610"/>
            <a:ext cx="10234246" cy="834010"/>
          </a:xfrm>
        </p:spPr>
        <p:txBody>
          <a:bodyPr lIns="0" tIns="0" rIns="0" bIns="0" anchor="t" anchorCtr="0">
            <a:normAutofit/>
          </a:bodyPr>
          <a:lstStyle>
            <a:lvl1pPr algn="l">
              <a:lnSpc>
                <a:spcPct val="90000"/>
              </a:lnSpc>
              <a:defRPr sz="4000" b="0" i="0" spc="-100" baseline="0">
                <a:solidFill>
                  <a:schemeClr val="bg2"/>
                </a:solidFill>
                <a:latin typeface="+mj-lt"/>
              </a:defRPr>
            </a:lvl1pPr>
          </a:lstStyle>
          <a:p>
            <a:r>
              <a:rPr lang="en-GB"/>
              <a:t>click to edit master title style</a:t>
            </a:r>
            <a:endParaRPr lang="en-US"/>
          </a:p>
        </p:txBody>
      </p:sp>
      <p:sp>
        <p:nvSpPr>
          <p:cNvPr id="7" name="Text Placeholder 2">
            <a:extLst>
              <a:ext uri="{FF2B5EF4-FFF2-40B4-BE49-F238E27FC236}">
                <a16:creationId xmlns:a16="http://schemas.microsoft.com/office/drawing/2014/main" id="{5EEB7D00-999A-6FA7-CEB4-A0970A714233}"/>
              </a:ext>
            </a:extLst>
          </p:cNvPr>
          <p:cNvSpPr>
            <a:spLocks noGrp="1"/>
          </p:cNvSpPr>
          <p:nvPr>
            <p:ph type="body" sz="quarter" idx="16"/>
          </p:nvPr>
        </p:nvSpPr>
        <p:spPr>
          <a:xfrm>
            <a:off x="433388" y="1622323"/>
            <a:ext cx="10234246" cy="4316515"/>
          </a:xfrm>
        </p:spPr>
        <p:txBody>
          <a:bodyPr lIns="0" tIns="0" rIns="0" bIns="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15" name="Text Placeholder 9">
            <a:extLst>
              <a:ext uri="{FF2B5EF4-FFF2-40B4-BE49-F238E27FC236}">
                <a16:creationId xmlns:a16="http://schemas.microsoft.com/office/drawing/2014/main" id="{B40A8869-A23E-7DE8-188E-DDE95EC7D20B}"/>
              </a:ext>
            </a:extLst>
          </p:cNvPr>
          <p:cNvSpPr>
            <a:spLocks noGrp="1"/>
          </p:cNvSpPr>
          <p:nvPr>
            <p:ph type="body" sz="quarter" idx="15" hasCustomPrompt="1"/>
          </p:nvPr>
        </p:nvSpPr>
        <p:spPr>
          <a:xfrm>
            <a:off x="433388" y="5001488"/>
            <a:ext cx="10234246" cy="937602"/>
          </a:xfrm>
        </p:spPr>
        <p:txBody>
          <a:bodyPr lIns="0" tIns="0" rIns="0" bIns="0">
            <a:noAutofit/>
          </a:bodyPr>
          <a:lstStyle>
            <a:lvl1pPr marL="0" indent="0">
              <a:spcBef>
                <a:spcPts val="0"/>
              </a:spcBef>
              <a:spcAft>
                <a:spcPts val="1000"/>
              </a:spcAft>
              <a:buNone/>
              <a:defRPr sz="2000" b="1" i="0">
                <a:solidFill>
                  <a:schemeClr val="accent4"/>
                </a:solidFill>
                <a:latin typeface="+mn-lt"/>
              </a:defRPr>
            </a:lvl1pPr>
            <a:lvl2pPr marL="0" indent="0">
              <a:spcBef>
                <a:spcPts val="0"/>
              </a:spcBef>
              <a:spcAft>
                <a:spcPts val="1000"/>
              </a:spcAft>
              <a:buNone/>
              <a:defRPr sz="2000" b="0" i="0">
                <a:latin typeface="Avenir Light" panose="020B0402020203020204" pitchFamily="34" charset="77"/>
              </a:defRPr>
            </a:lvl2pPr>
            <a:lvl3pPr marL="180000" indent="-180000">
              <a:spcBef>
                <a:spcPts val="0"/>
              </a:spcBef>
              <a:spcAft>
                <a:spcPts val="1000"/>
              </a:spcAft>
              <a:buClr>
                <a:schemeClr val="tx2"/>
              </a:buClr>
              <a:defRPr sz="2000" b="0" i="0">
                <a:latin typeface="Avenir Light" panose="020B0402020203020204" pitchFamily="34" charset="77"/>
              </a:defRPr>
            </a:lvl3pPr>
            <a:lvl4pPr marL="0" indent="0">
              <a:spcBef>
                <a:spcPts val="0"/>
              </a:spcBef>
              <a:spcAft>
                <a:spcPts val="1000"/>
              </a:spcAft>
              <a:buFontTx/>
              <a:buNone/>
              <a:defRPr sz="1400" b="0" i="0">
                <a:latin typeface="Avenir Light" panose="020B0402020203020204" pitchFamily="34" charset="77"/>
              </a:defRPr>
            </a:lvl4pPr>
            <a:lvl5pPr marL="180000" indent="-180000">
              <a:spcBef>
                <a:spcPts val="0"/>
              </a:spcBef>
              <a:spcAft>
                <a:spcPts val="1000"/>
              </a:spcAft>
              <a:buClr>
                <a:schemeClr val="tx2"/>
              </a:buClr>
              <a:defRPr sz="1400" b="0" i="0">
                <a:latin typeface="Avenir Light" panose="020B0402020203020204" pitchFamily="34" charset="77"/>
              </a:defRPr>
            </a:lvl5pPr>
          </a:lstStyle>
          <a:p>
            <a:pPr lvl="0"/>
            <a:r>
              <a:rPr lang="en-GB"/>
              <a:t>Click to edit master text styles</a:t>
            </a:r>
          </a:p>
        </p:txBody>
      </p:sp>
    </p:spTree>
    <p:extLst>
      <p:ext uri="{BB962C8B-B14F-4D97-AF65-F5344CB8AC3E}">
        <p14:creationId xmlns:p14="http://schemas.microsoft.com/office/powerpoint/2010/main" val="4218997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Grey background right and Chart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01B2100-2695-8899-E27F-6E0DCC36824C}"/>
              </a:ext>
            </a:extLst>
          </p:cNvPr>
          <p:cNvSpPr/>
          <p:nvPr userDrawn="1"/>
        </p:nvSpPr>
        <p:spPr>
          <a:xfrm>
            <a:off x="7732059" y="0"/>
            <a:ext cx="4459941"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itle 1">
            <a:extLst>
              <a:ext uri="{FF2B5EF4-FFF2-40B4-BE49-F238E27FC236}">
                <a16:creationId xmlns:a16="http://schemas.microsoft.com/office/drawing/2014/main" id="{38D23E35-DD21-9E1C-3D81-4FADB66305AD}"/>
              </a:ext>
            </a:extLst>
          </p:cNvPr>
          <p:cNvSpPr>
            <a:spLocks noGrp="1"/>
          </p:cNvSpPr>
          <p:nvPr>
            <p:ph type="ctrTitle" hasCustomPrompt="1"/>
          </p:nvPr>
        </p:nvSpPr>
        <p:spPr>
          <a:xfrm>
            <a:off x="433754" y="360609"/>
            <a:ext cx="6792956" cy="1022713"/>
          </a:xfrm>
        </p:spPr>
        <p:txBody>
          <a:bodyPr lIns="0" tIns="0" rIns="0" bIns="0" anchor="t" anchorCtr="0">
            <a:normAutofit/>
          </a:bodyPr>
          <a:lstStyle>
            <a:lvl1pPr algn="l">
              <a:lnSpc>
                <a:spcPct val="90000"/>
              </a:lnSpc>
              <a:defRPr sz="4000" b="0" i="0" spc="-100" baseline="0">
                <a:solidFill>
                  <a:schemeClr val="bg2"/>
                </a:solidFill>
                <a:latin typeface="+mj-lt"/>
              </a:defRPr>
            </a:lvl1pPr>
          </a:lstStyle>
          <a:p>
            <a:r>
              <a:rPr lang="en-GB"/>
              <a:t>click to edit master title style</a:t>
            </a:r>
            <a:endParaRPr lang="en-US"/>
          </a:p>
        </p:txBody>
      </p:sp>
      <p:sp>
        <p:nvSpPr>
          <p:cNvPr id="5" name="Chart Placeholder 2">
            <a:extLst>
              <a:ext uri="{FF2B5EF4-FFF2-40B4-BE49-F238E27FC236}">
                <a16:creationId xmlns:a16="http://schemas.microsoft.com/office/drawing/2014/main" id="{693C382E-7F40-8290-B146-262609A8E145}"/>
              </a:ext>
            </a:extLst>
          </p:cNvPr>
          <p:cNvSpPr>
            <a:spLocks noGrp="1"/>
          </p:cNvSpPr>
          <p:nvPr>
            <p:ph type="chart" sz="quarter" idx="17"/>
          </p:nvPr>
        </p:nvSpPr>
        <p:spPr>
          <a:xfrm>
            <a:off x="458796" y="1493630"/>
            <a:ext cx="6767914" cy="3657387"/>
          </a:xfrm>
        </p:spPr>
        <p:txBody>
          <a:bodyPr lIns="0" tIns="0" rIns="0" bIns="0">
            <a:noAutofit/>
          </a:bodyPr>
          <a:lstStyle>
            <a:lvl1pPr marL="0" indent="0">
              <a:buNone/>
              <a:defRPr sz="1400" b="0" i="0">
                <a:solidFill>
                  <a:schemeClr val="tx1"/>
                </a:solidFill>
                <a:latin typeface="+mn-lt"/>
              </a:defRPr>
            </a:lvl1pPr>
          </a:lstStyle>
          <a:p>
            <a:r>
              <a:rPr lang="en-GB"/>
              <a:t>Click icon to add chart</a:t>
            </a:r>
            <a:endParaRPr lang="en-US"/>
          </a:p>
        </p:txBody>
      </p:sp>
      <p:sp>
        <p:nvSpPr>
          <p:cNvPr id="6" name="Text Placeholder 9">
            <a:extLst>
              <a:ext uri="{FF2B5EF4-FFF2-40B4-BE49-F238E27FC236}">
                <a16:creationId xmlns:a16="http://schemas.microsoft.com/office/drawing/2014/main" id="{DB7BFE37-371D-7557-9529-690E1255FCE4}"/>
              </a:ext>
            </a:extLst>
          </p:cNvPr>
          <p:cNvSpPr>
            <a:spLocks noGrp="1"/>
          </p:cNvSpPr>
          <p:nvPr>
            <p:ph type="body" sz="quarter" idx="18" hasCustomPrompt="1"/>
          </p:nvPr>
        </p:nvSpPr>
        <p:spPr>
          <a:xfrm>
            <a:off x="458796" y="5571890"/>
            <a:ext cx="6767914" cy="367200"/>
          </a:xfrm>
        </p:spPr>
        <p:txBody>
          <a:bodyPr lIns="0" tIns="0" rIns="0" bIns="0" anchor="ctr" anchorCtr="0">
            <a:noAutofit/>
          </a:bodyPr>
          <a:lstStyle>
            <a:lvl1pPr marL="0" indent="0">
              <a:spcBef>
                <a:spcPts val="0"/>
              </a:spcBef>
              <a:spcAft>
                <a:spcPts val="1000"/>
              </a:spcAft>
              <a:buNone/>
              <a:defRPr sz="1400" b="0" i="0">
                <a:solidFill>
                  <a:schemeClr val="tx1"/>
                </a:solidFill>
                <a:latin typeface="+mn-lt"/>
              </a:defRPr>
            </a:lvl1pPr>
            <a:lvl2pPr marL="0" indent="0">
              <a:spcBef>
                <a:spcPts val="0"/>
              </a:spcBef>
              <a:spcAft>
                <a:spcPts val="1000"/>
              </a:spcAft>
              <a:buNone/>
              <a:defRPr sz="2000" b="0" i="0">
                <a:latin typeface="Avenir Light" panose="020B0402020203020204" pitchFamily="34" charset="77"/>
              </a:defRPr>
            </a:lvl2pPr>
            <a:lvl3pPr marL="180000" indent="-180000">
              <a:spcBef>
                <a:spcPts val="0"/>
              </a:spcBef>
              <a:spcAft>
                <a:spcPts val="1000"/>
              </a:spcAft>
              <a:buClr>
                <a:schemeClr val="tx2"/>
              </a:buClr>
              <a:defRPr sz="2000" b="0" i="0">
                <a:latin typeface="Avenir Light" panose="020B0402020203020204" pitchFamily="34" charset="77"/>
              </a:defRPr>
            </a:lvl3pPr>
            <a:lvl4pPr marL="0" indent="0">
              <a:spcBef>
                <a:spcPts val="0"/>
              </a:spcBef>
              <a:spcAft>
                <a:spcPts val="1000"/>
              </a:spcAft>
              <a:buFontTx/>
              <a:buNone/>
              <a:defRPr sz="1400" b="0" i="0">
                <a:latin typeface="Avenir Light" panose="020B0402020203020204" pitchFamily="34" charset="77"/>
              </a:defRPr>
            </a:lvl4pPr>
            <a:lvl5pPr marL="180000" indent="-180000">
              <a:spcBef>
                <a:spcPts val="0"/>
              </a:spcBef>
              <a:spcAft>
                <a:spcPts val="1000"/>
              </a:spcAft>
              <a:buClr>
                <a:schemeClr val="tx2"/>
              </a:buClr>
              <a:defRPr sz="1400" b="0" i="0">
                <a:latin typeface="Avenir Light" panose="020B0402020203020204" pitchFamily="34" charset="77"/>
              </a:defRPr>
            </a:lvl5pPr>
          </a:lstStyle>
          <a:p>
            <a:pPr lvl="0"/>
            <a:r>
              <a:rPr lang="en-GB"/>
              <a:t>click to edit master text styles</a:t>
            </a:r>
          </a:p>
        </p:txBody>
      </p:sp>
      <p:sp>
        <p:nvSpPr>
          <p:cNvPr id="7" name="Text Placeholder 9">
            <a:extLst>
              <a:ext uri="{FF2B5EF4-FFF2-40B4-BE49-F238E27FC236}">
                <a16:creationId xmlns:a16="http://schemas.microsoft.com/office/drawing/2014/main" id="{5AF82AD9-6134-9E12-EC8B-B1BD71B3EE09}"/>
              </a:ext>
            </a:extLst>
          </p:cNvPr>
          <p:cNvSpPr>
            <a:spLocks noGrp="1"/>
          </p:cNvSpPr>
          <p:nvPr>
            <p:ph type="body" sz="quarter" idx="19"/>
          </p:nvPr>
        </p:nvSpPr>
        <p:spPr>
          <a:xfrm>
            <a:off x="8229600" y="1493631"/>
            <a:ext cx="3503604" cy="4445459"/>
          </a:xfrm>
        </p:spPr>
        <p:txBody>
          <a:bodyPr lIns="0" tIns="0" rIns="0" b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grpSp>
        <p:nvGrpSpPr>
          <p:cNvPr id="8" name="Graphic 12">
            <a:extLst>
              <a:ext uri="{FF2B5EF4-FFF2-40B4-BE49-F238E27FC236}">
                <a16:creationId xmlns:a16="http://schemas.microsoft.com/office/drawing/2014/main" id="{6E8AEB1D-3ECE-565A-A2CA-FC2DF8C97A3D}"/>
              </a:ext>
            </a:extLst>
          </p:cNvPr>
          <p:cNvGrpSpPr/>
          <p:nvPr userDrawn="1"/>
        </p:nvGrpSpPr>
        <p:grpSpPr>
          <a:xfrm>
            <a:off x="11631155" y="6261617"/>
            <a:ext cx="239815" cy="358508"/>
            <a:chOff x="5681378" y="2802294"/>
            <a:chExt cx="837801" cy="1252460"/>
          </a:xfrm>
        </p:grpSpPr>
        <p:sp>
          <p:nvSpPr>
            <p:cNvPr id="18" name="Freeform 17">
              <a:extLst>
                <a:ext uri="{FF2B5EF4-FFF2-40B4-BE49-F238E27FC236}">
                  <a16:creationId xmlns:a16="http://schemas.microsoft.com/office/drawing/2014/main" id="{FCDBE9C4-1157-A5E3-31FF-FFABDCCE1EA3}"/>
                </a:ext>
              </a:extLst>
            </p:cNvPr>
            <p:cNvSpPr/>
            <p:nvPr/>
          </p:nvSpPr>
          <p:spPr>
            <a:xfrm>
              <a:off x="5681378" y="2802294"/>
              <a:ext cx="837801" cy="1252460"/>
            </a:xfrm>
            <a:custGeom>
              <a:avLst/>
              <a:gdLst>
                <a:gd name="connsiteX0" fmla="*/ 837801 w 837801"/>
                <a:gd name="connsiteY0" fmla="*/ 0 h 1252460"/>
                <a:gd name="connsiteX1" fmla="*/ 837801 w 837801"/>
                <a:gd name="connsiteY1" fmla="*/ 835925 h 1252460"/>
                <a:gd name="connsiteX2" fmla="*/ 400357 w 837801"/>
                <a:gd name="connsiteY2" fmla="*/ 1252461 h 1252460"/>
                <a:gd name="connsiteX3" fmla="*/ 0 w 837801"/>
                <a:gd name="connsiteY3" fmla="*/ 835925 h 1252460"/>
                <a:gd name="connsiteX4" fmla="*/ 400357 w 837801"/>
                <a:gd name="connsiteY4" fmla="*/ 419389 h 1252460"/>
                <a:gd name="connsiteX5" fmla="*/ 699911 w 837801"/>
                <a:gd name="connsiteY5" fmla="*/ 576303 h 1252460"/>
                <a:gd name="connsiteX6" fmla="*/ 699911 w 837801"/>
                <a:gd name="connsiteY6" fmla="*/ 0 h 1252460"/>
                <a:gd name="connsiteX7" fmla="*/ 837801 w 837801"/>
                <a:gd name="connsiteY7" fmla="*/ 0 h 1252460"/>
                <a:gd name="connsiteX8" fmla="*/ 699911 w 837801"/>
                <a:gd name="connsiteY8" fmla="*/ 836876 h 1252460"/>
                <a:gd name="connsiteX9" fmla="*/ 418425 w 837801"/>
                <a:gd name="connsiteY9" fmla="*/ 553479 h 1252460"/>
                <a:gd name="connsiteX10" fmla="*/ 137890 w 837801"/>
                <a:gd name="connsiteY10" fmla="*/ 836876 h 1252460"/>
                <a:gd name="connsiteX11" fmla="*/ 418425 w 837801"/>
                <a:gd name="connsiteY11" fmla="*/ 1120272 h 1252460"/>
                <a:gd name="connsiteX12" fmla="*/ 699911 w 837801"/>
                <a:gd name="connsiteY12" fmla="*/ 836876 h 125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7801" h="1252460">
                  <a:moveTo>
                    <a:pt x="837801" y="0"/>
                  </a:moveTo>
                  <a:cubicBezTo>
                    <a:pt x="837801" y="0"/>
                    <a:pt x="837801" y="654285"/>
                    <a:pt x="837801" y="835925"/>
                  </a:cubicBezTo>
                  <a:cubicBezTo>
                    <a:pt x="837801" y="1006153"/>
                    <a:pt x="710372" y="1252461"/>
                    <a:pt x="400357" y="1252461"/>
                  </a:cubicBezTo>
                  <a:cubicBezTo>
                    <a:pt x="180684" y="1252461"/>
                    <a:pt x="0" y="1070821"/>
                    <a:pt x="0" y="835925"/>
                  </a:cubicBezTo>
                  <a:cubicBezTo>
                    <a:pt x="0" y="601029"/>
                    <a:pt x="180684" y="419389"/>
                    <a:pt x="400357" y="419389"/>
                  </a:cubicBezTo>
                  <a:cubicBezTo>
                    <a:pt x="535394" y="419389"/>
                    <a:pt x="636196" y="479302"/>
                    <a:pt x="699911" y="576303"/>
                  </a:cubicBezTo>
                  <a:lnTo>
                    <a:pt x="699911" y="0"/>
                  </a:lnTo>
                  <a:lnTo>
                    <a:pt x="837801" y="0"/>
                  </a:lnTo>
                  <a:close/>
                  <a:moveTo>
                    <a:pt x="699911" y="836876"/>
                  </a:moveTo>
                  <a:cubicBezTo>
                    <a:pt x="699911" y="675207"/>
                    <a:pt x="578187" y="553479"/>
                    <a:pt x="418425" y="553479"/>
                  </a:cubicBezTo>
                  <a:cubicBezTo>
                    <a:pt x="259614" y="553479"/>
                    <a:pt x="137890" y="675207"/>
                    <a:pt x="137890" y="836876"/>
                  </a:cubicBezTo>
                  <a:cubicBezTo>
                    <a:pt x="137890" y="998545"/>
                    <a:pt x="259614" y="1120272"/>
                    <a:pt x="418425" y="1120272"/>
                  </a:cubicBezTo>
                  <a:cubicBezTo>
                    <a:pt x="578187" y="1120272"/>
                    <a:pt x="699911" y="998545"/>
                    <a:pt x="699911" y="836876"/>
                  </a:cubicBezTo>
                  <a:close/>
                </a:path>
              </a:pathLst>
            </a:custGeom>
            <a:solidFill>
              <a:srgbClr val="3C3C3C"/>
            </a:solidFill>
            <a:ln w="9479"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0EAB75E1-D314-FFAE-A083-BEBEEA14481A}"/>
                </a:ext>
              </a:extLst>
            </p:cNvPr>
            <p:cNvSpPr/>
            <p:nvPr/>
          </p:nvSpPr>
          <p:spPr>
            <a:xfrm>
              <a:off x="5819268" y="3355773"/>
              <a:ext cx="562020" cy="566793"/>
            </a:xfrm>
            <a:custGeom>
              <a:avLst/>
              <a:gdLst>
                <a:gd name="connsiteX0" fmla="*/ 562021 w 562020"/>
                <a:gd name="connsiteY0" fmla="*/ 283397 h 566793"/>
                <a:gd name="connsiteX1" fmla="*/ 280535 w 562020"/>
                <a:gd name="connsiteY1" fmla="*/ 0 h 566793"/>
                <a:gd name="connsiteX2" fmla="*/ 0 w 562020"/>
                <a:gd name="connsiteY2" fmla="*/ 283397 h 566793"/>
                <a:gd name="connsiteX3" fmla="*/ 280535 w 562020"/>
                <a:gd name="connsiteY3" fmla="*/ 566793 h 566793"/>
                <a:gd name="connsiteX4" fmla="*/ 562021 w 562020"/>
                <a:gd name="connsiteY4" fmla="*/ 283397 h 566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2020" h="566793">
                  <a:moveTo>
                    <a:pt x="562021" y="283397"/>
                  </a:moveTo>
                  <a:cubicBezTo>
                    <a:pt x="562021" y="121727"/>
                    <a:pt x="440297" y="0"/>
                    <a:pt x="280535" y="0"/>
                  </a:cubicBezTo>
                  <a:cubicBezTo>
                    <a:pt x="121724" y="0"/>
                    <a:pt x="0" y="121727"/>
                    <a:pt x="0" y="283397"/>
                  </a:cubicBezTo>
                  <a:cubicBezTo>
                    <a:pt x="0" y="445066"/>
                    <a:pt x="121724" y="566793"/>
                    <a:pt x="280535" y="566793"/>
                  </a:cubicBezTo>
                  <a:cubicBezTo>
                    <a:pt x="440297" y="566793"/>
                    <a:pt x="562021" y="445066"/>
                    <a:pt x="562021" y="283397"/>
                  </a:cubicBezTo>
                  <a:close/>
                </a:path>
              </a:pathLst>
            </a:custGeom>
            <a:solidFill>
              <a:srgbClr val="EF463C"/>
            </a:solidFill>
            <a:ln w="9479" cap="flat">
              <a:noFill/>
              <a:prstDash val="solid"/>
              <a:miter/>
            </a:ln>
          </p:spPr>
          <p:txBody>
            <a:bodyPr rtlCol="0" anchor="ctr"/>
            <a:lstStyle/>
            <a:p>
              <a:endParaRPr lang="en-US"/>
            </a:p>
          </p:txBody>
        </p:sp>
      </p:grpSp>
    </p:spTree>
    <p:extLst>
      <p:ext uri="{BB962C8B-B14F-4D97-AF65-F5344CB8AC3E}">
        <p14:creationId xmlns:p14="http://schemas.microsoft.com/office/powerpoint/2010/main" val="1141021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Grey background left and Chart Slide">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1F4984B-07BC-B723-8387-373CCAD07E23}"/>
              </a:ext>
            </a:extLst>
          </p:cNvPr>
          <p:cNvSpPr/>
          <p:nvPr userDrawn="1"/>
        </p:nvSpPr>
        <p:spPr>
          <a:xfrm>
            <a:off x="0" y="0"/>
            <a:ext cx="4459941"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317859EB-931F-CF70-F13E-3D86DC38A7DA}"/>
              </a:ext>
            </a:extLst>
          </p:cNvPr>
          <p:cNvSpPr>
            <a:spLocks noGrp="1"/>
          </p:cNvSpPr>
          <p:nvPr>
            <p:ph type="ctrTitle" hasCustomPrompt="1"/>
          </p:nvPr>
        </p:nvSpPr>
        <p:spPr>
          <a:xfrm>
            <a:off x="433754" y="360609"/>
            <a:ext cx="3568403" cy="1772991"/>
          </a:xfrm>
        </p:spPr>
        <p:txBody>
          <a:bodyPr lIns="0" tIns="0" rIns="0" bIns="0" anchor="t" anchorCtr="0">
            <a:normAutofit/>
          </a:bodyPr>
          <a:lstStyle>
            <a:lvl1pPr algn="l">
              <a:lnSpc>
                <a:spcPct val="90000"/>
              </a:lnSpc>
              <a:defRPr sz="4000" b="0" i="0" spc="-100" baseline="0">
                <a:solidFill>
                  <a:schemeClr val="bg2"/>
                </a:solidFill>
                <a:latin typeface="+mj-lt"/>
              </a:defRPr>
            </a:lvl1pPr>
          </a:lstStyle>
          <a:p>
            <a:r>
              <a:rPr lang="en-GB"/>
              <a:t>click to edit master title style</a:t>
            </a:r>
            <a:endParaRPr lang="en-US"/>
          </a:p>
        </p:txBody>
      </p:sp>
      <p:sp>
        <p:nvSpPr>
          <p:cNvPr id="4" name="Chart Placeholder 2">
            <a:extLst>
              <a:ext uri="{FF2B5EF4-FFF2-40B4-BE49-F238E27FC236}">
                <a16:creationId xmlns:a16="http://schemas.microsoft.com/office/drawing/2014/main" id="{376BDA99-AEB6-13A5-68CD-1BEF82A00816}"/>
              </a:ext>
            </a:extLst>
          </p:cNvPr>
          <p:cNvSpPr>
            <a:spLocks noGrp="1"/>
          </p:cNvSpPr>
          <p:nvPr>
            <p:ph type="chart" sz="quarter" idx="17"/>
          </p:nvPr>
        </p:nvSpPr>
        <p:spPr>
          <a:xfrm>
            <a:off x="4965290" y="1222972"/>
            <a:ext cx="6767914" cy="3928045"/>
          </a:xfrm>
        </p:spPr>
        <p:txBody>
          <a:bodyPr lIns="0" tIns="0" rIns="0" bIns="0">
            <a:noAutofit/>
          </a:bodyPr>
          <a:lstStyle>
            <a:lvl1pPr marL="0" indent="0">
              <a:buNone/>
              <a:defRPr sz="1400" b="0" i="0">
                <a:solidFill>
                  <a:schemeClr val="tx1"/>
                </a:solidFill>
                <a:latin typeface="+mn-lt"/>
              </a:defRPr>
            </a:lvl1pPr>
          </a:lstStyle>
          <a:p>
            <a:r>
              <a:rPr lang="en-GB"/>
              <a:t>Click icon to add chart</a:t>
            </a:r>
            <a:endParaRPr lang="en-US"/>
          </a:p>
        </p:txBody>
      </p:sp>
      <p:sp>
        <p:nvSpPr>
          <p:cNvPr id="5" name="Text Placeholder 9">
            <a:extLst>
              <a:ext uri="{FF2B5EF4-FFF2-40B4-BE49-F238E27FC236}">
                <a16:creationId xmlns:a16="http://schemas.microsoft.com/office/drawing/2014/main" id="{FFE005DE-2C7B-5393-56A2-0FBCFF22E7DE}"/>
              </a:ext>
            </a:extLst>
          </p:cNvPr>
          <p:cNvSpPr>
            <a:spLocks noGrp="1"/>
          </p:cNvSpPr>
          <p:nvPr>
            <p:ph type="body" sz="quarter" idx="18" hasCustomPrompt="1"/>
          </p:nvPr>
        </p:nvSpPr>
        <p:spPr>
          <a:xfrm>
            <a:off x="4965290" y="5571890"/>
            <a:ext cx="6767914" cy="367200"/>
          </a:xfrm>
        </p:spPr>
        <p:txBody>
          <a:bodyPr lIns="0" tIns="0" rIns="0" bIns="0" anchor="ctr" anchorCtr="0">
            <a:noAutofit/>
          </a:bodyPr>
          <a:lstStyle>
            <a:lvl1pPr marL="0" indent="0">
              <a:spcBef>
                <a:spcPts val="0"/>
              </a:spcBef>
              <a:spcAft>
                <a:spcPts val="1000"/>
              </a:spcAft>
              <a:buNone/>
              <a:defRPr sz="1400" b="0" i="0">
                <a:solidFill>
                  <a:schemeClr val="tx1"/>
                </a:solidFill>
                <a:latin typeface="+mn-lt"/>
              </a:defRPr>
            </a:lvl1pPr>
            <a:lvl2pPr marL="0" indent="0">
              <a:spcBef>
                <a:spcPts val="0"/>
              </a:spcBef>
              <a:spcAft>
                <a:spcPts val="1000"/>
              </a:spcAft>
              <a:buNone/>
              <a:defRPr sz="2000" b="0" i="0">
                <a:latin typeface="Avenir Light" panose="020B0402020203020204" pitchFamily="34" charset="77"/>
              </a:defRPr>
            </a:lvl2pPr>
            <a:lvl3pPr marL="180000" indent="-180000">
              <a:spcBef>
                <a:spcPts val="0"/>
              </a:spcBef>
              <a:spcAft>
                <a:spcPts val="1000"/>
              </a:spcAft>
              <a:buClr>
                <a:schemeClr val="tx2"/>
              </a:buClr>
              <a:defRPr sz="2000" b="0" i="0">
                <a:latin typeface="Avenir Light" panose="020B0402020203020204" pitchFamily="34" charset="77"/>
              </a:defRPr>
            </a:lvl3pPr>
            <a:lvl4pPr marL="0" indent="0">
              <a:spcBef>
                <a:spcPts val="0"/>
              </a:spcBef>
              <a:spcAft>
                <a:spcPts val="1000"/>
              </a:spcAft>
              <a:buFontTx/>
              <a:buNone/>
              <a:defRPr sz="1400" b="0" i="0">
                <a:latin typeface="Avenir Light" panose="020B0402020203020204" pitchFamily="34" charset="77"/>
              </a:defRPr>
            </a:lvl4pPr>
            <a:lvl5pPr marL="180000" indent="-180000">
              <a:spcBef>
                <a:spcPts val="0"/>
              </a:spcBef>
              <a:spcAft>
                <a:spcPts val="1000"/>
              </a:spcAft>
              <a:buClr>
                <a:schemeClr val="tx2"/>
              </a:buClr>
              <a:defRPr sz="1400" b="0" i="0">
                <a:latin typeface="Avenir Light" panose="020B0402020203020204" pitchFamily="34" charset="77"/>
              </a:defRPr>
            </a:lvl5pPr>
          </a:lstStyle>
          <a:p>
            <a:pPr lvl="0"/>
            <a:r>
              <a:rPr lang="en-GB"/>
              <a:t>click to edit master text styles</a:t>
            </a:r>
          </a:p>
        </p:txBody>
      </p:sp>
      <p:sp>
        <p:nvSpPr>
          <p:cNvPr id="6" name="Text Placeholder 9">
            <a:extLst>
              <a:ext uri="{FF2B5EF4-FFF2-40B4-BE49-F238E27FC236}">
                <a16:creationId xmlns:a16="http://schemas.microsoft.com/office/drawing/2014/main" id="{7F9ED454-94D3-AEBF-34E2-450DD18E4A7F}"/>
              </a:ext>
            </a:extLst>
          </p:cNvPr>
          <p:cNvSpPr>
            <a:spLocks noGrp="1"/>
          </p:cNvSpPr>
          <p:nvPr>
            <p:ph type="body" sz="quarter" idx="19"/>
          </p:nvPr>
        </p:nvSpPr>
        <p:spPr>
          <a:xfrm>
            <a:off x="433754" y="2494209"/>
            <a:ext cx="3568402" cy="3444881"/>
          </a:xfrm>
        </p:spPr>
        <p:txBody>
          <a:bodyPr lIns="0" tIns="0" rIns="0" b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9">
            <a:extLst>
              <a:ext uri="{FF2B5EF4-FFF2-40B4-BE49-F238E27FC236}">
                <a16:creationId xmlns:a16="http://schemas.microsoft.com/office/drawing/2014/main" id="{CFCB7EFD-F277-51D9-6D66-58B488BF377A}"/>
              </a:ext>
            </a:extLst>
          </p:cNvPr>
          <p:cNvSpPr>
            <a:spLocks noGrp="1"/>
          </p:cNvSpPr>
          <p:nvPr>
            <p:ph type="body" sz="quarter" idx="20"/>
          </p:nvPr>
        </p:nvSpPr>
        <p:spPr>
          <a:xfrm>
            <a:off x="4965289" y="360609"/>
            <a:ext cx="6767913" cy="558301"/>
          </a:xfrm>
        </p:spPr>
        <p:txBody>
          <a:bodyPr lIns="0" tIns="0" rIns="0" bIns="0"/>
          <a:lstStyle>
            <a:lvl2pPr marL="0" indent="0">
              <a:buNone/>
              <a:defRPr/>
            </a:lvl2pPr>
          </a:lstStyle>
          <a:p>
            <a:pPr lvl="0"/>
            <a:r>
              <a:rPr lang="en-GB"/>
              <a:t>Click to edit Master text styles</a:t>
            </a:r>
          </a:p>
        </p:txBody>
      </p:sp>
      <p:sp>
        <p:nvSpPr>
          <p:cNvPr id="8" name="Espace réservé du numéro de diapositive 3">
            <a:extLst>
              <a:ext uri="{FF2B5EF4-FFF2-40B4-BE49-F238E27FC236}">
                <a16:creationId xmlns:a16="http://schemas.microsoft.com/office/drawing/2014/main" id="{FFCD9B77-D01D-5C9F-9687-72B8CFD74F94}"/>
              </a:ext>
            </a:extLst>
          </p:cNvPr>
          <p:cNvSpPr txBox="1">
            <a:spLocks/>
          </p:cNvSpPr>
          <p:nvPr userDrawn="1"/>
        </p:nvSpPr>
        <p:spPr>
          <a:xfrm>
            <a:off x="340330" y="6208831"/>
            <a:ext cx="544253" cy="365125"/>
          </a:xfrm>
          <a:prstGeom prst="rect">
            <a:avLst/>
          </a:prstGeom>
        </p:spPr>
        <p:txBody>
          <a:bodyPr r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903064"/>
            <a:fld id="{1C96AA6D-8347-412D-BE88-10FF9D73003A}" type="slidenum">
              <a:rPr lang="nl-BE" sz="800" smtClean="0">
                <a:solidFill>
                  <a:schemeClr val="accent2"/>
                </a:solidFill>
                <a:latin typeface="+mn-lt"/>
              </a:rPr>
              <a:pPr algn="l" defTabSz="903064"/>
              <a:t>‹#›</a:t>
            </a:fld>
            <a:endParaRPr lang="nl-BE" sz="800">
              <a:solidFill>
                <a:schemeClr val="accent2"/>
              </a:solidFill>
              <a:latin typeface="+mn-lt"/>
            </a:endParaRPr>
          </a:p>
        </p:txBody>
      </p:sp>
      <p:sp>
        <p:nvSpPr>
          <p:cNvPr id="18" name="Espace réservé du numéro de diapositive 3">
            <a:extLst>
              <a:ext uri="{FF2B5EF4-FFF2-40B4-BE49-F238E27FC236}">
                <a16:creationId xmlns:a16="http://schemas.microsoft.com/office/drawing/2014/main" id="{65AC3440-6BD3-AFAC-53F4-572B68CCCDA7}"/>
              </a:ext>
            </a:extLst>
          </p:cNvPr>
          <p:cNvSpPr txBox="1">
            <a:spLocks/>
          </p:cNvSpPr>
          <p:nvPr userDrawn="1"/>
        </p:nvSpPr>
        <p:spPr>
          <a:xfrm>
            <a:off x="602592" y="6196956"/>
            <a:ext cx="2948129" cy="365125"/>
          </a:xfrm>
          <a:prstGeom prst="rect">
            <a:avLst/>
          </a:prstGeom>
        </p:spPr>
        <p:txBody>
          <a:bodyPr r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i="0">
                <a:solidFill>
                  <a:schemeClr val="tx2"/>
                </a:solidFill>
                <a:latin typeface="+mn-lt"/>
              </a:rPr>
              <a:t>we commit. we deliver.</a:t>
            </a:r>
          </a:p>
        </p:txBody>
      </p:sp>
    </p:spTree>
    <p:extLst>
      <p:ext uri="{BB962C8B-B14F-4D97-AF65-F5344CB8AC3E}">
        <p14:creationId xmlns:p14="http://schemas.microsoft.com/office/powerpoint/2010/main" val="3808251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Slide bullets">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0522915F-44CD-9D9C-9758-B9754D6BDC8E}"/>
              </a:ext>
            </a:extLst>
          </p:cNvPr>
          <p:cNvSpPr>
            <a:spLocks noGrp="1"/>
          </p:cNvSpPr>
          <p:nvPr>
            <p:ph type="body" sz="quarter" idx="19"/>
          </p:nvPr>
        </p:nvSpPr>
        <p:spPr>
          <a:xfrm>
            <a:off x="4510007" y="1284019"/>
            <a:ext cx="6921832" cy="4654819"/>
          </a:xfrm>
        </p:spPr>
        <p:txBody>
          <a:bodyPr lIns="0" tIns="0" rIns="0" bIns="0">
            <a:noAutofit/>
          </a:bodyPr>
          <a:lstStyle>
            <a:lvl1pPr>
              <a:defRPr>
                <a:solidFill>
                  <a:schemeClr val="tx2"/>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pic>
        <p:nvPicPr>
          <p:cNvPr id="3" name="Picture 2" descr="A picture containing clock, drawing&#10;&#10;Description automatically generated">
            <a:extLst>
              <a:ext uri="{FF2B5EF4-FFF2-40B4-BE49-F238E27FC236}">
                <a16:creationId xmlns:a16="http://schemas.microsoft.com/office/drawing/2014/main" id="{18EA9962-565C-19B6-3A8A-A58B8BF9427E}"/>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209133"/>
            <a:ext cx="1109524" cy="838831"/>
          </a:xfrm>
          <a:prstGeom prst="rect">
            <a:avLst/>
          </a:prstGeom>
        </p:spPr>
      </p:pic>
      <p:sp>
        <p:nvSpPr>
          <p:cNvPr id="4" name="Text Placeholder 9">
            <a:extLst>
              <a:ext uri="{FF2B5EF4-FFF2-40B4-BE49-F238E27FC236}">
                <a16:creationId xmlns:a16="http://schemas.microsoft.com/office/drawing/2014/main" id="{01825FDE-F68D-BE35-492E-7D3B1638A576}"/>
              </a:ext>
            </a:extLst>
          </p:cNvPr>
          <p:cNvSpPr>
            <a:spLocks noGrp="1"/>
          </p:cNvSpPr>
          <p:nvPr>
            <p:ph type="body" sz="quarter" idx="20" hasCustomPrompt="1"/>
          </p:nvPr>
        </p:nvSpPr>
        <p:spPr>
          <a:xfrm>
            <a:off x="1280340" y="345818"/>
            <a:ext cx="2747130" cy="838832"/>
          </a:xfrm>
        </p:spPr>
        <p:txBody>
          <a:bodyPr lIns="0" tIns="0" rIns="0" bIns="0">
            <a:noAutofit/>
          </a:bodyPr>
          <a:lstStyle>
            <a:lvl1pPr marL="0" indent="0">
              <a:spcBef>
                <a:spcPts val="0"/>
              </a:spcBef>
              <a:spcAft>
                <a:spcPts val="600"/>
              </a:spcAft>
              <a:buNone/>
              <a:defRPr sz="2000" b="1" i="0">
                <a:solidFill>
                  <a:schemeClr val="tx2"/>
                </a:solidFill>
                <a:latin typeface="+mn-lt"/>
              </a:defRPr>
            </a:lvl1pPr>
            <a:lvl2pPr marL="0" indent="0">
              <a:spcBef>
                <a:spcPts val="0"/>
              </a:spcBef>
              <a:spcAft>
                <a:spcPts val="1000"/>
              </a:spcAft>
              <a:buNone/>
              <a:defRPr sz="2000" b="0" i="0">
                <a:latin typeface="Avenir Next" panose="020B0503020202020204" pitchFamily="34" charset="0"/>
              </a:defRPr>
            </a:lvl2pPr>
            <a:lvl3pPr marL="180000" indent="-180000">
              <a:spcBef>
                <a:spcPts val="0"/>
              </a:spcBef>
              <a:spcAft>
                <a:spcPts val="1000"/>
              </a:spcAft>
              <a:buClr>
                <a:schemeClr val="tx2"/>
              </a:buClr>
              <a:defRPr sz="2000" b="0" i="0">
                <a:latin typeface="Avenir Next" panose="020B0503020202020204" pitchFamily="34" charset="0"/>
              </a:defRPr>
            </a:lvl3pPr>
            <a:lvl4pPr marL="0" indent="0">
              <a:spcBef>
                <a:spcPts val="0"/>
              </a:spcBef>
              <a:spcAft>
                <a:spcPts val="1000"/>
              </a:spcAft>
              <a:buFontTx/>
              <a:buNone/>
              <a:defRPr sz="1400" b="0" i="0">
                <a:latin typeface="Avenir Next" panose="020B0503020202020204" pitchFamily="34" charset="0"/>
              </a:defRPr>
            </a:lvl4pPr>
            <a:lvl5pPr marL="180000" indent="-180000">
              <a:spcBef>
                <a:spcPts val="0"/>
              </a:spcBef>
              <a:spcAft>
                <a:spcPts val="1000"/>
              </a:spcAft>
              <a:buClr>
                <a:schemeClr val="tx2"/>
              </a:buClr>
              <a:defRPr sz="1400" b="0" i="0">
                <a:latin typeface="Avenir Next" panose="020B0503020202020204" pitchFamily="34" charset="0"/>
              </a:defRPr>
            </a:lvl5pPr>
          </a:lstStyle>
          <a:p>
            <a:pPr lvl="0"/>
            <a:r>
              <a:rPr lang="en-GB"/>
              <a:t>Name </a:t>
            </a:r>
          </a:p>
          <a:p>
            <a:pPr lvl="0"/>
            <a:r>
              <a:rPr lang="en-GB"/>
              <a:t>Position</a:t>
            </a:r>
          </a:p>
          <a:p>
            <a:pPr lvl="0"/>
            <a:endParaRPr lang="en-US"/>
          </a:p>
        </p:txBody>
      </p:sp>
      <p:sp>
        <p:nvSpPr>
          <p:cNvPr id="5" name="Picture Placeholder 11">
            <a:extLst>
              <a:ext uri="{FF2B5EF4-FFF2-40B4-BE49-F238E27FC236}">
                <a16:creationId xmlns:a16="http://schemas.microsoft.com/office/drawing/2014/main" id="{C917BD78-156F-0E55-BAA4-CCE734045E63}"/>
              </a:ext>
            </a:extLst>
          </p:cNvPr>
          <p:cNvSpPr>
            <a:spLocks noGrp="1"/>
          </p:cNvSpPr>
          <p:nvPr>
            <p:ph type="pic" sz="quarter" idx="18"/>
          </p:nvPr>
        </p:nvSpPr>
        <p:spPr>
          <a:xfrm>
            <a:off x="1109523" y="1284019"/>
            <a:ext cx="2651760" cy="2651760"/>
          </a:xfrm>
          <a:prstGeom prst="ellipse">
            <a:avLst/>
          </a:prstGeom>
          <a:solidFill>
            <a:schemeClr val="bg1">
              <a:lumMod val="85000"/>
            </a:schemeClr>
          </a:solidFill>
        </p:spPr>
        <p:txBody>
          <a:bodyPr>
            <a:normAutofit/>
          </a:bodyPr>
          <a:lstStyle>
            <a:lvl1pPr marL="0" indent="0">
              <a:buFontTx/>
              <a:buNone/>
              <a:defRPr sz="1400" b="0" i="0">
                <a:latin typeface="Avenir Next" panose="020B0503020202020204" pitchFamily="34" charset="0"/>
              </a:defRPr>
            </a:lvl1pPr>
          </a:lstStyle>
          <a:p>
            <a:endParaRPr lang="en-US"/>
          </a:p>
        </p:txBody>
      </p:sp>
      <p:sp>
        <p:nvSpPr>
          <p:cNvPr id="6" name="Block Arc 5">
            <a:extLst>
              <a:ext uri="{FF2B5EF4-FFF2-40B4-BE49-F238E27FC236}">
                <a16:creationId xmlns:a16="http://schemas.microsoft.com/office/drawing/2014/main" id="{6BE6930B-BF1D-48F9-ECCF-5AF8E41CE5E1}"/>
              </a:ext>
            </a:extLst>
          </p:cNvPr>
          <p:cNvSpPr/>
          <p:nvPr userDrawn="1"/>
        </p:nvSpPr>
        <p:spPr>
          <a:xfrm rot="8625068">
            <a:off x="942716" y="1121885"/>
            <a:ext cx="2991972" cy="2991972"/>
          </a:xfrm>
          <a:prstGeom prst="blockArc">
            <a:avLst>
              <a:gd name="adj1" fmla="val 10800000"/>
              <a:gd name="adj2" fmla="val 21419917"/>
              <a:gd name="adj3" fmla="val 619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663318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lumn Text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AC8C14-3C19-2C54-F962-EBF7DD3D20CA}"/>
              </a:ext>
            </a:extLst>
          </p:cNvPr>
          <p:cNvSpPr/>
          <p:nvPr userDrawn="1"/>
        </p:nvSpPr>
        <p:spPr>
          <a:xfrm>
            <a:off x="2497540" y="0"/>
            <a:ext cx="1322053" cy="6858000"/>
          </a:xfrm>
          <a:prstGeom prst="rect">
            <a:avLst/>
          </a:prstGeom>
          <a:gradFill>
            <a:gsLst>
              <a:gs pos="0">
                <a:schemeClr val="bg1">
                  <a:lumMod val="95000"/>
                </a:schemeClr>
              </a:gs>
              <a:gs pos="97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A3259A6E-71C9-6308-3AA9-5EEDB93F5A0C}"/>
              </a:ext>
            </a:extLst>
          </p:cNvPr>
          <p:cNvSpPr>
            <a:spLocks noGrp="1"/>
          </p:cNvSpPr>
          <p:nvPr>
            <p:ph type="ctrTitle" hasCustomPrompt="1"/>
          </p:nvPr>
        </p:nvSpPr>
        <p:spPr>
          <a:xfrm>
            <a:off x="8327408" y="414333"/>
            <a:ext cx="3435968" cy="2643191"/>
          </a:xfrm>
        </p:spPr>
        <p:txBody>
          <a:bodyPr lIns="0" tIns="0" rIns="0" bIns="0" anchor="t" anchorCtr="0">
            <a:normAutofit/>
          </a:bodyPr>
          <a:lstStyle>
            <a:lvl1pPr algn="l">
              <a:lnSpc>
                <a:spcPct val="90000"/>
              </a:lnSpc>
              <a:defRPr sz="3200" b="0" i="0" spc="-100" baseline="0">
                <a:solidFill>
                  <a:schemeClr val="bg2"/>
                </a:solidFill>
                <a:latin typeface="+mj-lt"/>
              </a:defRPr>
            </a:lvl1pPr>
          </a:lstStyle>
          <a:p>
            <a:r>
              <a:rPr lang="en-GB"/>
              <a:t>click to edit master title style</a:t>
            </a:r>
            <a:endParaRPr lang="en-US"/>
          </a:p>
        </p:txBody>
      </p:sp>
      <p:sp>
        <p:nvSpPr>
          <p:cNvPr id="4" name="Picture Placeholder 11">
            <a:extLst>
              <a:ext uri="{FF2B5EF4-FFF2-40B4-BE49-F238E27FC236}">
                <a16:creationId xmlns:a16="http://schemas.microsoft.com/office/drawing/2014/main" id="{D18C1348-90F0-4A83-AA74-64354ACB74E4}"/>
              </a:ext>
            </a:extLst>
          </p:cNvPr>
          <p:cNvSpPr>
            <a:spLocks noGrp="1"/>
          </p:cNvSpPr>
          <p:nvPr>
            <p:ph type="pic" sz="quarter" idx="18"/>
          </p:nvPr>
        </p:nvSpPr>
        <p:spPr>
          <a:xfrm>
            <a:off x="4396832" y="414333"/>
            <a:ext cx="2774593" cy="2774593"/>
          </a:xfrm>
          <a:prstGeom prst="ellipse">
            <a:avLst/>
          </a:prstGeom>
          <a:solidFill>
            <a:schemeClr val="accent6"/>
          </a:solidFill>
        </p:spPr>
        <p:txBody>
          <a:bodyPr>
            <a:normAutofit/>
          </a:bodyPr>
          <a:lstStyle>
            <a:lvl1pPr marL="0" indent="0">
              <a:buFontTx/>
              <a:buNone/>
              <a:defRPr sz="1400" b="0" i="0">
                <a:latin typeface="+mn-lt"/>
              </a:defRPr>
            </a:lvl1pPr>
          </a:lstStyle>
          <a:p>
            <a:r>
              <a:rPr lang="en-GB"/>
              <a:t>Click icon to add picture</a:t>
            </a:r>
            <a:endParaRPr lang="en-US"/>
          </a:p>
        </p:txBody>
      </p:sp>
      <p:sp>
        <p:nvSpPr>
          <p:cNvPr id="5" name="Text Placeholder 2">
            <a:extLst>
              <a:ext uri="{FF2B5EF4-FFF2-40B4-BE49-F238E27FC236}">
                <a16:creationId xmlns:a16="http://schemas.microsoft.com/office/drawing/2014/main" id="{9492C10F-9EFE-7931-A740-ED48848FFA3D}"/>
              </a:ext>
            </a:extLst>
          </p:cNvPr>
          <p:cNvSpPr>
            <a:spLocks noGrp="1"/>
          </p:cNvSpPr>
          <p:nvPr>
            <p:ph type="body" sz="quarter" idx="19"/>
          </p:nvPr>
        </p:nvSpPr>
        <p:spPr>
          <a:xfrm>
            <a:off x="4396833" y="3800477"/>
            <a:ext cx="7366544" cy="2295775"/>
          </a:xfrm>
        </p:spPr>
        <p:txBody>
          <a:bodyPr lIns="0" tIns="0" rIns="0" bIns="0">
            <a:noAutofit/>
          </a:bodyPr>
          <a:lstStyle>
            <a:lvl1pPr>
              <a:defRPr sz="1600"/>
            </a:lvl1pPr>
            <a:lvl2pPr>
              <a:defRPr sz="1600"/>
            </a:lvl2pPr>
            <a:lvl3pPr>
              <a:defRPr sz="1600"/>
            </a:lvl3pPr>
            <a:lvl4pPr>
              <a:defRPr sz="14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6" name="Round Same-side Corner of Rectangle 5">
            <a:extLst>
              <a:ext uri="{FF2B5EF4-FFF2-40B4-BE49-F238E27FC236}">
                <a16:creationId xmlns:a16="http://schemas.microsoft.com/office/drawing/2014/main" id="{97C321EE-9738-7E3D-1548-154CA3015D66}"/>
              </a:ext>
            </a:extLst>
          </p:cNvPr>
          <p:cNvSpPr/>
          <p:nvPr userDrawn="1"/>
        </p:nvSpPr>
        <p:spPr>
          <a:xfrm rot="10800000">
            <a:off x="619125" y="4508"/>
            <a:ext cx="2433638" cy="1022713"/>
          </a:xfrm>
          <a:prstGeom prst="round2SameRect">
            <a:avLst/>
          </a:prstGeom>
          <a:solidFill>
            <a:schemeClr val="bg1"/>
          </a:solidFill>
          <a:ln>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4">
            <a:extLst>
              <a:ext uri="{FF2B5EF4-FFF2-40B4-BE49-F238E27FC236}">
                <a16:creationId xmlns:a16="http://schemas.microsoft.com/office/drawing/2014/main" id="{B4E93C24-C310-FBCC-57B5-F97DA8576D8E}"/>
              </a:ext>
            </a:extLst>
          </p:cNvPr>
          <p:cNvSpPr>
            <a:spLocks noGrp="1"/>
          </p:cNvSpPr>
          <p:nvPr>
            <p:ph type="pic" sz="quarter" idx="20" hasCustomPrompt="1"/>
          </p:nvPr>
        </p:nvSpPr>
        <p:spPr>
          <a:xfrm>
            <a:off x="840581" y="216005"/>
            <a:ext cx="1990726" cy="626959"/>
          </a:xfrm>
          <a:custGeom>
            <a:avLst/>
            <a:gdLst>
              <a:gd name="connsiteX0" fmla="*/ 142350 w 2314575"/>
              <a:gd name="connsiteY0" fmla="*/ 0 h 854081"/>
              <a:gd name="connsiteX1" fmla="*/ 2172225 w 2314575"/>
              <a:gd name="connsiteY1" fmla="*/ 0 h 854081"/>
              <a:gd name="connsiteX2" fmla="*/ 2314575 w 2314575"/>
              <a:gd name="connsiteY2" fmla="*/ 142350 h 854081"/>
              <a:gd name="connsiteX3" fmla="*/ 2314575 w 2314575"/>
              <a:gd name="connsiteY3" fmla="*/ 711731 h 854081"/>
              <a:gd name="connsiteX4" fmla="*/ 2172225 w 2314575"/>
              <a:gd name="connsiteY4" fmla="*/ 854081 h 854081"/>
              <a:gd name="connsiteX5" fmla="*/ 142350 w 2314575"/>
              <a:gd name="connsiteY5" fmla="*/ 854081 h 854081"/>
              <a:gd name="connsiteX6" fmla="*/ 0 w 2314575"/>
              <a:gd name="connsiteY6" fmla="*/ 711731 h 854081"/>
              <a:gd name="connsiteX7" fmla="*/ 0 w 2314575"/>
              <a:gd name="connsiteY7" fmla="*/ 142350 h 854081"/>
              <a:gd name="connsiteX8" fmla="*/ 142350 w 2314575"/>
              <a:gd name="connsiteY8" fmla="*/ 0 h 854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4575" h="854081">
                <a:moveTo>
                  <a:pt x="142350" y="0"/>
                </a:moveTo>
                <a:lnTo>
                  <a:pt x="2172225" y="0"/>
                </a:lnTo>
                <a:cubicBezTo>
                  <a:pt x="2250843" y="0"/>
                  <a:pt x="2314575" y="63732"/>
                  <a:pt x="2314575" y="142350"/>
                </a:cubicBezTo>
                <a:lnTo>
                  <a:pt x="2314575" y="711731"/>
                </a:lnTo>
                <a:cubicBezTo>
                  <a:pt x="2314575" y="790349"/>
                  <a:pt x="2250843" y="854081"/>
                  <a:pt x="2172225" y="854081"/>
                </a:cubicBezTo>
                <a:lnTo>
                  <a:pt x="142350" y="854081"/>
                </a:lnTo>
                <a:cubicBezTo>
                  <a:pt x="63732" y="854081"/>
                  <a:pt x="0" y="790349"/>
                  <a:pt x="0" y="711731"/>
                </a:cubicBezTo>
                <a:lnTo>
                  <a:pt x="0" y="142350"/>
                </a:lnTo>
                <a:cubicBezTo>
                  <a:pt x="0" y="63732"/>
                  <a:pt x="63732" y="0"/>
                  <a:pt x="142350" y="0"/>
                </a:cubicBezTo>
                <a:close/>
              </a:path>
            </a:pathLst>
          </a:custGeom>
          <a:noFill/>
        </p:spPr>
        <p:txBody>
          <a:bodyPr wrap="square">
            <a:noAutofit/>
          </a:bodyPr>
          <a:lstStyle>
            <a:lvl1pPr>
              <a:defRPr sz="1400" b="0"/>
            </a:lvl1pPr>
          </a:lstStyle>
          <a:p>
            <a:r>
              <a:rPr lang="en-US"/>
              <a:t>Insert logo</a:t>
            </a:r>
          </a:p>
        </p:txBody>
      </p:sp>
      <p:sp>
        <p:nvSpPr>
          <p:cNvPr id="8" name="Text Placeholder 2">
            <a:extLst>
              <a:ext uri="{FF2B5EF4-FFF2-40B4-BE49-F238E27FC236}">
                <a16:creationId xmlns:a16="http://schemas.microsoft.com/office/drawing/2014/main" id="{378126CC-68DB-E65C-CD4C-DD91F6919B71}"/>
              </a:ext>
            </a:extLst>
          </p:cNvPr>
          <p:cNvSpPr>
            <a:spLocks noGrp="1"/>
          </p:cNvSpPr>
          <p:nvPr>
            <p:ph type="body" sz="quarter" idx="21"/>
          </p:nvPr>
        </p:nvSpPr>
        <p:spPr>
          <a:xfrm>
            <a:off x="500958" y="1822409"/>
            <a:ext cx="2852109" cy="4206911"/>
          </a:xfrm>
        </p:spPr>
        <p:txBody>
          <a:bodyPr lIns="0" tIns="0" rIns="0" bIns="0">
            <a:noAutofit/>
          </a:bodyPr>
          <a:lstStyle>
            <a:lvl1pPr>
              <a:lnSpc>
                <a:spcPct val="100000"/>
              </a:lnSpc>
              <a:spcAft>
                <a:spcPts val="300"/>
              </a:spcAft>
              <a:defRPr sz="1200"/>
            </a:lvl1pPr>
            <a:lvl2pPr>
              <a:lnSpc>
                <a:spcPct val="100000"/>
              </a:lnSpc>
              <a:spcAft>
                <a:spcPts val="300"/>
              </a:spcAft>
              <a:defRPr sz="1200"/>
            </a:lvl2pPr>
            <a:lvl3pPr>
              <a:lnSpc>
                <a:spcPct val="100000"/>
              </a:lnSpc>
              <a:spcAft>
                <a:spcPts val="300"/>
              </a:spcAft>
              <a:defRPr sz="1200"/>
            </a:lvl3pPr>
            <a:lvl4pPr>
              <a:lnSpc>
                <a:spcPct val="100000"/>
              </a:lnSpc>
              <a:spcAft>
                <a:spcPts val="300"/>
              </a:spcAft>
              <a:defRPr sz="1200"/>
            </a:lvl4pPr>
            <a:lvl5pPr>
              <a:lnSpc>
                <a:spcPct val="100000"/>
              </a:lnSpc>
              <a:spcAft>
                <a:spcPts val="300"/>
              </a:spcAf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Tree>
    <p:extLst>
      <p:ext uri="{BB962C8B-B14F-4D97-AF65-F5344CB8AC3E}">
        <p14:creationId xmlns:p14="http://schemas.microsoft.com/office/powerpoint/2010/main" val="631561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lumn Text Slide bullet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8EAD9949-42AE-0E43-BDB0-437EAD35A37F}"/>
              </a:ext>
            </a:extLst>
          </p:cNvPr>
          <p:cNvSpPr>
            <a:spLocks noGrp="1"/>
          </p:cNvSpPr>
          <p:nvPr>
            <p:ph type="ctrTitle" hasCustomPrompt="1"/>
          </p:nvPr>
        </p:nvSpPr>
        <p:spPr>
          <a:xfrm>
            <a:off x="433754" y="360609"/>
            <a:ext cx="10234246" cy="1022713"/>
          </a:xfrm>
        </p:spPr>
        <p:txBody>
          <a:bodyPr lIns="0" tIns="0" rIns="0" bIns="0" anchor="t" anchorCtr="0">
            <a:normAutofit/>
          </a:bodyPr>
          <a:lstStyle>
            <a:lvl1pPr algn="l">
              <a:lnSpc>
                <a:spcPct val="90000"/>
              </a:lnSpc>
              <a:defRPr sz="4000" b="0" i="0" spc="-100" baseline="0">
                <a:solidFill>
                  <a:schemeClr val="bg2"/>
                </a:solidFill>
                <a:latin typeface="+mj-lt"/>
              </a:defRPr>
            </a:lvl1pPr>
          </a:lstStyle>
          <a:p>
            <a:r>
              <a:rPr lang="en-GB"/>
              <a:t>click to edit master title style</a:t>
            </a:r>
            <a:endParaRPr lang="en-US"/>
          </a:p>
        </p:txBody>
      </p:sp>
      <p:grpSp>
        <p:nvGrpSpPr>
          <p:cNvPr id="12" name="Graphic 36">
            <a:extLst>
              <a:ext uri="{FF2B5EF4-FFF2-40B4-BE49-F238E27FC236}">
                <a16:creationId xmlns:a16="http://schemas.microsoft.com/office/drawing/2014/main" id="{5934F40E-276B-2046-A432-2B7AF44BFFD7}"/>
              </a:ext>
            </a:extLst>
          </p:cNvPr>
          <p:cNvGrpSpPr/>
          <p:nvPr userDrawn="1"/>
        </p:nvGrpSpPr>
        <p:grpSpPr>
          <a:xfrm>
            <a:off x="11607408" y="6132443"/>
            <a:ext cx="290229" cy="432023"/>
            <a:chOff x="11607408" y="6132443"/>
            <a:chExt cx="290229" cy="432023"/>
          </a:xfrm>
        </p:grpSpPr>
        <p:sp>
          <p:nvSpPr>
            <p:cNvPr id="15" name="Freeform 14">
              <a:extLst>
                <a:ext uri="{FF2B5EF4-FFF2-40B4-BE49-F238E27FC236}">
                  <a16:creationId xmlns:a16="http://schemas.microsoft.com/office/drawing/2014/main" id="{284E80AB-D952-814B-9F1F-B08744833489}"/>
                </a:ext>
              </a:extLst>
            </p:cNvPr>
            <p:cNvSpPr/>
            <p:nvPr/>
          </p:nvSpPr>
          <p:spPr>
            <a:xfrm>
              <a:off x="11645345" y="6313298"/>
              <a:ext cx="214355" cy="215145"/>
            </a:xfrm>
            <a:custGeom>
              <a:avLst/>
              <a:gdLst>
                <a:gd name="connsiteX0" fmla="*/ 194868 w 194868"/>
                <a:gd name="connsiteY0" fmla="*/ 97793 h 195586"/>
                <a:gd name="connsiteX1" fmla="*/ 97227 w 194868"/>
                <a:gd name="connsiteY1" fmla="*/ 0 h 195586"/>
                <a:gd name="connsiteX2" fmla="*/ 0 w 194868"/>
                <a:gd name="connsiteY2" fmla="*/ 97793 h 195586"/>
                <a:gd name="connsiteX3" fmla="*/ 97019 w 194868"/>
                <a:gd name="connsiteY3" fmla="*/ 195586 h 195586"/>
                <a:gd name="connsiteX4" fmla="*/ 194868 w 194868"/>
                <a:gd name="connsiteY4" fmla="*/ 97793 h 1955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68" h="195586">
                  <a:moveTo>
                    <a:pt x="194868" y="97793"/>
                  </a:moveTo>
                  <a:cubicBezTo>
                    <a:pt x="194868" y="42088"/>
                    <a:pt x="152578" y="0"/>
                    <a:pt x="97227" y="0"/>
                  </a:cubicBezTo>
                  <a:cubicBezTo>
                    <a:pt x="42291" y="0"/>
                    <a:pt x="0" y="42088"/>
                    <a:pt x="0" y="97793"/>
                  </a:cubicBezTo>
                  <a:cubicBezTo>
                    <a:pt x="0" y="153498"/>
                    <a:pt x="42291" y="195586"/>
                    <a:pt x="97019" y="195586"/>
                  </a:cubicBezTo>
                  <a:cubicBezTo>
                    <a:pt x="152578" y="195586"/>
                    <a:pt x="194661" y="153498"/>
                    <a:pt x="194868" y="97793"/>
                  </a:cubicBezTo>
                </a:path>
              </a:pathLst>
            </a:custGeom>
            <a:solidFill>
              <a:schemeClr val="bg2"/>
            </a:solidFill>
            <a:ln w="2041" cap="flat">
              <a:noFill/>
              <a:prstDash val="solid"/>
              <a:miter/>
            </a:ln>
          </p:spPr>
          <p:txBody>
            <a:bodyPr rtlCol="0" anchor="ctr"/>
            <a:lstStyle/>
            <a:p>
              <a:endParaRPr lang="en-US">
                <a:latin typeface="+mn-lt"/>
              </a:endParaRPr>
            </a:p>
          </p:txBody>
        </p:sp>
        <p:sp>
          <p:nvSpPr>
            <p:cNvPr id="16" name="Freeform 15">
              <a:extLst>
                <a:ext uri="{FF2B5EF4-FFF2-40B4-BE49-F238E27FC236}">
                  <a16:creationId xmlns:a16="http://schemas.microsoft.com/office/drawing/2014/main" id="{8ACB6E34-4B51-D24B-8EE1-AB4D830DE740}"/>
                </a:ext>
              </a:extLst>
            </p:cNvPr>
            <p:cNvSpPr/>
            <p:nvPr/>
          </p:nvSpPr>
          <p:spPr>
            <a:xfrm>
              <a:off x="11607408" y="6132443"/>
              <a:ext cx="290229" cy="432023"/>
            </a:xfrm>
            <a:custGeom>
              <a:avLst/>
              <a:gdLst>
                <a:gd name="connsiteX0" fmla="*/ 290229 w 290229"/>
                <a:gd name="connsiteY0" fmla="*/ 0 h 432023"/>
                <a:gd name="connsiteX1" fmla="*/ 290229 w 290229"/>
                <a:gd name="connsiteY1" fmla="*/ 288428 h 432023"/>
                <a:gd name="connsiteX2" fmla="*/ 138895 w 290229"/>
                <a:gd name="connsiteY2" fmla="*/ 432023 h 432023"/>
                <a:gd name="connsiteX3" fmla="*/ 0 w 290229"/>
                <a:gd name="connsiteY3" fmla="*/ 288428 h 432023"/>
                <a:gd name="connsiteX4" fmla="*/ 138895 w 290229"/>
                <a:gd name="connsiteY4" fmla="*/ 144833 h 432023"/>
                <a:gd name="connsiteX5" fmla="*/ 242549 w 290229"/>
                <a:gd name="connsiteY5" fmla="*/ 198888 h 432023"/>
                <a:gd name="connsiteX6" fmla="*/ 242549 w 290229"/>
                <a:gd name="connsiteY6" fmla="*/ 0 h 432023"/>
                <a:gd name="connsiteX7" fmla="*/ 290229 w 290229"/>
                <a:gd name="connsiteY7" fmla="*/ 0 h 432023"/>
                <a:gd name="connsiteX8" fmla="*/ 242549 w 290229"/>
                <a:gd name="connsiteY8" fmla="*/ 288428 h 432023"/>
                <a:gd name="connsiteX9" fmla="*/ 144907 w 290229"/>
                <a:gd name="connsiteY9" fmla="*/ 190635 h 432023"/>
                <a:gd name="connsiteX10" fmla="*/ 47680 w 290229"/>
                <a:gd name="connsiteY10" fmla="*/ 288428 h 432023"/>
                <a:gd name="connsiteX11" fmla="*/ 144700 w 290229"/>
                <a:gd name="connsiteY11" fmla="*/ 386221 h 432023"/>
                <a:gd name="connsiteX12" fmla="*/ 242549 w 290229"/>
                <a:gd name="connsiteY12" fmla="*/ 288428 h 432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0229" h="432023">
                  <a:moveTo>
                    <a:pt x="290229" y="0"/>
                  </a:moveTo>
                  <a:lnTo>
                    <a:pt x="290229" y="288428"/>
                  </a:lnTo>
                  <a:cubicBezTo>
                    <a:pt x="290229" y="347022"/>
                    <a:pt x="246073" y="432023"/>
                    <a:pt x="138895" y="432023"/>
                  </a:cubicBezTo>
                  <a:cubicBezTo>
                    <a:pt x="62607" y="432023"/>
                    <a:pt x="0" y="369304"/>
                    <a:pt x="0" y="288428"/>
                  </a:cubicBezTo>
                  <a:cubicBezTo>
                    <a:pt x="0" y="207553"/>
                    <a:pt x="62607" y="144833"/>
                    <a:pt x="138895" y="144833"/>
                  </a:cubicBezTo>
                  <a:cubicBezTo>
                    <a:pt x="185539" y="144833"/>
                    <a:pt x="220574" y="165671"/>
                    <a:pt x="242549" y="198888"/>
                  </a:cubicBezTo>
                  <a:lnTo>
                    <a:pt x="242549" y="0"/>
                  </a:lnTo>
                  <a:lnTo>
                    <a:pt x="290229" y="0"/>
                  </a:lnTo>
                  <a:close/>
                  <a:moveTo>
                    <a:pt x="242549" y="288428"/>
                  </a:moveTo>
                  <a:cubicBezTo>
                    <a:pt x="242549" y="232723"/>
                    <a:pt x="200258" y="190635"/>
                    <a:pt x="144907" y="190635"/>
                  </a:cubicBezTo>
                  <a:cubicBezTo>
                    <a:pt x="89971" y="190635"/>
                    <a:pt x="47680" y="232723"/>
                    <a:pt x="47680" y="288428"/>
                  </a:cubicBezTo>
                  <a:cubicBezTo>
                    <a:pt x="47680" y="344133"/>
                    <a:pt x="89971" y="386221"/>
                    <a:pt x="144700" y="386221"/>
                  </a:cubicBezTo>
                  <a:cubicBezTo>
                    <a:pt x="200258" y="386221"/>
                    <a:pt x="242341" y="344133"/>
                    <a:pt x="242549" y="288428"/>
                  </a:cubicBezTo>
                </a:path>
              </a:pathLst>
            </a:custGeom>
            <a:solidFill>
              <a:srgbClr val="3B3836"/>
            </a:solidFill>
            <a:ln w="2041" cap="flat">
              <a:noFill/>
              <a:prstDash val="solid"/>
              <a:miter/>
            </a:ln>
          </p:spPr>
          <p:txBody>
            <a:bodyPr rtlCol="0" anchor="ctr"/>
            <a:lstStyle/>
            <a:p>
              <a:endParaRPr lang="en-US">
                <a:latin typeface="+mn-lt"/>
              </a:endParaRPr>
            </a:p>
          </p:txBody>
        </p:sp>
      </p:grpSp>
      <p:sp>
        <p:nvSpPr>
          <p:cNvPr id="18" name="Text Placeholder 9">
            <a:extLst>
              <a:ext uri="{FF2B5EF4-FFF2-40B4-BE49-F238E27FC236}">
                <a16:creationId xmlns:a16="http://schemas.microsoft.com/office/drawing/2014/main" id="{38AC8E1E-15DF-C742-A81F-7709E394F721}"/>
              </a:ext>
            </a:extLst>
          </p:cNvPr>
          <p:cNvSpPr>
            <a:spLocks noGrp="1"/>
          </p:cNvSpPr>
          <p:nvPr>
            <p:ph type="body" sz="quarter" idx="18"/>
          </p:nvPr>
        </p:nvSpPr>
        <p:spPr>
          <a:xfrm>
            <a:off x="433387" y="2533229"/>
            <a:ext cx="3258000" cy="3405861"/>
          </a:xfrm>
        </p:spPr>
        <p:txBody>
          <a:bodyPr lIns="0" tIns="0" rIns="0" bIns="0"/>
          <a:lstStyle>
            <a:lvl1pPr marL="0" indent="0">
              <a:buFont typeface="Arial" panose="020B0604020202020204" pitchFamily="34" charset="0"/>
              <a:buNone/>
              <a:defRPr b="0">
                <a:solidFill>
                  <a:schemeClr val="tx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0" name="Text Placeholder 9">
            <a:extLst>
              <a:ext uri="{FF2B5EF4-FFF2-40B4-BE49-F238E27FC236}">
                <a16:creationId xmlns:a16="http://schemas.microsoft.com/office/drawing/2014/main" id="{0532ADDF-EA52-9341-8B6D-D4EE3E5C072F}"/>
              </a:ext>
            </a:extLst>
          </p:cNvPr>
          <p:cNvSpPr>
            <a:spLocks noGrp="1"/>
          </p:cNvSpPr>
          <p:nvPr>
            <p:ph type="body" sz="quarter" idx="19"/>
          </p:nvPr>
        </p:nvSpPr>
        <p:spPr>
          <a:xfrm>
            <a:off x="4300849" y="2533229"/>
            <a:ext cx="3258000" cy="3405861"/>
          </a:xfrm>
        </p:spPr>
        <p:txBody>
          <a:bodyPr lIns="0" tIns="0" rIns="0" bIns="0"/>
          <a:lstStyle>
            <a:lvl1pPr marL="0" indent="0">
              <a:buFont typeface="Arial" panose="020B0604020202020204" pitchFamily="34" charset="0"/>
              <a:buNone/>
              <a:defRPr b="0">
                <a:solidFill>
                  <a:schemeClr val="tx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2" name="Text Placeholder 9">
            <a:extLst>
              <a:ext uri="{FF2B5EF4-FFF2-40B4-BE49-F238E27FC236}">
                <a16:creationId xmlns:a16="http://schemas.microsoft.com/office/drawing/2014/main" id="{8BDA8D78-52C0-3B49-BD57-A08A92C562EB}"/>
              </a:ext>
            </a:extLst>
          </p:cNvPr>
          <p:cNvSpPr>
            <a:spLocks noGrp="1"/>
          </p:cNvSpPr>
          <p:nvPr>
            <p:ph type="body" sz="quarter" idx="20"/>
          </p:nvPr>
        </p:nvSpPr>
        <p:spPr>
          <a:xfrm>
            <a:off x="8168311" y="2533229"/>
            <a:ext cx="3258000" cy="3405861"/>
          </a:xfrm>
        </p:spPr>
        <p:txBody>
          <a:bodyPr lIns="0" tIns="0" rIns="0" bIns="0"/>
          <a:lstStyle>
            <a:lvl1pPr marL="0" indent="0">
              <a:buFont typeface="Arial" panose="020B0604020202020204" pitchFamily="34" charset="0"/>
              <a:buNone/>
              <a:defRPr b="0">
                <a:solidFill>
                  <a:schemeClr val="tx1"/>
                </a:solidFill>
              </a:defRPr>
            </a:lvl1pPr>
            <a:lvl2pPr>
              <a:defRPr>
                <a:solidFill>
                  <a:schemeClr val="tx1"/>
                </a:solidFill>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2">
            <a:extLst>
              <a:ext uri="{FF2B5EF4-FFF2-40B4-BE49-F238E27FC236}">
                <a16:creationId xmlns:a16="http://schemas.microsoft.com/office/drawing/2014/main" id="{9FDF26D3-B057-8D41-BBA0-7AB7FCFF042F}"/>
              </a:ext>
            </a:extLst>
          </p:cNvPr>
          <p:cNvSpPr>
            <a:spLocks noGrp="1"/>
          </p:cNvSpPr>
          <p:nvPr>
            <p:ph type="body" sz="quarter" idx="21"/>
          </p:nvPr>
        </p:nvSpPr>
        <p:spPr>
          <a:xfrm>
            <a:off x="433387" y="1500267"/>
            <a:ext cx="3257550" cy="810000"/>
          </a:xfrm>
          <a:prstGeom prst="roundRect">
            <a:avLst/>
          </a:prstGeom>
          <a:solidFill>
            <a:schemeClr val="accent1"/>
          </a:solidFill>
        </p:spPr>
        <p:txBody>
          <a:bodyPr lIns="180000" tIns="46800" rIns="90000" bIns="46800" anchor="ctr">
            <a:noAutofit/>
          </a:bodyPr>
          <a:lstStyle>
            <a:lvl1pPr>
              <a:spcAft>
                <a:spcPts val="0"/>
              </a:spcAft>
              <a:defRPr sz="2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2" name="Text Placeholder 2">
            <a:extLst>
              <a:ext uri="{FF2B5EF4-FFF2-40B4-BE49-F238E27FC236}">
                <a16:creationId xmlns:a16="http://schemas.microsoft.com/office/drawing/2014/main" id="{83767E05-0BC5-BC40-AF63-A4BB4AEA697B}"/>
              </a:ext>
            </a:extLst>
          </p:cNvPr>
          <p:cNvSpPr>
            <a:spLocks noGrp="1"/>
          </p:cNvSpPr>
          <p:nvPr>
            <p:ph type="body" sz="quarter" idx="22"/>
          </p:nvPr>
        </p:nvSpPr>
        <p:spPr>
          <a:xfrm>
            <a:off x="4300849" y="1500267"/>
            <a:ext cx="3257550" cy="810000"/>
          </a:xfrm>
          <a:prstGeom prst="roundRect">
            <a:avLst/>
          </a:prstGeom>
          <a:solidFill>
            <a:schemeClr val="accent1"/>
          </a:solidFill>
        </p:spPr>
        <p:txBody>
          <a:bodyPr lIns="180000" tIns="46800" rIns="90000" bIns="46800" anchor="ctr">
            <a:noAutofit/>
          </a:bodyPr>
          <a:lstStyle>
            <a:lvl1pPr>
              <a:spcAft>
                <a:spcPts val="0"/>
              </a:spcAft>
              <a:defRPr sz="2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3" name="Text Placeholder 2">
            <a:extLst>
              <a:ext uri="{FF2B5EF4-FFF2-40B4-BE49-F238E27FC236}">
                <a16:creationId xmlns:a16="http://schemas.microsoft.com/office/drawing/2014/main" id="{1316F60A-8794-F84E-88CC-BBCBECC8F893}"/>
              </a:ext>
            </a:extLst>
          </p:cNvPr>
          <p:cNvSpPr>
            <a:spLocks noGrp="1"/>
          </p:cNvSpPr>
          <p:nvPr>
            <p:ph type="body" sz="quarter" idx="23"/>
          </p:nvPr>
        </p:nvSpPr>
        <p:spPr>
          <a:xfrm>
            <a:off x="8168311" y="1500267"/>
            <a:ext cx="3257550" cy="810000"/>
          </a:xfrm>
          <a:prstGeom prst="roundRect">
            <a:avLst/>
          </a:prstGeom>
          <a:solidFill>
            <a:schemeClr val="accent1"/>
          </a:solidFill>
        </p:spPr>
        <p:txBody>
          <a:bodyPr lIns="180000" tIns="46800" rIns="90000" bIns="46800" anchor="ctr">
            <a:noAutofit/>
          </a:bodyPr>
          <a:lstStyle>
            <a:lvl1pPr>
              <a:spcAft>
                <a:spcPts val="0"/>
              </a:spcAft>
              <a:defRPr sz="2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17" name="TextBox 16">
            <a:extLst>
              <a:ext uri="{FF2B5EF4-FFF2-40B4-BE49-F238E27FC236}">
                <a16:creationId xmlns:a16="http://schemas.microsoft.com/office/drawing/2014/main" id="{62C0E9CA-D6E1-A643-A05C-F045D85FF7BC}"/>
              </a:ext>
            </a:extLst>
          </p:cNvPr>
          <p:cNvSpPr txBox="1"/>
          <p:nvPr userDrawn="1"/>
        </p:nvSpPr>
        <p:spPr>
          <a:xfrm>
            <a:off x="433755" y="6218083"/>
            <a:ext cx="231992" cy="3636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217A898-970D-3041-86C6-F4A15857945A}" type="slidenum">
              <a:rPr lang="en-US" sz="800" smtClean="0">
                <a:solidFill>
                  <a:schemeClr val="tx2"/>
                </a:solidFill>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800">
              <a:solidFill>
                <a:schemeClr val="tx2"/>
              </a:solidFill>
            </a:endParaRPr>
          </a:p>
        </p:txBody>
      </p:sp>
      <p:sp>
        <p:nvSpPr>
          <p:cNvPr id="20" name="Footer Placeholder 4">
            <a:extLst>
              <a:ext uri="{FF2B5EF4-FFF2-40B4-BE49-F238E27FC236}">
                <a16:creationId xmlns:a16="http://schemas.microsoft.com/office/drawing/2014/main" id="{5CA905AE-AAD1-4B40-A0EF-2D6E543D0BC6}"/>
              </a:ext>
            </a:extLst>
          </p:cNvPr>
          <p:cNvSpPr txBox="1">
            <a:spLocks/>
          </p:cNvSpPr>
          <p:nvPr userDrawn="1"/>
        </p:nvSpPr>
        <p:spPr>
          <a:xfrm>
            <a:off x="694800" y="6195600"/>
            <a:ext cx="2887306" cy="367200"/>
          </a:xfrm>
          <a:prstGeom prst="rect">
            <a:avLst/>
          </a:prstGeom>
        </p:spPr>
        <p:txBody>
          <a:bodyPr lIns="0" tIns="0" rIns="0" bIns="0" anchor="ctr" anchorCtr="0"/>
          <a:lstStyle>
            <a:defPPr>
              <a:defRPr lang="en-US"/>
            </a:defPPr>
            <a:lvl1pPr marL="0" algn="l" defTabSz="914400" rtl="0" eaLnBrk="1" latinLnBrk="0" hangingPunct="1">
              <a:defRPr sz="1200" b="1" i="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we commit. we deliver.</a:t>
            </a:r>
          </a:p>
        </p:txBody>
      </p:sp>
    </p:spTree>
    <p:extLst>
      <p:ext uri="{BB962C8B-B14F-4D97-AF65-F5344CB8AC3E}">
        <p14:creationId xmlns:p14="http://schemas.microsoft.com/office/powerpoint/2010/main" val="3948883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ullout Quote Sub Purple Slide">
    <p:bg>
      <p:bgPr>
        <a:solidFill>
          <a:schemeClr val="accent4"/>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31200F-D129-A1C5-8AC4-E1F2B986506E}"/>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 y="2578790"/>
            <a:ext cx="12191994" cy="1874761"/>
          </a:xfrm>
          <a:prstGeom prst="rect">
            <a:avLst/>
          </a:prstGeom>
        </p:spPr>
      </p:pic>
      <p:sp>
        <p:nvSpPr>
          <p:cNvPr id="9" name="Title 1">
            <a:extLst>
              <a:ext uri="{FF2B5EF4-FFF2-40B4-BE49-F238E27FC236}">
                <a16:creationId xmlns:a16="http://schemas.microsoft.com/office/drawing/2014/main" id="{8EAD9949-42AE-0E43-BDB0-437EAD35A37F}"/>
              </a:ext>
            </a:extLst>
          </p:cNvPr>
          <p:cNvSpPr>
            <a:spLocks noGrp="1"/>
          </p:cNvSpPr>
          <p:nvPr>
            <p:ph type="ctrTitle" hasCustomPrompt="1"/>
          </p:nvPr>
        </p:nvSpPr>
        <p:spPr>
          <a:xfrm>
            <a:off x="433754" y="360609"/>
            <a:ext cx="10234246" cy="1022713"/>
          </a:xfrm>
        </p:spPr>
        <p:txBody>
          <a:bodyPr lIns="0" tIns="0" rIns="0" bIns="0" anchor="t" anchorCtr="0">
            <a:normAutofit/>
          </a:bodyPr>
          <a:lstStyle>
            <a:lvl1pPr algn="l">
              <a:lnSpc>
                <a:spcPct val="90000"/>
              </a:lnSpc>
              <a:defRPr sz="4000" b="0" i="0" spc="-100" baseline="0">
                <a:solidFill>
                  <a:schemeClr val="bg1"/>
                </a:solidFill>
                <a:latin typeface="+mj-lt"/>
              </a:defRPr>
            </a:lvl1pPr>
          </a:lstStyle>
          <a:p>
            <a:r>
              <a:rPr lang="en-GB"/>
              <a:t>click to edit master title style</a:t>
            </a:r>
            <a:endParaRPr lang="en-US"/>
          </a:p>
        </p:txBody>
      </p:sp>
      <p:sp>
        <p:nvSpPr>
          <p:cNvPr id="11" name="Text Placeholder 9">
            <a:extLst>
              <a:ext uri="{FF2B5EF4-FFF2-40B4-BE49-F238E27FC236}">
                <a16:creationId xmlns:a16="http://schemas.microsoft.com/office/drawing/2014/main" id="{067FF424-F7B9-E845-A537-1D71C7144B71}"/>
              </a:ext>
            </a:extLst>
          </p:cNvPr>
          <p:cNvSpPr>
            <a:spLocks noGrp="1"/>
          </p:cNvSpPr>
          <p:nvPr>
            <p:ph type="body" sz="quarter" idx="16" hasCustomPrompt="1"/>
          </p:nvPr>
        </p:nvSpPr>
        <p:spPr>
          <a:xfrm>
            <a:off x="1350335" y="1743931"/>
            <a:ext cx="9317666" cy="3257557"/>
          </a:xfrm>
        </p:spPr>
        <p:txBody>
          <a:bodyPr lIns="0" tIns="0" rIns="0" bIns="0" anchor="ctr" anchorCtr="0">
            <a:noAutofit/>
          </a:bodyPr>
          <a:lstStyle>
            <a:lvl1pPr marL="0" indent="0" algn="ctr">
              <a:spcBef>
                <a:spcPts val="0"/>
              </a:spcBef>
              <a:spcAft>
                <a:spcPts val="1000"/>
              </a:spcAft>
              <a:buNone/>
              <a:defRPr sz="4000" b="0" i="0" spc="-100" baseline="0">
                <a:solidFill>
                  <a:schemeClr val="bg1"/>
                </a:solidFill>
                <a:latin typeface="+mj-lt"/>
              </a:defRPr>
            </a:lvl1pPr>
            <a:lvl2pPr marL="0" indent="0">
              <a:spcBef>
                <a:spcPts val="0"/>
              </a:spcBef>
              <a:spcAft>
                <a:spcPts val="1000"/>
              </a:spcAft>
              <a:buNone/>
              <a:defRPr sz="2000" b="0" i="0">
                <a:latin typeface="Avenir Light" panose="020B0402020203020204" pitchFamily="34" charset="77"/>
              </a:defRPr>
            </a:lvl2pPr>
            <a:lvl3pPr marL="180000" indent="-180000">
              <a:spcBef>
                <a:spcPts val="0"/>
              </a:spcBef>
              <a:spcAft>
                <a:spcPts val="1000"/>
              </a:spcAft>
              <a:buClr>
                <a:schemeClr val="tx2"/>
              </a:buClr>
              <a:defRPr sz="2000" b="0" i="0">
                <a:latin typeface="Avenir Light" panose="020B0402020203020204" pitchFamily="34" charset="77"/>
              </a:defRPr>
            </a:lvl3pPr>
            <a:lvl4pPr marL="0" indent="0">
              <a:spcBef>
                <a:spcPts val="0"/>
              </a:spcBef>
              <a:spcAft>
                <a:spcPts val="1000"/>
              </a:spcAft>
              <a:buFontTx/>
              <a:buNone/>
              <a:defRPr sz="1400" b="0" i="0">
                <a:latin typeface="Avenir Light" panose="020B0402020203020204" pitchFamily="34" charset="77"/>
              </a:defRPr>
            </a:lvl4pPr>
            <a:lvl5pPr marL="180000" indent="-180000">
              <a:spcBef>
                <a:spcPts val="0"/>
              </a:spcBef>
              <a:spcAft>
                <a:spcPts val="1000"/>
              </a:spcAft>
              <a:buClr>
                <a:schemeClr val="tx2"/>
              </a:buClr>
              <a:defRPr sz="1400" b="0" i="0">
                <a:latin typeface="Avenir Light" panose="020B0402020203020204" pitchFamily="34" charset="77"/>
              </a:defRPr>
            </a:lvl5pPr>
          </a:lstStyle>
          <a:p>
            <a:pPr lvl="0"/>
            <a:r>
              <a:rPr lang="en-GB"/>
              <a:t>click to edit master text styles</a:t>
            </a:r>
          </a:p>
        </p:txBody>
      </p:sp>
      <p:sp>
        <p:nvSpPr>
          <p:cNvPr id="13" name="TextBox 12">
            <a:extLst>
              <a:ext uri="{FF2B5EF4-FFF2-40B4-BE49-F238E27FC236}">
                <a16:creationId xmlns:a16="http://schemas.microsoft.com/office/drawing/2014/main" id="{EFB25CD4-F56B-144C-B3AE-EED16C871FD3}"/>
              </a:ext>
            </a:extLst>
          </p:cNvPr>
          <p:cNvSpPr txBox="1"/>
          <p:nvPr userDrawn="1"/>
        </p:nvSpPr>
        <p:spPr>
          <a:xfrm>
            <a:off x="433755" y="6218083"/>
            <a:ext cx="231992" cy="3636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217A898-970D-3041-86C6-F4A15857945A}" type="slidenum">
              <a:rPr lang="en-US" sz="800" smtClean="0">
                <a:solidFill>
                  <a:schemeClr val="bg1"/>
                </a:solidFill>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800">
              <a:solidFill>
                <a:schemeClr val="bg1"/>
              </a:solidFill>
            </a:endParaRPr>
          </a:p>
        </p:txBody>
      </p:sp>
      <p:sp>
        <p:nvSpPr>
          <p:cNvPr id="14" name="Footer Placeholder 4">
            <a:extLst>
              <a:ext uri="{FF2B5EF4-FFF2-40B4-BE49-F238E27FC236}">
                <a16:creationId xmlns:a16="http://schemas.microsoft.com/office/drawing/2014/main" id="{2E4AA1C1-049C-0041-98D5-5C1123F6D2B6}"/>
              </a:ext>
            </a:extLst>
          </p:cNvPr>
          <p:cNvSpPr txBox="1">
            <a:spLocks/>
          </p:cNvSpPr>
          <p:nvPr userDrawn="1"/>
        </p:nvSpPr>
        <p:spPr>
          <a:xfrm>
            <a:off x="694800" y="6195600"/>
            <a:ext cx="2887306" cy="367200"/>
          </a:xfrm>
          <a:prstGeom prst="rect">
            <a:avLst/>
          </a:prstGeom>
        </p:spPr>
        <p:txBody>
          <a:bodyPr lIns="0" tIns="0" rIns="0" bIns="0" anchor="ctr" anchorCtr="0"/>
          <a:lstStyle>
            <a:defPPr>
              <a:defRPr lang="en-US"/>
            </a:defPPr>
            <a:lvl1pPr marL="0" algn="l" defTabSz="914400" rtl="0" eaLnBrk="1" latinLnBrk="0" hangingPunct="1">
              <a:defRPr sz="1200" b="1" i="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we commit. we deliver.</a:t>
            </a:r>
          </a:p>
        </p:txBody>
      </p:sp>
      <p:grpSp>
        <p:nvGrpSpPr>
          <p:cNvPr id="2" name="Graphic 17">
            <a:extLst>
              <a:ext uri="{FF2B5EF4-FFF2-40B4-BE49-F238E27FC236}">
                <a16:creationId xmlns:a16="http://schemas.microsoft.com/office/drawing/2014/main" id="{F5DEF526-30AD-11D0-A001-08415A9A7F81}"/>
              </a:ext>
            </a:extLst>
          </p:cNvPr>
          <p:cNvGrpSpPr/>
          <p:nvPr userDrawn="1"/>
        </p:nvGrpSpPr>
        <p:grpSpPr>
          <a:xfrm>
            <a:off x="11631758" y="6265489"/>
            <a:ext cx="239815" cy="356979"/>
            <a:chOff x="11607408" y="6132443"/>
            <a:chExt cx="290229" cy="432023"/>
          </a:xfrm>
        </p:grpSpPr>
        <p:sp>
          <p:nvSpPr>
            <p:cNvPr id="3" name="Freeform 2">
              <a:extLst>
                <a:ext uri="{FF2B5EF4-FFF2-40B4-BE49-F238E27FC236}">
                  <a16:creationId xmlns:a16="http://schemas.microsoft.com/office/drawing/2014/main" id="{5B64A094-4D3D-E482-AA0D-BE4EE759616F}"/>
                </a:ext>
              </a:extLst>
            </p:cNvPr>
            <p:cNvSpPr/>
            <p:nvPr/>
          </p:nvSpPr>
          <p:spPr>
            <a:xfrm>
              <a:off x="11607408" y="6132443"/>
              <a:ext cx="290229" cy="432023"/>
            </a:xfrm>
            <a:custGeom>
              <a:avLst/>
              <a:gdLst>
                <a:gd name="connsiteX0" fmla="*/ 290229 w 290229"/>
                <a:gd name="connsiteY0" fmla="*/ 0 h 432023"/>
                <a:gd name="connsiteX1" fmla="*/ 290229 w 290229"/>
                <a:gd name="connsiteY1" fmla="*/ 288428 h 432023"/>
                <a:gd name="connsiteX2" fmla="*/ 138895 w 290229"/>
                <a:gd name="connsiteY2" fmla="*/ 432023 h 432023"/>
                <a:gd name="connsiteX3" fmla="*/ 0 w 290229"/>
                <a:gd name="connsiteY3" fmla="*/ 288428 h 432023"/>
                <a:gd name="connsiteX4" fmla="*/ 138895 w 290229"/>
                <a:gd name="connsiteY4" fmla="*/ 144833 h 432023"/>
                <a:gd name="connsiteX5" fmla="*/ 242549 w 290229"/>
                <a:gd name="connsiteY5" fmla="*/ 198888 h 432023"/>
                <a:gd name="connsiteX6" fmla="*/ 242549 w 290229"/>
                <a:gd name="connsiteY6" fmla="*/ 0 h 432023"/>
                <a:gd name="connsiteX7" fmla="*/ 290229 w 290229"/>
                <a:gd name="connsiteY7" fmla="*/ 0 h 432023"/>
                <a:gd name="connsiteX8" fmla="*/ 242549 w 290229"/>
                <a:gd name="connsiteY8" fmla="*/ 288428 h 432023"/>
                <a:gd name="connsiteX9" fmla="*/ 144907 w 290229"/>
                <a:gd name="connsiteY9" fmla="*/ 190635 h 432023"/>
                <a:gd name="connsiteX10" fmla="*/ 47680 w 290229"/>
                <a:gd name="connsiteY10" fmla="*/ 288428 h 432023"/>
                <a:gd name="connsiteX11" fmla="*/ 144700 w 290229"/>
                <a:gd name="connsiteY11" fmla="*/ 386221 h 432023"/>
                <a:gd name="connsiteX12" fmla="*/ 242549 w 290229"/>
                <a:gd name="connsiteY12" fmla="*/ 288428 h 432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0229" h="432023">
                  <a:moveTo>
                    <a:pt x="290229" y="0"/>
                  </a:moveTo>
                  <a:lnTo>
                    <a:pt x="290229" y="288428"/>
                  </a:lnTo>
                  <a:cubicBezTo>
                    <a:pt x="290229" y="347022"/>
                    <a:pt x="246073" y="432023"/>
                    <a:pt x="138895" y="432023"/>
                  </a:cubicBezTo>
                  <a:cubicBezTo>
                    <a:pt x="62607" y="432023"/>
                    <a:pt x="0" y="369304"/>
                    <a:pt x="0" y="288428"/>
                  </a:cubicBezTo>
                  <a:cubicBezTo>
                    <a:pt x="0" y="207553"/>
                    <a:pt x="62607" y="144833"/>
                    <a:pt x="138895" y="144833"/>
                  </a:cubicBezTo>
                  <a:cubicBezTo>
                    <a:pt x="185539" y="144833"/>
                    <a:pt x="220574" y="165671"/>
                    <a:pt x="242549" y="198888"/>
                  </a:cubicBezTo>
                  <a:lnTo>
                    <a:pt x="242549" y="0"/>
                  </a:lnTo>
                  <a:lnTo>
                    <a:pt x="290229" y="0"/>
                  </a:lnTo>
                  <a:close/>
                  <a:moveTo>
                    <a:pt x="242549" y="288428"/>
                  </a:moveTo>
                  <a:cubicBezTo>
                    <a:pt x="242549" y="232723"/>
                    <a:pt x="200258" y="190635"/>
                    <a:pt x="144907" y="190635"/>
                  </a:cubicBezTo>
                  <a:cubicBezTo>
                    <a:pt x="89971" y="190635"/>
                    <a:pt x="47680" y="232723"/>
                    <a:pt x="47680" y="288428"/>
                  </a:cubicBezTo>
                  <a:cubicBezTo>
                    <a:pt x="47680" y="344133"/>
                    <a:pt x="89971" y="386221"/>
                    <a:pt x="144700" y="386221"/>
                  </a:cubicBezTo>
                  <a:cubicBezTo>
                    <a:pt x="200258" y="386221"/>
                    <a:pt x="242341" y="344133"/>
                    <a:pt x="242549" y="288428"/>
                  </a:cubicBezTo>
                </a:path>
              </a:pathLst>
            </a:custGeom>
            <a:solidFill>
              <a:srgbClr val="FFFFFF"/>
            </a:solidFill>
            <a:ln w="2041"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BD4147C5-1A4A-D181-2881-4405B0292F61}"/>
                </a:ext>
              </a:extLst>
            </p:cNvPr>
            <p:cNvSpPr/>
            <p:nvPr/>
          </p:nvSpPr>
          <p:spPr>
            <a:xfrm>
              <a:off x="11655088" y="6323077"/>
              <a:ext cx="194868" cy="195586"/>
            </a:xfrm>
            <a:custGeom>
              <a:avLst/>
              <a:gdLst>
                <a:gd name="connsiteX0" fmla="*/ 194868 w 194868"/>
                <a:gd name="connsiteY0" fmla="*/ 97793 h 195586"/>
                <a:gd name="connsiteX1" fmla="*/ 97227 w 194868"/>
                <a:gd name="connsiteY1" fmla="*/ 0 h 195586"/>
                <a:gd name="connsiteX2" fmla="*/ 0 w 194868"/>
                <a:gd name="connsiteY2" fmla="*/ 97793 h 195586"/>
                <a:gd name="connsiteX3" fmla="*/ 97019 w 194868"/>
                <a:gd name="connsiteY3" fmla="*/ 195586 h 195586"/>
                <a:gd name="connsiteX4" fmla="*/ 194868 w 194868"/>
                <a:gd name="connsiteY4" fmla="*/ 97793 h 1955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68" h="195586">
                  <a:moveTo>
                    <a:pt x="194868" y="97793"/>
                  </a:moveTo>
                  <a:cubicBezTo>
                    <a:pt x="194868" y="42088"/>
                    <a:pt x="152578" y="0"/>
                    <a:pt x="97227" y="0"/>
                  </a:cubicBezTo>
                  <a:cubicBezTo>
                    <a:pt x="42291" y="0"/>
                    <a:pt x="0" y="42088"/>
                    <a:pt x="0" y="97793"/>
                  </a:cubicBezTo>
                  <a:cubicBezTo>
                    <a:pt x="0" y="153498"/>
                    <a:pt x="42291" y="195586"/>
                    <a:pt x="97019" y="195586"/>
                  </a:cubicBezTo>
                  <a:cubicBezTo>
                    <a:pt x="152578" y="195586"/>
                    <a:pt x="194661" y="153498"/>
                    <a:pt x="194868" y="97793"/>
                  </a:cubicBezTo>
                </a:path>
              </a:pathLst>
            </a:custGeom>
            <a:solidFill>
              <a:schemeClr val="bg2"/>
            </a:solidFill>
            <a:ln w="2041" cap="flat">
              <a:noFill/>
              <a:prstDash val="solid"/>
              <a:miter/>
            </a:ln>
          </p:spPr>
          <p:txBody>
            <a:bodyPr rtlCol="0" anchor="ctr"/>
            <a:lstStyle/>
            <a:p>
              <a:endParaRPr lang="en-US"/>
            </a:p>
          </p:txBody>
        </p:sp>
      </p:grpSp>
    </p:spTree>
    <p:extLst>
      <p:ext uri="{BB962C8B-B14F-4D97-AF65-F5344CB8AC3E}">
        <p14:creationId xmlns:p14="http://schemas.microsoft.com/office/powerpoint/2010/main" val="2971803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ullout Quote Sub Turquoise Slide">
    <p:bg>
      <p:bgPr>
        <a:solidFill>
          <a:schemeClr val="accent3"/>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673671C-3333-1EC8-B9B0-D5753D06BCFF}"/>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 y="2578790"/>
            <a:ext cx="12191994" cy="1874760"/>
          </a:xfrm>
          <a:prstGeom prst="rect">
            <a:avLst/>
          </a:prstGeom>
        </p:spPr>
      </p:pic>
      <p:sp>
        <p:nvSpPr>
          <p:cNvPr id="9" name="Title 1">
            <a:extLst>
              <a:ext uri="{FF2B5EF4-FFF2-40B4-BE49-F238E27FC236}">
                <a16:creationId xmlns:a16="http://schemas.microsoft.com/office/drawing/2014/main" id="{8EAD9949-42AE-0E43-BDB0-437EAD35A37F}"/>
              </a:ext>
            </a:extLst>
          </p:cNvPr>
          <p:cNvSpPr>
            <a:spLocks noGrp="1"/>
          </p:cNvSpPr>
          <p:nvPr>
            <p:ph type="ctrTitle" hasCustomPrompt="1"/>
          </p:nvPr>
        </p:nvSpPr>
        <p:spPr>
          <a:xfrm>
            <a:off x="433754" y="360609"/>
            <a:ext cx="10234246" cy="1022713"/>
          </a:xfrm>
        </p:spPr>
        <p:txBody>
          <a:bodyPr lIns="0" tIns="0" rIns="0" bIns="0" anchor="t" anchorCtr="0">
            <a:normAutofit/>
          </a:bodyPr>
          <a:lstStyle>
            <a:lvl1pPr algn="l">
              <a:lnSpc>
                <a:spcPct val="90000"/>
              </a:lnSpc>
              <a:defRPr sz="4000" b="0" i="0" spc="-100" baseline="0">
                <a:solidFill>
                  <a:schemeClr val="bg1"/>
                </a:solidFill>
                <a:latin typeface="+mj-lt"/>
              </a:defRPr>
            </a:lvl1pPr>
          </a:lstStyle>
          <a:p>
            <a:r>
              <a:rPr lang="en-GB"/>
              <a:t>click to edit master title style</a:t>
            </a:r>
            <a:endParaRPr lang="en-US"/>
          </a:p>
        </p:txBody>
      </p:sp>
      <p:sp>
        <p:nvSpPr>
          <p:cNvPr id="11" name="Text Placeholder 9">
            <a:extLst>
              <a:ext uri="{FF2B5EF4-FFF2-40B4-BE49-F238E27FC236}">
                <a16:creationId xmlns:a16="http://schemas.microsoft.com/office/drawing/2014/main" id="{067FF424-F7B9-E845-A537-1D71C7144B71}"/>
              </a:ext>
            </a:extLst>
          </p:cNvPr>
          <p:cNvSpPr>
            <a:spLocks noGrp="1"/>
          </p:cNvSpPr>
          <p:nvPr>
            <p:ph type="body" sz="quarter" idx="16" hasCustomPrompt="1"/>
          </p:nvPr>
        </p:nvSpPr>
        <p:spPr>
          <a:xfrm>
            <a:off x="1350335" y="1743931"/>
            <a:ext cx="9317666" cy="3257557"/>
          </a:xfrm>
        </p:spPr>
        <p:txBody>
          <a:bodyPr lIns="0" tIns="0" rIns="0" bIns="0" anchor="ctr" anchorCtr="0">
            <a:noAutofit/>
          </a:bodyPr>
          <a:lstStyle>
            <a:lvl1pPr marL="0" indent="0" algn="ctr">
              <a:spcBef>
                <a:spcPts val="0"/>
              </a:spcBef>
              <a:spcAft>
                <a:spcPts val="1000"/>
              </a:spcAft>
              <a:buNone/>
              <a:defRPr sz="4000" b="0" i="0" spc="-100" baseline="0">
                <a:solidFill>
                  <a:schemeClr val="bg1"/>
                </a:solidFill>
                <a:latin typeface="+mj-lt"/>
              </a:defRPr>
            </a:lvl1pPr>
            <a:lvl2pPr marL="0" indent="0">
              <a:spcBef>
                <a:spcPts val="0"/>
              </a:spcBef>
              <a:spcAft>
                <a:spcPts val="1000"/>
              </a:spcAft>
              <a:buNone/>
              <a:defRPr sz="2000" b="0" i="0">
                <a:latin typeface="Avenir Light" panose="020B0402020203020204" pitchFamily="34" charset="77"/>
              </a:defRPr>
            </a:lvl2pPr>
            <a:lvl3pPr marL="180000" indent="-180000">
              <a:spcBef>
                <a:spcPts val="0"/>
              </a:spcBef>
              <a:spcAft>
                <a:spcPts val="1000"/>
              </a:spcAft>
              <a:buClr>
                <a:schemeClr val="tx2"/>
              </a:buClr>
              <a:defRPr sz="2000" b="0" i="0">
                <a:latin typeface="Avenir Light" panose="020B0402020203020204" pitchFamily="34" charset="77"/>
              </a:defRPr>
            </a:lvl3pPr>
            <a:lvl4pPr marL="0" indent="0">
              <a:spcBef>
                <a:spcPts val="0"/>
              </a:spcBef>
              <a:spcAft>
                <a:spcPts val="1000"/>
              </a:spcAft>
              <a:buFontTx/>
              <a:buNone/>
              <a:defRPr sz="1400" b="0" i="0">
                <a:latin typeface="Avenir Light" panose="020B0402020203020204" pitchFamily="34" charset="77"/>
              </a:defRPr>
            </a:lvl4pPr>
            <a:lvl5pPr marL="180000" indent="-180000">
              <a:spcBef>
                <a:spcPts val="0"/>
              </a:spcBef>
              <a:spcAft>
                <a:spcPts val="1000"/>
              </a:spcAft>
              <a:buClr>
                <a:schemeClr val="tx2"/>
              </a:buClr>
              <a:defRPr sz="1400" b="0" i="0">
                <a:latin typeface="Avenir Light" panose="020B0402020203020204" pitchFamily="34" charset="77"/>
              </a:defRPr>
            </a:lvl5pPr>
          </a:lstStyle>
          <a:p>
            <a:pPr lvl="0"/>
            <a:r>
              <a:rPr lang="en-GB"/>
              <a:t>click to edit master text styles</a:t>
            </a:r>
          </a:p>
        </p:txBody>
      </p:sp>
      <p:sp>
        <p:nvSpPr>
          <p:cNvPr id="13" name="TextBox 12">
            <a:extLst>
              <a:ext uri="{FF2B5EF4-FFF2-40B4-BE49-F238E27FC236}">
                <a16:creationId xmlns:a16="http://schemas.microsoft.com/office/drawing/2014/main" id="{5BC99162-ACE3-9547-8377-B16AC55F26DF}"/>
              </a:ext>
            </a:extLst>
          </p:cNvPr>
          <p:cNvSpPr txBox="1"/>
          <p:nvPr userDrawn="1"/>
        </p:nvSpPr>
        <p:spPr>
          <a:xfrm>
            <a:off x="433755" y="6218083"/>
            <a:ext cx="231992" cy="3636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217A898-970D-3041-86C6-F4A15857945A}" type="slidenum">
              <a:rPr lang="en-US" sz="800" smtClean="0">
                <a:solidFill>
                  <a:schemeClr val="bg1"/>
                </a:solidFill>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800">
              <a:solidFill>
                <a:schemeClr val="bg1"/>
              </a:solidFill>
            </a:endParaRPr>
          </a:p>
        </p:txBody>
      </p:sp>
      <p:sp>
        <p:nvSpPr>
          <p:cNvPr id="14" name="Footer Placeholder 4">
            <a:extLst>
              <a:ext uri="{FF2B5EF4-FFF2-40B4-BE49-F238E27FC236}">
                <a16:creationId xmlns:a16="http://schemas.microsoft.com/office/drawing/2014/main" id="{FDCCF605-ABE7-9142-8C21-83E8AC0D8F28}"/>
              </a:ext>
            </a:extLst>
          </p:cNvPr>
          <p:cNvSpPr txBox="1">
            <a:spLocks/>
          </p:cNvSpPr>
          <p:nvPr userDrawn="1"/>
        </p:nvSpPr>
        <p:spPr>
          <a:xfrm>
            <a:off x="694800" y="6195600"/>
            <a:ext cx="2887306" cy="367200"/>
          </a:xfrm>
          <a:prstGeom prst="rect">
            <a:avLst/>
          </a:prstGeom>
        </p:spPr>
        <p:txBody>
          <a:bodyPr lIns="0" tIns="0" rIns="0" bIns="0" anchor="ctr" anchorCtr="0"/>
          <a:lstStyle>
            <a:defPPr>
              <a:defRPr lang="en-US"/>
            </a:defPPr>
            <a:lvl1pPr marL="0" algn="l" defTabSz="914400" rtl="0" eaLnBrk="1" latinLnBrk="0" hangingPunct="1">
              <a:defRPr sz="1200" b="1" i="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we commit. we deliver.</a:t>
            </a:r>
          </a:p>
        </p:txBody>
      </p:sp>
      <p:grpSp>
        <p:nvGrpSpPr>
          <p:cNvPr id="3" name="Graphic 17">
            <a:extLst>
              <a:ext uri="{FF2B5EF4-FFF2-40B4-BE49-F238E27FC236}">
                <a16:creationId xmlns:a16="http://schemas.microsoft.com/office/drawing/2014/main" id="{9F9881D1-EE9D-6E22-5D4C-ED0C9CEE5331}"/>
              </a:ext>
            </a:extLst>
          </p:cNvPr>
          <p:cNvGrpSpPr/>
          <p:nvPr userDrawn="1"/>
        </p:nvGrpSpPr>
        <p:grpSpPr>
          <a:xfrm>
            <a:off x="11631758" y="6265489"/>
            <a:ext cx="239815" cy="356979"/>
            <a:chOff x="11607408" y="6132443"/>
            <a:chExt cx="290229" cy="432023"/>
          </a:xfrm>
        </p:grpSpPr>
        <p:sp>
          <p:nvSpPr>
            <p:cNvPr id="4" name="Freeform 3">
              <a:extLst>
                <a:ext uri="{FF2B5EF4-FFF2-40B4-BE49-F238E27FC236}">
                  <a16:creationId xmlns:a16="http://schemas.microsoft.com/office/drawing/2014/main" id="{15A031F4-7BDF-7AB8-17B6-4EED9FE235B0}"/>
                </a:ext>
              </a:extLst>
            </p:cNvPr>
            <p:cNvSpPr/>
            <p:nvPr/>
          </p:nvSpPr>
          <p:spPr>
            <a:xfrm>
              <a:off x="11607408" y="6132443"/>
              <a:ext cx="290229" cy="432023"/>
            </a:xfrm>
            <a:custGeom>
              <a:avLst/>
              <a:gdLst>
                <a:gd name="connsiteX0" fmla="*/ 290229 w 290229"/>
                <a:gd name="connsiteY0" fmla="*/ 0 h 432023"/>
                <a:gd name="connsiteX1" fmla="*/ 290229 w 290229"/>
                <a:gd name="connsiteY1" fmla="*/ 288428 h 432023"/>
                <a:gd name="connsiteX2" fmla="*/ 138895 w 290229"/>
                <a:gd name="connsiteY2" fmla="*/ 432023 h 432023"/>
                <a:gd name="connsiteX3" fmla="*/ 0 w 290229"/>
                <a:gd name="connsiteY3" fmla="*/ 288428 h 432023"/>
                <a:gd name="connsiteX4" fmla="*/ 138895 w 290229"/>
                <a:gd name="connsiteY4" fmla="*/ 144833 h 432023"/>
                <a:gd name="connsiteX5" fmla="*/ 242549 w 290229"/>
                <a:gd name="connsiteY5" fmla="*/ 198888 h 432023"/>
                <a:gd name="connsiteX6" fmla="*/ 242549 w 290229"/>
                <a:gd name="connsiteY6" fmla="*/ 0 h 432023"/>
                <a:gd name="connsiteX7" fmla="*/ 290229 w 290229"/>
                <a:gd name="connsiteY7" fmla="*/ 0 h 432023"/>
                <a:gd name="connsiteX8" fmla="*/ 242549 w 290229"/>
                <a:gd name="connsiteY8" fmla="*/ 288428 h 432023"/>
                <a:gd name="connsiteX9" fmla="*/ 144907 w 290229"/>
                <a:gd name="connsiteY9" fmla="*/ 190635 h 432023"/>
                <a:gd name="connsiteX10" fmla="*/ 47680 w 290229"/>
                <a:gd name="connsiteY10" fmla="*/ 288428 h 432023"/>
                <a:gd name="connsiteX11" fmla="*/ 144700 w 290229"/>
                <a:gd name="connsiteY11" fmla="*/ 386221 h 432023"/>
                <a:gd name="connsiteX12" fmla="*/ 242549 w 290229"/>
                <a:gd name="connsiteY12" fmla="*/ 288428 h 432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0229" h="432023">
                  <a:moveTo>
                    <a:pt x="290229" y="0"/>
                  </a:moveTo>
                  <a:lnTo>
                    <a:pt x="290229" y="288428"/>
                  </a:lnTo>
                  <a:cubicBezTo>
                    <a:pt x="290229" y="347022"/>
                    <a:pt x="246073" y="432023"/>
                    <a:pt x="138895" y="432023"/>
                  </a:cubicBezTo>
                  <a:cubicBezTo>
                    <a:pt x="62607" y="432023"/>
                    <a:pt x="0" y="369304"/>
                    <a:pt x="0" y="288428"/>
                  </a:cubicBezTo>
                  <a:cubicBezTo>
                    <a:pt x="0" y="207553"/>
                    <a:pt x="62607" y="144833"/>
                    <a:pt x="138895" y="144833"/>
                  </a:cubicBezTo>
                  <a:cubicBezTo>
                    <a:pt x="185539" y="144833"/>
                    <a:pt x="220574" y="165671"/>
                    <a:pt x="242549" y="198888"/>
                  </a:cubicBezTo>
                  <a:lnTo>
                    <a:pt x="242549" y="0"/>
                  </a:lnTo>
                  <a:lnTo>
                    <a:pt x="290229" y="0"/>
                  </a:lnTo>
                  <a:close/>
                  <a:moveTo>
                    <a:pt x="242549" y="288428"/>
                  </a:moveTo>
                  <a:cubicBezTo>
                    <a:pt x="242549" y="232723"/>
                    <a:pt x="200258" y="190635"/>
                    <a:pt x="144907" y="190635"/>
                  </a:cubicBezTo>
                  <a:cubicBezTo>
                    <a:pt x="89971" y="190635"/>
                    <a:pt x="47680" y="232723"/>
                    <a:pt x="47680" y="288428"/>
                  </a:cubicBezTo>
                  <a:cubicBezTo>
                    <a:pt x="47680" y="344133"/>
                    <a:pt x="89971" y="386221"/>
                    <a:pt x="144700" y="386221"/>
                  </a:cubicBezTo>
                  <a:cubicBezTo>
                    <a:pt x="200258" y="386221"/>
                    <a:pt x="242341" y="344133"/>
                    <a:pt x="242549" y="288428"/>
                  </a:cubicBezTo>
                </a:path>
              </a:pathLst>
            </a:custGeom>
            <a:solidFill>
              <a:srgbClr val="FFFFFF"/>
            </a:solidFill>
            <a:ln w="2041" cap="flat">
              <a:noFill/>
              <a:prstDash val="solid"/>
              <a:miter/>
            </a:ln>
          </p:spPr>
          <p:txBody>
            <a:bodyPr rtlCol="0" anchor="ctr"/>
            <a:lstStyle/>
            <a:p>
              <a:endParaRPr lang="en-US"/>
            </a:p>
          </p:txBody>
        </p:sp>
        <p:sp>
          <p:nvSpPr>
            <p:cNvPr id="5" name="Freeform 4">
              <a:extLst>
                <a:ext uri="{FF2B5EF4-FFF2-40B4-BE49-F238E27FC236}">
                  <a16:creationId xmlns:a16="http://schemas.microsoft.com/office/drawing/2014/main" id="{6CED0CCA-5D50-3BAC-192A-E66F0B702020}"/>
                </a:ext>
              </a:extLst>
            </p:cNvPr>
            <p:cNvSpPr/>
            <p:nvPr/>
          </p:nvSpPr>
          <p:spPr>
            <a:xfrm>
              <a:off x="11655088" y="6323077"/>
              <a:ext cx="194868" cy="195586"/>
            </a:xfrm>
            <a:custGeom>
              <a:avLst/>
              <a:gdLst>
                <a:gd name="connsiteX0" fmla="*/ 194868 w 194868"/>
                <a:gd name="connsiteY0" fmla="*/ 97793 h 195586"/>
                <a:gd name="connsiteX1" fmla="*/ 97227 w 194868"/>
                <a:gd name="connsiteY1" fmla="*/ 0 h 195586"/>
                <a:gd name="connsiteX2" fmla="*/ 0 w 194868"/>
                <a:gd name="connsiteY2" fmla="*/ 97793 h 195586"/>
                <a:gd name="connsiteX3" fmla="*/ 97019 w 194868"/>
                <a:gd name="connsiteY3" fmla="*/ 195586 h 195586"/>
                <a:gd name="connsiteX4" fmla="*/ 194868 w 194868"/>
                <a:gd name="connsiteY4" fmla="*/ 97793 h 1955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68" h="195586">
                  <a:moveTo>
                    <a:pt x="194868" y="97793"/>
                  </a:moveTo>
                  <a:cubicBezTo>
                    <a:pt x="194868" y="42088"/>
                    <a:pt x="152578" y="0"/>
                    <a:pt x="97227" y="0"/>
                  </a:cubicBezTo>
                  <a:cubicBezTo>
                    <a:pt x="42291" y="0"/>
                    <a:pt x="0" y="42088"/>
                    <a:pt x="0" y="97793"/>
                  </a:cubicBezTo>
                  <a:cubicBezTo>
                    <a:pt x="0" y="153498"/>
                    <a:pt x="42291" y="195586"/>
                    <a:pt x="97019" y="195586"/>
                  </a:cubicBezTo>
                  <a:cubicBezTo>
                    <a:pt x="152578" y="195586"/>
                    <a:pt x="194661" y="153498"/>
                    <a:pt x="194868" y="97793"/>
                  </a:cubicBezTo>
                </a:path>
              </a:pathLst>
            </a:custGeom>
            <a:solidFill>
              <a:schemeClr val="bg2"/>
            </a:solidFill>
            <a:ln w="2041" cap="flat">
              <a:noFill/>
              <a:prstDash val="solid"/>
              <a:miter/>
            </a:ln>
          </p:spPr>
          <p:txBody>
            <a:bodyPr rtlCol="0" anchor="ctr"/>
            <a:lstStyle/>
            <a:p>
              <a:endParaRPr lang="en-US"/>
            </a:p>
          </p:txBody>
        </p:sp>
      </p:grpSp>
    </p:spTree>
    <p:extLst>
      <p:ext uri="{BB962C8B-B14F-4D97-AF65-F5344CB8AC3E}">
        <p14:creationId xmlns:p14="http://schemas.microsoft.com/office/powerpoint/2010/main" val="826927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ullout Quote Sub Red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A1676E-CC51-2764-89AD-AC6C723FB08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 y="2578790"/>
            <a:ext cx="12191994" cy="1874761"/>
          </a:xfrm>
          <a:prstGeom prst="rect">
            <a:avLst/>
          </a:prstGeom>
        </p:spPr>
      </p:pic>
      <p:sp>
        <p:nvSpPr>
          <p:cNvPr id="9" name="Title 1">
            <a:extLst>
              <a:ext uri="{FF2B5EF4-FFF2-40B4-BE49-F238E27FC236}">
                <a16:creationId xmlns:a16="http://schemas.microsoft.com/office/drawing/2014/main" id="{8EAD9949-42AE-0E43-BDB0-437EAD35A37F}"/>
              </a:ext>
            </a:extLst>
          </p:cNvPr>
          <p:cNvSpPr>
            <a:spLocks noGrp="1"/>
          </p:cNvSpPr>
          <p:nvPr>
            <p:ph type="ctrTitle" hasCustomPrompt="1"/>
          </p:nvPr>
        </p:nvSpPr>
        <p:spPr>
          <a:xfrm>
            <a:off x="433754" y="360609"/>
            <a:ext cx="10234246" cy="1022713"/>
          </a:xfrm>
        </p:spPr>
        <p:txBody>
          <a:bodyPr lIns="0" tIns="0" rIns="0" bIns="0" anchor="t" anchorCtr="0">
            <a:normAutofit/>
          </a:bodyPr>
          <a:lstStyle>
            <a:lvl1pPr algn="l">
              <a:lnSpc>
                <a:spcPct val="90000"/>
              </a:lnSpc>
              <a:defRPr sz="4000" b="0" i="0" spc="-100" baseline="0">
                <a:solidFill>
                  <a:schemeClr val="bg1"/>
                </a:solidFill>
                <a:latin typeface="+mj-lt"/>
              </a:defRPr>
            </a:lvl1pPr>
          </a:lstStyle>
          <a:p>
            <a:r>
              <a:rPr lang="en-GB"/>
              <a:t>click to edit master title style</a:t>
            </a:r>
            <a:endParaRPr lang="en-US"/>
          </a:p>
        </p:txBody>
      </p:sp>
      <p:sp>
        <p:nvSpPr>
          <p:cNvPr id="11" name="Text Placeholder 9">
            <a:extLst>
              <a:ext uri="{FF2B5EF4-FFF2-40B4-BE49-F238E27FC236}">
                <a16:creationId xmlns:a16="http://schemas.microsoft.com/office/drawing/2014/main" id="{067FF424-F7B9-E845-A537-1D71C7144B71}"/>
              </a:ext>
            </a:extLst>
          </p:cNvPr>
          <p:cNvSpPr>
            <a:spLocks noGrp="1"/>
          </p:cNvSpPr>
          <p:nvPr>
            <p:ph type="body" sz="quarter" idx="16" hasCustomPrompt="1"/>
          </p:nvPr>
        </p:nvSpPr>
        <p:spPr>
          <a:xfrm>
            <a:off x="1350335" y="1743931"/>
            <a:ext cx="9317666" cy="3257557"/>
          </a:xfrm>
        </p:spPr>
        <p:txBody>
          <a:bodyPr lIns="0" tIns="0" rIns="0" bIns="0" anchor="ctr" anchorCtr="0">
            <a:noAutofit/>
          </a:bodyPr>
          <a:lstStyle>
            <a:lvl1pPr marL="0" indent="0" algn="ctr">
              <a:spcBef>
                <a:spcPts val="0"/>
              </a:spcBef>
              <a:spcAft>
                <a:spcPts val="1000"/>
              </a:spcAft>
              <a:buNone/>
              <a:defRPr sz="4000" b="0" i="0" spc="-100" baseline="0">
                <a:solidFill>
                  <a:schemeClr val="bg1"/>
                </a:solidFill>
                <a:latin typeface="+mj-lt"/>
              </a:defRPr>
            </a:lvl1pPr>
            <a:lvl2pPr marL="0" indent="0">
              <a:spcBef>
                <a:spcPts val="0"/>
              </a:spcBef>
              <a:spcAft>
                <a:spcPts val="1000"/>
              </a:spcAft>
              <a:buNone/>
              <a:defRPr sz="2000" b="0" i="0">
                <a:latin typeface="Avenir Light" panose="020B0402020203020204" pitchFamily="34" charset="77"/>
              </a:defRPr>
            </a:lvl2pPr>
            <a:lvl3pPr marL="180000" indent="-180000">
              <a:spcBef>
                <a:spcPts val="0"/>
              </a:spcBef>
              <a:spcAft>
                <a:spcPts val="1000"/>
              </a:spcAft>
              <a:buClr>
                <a:schemeClr val="tx2"/>
              </a:buClr>
              <a:defRPr sz="2000" b="0" i="0">
                <a:latin typeface="Avenir Light" panose="020B0402020203020204" pitchFamily="34" charset="77"/>
              </a:defRPr>
            </a:lvl3pPr>
            <a:lvl4pPr marL="0" indent="0">
              <a:spcBef>
                <a:spcPts val="0"/>
              </a:spcBef>
              <a:spcAft>
                <a:spcPts val="1000"/>
              </a:spcAft>
              <a:buFontTx/>
              <a:buNone/>
              <a:defRPr sz="1400" b="0" i="0">
                <a:latin typeface="Avenir Light" panose="020B0402020203020204" pitchFamily="34" charset="77"/>
              </a:defRPr>
            </a:lvl4pPr>
            <a:lvl5pPr marL="180000" indent="-180000">
              <a:spcBef>
                <a:spcPts val="0"/>
              </a:spcBef>
              <a:spcAft>
                <a:spcPts val="1000"/>
              </a:spcAft>
              <a:buClr>
                <a:schemeClr val="tx2"/>
              </a:buClr>
              <a:defRPr sz="1400" b="0" i="0">
                <a:latin typeface="Avenir Light" panose="020B0402020203020204" pitchFamily="34" charset="77"/>
              </a:defRPr>
            </a:lvl5pPr>
          </a:lstStyle>
          <a:p>
            <a:pPr lvl="0"/>
            <a:r>
              <a:rPr lang="en-GB"/>
              <a:t>click to edit master text styles</a:t>
            </a:r>
          </a:p>
        </p:txBody>
      </p:sp>
      <p:sp>
        <p:nvSpPr>
          <p:cNvPr id="13" name="TextBox 12">
            <a:extLst>
              <a:ext uri="{FF2B5EF4-FFF2-40B4-BE49-F238E27FC236}">
                <a16:creationId xmlns:a16="http://schemas.microsoft.com/office/drawing/2014/main" id="{2035120E-63EE-B040-83D2-A9D6D0E8F22B}"/>
              </a:ext>
            </a:extLst>
          </p:cNvPr>
          <p:cNvSpPr txBox="1"/>
          <p:nvPr userDrawn="1"/>
        </p:nvSpPr>
        <p:spPr>
          <a:xfrm>
            <a:off x="433755" y="6218083"/>
            <a:ext cx="231992" cy="3636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217A898-970D-3041-86C6-F4A15857945A}" type="slidenum">
              <a:rPr lang="en-US" sz="800" smtClean="0">
                <a:solidFill>
                  <a:schemeClr val="bg1"/>
                </a:solidFill>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800">
              <a:solidFill>
                <a:schemeClr val="bg1"/>
              </a:solidFill>
            </a:endParaRPr>
          </a:p>
        </p:txBody>
      </p:sp>
      <p:sp>
        <p:nvSpPr>
          <p:cNvPr id="14" name="Footer Placeholder 4">
            <a:extLst>
              <a:ext uri="{FF2B5EF4-FFF2-40B4-BE49-F238E27FC236}">
                <a16:creationId xmlns:a16="http://schemas.microsoft.com/office/drawing/2014/main" id="{FB81E0AE-5E69-0243-A2D1-556758634A6D}"/>
              </a:ext>
            </a:extLst>
          </p:cNvPr>
          <p:cNvSpPr txBox="1">
            <a:spLocks/>
          </p:cNvSpPr>
          <p:nvPr userDrawn="1"/>
        </p:nvSpPr>
        <p:spPr>
          <a:xfrm>
            <a:off x="694800" y="6195600"/>
            <a:ext cx="2887306" cy="367200"/>
          </a:xfrm>
          <a:prstGeom prst="rect">
            <a:avLst/>
          </a:prstGeom>
        </p:spPr>
        <p:txBody>
          <a:bodyPr lIns="0" tIns="0" rIns="0" bIns="0" anchor="ctr" anchorCtr="0"/>
          <a:lstStyle>
            <a:defPPr>
              <a:defRPr lang="en-US"/>
            </a:defPPr>
            <a:lvl1pPr marL="0" algn="l" defTabSz="914400" rtl="0" eaLnBrk="1" latinLnBrk="0" hangingPunct="1">
              <a:defRPr sz="1200" b="1" i="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we commit. we deliver.</a:t>
            </a:r>
          </a:p>
        </p:txBody>
      </p:sp>
      <p:grpSp>
        <p:nvGrpSpPr>
          <p:cNvPr id="5" name="Graphic 17">
            <a:extLst>
              <a:ext uri="{FF2B5EF4-FFF2-40B4-BE49-F238E27FC236}">
                <a16:creationId xmlns:a16="http://schemas.microsoft.com/office/drawing/2014/main" id="{1D9D5FC4-D122-B1AB-1B68-CD91E4A14669}"/>
              </a:ext>
            </a:extLst>
          </p:cNvPr>
          <p:cNvGrpSpPr/>
          <p:nvPr userDrawn="1"/>
        </p:nvGrpSpPr>
        <p:grpSpPr>
          <a:xfrm>
            <a:off x="11631758" y="6265489"/>
            <a:ext cx="239815" cy="356979"/>
            <a:chOff x="11607408" y="6132443"/>
            <a:chExt cx="290229" cy="432023"/>
          </a:xfrm>
        </p:grpSpPr>
        <p:sp>
          <p:nvSpPr>
            <p:cNvPr id="6" name="Freeform 5">
              <a:extLst>
                <a:ext uri="{FF2B5EF4-FFF2-40B4-BE49-F238E27FC236}">
                  <a16:creationId xmlns:a16="http://schemas.microsoft.com/office/drawing/2014/main" id="{857B077B-D64C-2F7B-704F-79DF64A694D1}"/>
                </a:ext>
              </a:extLst>
            </p:cNvPr>
            <p:cNvSpPr/>
            <p:nvPr/>
          </p:nvSpPr>
          <p:spPr>
            <a:xfrm>
              <a:off x="11607408" y="6132443"/>
              <a:ext cx="290229" cy="432023"/>
            </a:xfrm>
            <a:custGeom>
              <a:avLst/>
              <a:gdLst>
                <a:gd name="connsiteX0" fmla="*/ 290229 w 290229"/>
                <a:gd name="connsiteY0" fmla="*/ 0 h 432023"/>
                <a:gd name="connsiteX1" fmla="*/ 290229 w 290229"/>
                <a:gd name="connsiteY1" fmla="*/ 288428 h 432023"/>
                <a:gd name="connsiteX2" fmla="*/ 138895 w 290229"/>
                <a:gd name="connsiteY2" fmla="*/ 432023 h 432023"/>
                <a:gd name="connsiteX3" fmla="*/ 0 w 290229"/>
                <a:gd name="connsiteY3" fmla="*/ 288428 h 432023"/>
                <a:gd name="connsiteX4" fmla="*/ 138895 w 290229"/>
                <a:gd name="connsiteY4" fmla="*/ 144833 h 432023"/>
                <a:gd name="connsiteX5" fmla="*/ 242549 w 290229"/>
                <a:gd name="connsiteY5" fmla="*/ 198888 h 432023"/>
                <a:gd name="connsiteX6" fmla="*/ 242549 w 290229"/>
                <a:gd name="connsiteY6" fmla="*/ 0 h 432023"/>
                <a:gd name="connsiteX7" fmla="*/ 290229 w 290229"/>
                <a:gd name="connsiteY7" fmla="*/ 0 h 432023"/>
                <a:gd name="connsiteX8" fmla="*/ 242549 w 290229"/>
                <a:gd name="connsiteY8" fmla="*/ 288428 h 432023"/>
                <a:gd name="connsiteX9" fmla="*/ 144907 w 290229"/>
                <a:gd name="connsiteY9" fmla="*/ 190635 h 432023"/>
                <a:gd name="connsiteX10" fmla="*/ 47680 w 290229"/>
                <a:gd name="connsiteY10" fmla="*/ 288428 h 432023"/>
                <a:gd name="connsiteX11" fmla="*/ 144700 w 290229"/>
                <a:gd name="connsiteY11" fmla="*/ 386221 h 432023"/>
                <a:gd name="connsiteX12" fmla="*/ 242549 w 290229"/>
                <a:gd name="connsiteY12" fmla="*/ 288428 h 432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0229" h="432023">
                  <a:moveTo>
                    <a:pt x="290229" y="0"/>
                  </a:moveTo>
                  <a:lnTo>
                    <a:pt x="290229" y="288428"/>
                  </a:lnTo>
                  <a:cubicBezTo>
                    <a:pt x="290229" y="347022"/>
                    <a:pt x="246073" y="432023"/>
                    <a:pt x="138895" y="432023"/>
                  </a:cubicBezTo>
                  <a:cubicBezTo>
                    <a:pt x="62607" y="432023"/>
                    <a:pt x="0" y="369304"/>
                    <a:pt x="0" y="288428"/>
                  </a:cubicBezTo>
                  <a:cubicBezTo>
                    <a:pt x="0" y="207553"/>
                    <a:pt x="62607" y="144833"/>
                    <a:pt x="138895" y="144833"/>
                  </a:cubicBezTo>
                  <a:cubicBezTo>
                    <a:pt x="185539" y="144833"/>
                    <a:pt x="220574" y="165671"/>
                    <a:pt x="242549" y="198888"/>
                  </a:cubicBezTo>
                  <a:lnTo>
                    <a:pt x="242549" y="0"/>
                  </a:lnTo>
                  <a:lnTo>
                    <a:pt x="290229" y="0"/>
                  </a:lnTo>
                  <a:close/>
                  <a:moveTo>
                    <a:pt x="242549" y="288428"/>
                  </a:moveTo>
                  <a:cubicBezTo>
                    <a:pt x="242549" y="232723"/>
                    <a:pt x="200258" y="190635"/>
                    <a:pt x="144907" y="190635"/>
                  </a:cubicBezTo>
                  <a:cubicBezTo>
                    <a:pt x="89971" y="190635"/>
                    <a:pt x="47680" y="232723"/>
                    <a:pt x="47680" y="288428"/>
                  </a:cubicBezTo>
                  <a:cubicBezTo>
                    <a:pt x="47680" y="344133"/>
                    <a:pt x="89971" y="386221"/>
                    <a:pt x="144700" y="386221"/>
                  </a:cubicBezTo>
                  <a:cubicBezTo>
                    <a:pt x="200258" y="386221"/>
                    <a:pt x="242341" y="344133"/>
                    <a:pt x="242549" y="288428"/>
                  </a:cubicBezTo>
                </a:path>
              </a:pathLst>
            </a:custGeom>
            <a:solidFill>
              <a:srgbClr val="FFFFFF"/>
            </a:solidFill>
            <a:ln w="2041"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509F5BE3-DC09-3A2C-F745-8CC3D7B6FE39}"/>
                </a:ext>
              </a:extLst>
            </p:cNvPr>
            <p:cNvSpPr/>
            <p:nvPr/>
          </p:nvSpPr>
          <p:spPr>
            <a:xfrm>
              <a:off x="11655088" y="6323077"/>
              <a:ext cx="194868" cy="195586"/>
            </a:xfrm>
            <a:custGeom>
              <a:avLst/>
              <a:gdLst>
                <a:gd name="connsiteX0" fmla="*/ 194868 w 194868"/>
                <a:gd name="connsiteY0" fmla="*/ 97793 h 195586"/>
                <a:gd name="connsiteX1" fmla="*/ 97227 w 194868"/>
                <a:gd name="connsiteY1" fmla="*/ 0 h 195586"/>
                <a:gd name="connsiteX2" fmla="*/ 0 w 194868"/>
                <a:gd name="connsiteY2" fmla="*/ 97793 h 195586"/>
                <a:gd name="connsiteX3" fmla="*/ 97019 w 194868"/>
                <a:gd name="connsiteY3" fmla="*/ 195586 h 195586"/>
                <a:gd name="connsiteX4" fmla="*/ 194868 w 194868"/>
                <a:gd name="connsiteY4" fmla="*/ 97793 h 1955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68" h="195586">
                  <a:moveTo>
                    <a:pt x="194868" y="97793"/>
                  </a:moveTo>
                  <a:cubicBezTo>
                    <a:pt x="194868" y="42088"/>
                    <a:pt x="152578" y="0"/>
                    <a:pt x="97227" y="0"/>
                  </a:cubicBezTo>
                  <a:cubicBezTo>
                    <a:pt x="42291" y="0"/>
                    <a:pt x="0" y="42088"/>
                    <a:pt x="0" y="97793"/>
                  </a:cubicBezTo>
                  <a:cubicBezTo>
                    <a:pt x="0" y="153498"/>
                    <a:pt x="42291" y="195586"/>
                    <a:pt x="97019" y="195586"/>
                  </a:cubicBezTo>
                  <a:cubicBezTo>
                    <a:pt x="152578" y="195586"/>
                    <a:pt x="194661" y="153498"/>
                    <a:pt x="194868" y="97793"/>
                  </a:cubicBezTo>
                </a:path>
              </a:pathLst>
            </a:custGeom>
            <a:solidFill>
              <a:schemeClr val="bg2"/>
            </a:solidFill>
            <a:ln w="2041" cap="flat">
              <a:noFill/>
              <a:prstDash val="solid"/>
              <a:miter/>
            </a:ln>
          </p:spPr>
          <p:txBody>
            <a:bodyPr rtlCol="0" anchor="ctr"/>
            <a:lstStyle/>
            <a:p>
              <a:endParaRPr lang="en-US"/>
            </a:p>
          </p:txBody>
        </p:sp>
      </p:grpSp>
    </p:spTree>
    <p:extLst>
      <p:ext uri="{BB962C8B-B14F-4D97-AF65-F5344CB8AC3E}">
        <p14:creationId xmlns:p14="http://schemas.microsoft.com/office/powerpoint/2010/main" val="1933558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ontacts Slide ">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BB7BB7-AA66-3F4C-8FE5-DBB70022093F}"/>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6734577" y="-4547"/>
            <a:ext cx="5457422" cy="6858000"/>
          </a:xfrm>
          <a:prstGeom prst="rect">
            <a:avLst/>
          </a:prstGeom>
        </p:spPr>
      </p:pic>
      <p:sp>
        <p:nvSpPr>
          <p:cNvPr id="9" name="Title 1">
            <a:extLst>
              <a:ext uri="{FF2B5EF4-FFF2-40B4-BE49-F238E27FC236}">
                <a16:creationId xmlns:a16="http://schemas.microsoft.com/office/drawing/2014/main" id="{8EAD9949-42AE-0E43-BDB0-437EAD35A37F}"/>
              </a:ext>
            </a:extLst>
          </p:cNvPr>
          <p:cNvSpPr>
            <a:spLocks noGrp="1"/>
          </p:cNvSpPr>
          <p:nvPr>
            <p:ph type="ctrTitle" hasCustomPrompt="1"/>
          </p:nvPr>
        </p:nvSpPr>
        <p:spPr>
          <a:xfrm>
            <a:off x="433754" y="360609"/>
            <a:ext cx="10234246" cy="1022713"/>
          </a:xfrm>
        </p:spPr>
        <p:txBody>
          <a:bodyPr lIns="0" tIns="0" rIns="0" bIns="0" anchor="t" anchorCtr="0">
            <a:normAutofit/>
          </a:bodyPr>
          <a:lstStyle>
            <a:lvl1pPr algn="l">
              <a:lnSpc>
                <a:spcPct val="90000"/>
              </a:lnSpc>
              <a:defRPr sz="4000" b="0" i="0" spc="-100" baseline="0">
                <a:solidFill>
                  <a:schemeClr val="bg2"/>
                </a:solidFill>
                <a:latin typeface="+mj-lt"/>
              </a:defRPr>
            </a:lvl1pPr>
          </a:lstStyle>
          <a:p>
            <a:r>
              <a:rPr lang="en-GB"/>
              <a:t>click to edit master title style</a:t>
            </a:r>
            <a:endParaRPr lang="en-US"/>
          </a:p>
        </p:txBody>
      </p:sp>
      <p:sp>
        <p:nvSpPr>
          <p:cNvPr id="11" name="Text Placeholder 9">
            <a:extLst>
              <a:ext uri="{FF2B5EF4-FFF2-40B4-BE49-F238E27FC236}">
                <a16:creationId xmlns:a16="http://schemas.microsoft.com/office/drawing/2014/main" id="{AD76A9D1-7996-FB4E-AD88-AF662C8F51AB}"/>
              </a:ext>
            </a:extLst>
          </p:cNvPr>
          <p:cNvSpPr>
            <a:spLocks noGrp="1"/>
          </p:cNvSpPr>
          <p:nvPr>
            <p:ph type="body" sz="quarter" idx="13"/>
          </p:nvPr>
        </p:nvSpPr>
        <p:spPr>
          <a:xfrm>
            <a:off x="1887415" y="1509031"/>
            <a:ext cx="4103077" cy="367201"/>
          </a:xfrm>
        </p:spPr>
        <p:txBody>
          <a:bodyPr lIns="0" tIns="0" rIns="0" bIns="0">
            <a:noAutofit/>
          </a:bodyPr>
          <a:lstStyle>
            <a:lvl1pPr marL="0" indent="0">
              <a:spcBef>
                <a:spcPts val="0"/>
              </a:spcBef>
              <a:spcAft>
                <a:spcPts val="1000"/>
              </a:spcAft>
              <a:buNone/>
              <a:defRPr sz="2000" b="1" i="0">
                <a:solidFill>
                  <a:schemeClr val="tx2"/>
                </a:solidFill>
                <a:latin typeface="+mn-lt"/>
              </a:defRPr>
            </a:lvl1pPr>
            <a:lvl2pPr marL="0" indent="0">
              <a:spcBef>
                <a:spcPts val="0"/>
              </a:spcBef>
              <a:spcAft>
                <a:spcPts val="1000"/>
              </a:spcAft>
              <a:buNone/>
              <a:defRPr sz="2000" b="0" i="0">
                <a:solidFill>
                  <a:schemeClr val="bg1"/>
                </a:solidFill>
                <a:latin typeface="Avenir Light" panose="020B0402020203020204" pitchFamily="34" charset="77"/>
              </a:defRPr>
            </a:lvl2pPr>
            <a:lvl3pPr marL="180000" indent="-180000">
              <a:spcBef>
                <a:spcPts val="0"/>
              </a:spcBef>
              <a:spcAft>
                <a:spcPts val="1000"/>
              </a:spcAft>
              <a:buClr>
                <a:schemeClr val="bg1"/>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bg1"/>
              </a:buClr>
              <a:defRPr sz="1400" b="0" i="0">
                <a:solidFill>
                  <a:schemeClr val="bg1"/>
                </a:solidFill>
                <a:latin typeface="Avenir Light" panose="020B0402020203020204" pitchFamily="34" charset="77"/>
              </a:defRPr>
            </a:lvl5pPr>
          </a:lstStyle>
          <a:p>
            <a:pPr lvl="0"/>
            <a:r>
              <a:rPr lang="en-US"/>
              <a:t>Click to edit Master text styles</a:t>
            </a:r>
          </a:p>
        </p:txBody>
      </p:sp>
      <p:sp>
        <p:nvSpPr>
          <p:cNvPr id="15" name="Text Placeholder 9">
            <a:extLst>
              <a:ext uri="{FF2B5EF4-FFF2-40B4-BE49-F238E27FC236}">
                <a16:creationId xmlns:a16="http://schemas.microsoft.com/office/drawing/2014/main" id="{EEBB5BDC-E8CB-104A-96C8-391B643ECD3E}"/>
              </a:ext>
            </a:extLst>
          </p:cNvPr>
          <p:cNvSpPr>
            <a:spLocks noGrp="1"/>
          </p:cNvSpPr>
          <p:nvPr>
            <p:ph type="body" sz="quarter" idx="15" hasCustomPrompt="1"/>
          </p:nvPr>
        </p:nvSpPr>
        <p:spPr>
          <a:xfrm>
            <a:off x="1887415" y="1853038"/>
            <a:ext cx="4103077" cy="769929"/>
          </a:xfrm>
        </p:spPr>
        <p:txBody>
          <a:bodyPr lIns="0" tIns="0" rIns="0" bIns="0">
            <a:noAutofit/>
          </a:bodyPr>
          <a:lstStyle>
            <a:lvl1pPr marL="0" indent="0">
              <a:spcBef>
                <a:spcPts val="0"/>
              </a:spcBef>
              <a:spcAft>
                <a:spcPts val="500"/>
              </a:spcAft>
              <a:buNone/>
              <a:defRPr sz="1400" b="0" i="0">
                <a:solidFill>
                  <a:schemeClr val="tx1"/>
                </a:solidFill>
                <a:latin typeface="+mn-lt"/>
              </a:defRPr>
            </a:lvl1pPr>
            <a:lvl2pPr marL="0" indent="0">
              <a:spcBef>
                <a:spcPts val="0"/>
              </a:spcBef>
              <a:spcAft>
                <a:spcPts val="500"/>
              </a:spcAft>
              <a:buNone/>
              <a:defRPr sz="2000" b="0" i="0">
                <a:solidFill>
                  <a:schemeClr val="tx1"/>
                </a:solidFill>
                <a:latin typeface="+mn-lt"/>
              </a:defRPr>
            </a:lvl2pPr>
            <a:lvl3pPr marL="180000" indent="-180000">
              <a:spcBef>
                <a:spcPts val="0"/>
              </a:spcBef>
              <a:spcAft>
                <a:spcPts val="1000"/>
              </a:spcAft>
              <a:buClr>
                <a:schemeClr val="tx2"/>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tx2"/>
              </a:buClr>
              <a:defRPr sz="1400" b="0" i="0">
                <a:solidFill>
                  <a:schemeClr val="bg1"/>
                </a:solidFill>
                <a:latin typeface="Avenir Light" panose="020B0402020203020204" pitchFamily="34" charset="77"/>
              </a:defRPr>
            </a:lvl5pPr>
          </a:lstStyle>
          <a:p>
            <a:pPr lvl="0"/>
            <a:r>
              <a:rPr lang="en-GB"/>
              <a:t>Click to edit master text styles</a:t>
            </a:r>
          </a:p>
          <a:p>
            <a:pPr lvl="1"/>
            <a:endParaRPr lang="en-US"/>
          </a:p>
        </p:txBody>
      </p:sp>
      <p:sp>
        <p:nvSpPr>
          <p:cNvPr id="17" name="Picture Placeholder 16">
            <a:extLst>
              <a:ext uri="{FF2B5EF4-FFF2-40B4-BE49-F238E27FC236}">
                <a16:creationId xmlns:a16="http://schemas.microsoft.com/office/drawing/2014/main" id="{FF0D998A-2B98-9F4C-9DF7-6A27A55A45DD}"/>
              </a:ext>
            </a:extLst>
          </p:cNvPr>
          <p:cNvSpPr>
            <a:spLocks noGrp="1"/>
          </p:cNvSpPr>
          <p:nvPr>
            <p:ph type="pic" sz="quarter" idx="16"/>
          </p:nvPr>
        </p:nvSpPr>
        <p:spPr>
          <a:xfrm>
            <a:off x="433388" y="1509031"/>
            <a:ext cx="1160829" cy="1160828"/>
          </a:xfrm>
          <a:prstGeom prst="ellipse">
            <a:avLst/>
          </a:prstGeom>
          <a:solidFill>
            <a:schemeClr val="accent6"/>
          </a:solidFill>
        </p:spPr>
        <p:txBody>
          <a:bodyPr lIns="0" tIns="0" rIns="0" bIns="0">
            <a:normAutofit/>
          </a:bodyPr>
          <a:lstStyle>
            <a:lvl1pPr marL="0" indent="0">
              <a:buNone/>
              <a:defRPr sz="1400" b="0" i="0">
                <a:solidFill>
                  <a:schemeClr val="tx1"/>
                </a:solidFill>
                <a:latin typeface="+mn-lt"/>
              </a:defRPr>
            </a:lvl1pPr>
          </a:lstStyle>
          <a:p>
            <a:r>
              <a:rPr lang="en-US"/>
              <a:t>Click icon to add picture</a:t>
            </a:r>
          </a:p>
        </p:txBody>
      </p:sp>
      <p:sp>
        <p:nvSpPr>
          <p:cNvPr id="51" name="Text Placeholder 9">
            <a:extLst>
              <a:ext uri="{FF2B5EF4-FFF2-40B4-BE49-F238E27FC236}">
                <a16:creationId xmlns:a16="http://schemas.microsoft.com/office/drawing/2014/main" id="{7DC7F4FD-B3FC-AD40-BA5E-981AFACC56BE}"/>
              </a:ext>
            </a:extLst>
          </p:cNvPr>
          <p:cNvSpPr>
            <a:spLocks noGrp="1"/>
          </p:cNvSpPr>
          <p:nvPr>
            <p:ph type="body" sz="quarter" idx="22"/>
          </p:nvPr>
        </p:nvSpPr>
        <p:spPr>
          <a:xfrm>
            <a:off x="1887415" y="3052115"/>
            <a:ext cx="4103077" cy="367201"/>
          </a:xfrm>
        </p:spPr>
        <p:txBody>
          <a:bodyPr lIns="0" tIns="0" rIns="0" bIns="0">
            <a:noAutofit/>
          </a:bodyPr>
          <a:lstStyle>
            <a:lvl1pPr marL="0" indent="0">
              <a:spcBef>
                <a:spcPts val="0"/>
              </a:spcBef>
              <a:spcAft>
                <a:spcPts val="1000"/>
              </a:spcAft>
              <a:buNone/>
              <a:defRPr sz="2000" b="1" i="0">
                <a:solidFill>
                  <a:schemeClr val="tx2"/>
                </a:solidFill>
                <a:latin typeface="+mn-lt"/>
              </a:defRPr>
            </a:lvl1pPr>
            <a:lvl2pPr marL="0" indent="0">
              <a:spcBef>
                <a:spcPts val="0"/>
              </a:spcBef>
              <a:spcAft>
                <a:spcPts val="1000"/>
              </a:spcAft>
              <a:buNone/>
              <a:defRPr sz="2000" b="0" i="0">
                <a:solidFill>
                  <a:schemeClr val="bg1"/>
                </a:solidFill>
                <a:latin typeface="Avenir Light" panose="020B0402020203020204" pitchFamily="34" charset="77"/>
              </a:defRPr>
            </a:lvl2pPr>
            <a:lvl3pPr marL="180000" indent="-180000">
              <a:spcBef>
                <a:spcPts val="0"/>
              </a:spcBef>
              <a:spcAft>
                <a:spcPts val="1000"/>
              </a:spcAft>
              <a:buClr>
                <a:schemeClr val="bg1"/>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bg1"/>
              </a:buClr>
              <a:defRPr sz="1400" b="0" i="0">
                <a:solidFill>
                  <a:schemeClr val="bg1"/>
                </a:solidFill>
                <a:latin typeface="Avenir Light" panose="020B0402020203020204" pitchFamily="34" charset="77"/>
              </a:defRPr>
            </a:lvl5pPr>
          </a:lstStyle>
          <a:p>
            <a:pPr lvl="0"/>
            <a:r>
              <a:rPr lang="en-US"/>
              <a:t>Click to edit Master text styles</a:t>
            </a:r>
          </a:p>
        </p:txBody>
      </p:sp>
      <p:sp>
        <p:nvSpPr>
          <p:cNvPr id="52" name="Text Placeholder 9">
            <a:extLst>
              <a:ext uri="{FF2B5EF4-FFF2-40B4-BE49-F238E27FC236}">
                <a16:creationId xmlns:a16="http://schemas.microsoft.com/office/drawing/2014/main" id="{9E3D32AC-5CDD-6B42-9981-5D97C576C5BB}"/>
              </a:ext>
            </a:extLst>
          </p:cNvPr>
          <p:cNvSpPr>
            <a:spLocks noGrp="1"/>
          </p:cNvSpPr>
          <p:nvPr>
            <p:ph type="body" sz="quarter" idx="23" hasCustomPrompt="1"/>
          </p:nvPr>
        </p:nvSpPr>
        <p:spPr>
          <a:xfrm>
            <a:off x="1887415" y="3396122"/>
            <a:ext cx="4103077" cy="769929"/>
          </a:xfrm>
        </p:spPr>
        <p:txBody>
          <a:bodyPr lIns="0" tIns="0" rIns="0" bIns="0">
            <a:noAutofit/>
          </a:bodyPr>
          <a:lstStyle>
            <a:lvl1pPr marL="0" indent="0">
              <a:spcBef>
                <a:spcPts val="0"/>
              </a:spcBef>
              <a:spcAft>
                <a:spcPts val="500"/>
              </a:spcAft>
              <a:buNone/>
              <a:defRPr sz="1400" b="0" i="0">
                <a:solidFill>
                  <a:schemeClr val="tx1"/>
                </a:solidFill>
                <a:latin typeface="+mn-lt"/>
              </a:defRPr>
            </a:lvl1pPr>
            <a:lvl2pPr marL="0" indent="0">
              <a:spcBef>
                <a:spcPts val="0"/>
              </a:spcBef>
              <a:spcAft>
                <a:spcPts val="500"/>
              </a:spcAft>
              <a:buNone/>
              <a:defRPr sz="2000" b="0" i="0">
                <a:solidFill>
                  <a:schemeClr val="tx1"/>
                </a:solidFill>
                <a:latin typeface="+mn-lt"/>
              </a:defRPr>
            </a:lvl2pPr>
            <a:lvl3pPr marL="180000" indent="-180000">
              <a:spcBef>
                <a:spcPts val="0"/>
              </a:spcBef>
              <a:spcAft>
                <a:spcPts val="1000"/>
              </a:spcAft>
              <a:buClr>
                <a:schemeClr val="tx2"/>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tx2"/>
              </a:buClr>
              <a:defRPr sz="1400" b="0" i="0">
                <a:solidFill>
                  <a:schemeClr val="bg1"/>
                </a:solidFill>
                <a:latin typeface="Avenir Light" panose="020B0402020203020204" pitchFamily="34" charset="77"/>
              </a:defRPr>
            </a:lvl5pPr>
          </a:lstStyle>
          <a:p>
            <a:pPr lvl="0"/>
            <a:r>
              <a:rPr lang="en-GB"/>
              <a:t>Click to edit master text styles</a:t>
            </a:r>
          </a:p>
          <a:p>
            <a:pPr lvl="1"/>
            <a:endParaRPr lang="en-US"/>
          </a:p>
        </p:txBody>
      </p:sp>
      <p:sp>
        <p:nvSpPr>
          <p:cNvPr id="53" name="Picture Placeholder 16">
            <a:extLst>
              <a:ext uri="{FF2B5EF4-FFF2-40B4-BE49-F238E27FC236}">
                <a16:creationId xmlns:a16="http://schemas.microsoft.com/office/drawing/2014/main" id="{1203B61B-7A30-1448-B0AA-E44A6398F9D0}"/>
              </a:ext>
            </a:extLst>
          </p:cNvPr>
          <p:cNvSpPr>
            <a:spLocks noGrp="1"/>
          </p:cNvSpPr>
          <p:nvPr>
            <p:ph type="pic" sz="quarter" idx="24"/>
          </p:nvPr>
        </p:nvSpPr>
        <p:spPr>
          <a:xfrm>
            <a:off x="433388" y="3052115"/>
            <a:ext cx="1160829" cy="1160828"/>
          </a:xfrm>
          <a:prstGeom prst="ellipse">
            <a:avLst/>
          </a:prstGeom>
          <a:solidFill>
            <a:schemeClr val="accent6"/>
          </a:solidFill>
        </p:spPr>
        <p:txBody>
          <a:bodyPr lIns="0" tIns="0" rIns="0" bIns="0">
            <a:normAutofit/>
          </a:bodyPr>
          <a:lstStyle>
            <a:lvl1pPr marL="0" indent="0">
              <a:buNone/>
              <a:defRPr sz="1400" b="0" i="0">
                <a:solidFill>
                  <a:schemeClr val="tx1"/>
                </a:solidFill>
                <a:latin typeface="+mn-lt"/>
              </a:defRPr>
            </a:lvl1pPr>
          </a:lstStyle>
          <a:p>
            <a:r>
              <a:rPr lang="en-US"/>
              <a:t>Click icon to add picture</a:t>
            </a:r>
          </a:p>
        </p:txBody>
      </p:sp>
      <p:sp>
        <p:nvSpPr>
          <p:cNvPr id="54" name="Text Placeholder 9">
            <a:extLst>
              <a:ext uri="{FF2B5EF4-FFF2-40B4-BE49-F238E27FC236}">
                <a16:creationId xmlns:a16="http://schemas.microsoft.com/office/drawing/2014/main" id="{C220689C-9457-E247-A040-D3CD42C9B3C3}"/>
              </a:ext>
            </a:extLst>
          </p:cNvPr>
          <p:cNvSpPr>
            <a:spLocks noGrp="1"/>
          </p:cNvSpPr>
          <p:nvPr>
            <p:ph type="body" sz="quarter" idx="25"/>
          </p:nvPr>
        </p:nvSpPr>
        <p:spPr>
          <a:xfrm>
            <a:off x="1887415" y="4595199"/>
            <a:ext cx="4103077" cy="367201"/>
          </a:xfrm>
        </p:spPr>
        <p:txBody>
          <a:bodyPr lIns="0" tIns="0" rIns="0" bIns="0">
            <a:noAutofit/>
          </a:bodyPr>
          <a:lstStyle>
            <a:lvl1pPr marL="0" indent="0">
              <a:spcBef>
                <a:spcPts val="0"/>
              </a:spcBef>
              <a:spcAft>
                <a:spcPts val="1000"/>
              </a:spcAft>
              <a:buNone/>
              <a:defRPr sz="2000" b="1" i="0">
                <a:solidFill>
                  <a:schemeClr val="tx2"/>
                </a:solidFill>
                <a:latin typeface="+mn-lt"/>
              </a:defRPr>
            </a:lvl1pPr>
            <a:lvl2pPr marL="0" indent="0">
              <a:spcBef>
                <a:spcPts val="0"/>
              </a:spcBef>
              <a:spcAft>
                <a:spcPts val="1000"/>
              </a:spcAft>
              <a:buNone/>
              <a:defRPr sz="2000" b="0" i="0">
                <a:solidFill>
                  <a:schemeClr val="bg1"/>
                </a:solidFill>
                <a:latin typeface="Avenir Light" panose="020B0402020203020204" pitchFamily="34" charset="77"/>
              </a:defRPr>
            </a:lvl2pPr>
            <a:lvl3pPr marL="180000" indent="-180000">
              <a:spcBef>
                <a:spcPts val="0"/>
              </a:spcBef>
              <a:spcAft>
                <a:spcPts val="1000"/>
              </a:spcAft>
              <a:buClr>
                <a:schemeClr val="bg1"/>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bg1"/>
              </a:buClr>
              <a:defRPr sz="1400" b="0" i="0">
                <a:solidFill>
                  <a:schemeClr val="bg1"/>
                </a:solidFill>
                <a:latin typeface="Avenir Light" panose="020B0402020203020204" pitchFamily="34" charset="77"/>
              </a:defRPr>
            </a:lvl5pPr>
          </a:lstStyle>
          <a:p>
            <a:pPr lvl="0"/>
            <a:r>
              <a:rPr lang="en-US"/>
              <a:t>Click to edit Master text styles</a:t>
            </a:r>
          </a:p>
        </p:txBody>
      </p:sp>
      <p:sp>
        <p:nvSpPr>
          <p:cNvPr id="55" name="Text Placeholder 9">
            <a:extLst>
              <a:ext uri="{FF2B5EF4-FFF2-40B4-BE49-F238E27FC236}">
                <a16:creationId xmlns:a16="http://schemas.microsoft.com/office/drawing/2014/main" id="{B15092F0-A7F5-3142-BD9C-B7B22E9EB4FB}"/>
              </a:ext>
            </a:extLst>
          </p:cNvPr>
          <p:cNvSpPr>
            <a:spLocks noGrp="1"/>
          </p:cNvSpPr>
          <p:nvPr>
            <p:ph type="body" sz="quarter" idx="26" hasCustomPrompt="1"/>
          </p:nvPr>
        </p:nvSpPr>
        <p:spPr>
          <a:xfrm>
            <a:off x="1887415" y="4939206"/>
            <a:ext cx="4103077" cy="769929"/>
          </a:xfrm>
        </p:spPr>
        <p:txBody>
          <a:bodyPr lIns="0" tIns="0" rIns="0" bIns="0">
            <a:noAutofit/>
          </a:bodyPr>
          <a:lstStyle>
            <a:lvl1pPr marL="0" indent="0">
              <a:spcBef>
                <a:spcPts val="0"/>
              </a:spcBef>
              <a:spcAft>
                <a:spcPts val="500"/>
              </a:spcAft>
              <a:buNone/>
              <a:defRPr sz="1400" b="0" i="0">
                <a:solidFill>
                  <a:schemeClr val="tx1"/>
                </a:solidFill>
                <a:latin typeface="+mn-lt"/>
              </a:defRPr>
            </a:lvl1pPr>
            <a:lvl2pPr marL="0" indent="0">
              <a:spcBef>
                <a:spcPts val="0"/>
              </a:spcBef>
              <a:spcAft>
                <a:spcPts val="500"/>
              </a:spcAft>
              <a:buNone/>
              <a:defRPr sz="2000" b="0" i="0">
                <a:solidFill>
                  <a:schemeClr val="tx1"/>
                </a:solidFill>
                <a:latin typeface="+mn-lt"/>
              </a:defRPr>
            </a:lvl2pPr>
            <a:lvl3pPr marL="180000" indent="-180000">
              <a:spcBef>
                <a:spcPts val="0"/>
              </a:spcBef>
              <a:spcAft>
                <a:spcPts val="1000"/>
              </a:spcAft>
              <a:buClr>
                <a:schemeClr val="tx2"/>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tx2"/>
              </a:buClr>
              <a:defRPr sz="1400" b="0" i="0">
                <a:solidFill>
                  <a:schemeClr val="bg1"/>
                </a:solidFill>
                <a:latin typeface="Avenir Light" panose="020B0402020203020204" pitchFamily="34" charset="77"/>
              </a:defRPr>
            </a:lvl5pPr>
          </a:lstStyle>
          <a:p>
            <a:pPr lvl="0"/>
            <a:r>
              <a:rPr lang="en-GB"/>
              <a:t>Click to edit master text styles</a:t>
            </a:r>
          </a:p>
          <a:p>
            <a:pPr lvl="1"/>
            <a:endParaRPr lang="en-US"/>
          </a:p>
        </p:txBody>
      </p:sp>
      <p:sp>
        <p:nvSpPr>
          <p:cNvPr id="56" name="Picture Placeholder 16">
            <a:extLst>
              <a:ext uri="{FF2B5EF4-FFF2-40B4-BE49-F238E27FC236}">
                <a16:creationId xmlns:a16="http://schemas.microsoft.com/office/drawing/2014/main" id="{F57FE2B1-CB03-904D-ADFE-650D09728785}"/>
              </a:ext>
            </a:extLst>
          </p:cNvPr>
          <p:cNvSpPr>
            <a:spLocks noGrp="1"/>
          </p:cNvSpPr>
          <p:nvPr>
            <p:ph type="pic" sz="quarter" idx="27"/>
          </p:nvPr>
        </p:nvSpPr>
        <p:spPr>
          <a:xfrm>
            <a:off x="433388" y="4595199"/>
            <a:ext cx="1160829" cy="1160828"/>
          </a:xfrm>
          <a:prstGeom prst="ellipse">
            <a:avLst/>
          </a:prstGeom>
          <a:solidFill>
            <a:schemeClr val="accent6"/>
          </a:solidFill>
        </p:spPr>
        <p:txBody>
          <a:bodyPr lIns="0" tIns="0" rIns="0" bIns="0">
            <a:normAutofit/>
          </a:bodyPr>
          <a:lstStyle>
            <a:lvl1pPr marL="0" indent="0">
              <a:buNone/>
              <a:defRPr sz="1400" b="0" i="0">
                <a:solidFill>
                  <a:schemeClr val="tx1"/>
                </a:solidFill>
                <a:latin typeface="+mn-lt"/>
              </a:defRPr>
            </a:lvl1pPr>
          </a:lstStyle>
          <a:p>
            <a:r>
              <a:rPr lang="en-US"/>
              <a:t>Click icon to add picture</a:t>
            </a:r>
          </a:p>
        </p:txBody>
      </p:sp>
      <p:grpSp>
        <p:nvGrpSpPr>
          <p:cNvPr id="18" name="Graphic 17">
            <a:extLst>
              <a:ext uri="{FF2B5EF4-FFF2-40B4-BE49-F238E27FC236}">
                <a16:creationId xmlns:a16="http://schemas.microsoft.com/office/drawing/2014/main" id="{BE3397E1-3692-4B4F-A7AA-6EE4754B79A3}"/>
              </a:ext>
            </a:extLst>
          </p:cNvPr>
          <p:cNvGrpSpPr/>
          <p:nvPr userDrawn="1"/>
        </p:nvGrpSpPr>
        <p:grpSpPr>
          <a:xfrm>
            <a:off x="11607408" y="6132443"/>
            <a:ext cx="290229" cy="432023"/>
            <a:chOff x="11607408" y="6132443"/>
            <a:chExt cx="290229" cy="432023"/>
          </a:xfrm>
        </p:grpSpPr>
        <p:sp>
          <p:nvSpPr>
            <p:cNvPr id="19" name="Freeform 18">
              <a:extLst>
                <a:ext uri="{FF2B5EF4-FFF2-40B4-BE49-F238E27FC236}">
                  <a16:creationId xmlns:a16="http://schemas.microsoft.com/office/drawing/2014/main" id="{373D7729-7C2D-7E45-A13B-F8C4D28C0C81}"/>
                </a:ext>
              </a:extLst>
            </p:cNvPr>
            <p:cNvSpPr/>
            <p:nvPr/>
          </p:nvSpPr>
          <p:spPr>
            <a:xfrm>
              <a:off x="11607408" y="6132443"/>
              <a:ext cx="290229" cy="432023"/>
            </a:xfrm>
            <a:custGeom>
              <a:avLst/>
              <a:gdLst>
                <a:gd name="connsiteX0" fmla="*/ 290229 w 290229"/>
                <a:gd name="connsiteY0" fmla="*/ 0 h 432023"/>
                <a:gd name="connsiteX1" fmla="*/ 290229 w 290229"/>
                <a:gd name="connsiteY1" fmla="*/ 288428 h 432023"/>
                <a:gd name="connsiteX2" fmla="*/ 138895 w 290229"/>
                <a:gd name="connsiteY2" fmla="*/ 432023 h 432023"/>
                <a:gd name="connsiteX3" fmla="*/ 0 w 290229"/>
                <a:gd name="connsiteY3" fmla="*/ 288428 h 432023"/>
                <a:gd name="connsiteX4" fmla="*/ 138895 w 290229"/>
                <a:gd name="connsiteY4" fmla="*/ 144833 h 432023"/>
                <a:gd name="connsiteX5" fmla="*/ 242549 w 290229"/>
                <a:gd name="connsiteY5" fmla="*/ 198888 h 432023"/>
                <a:gd name="connsiteX6" fmla="*/ 242549 w 290229"/>
                <a:gd name="connsiteY6" fmla="*/ 0 h 432023"/>
                <a:gd name="connsiteX7" fmla="*/ 290229 w 290229"/>
                <a:gd name="connsiteY7" fmla="*/ 0 h 432023"/>
                <a:gd name="connsiteX8" fmla="*/ 242549 w 290229"/>
                <a:gd name="connsiteY8" fmla="*/ 288428 h 432023"/>
                <a:gd name="connsiteX9" fmla="*/ 144907 w 290229"/>
                <a:gd name="connsiteY9" fmla="*/ 190635 h 432023"/>
                <a:gd name="connsiteX10" fmla="*/ 47680 w 290229"/>
                <a:gd name="connsiteY10" fmla="*/ 288428 h 432023"/>
                <a:gd name="connsiteX11" fmla="*/ 144700 w 290229"/>
                <a:gd name="connsiteY11" fmla="*/ 386221 h 432023"/>
                <a:gd name="connsiteX12" fmla="*/ 242549 w 290229"/>
                <a:gd name="connsiteY12" fmla="*/ 288428 h 432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0229" h="432023">
                  <a:moveTo>
                    <a:pt x="290229" y="0"/>
                  </a:moveTo>
                  <a:lnTo>
                    <a:pt x="290229" y="288428"/>
                  </a:lnTo>
                  <a:cubicBezTo>
                    <a:pt x="290229" y="347022"/>
                    <a:pt x="246073" y="432023"/>
                    <a:pt x="138895" y="432023"/>
                  </a:cubicBezTo>
                  <a:cubicBezTo>
                    <a:pt x="62607" y="432023"/>
                    <a:pt x="0" y="369304"/>
                    <a:pt x="0" y="288428"/>
                  </a:cubicBezTo>
                  <a:cubicBezTo>
                    <a:pt x="0" y="207553"/>
                    <a:pt x="62607" y="144833"/>
                    <a:pt x="138895" y="144833"/>
                  </a:cubicBezTo>
                  <a:cubicBezTo>
                    <a:pt x="185539" y="144833"/>
                    <a:pt x="220574" y="165671"/>
                    <a:pt x="242549" y="198888"/>
                  </a:cubicBezTo>
                  <a:lnTo>
                    <a:pt x="242549" y="0"/>
                  </a:lnTo>
                  <a:lnTo>
                    <a:pt x="290229" y="0"/>
                  </a:lnTo>
                  <a:close/>
                  <a:moveTo>
                    <a:pt x="242549" y="288428"/>
                  </a:moveTo>
                  <a:cubicBezTo>
                    <a:pt x="242549" y="232723"/>
                    <a:pt x="200258" y="190635"/>
                    <a:pt x="144907" y="190635"/>
                  </a:cubicBezTo>
                  <a:cubicBezTo>
                    <a:pt x="89971" y="190635"/>
                    <a:pt x="47680" y="232723"/>
                    <a:pt x="47680" y="288428"/>
                  </a:cubicBezTo>
                  <a:cubicBezTo>
                    <a:pt x="47680" y="344133"/>
                    <a:pt x="89971" y="386221"/>
                    <a:pt x="144700" y="386221"/>
                  </a:cubicBezTo>
                  <a:cubicBezTo>
                    <a:pt x="200258" y="386221"/>
                    <a:pt x="242341" y="344133"/>
                    <a:pt x="242549" y="288428"/>
                  </a:cubicBezTo>
                </a:path>
              </a:pathLst>
            </a:custGeom>
            <a:solidFill>
              <a:srgbClr val="FFFFFF"/>
            </a:solidFill>
            <a:ln w="2041"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2C3FA4B0-DA25-494D-A547-B657A42B3AD4}"/>
                </a:ext>
              </a:extLst>
            </p:cNvPr>
            <p:cNvSpPr/>
            <p:nvPr/>
          </p:nvSpPr>
          <p:spPr>
            <a:xfrm>
              <a:off x="11655088" y="6323077"/>
              <a:ext cx="194868" cy="195586"/>
            </a:xfrm>
            <a:custGeom>
              <a:avLst/>
              <a:gdLst>
                <a:gd name="connsiteX0" fmla="*/ 194868 w 194868"/>
                <a:gd name="connsiteY0" fmla="*/ 97793 h 195586"/>
                <a:gd name="connsiteX1" fmla="*/ 97227 w 194868"/>
                <a:gd name="connsiteY1" fmla="*/ 0 h 195586"/>
                <a:gd name="connsiteX2" fmla="*/ 0 w 194868"/>
                <a:gd name="connsiteY2" fmla="*/ 97793 h 195586"/>
                <a:gd name="connsiteX3" fmla="*/ 97019 w 194868"/>
                <a:gd name="connsiteY3" fmla="*/ 195586 h 195586"/>
                <a:gd name="connsiteX4" fmla="*/ 194868 w 194868"/>
                <a:gd name="connsiteY4" fmla="*/ 97793 h 1955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68" h="195586">
                  <a:moveTo>
                    <a:pt x="194868" y="97793"/>
                  </a:moveTo>
                  <a:cubicBezTo>
                    <a:pt x="194868" y="42088"/>
                    <a:pt x="152578" y="0"/>
                    <a:pt x="97227" y="0"/>
                  </a:cubicBezTo>
                  <a:cubicBezTo>
                    <a:pt x="42291" y="0"/>
                    <a:pt x="0" y="42088"/>
                    <a:pt x="0" y="97793"/>
                  </a:cubicBezTo>
                  <a:cubicBezTo>
                    <a:pt x="0" y="153498"/>
                    <a:pt x="42291" y="195586"/>
                    <a:pt x="97019" y="195586"/>
                  </a:cubicBezTo>
                  <a:cubicBezTo>
                    <a:pt x="152578" y="195586"/>
                    <a:pt x="194661" y="153498"/>
                    <a:pt x="194868" y="97793"/>
                  </a:cubicBezTo>
                </a:path>
              </a:pathLst>
            </a:custGeom>
            <a:solidFill>
              <a:schemeClr val="bg2"/>
            </a:solidFill>
            <a:ln w="2041" cap="flat">
              <a:noFill/>
              <a:prstDash val="solid"/>
              <a:miter/>
            </a:ln>
          </p:spPr>
          <p:txBody>
            <a:bodyPr rtlCol="0" anchor="ctr"/>
            <a:lstStyle/>
            <a:p>
              <a:endParaRPr lang="en-US"/>
            </a:p>
          </p:txBody>
        </p:sp>
      </p:grpSp>
      <p:sp>
        <p:nvSpPr>
          <p:cNvPr id="22" name="TextBox 21">
            <a:extLst>
              <a:ext uri="{FF2B5EF4-FFF2-40B4-BE49-F238E27FC236}">
                <a16:creationId xmlns:a16="http://schemas.microsoft.com/office/drawing/2014/main" id="{F69EAD7A-59C2-284E-BB71-2BAFBB22CD31}"/>
              </a:ext>
            </a:extLst>
          </p:cNvPr>
          <p:cNvSpPr txBox="1"/>
          <p:nvPr userDrawn="1"/>
        </p:nvSpPr>
        <p:spPr>
          <a:xfrm>
            <a:off x="433755" y="6218083"/>
            <a:ext cx="231992" cy="3636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217A898-970D-3041-86C6-F4A15857945A}" type="slidenum">
              <a:rPr lang="en-US" sz="800" smtClean="0">
                <a:solidFill>
                  <a:schemeClr val="tx2"/>
                </a:solidFill>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800">
              <a:solidFill>
                <a:schemeClr val="tx2"/>
              </a:solidFill>
            </a:endParaRPr>
          </a:p>
        </p:txBody>
      </p:sp>
      <p:sp>
        <p:nvSpPr>
          <p:cNvPr id="23" name="Footer Placeholder 4">
            <a:extLst>
              <a:ext uri="{FF2B5EF4-FFF2-40B4-BE49-F238E27FC236}">
                <a16:creationId xmlns:a16="http://schemas.microsoft.com/office/drawing/2014/main" id="{23F41D1B-E605-D846-AA4C-09BDBA0D0E4D}"/>
              </a:ext>
            </a:extLst>
          </p:cNvPr>
          <p:cNvSpPr txBox="1">
            <a:spLocks/>
          </p:cNvSpPr>
          <p:nvPr userDrawn="1"/>
        </p:nvSpPr>
        <p:spPr>
          <a:xfrm>
            <a:off x="694800" y="6195600"/>
            <a:ext cx="2887306" cy="367200"/>
          </a:xfrm>
          <a:prstGeom prst="rect">
            <a:avLst/>
          </a:prstGeom>
        </p:spPr>
        <p:txBody>
          <a:bodyPr lIns="0" tIns="0" rIns="0" bIns="0" anchor="ctr" anchorCtr="0"/>
          <a:lstStyle>
            <a:defPPr>
              <a:defRPr lang="en-US"/>
            </a:defPPr>
            <a:lvl1pPr marL="0" algn="l" defTabSz="914400" rtl="0" eaLnBrk="1" latinLnBrk="0" hangingPunct="1">
              <a:defRPr sz="1200" b="1" i="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we commit. we deliver.</a:t>
            </a:r>
          </a:p>
        </p:txBody>
      </p:sp>
    </p:spTree>
    <p:extLst>
      <p:ext uri="{BB962C8B-B14F-4D97-AF65-F5344CB8AC3E}">
        <p14:creationId xmlns:p14="http://schemas.microsoft.com/office/powerpoint/2010/main" val="2330243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 Contacts Slide">
    <p:bg>
      <p:bgPr>
        <a:solidFill>
          <a:schemeClr val="tx2"/>
        </a:solidFill>
        <a:effectLst/>
      </p:bgPr>
    </p:bg>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5BE2892C-4EC0-3E4F-BF25-B3189FD51754}"/>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7958886" y="3781087"/>
            <a:ext cx="4225635" cy="2817090"/>
          </a:xfrm>
          <a:prstGeom prst="rect">
            <a:avLst/>
          </a:prstGeom>
        </p:spPr>
      </p:pic>
      <p:sp>
        <p:nvSpPr>
          <p:cNvPr id="9" name="Title 1">
            <a:extLst>
              <a:ext uri="{FF2B5EF4-FFF2-40B4-BE49-F238E27FC236}">
                <a16:creationId xmlns:a16="http://schemas.microsoft.com/office/drawing/2014/main" id="{8EAD9949-42AE-0E43-BDB0-437EAD35A37F}"/>
              </a:ext>
            </a:extLst>
          </p:cNvPr>
          <p:cNvSpPr>
            <a:spLocks noGrp="1"/>
          </p:cNvSpPr>
          <p:nvPr>
            <p:ph type="ctrTitle" hasCustomPrompt="1"/>
          </p:nvPr>
        </p:nvSpPr>
        <p:spPr>
          <a:xfrm>
            <a:off x="433754" y="360609"/>
            <a:ext cx="10234246" cy="1022713"/>
          </a:xfrm>
        </p:spPr>
        <p:txBody>
          <a:bodyPr lIns="0" tIns="0" rIns="0" bIns="0" anchor="t" anchorCtr="0">
            <a:normAutofit/>
          </a:bodyPr>
          <a:lstStyle>
            <a:lvl1pPr algn="l">
              <a:lnSpc>
                <a:spcPct val="90000"/>
              </a:lnSpc>
              <a:defRPr sz="4000" b="0" i="0" spc="-100" baseline="0">
                <a:solidFill>
                  <a:schemeClr val="bg1"/>
                </a:solidFill>
                <a:latin typeface="+mj-lt"/>
              </a:defRPr>
            </a:lvl1pPr>
          </a:lstStyle>
          <a:p>
            <a:r>
              <a:rPr lang="en-GB"/>
              <a:t>click to edit master title style</a:t>
            </a:r>
            <a:endParaRPr lang="en-US"/>
          </a:p>
        </p:txBody>
      </p:sp>
      <p:sp>
        <p:nvSpPr>
          <p:cNvPr id="11" name="Text Placeholder 9">
            <a:extLst>
              <a:ext uri="{FF2B5EF4-FFF2-40B4-BE49-F238E27FC236}">
                <a16:creationId xmlns:a16="http://schemas.microsoft.com/office/drawing/2014/main" id="{AD76A9D1-7996-FB4E-AD88-AF662C8F51AB}"/>
              </a:ext>
            </a:extLst>
          </p:cNvPr>
          <p:cNvSpPr>
            <a:spLocks noGrp="1"/>
          </p:cNvSpPr>
          <p:nvPr>
            <p:ph type="body" sz="quarter" idx="13"/>
          </p:nvPr>
        </p:nvSpPr>
        <p:spPr>
          <a:xfrm>
            <a:off x="1887415" y="1509031"/>
            <a:ext cx="4103077" cy="367201"/>
          </a:xfrm>
        </p:spPr>
        <p:txBody>
          <a:bodyPr lIns="0" tIns="0" rIns="0" bIns="0">
            <a:noAutofit/>
          </a:bodyPr>
          <a:lstStyle>
            <a:lvl1pPr marL="0" indent="0">
              <a:spcBef>
                <a:spcPts val="0"/>
              </a:spcBef>
              <a:spcAft>
                <a:spcPts val="1000"/>
              </a:spcAft>
              <a:buNone/>
              <a:defRPr sz="2000" b="1" i="0">
                <a:solidFill>
                  <a:schemeClr val="bg1"/>
                </a:solidFill>
                <a:latin typeface="+mn-lt"/>
              </a:defRPr>
            </a:lvl1pPr>
            <a:lvl2pPr marL="0" indent="0">
              <a:spcBef>
                <a:spcPts val="0"/>
              </a:spcBef>
              <a:spcAft>
                <a:spcPts val="1000"/>
              </a:spcAft>
              <a:buNone/>
              <a:defRPr sz="2000" b="0" i="0">
                <a:solidFill>
                  <a:schemeClr val="bg1"/>
                </a:solidFill>
                <a:latin typeface="Avenir Light" panose="020B0402020203020204" pitchFamily="34" charset="77"/>
              </a:defRPr>
            </a:lvl2pPr>
            <a:lvl3pPr marL="180000" indent="-180000">
              <a:spcBef>
                <a:spcPts val="0"/>
              </a:spcBef>
              <a:spcAft>
                <a:spcPts val="1000"/>
              </a:spcAft>
              <a:buClr>
                <a:schemeClr val="bg1"/>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bg1"/>
              </a:buClr>
              <a:defRPr sz="1400" b="0" i="0">
                <a:solidFill>
                  <a:schemeClr val="bg1"/>
                </a:solidFill>
                <a:latin typeface="Avenir Light" panose="020B0402020203020204" pitchFamily="34" charset="77"/>
              </a:defRPr>
            </a:lvl5pPr>
          </a:lstStyle>
          <a:p>
            <a:pPr lvl="0"/>
            <a:r>
              <a:rPr lang="en-US"/>
              <a:t>Click to edit Master text styles</a:t>
            </a:r>
          </a:p>
        </p:txBody>
      </p:sp>
      <p:sp>
        <p:nvSpPr>
          <p:cNvPr id="15" name="Text Placeholder 9">
            <a:extLst>
              <a:ext uri="{FF2B5EF4-FFF2-40B4-BE49-F238E27FC236}">
                <a16:creationId xmlns:a16="http://schemas.microsoft.com/office/drawing/2014/main" id="{EEBB5BDC-E8CB-104A-96C8-391B643ECD3E}"/>
              </a:ext>
            </a:extLst>
          </p:cNvPr>
          <p:cNvSpPr>
            <a:spLocks noGrp="1"/>
          </p:cNvSpPr>
          <p:nvPr>
            <p:ph type="body" sz="quarter" idx="15" hasCustomPrompt="1"/>
          </p:nvPr>
        </p:nvSpPr>
        <p:spPr>
          <a:xfrm>
            <a:off x="1887415" y="1853038"/>
            <a:ext cx="4103077" cy="769929"/>
          </a:xfrm>
        </p:spPr>
        <p:txBody>
          <a:bodyPr lIns="0" tIns="0" rIns="0" bIns="0">
            <a:noAutofit/>
          </a:bodyPr>
          <a:lstStyle>
            <a:lvl1pPr marL="0" indent="0">
              <a:spcBef>
                <a:spcPts val="0"/>
              </a:spcBef>
              <a:spcAft>
                <a:spcPts val="500"/>
              </a:spcAft>
              <a:buNone/>
              <a:defRPr sz="1400" b="0" i="0">
                <a:solidFill>
                  <a:schemeClr val="bg1"/>
                </a:solidFill>
                <a:latin typeface="+mn-lt"/>
              </a:defRPr>
            </a:lvl1pPr>
            <a:lvl2pPr marL="0" indent="0">
              <a:spcBef>
                <a:spcPts val="0"/>
              </a:spcBef>
              <a:spcAft>
                <a:spcPts val="500"/>
              </a:spcAft>
              <a:buNone/>
              <a:defRPr sz="2000" b="0" i="0">
                <a:solidFill>
                  <a:schemeClr val="bg1"/>
                </a:solidFill>
                <a:latin typeface="+mn-lt"/>
              </a:defRPr>
            </a:lvl2pPr>
            <a:lvl3pPr marL="180000" indent="-180000">
              <a:spcBef>
                <a:spcPts val="0"/>
              </a:spcBef>
              <a:spcAft>
                <a:spcPts val="1000"/>
              </a:spcAft>
              <a:buClr>
                <a:schemeClr val="tx2"/>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tx2"/>
              </a:buClr>
              <a:defRPr sz="1400" b="0" i="0">
                <a:solidFill>
                  <a:schemeClr val="bg1"/>
                </a:solidFill>
                <a:latin typeface="Avenir Light" panose="020B0402020203020204" pitchFamily="34" charset="77"/>
              </a:defRPr>
            </a:lvl5pPr>
          </a:lstStyle>
          <a:p>
            <a:pPr lvl="0"/>
            <a:r>
              <a:rPr lang="en-GB"/>
              <a:t>Click to edit master text styles</a:t>
            </a:r>
          </a:p>
          <a:p>
            <a:pPr lvl="1"/>
            <a:endParaRPr lang="en-US"/>
          </a:p>
        </p:txBody>
      </p:sp>
      <p:sp>
        <p:nvSpPr>
          <p:cNvPr id="17" name="Picture Placeholder 16">
            <a:extLst>
              <a:ext uri="{FF2B5EF4-FFF2-40B4-BE49-F238E27FC236}">
                <a16:creationId xmlns:a16="http://schemas.microsoft.com/office/drawing/2014/main" id="{FF0D998A-2B98-9F4C-9DF7-6A27A55A45DD}"/>
              </a:ext>
            </a:extLst>
          </p:cNvPr>
          <p:cNvSpPr>
            <a:spLocks noGrp="1"/>
          </p:cNvSpPr>
          <p:nvPr>
            <p:ph type="pic" sz="quarter" idx="16"/>
          </p:nvPr>
        </p:nvSpPr>
        <p:spPr>
          <a:xfrm>
            <a:off x="433388" y="1509031"/>
            <a:ext cx="1160829" cy="1160828"/>
          </a:xfrm>
          <a:prstGeom prst="ellipse">
            <a:avLst/>
          </a:prstGeom>
          <a:solidFill>
            <a:schemeClr val="accent6"/>
          </a:solidFill>
        </p:spPr>
        <p:txBody>
          <a:bodyPr lIns="0" tIns="0" rIns="0" bIns="0">
            <a:normAutofit/>
          </a:bodyPr>
          <a:lstStyle>
            <a:lvl1pPr marL="0" indent="0">
              <a:buNone/>
              <a:defRPr sz="1400" b="0" i="0">
                <a:solidFill>
                  <a:schemeClr val="tx1"/>
                </a:solidFill>
                <a:latin typeface="+mn-lt"/>
              </a:defRPr>
            </a:lvl1pPr>
          </a:lstStyle>
          <a:p>
            <a:r>
              <a:rPr lang="en-US"/>
              <a:t>Click icon to add picture</a:t>
            </a:r>
          </a:p>
        </p:txBody>
      </p:sp>
      <p:sp>
        <p:nvSpPr>
          <p:cNvPr id="51" name="Text Placeholder 9">
            <a:extLst>
              <a:ext uri="{FF2B5EF4-FFF2-40B4-BE49-F238E27FC236}">
                <a16:creationId xmlns:a16="http://schemas.microsoft.com/office/drawing/2014/main" id="{7DC7F4FD-B3FC-AD40-BA5E-981AFACC56BE}"/>
              </a:ext>
            </a:extLst>
          </p:cNvPr>
          <p:cNvSpPr>
            <a:spLocks noGrp="1"/>
          </p:cNvSpPr>
          <p:nvPr>
            <p:ph type="body" sz="quarter" idx="22"/>
          </p:nvPr>
        </p:nvSpPr>
        <p:spPr>
          <a:xfrm>
            <a:off x="1887415" y="3052115"/>
            <a:ext cx="4103077" cy="367201"/>
          </a:xfrm>
        </p:spPr>
        <p:txBody>
          <a:bodyPr lIns="0" tIns="0" rIns="0" bIns="0">
            <a:noAutofit/>
          </a:bodyPr>
          <a:lstStyle>
            <a:lvl1pPr marL="0" indent="0">
              <a:spcBef>
                <a:spcPts val="0"/>
              </a:spcBef>
              <a:spcAft>
                <a:spcPts val="1000"/>
              </a:spcAft>
              <a:buNone/>
              <a:defRPr sz="2000" b="1" i="0">
                <a:solidFill>
                  <a:schemeClr val="bg1"/>
                </a:solidFill>
                <a:latin typeface="+mn-lt"/>
              </a:defRPr>
            </a:lvl1pPr>
            <a:lvl2pPr marL="0" indent="0">
              <a:spcBef>
                <a:spcPts val="0"/>
              </a:spcBef>
              <a:spcAft>
                <a:spcPts val="1000"/>
              </a:spcAft>
              <a:buNone/>
              <a:defRPr sz="2000" b="0" i="0">
                <a:solidFill>
                  <a:schemeClr val="bg1"/>
                </a:solidFill>
                <a:latin typeface="Avenir Light" panose="020B0402020203020204" pitchFamily="34" charset="77"/>
              </a:defRPr>
            </a:lvl2pPr>
            <a:lvl3pPr marL="180000" indent="-180000">
              <a:spcBef>
                <a:spcPts val="0"/>
              </a:spcBef>
              <a:spcAft>
                <a:spcPts val="1000"/>
              </a:spcAft>
              <a:buClr>
                <a:schemeClr val="bg1"/>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bg1"/>
              </a:buClr>
              <a:defRPr sz="1400" b="0" i="0">
                <a:solidFill>
                  <a:schemeClr val="bg1"/>
                </a:solidFill>
                <a:latin typeface="Avenir Light" panose="020B0402020203020204" pitchFamily="34" charset="77"/>
              </a:defRPr>
            </a:lvl5pPr>
          </a:lstStyle>
          <a:p>
            <a:pPr lvl="0"/>
            <a:r>
              <a:rPr lang="en-US"/>
              <a:t>Click to edit Master text styles</a:t>
            </a:r>
          </a:p>
        </p:txBody>
      </p:sp>
      <p:sp>
        <p:nvSpPr>
          <p:cNvPr id="52" name="Text Placeholder 9">
            <a:extLst>
              <a:ext uri="{FF2B5EF4-FFF2-40B4-BE49-F238E27FC236}">
                <a16:creationId xmlns:a16="http://schemas.microsoft.com/office/drawing/2014/main" id="{9E3D32AC-5CDD-6B42-9981-5D97C576C5BB}"/>
              </a:ext>
            </a:extLst>
          </p:cNvPr>
          <p:cNvSpPr>
            <a:spLocks noGrp="1"/>
          </p:cNvSpPr>
          <p:nvPr>
            <p:ph type="body" sz="quarter" idx="23" hasCustomPrompt="1"/>
          </p:nvPr>
        </p:nvSpPr>
        <p:spPr>
          <a:xfrm>
            <a:off x="1887415" y="3396122"/>
            <a:ext cx="4103077" cy="769929"/>
          </a:xfrm>
        </p:spPr>
        <p:txBody>
          <a:bodyPr lIns="0" tIns="0" rIns="0" bIns="0">
            <a:noAutofit/>
          </a:bodyPr>
          <a:lstStyle>
            <a:lvl1pPr marL="0" indent="0">
              <a:spcBef>
                <a:spcPts val="0"/>
              </a:spcBef>
              <a:spcAft>
                <a:spcPts val="500"/>
              </a:spcAft>
              <a:buNone/>
              <a:defRPr sz="1400" b="0" i="0">
                <a:solidFill>
                  <a:schemeClr val="bg1"/>
                </a:solidFill>
                <a:latin typeface="+mn-lt"/>
              </a:defRPr>
            </a:lvl1pPr>
            <a:lvl2pPr marL="0" indent="0">
              <a:spcBef>
                <a:spcPts val="0"/>
              </a:spcBef>
              <a:spcAft>
                <a:spcPts val="500"/>
              </a:spcAft>
              <a:buNone/>
              <a:defRPr sz="2000" b="0" i="0">
                <a:solidFill>
                  <a:schemeClr val="bg1"/>
                </a:solidFill>
                <a:latin typeface="+mn-lt"/>
              </a:defRPr>
            </a:lvl2pPr>
            <a:lvl3pPr marL="180000" indent="-180000">
              <a:spcBef>
                <a:spcPts val="0"/>
              </a:spcBef>
              <a:spcAft>
                <a:spcPts val="1000"/>
              </a:spcAft>
              <a:buClr>
                <a:schemeClr val="tx2"/>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tx2"/>
              </a:buClr>
              <a:defRPr sz="1400" b="0" i="0">
                <a:solidFill>
                  <a:schemeClr val="bg1"/>
                </a:solidFill>
                <a:latin typeface="Avenir Light" panose="020B0402020203020204" pitchFamily="34" charset="77"/>
              </a:defRPr>
            </a:lvl5pPr>
          </a:lstStyle>
          <a:p>
            <a:pPr lvl="0"/>
            <a:r>
              <a:rPr lang="en-GB"/>
              <a:t>Click to edit master text styles</a:t>
            </a:r>
          </a:p>
          <a:p>
            <a:pPr lvl="1"/>
            <a:endParaRPr lang="en-US"/>
          </a:p>
        </p:txBody>
      </p:sp>
      <p:sp>
        <p:nvSpPr>
          <p:cNvPr id="53" name="Picture Placeholder 16">
            <a:extLst>
              <a:ext uri="{FF2B5EF4-FFF2-40B4-BE49-F238E27FC236}">
                <a16:creationId xmlns:a16="http://schemas.microsoft.com/office/drawing/2014/main" id="{1203B61B-7A30-1448-B0AA-E44A6398F9D0}"/>
              </a:ext>
            </a:extLst>
          </p:cNvPr>
          <p:cNvSpPr>
            <a:spLocks noGrp="1"/>
          </p:cNvSpPr>
          <p:nvPr>
            <p:ph type="pic" sz="quarter" idx="24"/>
          </p:nvPr>
        </p:nvSpPr>
        <p:spPr>
          <a:xfrm>
            <a:off x="433388" y="3052115"/>
            <a:ext cx="1160829" cy="1160828"/>
          </a:xfrm>
          <a:prstGeom prst="ellipse">
            <a:avLst/>
          </a:prstGeom>
          <a:solidFill>
            <a:schemeClr val="accent6"/>
          </a:solidFill>
        </p:spPr>
        <p:txBody>
          <a:bodyPr lIns="0" tIns="0" rIns="0" bIns="0">
            <a:normAutofit/>
          </a:bodyPr>
          <a:lstStyle>
            <a:lvl1pPr marL="0" indent="0">
              <a:buNone/>
              <a:defRPr sz="1400" b="0" i="0">
                <a:solidFill>
                  <a:schemeClr val="tx1"/>
                </a:solidFill>
                <a:latin typeface="+mn-lt"/>
              </a:defRPr>
            </a:lvl1pPr>
          </a:lstStyle>
          <a:p>
            <a:r>
              <a:rPr lang="en-US"/>
              <a:t>Click icon to add picture</a:t>
            </a:r>
          </a:p>
        </p:txBody>
      </p:sp>
      <p:sp>
        <p:nvSpPr>
          <p:cNvPr id="54" name="Text Placeholder 9">
            <a:extLst>
              <a:ext uri="{FF2B5EF4-FFF2-40B4-BE49-F238E27FC236}">
                <a16:creationId xmlns:a16="http://schemas.microsoft.com/office/drawing/2014/main" id="{C220689C-9457-E247-A040-D3CD42C9B3C3}"/>
              </a:ext>
            </a:extLst>
          </p:cNvPr>
          <p:cNvSpPr>
            <a:spLocks noGrp="1"/>
          </p:cNvSpPr>
          <p:nvPr>
            <p:ph type="body" sz="quarter" idx="25"/>
          </p:nvPr>
        </p:nvSpPr>
        <p:spPr>
          <a:xfrm>
            <a:off x="1887415" y="4595199"/>
            <a:ext cx="4103077" cy="367201"/>
          </a:xfrm>
        </p:spPr>
        <p:txBody>
          <a:bodyPr lIns="0" tIns="0" rIns="0" bIns="0">
            <a:noAutofit/>
          </a:bodyPr>
          <a:lstStyle>
            <a:lvl1pPr marL="0" indent="0">
              <a:spcBef>
                <a:spcPts val="0"/>
              </a:spcBef>
              <a:spcAft>
                <a:spcPts val="1000"/>
              </a:spcAft>
              <a:buNone/>
              <a:defRPr sz="2000" b="1" i="0">
                <a:solidFill>
                  <a:schemeClr val="bg1"/>
                </a:solidFill>
                <a:latin typeface="+mn-lt"/>
              </a:defRPr>
            </a:lvl1pPr>
            <a:lvl2pPr marL="0" indent="0">
              <a:spcBef>
                <a:spcPts val="0"/>
              </a:spcBef>
              <a:spcAft>
                <a:spcPts val="1000"/>
              </a:spcAft>
              <a:buNone/>
              <a:defRPr sz="2000" b="0" i="0">
                <a:solidFill>
                  <a:schemeClr val="bg1"/>
                </a:solidFill>
                <a:latin typeface="Avenir Light" panose="020B0402020203020204" pitchFamily="34" charset="77"/>
              </a:defRPr>
            </a:lvl2pPr>
            <a:lvl3pPr marL="180000" indent="-180000">
              <a:spcBef>
                <a:spcPts val="0"/>
              </a:spcBef>
              <a:spcAft>
                <a:spcPts val="1000"/>
              </a:spcAft>
              <a:buClr>
                <a:schemeClr val="bg1"/>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bg1"/>
              </a:buClr>
              <a:defRPr sz="1400" b="0" i="0">
                <a:solidFill>
                  <a:schemeClr val="bg1"/>
                </a:solidFill>
                <a:latin typeface="Avenir Light" panose="020B0402020203020204" pitchFamily="34" charset="77"/>
              </a:defRPr>
            </a:lvl5pPr>
          </a:lstStyle>
          <a:p>
            <a:pPr lvl="0"/>
            <a:r>
              <a:rPr lang="en-US"/>
              <a:t>Click to edit Master text styles</a:t>
            </a:r>
          </a:p>
        </p:txBody>
      </p:sp>
      <p:sp>
        <p:nvSpPr>
          <p:cNvPr id="55" name="Text Placeholder 9">
            <a:extLst>
              <a:ext uri="{FF2B5EF4-FFF2-40B4-BE49-F238E27FC236}">
                <a16:creationId xmlns:a16="http://schemas.microsoft.com/office/drawing/2014/main" id="{B15092F0-A7F5-3142-BD9C-B7B22E9EB4FB}"/>
              </a:ext>
            </a:extLst>
          </p:cNvPr>
          <p:cNvSpPr>
            <a:spLocks noGrp="1"/>
          </p:cNvSpPr>
          <p:nvPr>
            <p:ph type="body" sz="quarter" idx="26" hasCustomPrompt="1"/>
          </p:nvPr>
        </p:nvSpPr>
        <p:spPr>
          <a:xfrm>
            <a:off x="1887415" y="4939206"/>
            <a:ext cx="4103077" cy="769929"/>
          </a:xfrm>
        </p:spPr>
        <p:txBody>
          <a:bodyPr lIns="0" tIns="0" rIns="0" bIns="0">
            <a:noAutofit/>
          </a:bodyPr>
          <a:lstStyle>
            <a:lvl1pPr marL="0" indent="0">
              <a:spcBef>
                <a:spcPts val="0"/>
              </a:spcBef>
              <a:spcAft>
                <a:spcPts val="500"/>
              </a:spcAft>
              <a:buNone/>
              <a:defRPr sz="1400" b="0" i="0">
                <a:solidFill>
                  <a:schemeClr val="bg1"/>
                </a:solidFill>
                <a:latin typeface="+mn-lt"/>
              </a:defRPr>
            </a:lvl1pPr>
            <a:lvl2pPr marL="0" indent="0">
              <a:spcBef>
                <a:spcPts val="0"/>
              </a:spcBef>
              <a:spcAft>
                <a:spcPts val="500"/>
              </a:spcAft>
              <a:buNone/>
              <a:defRPr sz="2000" b="0" i="0">
                <a:solidFill>
                  <a:schemeClr val="bg1"/>
                </a:solidFill>
                <a:latin typeface="+mn-lt"/>
              </a:defRPr>
            </a:lvl2pPr>
            <a:lvl3pPr marL="180000" indent="-180000">
              <a:spcBef>
                <a:spcPts val="0"/>
              </a:spcBef>
              <a:spcAft>
                <a:spcPts val="1000"/>
              </a:spcAft>
              <a:buClr>
                <a:schemeClr val="tx2"/>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tx2"/>
              </a:buClr>
              <a:defRPr sz="1400" b="0" i="0">
                <a:solidFill>
                  <a:schemeClr val="bg1"/>
                </a:solidFill>
                <a:latin typeface="Avenir Light" panose="020B0402020203020204" pitchFamily="34" charset="77"/>
              </a:defRPr>
            </a:lvl5pPr>
          </a:lstStyle>
          <a:p>
            <a:pPr lvl="0"/>
            <a:r>
              <a:rPr lang="en-GB"/>
              <a:t>Click to edit master text styles</a:t>
            </a:r>
          </a:p>
          <a:p>
            <a:pPr lvl="1"/>
            <a:endParaRPr lang="en-US"/>
          </a:p>
        </p:txBody>
      </p:sp>
      <p:sp>
        <p:nvSpPr>
          <p:cNvPr id="56" name="Picture Placeholder 16">
            <a:extLst>
              <a:ext uri="{FF2B5EF4-FFF2-40B4-BE49-F238E27FC236}">
                <a16:creationId xmlns:a16="http://schemas.microsoft.com/office/drawing/2014/main" id="{F57FE2B1-CB03-904D-ADFE-650D09728785}"/>
              </a:ext>
            </a:extLst>
          </p:cNvPr>
          <p:cNvSpPr>
            <a:spLocks noGrp="1"/>
          </p:cNvSpPr>
          <p:nvPr>
            <p:ph type="pic" sz="quarter" idx="27"/>
          </p:nvPr>
        </p:nvSpPr>
        <p:spPr>
          <a:xfrm>
            <a:off x="433388" y="4595199"/>
            <a:ext cx="1160829" cy="1160828"/>
          </a:xfrm>
          <a:prstGeom prst="ellipse">
            <a:avLst/>
          </a:prstGeom>
          <a:solidFill>
            <a:schemeClr val="accent6"/>
          </a:solidFill>
        </p:spPr>
        <p:txBody>
          <a:bodyPr lIns="0" tIns="0" rIns="0" bIns="0">
            <a:normAutofit/>
          </a:bodyPr>
          <a:lstStyle>
            <a:lvl1pPr marL="0" indent="0">
              <a:buNone/>
              <a:defRPr sz="1400" b="0" i="0">
                <a:solidFill>
                  <a:schemeClr val="tx1"/>
                </a:solidFill>
                <a:latin typeface="+mn-lt"/>
              </a:defRPr>
            </a:lvl1pPr>
          </a:lstStyle>
          <a:p>
            <a:r>
              <a:rPr lang="en-US"/>
              <a:t>Click icon to add picture</a:t>
            </a:r>
          </a:p>
        </p:txBody>
      </p:sp>
      <p:grpSp>
        <p:nvGrpSpPr>
          <p:cNvPr id="18" name="Graphic 17">
            <a:extLst>
              <a:ext uri="{FF2B5EF4-FFF2-40B4-BE49-F238E27FC236}">
                <a16:creationId xmlns:a16="http://schemas.microsoft.com/office/drawing/2014/main" id="{BE3397E1-3692-4B4F-A7AA-6EE4754B79A3}"/>
              </a:ext>
            </a:extLst>
          </p:cNvPr>
          <p:cNvGrpSpPr/>
          <p:nvPr userDrawn="1"/>
        </p:nvGrpSpPr>
        <p:grpSpPr>
          <a:xfrm>
            <a:off x="11607408" y="6132443"/>
            <a:ext cx="290229" cy="432023"/>
            <a:chOff x="11607408" y="6132443"/>
            <a:chExt cx="290229" cy="432023"/>
          </a:xfrm>
        </p:grpSpPr>
        <p:sp>
          <p:nvSpPr>
            <p:cNvPr id="19" name="Freeform 18">
              <a:extLst>
                <a:ext uri="{FF2B5EF4-FFF2-40B4-BE49-F238E27FC236}">
                  <a16:creationId xmlns:a16="http://schemas.microsoft.com/office/drawing/2014/main" id="{373D7729-7C2D-7E45-A13B-F8C4D28C0C81}"/>
                </a:ext>
              </a:extLst>
            </p:cNvPr>
            <p:cNvSpPr/>
            <p:nvPr/>
          </p:nvSpPr>
          <p:spPr>
            <a:xfrm>
              <a:off x="11607408" y="6132443"/>
              <a:ext cx="290229" cy="432023"/>
            </a:xfrm>
            <a:custGeom>
              <a:avLst/>
              <a:gdLst>
                <a:gd name="connsiteX0" fmla="*/ 290229 w 290229"/>
                <a:gd name="connsiteY0" fmla="*/ 0 h 432023"/>
                <a:gd name="connsiteX1" fmla="*/ 290229 w 290229"/>
                <a:gd name="connsiteY1" fmla="*/ 288428 h 432023"/>
                <a:gd name="connsiteX2" fmla="*/ 138895 w 290229"/>
                <a:gd name="connsiteY2" fmla="*/ 432023 h 432023"/>
                <a:gd name="connsiteX3" fmla="*/ 0 w 290229"/>
                <a:gd name="connsiteY3" fmla="*/ 288428 h 432023"/>
                <a:gd name="connsiteX4" fmla="*/ 138895 w 290229"/>
                <a:gd name="connsiteY4" fmla="*/ 144833 h 432023"/>
                <a:gd name="connsiteX5" fmla="*/ 242549 w 290229"/>
                <a:gd name="connsiteY5" fmla="*/ 198888 h 432023"/>
                <a:gd name="connsiteX6" fmla="*/ 242549 w 290229"/>
                <a:gd name="connsiteY6" fmla="*/ 0 h 432023"/>
                <a:gd name="connsiteX7" fmla="*/ 290229 w 290229"/>
                <a:gd name="connsiteY7" fmla="*/ 0 h 432023"/>
                <a:gd name="connsiteX8" fmla="*/ 242549 w 290229"/>
                <a:gd name="connsiteY8" fmla="*/ 288428 h 432023"/>
                <a:gd name="connsiteX9" fmla="*/ 144907 w 290229"/>
                <a:gd name="connsiteY9" fmla="*/ 190635 h 432023"/>
                <a:gd name="connsiteX10" fmla="*/ 47680 w 290229"/>
                <a:gd name="connsiteY10" fmla="*/ 288428 h 432023"/>
                <a:gd name="connsiteX11" fmla="*/ 144700 w 290229"/>
                <a:gd name="connsiteY11" fmla="*/ 386221 h 432023"/>
                <a:gd name="connsiteX12" fmla="*/ 242549 w 290229"/>
                <a:gd name="connsiteY12" fmla="*/ 288428 h 432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0229" h="432023">
                  <a:moveTo>
                    <a:pt x="290229" y="0"/>
                  </a:moveTo>
                  <a:lnTo>
                    <a:pt x="290229" y="288428"/>
                  </a:lnTo>
                  <a:cubicBezTo>
                    <a:pt x="290229" y="347022"/>
                    <a:pt x="246073" y="432023"/>
                    <a:pt x="138895" y="432023"/>
                  </a:cubicBezTo>
                  <a:cubicBezTo>
                    <a:pt x="62607" y="432023"/>
                    <a:pt x="0" y="369304"/>
                    <a:pt x="0" y="288428"/>
                  </a:cubicBezTo>
                  <a:cubicBezTo>
                    <a:pt x="0" y="207553"/>
                    <a:pt x="62607" y="144833"/>
                    <a:pt x="138895" y="144833"/>
                  </a:cubicBezTo>
                  <a:cubicBezTo>
                    <a:pt x="185539" y="144833"/>
                    <a:pt x="220574" y="165671"/>
                    <a:pt x="242549" y="198888"/>
                  </a:cubicBezTo>
                  <a:lnTo>
                    <a:pt x="242549" y="0"/>
                  </a:lnTo>
                  <a:lnTo>
                    <a:pt x="290229" y="0"/>
                  </a:lnTo>
                  <a:close/>
                  <a:moveTo>
                    <a:pt x="242549" y="288428"/>
                  </a:moveTo>
                  <a:cubicBezTo>
                    <a:pt x="242549" y="232723"/>
                    <a:pt x="200258" y="190635"/>
                    <a:pt x="144907" y="190635"/>
                  </a:cubicBezTo>
                  <a:cubicBezTo>
                    <a:pt x="89971" y="190635"/>
                    <a:pt x="47680" y="232723"/>
                    <a:pt x="47680" y="288428"/>
                  </a:cubicBezTo>
                  <a:cubicBezTo>
                    <a:pt x="47680" y="344133"/>
                    <a:pt x="89971" y="386221"/>
                    <a:pt x="144700" y="386221"/>
                  </a:cubicBezTo>
                  <a:cubicBezTo>
                    <a:pt x="200258" y="386221"/>
                    <a:pt x="242341" y="344133"/>
                    <a:pt x="242549" y="288428"/>
                  </a:cubicBezTo>
                </a:path>
              </a:pathLst>
            </a:custGeom>
            <a:solidFill>
              <a:srgbClr val="FFFFFF"/>
            </a:solidFill>
            <a:ln w="2041" cap="flat">
              <a:noFill/>
              <a:prstDash val="solid"/>
              <a:miter/>
            </a:ln>
          </p:spPr>
          <p:txBody>
            <a:bodyPr rtlCol="0" anchor="ctr"/>
            <a:lstStyle/>
            <a:p>
              <a:endParaRPr lang="en-US">
                <a:latin typeface="+mn-lt"/>
              </a:endParaRPr>
            </a:p>
          </p:txBody>
        </p:sp>
        <p:sp>
          <p:nvSpPr>
            <p:cNvPr id="20" name="Freeform 19">
              <a:extLst>
                <a:ext uri="{FF2B5EF4-FFF2-40B4-BE49-F238E27FC236}">
                  <a16:creationId xmlns:a16="http://schemas.microsoft.com/office/drawing/2014/main" id="{2C3FA4B0-DA25-494D-A547-B657A42B3AD4}"/>
                </a:ext>
              </a:extLst>
            </p:cNvPr>
            <p:cNvSpPr/>
            <p:nvPr/>
          </p:nvSpPr>
          <p:spPr>
            <a:xfrm>
              <a:off x="11655088" y="6323077"/>
              <a:ext cx="194868" cy="195586"/>
            </a:xfrm>
            <a:custGeom>
              <a:avLst/>
              <a:gdLst>
                <a:gd name="connsiteX0" fmla="*/ 194868 w 194868"/>
                <a:gd name="connsiteY0" fmla="*/ 97793 h 195586"/>
                <a:gd name="connsiteX1" fmla="*/ 97227 w 194868"/>
                <a:gd name="connsiteY1" fmla="*/ 0 h 195586"/>
                <a:gd name="connsiteX2" fmla="*/ 0 w 194868"/>
                <a:gd name="connsiteY2" fmla="*/ 97793 h 195586"/>
                <a:gd name="connsiteX3" fmla="*/ 97019 w 194868"/>
                <a:gd name="connsiteY3" fmla="*/ 195586 h 195586"/>
                <a:gd name="connsiteX4" fmla="*/ 194868 w 194868"/>
                <a:gd name="connsiteY4" fmla="*/ 97793 h 1955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68" h="195586">
                  <a:moveTo>
                    <a:pt x="194868" y="97793"/>
                  </a:moveTo>
                  <a:cubicBezTo>
                    <a:pt x="194868" y="42088"/>
                    <a:pt x="152578" y="0"/>
                    <a:pt x="97227" y="0"/>
                  </a:cubicBezTo>
                  <a:cubicBezTo>
                    <a:pt x="42291" y="0"/>
                    <a:pt x="0" y="42088"/>
                    <a:pt x="0" y="97793"/>
                  </a:cubicBezTo>
                  <a:cubicBezTo>
                    <a:pt x="0" y="153498"/>
                    <a:pt x="42291" y="195586"/>
                    <a:pt x="97019" y="195586"/>
                  </a:cubicBezTo>
                  <a:cubicBezTo>
                    <a:pt x="152578" y="195586"/>
                    <a:pt x="194661" y="153498"/>
                    <a:pt x="194868" y="97793"/>
                  </a:cubicBezTo>
                </a:path>
              </a:pathLst>
            </a:custGeom>
            <a:solidFill>
              <a:schemeClr val="bg2"/>
            </a:solidFill>
            <a:ln w="2041" cap="flat">
              <a:noFill/>
              <a:prstDash val="solid"/>
              <a:miter/>
            </a:ln>
          </p:spPr>
          <p:txBody>
            <a:bodyPr rtlCol="0" anchor="ctr"/>
            <a:lstStyle/>
            <a:p>
              <a:endParaRPr lang="en-US">
                <a:latin typeface="+mn-lt"/>
              </a:endParaRPr>
            </a:p>
          </p:txBody>
        </p:sp>
      </p:grpSp>
      <p:sp>
        <p:nvSpPr>
          <p:cNvPr id="21" name="Text Placeholder 9">
            <a:extLst>
              <a:ext uri="{FF2B5EF4-FFF2-40B4-BE49-F238E27FC236}">
                <a16:creationId xmlns:a16="http://schemas.microsoft.com/office/drawing/2014/main" id="{1CDB8649-C887-B74B-AD2F-736ABB49040A}"/>
              </a:ext>
            </a:extLst>
          </p:cNvPr>
          <p:cNvSpPr>
            <a:spLocks noGrp="1"/>
          </p:cNvSpPr>
          <p:nvPr>
            <p:ph type="body" sz="quarter" idx="28"/>
          </p:nvPr>
        </p:nvSpPr>
        <p:spPr>
          <a:xfrm>
            <a:off x="7471380" y="1509031"/>
            <a:ext cx="4103077" cy="367201"/>
          </a:xfrm>
        </p:spPr>
        <p:txBody>
          <a:bodyPr lIns="0" tIns="0" rIns="0" bIns="0">
            <a:noAutofit/>
          </a:bodyPr>
          <a:lstStyle>
            <a:lvl1pPr marL="0" indent="0">
              <a:spcBef>
                <a:spcPts val="0"/>
              </a:spcBef>
              <a:spcAft>
                <a:spcPts val="1000"/>
              </a:spcAft>
              <a:buNone/>
              <a:defRPr sz="2000" b="1" i="0">
                <a:solidFill>
                  <a:schemeClr val="bg1"/>
                </a:solidFill>
                <a:latin typeface="+mn-lt"/>
              </a:defRPr>
            </a:lvl1pPr>
            <a:lvl2pPr marL="0" indent="0">
              <a:spcBef>
                <a:spcPts val="0"/>
              </a:spcBef>
              <a:spcAft>
                <a:spcPts val="1000"/>
              </a:spcAft>
              <a:buNone/>
              <a:defRPr sz="2000" b="0" i="0">
                <a:solidFill>
                  <a:schemeClr val="bg1"/>
                </a:solidFill>
                <a:latin typeface="Avenir Light" panose="020B0402020203020204" pitchFamily="34" charset="77"/>
              </a:defRPr>
            </a:lvl2pPr>
            <a:lvl3pPr marL="180000" indent="-180000">
              <a:spcBef>
                <a:spcPts val="0"/>
              </a:spcBef>
              <a:spcAft>
                <a:spcPts val="1000"/>
              </a:spcAft>
              <a:buClr>
                <a:schemeClr val="bg1"/>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bg1"/>
              </a:buClr>
              <a:defRPr sz="1400" b="0" i="0">
                <a:solidFill>
                  <a:schemeClr val="bg1"/>
                </a:solidFill>
                <a:latin typeface="Avenir Light" panose="020B0402020203020204" pitchFamily="34" charset="77"/>
              </a:defRPr>
            </a:lvl5pPr>
          </a:lstStyle>
          <a:p>
            <a:pPr lvl="0"/>
            <a:r>
              <a:rPr lang="en-US"/>
              <a:t>Click to edit Master text styles</a:t>
            </a:r>
          </a:p>
        </p:txBody>
      </p:sp>
      <p:sp>
        <p:nvSpPr>
          <p:cNvPr id="22" name="Text Placeholder 9">
            <a:extLst>
              <a:ext uri="{FF2B5EF4-FFF2-40B4-BE49-F238E27FC236}">
                <a16:creationId xmlns:a16="http://schemas.microsoft.com/office/drawing/2014/main" id="{3837F3AA-E78A-7549-97C9-5B1A69B0ED17}"/>
              </a:ext>
            </a:extLst>
          </p:cNvPr>
          <p:cNvSpPr>
            <a:spLocks noGrp="1"/>
          </p:cNvSpPr>
          <p:nvPr>
            <p:ph type="body" sz="quarter" idx="29" hasCustomPrompt="1"/>
          </p:nvPr>
        </p:nvSpPr>
        <p:spPr>
          <a:xfrm>
            <a:off x="7471380" y="1853038"/>
            <a:ext cx="4103077" cy="769929"/>
          </a:xfrm>
        </p:spPr>
        <p:txBody>
          <a:bodyPr lIns="0" tIns="0" rIns="0" bIns="0">
            <a:noAutofit/>
          </a:bodyPr>
          <a:lstStyle>
            <a:lvl1pPr marL="0" indent="0">
              <a:spcBef>
                <a:spcPts val="0"/>
              </a:spcBef>
              <a:spcAft>
                <a:spcPts val="500"/>
              </a:spcAft>
              <a:buNone/>
              <a:defRPr sz="1400" b="0" i="0">
                <a:solidFill>
                  <a:schemeClr val="bg1"/>
                </a:solidFill>
                <a:latin typeface="+mn-lt"/>
              </a:defRPr>
            </a:lvl1pPr>
            <a:lvl2pPr marL="0" indent="0">
              <a:spcBef>
                <a:spcPts val="0"/>
              </a:spcBef>
              <a:spcAft>
                <a:spcPts val="500"/>
              </a:spcAft>
              <a:buNone/>
              <a:defRPr sz="2000" b="0" i="0">
                <a:solidFill>
                  <a:schemeClr val="bg1"/>
                </a:solidFill>
                <a:latin typeface="+mn-lt"/>
              </a:defRPr>
            </a:lvl2pPr>
            <a:lvl3pPr marL="180000" indent="-180000">
              <a:spcBef>
                <a:spcPts val="0"/>
              </a:spcBef>
              <a:spcAft>
                <a:spcPts val="1000"/>
              </a:spcAft>
              <a:buClr>
                <a:schemeClr val="tx2"/>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tx2"/>
              </a:buClr>
              <a:defRPr sz="1400" b="0" i="0">
                <a:solidFill>
                  <a:schemeClr val="bg1"/>
                </a:solidFill>
                <a:latin typeface="Avenir Light" panose="020B0402020203020204" pitchFamily="34" charset="77"/>
              </a:defRPr>
            </a:lvl5pPr>
          </a:lstStyle>
          <a:p>
            <a:pPr lvl="0"/>
            <a:r>
              <a:rPr lang="en-GB"/>
              <a:t>Click to edit master text styles</a:t>
            </a:r>
          </a:p>
          <a:p>
            <a:pPr lvl="1"/>
            <a:endParaRPr lang="en-US"/>
          </a:p>
        </p:txBody>
      </p:sp>
      <p:sp>
        <p:nvSpPr>
          <p:cNvPr id="23" name="Picture Placeholder 16">
            <a:extLst>
              <a:ext uri="{FF2B5EF4-FFF2-40B4-BE49-F238E27FC236}">
                <a16:creationId xmlns:a16="http://schemas.microsoft.com/office/drawing/2014/main" id="{6F499C29-688B-AF4B-81C0-55900B1C347D}"/>
              </a:ext>
            </a:extLst>
          </p:cNvPr>
          <p:cNvSpPr>
            <a:spLocks noGrp="1"/>
          </p:cNvSpPr>
          <p:nvPr>
            <p:ph type="pic" sz="quarter" idx="30"/>
          </p:nvPr>
        </p:nvSpPr>
        <p:spPr>
          <a:xfrm>
            <a:off x="6017353" y="1509031"/>
            <a:ext cx="1160829" cy="1160828"/>
          </a:xfrm>
          <a:prstGeom prst="ellipse">
            <a:avLst/>
          </a:prstGeom>
          <a:solidFill>
            <a:schemeClr val="accent6"/>
          </a:solidFill>
        </p:spPr>
        <p:txBody>
          <a:bodyPr lIns="0" tIns="0" rIns="0" bIns="0">
            <a:normAutofit/>
          </a:bodyPr>
          <a:lstStyle>
            <a:lvl1pPr marL="0" indent="0">
              <a:buNone/>
              <a:defRPr sz="1400" b="0" i="0">
                <a:solidFill>
                  <a:schemeClr val="tx1"/>
                </a:solidFill>
                <a:latin typeface="+mn-lt"/>
              </a:defRPr>
            </a:lvl1pPr>
          </a:lstStyle>
          <a:p>
            <a:r>
              <a:rPr lang="en-US"/>
              <a:t>Click icon to add picture</a:t>
            </a:r>
          </a:p>
        </p:txBody>
      </p:sp>
      <p:sp>
        <p:nvSpPr>
          <p:cNvPr id="24" name="Text Placeholder 9">
            <a:extLst>
              <a:ext uri="{FF2B5EF4-FFF2-40B4-BE49-F238E27FC236}">
                <a16:creationId xmlns:a16="http://schemas.microsoft.com/office/drawing/2014/main" id="{C3A3CF7F-B568-F440-9422-9622A389214B}"/>
              </a:ext>
            </a:extLst>
          </p:cNvPr>
          <p:cNvSpPr>
            <a:spLocks noGrp="1"/>
          </p:cNvSpPr>
          <p:nvPr>
            <p:ph type="body" sz="quarter" idx="31"/>
          </p:nvPr>
        </p:nvSpPr>
        <p:spPr>
          <a:xfrm>
            <a:off x="7471380" y="3052115"/>
            <a:ext cx="4103077" cy="367201"/>
          </a:xfrm>
        </p:spPr>
        <p:txBody>
          <a:bodyPr lIns="0" tIns="0" rIns="0" bIns="0">
            <a:noAutofit/>
          </a:bodyPr>
          <a:lstStyle>
            <a:lvl1pPr marL="0" indent="0">
              <a:spcBef>
                <a:spcPts val="0"/>
              </a:spcBef>
              <a:spcAft>
                <a:spcPts val="1000"/>
              </a:spcAft>
              <a:buNone/>
              <a:defRPr sz="2000" b="1" i="0">
                <a:solidFill>
                  <a:schemeClr val="bg1"/>
                </a:solidFill>
                <a:latin typeface="+mn-lt"/>
              </a:defRPr>
            </a:lvl1pPr>
            <a:lvl2pPr marL="0" indent="0">
              <a:spcBef>
                <a:spcPts val="0"/>
              </a:spcBef>
              <a:spcAft>
                <a:spcPts val="1000"/>
              </a:spcAft>
              <a:buNone/>
              <a:defRPr sz="2000" b="0" i="0">
                <a:solidFill>
                  <a:schemeClr val="bg1"/>
                </a:solidFill>
                <a:latin typeface="Avenir Light" panose="020B0402020203020204" pitchFamily="34" charset="77"/>
              </a:defRPr>
            </a:lvl2pPr>
            <a:lvl3pPr marL="180000" indent="-180000">
              <a:spcBef>
                <a:spcPts val="0"/>
              </a:spcBef>
              <a:spcAft>
                <a:spcPts val="1000"/>
              </a:spcAft>
              <a:buClr>
                <a:schemeClr val="bg1"/>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bg1"/>
              </a:buClr>
              <a:defRPr sz="1400" b="0" i="0">
                <a:solidFill>
                  <a:schemeClr val="bg1"/>
                </a:solidFill>
                <a:latin typeface="Avenir Light" panose="020B0402020203020204" pitchFamily="34" charset="77"/>
              </a:defRPr>
            </a:lvl5pPr>
          </a:lstStyle>
          <a:p>
            <a:pPr lvl="0"/>
            <a:r>
              <a:rPr lang="en-US"/>
              <a:t>Click to edit Master text styles</a:t>
            </a:r>
          </a:p>
        </p:txBody>
      </p:sp>
      <p:sp>
        <p:nvSpPr>
          <p:cNvPr id="25" name="Text Placeholder 9">
            <a:extLst>
              <a:ext uri="{FF2B5EF4-FFF2-40B4-BE49-F238E27FC236}">
                <a16:creationId xmlns:a16="http://schemas.microsoft.com/office/drawing/2014/main" id="{FE455FCA-7D96-584A-89E4-AE95F11318FD}"/>
              </a:ext>
            </a:extLst>
          </p:cNvPr>
          <p:cNvSpPr>
            <a:spLocks noGrp="1"/>
          </p:cNvSpPr>
          <p:nvPr>
            <p:ph type="body" sz="quarter" idx="32" hasCustomPrompt="1"/>
          </p:nvPr>
        </p:nvSpPr>
        <p:spPr>
          <a:xfrm>
            <a:off x="7471380" y="3396122"/>
            <a:ext cx="4103077" cy="769929"/>
          </a:xfrm>
        </p:spPr>
        <p:txBody>
          <a:bodyPr lIns="0" tIns="0" rIns="0" bIns="0">
            <a:noAutofit/>
          </a:bodyPr>
          <a:lstStyle>
            <a:lvl1pPr marL="0" indent="0">
              <a:spcBef>
                <a:spcPts val="0"/>
              </a:spcBef>
              <a:spcAft>
                <a:spcPts val="500"/>
              </a:spcAft>
              <a:buNone/>
              <a:defRPr sz="1400" b="0" i="0">
                <a:solidFill>
                  <a:schemeClr val="bg1"/>
                </a:solidFill>
                <a:latin typeface="+mn-lt"/>
              </a:defRPr>
            </a:lvl1pPr>
            <a:lvl2pPr marL="0" indent="0">
              <a:spcBef>
                <a:spcPts val="0"/>
              </a:spcBef>
              <a:spcAft>
                <a:spcPts val="500"/>
              </a:spcAft>
              <a:buNone/>
              <a:defRPr sz="2000" b="0" i="0">
                <a:solidFill>
                  <a:schemeClr val="bg1"/>
                </a:solidFill>
                <a:latin typeface="+mn-lt"/>
              </a:defRPr>
            </a:lvl2pPr>
            <a:lvl3pPr marL="180000" indent="-180000">
              <a:spcBef>
                <a:spcPts val="0"/>
              </a:spcBef>
              <a:spcAft>
                <a:spcPts val="1000"/>
              </a:spcAft>
              <a:buClr>
                <a:schemeClr val="tx2"/>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tx2"/>
              </a:buClr>
              <a:defRPr sz="1400" b="0" i="0">
                <a:solidFill>
                  <a:schemeClr val="bg1"/>
                </a:solidFill>
                <a:latin typeface="Avenir Light" panose="020B0402020203020204" pitchFamily="34" charset="77"/>
              </a:defRPr>
            </a:lvl5pPr>
          </a:lstStyle>
          <a:p>
            <a:pPr lvl="0"/>
            <a:r>
              <a:rPr lang="en-GB"/>
              <a:t>Click to edit master text styles</a:t>
            </a:r>
          </a:p>
          <a:p>
            <a:pPr lvl="1"/>
            <a:endParaRPr lang="en-US"/>
          </a:p>
        </p:txBody>
      </p:sp>
      <p:sp>
        <p:nvSpPr>
          <p:cNvPr id="26" name="Picture Placeholder 16">
            <a:extLst>
              <a:ext uri="{FF2B5EF4-FFF2-40B4-BE49-F238E27FC236}">
                <a16:creationId xmlns:a16="http://schemas.microsoft.com/office/drawing/2014/main" id="{2C513262-C2BF-4C47-8AC0-144A3E43CA1C}"/>
              </a:ext>
            </a:extLst>
          </p:cNvPr>
          <p:cNvSpPr>
            <a:spLocks noGrp="1"/>
          </p:cNvSpPr>
          <p:nvPr>
            <p:ph type="pic" sz="quarter" idx="33"/>
          </p:nvPr>
        </p:nvSpPr>
        <p:spPr>
          <a:xfrm>
            <a:off x="6017353" y="3052115"/>
            <a:ext cx="1160829" cy="1160828"/>
          </a:xfrm>
          <a:prstGeom prst="ellipse">
            <a:avLst/>
          </a:prstGeom>
          <a:solidFill>
            <a:schemeClr val="accent6"/>
          </a:solidFill>
        </p:spPr>
        <p:txBody>
          <a:bodyPr lIns="0" tIns="0" rIns="0" bIns="0">
            <a:normAutofit/>
          </a:bodyPr>
          <a:lstStyle>
            <a:lvl1pPr marL="0" indent="0">
              <a:buNone/>
              <a:defRPr sz="1400" b="0" i="0">
                <a:solidFill>
                  <a:schemeClr val="tx1"/>
                </a:solidFill>
                <a:latin typeface="+mn-lt"/>
              </a:defRPr>
            </a:lvl1pPr>
          </a:lstStyle>
          <a:p>
            <a:r>
              <a:rPr lang="en-US"/>
              <a:t>Click icon to add picture</a:t>
            </a:r>
          </a:p>
        </p:txBody>
      </p:sp>
      <p:sp>
        <p:nvSpPr>
          <p:cNvPr id="27" name="Text Placeholder 9">
            <a:extLst>
              <a:ext uri="{FF2B5EF4-FFF2-40B4-BE49-F238E27FC236}">
                <a16:creationId xmlns:a16="http://schemas.microsoft.com/office/drawing/2014/main" id="{9CD5A10C-F99E-6340-A49F-9AFCA6C4243B}"/>
              </a:ext>
            </a:extLst>
          </p:cNvPr>
          <p:cNvSpPr>
            <a:spLocks noGrp="1"/>
          </p:cNvSpPr>
          <p:nvPr>
            <p:ph type="body" sz="quarter" idx="34"/>
          </p:nvPr>
        </p:nvSpPr>
        <p:spPr>
          <a:xfrm>
            <a:off x="7471380" y="4595199"/>
            <a:ext cx="4103077" cy="367201"/>
          </a:xfrm>
        </p:spPr>
        <p:txBody>
          <a:bodyPr lIns="0" tIns="0" rIns="0" bIns="0">
            <a:noAutofit/>
          </a:bodyPr>
          <a:lstStyle>
            <a:lvl1pPr marL="0" indent="0">
              <a:spcBef>
                <a:spcPts val="0"/>
              </a:spcBef>
              <a:spcAft>
                <a:spcPts val="1000"/>
              </a:spcAft>
              <a:buNone/>
              <a:defRPr sz="2000" b="1" i="0">
                <a:solidFill>
                  <a:schemeClr val="bg1"/>
                </a:solidFill>
                <a:latin typeface="+mn-lt"/>
              </a:defRPr>
            </a:lvl1pPr>
            <a:lvl2pPr marL="0" indent="0">
              <a:spcBef>
                <a:spcPts val="0"/>
              </a:spcBef>
              <a:spcAft>
                <a:spcPts val="1000"/>
              </a:spcAft>
              <a:buNone/>
              <a:defRPr sz="2000" b="0" i="0">
                <a:solidFill>
                  <a:schemeClr val="bg1"/>
                </a:solidFill>
                <a:latin typeface="Avenir Light" panose="020B0402020203020204" pitchFamily="34" charset="77"/>
              </a:defRPr>
            </a:lvl2pPr>
            <a:lvl3pPr marL="180000" indent="-180000">
              <a:spcBef>
                <a:spcPts val="0"/>
              </a:spcBef>
              <a:spcAft>
                <a:spcPts val="1000"/>
              </a:spcAft>
              <a:buClr>
                <a:schemeClr val="bg1"/>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bg1"/>
              </a:buClr>
              <a:defRPr sz="1400" b="0" i="0">
                <a:solidFill>
                  <a:schemeClr val="bg1"/>
                </a:solidFill>
                <a:latin typeface="Avenir Light" panose="020B0402020203020204" pitchFamily="34" charset="77"/>
              </a:defRPr>
            </a:lvl5pPr>
          </a:lstStyle>
          <a:p>
            <a:pPr lvl="0"/>
            <a:r>
              <a:rPr lang="en-US"/>
              <a:t>Click to edit Master text styles</a:t>
            </a:r>
          </a:p>
        </p:txBody>
      </p:sp>
      <p:sp>
        <p:nvSpPr>
          <p:cNvPr id="28" name="Text Placeholder 9">
            <a:extLst>
              <a:ext uri="{FF2B5EF4-FFF2-40B4-BE49-F238E27FC236}">
                <a16:creationId xmlns:a16="http://schemas.microsoft.com/office/drawing/2014/main" id="{F6806028-EFCE-2441-8849-0E372E0A7658}"/>
              </a:ext>
            </a:extLst>
          </p:cNvPr>
          <p:cNvSpPr>
            <a:spLocks noGrp="1"/>
          </p:cNvSpPr>
          <p:nvPr>
            <p:ph type="body" sz="quarter" idx="35" hasCustomPrompt="1"/>
          </p:nvPr>
        </p:nvSpPr>
        <p:spPr>
          <a:xfrm>
            <a:off x="7471380" y="4939206"/>
            <a:ext cx="4103077" cy="769929"/>
          </a:xfrm>
        </p:spPr>
        <p:txBody>
          <a:bodyPr lIns="0" tIns="0" rIns="0" bIns="0">
            <a:noAutofit/>
          </a:bodyPr>
          <a:lstStyle>
            <a:lvl1pPr marL="0" indent="0">
              <a:spcBef>
                <a:spcPts val="0"/>
              </a:spcBef>
              <a:spcAft>
                <a:spcPts val="500"/>
              </a:spcAft>
              <a:buNone/>
              <a:defRPr sz="1400" b="0" i="0">
                <a:solidFill>
                  <a:schemeClr val="bg1"/>
                </a:solidFill>
                <a:latin typeface="+mn-lt"/>
              </a:defRPr>
            </a:lvl1pPr>
            <a:lvl2pPr marL="0" indent="0">
              <a:spcBef>
                <a:spcPts val="0"/>
              </a:spcBef>
              <a:spcAft>
                <a:spcPts val="500"/>
              </a:spcAft>
              <a:buNone/>
              <a:defRPr sz="2000" b="0" i="0">
                <a:solidFill>
                  <a:schemeClr val="bg1"/>
                </a:solidFill>
                <a:latin typeface="+mn-lt"/>
              </a:defRPr>
            </a:lvl2pPr>
            <a:lvl3pPr marL="180000" indent="-180000">
              <a:spcBef>
                <a:spcPts val="0"/>
              </a:spcBef>
              <a:spcAft>
                <a:spcPts val="1000"/>
              </a:spcAft>
              <a:buClr>
                <a:schemeClr val="tx2"/>
              </a:buClr>
              <a:defRPr sz="2000" b="0" i="0">
                <a:solidFill>
                  <a:schemeClr val="bg1"/>
                </a:solidFill>
                <a:latin typeface="Avenir Light" panose="020B0402020203020204" pitchFamily="34" charset="77"/>
              </a:defRPr>
            </a:lvl3pPr>
            <a:lvl4pPr marL="0" indent="0">
              <a:spcBef>
                <a:spcPts val="0"/>
              </a:spcBef>
              <a:spcAft>
                <a:spcPts val="1000"/>
              </a:spcAft>
              <a:buFontTx/>
              <a:buNone/>
              <a:defRPr sz="1400" b="0" i="0">
                <a:solidFill>
                  <a:schemeClr val="bg1"/>
                </a:solidFill>
                <a:latin typeface="Avenir Light" panose="020B0402020203020204" pitchFamily="34" charset="77"/>
              </a:defRPr>
            </a:lvl4pPr>
            <a:lvl5pPr marL="180000" indent="-180000">
              <a:spcBef>
                <a:spcPts val="0"/>
              </a:spcBef>
              <a:spcAft>
                <a:spcPts val="1000"/>
              </a:spcAft>
              <a:buClr>
                <a:schemeClr val="tx2"/>
              </a:buClr>
              <a:defRPr sz="1400" b="0" i="0">
                <a:solidFill>
                  <a:schemeClr val="bg1"/>
                </a:solidFill>
                <a:latin typeface="Avenir Light" panose="020B0402020203020204" pitchFamily="34" charset="77"/>
              </a:defRPr>
            </a:lvl5pPr>
          </a:lstStyle>
          <a:p>
            <a:pPr lvl="0"/>
            <a:r>
              <a:rPr lang="en-GB"/>
              <a:t>Click to edit master text styles</a:t>
            </a:r>
          </a:p>
          <a:p>
            <a:pPr lvl="1"/>
            <a:endParaRPr lang="en-US"/>
          </a:p>
        </p:txBody>
      </p:sp>
      <p:sp>
        <p:nvSpPr>
          <p:cNvPr id="29" name="Picture Placeholder 16">
            <a:extLst>
              <a:ext uri="{FF2B5EF4-FFF2-40B4-BE49-F238E27FC236}">
                <a16:creationId xmlns:a16="http://schemas.microsoft.com/office/drawing/2014/main" id="{1E640627-D544-3447-89D1-389BED007078}"/>
              </a:ext>
            </a:extLst>
          </p:cNvPr>
          <p:cNvSpPr>
            <a:spLocks noGrp="1"/>
          </p:cNvSpPr>
          <p:nvPr>
            <p:ph type="pic" sz="quarter" idx="36"/>
          </p:nvPr>
        </p:nvSpPr>
        <p:spPr>
          <a:xfrm>
            <a:off x="6017353" y="4595199"/>
            <a:ext cx="1160829" cy="1160828"/>
          </a:xfrm>
          <a:prstGeom prst="ellipse">
            <a:avLst/>
          </a:prstGeom>
          <a:solidFill>
            <a:schemeClr val="accent6"/>
          </a:solidFill>
        </p:spPr>
        <p:txBody>
          <a:bodyPr lIns="0" tIns="0" rIns="0" bIns="0">
            <a:normAutofit/>
          </a:bodyPr>
          <a:lstStyle>
            <a:lvl1pPr marL="0" indent="0">
              <a:buNone/>
              <a:defRPr sz="1400" b="0" i="0">
                <a:solidFill>
                  <a:schemeClr val="tx1"/>
                </a:solidFill>
                <a:latin typeface="+mn-lt"/>
              </a:defRPr>
            </a:lvl1pPr>
          </a:lstStyle>
          <a:p>
            <a:r>
              <a:rPr lang="en-US"/>
              <a:t>Click icon to add picture</a:t>
            </a:r>
          </a:p>
        </p:txBody>
      </p:sp>
      <p:sp>
        <p:nvSpPr>
          <p:cNvPr id="32" name="TextBox 31">
            <a:extLst>
              <a:ext uri="{FF2B5EF4-FFF2-40B4-BE49-F238E27FC236}">
                <a16:creationId xmlns:a16="http://schemas.microsoft.com/office/drawing/2014/main" id="{2106CB99-21EA-834C-9040-612CCA63ADA5}"/>
              </a:ext>
            </a:extLst>
          </p:cNvPr>
          <p:cNvSpPr txBox="1"/>
          <p:nvPr userDrawn="1"/>
        </p:nvSpPr>
        <p:spPr>
          <a:xfrm>
            <a:off x="433755" y="6218083"/>
            <a:ext cx="231992" cy="3636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217A898-970D-3041-86C6-F4A15857945A}" type="slidenum">
              <a:rPr lang="en-US" sz="800" smtClean="0">
                <a:solidFill>
                  <a:schemeClr val="bg1"/>
                </a:solidFill>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800">
              <a:solidFill>
                <a:schemeClr val="bg1"/>
              </a:solidFill>
            </a:endParaRPr>
          </a:p>
        </p:txBody>
      </p:sp>
      <p:sp>
        <p:nvSpPr>
          <p:cNvPr id="33" name="Footer Placeholder 4">
            <a:extLst>
              <a:ext uri="{FF2B5EF4-FFF2-40B4-BE49-F238E27FC236}">
                <a16:creationId xmlns:a16="http://schemas.microsoft.com/office/drawing/2014/main" id="{311C9B54-DD16-B142-B1F8-DEE5E3EF4941}"/>
              </a:ext>
            </a:extLst>
          </p:cNvPr>
          <p:cNvSpPr txBox="1">
            <a:spLocks/>
          </p:cNvSpPr>
          <p:nvPr userDrawn="1"/>
        </p:nvSpPr>
        <p:spPr>
          <a:xfrm>
            <a:off x="694800" y="6195600"/>
            <a:ext cx="2887306" cy="367200"/>
          </a:xfrm>
          <a:prstGeom prst="rect">
            <a:avLst/>
          </a:prstGeom>
        </p:spPr>
        <p:txBody>
          <a:bodyPr lIns="0" tIns="0" rIns="0" bIns="0" anchor="ctr" anchorCtr="0"/>
          <a:lstStyle>
            <a:defPPr>
              <a:defRPr lang="en-US"/>
            </a:defPPr>
            <a:lvl1pPr marL="0" algn="l" defTabSz="914400" rtl="0" eaLnBrk="1" latinLnBrk="0" hangingPunct="1">
              <a:defRPr sz="1200" b="1" i="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we commit. we deliver.</a:t>
            </a:r>
          </a:p>
        </p:txBody>
      </p:sp>
    </p:spTree>
    <p:extLst>
      <p:ext uri="{BB962C8B-B14F-4D97-AF65-F5344CB8AC3E}">
        <p14:creationId xmlns:p14="http://schemas.microsoft.com/office/powerpoint/2010/main" val="792156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losing Slide 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E030283-F2A9-BC0D-EE2E-2231C3D37C95}"/>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5"/>
            <a:ext cx="12191999" cy="6858005"/>
          </a:xfrm>
          <a:prstGeom prst="rect">
            <a:avLst/>
          </a:prstGeom>
        </p:spPr>
      </p:pic>
      <p:sp>
        <p:nvSpPr>
          <p:cNvPr id="19" name="Rectangle 18">
            <a:extLst>
              <a:ext uri="{FF2B5EF4-FFF2-40B4-BE49-F238E27FC236}">
                <a16:creationId xmlns:a16="http://schemas.microsoft.com/office/drawing/2014/main" id="{461B5F0B-DAF7-4B57-59FA-3B36E564D34E}"/>
              </a:ext>
            </a:extLst>
          </p:cNvPr>
          <p:cNvSpPr/>
          <p:nvPr userDrawn="1"/>
        </p:nvSpPr>
        <p:spPr>
          <a:xfrm flipH="1">
            <a:off x="-1" y="3508513"/>
            <a:ext cx="10171872" cy="3349487"/>
          </a:xfrm>
          <a:prstGeom prst="rect">
            <a:avLst/>
          </a:prstGeom>
          <a:gradFill flip="none" rotWithShape="1">
            <a:gsLst>
              <a:gs pos="0">
                <a:schemeClr val="bg1">
                  <a:alpha val="77158"/>
                </a:schemeClr>
              </a:gs>
              <a:gs pos="95000">
                <a:schemeClr val="bg1">
                  <a:alpha val="0"/>
                </a:schemeClr>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62F4EEE-DFA6-2072-B668-15442982A219}"/>
              </a:ext>
            </a:extLst>
          </p:cNvPr>
          <p:cNvSpPr/>
          <p:nvPr userDrawn="1"/>
        </p:nvSpPr>
        <p:spPr>
          <a:xfrm rot="10800000">
            <a:off x="-4" y="-6"/>
            <a:ext cx="6970430" cy="5035829"/>
          </a:xfrm>
          <a:prstGeom prst="rect">
            <a:avLst/>
          </a:prstGeom>
          <a:gradFill flip="none" rotWithShape="1">
            <a:gsLst>
              <a:gs pos="30000">
                <a:schemeClr val="bg1"/>
              </a:gs>
              <a:gs pos="100000">
                <a:schemeClr val="bg1">
                  <a:alpha val="0"/>
                </a:schemeClr>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D552E86-214E-7876-E148-13FAEBDC77D6}"/>
              </a:ext>
            </a:extLst>
          </p:cNvPr>
          <p:cNvSpPr/>
          <p:nvPr userDrawn="1"/>
        </p:nvSpPr>
        <p:spPr>
          <a:xfrm>
            <a:off x="6843712" y="3978330"/>
            <a:ext cx="5348287" cy="2879670"/>
          </a:xfrm>
          <a:prstGeom prst="rect">
            <a:avLst/>
          </a:prstGeom>
          <a:gradFill flip="none" rotWithShape="1">
            <a:gsLst>
              <a:gs pos="0">
                <a:schemeClr val="tx1">
                  <a:lumMod val="0"/>
                </a:schemeClr>
              </a:gs>
              <a:gs pos="61000">
                <a:schemeClr val="bg1">
                  <a:alpha val="0"/>
                  <a:lumMod val="0"/>
                </a:schemeClr>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itle 1">
            <a:extLst>
              <a:ext uri="{FF2B5EF4-FFF2-40B4-BE49-F238E27FC236}">
                <a16:creationId xmlns:a16="http://schemas.microsoft.com/office/drawing/2014/main" id="{97772D9D-DBA1-32D7-E1A8-61A74F9384C6}"/>
              </a:ext>
            </a:extLst>
          </p:cNvPr>
          <p:cNvSpPr>
            <a:spLocks noGrp="1"/>
          </p:cNvSpPr>
          <p:nvPr>
            <p:ph type="ctrTitle" hasCustomPrompt="1"/>
          </p:nvPr>
        </p:nvSpPr>
        <p:spPr>
          <a:xfrm>
            <a:off x="433754" y="243379"/>
            <a:ext cx="5013457" cy="1655762"/>
          </a:xfrm>
        </p:spPr>
        <p:txBody>
          <a:bodyPr lIns="0" tIns="0" rIns="0" bIns="0" anchor="b" anchorCtr="0">
            <a:normAutofit/>
          </a:bodyPr>
          <a:lstStyle>
            <a:lvl1pPr algn="l">
              <a:lnSpc>
                <a:spcPct val="90000"/>
              </a:lnSpc>
              <a:defRPr sz="5000" b="1" i="0" spc="-100" baseline="0">
                <a:solidFill>
                  <a:schemeClr val="tx1"/>
                </a:solidFill>
                <a:latin typeface="+mj-lt"/>
              </a:defRPr>
            </a:lvl1pPr>
          </a:lstStyle>
          <a:p>
            <a:r>
              <a:rPr lang="en-US"/>
              <a:t>click to add title</a:t>
            </a:r>
          </a:p>
        </p:txBody>
      </p:sp>
      <p:grpSp>
        <p:nvGrpSpPr>
          <p:cNvPr id="23" name="Graphic 9">
            <a:extLst>
              <a:ext uri="{FF2B5EF4-FFF2-40B4-BE49-F238E27FC236}">
                <a16:creationId xmlns:a16="http://schemas.microsoft.com/office/drawing/2014/main" id="{9976D252-EF03-AAA9-C140-19A60EB9D609}"/>
              </a:ext>
            </a:extLst>
          </p:cNvPr>
          <p:cNvGrpSpPr/>
          <p:nvPr userDrawn="1"/>
        </p:nvGrpSpPr>
        <p:grpSpPr>
          <a:xfrm>
            <a:off x="9566520" y="6132442"/>
            <a:ext cx="2320836" cy="430236"/>
            <a:chOff x="9566520" y="6132442"/>
            <a:chExt cx="2320836" cy="430236"/>
          </a:xfrm>
        </p:grpSpPr>
        <p:sp>
          <p:nvSpPr>
            <p:cNvPr id="24" name="Freeform 23">
              <a:extLst>
                <a:ext uri="{FF2B5EF4-FFF2-40B4-BE49-F238E27FC236}">
                  <a16:creationId xmlns:a16="http://schemas.microsoft.com/office/drawing/2014/main" id="{2E5AC9BE-843D-8260-44CA-49B78B9C3F39}"/>
                </a:ext>
              </a:extLst>
            </p:cNvPr>
            <p:cNvSpPr/>
            <p:nvPr/>
          </p:nvSpPr>
          <p:spPr>
            <a:xfrm>
              <a:off x="9910919" y="6276496"/>
              <a:ext cx="278075" cy="286181"/>
            </a:xfrm>
            <a:custGeom>
              <a:avLst/>
              <a:gdLst>
                <a:gd name="connsiteX0" fmla="*/ 147117 w 278075"/>
                <a:gd name="connsiteY0" fmla="*/ 241617 h 286181"/>
                <a:gd name="connsiteX1" fmla="*/ 225500 w 278075"/>
                <a:gd name="connsiteY1" fmla="*/ 201869 h 286181"/>
                <a:gd name="connsiteX2" fmla="*/ 265776 w 278075"/>
                <a:gd name="connsiteY2" fmla="*/ 224754 h 286181"/>
                <a:gd name="connsiteX3" fmla="*/ 145911 w 278075"/>
                <a:gd name="connsiteY3" fmla="*/ 286182 h 286181"/>
                <a:gd name="connsiteX4" fmla="*/ 0 w 278075"/>
                <a:gd name="connsiteY4" fmla="*/ 143091 h 286181"/>
                <a:gd name="connsiteX5" fmla="*/ 142535 w 278075"/>
                <a:gd name="connsiteY5" fmla="*/ 0 h 286181"/>
                <a:gd name="connsiteX6" fmla="*/ 278076 w 278075"/>
                <a:gd name="connsiteY6" fmla="*/ 143573 h 286181"/>
                <a:gd name="connsiteX7" fmla="*/ 276388 w 278075"/>
                <a:gd name="connsiteY7" fmla="*/ 164771 h 286181"/>
                <a:gd name="connsiteX8" fmla="*/ 48718 w 278075"/>
                <a:gd name="connsiteY8" fmla="*/ 164771 h 286181"/>
                <a:gd name="connsiteX9" fmla="*/ 147117 w 278075"/>
                <a:gd name="connsiteY9" fmla="*/ 241617 h 286181"/>
                <a:gd name="connsiteX10" fmla="*/ 48718 w 278075"/>
                <a:gd name="connsiteY10" fmla="*/ 123338 h 286181"/>
                <a:gd name="connsiteX11" fmla="*/ 230564 w 278075"/>
                <a:gd name="connsiteY11" fmla="*/ 123338 h 286181"/>
                <a:gd name="connsiteX12" fmla="*/ 142776 w 278075"/>
                <a:gd name="connsiteY12" fmla="*/ 44565 h 286181"/>
                <a:gd name="connsiteX13" fmla="*/ 48718 w 278075"/>
                <a:gd name="connsiteY13" fmla="*/ 123338 h 28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8075" h="286181">
                  <a:moveTo>
                    <a:pt x="147117" y="241617"/>
                  </a:moveTo>
                  <a:cubicBezTo>
                    <a:pt x="184741" y="241617"/>
                    <a:pt x="211994" y="224272"/>
                    <a:pt x="225500" y="201869"/>
                  </a:cubicBezTo>
                  <a:lnTo>
                    <a:pt x="265776" y="224754"/>
                  </a:lnTo>
                  <a:cubicBezTo>
                    <a:pt x="241900" y="261852"/>
                    <a:pt x="200417" y="286182"/>
                    <a:pt x="145911" y="286182"/>
                  </a:cubicBezTo>
                  <a:cubicBezTo>
                    <a:pt x="58365" y="286182"/>
                    <a:pt x="0" y="224754"/>
                    <a:pt x="0" y="143091"/>
                  </a:cubicBezTo>
                  <a:cubicBezTo>
                    <a:pt x="0" y="62632"/>
                    <a:pt x="57641" y="0"/>
                    <a:pt x="142535" y="0"/>
                  </a:cubicBezTo>
                  <a:cubicBezTo>
                    <a:pt x="224776" y="0"/>
                    <a:pt x="278076" y="67450"/>
                    <a:pt x="278076" y="143573"/>
                  </a:cubicBezTo>
                  <a:cubicBezTo>
                    <a:pt x="278076" y="150559"/>
                    <a:pt x="277594" y="157785"/>
                    <a:pt x="276388" y="164771"/>
                  </a:cubicBezTo>
                  <a:lnTo>
                    <a:pt x="48718" y="164771"/>
                  </a:lnTo>
                  <a:cubicBezTo>
                    <a:pt x="57882" y="213673"/>
                    <a:pt x="96712" y="241376"/>
                    <a:pt x="147117" y="241617"/>
                  </a:cubicBezTo>
                  <a:moveTo>
                    <a:pt x="48718" y="123338"/>
                  </a:moveTo>
                  <a:lnTo>
                    <a:pt x="230564" y="123338"/>
                  </a:lnTo>
                  <a:cubicBezTo>
                    <a:pt x="222364" y="69618"/>
                    <a:pt x="183535" y="44565"/>
                    <a:pt x="142776" y="44565"/>
                  </a:cubicBezTo>
                  <a:cubicBezTo>
                    <a:pt x="91647" y="44565"/>
                    <a:pt x="56194" y="76122"/>
                    <a:pt x="48718" y="123338"/>
                  </a:cubicBezTo>
                </a:path>
              </a:pathLst>
            </a:custGeom>
            <a:solidFill>
              <a:srgbClr val="FFFFFF"/>
            </a:solidFill>
            <a:ln w="2406"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9A16E8FD-9392-1EC6-B8D4-06062DE3458A}"/>
                </a:ext>
              </a:extLst>
            </p:cNvPr>
            <p:cNvSpPr/>
            <p:nvPr/>
          </p:nvSpPr>
          <p:spPr>
            <a:xfrm>
              <a:off x="10243742" y="6132442"/>
              <a:ext cx="47270" cy="423009"/>
            </a:xfrm>
            <a:custGeom>
              <a:avLst/>
              <a:gdLst>
                <a:gd name="connsiteX0" fmla="*/ 0 w 47270"/>
                <a:gd name="connsiteY0" fmla="*/ 0 h 423009"/>
                <a:gd name="connsiteX1" fmla="*/ 47270 w 47270"/>
                <a:gd name="connsiteY1" fmla="*/ 0 h 423009"/>
                <a:gd name="connsiteX2" fmla="*/ 47270 w 47270"/>
                <a:gd name="connsiteY2" fmla="*/ 423010 h 423009"/>
                <a:gd name="connsiteX3" fmla="*/ 0 w 47270"/>
                <a:gd name="connsiteY3" fmla="*/ 423010 h 423009"/>
              </a:gdLst>
              <a:ahLst/>
              <a:cxnLst>
                <a:cxn ang="0">
                  <a:pos x="connsiteX0" y="connsiteY0"/>
                </a:cxn>
                <a:cxn ang="0">
                  <a:pos x="connsiteX1" y="connsiteY1"/>
                </a:cxn>
                <a:cxn ang="0">
                  <a:pos x="connsiteX2" y="connsiteY2"/>
                </a:cxn>
                <a:cxn ang="0">
                  <a:pos x="connsiteX3" y="connsiteY3"/>
                </a:cxn>
              </a:cxnLst>
              <a:rect l="l" t="t" r="r" b="b"/>
              <a:pathLst>
                <a:path w="47270" h="423009">
                  <a:moveTo>
                    <a:pt x="0" y="0"/>
                  </a:moveTo>
                  <a:lnTo>
                    <a:pt x="47270" y="0"/>
                  </a:lnTo>
                  <a:lnTo>
                    <a:pt x="47270" y="423010"/>
                  </a:lnTo>
                  <a:lnTo>
                    <a:pt x="0" y="423010"/>
                  </a:lnTo>
                  <a:close/>
                </a:path>
              </a:pathLst>
            </a:custGeom>
            <a:solidFill>
              <a:srgbClr val="FFFFFF"/>
            </a:solidFill>
            <a:ln w="2406"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E28D0A49-367A-934A-6E56-016F2EF643AA}"/>
                </a:ext>
              </a:extLst>
            </p:cNvPr>
            <p:cNvSpPr/>
            <p:nvPr/>
          </p:nvSpPr>
          <p:spPr>
            <a:xfrm>
              <a:off x="10348171" y="6276496"/>
              <a:ext cx="287964" cy="286181"/>
            </a:xfrm>
            <a:custGeom>
              <a:avLst/>
              <a:gdLst>
                <a:gd name="connsiteX0" fmla="*/ 287964 w 287964"/>
                <a:gd name="connsiteY0" fmla="*/ 7227 h 286181"/>
                <a:gd name="connsiteX1" fmla="*/ 287964 w 287964"/>
                <a:gd name="connsiteY1" fmla="*/ 278955 h 286181"/>
                <a:gd name="connsiteX2" fmla="*/ 240694 w 287964"/>
                <a:gd name="connsiteY2" fmla="*/ 278955 h 286181"/>
                <a:gd name="connsiteX3" fmla="*/ 240694 w 287964"/>
                <a:gd name="connsiteY3" fmla="*/ 232222 h 286181"/>
                <a:gd name="connsiteX4" fmla="*/ 137712 w 287964"/>
                <a:gd name="connsiteY4" fmla="*/ 286182 h 286181"/>
                <a:gd name="connsiteX5" fmla="*/ 0 w 287964"/>
                <a:gd name="connsiteY5" fmla="*/ 143091 h 286181"/>
                <a:gd name="connsiteX6" fmla="*/ 137712 w 287964"/>
                <a:gd name="connsiteY6" fmla="*/ 0 h 286181"/>
                <a:gd name="connsiteX7" fmla="*/ 240694 w 287964"/>
                <a:gd name="connsiteY7" fmla="*/ 53719 h 286181"/>
                <a:gd name="connsiteX8" fmla="*/ 240694 w 287964"/>
                <a:gd name="connsiteY8" fmla="*/ 7227 h 286181"/>
                <a:gd name="connsiteX9" fmla="*/ 287964 w 287964"/>
                <a:gd name="connsiteY9" fmla="*/ 7227 h 286181"/>
                <a:gd name="connsiteX10" fmla="*/ 240694 w 287964"/>
                <a:gd name="connsiteY10" fmla="*/ 143091 h 286181"/>
                <a:gd name="connsiteX11" fmla="*/ 143741 w 287964"/>
                <a:gd name="connsiteY11" fmla="*/ 45770 h 286181"/>
                <a:gd name="connsiteX12" fmla="*/ 47271 w 287964"/>
                <a:gd name="connsiteY12" fmla="*/ 143091 h 286181"/>
                <a:gd name="connsiteX13" fmla="*/ 143741 w 287964"/>
                <a:gd name="connsiteY13" fmla="*/ 240412 h 286181"/>
                <a:gd name="connsiteX14" fmla="*/ 240694 w 287964"/>
                <a:gd name="connsiteY14" fmla="*/ 143091 h 28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7964" h="286181">
                  <a:moveTo>
                    <a:pt x="287964" y="7227"/>
                  </a:moveTo>
                  <a:lnTo>
                    <a:pt x="287964" y="278955"/>
                  </a:lnTo>
                  <a:lnTo>
                    <a:pt x="240694" y="278955"/>
                  </a:lnTo>
                  <a:lnTo>
                    <a:pt x="240694" y="232222"/>
                  </a:lnTo>
                  <a:cubicBezTo>
                    <a:pt x="218988" y="265465"/>
                    <a:pt x="184017" y="286182"/>
                    <a:pt x="137712" y="286182"/>
                  </a:cubicBezTo>
                  <a:cubicBezTo>
                    <a:pt x="61982" y="286182"/>
                    <a:pt x="0" y="223550"/>
                    <a:pt x="0" y="143091"/>
                  </a:cubicBezTo>
                  <a:cubicBezTo>
                    <a:pt x="0" y="62632"/>
                    <a:pt x="61982" y="0"/>
                    <a:pt x="137712" y="0"/>
                  </a:cubicBezTo>
                  <a:cubicBezTo>
                    <a:pt x="184017" y="0"/>
                    <a:pt x="218747" y="20717"/>
                    <a:pt x="240694" y="53719"/>
                  </a:cubicBezTo>
                  <a:lnTo>
                    <a:pt x="240694" y="7227"/>
                  </a:lnTo>
                  <a:lnTo>
                    <a:pt x="287964" y="7227"/>
                  </a:lnTo>
                  <a:close/>
                  <a:moveTo>
                    <a:pt x="240694" y="143091"/>
                  </a:moveTo>
                  <a:cubicBezTo>
                    <a:pt x="240694" y="87685"/>
                    <a:pt x="198729" y="45770"/>
                    <a:pt x="143741" y="45770"/>
                  </a:cubicBezTo>
                  <a:cubicBezTo>
                    <a:pt x="89235" y="45770"/>
                    <a:pt x="47271" y="87685"/>
                    <a:pt x="47271" y="143091"/>
                  </a:cubicBezTo>
                  <a:cubicBezTo>
                    <a:pt x="47271" y="198497"/>
                    <a:pt x="89235" y="240412"/>
                    <a:pt x="143741" y="240412"/>
                  </a:cubicBezTo>
                  <a:cubicBezTo>
                    <a:pt x="198729" y="240412"/>
                    <a:pt x="240452" y="198497"/>
                    <a:pt x="240694" y="143091"/>
                  </a:cubicBezTo>
                </a:path>
              </a:pathLst>
            </a:custGeom>
            <a:solidFill>
              <a:srgbClr val="FFFFFF"/>
            </a:solidFill>
            <a:ln w="2406"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82ACA0F6-99B7-8302-87FD-8E81D185E341}"/>
                </a:ext>
              </a:extLst>
            </p:cNvPr>
            <p:cNvSpPr/>
            <p:nvPr/>
          </p:nvSpPr>
          <p:spPr>
            <a:xfrm>
              <a:off x="10685094" y="6283723"/>
              <a:ext cx="393116" cy="271728"/>
            </a:xfrm>
            <a:custGeom>
              <a:avLst/>
              <a:gdLst>
                <a:gd name="connsiteX0" fmla="*/ 393117 w 393116"/>
                <a:gd name="connsiteY0" fmla="*/ 0 h 271728"/>
                <a:gd name="connsiteX1" fmla="*/ 308705 w 393116"/>
                <a:gd name="connsiteY1" fmla="*/ 271728 h 271728"/>
                <a:gd name="connsiteX2" fmla="*/ 260229 w 393116"/>
                <a:gd name="connsiteY2" fmla="*/ 271728 h 271728"/>
                <a:gd name="connsiteX3" fmla="*/ 196558 w 393116"/>
                <a:gd name="connsiteY3" fmla="*/ 70582 h 271728"/>
                <a:gd name="connsiteX4" fmla="*/ 132888 w 393116"/>
                <a:gd name="connsiteY4" fmla="*/ 271728 h 271728"/>
                <a:gd name="connsiteX5" fmla="*/ 84412 w 393116"/>
                <a:gd name="connsiteY5" fmla="*/ 271728 h 271728"/>
                <a:gd name="connsiteX6" fmla="*/ 0 w 393116"/>
                <a:gd name="connsiteY6" fmla="*/ 0 h 271728"/>
                <a:gd name="connsiteX7" fmla="*/ 49441 w 393116"/>
                <a:gd name="connsiteY7" fmla="*/ 0 h 271728"/>
                <a:gd name="connsiteX8" fmla="*/ 109494 w 393116"/>
                <a:gd name="connsiteY8" fmla="*/ 206446 h 271728"/>
                <a:gd name="connsiteX9" fmla="*/ 173647 w 393116"/>
                <a:gd name="connsiteY9" fmla="*/ 0 h 271728"/>
                <a:gd name="connsiteX10" fmla="*/ 219470 w 393116"/>
                <a:gd name="connsiteY10" fmla="*/ 0 h 271728"/>
                <a:gd name="connsiteX11" fmla="*/ 283623 w 393116"/>
                <a:gd name="connsiteY11" fmla="*/ 207169 h 271728"/>
                <a:gd name="connsiteX12" fmla="*/ 343435 w 393116"/>
                <a:gd name="connsiteY12" fmla="*/ 0 h 271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3116" h="271728">
                  <a:moveTo>
                    <a:pt x="393117" y="0"/>
                  </a:moveTo>
                  <a:lnTo>
                    <a:pt x="308705" y="271728"/>
                  </a:lnTo>
                  <a:lnTo>
                    <a:pt x="260229" y="271728"/>
                  </a:lnTo>
                  <a:lnTo>
                    <a:pt x="196558" y="70582"/>
                  </a:lnTo>
                  <a:lnTo>
                    <a:pt x="132888" y="271728"/>
                  </a:lnTo>
                  <a:lnTo>
                    <a:pt x="84412" y="271728"/>
                  </a:lnTo>
                  <a:lnTo>
                    <a:pt x="0" y="0"/>
                  </a:lnTo>
                  <a:lnTo>
                    <a:pt x="49441" y="0"/>
                  </a:lnTo>
                  <a:lnTo>
                    <a:pt x="109494" y="206446"/>
                  </a:lnTo>
                  <a:lnTo>
                    <a:pt x="173647" y="0"/>
                  </a:lnTo>
                  <a:lnTo>
                    <a:pt x="219470" y="0"/>
                  </a:lnTo>
                  <a:lnTo>
                    <a:pt x="283623" y="207169"/>
                  </a:lnTo>
                  <a:lnTo>
                    <a:pt x="343435" y="0"/>
                  </a:lnTo>
                  <a:close/>
                </a:path>
              </a:pathLst>
            </a:custGeom>
            <a:solidFill>
              <a:srgbClr val="FFFFFF"/>
            </a:solidFill>
            <a:ln w="2406"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CA78E1ED-A529-5848-F089-C8B411664B39}"/>
                </a:ext>
              </a:extLst>
            </p:cNvPr>
            <p:cNvSpPr/>
            <p:nvPr/>
          </p:nvSpPr>
          <p:spPr>
            <a:xfrm>
              <a:off x="11100881" y="6276496"/>
              <a:ext cx="287964" cy="286181"/>
            </a:xfrm>
            <a:custGeom>
              <a:avLst/>
              <a:gdLst>
                <a:gd name="connsiteX0" fmla="*/ 287964 w 287964"/>
                <a:gd name="connsiteY0" fmla="*/ 7227 h 286181"/>
                <a:gd name="connsiteX1" fmla="*/ 287964 w 287964"/>
                <a:gd name="connsiteY1" fmla="*/ 278955 h 286181"/>
                <a:gd name="connsiteX2" fmla="*/ 240694 w 287964"/>
                <a:gd name="connsiteY2" fmla="*/ 278955 h 286181"/>
                <a:gd name="connsiteX3" fmla="*/ 240694 w 287964"/>
                <a:gd name="connsiteY3" fmla="*/ 232222 h 286181"/>
                <a:gd name="connsiteX4" fmla="*/ 137711 w 287964"/>
                <a:gd name="connsiteY4" fmla="*/ 286182 h 286181"/>
                <a:gd name="connsiteX5" fmla="*/ 0 w 287964"/>
                <a:gd name="connsiteY5" fmla="*/ 143091 h 286181"/>
                <a:gd name="connsiteX6" fmla="*/ 137711 w 287964"/>
                <a:gd name="connsiteY6" fmla="*/ 0 h 286181"/>
                <a:gd name="connsiteX7" fmla="*/ 240694 w 287964"/>
                <a:gd name="connsiteY7" fmla="*/ 53719 h 286181"/>
                <a:gd name="connsiteX8" fmla="*/ 240694 w 287964"/>
                <a:gd name="connsiteY8" fmla="*/ 7227 h 286181"/>
                <a:gd name="connsiteX9" fmla="*/ 287964 w 287964"/>
                <a:gd name="connsiteY9" fmla="*/ 7227 h 286181"/>
                <a:gd name="connsiteX10" fmla="*/ 240694 w 287964"/>
                <a:gd name="connsiteY10" fmla="*/ 143091 h 286181"/>
                <a:gd name="connsiteX11" fmla="*/ 143741 w 287964"/>
                <a:gd name="connsiteY11" fmla="*/ 45770 h 286181"/>
                <a:gd name="connsiteX12" fmla="*/ 47270 w 287964"/>
                <a:gd name="connsiteY12" fmla="*/ 143091 h 286181"/>
                <a:gd name="connsiteX13" fmla="*/ 143741 w 287964"/>
                <a:gd name="connsiteY13" fmla="*/ 240412 h 286181"/>
                <a:gd name="connsiteX14" fmla="*/ 240694 w 287964"/>
                <a:gd name="connsiteY14" fmla="*/ 143091 h 28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7964" h="286181">
                  <a:moveTo>
                    <a:pt x="287964" y="7227"/>
                  </a:moveTo>
                  <a:lnTo>
                    <a:pt x="287964" y="278955"/>
                  </a:lnTo>
                  <a:lnTo>
                    <a:pt x="240694" y="278955"/>
                  </a:lnTo>
                  <a:lnTo>
                    <a:pt x="240694" y="232222"/>
                  </a:lnTo>
                  <a:cubicBezTo>
                    <a:pt x="218988" y="265465"/>
                    <a:pt x="184017" y="286182"/>
                    <a:pt x="137711" y="286182"/>
                  </a:cubicBezTo>
                  <a:cubicBezTo>
                    <a:pt x="61982" y="286182"/>
                    <a:pt x="0" y="223550"/>
                    <a:pt x="0" y="143091"/>
                  </a:cubicBezTo>
                  <a:cubicBezTo>
                    <a:pt x="0" y="62632"/>
                    <a:pt x="62223" y="0"/>
                    <a:pt x="137711" y="0"/>
                  </a:cubicBezTo>
                  <a:cubicBezTo>
                    <a:pt x="184017" y="0"/>
                    <a:pt x="218747" y="20717"/>
                    <a:pt x="240694" y="53719"/>
                  </a:cubicBezTo>
                  <a:lnTo>
                    <a:pt x="240694" y="7227"/>
                  </a:lnTo>
                  <a:lnTo>
                    <a:pt x="287964" y="7227"/>
                  </a:lnTo>
                  <a:close/>
                  <a:moveTo>
                    <a:pt x="240694" y="143091"/>
                  </a:moveTo>
                  <a:cubicBezTo>
                    <a:pt x="240694" y="87685"/>
                    <a:pt x="198729" y="45770"/>
                    <a:pt x="143741" y="45770"/>
                  </a:cubicBezTo>
                  <a:cubicBezTo>
                    <a:pt x="89235" y="45770"/>
                    <a:pt x="47270" y="87685"/>
                    <a:pt x="47270" y="143091"/>
                  </a:cubicBezTo>
                  <a:cubicBezTo>
                    <a:pt x="47270" y="198497"/>
                    <a:pt x="89235" y="240412"/>
                    <a:pt x="143741" y="240412"/>
                  </a:cubicBezTo>
                  <a:cubicBezTo>
                    <a:pt x="198729" y="240412"/>
                    <a:pt x="240694" y="198497"/>
                    <a:pt x="240694" y="143091"/>
                  </a:cubicBezTo>
                </a:path>
              </a:pathLst>
            </a:custGeom>
            <a:solidFill>
              <a:srgbClr val="FFFFFF"/>
            </a:solidFill>
            <a:ln w="2406"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28DCDBA2-FEC7-369C-81C8-9959A43FDE1B}"/>
                </a:ext>
              </a:extLst>
            </p:cNvPr>
            <p:cNvSpPr/>
            <p:nvPr/>
          </p:nvSpPr>
          <p:spPr>
            <a:xfrm>
              <a:off x="11460716" y="6278664"/>
              <a:ext cx="132164" cy="276546"/>
            </a:xfrm>
            <a:custGeom>
              <a:avLst/>
              <a:gdLst>
                <a:gd name="connsiteX0" fmla="*/ 132164 w 132164"/>
                <a:gd name="connsiteY0" fmla="*/ 0 h 276546"/>
                <a:gd name="connsiteX1" fmla="*/ 132164 w 132164"/>
                <a:gd name="connsiteY1" fmla="*/ 49383 h 276546"/>
                <a:gd name="connsiteX2" fmla="*/ 47270 w 132164"/>
                <a:gd name="connsiteY2" fmla="*/ 132492 h 276546"/>
                <a:gd name="connsiteX3" fmla="*/ 47270 w 132164"/>
                <a:gd name="connsiteY3" fmla="*/ 276546 h 276546"/>
                <a:gd name="connsiteX4" fmla="*/ 0 w 132164"/>
                <a:gd name="connsiteY4" fmla="*/ 276546 h 276546"/>
                <a:gd name="connsiteX5" fmla="*/ 0 w 132164"/>
                <a:gd name="connsiteY5" fmla="*/ 5059 h 276546"/>
                <a:gd name="connsiteX6" fmla="*/ 47270 w 132164"/>
                <a:gd name="connsiteY6" fmla="*/ 5059 h 276546"/>
                <a:gd name="connsiteX7" fmla="*/ 47270 w 132164"/>
                <a:gd name="connsiteY7" fmla="*/ 50829 h 276546"/>
                <a:gd name="connsiteX8" fmla="*/ 132164 w 132164"/>
                <a:gd name="connsiteY8" fmla="*/ 0 h 276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164" h="276546">
                  <a:moveTo>
                    <a:pt x="132164" y="0"/>
                  </a:moveTo>
                  <a:lnTo>
                    <a:pt x="132164" y="49383"/>
                  </a:lnTo>
                  <a:cubicBezTo>
                    <a:pt x="91406" y="47697"/>
                    <a:pt x="47270" y="68414"/>
                    <a:pt x="47270" y="132492"/>
                  </a:cubicBezTo>
                  <a:lnTo>
                    <a:pt x="47270" y="276546"/>
                  </a:lnTo>
                  <a:lnTo>
                    <a:pt x="0" y="276546"/>
                  </a:lnTo>
                  <a:lnTo>
                    <a:pt x="0" y="5059"/>
                  </a:lnTo>
                  <a:lnTo>
                    <a:pt x="47270" y="5059"/>
                  </a:lnTo>
                  <a:lnTo>
                    <a:pt x="47270" y="50829"/>
                  </a:lnTo>
                  <a:cubicBezTo>
                    <a:pt x="64635" y="12767"/>
                    <a:pt x="97917" y="241"/>
                    <a:pt x="132164" y="0"/>
                  </a:cubicBezTo>
                </a:path>
              </a:pathLst>
            </a:custGeom>
            <a:solidFill>
              <a:srgbClr val="FFFFFF"/>
            </a:solidFill>
            <a:ln w="2406"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B8586D3B-4438-E27D-4727-CB54436D8FC7}"/>
                </a:ext>
              </a:extLst>
            </p:cNvPr>
            <p:cNvSpPr/>
            <p:nvPr/>
          </p:nvSpPr>
          <p:spPr>
            <a:xfrm>
              <a:off x="11609280" y="6276496"/>
              <a:ext cx="278075" cy="286181"/>
            </a:xfrm>
            <a:custGeom>
              <a:avLst/>
              <a:gdLst>
                <a:gd name="connsiteX0" fmla="*/ 147117 w 278075"/>
                <a:gd name="connsiteY0" fmla="*/ 241617 h 286181"/>
                <a:gd name="connsiteX1" fmla="*/ 225500 w 278075"/>
                <a:gd name="connsiteY1" fmla="*/ 201869 h 286181"/>
                <a:gd name="connsiteX2" fmla="*/ 265776 w 278075"/>
                <a:gd name="connsiteY2" fmla="*/ 224754 h 286181"/>
                <a:gd name="connsiteX3" fmla="*/ 145911 w 278075"/>
                <a:gd name="connsiteY3" fmla="*/ 286182 h 286181"/>
                <a:gd name="connsiteX4" fmla="*/ 0 w 278075"/>
                <a:gd name="connsiteY4" fmla="*/ 143091 h 286181"/>
                <a:gd name="connsiteX5" fmla="*/ 142535 w 278075"/>
                <a:gd name="connsiteY5" fmla="*/ 0 h 286181"/>
                <a:gd name="connsiteX6" fmla="*/ 278076 w 278075"/>
                <a:gd name="connsiteY6" fmla="*/ 143573 h 286181"/>
                <a:gd name="connsiteX7" fmla="*/ 276388 w 278075"/>
                <a:gd name="connsiteY7" fmla="*/ 164771 h 286181"/>
                <a:gd name="connsiteX8" fmla="*/ 48235 w 278075"/>
                <a:gd name="connsiteY8" fmla="*/ 164771 h 286181"/>
                <a:gd name="connsiteX9" fmla="*/ 147117 w 278075"/>
                <a:gd name="connsiteY9" fmla="*/ 241617 h 286181"/>
                <a:gd name="connsiteX10" fmla="*/ 48476 w 278075"/>
                <a:gd name="connsiteY10" fmla="*/ 123338 h 286181"/>
                <a:gd name="connsiteX11" fmla="*/ 230323 w 278075"/>
                <a:gd name="connsiteY11" fmla="*/ 123338 h 286181"/>
                <a:gd name="connsiteX12" fmla="*/ 142776 w 278075"/>
                <a:gd name="connsiteY12" fmla="*/ 44565 h 286181"/>
                <a:gd name="connsiteX13" fmla="*/ 48476 w 278075"/>
                <a:gd name="connsiteY13" fmla="*/ 123338 h 28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8075" h="286181">
                  <a:moveTo>
                    <a:pt x="147117" y="241617"/>
                  </a:moveTo>
                  <a:cubicBezTo>
                    <a:pt x="184741" y="241617"/>
                    <a:pt x="211994" y="224272"/>
                    <a:pt x="225500" y="201869"/>
                  </a:cubicBezTo>
                  <a:lnTo>
                    <a:pt x="265776" y="224754"/>
                  </a:lnTo>
                  <a:cubicBezTo>
                    <a:pt x="241899" y="261852"/>
                    <a:pt x="200417" y="286182"/>
                    <a:pt x="145911" y="286182"/>
                  </a:cubicBezTo>
                  <a:cubicBezTo>
                    <a:pt x="58365" y="286182"/>
                    <a:pt x="0" y="224754"/>
                    <a:pt x="0" y="143091"/>
                  </a:cubicBezTo>
                  <a:cubicBezTo>
                    <a:pt x="0" y="62632"/>
                    <a:pt x="57641" y="0"/>
                    <a:pt x="142535" y="0"/>
                  </a:cubicBezTo>
                  <a:cubicBezTo>
                    <a:pt x="224776" y="0"/>
                    <a:pt x="278076" y="67450"/>
                    <a:pt x="278076" y="143573"/>
                  </a:cubicBezTo>
                  <a:cubicBezTo>
                    <a:pt x="278076" y="150559"/>
                    <a:pt x="277594" y="157785"/>
                    <a:pt x="276388" y="164771"/>
                  </a:cubicBezTo>
                  <a:lnTo>
                    <a:pt x="48235" y="164771"/>
                  </a:lnTo>
                  <a:cubicBezTo>
                    <a:pt x="57641" y="213673"/>
                    <a:pt x="96470" y="241376"/>
                    <a:pt x="147117" y="241617"/>
                  </a:cubicBezTo>
                  <a:moveTo>
                    <a:pt x="48476" y="123338"/>
                  </a:moveTo>
                  <a:lnTo>
                    <a:pt x="230323" y="123338"/>
                  </a:lnTo>
                  <a:cubicBezTo>
                    <a:pt x="222123" y="69618"/>
                    <a:pt x="183535" y="44565"/>
                    <a:pt x="142776" y="44565"/>
                  </a:cubicBezTo>
                  <a:cubicBezTo>
                    <a:pt x="91406" y="44565"/>
                    <a:pt x="56194" y="76122"/>
                    <a:pt x="48476" y="123338"/>
                  </a:cubicBezTo>
                </a:path>
              </a:pathLst>
            </a:custGeom>
            <a:solidFill>
              <a:srgbClr val="FFFFFF"/>
            </a:solidFill>
            <a:ln w="2406"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568D21DA-87EA-964C-178F-0EB7784C8878}"/>
                </a:ext>
              </a:extLst>
            </p:cNvPr>
            <p:cNvSpPr/>
            <p:nvPr/>
          </p:nvSpPr>
          <p:spPr>
            <a:xfrm>
              <a:off x="9566520" y="6132442"/>
              <a:ext cx="287964" cy="430236"/>
            </a:xfrm>
            <a:custGeom>
              <a:avLst/>
              <a:gdLst>
                <a:gd name="connsiteX0" fmla="*/ 287964 w 287964"/>
                <a:gd name="connsiteY0" fmla="*/ 0 h 430236"/>
                <a:gd name="connsiteX1" fmla="*/ 287964 w 287964"/>
                <a:gd name="connsiteY1" fmla="*/ 287145 h 430236"/>
                <a:gd name="connsiteX2" fmla="*/ 137711 w 287964"/>
                <a:gd name="connsiteY2" fmla="*/ 430236 h 430236"/>
                <a:gd name="connsiteX3" fmla="*/ 0 w 287964"/>
                <a:gd name="connsiteY3" fmla="*/ 287145 h 430236"/>
                <a:gd name="connsiteX4" fmla="*/ 137711 w 287964"/>
                <a:gd name="connsiteY4" fmla="*/ 144055 h 430236"/>
                <a:gd name="connsiteX5" fmla="*/ 240694 w 287964"/>
                <a:gd name="connsiteY5" fmla="*/ 197774 h 430236"/>
                <a:gd name="connsiteX6" fmla="*/ 240694 w 287964"/>
                <a:gd name="connsiteY6" fmla="*/ 0 h 430236"/>
                <a:gd name="connsiteX7" fmla="*/ 287964 w 287964"/>
                <a:gd name="connsiteY7" fmla="*/ 0 h 430236"/>
                <a:gd name="connsiteX8" fmla="*/ 240694 w 287964"/>
                <a:gd name="connsiteY8" fmla="*/ 287145 h 430236"/>
                <a:gd name="connsiteX9" fmla="*/ 143741 w 287964"/>
                <a:gd name="connsiteY9" fmla="*/ 189824 h 430236"/>
                <a:gd name="connsiteX10" fmla="*/ 47512 w 287964"/>
                <a:gd name="connsiteY10" fmla="*/ 287145 h 430236"/>
                <a:gd name="connsiteX11" fmla="*/ 143741 w 287964"/>
                <a:gd name="connsiteY11" fmla="*/ 384467 h 430236"/>
                <a:gd name="connsiteX12" fmla="*/ 240694 w 287964"/>
                <a:gd name="connsiteY12" fmla="*/ 287145 h 430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7964" h="430236">
                  <a:moveTo>
                    <a:pt x="287964" y="0"/>
                  </a:moveTo>
                  <a:lnTo>
                    <a:pt x="287964" y="287145"/>
                  </a:lnTo>
                  <a:cubicBezTo>
                    <a:pt x="287964" y="345442"/>
                    <a:pt x="244070" y="430236"/>
                    <a:pt x="137711" y="430236"/>
                  </a:cubicBezTo>
                  <a:cubicBezTo>
                    <a:pt x="61982" y="430236"/>
                    <a:pt x="0" y="367604"/>
                    <a:pt x="0" y="287145"/>
                  </a:cubicBezTo>
                  <a:cubicBezTo>
                    <a:pt x="0" y="206687"/>
                    <a:pt x="61982" y="144055"/>
                    <a:pt x="137711" y="144055"/>
                  </a:cubicBezTo>
                  <a:cubicBezTo>
                    <a:pt x="184017" y="144055"/>
                    <a:pt x="218747" y="164771"/>
                    <a:pt x="240694" y="197774"/>
                  </a:cubicBezTo>
                  <a:lnTo>
                    <a:pt x="240694" y="0"/>
                  </a:lnTo>
                  <a:lnTo>
                    <a:pt x="287964" y="0"/>
                  </a:lnTo>
                  <a:close/>
                  <a:moveTo>
                    <a:pt x="240694" y="287145"/>
                  </a:moveTo>
                  <a:cubicBezTo>
                    <a:pt x="240694" y="231740"/>
                    <a:pt x="198729" y="189824"/>
                    <a:pt x="143741" y="189824"/>
                  </a:cubicBezTo>
                  <a:cubicBezTo>
                    <a:pt x="89235" y="189824"/>
                    <a:pt x="47512" y="231740"/>
                    <a:pt x="47512" y="287145"/>
                  </a:cubicBezTo>
                  <a:cubicBezTo>
                    <a:pt x="47512" y="342551"/>
                    <a:pt x="89476" y="384467"/>
                    <a:pt x="143741" y="384467"/>
                  </a:cubicBezTo>
                  <a:cubicBezTo>
                    <a:pt x="198729" y="384467"/>
                    <a:pt x="240694" y="342551"/>
                    <a:pt x="240694" y="287145"/>
                  </a:cubicBezTo>
                </a:path>
              </a:pathLst>
            </a:custGeom>
            <a:solidFill>
              <a:srgbClr val="FFFFFF"/>
            </a:solidFill>
            <a:ln w="2406"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9A9764D6-B7CE-9C90-F9A8-4D72B555FACB}"/>
                </a:ext>
              </a:extLst>
            </p:cNvPr>
            <p:cNvSpPr/>
            <p:nvPr/>
          </p:nvSpPr>
          <p:spPr>
            <a:xfrm>
              <a:off x="9614031" y="6322266"/>
              <a:ext cx="193181" cy="194642"/>
            </a:xfrm>
            <a:custGeom>
              <a:avLst/>
              <a:gdLst>
                <a:gd name="connsiteX0" fmla="*/ 193182 w 193181"/>
                <a:gd name="connsiteY0" fmla="*/ 97321 h 194642"/>
                <a:gd name="connsiteX1" fmla="*/ 96229 w 193181"/>
                <a:gd name="connsiteY1" fmla="*/ 0 h 194642"/>
                <a:gd name="connsiteX2" fmla="*/ 0 w 193181"/>
                <a:gd name="connsiteY2" fmla="*/ 97321 h 194642"/>
                <a:gd name="connsiteX3" fmla="*/ 96229 w 193181"/>
                <a:gd name="connsiteY3" fmla="*/ 194642 h 194642"/>
                <a:gd name="connsiteX4" fmla="*/ 193182 w 193181"/>
                <a:gd name="connsiteY4" fmla="*/ 97321 h 194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181" h="194642">
                  <a:moveTo>
                    <a:pt x="193182" y="97321"/>
                  </a:moveTo>
                  <a:cubicBezTo>
                    <a:pt x="193182" y="41916"/>
                    <a:pt x="151217" y="0"/>
                    <a:pt x="96229" y="0"/>
                  </a:cubicBezTo>
                  <a:cubicBezTo>
                    <a:pt x="41723" y="0"/>
                    <a:pt x="0" y="41916"/>
                    <a:pt x="0" y="97321"/>
                  </a:cubicBezTo>
                  <a:cubicBezTo>
                    <a:pt x="0" y="152727"/>
                    <a:pt x="41965" y="194642"/>
                    <a:pt x="96229" y="194642"/>
                  </a:cubicBezTo>
                  <a:cubicBezTo>
                    <a:pt x="151217" y="194642"/>
                    <a:pt x="193182" y="152727"/>
                    <a:pt x="193182" y="97321"/>
                  </a:cubicBezTo>
                </a:path>
              </a:pathLst>
            </a:custGeom>
            <a:solidFill>
              <a:schemeClr val="bg2"/>
            </a:solidFill>
            <a:ln w="2406" cap="flat">
              <a:noFill/>
              <a:prstDash val="solid"/>
              <a:miter/>
            </a:ln>
          </p:spPr>
          <p:txBody>
            <a:bodyPr rtlCol="0" anchor="ctr"/>
            <a:lstStyle/>
            <a:p>
              <a:endParaRPr lang="en-US"/>
            </a:p>
          </p:txBody>
        </p:sp>
      </p:grpSp>
      <p:sp>
        <p:nvSpPr>
          <p:cNvPr id="33" name="TextBox 32">
            <a:extLst>
              <a:ext uri="{FF2B5EF4-FFF2-40B4-BE49-F238E27FC236}">
                <a16:creationId xmlns:a16="http://schemas.microsoft.com/office/drawing/2014/main" id="{AFD6ADA7-8B1F-4454-3EF7-890EF150061E}"/>
              </a:ext>
            </a:extLst>
          </p:cNvPr>
          <p:cNvSpPr txBox="1"/>
          <p:nvPr userDrawn="1"/>
        </p:nvSpPr>
        <p:spPr>
          <a:xfrm>
            <a:off x="353433" y="6084858"/>
            <a:ext cx="308289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a:solidFill>
                  <a:schemeClr val="tx1"/>
                </a:solidFill>
              </a:rPr>
              <a:t>we commit. we deliver.</a:t>
            </a:r>
          </a:p>
        </p:txBody>
      </p:sp>
      <p:pic>
        <p:nvPicPr>
          <p:cNvPr id="34" name="Picture 33">
            <a:extLst>
              <a:ext uri="{FF2B5EF4-FFF2-40B4-BE49-F238E27FC236}">
                <a16:creationId xmlns:a16="http://schemas.microsoft.com/office/drawing/2014/main" id="{9BBCAF2F-72AB-E135-649A-4EE6A5072ED5}"/>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0" y="3978330"/>
            <a:ext cx="8801100" cy="1353929"/>
          </a:xfrm>
          <a:prstGeom prst="rect">
            <a:avLst/>
          </a:prstGeom>
        </p:spPr>
      </p:pic>
      <p:sp>
        <p:nvSpPr>
          <p:cNvPr id="35" name="Text Placeholder 22">
            <a:extLst>
              <a:ext uri="{FF2B5EF4-FFF2-40B4-BE49-F238E27FC236}">
                <a16:creationId xmlns:a16="http://schemas.microsoft.com/office/drawing/2014/main" id="{EE074732-01DD-685C-D88C-57C9E0A09B7E}"/>
              </a:ext>
            </a:extLst>
          </p:cNvPr>
          <p:cNvSpPr txBox="1">
            <a:spLocks/>
          </p:cNvSpPr>
          <p:nvPr userDrawn="1"/>
        </p:nvSpPr>
        <p:spPr>
          <a:xfrm>
            <a:off x="433754" y="5647700"/>
            <a:ext cx="7838709" cy="367202"/>
          </a:xfrm>
          <a:prstGeom prst="rect">
            <a:avLst/>
          </a:prstGeom>
        </p:spPr>
        <p:txBody>
          <a:bodyPr lIns="0" tIns="0" rIns="0" bIns="0"/>
          <a:lstStyle>
            <a:lvl1pPr marL="0" indent="0" algn="l" defTabSz="914400" rtl="0" eaLnBrk="1" latinLnBrk="0" hangingPunct="1">
              <a:lnSpc>
                <a:spcPct val="90000"/>
              </a:lnSpc>
              <a:spcBef>
                <a:spcPts val="0"/>
              </a:spcBef>
              <a:spcAft>
                <a:spcPts val="1000"/>
              </a:spcAft>
              <a:buClr>
                <a:schemeClr val="tx2"/>
              </a:buClr>
              <a:buFont typeface="Arial" panose="020B0604020202020204" pitchFamily="34" charset="0"/>
              <a:buNone/>
              <a:defRPr sz="2000" b="1" kern="1200">
                <a:solidFill>
                  <a:schemeClr val="tx2"/>
                </a:solidFill>
                <a:latin typeface="+mn-lt"/>
                <a:ea typeface="+mn-ea"/>
                <a:cs typeface="+mn-cs"/>
              </a:defRPr>
            </a:lvl1pPr>
            <a:lvl2pPr marL="180000" indent="-180000" algn="l" defTabSz="914400" rtl="0" eaLnBrk="1" latinLnBrk="0" hangingPunct="1">
              <a:lnSpc>
                <a:spcPct val="90000"/>
              </a:lnSpc>
              <a:spcBef>
                <a:spcPts val="0"/>
              </a:spcBef>
              <a:spcAft>
                <a:spcPts val="1000"/>
              </a:spcAft>
              <a:buClr>
                <a:schemeClr val="tx2"/>
              </a:buClr>
              <a:buFont typeface="Arial" panose="020B0604020202020204" pitchFamily="34" charset="0"/>
              <a:buChar char="•"/>
              <a:defRPr sz="2000" kern="1200">
                <a:solidFill>
                  <a:schemeClr val="tx1"/>
                </a:solidFill>
                <a:latin typeface="+mn-lt"/>
                <a:ea typeface="+mn-ea"/>
                <a:cs typeface="+mn-cs"/>
              </a:defRPr>
            </a:lvl2pPr>
            <a:lvl3pPr marL="360000" indent="-180000" algn="l" defTabSz="914400" rtl="0" eaLnBrk="1" latinLnBrk="0" hangingPunct="1">
              <a:lnSpc>
                <a:spcPct val="90000"/>
              </a:lnSpc>
              <a:spcBef>
                <a:spcPts val="0"/>
              </a:spcBef>
              <a:spcAft>
                <a:spcPts val="1000"/>
              </a:spcAft>
              <a:buClr>
                <a:schemeClr val="tx1"/>
              </a:buClr>
              <a:buFont typeface="Arial" panose="020B0604020202020204" pitchFamily="34" charset="0"/>
              <a:buChar char="•"/>
              <a:defRPr sz="2000" kern="1200">
                <a:solidFill>
                  <a:schemeClr val="tx1"/>
                </a:solidFill>
                <a:latin typeface="+mn-lt"/>
                <a:ea typeface="+mn-ea"/>
                <a:cs typeface="+mn-cs"/>
              </a:defRPr>
            </a:lvl3pPr>
            <a:lvl4pPr marL="540000" indent="-180000" algn="l" defTabSz="914400" rtl="0" eaLnBrk="1" latinLnBrk="0" hangingPunct="1">
              <a:lnSpc>
                <a:spcPct val="90000"/>
              </a:lnSpc>
              <a:spcBef>
                <a:spcPts val="0"/>
              </a:spcBef>
              <a:spcAft>
                <a:spcPts val="750"/>
              </a:spcAft>
              <a:buClr>
                <a:schemeClr val="tx2"/>
              </a:buClr>
              <a:buFont typeface="System Font Regular"/>
              <a:buChar char="-"/>
              <a:defRPr sz="1800" kern="1200">
                <a:solidFill>
                  <a:schemeClr val="tx1"/>
                </a:solidFill>
                <a:latin typeface="+mn-lt"/>
                <a:ea typeface="+mn-ea"/>
                <a:cs typeface="+mn-cs"/>
              </a:defRPr>
            </a:lvl4pPr>
            <a:lvl5pPr marL="720000" indent="-180000" algn="l" defTabSz="914400" rtl="0" eaLnBrk="1" latinLnBrk="0" hangingPunct="1">
              <a:lnSpc>
                <a:spcPct val="90000"/>
              </a:lnSpc>
              <a:spcBef>
                <a:spcPts val="0"/>
              </a:spcBef>
              <a:spcAft>
                <a:spcPts val="500"/>
              </a:spcAft>
              <a:buClr>
                <a:schemeClr val="tx1"/>
              </a:buClr>
              <a:buFont typeface="System Font Regular"/>
              <a:buChar char="-"/>
              <a:defRPr sz="1600" kern="1200">
                <a:solidFill>
                  <a:schemeClr val="tx1"/>
                </a:solidFill>
                <a:latin typeface="+mn-lt"/>
                <a:ea typeface="+mn-ea"/>
                <a:cs typeface="+mn-cs"/>
              </a:defRPr>
            </a:lvl5pPr>
            <a:lvl6pPr marL="540000" indent="0" algn="l" defTabSz="914400" rtl="0" eaLnBrk="1" latinLnBrk="0" hangingPunct="1">
              <a:lnSpc>
                <a:spcPct val="90000"/>
              </a:lnSpc>
              <a:spcBef>
                <a:spcPts val="0"/>
              </a:spcBef>
              <a:spcAft>
                <a:spcPts val="500"/>
              </a:spcAft>
              <a:buClr>
                <a:schemeClr val="tx1"/>
              </a:buClr>
              <a:buFont typeface="System Font Regular"/>
              <a:buNone/>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b="0">
                <a:solidFill>
                  <a:schemeClr val="tx1">
                    <a:alpha val="80000"/>
                  </a:schemeClr>
                </a:solidFill>
              </a:rPr>
              <a:t>This presentation is for internal use only. </a:t>
            </a:r>
            <a:br>
              <a:rPr lang="en-GB" sz="1200" b="0">
                <a:solidFill>
                  <a:schemeClr val="tx1">
                    <a:alpha val="80000"/>
                  </a:schemeClr>
                </a:solidFill>
              </a:rPr>
            </a:br>
            <a:r>
              <a:rPr lang="en-GB" sz="1200" b="0">
                <a:solidFill>
                  <a:schemeClr val="tx1">
                    <a:alpha val="80000"/>
                  </a:schemeClr>
                </a:solidFill>
              </a:rPr>
              <a:t>The materials, including any images in this presentation, are protected under international copyright law.</a:t>
            </a:r>
          </a:p>
        </p:txBody>
      </p:sp>
    </p:spTree>
    <p:extLst>
      <p:ext uri="{BB962C8B-B14F-4D97-AF65-F5344CB8AC3E}">
        <p14:creationId xmlns:p14="http://schemas.microsoft.com/office/powerpoint/2010/main" val="2184874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Cover Slide 2">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40B3C767-2582-794E-BFEF-C661F59D5772}"/>
              </a:ext>
            </a:extLst>
          </p:cNvPr>
          <p:cNvSpPr>
            <a:spLocks noGrp="1"/>
          </p:cNvSpPr>
          <p:nvPr>
            <p:ph type="pic" sz="quarter" idx="22"/>
          </p:nvPr>
        </p:nvSpPr>
        <p:spPr>
          <a:xfrm>
            <a:off x="0" y="0"/>
            <a:ext cx="12192000" cy="6858000"/>
          </a:xfrm>
          <a:solidFill>
            <a:schemeClr val="accent6"/>
          </a:solidFill>
        </p:spPr>
        <p:txBody>
          <a:bodyPr>
            <a:normAutofit/>
          </a:bodyPr>
          <a:lstStyle>
            <a:lvl1pPr marL="0" indent="0">
              <a:buFontTx/>
              <a:buNone/>
              <a:defRPr sz="1400">
                <a:latin typeface="+mn-lt"/>
              </a:defRPr>
            </a:lvl1pPr>
          </a:lstStyle>
          <a:p>
            <a:r>
              <a:rPr lang="en-US"/>
              <a:t>Click icon to add picture</a:t>
            </a:r>
            <a:endParaRPr lang="en-BE"/>
          </a:p>
        </p:txBody>
      </p:sp>
      <p:sp>
        <p:nvSpPr>
          <p:cNvPr id="8" name="Title 1">
            <a:extLst>
              <a:ext uri="{FF2B5EF4-FFF2-40B4-BE49-F238E27FC236}">
                <a16:creationId xmlns:a16="http://schemas.microsoft.com/office/drawing/2014/main" id="{8EC774CD-E7A2-A747-8986-0829FBB99025}"/>
              </a:ext>
            </a:extLst>
          </p:cNvPr>
          <p:cNvSpPr>
            <a:spLocks noGrp="1"/>
          </p:cNvSpPr>
          <p:nvPr>
            <p:ph type="ctrTitle" hasCustomPrompt="1"/>
          </p:nvPr>
        </p:nvSpPr>
        <p:spPr>
          <a:xfrm>
            <a:off x="433754" y="2496250"/>
            <a:ext cx="5013457" cy="1655762"/>
          </a:xfrm>
        </p:spPr>
        <p:txBody>
          <a:bodyPr lIns="0" tIns="0" rIns="0" bIns="0" anchor="b" anchorCtr="0">
            <a:normAutofit/>
          </a:bodyPr>
          <a:lstStyle>
            <a:lvl1pPr algn="l">
              <a:lnSpc>
                <a:spcPct val="90000"/>
              </a:lnSpc>
              <a:defRPr sz="5000" b="1" i="0" spc="-100" baseline="0">
                <a:solidFill>
                  <a:schemeClr val="bg1"/>
                </a:solidFill>
                <a:latin typeface="+mj-lt"/>
              </a:defRPr>
            </a:lvl1pPr>
          </a:lstStyle>
          <a:p>
            <a:r>
              <a:rPr lang="en-GB"/>
              <a:t>click to edit master title style</a:t>
            </a:r>
            <a:endParaRPr lang="en-US"/>
          </a:p>
        </p:txBody>
      </p:sp>
      <p:sp>
        <p:nvSpPr>
          <p:cNvPr id="10" name="Subtitle 2">
            <a:extLst>
              <a:ext uri="{FF2B5EF4-FFF2-40B4-BE49-F238E27FC236}">
                <a16:creationId xmlns:a16="http://schemas.microsoft.com/office/drawing/2014/main" id="{5050072D-645C-7049-9300-002BB71B4A5E}"/>
              </a:ext>
            </a:extLst>
          </p:cNvPr>
          <p:cNvSpPr>
            <a:spLocks noGrp="1"/>
          </p:cNvSpPr>
          <p:nvPr>
            <p:ph type="subTitle" idx="1" hasCustomPrompt="1"/>
          </p:nvPr>
        </p:nvSpPr>
        <p:spPr>
          <a:xfrm>
            <a:off x="433754" y="4346848"/>
            <a:ext cx="5013457" cy="1655762"/>
          </a:xfrm>
        </p:spPr>
        <p:txBody>
          <a:bodyPr lIns="0" tIns="0" rIns="0" bIns="0">
            <a:normAutofit/>
          </a:bodyPr>
          <a:lstStyle>
            <a:lvl1pPr marL="0" indent="0" algn="l">
              <a:lnSpc>
                <a:spcPct val="100000"/>
              </a:lnSpc>
              <a:buNone/>
              <a:defRPr sz="20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 name="Text Placeholder 9">
            <a:extLst>
              <a:ext uri="{FF2B5EF4-FFF2-40B4-BE49-F238E27FC236}">
                <a16:creationId xmlns:a16="http://schemas.microsoft.com/office/drawing/2014/main" id="{2130F406-17CE-D65D-1EB9-4567E988AB49}"/>
              </a:ext>
            </a:extLst>
          </p:cNvPr>
          <p:cNvSpPr>
            <a:spLocks noGrp="1"/>
          </p:cNvSpPr>
          <p:nvPr>
            <p:ph type="body" sz="quarter" idx="13" hasCustomPrompt="1"/>
          </p:nvPr>
        </p:nvSpPr>
        <p:spPr>
          <a:xfrm>
            <a:off x="433754" y="6427600"/>
            <a:ext cx="1263166" cy="166199"/>
          </a:xfrm>
        </p:spPr>
        <p:txBody>
          <a:bodyPr wrap="none" lIns="0" tIns="0" rIns="0" bIns="0" anchor="b" anchorCtr="0">
            <a:spAutoFit/>
          </a:bodyPr>
          <a:lstStyle>
            <a:lvl1pPr marL="0" indent="0">
              <a:spcBef>
                <a:spcPts val="0"/>
              </a:spcBef>
              <a:spcAft>
                <a:spcPts val="1000"/>
              </a:spcAft>
              <a:buNone/>
              <a:defRPr sz="1200" b="0" i="0">
                <a:solidFill>
                  <a:schemeClr val="tx1"/>
                </a:solidFill>
                <a:latin typeface="+mn-lt"/>
              </a:defRPr>
            </a:lvl1pPr>
            <a:lvl2pPr marL="0" indent="0">
              <a:spcBef>
                <a:spcPts val="0"/>
              </a:spcBef>
              <a:spcAft>
                <a:spcPts val="1000"/>
              </a:spcAft>
              <a:buNone/>
              <a:defRPr sz="2000" b="0" i="0">
                <a:latin typeface="Avenir Light" panose="020B0402020203020204" pitchFamily="34" charset="77"/>
              </a:defRPr>
            </a:lvl2pPr>
            <a:lvl3pPr marL="180000" indent="-180000">
              <a:spcBef>
                <a:spcPts val="0"/>
              </a:spcBef>
              <a:spcAft>
                <a:spcPts val="1000"/>
              </a:spcAft>
              <a:buClr>
                <a:schemeClr val="tx2"/>
              </a:buClr>
              <a:defRPr sz="2000" b="0" i="0">
                <a:latin typeface="Avenir Light" panose="020B0402020203020204" pitchFamily="34" charset="77"/>
              </a:defRPr>
            </a:lvl3pPr>
            <a:lvl4pPr marL="0" indent="0">
              <a:spcBef>
                <a:spcPts val="0"/>
              </a:spcBef>
              <a:spcAft>
                <a:spcPts val="1000"/>
              </a:spcAft>
              <a:buFontTx/>
              <a:buNone/>
              <a:defRPr sz="1400" b="0" i="0">
                <a:latin typeface="Avenir Light" panose="020B0402020203020204" pitchFamily="34" charset="77"/>
              </a:defRPr>
            </a:lvl4pPr>
            <a:lvl5pPr marL="180000" indent="-180000">
              <a:spcBef>
                <a:spcPts val="0"/>
              </a:spcBef>
              <a:spcAft>
                <a:spcPts val="1000"/>
              </a:spcAft>
              <a:buClr>
                <a:schemeClr val="tx2"/>
              </a:buClr>
              <a:defRPr sz="1400" b="0" i="0">
                <a:latin typeface="Avenir Light" panose="020B0402020203020204" pitchFamily="34" charset="77"/>
              </a:defRPr>
            </a:lvl5pPr>
          </a:lstStyle>
          <a:p>
            <a:fld id="{79840C97-7364-1640-B87A-9EA41D33125E}" type="datetimeyyyy">
              <a:rPr lang="en-US" sz="1200" i="0" u="none" strike="noStrike" smtClean="0">
                <a:solidFill>
                  <a:schemeClr val="bg1">
                    <a:alpha val="80218"/>
                  </a:schemeClr>
                </a:solidFill>
                <a:effectLst/>
              </a:rPr>
              <a:t>2023</a:t>
            </a:fld>
            <a:r>
              <a:rPr lang="en-GB" sz="1200" i="0" u="none" strike="noStrike">
                <a:solidFill>
                  <a:schemeClr val="bg1">
                    <a:alpha val="80218"/>
                  </a:schemeClr>
                </a:solidFill>
                <a:effectLst/>
              </a:rPr>
              <a:t> © delaware</a:t>
            </a:r>
            <a:endParaRPr lang="en-US" sz="1200">
              <a:solidFill>
                <a:schemeClr val="bg1">
                  <a:alpha val="80218"/>
                </a:schemeClr>
              </a:solidFill>
            </a:endParaRPr>
          </a:p>
        </p:txBody>
      </p:sp>
    </p:spTree>
    <p:extLst>
      <p:ext uri="{BB962C8B-B14F-4D97-AF65-F5344CB8AC3E}">
        <p14:creationId xmlns:p14="http://schemas.microsoft.com/office/powerpoint/2010/main" val="847821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Blank White Slide">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8EAD9949-42AE-0E43-BDB0-437EAD35A37F}"/>
              </a:ext>
            </a:extLst>
          </p:cNvPr>
          <p:cNvSpPr>
            <a:spLocks noGrp="1"/>
          </p:cNvSpPr>
          <p:nvPr>
            <p:ph type="ctrTitle" hasCustomPrompt="1"/>
          </p:nvPr>
        </p:nvSpPr>
        <p:spPr>
          <a:xfrm>
            <a:off x="433754" y="360609"/>
            <a:ext cx="10234246" cy="1022713"/>
          </a:xfrm>
        </p:spPr>
        <p:txBody>
          <a:bodyPr lIns="0" tIns="0" rIns="0" bIns="0" anchor="t" anchorCtr="0">
            <a:normAutofit/>
          </a:bodyPr>
          <a:lstStyle>
            <a:lvl1pPr algn="l">
              <a:lnSpc>
                <a:spcPct val="90000"/>
              </a:lnSpc>
              <a:defRPr sz="4000" b="0" i="0" spc="-100" baseline="0">
                <a:solidFill>
                  <a:schemeClr val="bg2"/>
                </a:solidFill>
                <a:latin typeface="+mj-lt"/>
              </a:defRPr>
            </a:lvl1pPr>
          </a:lstStyle>
          <a:p>
            <a:r>
              <a:rPr lang="en-GB"/>
              <a:t>click to edit master title style</a:t>
            </a:r>
            <a:endParaRPr lang="en-US"/>
          </a:p>
        </p:txBody>
      </p:sp>
      <p:sp>
        <p:nvSpPr>
          <p:cNvPr id="12" name="TextBox 11">
            <a:extLst>
              <a:ext uri="{FF2B5EF4-FFF2-40B4-BE49-F238E27FC236}">
                <a16:creationId xmlns:a16="http://schemas.microsoft.com/office/drawing/2014/main" id="{3E072F6A-2A74-964C-B3AA-DE0F7F431639}"/>
              </a:ext>
            </a:extLst>
          </p:cNvPr>
          <p:cNvSpPr txBox="1"/>
          <p:nvPr userDrawn="1"/>
        </p:nvSpPr>
        <p:spPr>
          <a:xfrm>
            <a:off x="433755" y="6218083"/>
            <a:ext cx="231992" cy="3636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217A898-970D-3041-86C6-F4A15857945A}" type="slidenum">
              <a:rPr lang="en-US" sz="800" smtClean="0">
                <a:solidFill>
                  <a:schemeClr val="tx2"/>
                </a:solidFill>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800">
              <a:solidFill>
                <a:schemeClr val="tx2"/>
              </a:solidFill>
            </a:endParaRPr>
          </a:p>
        </p:txBody>
      </p:sp>
      <p:sp>
        <p:nvSpPr>
          <p:cNvPr id="13" name="Footer Placeholder 4">
            <a:extLst>
              <a:ext uri="{FF2B5EF4-FFF2-40B4-BE49-F238E27FC236}">
                <a16:creationId xmlns:a16="http://schemas.microsoft.com/office/drawing/2014/main" id="{72E20034-984C-9D48-B6DA-CCA8550001DB}"/>
              </a:ext>
            </a:extLst>
          </p:cNvPr>
          <p:cNvSpPr txBox="1">
            <a:spLocks/>
          </p:cNvSpPr>
          <p:nvPr userDrawn="1"/>
        </p:nvSpPr>
        <p:spPr>
          <a:xfrm>
            <a:off x="694800" y="6195600"/>
            <a:ext cx="2887306" cy="367200"/>
          </a:xfrm>
          <a:prstGeom prst="rect">
            <a:avLst/>
          </a:prstGeom>
        </p:spPr>
        <p:txBody>
          <a:bodyPr lIns="0" tIns="0" rIns="0" bIns="0" anchor="ctr" anchorCtr="0"/>
          <a:lstStyle>
            <a:defPPr>
              <a:defRPr lang="en-US"/>
            </a:defPPr>
            <a:lvl1pPr marL="0" algn="l" defTabSz="914400" rtl="0" eaLnBrk="1" latinLnBrk="0" hangingPunct="1">
              <a:defRPr sz="1200" b="1" i="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we commit. we deliver.</a:t>
            </a:r>
          </a:p>
        </p:txBody>
      </p:sp>
    </p:spTree>
    <p:extLst>
      <p:ext uri="{BB962C8B-B14F-4D97-AF65-F5344CB8AC3E}">
        <p14:creationId xmlns:p14="http://schemas.microsoft.com/office/powerpoint/2010/main" val="2493777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Chart Slide 1">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2876C93A-85B5-2049-9BB1-1E36D7F96A8C}"/>
              </a:ext>
            </a:extLst>
          </p:cNvPr>
          <p:cNvSpPr>
            <a:spLocks noGrp="1"/>
          </p:cNvSpPr>
          <p:nvPr>
            <p:ph type="ftr" sz="quarter" idx="11"/>
          </p:nvPr>
        </p:nvSpPr>
        <p:spPr/>
        <p:txBody>
          <a:bodyPr/>
          <a:lstStyle>
            <a:lvl1pPr>
              <a:defRPr>
                <a:latin typeface="+mn-lt"/>
              </a:defRPr>
            </a:lvl1pPr>
          </a:lstStyle>
          <a:p>
            <a:r>
              <a:rPr lang="en-US"/>
              <a:t>we commit. we deliver.</a:t>
            </a:r>
          </a:p>
        </p:txBody>
      </p:sp>
      <p:sp>
        <p:nvSpPr>
          <p:cNvPr id="6" name="Slide Number Placeholder 5">
            <a:extLst>
              <a:ext uri="{FF2B5EF4-FFF2-40B4-BE49-F238E27FC236}">
                <a16:creationId xmlns:a16="http://schemas.microsoft.com/office/drawing/2014/main" id="{745B650C-6B96-4D42-A4B3-44C26953FFB6}"/>
              </a:ext>
            </a:extLst>
          </p:cNvPr>
          <p:cNvSpPr>
            <a:spLocks noGrp="1"/>
          </p:cNvSpPr>
          <p:nvPr>
            <p:ph type="sldNum" sz="quarter" idx="12"/>
          </p:nvPr>
        </p:nvSpPr>
        <p:spPr/>
        <p:txBody>
          <a:bodyPr/>
          <a:lstStyle>
            <a:lvl1pPr>
              <a:defRPr>
                <a:latin typeface="+mn-lt"/>
              </a:defRPr>
            </a:lvl1pPr>
          </a:lstStyle>
          <a:p>
            <a:fld id="{A217A898-970D-3041-86C6-F4A15857945A}" type="slidenum">
              <a:rPr lang="en-US" smtClean="0"/>
              <a:pPr/>
              <a:t>‹#›</a:t>
            </a:fld>
            <a:endParaRPr lang="en-US"/>
          </a:p>
        </p:txBody>
      </p:sp>
      <p:sp>
        <p:nvSpPr>
          <p:cNvPr id="9" name="Title 1">
            <a:extLst>
              <a:ext uri="{FF2B5EF4-FFF2-40B4-BE49-F238E27FC236}">
                <a16:creationId xmlns:a16="http://schemas.microsoft.com/office/drawing/2014/main" id="{8EAD9949-42AE-0E43-BDB0-437EAD35A37F}"/>
              </a:ext>
            </a:extLst>
          </p:cNvPr>
          <p:cNvSpPr>
            <a:spLocks noGrp="1"/>
          </p:cNvSpPr>
          <p:nvPr>
            <p:ph type="ctrTitle" hasCustomPrompt="1"/>
          </p:nvPr>
        </p:nvSpPr>
        <p:spPr>
          <a:xfrm>
            <a:off x="433754" y="360609"/>
            <a:ext cx="10998084" cy="1022713"/>
          </a:xfrm>
        </p:spPr>
        <p:txBody>
          <a:bodyPr lIns="0" tIns="0" rIns="0" bIns="0" anchor="t" anchorCtr="0">
            <a:normAutofit/>
          </a:bodyPr>
          <a:lstStyle>
            <a:lvl1pPr algn="l">
              <a:lnSpc>
                <a:spcPct val="90000"/>
              </a:lnSpc>
              <a:defRPr sz="4000" b="0" i="0" spc="-100" baseline="0">
                <a:solidFill>
                  <a:schemeClr val="bg2"/>
                </a:solidFill>
                <a:latin typeface="+mj-lt"/>
              </a:defRPr>
            </a:lvl1pPr>
          </a:lstStyle>
          <a:p>
            <a:r>
              <a:rPr lang="en-US" noProof="0"/>
              <a:t>click to edit master title style</a:t>
            </a:r>
          </a:p>
        </p:txBody>
      </p:sp>
      <p:sp>
        <p:nvSpPr>
          <p:cNvPr id="3" name="Chart Placeholder 2">
            <a:extLst>
              <a:ext uri="{FF2B5EF4-FFF2-40B4-BE49-F238E27FC236}">
                <a16:creationId xmlns:a16="http://schemas.microsoft.com/office/drawing/2014/main" id="{12D32350-2080-B649-B400-D3953ED2C291}"/>
              </a:ext>
            </a:extLst>
          </p:cNvPr>
          <p:cNvSpPr>
            <a:spLocks noGrp="1"/>
          </p:cNvSpPr>
          <p:nvPr>
            <p:ph type="chart" sz="quarter" idx="14"/>
          </p:nvPr>
        </p:nvSpPr>
        <p:spPr>
          <a:xfrm>
            <a:off x="433387" y="1313230"/>
            <a:ext cx="10998451" cy="3837788"/>
          </a:xfrm>
        </p:spPr>
        <p:txBody>
          <a:bodyPr lIns="0" tIns="0" rIns="0" bIns="0">
            <a:noAutofit/>
          </a:bodyPr>
          <a:lstStyle>
            <a:lvl1pPr marL="0" indent="0">
              <a:buNone/>
              <a:defRPr sz="1400" b="0" i="0">
                <a:solidFill>
                  <a:schemeClr val="tx1"/>
                </a:solidFill>
                <a:latin typeface="+mn-lt"/>
              </a:defRPr>
            </a:lvl1pPr>
          </a:lstStyle>
          <a:p>
            <a:r>
              <a:rPr lang="en-US" noProof="0"/>
              <a:t>Click icon to add chart</a:t>
            </a:r>
          </a:p>
        </p:txBody>
      </p:sp>
      <p:sp>
        <p:nvSpPr>
          <p:cNvPr id="10" name="Text Placeholder 9">
            <a:extLst>
              <a:ext uri="{FF2B5EF4-FFF2-40B4-BE49-F238E27FC236}">
                <a16:creationId xmlns:a16="http://schemas.microsoft.com/office/drawing/2014/main" id="{D93D50BD-AB51-E646-AAE2-1D5A9E7F3E85}"/>
              </a:ext>
            </a:extLst>
          </p:cNvPr>
          <p:cNvSpPr>
            <a:spLocks noGrp="1"/>
          </p:cNvSpPr>
          <p:nvPr>
            <p:ph type="body" sz="quarter" idx="13" hasCustomPrompt="1"/>
          </p:nvPr>
        </p:nvSpPr>
        <p:spPr>
          <a:xfrm>
            <a:off x="433388" y="5571890"/>
            <a:ext cx="5205412" cy="367200"/>
          </a:xfrm>
        </p:spPr>
        <p:txBody>
          <a:bodyPr lIns="0" tIns="0" rIns="0" bIns="0" anchor="ctr" anchorCtr="0">
            <a:noAutofit/>
          </a:bodyPr>
          <a:lstStyle>
            <a:lvl1pPr marL="0" indent="0">
              <a:spcBef>
                <a:spcPts val="0"/>
              </a:spcBef>
              <a:spcAft>
                <a:spcPts val="1000"/>
              </a:spcAft>
              <a:buNone/>
              <a:defRPr sz="1400" b="0" i="0">
                <a:solidFill>
                  <a:schemeClr val="tx1"/>
                </a:solidFill>
                <a:latin typeface="+mn-lt"/>
              </a:defRPr>
            </a:lvl1pPr>
            <a:lvl2pPr marL="0" indent="0">
              <a:spcBef>
                <a:spcPts val="0"/>
              </a:spcBef>
              <a:spcAft>
                <a:spcPts val="1000"/>
              </a:spcAft>
              <a:buNone/>
              <a:defRPr sz="2000" b="0" i="0">
                <a:latin typeface="Avenir Light" panose="020B0402020203020204" pitchFamily="34" charset="77"/>
              </a:defRPr>
            </a:lvl2pPr>
            <a:lvl3pPr marL="180000" indent="-180000">
              <a:spcBef>
                <a:spcPts val="0"/>
              </a:spcBef>
              <a:spcAft>
                <a:spcPts val="1000"/>
              </a:spcAft>
              <a:buClr>
                <a:schemeClr val="tx2"/>
              </a:buClr>
              <a:defRPr sz="2000" b="0" i="0">
                <a:latin typeface="Avenir Light" panose="020B0402020203020204" pitchFamily="34" charset="77"/>
              </a:defRPr>
            </a:lvl3pPr>
            <a:lvl4pPr marL="0" indent="0">
              <a:spcBef>
                <a:spcPts val="0"/>
              </a:spcBef>
              <a:spcAft>
                <a:spcPts val="1000"/>
              </a:spcAft>
              <a:buFontTx/>
              <a:buNone/>
              <a:defRPr sz="1400" b="0" i="0">
                <a:latin typeface="Avenir Light" panose="020B0402020203020204" pitchFamily="34" charset="77"/>
              </a:defRPr>
            </a:lvl4pPr>
            <a:lvl5pPr marL="180000" indent="-180000">
              <a:spcBef>
                <a:spcPts val="0"/>
              </a:spcBef>
              <a:spcAft>
                <a:spcPts val="1000"/>
              </a:spcAft>
              <a:buClr>
                <a:schemeClr val="tx2"/>
              </a:buClr>
              <a:defRPr sz="1400" b="0" i="0">
                <a:latin typeface="Avenir Light" panose="020B0402020203020204" pitchFamily="34" charset="77"/>
              </a:defRPr>
            </a:lvl5pPr>
          </a:lstStyle>
          <a:p>
            <a:pPr lvl="0"/>
            <a:r>
              <a:rPr lang="en-GB"/>
              <a:t>click to edit master text styles</a:t>
            </a:r>
          </a:p>
        </p:txBody>
      </p:sp>
      <p:grpSp>
        <p:nvGrpSpPr>
          <p:cNvPr id="11" name="Graphic 36">
            <a:extLst>
              <a:ext uri="{FF2B5EF4-FFF2-40B4-BE49-F238E27FC236}">
                <a16:creationId xmlns:a16="http://schemas.microsoft.com/office/drawing/2014/main" id="{62BDA401-531D-4047-8975-93E9CA2B2184}"/>
              </a:ext>
            </a:extLst>
          </p:cNvPr>
          <p:cNvGrpSpPr/>
          <p:nvPr userDrawn="1"/>
        </p:nvGrpSpPr>
        <p:grpSpPr>
          <a:xfrm>
            <a:off x="11607408" y="6132443"/>
            <a:ext cx="290229" cy="432023"/>
            <a:chOff x="11607408" y="6132443"/>
            <a:chExt cx="290229" cy="432023"/>
          </a:xfrm>
        </p:grpSpPr>
        <p:sp>
          <p:nvSpPr>
            <p:cNvPr id="12" name="Freeform 11">
              <a:extLst>
                <a:ext uri="{FF2B5EF4-FFF2-40B4-BE49-F238E27FC236}">
                  <a16:creationId xmlns:a16="http://schemas.microsoft.com/office/drawing/2014/main" id="{D4FC8F08-E97B-0D44-A6A7-C7BFBC728302}"/>
                </a:ext>
              </a:extLst>
            </p:cNvPr>
            <p:cNvSpPr/>
            <p:nvPr/>
          </p:nvSpPr>
          <p:spPr>
            <a:xfrm>
              <a:off x="11645345" y="6313298"/>
              <a:ext cx="214355" cy="215145"/>
            </a:xfrm>
            <a:custGeom>
              <a:avLst/>
              <a:gdLst>
                <a:gd name="connsiteX0" fmla="*/ 194868 w 194868"/>
                <a:gd name="connsiteY0" fmla="*/ 97793 h 195586"/>
                <a:gd name="connsiteX1" fmla="*/ 97227 w 194868"/>
                <a:gd name="connsiteY1" fmla="*/ 0 h 195586"/>
                <a:gd name="connsiteX2" fmla="*/ 0 w 194868"/>
                <a:gd name="connsiteY2" fmla="*/ 97793 h 195586"/>
                <a:gd name="connsiteX3" fmla="*/ 97019 w 194868"/>
                <a:gd name="connsiteY3" fmla="*/ 195586 h 195586"/>
                <a:gd name="connsiteX4" fmla="*/ 194868 w 194868"/>
                <a:gd name="connsiteY4" fmla="*/ 97793 h 1955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68" h="195586">
                  <a:moveTo>
                    <a:pt x="194868" y="97793"/>
                  </a:moveTo>
                  <a:cubicBezTo>
                    <a:pt x="194868" y="42088"/>
                    <a:pt x="152578" y="0"/>
                    <a:pt x="97227" y="0"/>
                  </a:cubicBezTo>
                  <a:cubicBezTo>
                    <a:pt x="42291" y="0"/>
                    <a:pt x="0" y="42088"/>
                    <a:pt x="0" y="97793"/>
                  </a:cubicBezTo>
                  <a:cubicBezTo>
                    <a:pt x="0" y="153498"/>
                    <a:pt x="42291" y="195586"/>
                    <a:pt x="97019" y="195586"/>
                  </a:cubicBezTo>
                  <a:cubicBezTo>
                    <a:pt x="152578" y="195586"/>
                    <a:pt x="194661" y="153498"/>
                    <a:pt x="194868" y="97793"/>
                  </a:cubicBezTo>
                </a:path>
              </a:pathLst>
            </a:custGeom>
            <a:solidFill>
              <a:schemeClr val="bg2"/>
            </a:solidFill>
            <a:ln w="2041"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C68D0EE5-71EB-3543-A5AB-A0FFB72C9008}"/>
                </a:ext>
              </a:extLst>
            </p:cNvPr>
            <p:cNvSpPr/>
            <p:nvPr/>
          </p:nvSpPr>
          <p:spPr>
            <a:xfrm>
              <a:off x="11607408" y="6132443"/>
              <a:ext cx="290229" cy="432023"/>
            </a:xfrm>
            <a:custGeom>
              <a:avLst/>
              <a:gdLst>
                <a:gd name="connsiteX0" fmla="*/ 290229 w 290229"/>
                <a:gd name="connsiteY0" fmla="*/ 0 h 432023"/>
                <a:gd name="connsiteX1" fmla="*/ 290229 w 290229"/>
                <a:gd name="connsiteY1" fmla="*/ 288428 h 432023"/>
                <a:gd name="connsiteX2" fmla="*/ 138895 w 290229"/>
                <a:gd name="connsiteY2" fmla="*/ 432023 h 432023"/>
                <a:gd name="connsiteX3" fmla="*/ 0 w 290229"/>
                <a:gd name="connsiteY3" fmla="*/ 288428 h 432023"/>
                <a:gd name="connsiteX4" fmla="*/ 138895 w 290229"/>
                <a:gd name="connsiteY4" fmla="*/ 144833 h 432023"/>
                <a:gd name="connsiteX5" fmla="*/ 242549 w 290229"/>
                <a:gd name="connsiteY5" fmla="*/ 198888 h 432023"/>
                <a:gd name="connsiteX6" fmla="*/ 242549 w 290229"/>
                <a:gd name="connsiteY6" fmla="*/ 0 h 432023"/>
                <a:gd name="connsiteX7" fmla="*/ 290229 w 290229"/>
                <a:gd name="connsiteY7" fmla="*/ 0 h 432023"/>
                <a:gd name="connsiteX8" fmla="*/ 242549 w 290229"/>
                <a:gd name="connsiteY8" fmla="*/ 288428 h 432023"/>
                <a:gd name="connsiteX9" fmla="*/ 144907 w 290229"/>
                <a:gd name="connsiteY9" fmla="*/ 190635 h 432023"/>
                <a:gd name="connsiteX10" fmla="*/ 47680 w 290229"/>
                <a:gd name="connsiteY10" fmla="*/ 288428 h 432023"/>
                <a:gd name="connsiteX11" fmla="*/ 144700 w 290229"/>
                <a:gd name="connsiteY11" fmla="*/ 386221 h 432023"/>
                <a:gd name="connsiteX12" fmla="*/ 242549 w 290229"/>
                <a:gd name="connsiteY12" fmla="*/ 288428 h 432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0229" h="432023">
                  <a:moveTo>
                    <a:pt x="290229" y="0"/>
                  </a:moveTo>
                  <a:lnTo>
                    <a:pt x="290229" y="288428"/>
                  </a:lnTo>
                  <a:cubicBezTo>
                    <a:pt x="290229" y="347022"/>
                    <a:pt x="246073" y="432023"/>
                    <a:pt x="138895" y="432023"/>
                  </a:cubicBezTo>
                  <a:cubicBezTo>
                    <a:pt x="62607" y="432023"/>
                    <a:pt x="0" y="369304"/>
                    <a:pt x="0" y="288428"/>
                  </a:cubicBezTo>
                  <a:cubicBezTo>
                    <a:pt x="0" y="207553"/>
                    <a:pt x="62607" y="144833"/>
                    <a:pt x="138895" y="144833"/>
                  </a:cubicBezTo>
                  <a:cubicBezTo>
                    <a:pt x="185539" y="144833"/>
                    <a:pt x="220574" y="165671"/>
                    <a:pt x="242549" y="198888"/>
                  </a:cubicBezTo>
                  <a:lnTo>
                    <a:pt x="242549" y="0"/>
                  </a:lnTo>
                  <a:lnTo>
                    <a:pt x="290229" y="0"/>
                  </a:lnTo>
                  <a:close/>
                  <a:moveTo>
                    <a:pt x="242549" y="288428"/>
                  </a:moveTo>
                  <a:cubicBezTo>
                    <a:pt x="242549" y="232723"/>
                    <a:pt x="200258" y="190635"/>
                    <a:pt x="144907" y="190635"/>
                  </a:cubicBezTo>
                  <a:cubicBezTo>
                    <a:pt x="89971" y="190635"/>
                    <a:pt x="47680" y="232723"/>
                    <a:pt x="47680" y="288428"/>
                  </a:cubicBezTo>
                  <a:cubicBezTo>
                    <a:pt x="47680" y="344133"/>
                    <a:pt x="89971" y="386221"/>
                    <a:pt x="144700" y="386221"/>
                  </a:cubicBezTo>
                  <a:cubicBezTo>
                    <a:pt x="200258" y="386221"/>
                    <a:pt x="242341" y="344133"/>
                    <a:pt x="242549" y="288428"/>
                  </a:cubicBezTo>
                </a:path>
              </a:pathLst>
            </a:custGeom>
            <a:solidFill>
              <a:srgbClr val="3B3836"/>
            </a:solidFill>
            <a:ln w="2041" cap="flat">
              <a:noFill/>
              <a:prstDash val="solid"/>
              <a:miter/>
            </a:ln>
          </p:spPr>
          <p:txBody>
            <a:bodyPr rtlCol="0" anchor="ctr"/>
            <a:lstStyle/>
            <a:p>
              <a:endParaRPr lang="en-US"/>
            </a:p>
          </p:txBody>
        </p:sp>
      </p:grpSp>
    </p:spTree>
    <p:extLst>
      <p:ext uri="{BB962C8B-B14F-4D97-AF65-F5344CB8AC3E}">
        <p14:creationId xmlns:p14="http://schemas.microsoft.com/office/powerpoint/2010/main" val="118575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B20BC1-7F33-0D49-BF42-A05261E3F1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F4D79E7-5DB4-7140-A69D-97EF6CE08D0C}"/>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Espace réservé du numéro de diapositive 3">
            <a:extLst>
              <a:ext uri="{FF2B5EF4-FFF2-40B4-BE49-F238E27FC236}">
                <a16:creationId xmlns:a16="http://schemas.microsoft.com/office/drawing/2014/main" id="{B484016E-C120-476D-D3E1-BD712A5F230B}"/>
              </a:ext>
            </a:extLst>
          </p:cNvPr>
          <p:cNvSpPr txBox="1">
            <a:spLocks/>
          </p:cNvSpPr>
          <p:nvPr userDrawn="1"/>
        </p:nvSpPr>
        <p:spPr>
          <a:xfrm>
            <a:off x="340330" y="6208831"/>
            <a:ext cx="544253" cy="365125"/>
          </a:xfrm>
          <a:prstGeom prst="rect">
            <a:avLst/>
          </a:prstGeom>
        </p:spPr>
        <p:txBody>
          <a:bodyPr r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903064"/>
            <a:fld id="{1C96AA6D-8347-412D-BE88-10FF9D73003A}" type="slidenum">
              <a:rPr lang="nl-BE" sz="800" smtClean="0">
                <a:solidFill>
                  <a:schemeClr val="accent2"/>
                </a:solidFill>
                <a:latin typeface="+mn-lt"/>
              </a:rPr>
              <a:pPr algn="l" defTabSz="903064"/>
              <a:t>‹#›</a:t>
            </a:fld>
            <a:endParaRPr lang="nl-BE" sz="800">
              <a:solidFill>
                <a:schemeClr val="accent2"/>
              </a:solidFill>
              <a:latin typeface="+mn-lt"/>
            </a:endParaRPr>
          </a:p>
        </p:txBody>
      </p:sp>
      <p:sp>
        <p:nvSpPr>
          <p:cNvPr id="5" name="Espace réservé du numéro de diapositive 3">
            <a:extLst>
              <a:ext uri="{FF2B5EF4-FFF2-40B4-BE49-F238E27FC236}">
                <a16:creationId xmlns:a16="http://schemas.microsoft.com/office/drawing/2014/main" id="{0B365E60-AECF-C845-D24F-B7A8DFF9C484}"/>
              </a:ext>
            </a:extLst>
          </p:cNvPr>
          <p:cNvSpPr txBox="1">
            <a:spLocks/>
          </p:cNvSpPr>
          <p:nvPr userDrawn="1"/>
        </p:nvSpPr>
        <p:spPr>
          <a:xfrm>
            <a:off x="602592" y="6196956"/>
            <a:ext cx="2948129" cy="365125"/>
          </a:xfrm>
          <a:prstGeom prst="rect">
            <a:avLst/>
          </a:prstGeom>
        </p:spPr>
        <p:txBody>
          <a:bodyPr r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i="0">
                <a:solidFill>
                  <a:schemeClr val="tx2"/>
                </a:solidFill>
                <a:latin typeface="+mn-lt"/>
              </a:rPr>
              <a:t>we commit. we deliver.</a:t>
            </a:r>
          </a:p>
        </p:txBody>
      </p:sp>
      <p:grpSp>
        <p:nvGrpSpPr>
          <p:cNvPr id="6" name="Graphic 12">
            <a:extLst>
              <a:ext uri="{FF2B5EF4-FFF2-40B4-BE49-F238E27FC236}">
                <a16:creationId xmlns:a16="http://schemas.microsoft.com/office/drawing/2014/main" id="{5D522076-1157-D611-1780-6F6740B6DFBC}"/>
              </a:ext>
            </a:extLst>
          </p:cNvPr>
          <p:cNvGrpSpPr/>
          <p:nvPr userDrawn="1"/>
        </p:nvGrpSpPr>
        <p:grpSpPr>
          <a:xfrm>
            <a:off x="11631155" y="6261617"/>
            <a:ext cx="239815" cy="358508"/>
            <a:chOff x="5681378" y="2802294"/>
            <a:chExt cx="837801" cy="1252460"/>
          </a:xfrm>
        </p:grpSpPr>
        <p:sp>
          <p:nvSpPr>
            <p:cNvPr id="7" name="Freeform 6">
              <a:extLst>
                <a:ext uri="{FF2B5EF4-FFF2-40B4-BE49-F238E27FC236}">
                  <a16:creationId xmlns:a16="http://schemas.microsoft.com/office/drawing/2014/main" id="{57D67856-DA69-EF0B-6E5C-D85B4C2F96AA}"/>
                </a:ext>
              </a:extLst>
            </p:cNvPr>
            <p:cNvSpPr/>
            <p:nvPr/>
          </p:nvSpPr>
          <p:spPr>
            <a:xfrm>
              <a:off x="5681378" y="2802294"/>
              <a:ext cx="837801" cy="1252460"/>
            </a:xfrm>
            <a:custGeom>
              <a:avLst/>
              <a:gdLst>
                <a:gd name="connsiteX0" fmla="*/ 837801 w 837801"/>
                <a:gd name="connsiteY0" fmla="*/ 0 h 1252460"/>
                <a:gd name="connsiteX1" fmla="*/ 837801 w 837801"/>
                <a:gd name="connsiteY1" fmla="*/ 835925 h 1252460"/>
                <a:gd name="connsiteX2" fmla="*/ 400357 w 837801"/>
                <a:gd name="connsiteY2" fmla="*/ 1252461 h 1252460"/>
                <a:gd name="connsiteX3" fmla="*/ 0 w 837801"/>
                <a:gd name="connsiteY3" fmla="*/ 835925 h 1252460"/>
                <a:gd name="connsiteX4" fmla="*/ 400357 w 837801"/>
                <a:gd name="connsiteY4" fmla="*/ 419389 h 1252460"/>
                <a:gd name="connsiteX5" fmla="*/ 699911 w 837801"/>
                <a:gd name="connsiteY5" fmla="*/ 576303 h 1252460"/>
                <a:gd name="connsiteX6" fmla="*/ 699911 w 837801"/>
                <a:gd name="connsiteY6" fmla="*/ 0 h 1252460"/>
                <a:gd name="connsiteX7" fmla="*/ 837801 w 837801"/>
                <a:gd name="connsiteY7" fmla="*/ 0 h 1252460"/>
                <a:gd name="connsiteX8" fmla="*/ 699911 w 837801"/>
                <a:gd name="connsiteY8" fmla="*/ 836876 h 1252460"/>
                <a:gd name="connsiteX9" fmla="*/ 418425 w 837801"/>
                <a:gd name="connsiteY9" fmla="*/ 553479 h 1252460"/>
                <a:gd name="connsiteX10" fmla="*/ 137890 w 837801"/>
                <a:gd name="connsiteY10" fmla="*/ 836876 h 1252460"/>
                <a:gd name="connsiteX11" fmla="*/ 418425 w 837801"/>
                <a:gd name="connsiteY11" fmla="*/ 1120272 h 1252460"/>
                <a:gd name="connsiteX12" fmla="*/ 699911 w 837801"/>
                <a:gd name="connsiteY12" fmla="*/ 836876 h 125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7801" h="1252460">
                  <a:moveTo>
                    <a:pt x="837801" y="0"/>
                  </a:moveTo>
                  <a:cubicBezTo>
                    <a:pt x="837801" y="0"/>
                    <a:pt x="837801" y="654285"/>
                    <a:pt x="837801" y="835925"/>
                  </a:cubicBezTo>
                  <a:cubicBezTo>
                    <a:pt x="837801" y="1006153"/>
                    <a:pt x="710372" y="1252461"/>
                    <a:pt x="400357" y="1252461"/>
                  </a:cubicBezTo>
                  <a:cubicBezTo>
                    <a:pt x="180684" y="1252461"/>
                    <a:pt x="0" y="1070821"/>
                    <a:pt x="0" y="835925"/>
                  </a:cubicBezTo>
                  <a:cubicBezTo>
                    <a:pt x="0" y="601029"/>
                    <a:pt x="180684" y="419389"/>
                    <a:pt x="400357" y="419389"/>
                  </a:cubicBezTo>
                  <a:cubicBezTo>
                    <a:pt x="535394" y="419389"/>
                    <a:pt x="636196" y="479302"/>
                    <a:pt x="699911" y="576303"/>
                  </a:cubicBezTo>
                  <a:lnTo>
                    <a:pt x="699911" y="0"/>
                  </a:lnTo>
                  <a:lnTo>
                    <a:pt x="837801" y="0"/>
                  </a:lnTo>
                  <a:close/>
                  <a:moveTo>
                    <a:pt x="699911" y="836876"/>
                  </a:moveTo>
                  <a:cubicBezTo>
                    <a:pt x="699911" y="675207"/>
                    <a:pt x="578187" y="553479"/>
                    <a:pt x="418425" y="553479"/>
                  </a:cubicBezTo>
                  <a:cubicBezTo>
                    <a:pt x="259614" y="553479"/>
                    <a:pt x="137890" y="675207"/>
                    <a:pt x="137890" y="836876"/>
                  </a:cubicBezTo>
                  <a:cubicBezTo>
                    <a:pt x="137890" y="998545"/>
                    <a:pt x="259614" y="1120272"/>
                    <a:pt x="418425" y="1120272"/>
                  </a:cubicBezTo>
                  <a:cubicBezTo>
                    <a:pt x="578187" y="1120272"/>
                    <a:pt x="699911" y="998545"/>
                    <a:pt x="699911" y="836876"/>
                  </a:cubicBezTo>
                  <a:close/>
                </a:path>
              </a:pathLst>
            </a:custGeom>
            <a:solidFill>
              <a:srgbClr val="3C3C3C"/>
            </a:solidFill>
            <a:ln w="9479"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6666C5E1-0C04-8B16-1537-4B6283480D18}"/>
                </a:ext>
              </a:extLst>
            </p:cNvPr>
            <p:cNvSpPr/>
            <p:nvPr/>
          </p:nvSpPr>
          <p:spPr>
            <a:xfrm>
              <a:off x="5819268" y="3355773"/>
              <a:ext cx="562020" cy="566793"/>
            </a:xfrm>
            <a:custGeom>
              <a:avLst/>
              <a:gdLst>
                <a:gd name="connsiteX0" fmla="*/ 562021 w 562020"/>
                <a:gd name="connsiteY0" fmla="*/ 283397 h 566793"/>
                <a:gd name="connsiteX1" fmla="*/ 280535 w 562020"/>
                <a:gd name="connsiteY1" fmla="*/ 0 h 566793"/>
                <a:gd name="connsiteX2" fmla="*/ 0 w 562020"/>
                <a:gd name="connsiteY2" fmla="*/ 283397 h 566793"/>
                <a:gd name="connsiteX3" fmla="*/ 280535 w 562020"/>
                <a:gd name="connsiteY3" fmla="*/ 566793 h 566793"/>
                <a:gd name="connsiteX4" fmla="*/ 562021 w 562020"/>
                <a:gd name="connsiteY4" fmla="*/ 283397 h 566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2020" h="566793">
                  <a:moveTo>
                    <a:pt x="562021" y="283397"/>
                  </a:moveTo>
                  <a:cubicBezTo>
                    <a:pt x="562021" y="121727"/>
                    <a:pt x="440297" y="0"/>
                    <a:pt x="280535" y="0"/>
                  </a:cubicBezTo>
                  <a:cubicBezTo>
                    <a:pt x="121724" y="0"/>
                    <a:pt x="0" y="121727"/>
                    <a:pt x="0" y="283397"/>
                  </a:cubicBezTo>
                  <a:cubicBezTo>
                    <a:pt x="0" y="445066"/>
                    <a:pt x="121724" y="566793"/>
                    <a:pt x="280535" y="566793"/>
                  </a:cubicBezTo>
                  <a:cubicBezTo>
                    <a:pt x="440297" y="566793"/>
                    <a:pt x="562021" y="445066"/>
                    <a:pt x="562021" y="283397"/>
                  </a:cubicBezTo>
                  <a:close/>
                </a:path>
              </a:pathLst>
            </a:custGeom>
            <a:solidFill>
              <a:srgbClr val="EF463C"/>
            </a:solidFill>
            <a:ln w="9479" cap="flat">
              <a:noFill/>
              <a:prstDash val="solid"/>
              <a:miter/>
            </a:ln>
          </p:spPr>
          <p:txBody>
            <a:bodyPr rtlCol="0" anchor="ctr"/>
            <a:lstStyle/>
            <a:p>
              <a:endParaRPr lang="en-US"/>
            </a:p>
          </p:txBody>
        </p:sp>
      </p:grpSp>
    </p:spTree>
    <p:extLst>
      <p:ext uri="{BB962C8B-B14F-4D97-AF65-F5344CB8AC3E}">
        <p14:creationId xmlns:p14="http://schemas.microsoft.com/office/powerpoint/2010/main" val="3591975871"/>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 id="2147483750" r:id="rId18"/>
    <p:sldLayoutId id="2147483751" r:id="rId19"/>
    <p:sldLayoutId id="2147483752" r:id="rId20"/>
    <p:sldLayoutId id="2147483753" r:id="rId21"/>
    <p:sldLayoutId id="2147483754" r:id="rId22"/>
    <p:sldLayoutId id="2147483755" r:id="rId23"/>
    <p:sldLayoutId id="2147483756" r:id="rId24"/>
    <p:sldLayoutId id="2147483757" r:id="rId25"/>
    <p:sldLayoutId id="2147483758" r:id="rId26"/>
    <p:sldLayoutId id="2147483759" r:id="rId2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0"/>
        </a:spcBef>
        <a:spcAft>
          <a:spcPts val="1000"/>
        </a:spcAft>
        <a:buClr>
          <a:schemeClr val="tx2"/>
        </a:buClr>
        <a:buFont typeface="Arial" panose="020B0604020202020204" pitchFamily="34" charset="0"/>
        <a:buNone/>
        <a:defRPr sz="2000" b="1" kern="1200">
          <a:solidFill>
            <a:schemeClr val="tx2"/>
          </a:solidFill>
          <a:latin typeface="+mn-lt"/>
          <a:ea typeface="+mn-ea"/>
          <a:cs typeface="+mn-cs"/>
        </a:defRPr>
      </a:lvl1pPr>
      <a:lvl2pPr marL="180000" indent="-180000" algn="l" defTabSz="914400" rtl="0" eaLnBrk="1" latinLnBrk="0" hangingPunct="1">
        <a:lnSpc>
          <a:spcPct val="90000"/>
        </a:lnSpc>
        <a:spcBef>
          <a:spcPts val="0"/>
        </a:spcBef>
        <a:spcAft>
          <a:spcPts val="1000"/>
        </a:spcAft>
        <a:buClr>
          <a:schemeClr val="tx2"/>
        </a:buClr>
        <a:buFont typeface="Arial" panose="020B0604020202020204" pitchFamily="34" charset="0"/>
        <a:buChar char="•"/>
        <a:defRPr sz="2000" kern="1200">
          <a:solidFill>
            <a:schemeClr val="tx1"/>
          </a:solidFill>
          <a:latin typeface="+mn-lt"/>
          <a:ea typeface="+mn-ea"/>
          <a:cs typeface="+mn-cs"/>
        </a:defRPr>
      </a:lvl2pPr>
      <a:lvl3pPr marL="360000" indent="-180000" algn="l" defTabSz="914400" rtl="0" eaLnBrk="1" latinLnBrk="0" hangingPunct="1">
        <a:lnSpc>
          <a:spcPct val="90000"/>
        </a:lnSpc>
        <a:spcBef>
          <a:spcPts val="0"/>
        </a:spcBef>
        <a:spcAft>
          <a:spcPts val="1000"/>
        </a:spcAft>
        <a:buClr>
          <a:schemeClr val="tx1"/>
        </a:buClr>
        <a:buFont typeface="Arial" panose="020B0604020202020204" pitchFamily="34" charset="0"/>
        <a:buChar char="•"/>
        <a:defRPr sz="2000" kern="1200">
          <a:solidFill>
            <a:schemeClr val="tx1"/>
          </a:solidFill>
          <a:latin typeface="+mn-lt"/>
          <a:ea typeface="+mn-ea"/>
          <a:cs typeface="+mn-cs"/>
        </a:defRPr>
      </a:lvl3pPr>
      <a:lvl4pPr marL="540000" indent="-180000" algn="l" defTabSz="914400" rtl="0" eaLnBrk="1" latinLnBrk="0" hangingPunct="1">
        <a:lnSpc>
          <a:spcPct val="90000"/>
        </a:lnSpc>
        <a:spcBef>
          <a:spcPts val="0"/>
        </a:spcBef>
        <a:spcAft>
          <a:spcPts val="750"/>
        </a:spcAft>
        <a:buClr>
          <a:schemeClr val="tx2"/>
        </a:buClr>
        <a:buFont typeface="System Font Regular"/>
        <a:buChar char="-"/>
        <a:defRPr sz="1800" kern="1200">
          <a:solidFill>
            <a:schemeClr val="tx1"/>
          </a:solidFill>
          <a:latin typeface="+mn-lt"/>
          <a:ea typeface="+mn-ea"/>
          <a:cs typeface="+mn-cs"/>
        </a:defRPr>
      </a:lvl4pPr>
      <a:lvl5pPr marL="720000" indent="-180000" algn="l" defTabSz="914400" rtl="0" eaLnBrk="1" latinLnBrk="0" hangingPunct="1">
        <a:lnSpc>
          <a:spcPct val="90000"/>
        </a:lnSpc>
        <a:spcBef>
          <a:spcPts val="0"/>
        </a:spcBef>
        <a:spcAft>
          <a:spcPts val="500"/>
        </a:spcAft>
        <a:buClr>
          <a:schemeClr val="tx1"/>
        </a:buClr>
        <a:buFont typeface="System Font Regular"/>
        <a:buChar char="-"/>
        <a:defRPr sz="1600" kern="1200">
          <a:solidFill>
            <a:schemeClr val="tx1"/>
          </a:solidFill>
          <a:latin typeface="+mn-lt"/>
          <a:ea typeface="+mn-ea"/>
          <a:cs typeface="+mn-cs"/>
        </a:defRPr>
      </a:lvl5pPr>
      <a:lvl6pPr marL="540000" indent="0" algn="l" defTabSz="914400" rtl="0" eaLnBrk="1" latinLnBrk="0" hangingPunct="1">
        <a:lnSpc>
          <a:spcPct val="90000"/>
        </a:lnSpc>
        <a:spcBef>
          <a:spcPts val="0"/>
        </a:spcBef>
        <a:spcAft>
          <a:spcPts val="500"/>
        </a:spcAft>
        <a:buClr>
          <a:schemeClr val="tx1"/>
        </a:buClr>
        <a:buFont typeface="System Font Regular"/>
        <a:buNone/>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xml"/><Relationship Id="rId1" Type="http://schemas.openxmlformats.org/officeDocument/2006/relationships/slideLayout" Target="../slideLayouts/slideLayout25.xml"/><Relationship Id="rId4" Type="http://schemas.openxmlformats.org/officeDocument/2006/relationships/image" Target="../media/image17.png"/></Relationships>
</file>

<file path=ppt/slides/_rels/slide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6.xml"/><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image" Target="../media/image18.png"/><Relationship Id="rId5" Type="http://schemas.openxmlformats.org/officeDocument/2006/relationships/image" Target="../media/image22.sv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1.xml"/><Relationship Id="rId6" Type="http://schemas.openxmlformats.org/officeDocument/2006/relationships/image" Target="../media/image18.png"/><Relationship Id="rId5" Type="http://schemas.openxmlformats.org/officeDocument/2006/relationships/image" Target="../media/image24.sv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1.xml"/><Relationship Id="rId6" Type="http://schemas.openxmlformats.org/officeDocument/2006/relationships/image" Target="../media/image20.png"/><Relationship Id="rId5" Type="http://schemas.openxmlformats.org/officeDocument/2006/relationships/image" Target="../media/image24.sv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1.xml"/><Relationship Id="rId6" Type="http://schemas.openxmlformats.org/officeDocument/2006/relationships/image" Target="../media/image20.png"/><Relationship Id="rId5" Type="http://schemas.openxmlformats.org/officeDocument/2006/relationships/image" Target="../media/image18.png"/><Relationship Id="rId4" Type="http://schemas.openxmlformats.org/officeDocument/2006/relationships/image" Target="../media/image22.sv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1.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1.xml"/><Relationship Id="rId6" Type="http://schemas.openxmlformats.org/officeDocument/2006/relationships/image" Target="../media/image20.png"/><Relationship Id="rId5" Type="http://schemas.openxmlformats.org/officeDocument/2006/relationships/image" Target="../media/image24.sv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1.xml"/><Relationship Id="rId6" Type="http://schemas.openxmlformats.org/officeDocument/2006/relationships/image" Target="../media/image20.png"/><Relationship Id="rId5" Type="http://schemas.openxmlformats.org/officeDocument/2006/relationships/image" Target="../media/image24.sv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1.xml"/><Relationship Id="rId6" Type="http://schemas.openxmlformats.org/officeDocument/2006/relationships/image" Target="../media/image18.png"/><Relationship Id="rId5" Type="http://schemas.openxmlformats.org/officeDocument/2006/relationships/image" Target="../media/image22.sv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26" Type="http://schemas.openxmlformats.org/officeDocument/2006/relationships/hyperlink" Target="https://delawareconsulting.sharepoint.com/:p:/r/sites/PROMARCoreTeam/Shared%20Documents/%F0%9F%94%B4%20PM%20Methodology/_PROMAR%20Training%20material/PROMAR%2002%20Basic/Basic%2003%20-%20F02%20INITIATE%20stage.pptx?d=w28c05e1c43574c66b470dac296cb1560&amp;csf=1&amp;web=1&amp;e=1eNhDq&amp;nav=eyJzSWQiOjI2NCwiY0lkIjozOTU5MjkwNDM2fQ" TargetMode="External"/><Relationship Id="rId21" Type="http://schemas.openxmlformats.org/officeDocument/2006/relationships/hyperlink" Target="https://delawareconsulting.sharepoint.com/:p:/r/sites/PROMARCoreTeam/Shared%20Documents/%F0%9F%94%B4%20PM%20Methodology/_PROMAR%20Training%20material/PROMAR%2002%20Basic/Basic%2003%20-%20F02%20INITIATE%20stage.pptx?d=w28c05e1c43574c66b470dac296cb1560&amp;csf=1&amp;web=1&amp;e=Fi6LMn&amp;nav=eyJzSWQiOjI3NiwiY0lkIjoxNzI2MTQ5MTk3fQ" TargetMode="External"/><Relationship Id="rId42" Type="http://schemas.openxmlformats.org/officeDocument/2006/relationships/hyperlink" Target="https://delawareconsulting.sharepoint.com/:p:/r/sites/PROMARCoreTeam/Shared%20Documents/%F0%9F%94%B4%20PM%20Methodology/_PROMAR%20Training%20material/PROMAR%2002%20Basic/Basic%2006%20-%20F04%20EXECUTE%20stage.pptx?d=we5384c9adc804328bbb0521d73246d9f&amp;csf=1&amp;web=1&amp;e=ySGYaU&amp;nav=eyJzSWQiOjIxNDc0ODM2MzgsImNJZCI6MTA1NjY2NDgzNX0" TargetMode="External"/><Relationship Id="rId47" Type="http://schemas.openxmlformats.org/officeDocument/2006/relationships/hyperlink" Target="https://delawareconsulting.sharepoint.com/:p:/r/sites/PROMARCoreTeam/Shared%20Documents/%F0%9F%94%B4%20PM%20Methodology/_PROMAR%20Training%20material/PROMAR%2002%20Basic/Basic%2006%20-%20F04%20EXECUTE%20stage.pptx?d=we5384c9adc804328bbb0521d73246d9f&amp;csf=1&amp;web=1&amp;e=kfBl6o&amp;nav=eyJzSWQiOjI1OCwiY0lkIjo4NTcyMjQyMDR9" TargetMode="External"/><Relationship Id="rId63" Type="http://schemas.openxmlformats.org/officeDocument/2006/relationships/hyperlink" Target="https://delawareconsulting.sharepoint.com/:p:/r/sites/PROMARCoreTeam/Shared%20Documents/%F0%9F%94%B4%20PM%20Methodology/_PROMAR%20Training%20material/PROMAR%2002%20Basic/Basic%2007%20-%20F05%20DEPLOY%20stage.pptx?d=w1c859ecf3cad4d35b4b722c622048941&amp;csf=1&amp;web=1&amp;e=P5sV9p&amp;nav=eyJzSWQiOjIxNDc0ODM2NDMsImNJZCI6MzI4NjAyOTk0NH0" TargetMode="External"/><Relationship Id="rId68" Type="http://schemas.openxmlformats.org/officeDocument/2006/relationships/hyperlink" Target="https://delawareconsulting.sharepoint.com/:p:/r/sites/PROMARCoreTeam/Shared%20Documents/%F0%9F%94%B4%20PM%20Methodology/_PROMAR%20Training%20material/PROMAR%2002%20Basic/Basic%2007%20-%20F05%20DEPLOY%20stage.pptx?d=w1c859ecf3cad4d35b4b722c622048941&amp;csf=1&amp;web=1&amp;e=ww7aNu&amp;nav=eyJzSWQiOjIxNDc0ODM2MzcsImNJZCI6Mzc1NzAzMzg4OH0" TargetMode="External"/><Relationship Id="rId84" Type="http://schemas.openxmlformats.org/officeDocument/2006/relationships/hyperlink" Target="https://delawareconsulting.sharepoint.com/:p:/r/sites/PROMARCoreTeam/Shared%20Documents/%F0%9F%94%B4%20PM%20Methodology/_PROMAR%20Training%20material/PROMAR%2002%20Basic/Basic%2005%20-%20F03%20EXPLORE%20stage.pptx?d=wcda1174acac24e8f92cdc344cf445498&amp;csf=1&amp;web=1&amp;e=72EcEo&amp;nav=eyJzSWQiOjI1NywiY0lkIjo1OTYyNDAwOTd9" TargetMode="External"/><Relationship Id="rId89" Type="http://schemas.openxmlformats.org/officeDocument/2006/relationships/hyperlink" Target="https://delawareconsulting.sharepoint.com/:p:/r/sites/PROMARCoreTeam/Shared%20Documents/%F0%9F%94%B4%20PM%20Methodology/_PROMAR%20Training%20material/PROMAR%2002%20Basic/Basic%2005%20-%20F03%20EXPLORE%20stage.pptx?d=wcda1174acac24e8f92cdc344cf445498&amp;csf=1&amp;web=1&amp;e=4kOCRM&amp;nav=eyJzSWQiOjI1NiwiY0lkIjoxNDMzMzM5MzQxfQ" TargetMode="External"/><Relationship Id="rId16" Type="http://schemas.openxmlformats.org/officeDocument/2006/relationships/hyperlink" Target="https://delawareconsulting.sharepoint.com/:p:/r/sites/PROMARCoreTeam/Shared%20Documents/%F0%9F%94%B4%20PM%20Methodology/_PROMAR%20Training%20material/PROMAR%2002%20Basic/Basic%2003%20-%20F02%20INITIATE%20stage.pptx?d=w28c05e1c43574c66b470dac296cb1560&amp;csf=1&amp;web=1&amp;e=81hpef&amp;nav=eyJzSWQiOjIxNDc0ODM2NDYsImNJZCI6MjY1MTQyMjkzOH0" TargetMode="External"/><Relationship Id="rId11" Type="http://schemas.openxmlformats.org/officeDocument/2006/relationships/hyperlink" Target="https://delawareconsulting.sharepoint.com/:p:/r/sites/PROMARCoreTeam/Shared%20Documents/%F0%9F%94%B4%20PM%20Methodology/_PROMAR%20Training%20material/PROMAR%2002%20Basic/Basic%2003%20-%20F02%20INITIATE%20stage.pptx?d=w28c05e1c43574c66b470dac296cb1560&amp;csf=1&amp;web=1&amp;e=YArJOA&amp;nav=eyJzSWQiOjIxNDc0ODM2NDEsImNJZCI6MTcwNTYxMzYyfQ" TargetMode="External"/><Relationship Id="rId32" Type="http://schemas.openxmlformats.org/officeDocument/2006/relationships/hyperlink" Target="https://delawareconsulting.sharepoint.com/:p:/r/sites/PROMARCoreTeam/Shared%20Documents/%F0%9F%94%B4%20PM%20Methodology/_PROMAR%20Training%20material/PROMAR%2002%20Basic/Basic%2002%20-%20F01%20DISCOVER%20stage.pptx?d=w8119523aa97f4b649b1cd03eb15d6905&amp;csf=1&amp;web=1&amp;e=q48GxH&amp;nav=eyJzSWQiOjIxNDc0ODM2MjAsImNJZCI6MTIyNDMzNDk4N30" TargetMode="External"/><Relationship Id="rId37" Type="http://schemas.openxmlformats.org/officeDocument/2006/relationships/hyperlink" Target="https://delawareconsulting.sharepoint.com/:p:/r/sites/PROMARCoreTeam/Shared%20Documents/%F0%9F%94%B4%20PM%20Methodology/_PROMAR%20Training%20material/PROMAR%2002%20Basic/Basic%2002%20-%20F01%20DISCOVER%20stage.pptx?d=w8119523aa97f4b649b1cd03eb15d6905&amp;csf=1&amp;web=1&amp;e=vZiLbT&amp;nav=eyJzSWQiOjIxNDc0ODM2MjQsImNJZCI6OTUzMzEyNTI3fQ" TargetMode="External"/><Relationship Id="rId53" Type="http://schemas.openxmlformats.org/officeDocument/2006/relationships/hyperlink" Target="https://delawareconsulting.sharepoint.com/:p:/r/sites/PROMARCoreTeam/Shared%20Documents/%F0%9F%94%B4%20PM%20Methodology/_PROMAR%20Training%20material/PROMAR%2002%20Basic/Basic%2006%20-%20F04%20EXECUTE%20stage.pptx?d=we5384c9adc804328bbb0521d73246d9f&amp;csf=1&amp;web=1&amp;e=CUdR2E&amp;nav=eyJzSWQiOjIxNDc0ODM2NDAsImNJZCI6MjcwODUyNTQ2N30" TargetMode="External"/><Relationship Id="rId58" Type="http://schemas.openxmlformats.org/officeDocument/2006/relationships/hyperlink" Target="https://delawareconsulting.sharepoint.com/:p:/r/sites/PROMARCoreTeam/Shared%20Documents/%F0%9F%94%B4%20PM%20Methodology/_PROMAR%20Training%20material/PROMAR%2002%20Basic/Basic%2006%20-%20F04%20EXECUTE%20stage.pptx?d=we5384c9adc804328bbb0521d73246d9f&amp;csf=1&amp;web=1&amp;e=z6Xebd&amp;nav=eyJzSWQiOjIxNDc0ODM2NDQsImNJZCI6NDI4NTEzNzIzNX0" TargetMode="External"/><Relationship Id="rId74" Type="http://schemas.openxmlformats.org/officeDocument/2006/relationships/hyperlink" Target="https://delawareconsulting.sharepoint.com/:p:/r/sites/PROMARCoreTeam/Shared%20Documents/%F0%9F%94%B4%20PM%20Methodology/_PROMAR%20Training%20material/PROMAR%2002%20Basic/Basic%2004%20-%20F00%20MONITOR%20AND%20CONTROL.pptx?d=w5baba02ac4f6431e88e1ad7349ef9cea&amp;csf=1&amp;web=1&amp;e=DEtbK4&amp;nav=eyJzSWQiOjIxNDc0ODM2MzMsImNJZCI6MTk2ODk2MzQ2MX0" TargetMode="External"/><Relationship Id="rId79" Type="http://schemas.openxmlformats.org/officeDocument/2006/relationships/hyperlink" Target="https://delawareconsulting.sharepoint.com/:p:/r/sites/PROMARCoreTeam/Shared%20Documents/%F0%9F%94%B4%20PM%20Methodology/_PROMAR%20Training%20material/PROMAR%2002%20Basic/Basic%2004%20-%20F00%20MONITOR%20AND%20CONTROL.pptx?d=w5baba02ac4f6431e88e1ad7349ef9cea&amp;csf=1&amp;web=1&amp;e=EUvqlC&amp;nav=eyJzSWQiOjIxNDc0ODM2NDIsImNJZCI6Mjk5MTU2OTI3NH0" TargetMode="External"/><Relationship Id="rId5" Type="http://schemas.openxmlformats.org/officeDocument/2006/relationships/hyperlink" Target="https://delawareconsulting.sharepoint.com/:p:/r/sites/PROMARCoreTeam/Shared%20Documents/%F0%9F%94%B4%20PM%20Methodology/_PROMAR%20Training%20material/PROMAR%2002%20Basic/Basic%2003%20-%20F02%20INITIATE%20stage.pptx?d=w28c05e1c43574c66b470dac296cb1560&amp;csf=1&amp;web=1&amp;e=HCQnsg&amp;nav=eyJzSWQiOjIxNDc0ODM2MzQsImNJZCI6NDAwMzgwNDUwNH0" TargetMode="External"/><Relationship Id="rId90" Type="http://schemas.openxmlformats.org/officeDocument/2006/relationships/hyperlink" Target="https://delawareconsulting.sharepoint.com/:p:/r/sites/PROMARCoreTeam/Shared%20Documents/%F0%9F%94%B4%20PM%20Methodology/_PROMAR%20Training%20material/PROMAR%2002%20Basic/Basic%2005%20-%20F03%20EXPLORE%20stage.pptx?d=wcda1174acac24e8f92cdc344cf445498&amp;csf=1&amp;web=1&amp;e=W6dTb8&amp;nav=eyJzSWQiOjI2NiwiY0lkIjo1NjYzOTIxNTJ9" TargetMode="External"/><Relationship Id="rId95" Type="http://schemas.openxmlformats.org/officeDocument/2006/relationships/hyperlink" Target="https://delawareconsulting.sharepoint.com/:p:/r/sites/PROMARCoreTeam/Shared%20Documents/%F0%9F%94%B4%20PM%20Methodology/_PROMAR%20Training%20material/PROMAR%2002%20Basic/Basic%2005%20-%20F03%20EXPLORE%20stage.pptx?d=wcda1174acac24e8f92cdc344cf445498&amp;csf=1&amp;web=1&amp;e=6hQtiM&amp;nav=eyJzSWQiOjIxNDc0ODM2MzksImNJZCI6MTk0NDU2MzI0Mn0" TargetMode="External"/><Relationship Id="rId22" Type="http://schemas.openxmlformats.org/officeDocument/2006/relationships/hyperlink" Target="https://delawareconsulting.sharepoint.com/:p:/r/sites/PROMARCoreTeam/Shared%20Documents/%F0%9F%94%B4%20PM%20Methodology/_PROMAR%20Training%20material/PROMAR%2002%20Basic/Basic%2003%20-%20F02%20INITIATE%20stage.pptx?d=w28c05e1c43574c66b470dac296cb1560&amp;csf=1&amp;web=1&amp;e=vFpIDg&amp;nav=eyJzSWQiOjI1OSwiY0lkIjoxMDU1ODc3MTEyfQ" TargetMode="External"/><Relationship Id="rId27" Type="http://schemas.openxmlformats.org/officeDocument/2006/relationships/hyperlink" Target="https://delawareconsulting.sharepoint.com/:p:/r/sites/PROMARCoreTeam/Shared%20Documents/%F0%9F%94%B4%20PM%20Methodology/_PROMAR%20Training%20material/PROMAR%2002%20Basic/Basic%2002%20-%20F01%20DISCOVER%20stage.pptx?d=w8119523aa97f4b649b1cd03eb15d6905&amp;csf=1&amp;web=1&amp;e=JnTyem&amp;nav=eyJzSWQiOjIxNDc0ODM2MjYsImNJZCI6ODA5NTE0ODM5fQ" TargetMode="External"/><Relationship Id="rId43" Type="http://schemas.openxmlformats.org/officeDocument/2006/relationships/hyperlink" Target="https://delawareconsulting.sharepoint.com/:p:/r/sites/PROMARCoreTeam/Shared%20Documents/%F0%9F%94%B4%20PM%20Methodology/_PROMAR%20Training%20material/PROMAR%2002%20Basic/Basic%2006%20-%20F04%20EXECUTE%20stage.pptx?d=we5384c9adc804328bbb0521d73246d9f&amp;csf=1&amp;web=1&amp;e=eWeX1N&amp;nav=eyJzSWQiOjIxNDc0ODM2MzUsImNJZCI6MzU4NTU2MzM5Mn0" TargetMode="External"/><Relationship Id="rId48" Type="http://schemas.openxmlformats.org/officeDocument/2006/relationships/hyperlink" Target="https://delawareconsulting.sharepoint.com/:p:/r/sites/PROMARCoreTeam/Shared%20Documents/%F0%9F%94%B4%20PM%20Methodology/_PROMAR%20Training%20material/PROMAR%2002%20Basic/Basic%2006%20-%20F04%20EXECUTE%20stage.pptx?d=we5384c9adc804328bbb0521d73246d9f&amp;csf=1&amp;web=1&amp;e=gLQO80&amp;nav=eyJzSWQiOjI1NiwiY0lkIjoxNDMzMzM5MzQxfQ" TargetMode="External"/><Relationship Id="rId64" Type="http://schemas.openxmlformats.org/officeDocument/2006/relationships/hyperlink" Target="https://delawareconsulting.sharepoint.com/:p:/r/sites/PROMARCoreTeam/Shared%20Documents/%F0%9F%94%B4%20PM%20Methodology/_PROMAR%20Training%20material/PROMAR%2002%20Basic/Basic%2007%20-%20F05%20DEPLOY%20stage.pptx?d=w1c859ecf3cad4d35b4b722c622048941&amp;csf=1&amp;web=1&amp;e=F8CeQh&amp;nav=eyJzSWQiOjIxNDc0ODM2NDMsImNJZCI6MzI4NjAyOTk0NH0" TargetMode="External"/><Relationship Id="rId69" Type="http://schemas.openxmlformats.org/officeDocument/2006/relationships/hyperlink" Target="https://delawareconsulting.sharepoint.com/:p:/r/sites/PROMARCoreTeam/Shared%20Documents/%F0%9F%94%B4%20PM%20Methodology/_PROMAR%20Training%20material/PROMAR%2002%20Basic/Basic%2004%20-%20F00%20MONITOR%20AND%20CONTROL.pptx?d=w5baba02ac4f6431e88e1ad7349ef9cea&amp;csf=1&amp;web=1&amp;e=70k2sr&amp;nav=eyJzSWQiOjI3MCwiY0lkIjoyODM1MTIwMjEzfQ" TargetMode="External"/><Relationship Id="rId80" Type="http://schemas.openxmlformats.org/officeDocument/2006/relationships/hyperlink" Target="https://delawareconsulting.sharepoint.com/:p:/r/sites/PROMARCoreTeam/Shared%20Documents/%F0%9F%94%B4%20PM%20Methodology/_PROMAR%20Training%20material/PROMAR%2002%20Basic/Basic%2004%20-%20F00%20MONITOR%20AND%20CONTROL.pptx?d=w5baba02ac4f6431e88e1ad7349ef9cea&amp;csf=1&amp;web=1&amp;e=BS6fQr&amp;nav=eyJzSWQiOjIxNDc0ODM2NDQsImNJZCI6MzMwMjA0Mzg3OH0" TargetMode="External"/><Relationship Id="rId85" Type="http://schemas.openxmlformats.org/officeDocument/2006/relationships/hyperlink" Target="https://delawareconsulting.sharepoint.com/:p:/r/sites/PROMARCoreTeam/Shared%20Documents/%F0%9F%94%B4%20PM%20Methodology/_PROMAR%20Training%20material/PROMAR%2002%20Basic/Basic%2005%20-%20F03%20EXPLORE%20stage.pptx?d=wcda1174acac24e8f92cdc344cf445498&amp;csf=1&amp;web=1&amp;e=YS7f75&amp;nav=eyJzSWQiOjIxNDc0ODM2MzYsImNJZCI6MjEzMjE3NTQ4MH0" TargetMode="External"/><Relationship Id="rId12" Type="http://schemas.openxmlformats.org/officeDocument/2006/relationships/hyperlink" Target="https://delawareconsulting.sharepoint.com/:p:/r/sites/PROMARCoreTeam/Shared%20Documents/%F0%9F%94%B4%20PM%20Methodology/_PROMAR%20Training%20material/PROMAR%2002%20Basic/Basic%2003%20-%20F02%20INITIATE%20stage.pptx?d=w28c05e1c43574c66b470dac296cb1560&amp;csf=1&amp;web=1&amp;e=C893JL&amp;nav=eyJzSWQiOjIxNDc0ODM2NDIsImNJZCI6MTc4NTc0NzIxN30" TargetMode="External"/><Relationship Id="rId17" Type="http://schemas.openxmlformats.org/officeDocument/2006/relationships/hyperlink" Target="https://delawareconsulting.sharepoint.com/:p:/r/sites/PROMARCoreTeam/Shared%20Documents/%F0%9F%94%B4%20PM%20Methodology/_PROMAR%20Training%20material/PROMAR%2002%20Basic/Basic%2003%20-%20F02%20INITIATE%20stage.pptx?d=w28c05e1c43574c66b470dac296cb1560&amp;csf=1&amp;web=1&amp;e=XQ1cge&amp;nav=eyJzSWQiOjIxNDc0ODM2NDcsImNJZCI6MzIwODc3Nzc2M30" TargetMode="External"/><Relationship Id="rId25" Type="http://schemas.openxmlformats.org/officeDocument/2006/relationships/hyperlink" Target="https://delawareconsulting.sharepoint.com/:p:/r/sites/PROMARCoreTeam/Shared%20Documents/%F0%9F%94%B4%20PM%20Methodology/_PROMAR%20Training%20material/PROMAR%2002%20Basic/Basic%2003%20-%20F02%20INITIATE%20stage.pptx?d=w28c05e1c43574c66b470dac296cb1560&amp;csf=1&amp;web=1&amp;e=RzVPOS&amp;nav=eyJzSWQiOjI2MiwiY0lkIjo2NjUwMDQ3MDN9" TargetMode="External"/><Relationship Id="rId33" Type="http://schemas.openxmlformats.org/officeDocument/2006/relationships/hyperlink" Target="https://delawareconsulting.sharepoint.com/:p:/r/sites/PROMARCoreTeam/Shared%20Documents/%F0%9F%94%B4%20PM%20Methodology/_PROMAR%20Training%20material/PROMAR%2002%20Basic/Basic%2002%20-%20F01%20DISCOVER%20stage.pptx?d=w8119523aa97f4b649b1cd03eb15d6905&amp;csf=1&amp;web=1&amp;e=dmabTg&amp;nav=eyJzSWQiOjIxNDc0ODM2MTksImNJZCI6NjQ2MzcwMjd9" TargetMode="External"/><Relationship Id="rId38" Type="http://schemas.openxmlformats.org/officeDocument/2006/relationships/hyperlink" Target="https://delawareconsulting.sharepoint.com/:p:/r/sites/PROMARCoreTeam/Shared%20Documents/%F0%9F%94%B4%20PM%20Methodology/_PROMAR%20Training%20material/PROMAR%2002%20Basic/Basic%2002%20-%20F01%20DISCOVER%20stage.pptx?d=w8119523aa97f4b649b1cd03eb15d6905&amp;csf=1&amp;web=1&amp;e=YvhenV&amp;nav=eyJzSWQiOjIxNDc0ODM2MjUsImNJZCI6MjkzMjY0NTAxNn0" TargetMode="External"/><Relationship Id="rId46" Type="http://schemas.openxmlformats.org/officeDocument/2006/relationships/hyperlink" Target="https://delawareconsulting.sharepoint.com/:p:/r/sites/PROMARCoreTeam/Shared%20Documents/%F0%9F%94%B4%20PM%20Methodology/_PROMAR%20Training%20material/PROMAR%2002%20Basic/Basic%2006%20-%20F04%20EXECUTE%20stage.pptx?d=we5384c9adc804328bbb0521d73246d9f&amp;csf=1&amp;web=1&amp;e=5oFy3t&amp;nav=eyJzSWQiOjI2MSwiY0lkIjozOTg4MDk2OTA1fQ" TargetMode="External"/><Relationship Id="rId59" Type="http://schemas.openxmlformats.org/officeDocument/2006/relationships/hyperlink" Target="https://delawareconsulting.sharepoint.com/:p:/r/sites/PROMARCoreTeam/Shared%20Documents/%F0%9F%94%B4%20PM%20Methodology/_PROMAR%20Training%20material/PROMAR%2002%20Basic/Basic%2007%20-%20F05%20DEPLOY%20stage.pptx?d=w1c859ecf3cad4d35b4b722c622048941&amp;csf=1&amp;web=1&amp;e=pXhOnY&amp;nav=eyJzSWQiOjIxNDc0ODM2MzIsImNJZCI6MzYzOTA3OTA3fQ" TargetMode="External"/><Relationship Id="rId67" Type="http://schemas.openxmlformats.org/officeDocument/2006/relationships/hyperlink" Target="https://delawareconsulting.sharepoint.com/:p:/r/sites/PROMARCoreTeam/Shared%20Documents/%F0%9F%94%B4%20PM%20Methodology/_PROMAR%20Training%20material/PROMAR%2002%20Basic/Basic%2007%20-%20F05%20DEPLOY%20stage.pptx?d=w1c859ecf3cad4d35b4b722c622048941&amp;csf=1&amp;web=1&amp;e=W8jY8A&amp;nav=eyJzSWQiOjIxNDc0ODM2NDEsImNJZCI6NTE4ODU0MTE5fQ" TargetMode="External"/><Relationship Id="rId20" Type="http://schemas.openxmlformats.org/officeDocument/2006/relationships/hyperlink" Target="https://delawareconsulting.sharepoint.com/:p:/r/sites/PROMARCoreTeam/Shared%20Documents/%F0%9F%94%B4%20PM%20Methodology/_PROMAR%20Training%20material/PROMAR%2002%20Basic/Basic%2003%20-%20F02%20INITIATE%20stage.pptx?d=w28c05e1c43574c66b470dac296cb1560&amp;csf=1&amp;web=1&amp;e=ceBzdq&amp;nav=eyJzSWQiOjI1OCwiY0lkIjoyOTUxMDM2NjYwfQ" TargetMode="External"/><Relationship Id="rId41" Type="http://schemas.openxmlformats.org/officeDocument/2006/relationships/hyperlink" Target="https://delawareconsulting.sharepoint.com/:p:/r/sites/PROMARCoreTeam/Shared%20Documents/%F0%9F%94%B4%20PM%20Methodology/_PROMAR%20Training%20material/PROMAR%2002%20Basic/Basic%2006%20-%20F04%20EXECUTE%20stage.pptx?d=we5384c9adc804328bbb0521d73246d9f&amp;csf=1&amp;web=1&amp;e=DsBi18&amp;nav=eyJzSWQiOjIxNDc0ODM2MzIsImNJZCI6MzYzOTA3OTA3fQ" TargetMode="External"/><Relationship Id="rId54" Type="http://schemas.openxmlformats.org/officeDocument/2006/relationships/hyperlink" Target="https://delawareconsulting.sharepoint.com/:p:/r/sites/PROMARCoreTeam/Shared%20Documents/%F0%9F%94%B4%20PM%20Methodology/_PROMAR%20Training%20material/PROMAR%2002%20Basic/Basic%2006%20-%20F04%20EXECUTE%20stage.pptx?d=we5384c9adc804328bbb0521d73246d9f&amp;csf=1&amp;web=1&amp;e=00nk3D&amp;nav=eyJzSWQiOjIxNDc0ODM2NDEsImNJZCI6NDQ5NTgyOTI1fQ" TargetMode="External"/><Relationship Id="rId62" Type="http://schemas.openxmlformats.org/officeDocument/2006/relationships/hyperlink" Target="https://delawareconsulting.sharepoint.com/:p:/r/sites/PROMARCoreTeam/Shared%20Documents/%F0%9F%94%B4%20PM%20Methodology/_PROMAR%20Training%20material/PROMAR%2002%20Basic/Basic%2007%20-%20F05%20DEPLOY%20stage.pptx?d=w1c859ecf3cad4d35b4b722c622048941&amp;csf=1&amp;web=1&amp;e=DUY2mw&amp;nav=eyJzSWQiOjIxNDc0ODM2MzgsImNJZCI6MTE4ODAxNzk0M30" TargetMode="External"/><Relationship Id="rId70" Type="http://schemas.openxmlformats.org/officeDocument/2006/relationships/hyperlink" Target="https://delawareconsulting.sharepoint.com/:p:/r/sites/PROMARCoreTeam/Shared%20Documents/%F0%9F%94%B4%20PM%20Methodology/_PROMAR%20Training%20material/PROMAR%2002%20Basic/Basic%2004%20-%20F00%20MONITOR%20AND%20CONTROL.pptx?d=w5baba02ac4f6431e88e1ad7349ef9cea&amp;csf=1&amp;web=1&amp;e=5Uoa3y&amp;nav=eyJzSWQiOjIxNDc0ODM2MzAsImNJZCI6MjU2OTE1NDQyfQ" TargetMode="External"/><Relationship Id="rId75" Type="http://schemas.openxmlformats.org/officeDocument/2006/relationships/hyperlink" Target="https://delawareconsulting.sharepoint.com/:p:/r/sites/PROMARCoreTeam/Shared%20Documents/%F0%9F%94%B4%20PM%20Methodology/_PROMAR%20Training%20material/PROMAR%2002%20Basic/Basic%2004%20-%20F00%20MONITOR%20AND%20CONTROL.pptx?d=w5baba02ac4f6431e88e1ad7349ef9cea&amp;csf=1&amp;web=1&amp;e=HBZAz0&amp;nav=eyJzSWQiOjIxNDc0ODM2MzEsImNJZCI6MTI3NzEzNzg5M30" TargetMode="External"/><Relationship Id="rId83" Type="http://schemas.openxmlformats.org/officeDocument/2006/relationships/hyperlink" Target="https://delawareconsulting.sharepoint.com/:p:/r/sites/PROMARCoreTeam/Shared%20Documents/%F0%9F%94%B4%20PM%20Methodology/_PROMAR%20Training%20material/PROMAR%2002%20Basic/Basic%2005%20-%20F03%20EXPLORE%20stage.pptx?d=wcda1174acac24e8f92cdc344cf445498&amp;csf=1&amp;web=1&amp;e=yyjrl1&amp;nav=eyJzSWQiOjIxNDc0ODM2MzUsImNJZCI6MzI4NjM3ODA3OH0" TargetMode="External"/><Relationship Id="rId88" Type="http://schemas.openxmlformats.org/officeDocument/2006/relationships/hyperlink" Target="https://delawareconsulting.sharepoint.com/:p:/r/sites/PROMARCoreTeam/Shared%20Documents/%F0%9F%94%B4%20PM%20Methodology/_PROMAR%20Training%20material/PROMAR%2002%20Basic/Basic%2005%20-%20F03%20EXPLORE%20stage.pptx?d=wcda1174acac24e8f92cdc344cf445498&amp;csf=1&amp;web=1&amp;e=6XoL1y&amp;nav=eyJzSWQiOjI1OCwiY0lkIjo4NTcyMjQyMDR9" TargetMode="External"/><Relationship Id="rId91" Type="http://schemas.openxmlformats.org/officeDocument/2006/relationships/hyperlink" Target="https://delawareconsulting.sharepoint.com/:p:/r/sites/PROMARCoreTeam/Shared%20Documents/%F0%9F%94%B4%20PM%20Methodology/_PROMAR%20Training%20material/PROMAR%2002%20Basic/Basic%2005%20-%20F03%20EXPLORE%20stage.pptx?d=wcda1174acac24e8f92cdc344cf445498&amp;csf=1&amp;web=1&amp;e=3OBKDN&amp;nav=eyJzSWQiOjI1OSwiY0lkIjo0MjA3MTkxNjU4fQ" TargetMode="External"/><Relationship Id="rId96" Type="http://schemas.openxmlformats.org/officeDocument/2006/relationships/hyperlink" Target="https://delawareconsulting.sharepoint.com/:p:/r/sites/PROMARCoreTeam/Shared%20Documents/%F0%9F%94%B4%20PM%20Methodology/_PROMAR%20Training%20material/PROMAR%2002%20Basic/Basic%2003%20-%20F02%20INITIATE%20stage.pptx?d=w28c05e1c43574c66b470dac296cb1560&amp;csf=1&amp;web=1&amp;e=36Ronp&amp;nav=eyJzSWQiOjI2NSwiY0lkIjo0MTU5Nzg5MjEzfQ" TargetMode="External"/><Relationship Id="rId1" Type="http://schemas.openxmlformats.org/officeDocument/2006/relationships/slideLayout" Target="../slideLayouts/slideLayout11.xml"/><Relationship Id="rId6" Type="http://schemas.openxmlformats.org/officeDocument/2006/relationships/hyperlink" Target="https://delawareconsulting.sharepoint.com/:p:/r/sites/PROMARCoreTeam/Shared%20Documents/%F0%9F%94%B4%20PM%20Methodology/_PROMAR%20Training%20material/PROMAR%2002%20Basic/Basic%2003%20-%20F02%20INITIATE%20stage.pptx?d=w28c05e1c43574c66b470dac296cb1560&amp;csf=1&amp;web=1&amp;e=UhBc1Z&amp;nav=eyJzSWQiOjIxNDc0ODM2MzYsImNJZCI6MjMyNDI0MTAyNX0" TargetMode="External"/><Relationship Id="rId15" Type="http://schemas.openxmlformats.org/officeDocument/2006/relationships/hyperlink" Target="https://delawareconsulting.sharepoint.com/:p:/r/sites/PROMARCoreTeam/Shared%20Documents/%F0%9F%94%B4%20PM%20Methodology/_PROMAR%20Training%20material/PROMAR%2002%20Basic/Basic%2003%20-%20F02%20INITIATE%20stage.pptx?d=w28c05e1c43574c66b470dac296cb1560&amp;csf=1&amp;web=1&amp;e=VR3caQ&amp;nav=eyJzSWQiOjIxNDc0ODM2NDQsImNJZCI6MTU0OTMxNjkxOH0" TargetMode="External"/><Relationship Id="rId23" Type="http://schemas.openxmlformats.org/officeDocument/2006/relationships/hyperlink" Target="https://delawareconsulting.sharepoint.com/:p:/r/sites/PROMARCoreTeam/Shared%20Documents/%F0%9F%94%B4%20PM%20Methodology/_PROMAR%20Training%20material/PROMAR%2002%20Basic/Basic%2003%20-%20F02%20INITIATE%20stage.pptx?d=w28c05e1c43574c66b470dac296cb1560&amp;csf=1&amp;web=1&amp;e=djk4Hc&amp;nav=eyJzSWQiOjI2MCwiY0lkIjoyMzgzMjgyNjAxfQ" TargetMode="External"/><Relationship Id="rId28" Type="http://schemas.openxmlformats.org/officeDocument/2006/relationships/hyperlink" Target="https://delawareconsulting.sharepoint.com/:p:/r/sites/PROMARCoreTeam/Shared%20Documents/%F0%9F%94%B4%20PM%20Methodology/_PROMAR%20Training%20material/PROMAR%2002%20Basic/Basic%2002%20-%20F01%20DISCOVER%20stage.pptx?d=w8119523aa97f4b649b1cd03eb15d6905&amp;csf=1&amp;web=1&amp;e=pOBf3f&amp;nav=eyJzSWQiOjIxNDc0ODM2MzgsImNJZCI6MTQxNTgzMTIwfQ" TargetMode="External"/><Relationship Id="rId36" Type="http://schemas.openxmlformats.org/officeDocument/2006/relationships/hyperlink" Target="https://delawareconsulting.sharepoint.com/:p:/r/sites/PROMARCoreTeam/Shared%20Documents/%F0%9F%94%B4%20PM%20Methodology/_PROMAR%20Training%20material/PROMAR%2002%20Basic/Basic%2002%20-%20F01%20DISCOVER%20stage.pptx?d=w8119523aa97f4b649b1cd03eb15d6905&amp;csf=1&amp;web=1&amp;e=OMEipI&amp;nav=eyJzSWQiOjIxNDc0ODM2MjMsImNJZCI6MjA3NDE2OTQ4NH0" TargetMode="External"/><Relationship Id="rId49" Type="http://schemas.openxmlformats.org/officeDocument/2006/relationships/hyperlink" Target="https://delawareconsulting.sharepoint.com/:p:/r/sites/PROMARCoreTeam/Shared%20Documents/%F0%9F%94%B4%20PM%20Methodology/_PROMAR%20Training%20material/PROMAR%2002%20Basic/Basic%2006%20-%20F04%20EXECUTE%20stage.pptx?d=we5384c9adc804328bbb0521d73246d9f&amp;csf=1&amp;web=1&amp;e=6yuqoO&amp;nav=eyJzSWQiOjI2NiwiY0lkIjo1NjYzOTIxNTJ9" TargetMode="External"/><Relationship Id="rId57" Type="http://schemas.openxmlformats.org/officeDocument/2006/relationships/hyperlink" Target="https://delawareconsulting.sharepoint.com/:p:/r/sites/PROMARCoreTeam/Shared%20Documents/%F0%9F%94%B4%20PM%20Methodology/_PROMAR%20Training%20material/PROMAR%2002%20Basic/Basic%2006%20-%20F04%20EXECUTE%20stage.pptx?d=we5384c9adc804328bbb0521d73246d9f&amp;csf=1&amp;web=1&amp;e=70IQnR&amp;nav=eyJzSWQiOjIxNDc0ODM2MzMsImNJZCI6MzQzMTQ1NzMzM30" TargetMode="External"/><Relationship Id="rId10" Type="http://schemas.openxmlformats.org/officeDocument/2006/relationships/hyperlink" Target="https://delawareconsulting.sharepoint.com/:p:/r/sites/PROMARCoreTeam/Shared%20Documents/%F0%9F%94%B4%20PM%20Methodology/_PROMAR%20Training%20material/PROMAR%2002%20Basic/Basic%2003%20-%20F02%20INITIATE%20stage.pptx?d=w28c05e1c43574c66b470dac296cb1560&amp;csf=1&amp;web=1&amp;e=UhJ1at&amp;nav=eyJzSWQiOjIxNDc0ODM2NDAsImNJZCI6MTI5MTY4MzgxOH0" TargetMode="External"/><Relationship Id="rId31" Type="http://schemas.openxmlformats.org/officeDocument/2006/relationships/hyperlink" Target="https://delawareconsulting.sharepoint.com/:p:/r/sites/PROMARCoreTeam/Shared%20Documents/%F0%9F%94%B4%20PM%20Methodology/_PROMAR%20Training%20material/PROMAR%2002%20Basic/Basic%2002%20-%20F01%20DISCOVER%20stage.pptx?d=w8119523aa97f4b649b1cd03eb15d6905&amp;csf=1&amp;web=1&amp;e=4elWyb&amp;nav=eyJzSWQiOjIxNDc0ODM2MzEsImNJZCI6MjI4NDk4MjI2MH0" TargetMode="External"/><Relationship Id="rId44" Type="http://schemas.openxmlformats.org/officeDocument/2006/relationships/hyperlink" Target="https://delawareconsulting.sharepoint.com/:p:/r/sites/PROMARCoreTeam/Shared%20Documents/%F0%9F%94%B4%20PM%20Methodology/_PROMAR%20Training%20material/PROMAR%2002%20Basic/Basic%2006%20-%20F04%20EXECUTE%20stage.pptx?d=we5384c9adc804328bbb0521d73246d9f&amp;csf=1&amp;web=1&amp;e=Pvrfxi&amp;nav=eyJzSWQiOjIxNDc0ODM2NDcsImNJZCI6ODY0NTEwMzY5fQ" TargetMode="External"/><Relationship Id="rId52" Type="http://schemas.openxmlformats.org/officeDocument/2006/relationships/hyperlink" Target="https://delawareconsulting.sharepoint.com/:p:/r/sites/PROMARCoreTeam/Shared%20Documents/%F0%9F%94%B4%20PM%20Methodology/_PROMAR%20Training%20material/PROMAR%2002%20Basic/Basic%2006%20-%20F04%20EXECUTE%20stage.pptx?d=we5384c9adc804328bbb0521d73246d9f&amp;csf=1&amp;web=1&amp;e=zABZXN&amp;nav=eyJzSWQiOjIxNDc0ODM2MzksImNJZCI6MTE5MzE2NjQ5fQ" TargetMode="External"/><Relationship Id="rId60" Type="http://schemas.openxmlformats.org/officeDocument/2006/relationships/hyperlink" Target="https://delawareconsulting.sharepoint.com/:p:/r/sites/PROMARCoreTeam/Shared%20Documents/%F0%9F%94%B4%20PM%20Methodology/_PROMAR%20Training%20material/PROMAR%2002%20Basic/Basic%2007%20-%20F05%20DEPLOY%20stage.pptx?d=w1c859ecf3cad4d35b4b722c622048941&amp;csf=1&amp;web=1&amp;e=3iCeyL&amp;nav=eyJzSWQiOjIxNDc0ODM2NDQsImNJZCI6NDExNDc3NDMwMH0" TargetMode="External"/><Relationship Id="rId65" Type="http://schemas.openxmlformats.org/officeDocument/2006/relationships/hyperlink" Target="https://delawareconsulting.sharepoint.com/:p:/r/sites/PROMARCoreTeam/Shared%20Documents/%F0%9F%94%B4%20PM%20Methodology/_PROMAR%20Training%20material/PROMAR%2002%20Basic/Basic%2007%20-%20F05%20DEPLOY%20stage.pptx?d=w1c859ecf3cad4d35b4b722c622048941&amp;csf=1&amp;web=1&amp;e=rqHQ2T&amp;nav=eyJzSWQiOjIxNDc0ODM2MzksImNJZCI6MjAwNzY4MzA3N30" TargetMode="External"/><Relationship Id="rId73" Type="http://schemas.openxmlformats.org/officeDocument/2006/relationships/hyperlink" Target="https://delawareconsulting.sharepoint.com/:p:/r/sites/PROMARCoreTeam/Shared%20Documents/%F0%9F%94%B4%20PM%20Methodology/_PROMAR%20Training%20material/PROMAR%2002%20Basic/Basic%2004%20-%20F00%20MONITOR%20AND%20CONTROL.pptx?d=w5baba02ac4f6431e88e1ad7349ef9cea&amp;csf=1&amp;web=1&amp;e=1UfREf&amp;nav=eyJzSWQiOjIxNDc0ODAyMzEsImNJZCI6MzM0ODg5NjcwNX0" TargetMode="External"/><Relationship Id="rId78" Type="http://schemas.openxmlformats.org/officeDocument/2006/relationships/hyperlink" Target="https://delawareconsulting.sharepoint.com/:p:/r/sites/PROMARCoreTeam/Shared%20Documents/%F0%9F%94%B4%20PM%20Methodology/_PROMAR%20Training%20material/PROMAR%2002%20Basic/Basic%2004%20-%20F00%20MONITOR%20AND%20CONTROL.pptx?d=w5baba02ac4f6431e88e1ad7349ef9cea&amp;csf=1&amp;web=1&amp;e=bBO1a2&amp;nav=eyJzSWQiOjIxNDc0ODM2MzUsImNJZCI6MjA3NTAwNDQwOH0" TargetMode="External"/><Relationship Id="rId81" Type="http://schemas.openxmlformats.org/officeDocument/2006/relationships/hyperlink" Target="https://delawareconsulting.sharepoint.com/:p:/r/sites/PROMARCoreTeam/Shared%20Documents/%F0%9F%94%B4%20PM%20Methodology/_PROMAR%20Training%20material/PROMAR%2002%20Basic/Basic%2005%20-%20F03%20EXPLORE%20stage.pptx?d=wcda1174acac24e8f92cdc344cf445498&amp;csf=1&amp;web=1&amp;e=XqpAap&amp;nav=eyJzSWQiOjIxNDc0ODM2MzIsImNJZCI6MzYzOTA3OTA3fQ" TargetMode="External"/><Relationship Id="rId86" Type="http://schemas.openxmlformats.org/officeDocument/2006/relationships/hyperlink" Target="https://delawareconsulting.sharepoint.com/:p:/r/sites/PROMARCoreTeam/Shared%20Documents/%F0%9F%94%B4%20PM%20Methodology/_PROMAR%20Training%20material/PROMAR%2002%20Basic/Basic%2005%20-%20F03%20EXPLORE%20stage.pptx?d=wcda1174acac24e8f92cdc344cf445498&amp;csf=1&amp;web=1&amp;e=I866Pj&amp;nav=eyJzSWQiOjIxNDc0ODM2NDAsImNJZCI6Mjg1NTg3NjQ3MX0" TargetMode="External"/><Relationship Id="rId94" Type="http://schemas.openxmlformats.org/officeDocument/2006/relationships/hyperlink" Target="https://delawareconsulting.sharepoint.com/:p:/r/sites/PROMARCoreTeam/Shared%20Documents/%F0%9F%94%B4%20PM%20Methodology/_PROMAR%20Training%20material/PROMAR%2002%20Basic/Basic%2005%20-%20F03%20EXPLORE%20stage.pptx?d=wcda1174acac24e8f92cdc344cf445498&amp;csf=1&amp;web=1&amp;e=Q5rHh3&amp;nav=eyJzSWQiOjIxNDc0ODM2NDcsImNJZCI6OTMxOTQyNjkyfQ" TargetMode="External"/><Relationship Id="rId99" Type="http://schemas.openxmlformats.org/officeDocument/2006/relationships/hyperlink" Target="https://delawareconsulting.sharepoint.com/:p:/r/sites/PROMARCoreTeam/Shared%20Documents/%F0%9F%94%B4%20PM%20Methodology/_PROMAR%20Training%20material/PROMAR%2002%20Basic/Basic%2003%20-%20F02%20INITIATE%20stage.pptx?d=w28c05e1c43574c66b470dac296cb1560&amp;csf=1&amp;web=1&amp;e=zxtEts&amp;nav=eyJzSWQiOjI2MSwiY0lkIjoyNzA2OTQxNzh9" TargetMode="External"/><Relationship Id="rId101" Type="http://schemas.openxmlformats.org/officeDocument/2006/relationships/image" Target="../media/image26.svg"/><Relationship Id="rId4" Type="http://schemas.openxmlformats.org/officeDocument/2006/relationships/hyperlink" Target="https://delawareconsulting.sharepoint.com/:p:/r/sites/PROMARCoreTeam/Shared%20Documents/%F0%9F%94%B4%20PM%20Methodology/_PROMAR%20Training%20material/PROMAR%2002%20Basic/Basic%2003%20-%20F02%20INITIATE%20stage.pptx?d=w28c05e1c43574c66b470dac296cb1560&amp;csf=1&amp;web=1&amp;e=TVWEde&amp;nav=eyJzSWQiOjIxNDc0ODM2MzMsImNJZCI6MzcyMTcyMzEwM30" TargetMode="External"/><Relationship Id="rId9" Type="http://schemas.openxmlformats.org/officeDocument/2006/relationships/hyperlink" Target="https://delawareconsulting.sharepoint.com/:p:/r/sites/PROMARCoreTeam/Shared%20Documents/%F0%9F%94%B4%20PM%20Methodology/_PROMAR%20Training%20material/PROMAR%2002%20Basic/Basic%2003%20-%20F02%20INITIATE%20stage.pptx?d=w28c05e1c43574c66b470dac296cb1560&amp;csf=1&amp;web=1&amp;e=nY4EVq&amp;nav=eyJzSWQiOjI3MCwiY0lkIjo1NzEzODcwNTl9" TargetMode="External"/><Relationship Id="rId13" Type="http://schemas.openxmlformats.org/officeDocument/2006/relationships/hyperlink" Target="https://delawareconsulting.sharepoint.com/:p:/r/sites/PROMARCoreTeam/Shared%20Documents/%F0%9F%94%B4%20PM%20Methodology/_PROMAR%20Training%20material/PROMAR%2002%20Basic/Basic%2003%20-%20F02%20INITIATE%20stage.pptx?d=w28c05e1c43574c66b470dac296cb1560&amp;csf=1&amp;web=1&amp;e=UYUirM&amp;nav=eyJzSWQiOjIxNDc0ODM2NDMsImNJZCI6MzcyMDc2MzMyMn0" TargetMode="External"/><Relationship Id="rId18" Type="http://schemas.openxmlformats.org/officeDocument/2006/relationships/hyperlink" Target="https://delawareconsulting.sharepoint.com/:p:/r/sites/PROMARCoreTeam/Shared%20Documents/%F0%9F%94%B4%20PM%20Methodology/_PROMAR%20Training%20material/PROMAR%2002%20Basic/Basic%2003%20-%20F02%20INITIATE%20stage.pptx?d=w28c05e1c43574c66b470dac296cb1560&amp;csf=1&amp;web=1&amp;e=Ei9UYt&amp;nav=eyJzSWQiOjI1NiwiY0lkIjozMTA5MTQ0NTE4fQ" TargetMode="External"/><Relationship Id="rId39" Type="http://schemas.openxmlformats.org/officeDocument/2006/relationships/hyperlink" Target="https://delawareconsulting.sharepoint.com/:p:/r/sites/PROMARCoreTeam/Shared%20Documents/%F0%9F%94%B4%20PM%20Methodology/_PROMAR%20Training%20material/PROMAR%2002%20Basic/Basic%2002%20-%20F01%20DISCOVER%20stage.pptx?d=w8119523aa97f4b649b1cd03eb15d6905&amp;csf=1&amp;web=1&amp;e=GlqqbZ&amp;nav=eyJzSWQiOjIxNDc0ODM2MzUsImNJZCI6MzIyNzY5MTEzMX0" TargetMode="External"/><Relationship Id="rId34" Type="http://schemas.openxmlformats.org/officeDocument/2006/relationships/hyperlink" Target="https://delawareconsulting.sharepoint.com/:p:/r/sites/PROMARCoreTeam/Shared%20Documents/%F0%9F%94%B4%20PM%20Methodology/_PROMAR%20Training%20material/PROMAR%2002%20Basic/Basic%2002%20-%20F01%20DISCOVER%20stage.pptx?d=w8119523aa97f4b649b1cd03eb15d6905&amp;csf=1&amp;web=1&amp;e=odb20b&amp;nav=eyJzSWQiOjIxNDc0ODM2MzMsImNJZCI6MjczNjkwNDg4OX0" TargetMode="External"/><Relationship Id="rId50" Type="http://schemas.openxmlformats.org/officeDocument/2006/relationships/hyperlink" Target="https://delawareconsulting.sharepoint.com/:p:/r/sites/PROMARCoreTeam/Shared%20Documents/%F0%9F%94%B4%20PM%20Methodology/_PROMAR%20Training%20material/PROMAR%2002%20Basic/Basic%2006%20-%20F04%20EXECUTE%20stage.pptx?d=we5384c9adc804328bbb0521d73246d9f&amp;csf=1&amp;web=1&amp;e=jbc5CS&amp;nav=eyJzSWQiOjIxNDc0ODM2NDMsImNJZCI6MTk0NDU2MzI0Mn0" TargetMode="External"/><Relationship Id="rId55" Type="http://schemas.openxmlformats.org/officeDocument/2006/relationships/hyperlink" Target="https://delawareconsulting.sharepoint.com/:p:/r/sites/PROMARCoreTeam/Shared%20Documents/%F0%9F%94%B4%20PM%20Methodology/_PROMAR%20Training%20material/PROMAR%2002%20Basic/Basic%2006%20-%20F04%20EXECUTE%20stage.pptx?d=we5384c9adc804328bbb0521d73246d9f&amp;csf=1&amp;web=1&amp;e=1MtfQS&amp;nav=eyJzSWQiOjIxNDc0ODM2NDUsImNJZCI6MTg1MDc5Mjc0NX0" TargetMode="External"/><Relationship Id="rId76" Type="http://schemas.openxmlformats.org/officeDocument/2006/relationships/hyperlink" Target="https://delawareconsulting.sharepoint.com/:p:/r/sites/PROMARCoreTeam/Shared%20Documents/%F0%9F%94%B4%20PM%20Methodology/_PROMAR%20Training%20material/PROMAR%2002%20Basic/Basic%2004%20-%20F00%20MONITOR%20AND%20CONTROL.pptx?d=w5baba02ac4f6431e88e1ad7349ef9cea&amp;csf=1&amp;web=1&amp;e=YIA9py&amp;nav=eyJzSWQiOjIxNDc0ODM2MjUsImNJZCI6MTA4NzEzMTkxMn0" TargetMode="External"/><Relationship Id="rId97" Type="http://schemas.openxmlformats.org/officeDocument/2006/relationships/hyperlink" Target="https://delawareconsulting.sharepoint.com/:p:/r/sites/PROMARCoreTeam/Shared%20Documents/%F0%9F%94%B4%20PM%20Methodology/_PROMAR%20Training%20material/PROMAR%2002%20Basic/Basic%2003%20-%20F02%20INITIATE%20stage.pptx?d=w28c05e1c43574c66b470dac296cb1560&amp;csf=1&amp;web=1&amp;e=f06F3W&amp;nav=eyJzSWQiOjI2OCwiY0lkIjoxNTkzMzk4NjcyfQ" TargetMode="External"/><Relationship Id="rId7" Type="http://schemas.openxmlformats.org/officeDocument/2006/relationships/hyperlink" Target="https://delawareconsulting.sharepoint.com/:p:/r/sites/PROMARCoreTeam/Shared%20Documents/%F0%9F%94%B4%20PM%20Methodology/_PROMAR%20Training%20material/PROMAR%2002%20Basic/Basic%2003%20-%20F02%20INITIATE%20stage.pptx?d=w28c05e1c43574c66b470dac296cb1560&amp;csf=1&amp;web=1&amp;e=O93kHK&amp;nav=eyJzSWQiOjIxNDc0ODM2MzcsImNJZCI6Mzc0ODIxMjQ0MX0" TargetMode="External"/><Relationship Id="rId71" Type="http://schemas.openxmlformats.org/officeDocument/2006/relationships/hyperlink" Target="https://delawareconsulting.sharepoint.com/:p:/r/sites/PROMARCoreTeam/Shared%20Documents/%F0%9F%94%B4%20PM%20Methodology/_PROMAR%20Training%20material/PROMAR%2002%20Basic/Basic%2004%20-%20F00%20MONITOR%20AND%20CONTROL.pptx?d=w5baba02ac4f6431e88e1ad7349ef9cea&amp;csf=1&amp;web=1&amp;e=bslgMe&amp;nav=eyJzSWQiOjIxNDc0ODM2MzYsImNJZCI6MTk4NTA4NTM5OX0" TargetMode="External"/><Relationship Id="rId92" Type="http://schemas.openxmlformats.org/officeDocument/2006/relationships/hyperlink" Target="https://delawareconsulting.sharepoint.com/:p:/r/sites/PROMARCoreTeam/Shared%20Documents/%F0%9F%94%B4%20PM%20Methodology/_PROMAR%20Training%20material/PROMAR%2002%20Basic/Basic%2005%20-%20F03%20EXPLORE%20stage.pptx?d=wcda1174acac24e8f92cdc344cf445498&amp;csf=1&amp;web=1&amp;e=AltnIz&amp;nav=eyJzSWQiOjIxNDc0ODM2NDUsImNJZCI6MTYzNTA3OTAwMH0" TargetMode="External"/><Relationship Id="rId2" Type="http://schemas.openxmlformats.org/officeDocument/2006/relationships/notesSlide" Target="../notesSlides/notesSlide26.xml"/><Relationship Id="rId29" Type="http://schemas.openxmlformats.org/officeDocument/2006/relationships/hyperlink" Target="https://delawareconsulting.sharepoint.com/:p:/r/sites/PROMARCoreTeam/Shared%20Documents/%F0%9F%94%B4%20PM%20Methodology/_PROMAR%20Training%20material/PROMAR%2002%20Basic/Basic%2002%20-%20F01%20DISCOVER%20stage.pptx?d=w8119523aa97f4b649b1cd03eb15d6905&amp;csf=1&amp;web=1&amp;e=Cb7LII&amp;nav=eyJzSWQiOjIxNDc0ODM2MzAsImNJZCI6NDA2OTM0NTIyMX0" TargetMode="External"/><Relationship Id="rId24" Type="http://schemas.openxmlformats.org/officeDocument/2006/relationships/hyperlink" Target="https://delawareconsulting.sharepoint.com/:p:/r/sites/PROMARCoreTeam/Shared%20Documents/%F0%9F%94%B4%20PM%20Methodology/_PROMAR%20Training%20material/PROMAR%2002%20Basic/Basic%2003%20-%20F02%20INITIATE%20stage.pptx?d=w28c05e1c43574c66b470dac296cb1560&amp;csf=1&amp;web=1&amp;e=4X5tCU&amp;nav=eyJzSWQiOjI3MywiY0lkIjoxNjIxODcxODE5fQ" TargetMode="External"/><Relationship Id="rId40" Type="http://schemas.openxmlformats.org/officeDocument/2006/relationships/image" Target="../media/image18.png"/><Relationship Id="rId45" Type="http://schemas.openxmlformats.org/officeDocument/2006/relationships/hyperlink" Target="https://delawareconsulting.sharepoint.com/:p:/r/sites/PROMARCoreTeam/Shared%20Documents/%F0%9F%94%B4%20PM%20Methodology/_PROMAR%20Training%20material/PROMAR%2002%20Basic/Basic%2006%20-%20F04%20EXECUTE%20stage.pptx?d=we5384c9adc804328bbb0521d73246d9f&amp;csf=1&amp;web=1&amp;e=FwtYin&amp;nav=eyJzSWQiOjI1NywiY0lkIjo4NDkxMjM3Njd9" TargetMode="External"/><Relationship Id="rId66" Type="http://schemas.openxmlformats.org/officeDocument/2006/relationships/hyperlink" Target="https://delawareconsulting.sharepoint.com/:p:/r/sites/PROMARCoreTeam/Shared%20Documents/%F0%9F%94%B4%20PM%20Methodology/_PROMAR%20Training%20material/PROMAR%2002%20Basic/Basic%2007%20-%20F05%20DEPLOY%20stage.pptx?d=w1c859ecf3cad4d35b4b722c622048941&amp;csf=1&amp;web=1&amp;e=UIZ8eV&amp;nav=eyJzSWQiOjIxNDc0ODM2NDAsImNJZCI6MTQzNjMxMzAyM30" TargetMode="External"/><Relationship Id="rId87" Type="http://schemas.openxmlformats.org/officeDocument/2006/relationships/hyperlink" Target="https://delawareconsulting.sharepoint.com/:p:/r/sites/PROMARCoreTeam/Shared%20Documents/%F0%9F%94%B4%20PM%20Methodology/_PROMAR%20Training%20material/PROMAR%2002%20Basic/Basic%2005%20-%20F03%20EXPLORE%20stage.pptx?d=wcda1174acac24e8f92cdc344cf445498&amp;csf=1&amp;web=1&amp;e=lcutg5&amp;nav=eyJzSWQiOjIxNDc0ODM2NDEsImNJZCI6MzQ1Nzg0MTYxMn0" TargetMode="External"/><Relationship Id="rId61" Type="http://schemas.openxmlformats.org/officeDocument/2006/relationships/hyperlink" Target="https://delawareconsulting.sharepoint.com/:p:/r/sites/PROMARCoreTeam/Shared%20Documents/%F0%9F%94%B4%20PM%20Methodology/_PROMAR%20Training%20material/PROMAR%2002%20Basic/Basic%2007%20-%20F05%20DEPLOY%20stage.pptx?d=w1c859ecf3cad4d35b4b722c622048941&amp;csf=1&amp;web=1&amp;e=14AdTP&amp;nav=eyJzSWQiOjIxNDc0ODM2NDYsImNJZCI6MTk2MzUxNzk2OX0" TargetMode="External"/><Relationship Id="rId82" Type="http://schemas.openxmlformats.org/officeDocument/2006/relationships/hyperlink" Target="https://delawareconsulting.sharepoint.com/:p:/r/sites/PROMARCoreTeam/Shared%20Documents/%F0%9F%94%B4%20PM%20Methodology/_PROMAR%20Training%20material/PROMAR%2002%20Basic/Basic%2005%20-%20F03%20EXPLORE%20stage.pptx?d=wcda1174acac24e8f92cdc344cf445498&amp;csf=1&amp;web=1&amp;e=oecOao&amp;nav=eyJzSWQiOjIxNDc0ODM2MzQsImNJZCI6MTcyNDUwNDExNX0" TargetMode="External"/><Relationship Id="rId19" Type="http://schemas.openxmlformats.org/officeDocument/2006/relationships/hyperlink" Target="https://delawareconsulting.sharepoint.com/:p:/r/sites/PROMARCoreTeam/Shared%20Documents/%F0%9F%94%B4%20PM%20Methodology/_PROMAR%20Training%20material/PROMAR%2002%20Basic/Basic%2003%20-%20F02%20INITIATE%20stage.pptx?d=w28c05e1c43574c66b470dac296cb1560&amp;csf=1&amp;web=1&amp;e=0FbKU1&amp;nav=eyJzSWQiOjI1NywiY0lkIjo4MjU5MjkyMjN9" TargetMode="External"/><Relationship Id="rId14" Type="http://schemas.openxmlformats.org/officeDocument/2006/relationships/hyperlink" Target="https://delawareconsulting.sharepoint.com/:p:/r/sites/PROMARCoreTeam/Shared%20Documents/%F0%9F%94%B4%20PM%20Methodology/_PROMAR%20Training%20material/PROMAR%2002%20Basic/Basic%2003%20-%20F02%20INITIATE%20stage.pptx?d=w28c05e1c43574c66b470dac296cb1560&amp;csf=1&amp;web=1&amp;e=65Myho&amp;nav=eyJzSWQiOjIxNDc0ODM2NDUsImNJZCI6MjQ3ODU2MzE4N30" TargetMode="External"/><Relationship Id="rId30" Type="http://schemas.openxmlformats.org/officeDocument/2006/relationships/hyperlink" Target="https://delawareconsulting.sharepoint.com/:p:/r/sites/PROMARCoreTeam/Shared%20Documents/%F0%9F%94%B4%20PM%20Methodology/_PROMAR%20Training%20material/PROMAR%2002%20Basic/Basic%2002%20-%20F01%20DISCOVER%20stage.pptx?d=w8119523aa97f4b649b1cd03eb15d6905&amp;csf=1&amp;web=1&amp;e=uwLutp&amp;nav=eyJzSWQiOjIxNDc0ODM2MzIsImNJZCI6MzYzOTA3OTA3fQ" TargetMode="External"/><Relationship Id="rId35" Type="http://schemas.openxmlformats.org/officeDocument/2006/relationships/hyperlink" Target="https://delawareconsulting.sharepoint.com/:p:/r/sites/PROMARCoreTeam/Shared%20Documents/%F0%9F%94%B4%20PM%20Methodology/_PROMAR%20Training%20material/PROMAR%2002%20Basic/Basic%2002%20-%20F01%20DISCOVER%20stage.pptx?d=w8119523aa97f4b649b1cd03eb15d6905&amp;csf=1&amp;web=1&amp;e=TZksJe&amp;nav=eyJzSWQiOjIxNDc0ODM2MjEsImNJZCI6NzYyNDA1Nzk2fQ" TargetMode="External"/><Relationship Id="rId56" Type="http://schemas.openxmlformats.org/officeDocument/2006/relationships/hyperlink" Target="https://delawareconsulting.sharepoint.com/:p:/r/sites/PROMARCoreTeam/Shared%20Documents/%F0%9F%94%B4%20PM%20Methodology/_PROMAR%20Training%20material/PROMAR%2002%20Basic/Basic%2006%20-%20F04%20EXECUTE%20stage.pptx?d=we5384c9adc804328bbb0521d73246d9f&amp;csf=1&amp;web=1&amp;e=5fs0Xe&amp;nav=eyJzSWQiOjIxNDc0ODM2NDYsImNJZCI6MzQwNjUwNjg3Mn0" TargetMode="External"/><Relationship Id="rId77" Type="http://schemas.openxmlformats.org/officeDocument/2006/relationships/hyperlink" Target="https://delawareconsulting.sharepoint.com/:p:/r/sites/PROMARCoreTeam/Shared%20Documents/%F0%9F%94%B4%20PM%20Methodology/_PROMAR%20Training%20material/PROMAR%2002%20Basic/Basic%2004%20-%20F00%20MONITOR%20AND%20CONTROL.pptx?d=w5baba02ac4f6431e88e1ad7349ef9cea&amp;csf=1&amp;web=1&amp;e=O4oqBa&amp;nav=eyJzSWQiOjIxNDc0ODM2NDAsImNJZCI6Mzk3OTM0Nzk3fQ" TargetMode="External"/><Relationship Id="rId100" Type="http://schemas.openxmlformats.org/officeDocument/2006/relationships/image" Target="../media/image25.png"/><Relationship Id="rId8" Type="http://schemas.openxmlformats.org/officeDocument/2006/relationships/hyperlink" Target="https://delawareconsulting.sharepoint.com/:p:/r/sites/PROMARCoreTeam/Shared%20Documents/%F0%9F%94%B4%20PM%20Methodology/_PROMAR%20Training%20material/PROMAR%2002%20Basic/Basic%2003%20-%20F02%20INITIATE%20stage.pptx?d=w28c05e1c43574c66b470dac296cb1560&amp;csf=1&amp;web=1&amp;e=NwRpkd&amp;nav=eyJzSWQiOjIxNDc0ODM2MzksImNJZCI6MTY3NjIyNTA3NH0" TargetMode="External"/><Relationship Id="rId51" Type="http://schemas.openxmlformats.org/officeDocument/2006/relationships/hyperlink" Target="https://delawareconsulting.sharepoint.com/:p:/r/sites/PROMARCoreTeam/Shared%20Documents/%F0%9F%94%B4%20PM%20Methodology/_PROMAR%20Training%20material/PROMAR%2002%20Basic/Basic%2006%20-%20F04%20EXECUTE%20stage.pptx?d=we5384c9adc804328bbb0521d73246d9f&amp;csf=1&amp;web=1&amp;e=b5Z6er&amp;nav=eyJzSWQiOjIxNDc0ODM2NDIsImNJZCI6MjQ1MTcwODYwNX0" TargetMode="External"/><Relationship Id="rId72" Type="http://schemas.openxmlformats.org/officeDocument/2006/relationships/hyperlink" Target="https://delawareconsulting.sharepoint.com/:p:/r/sites/PROMARCoreTeam/Shared%20Documents/%F0%9F%94%B4%20PM%20Methodology/_PROMAR%20Training%20material/PROMAR%2002%20Basic/Basic%2004%20-%20F00%20MONITOR%20AND%20CONTROL.pptx?d=w5baba02ac4f6431e88e1ad7349ef9cea&amp;csf=1&amp;web=1&amp;e=SoMh1E&amp;nav=eyJzSWQiOjIxNDc0ODM2MzgsImNJZCI6MTAyMDY4NzI1OX0" TargetMode="External"/><Relationship Id="rId93" Type="http://schemas.openxmlformats.org/officeDocument/2006/relationships/hyperlink" Target="https://delawareconsulting.sharepoint.com/:p:/r/sites/PROMARCoreTeam/Shared%20Documents/%F0%9F%94%B4%20PM%20Methodology/_PROMAR%20Training%20material/PROMAR%2002%20Basic/Basic%2005%20-%20F03%20EXPLORE%20stage.pptx?d=wcda1174acac24e8f92cdc344cf445498&amp;csf=1&amp;web=1&amp;e=mfmOrH&amp;nav=eyJzSWQiOjIxNDc0ODM2NDcsImNJZCI6OTMxOTQyNjkyfQ" TargetMode="External"/><Relationship Id="rId98" Type="http://schemas.openxmlformats.org/officeDocument/2006/relationships/hyperlink" Target="https://delawareconsulting.sharepoint.com/:p:/r/sites/PROMARCoreTeam/Shared%20Documents/%F0%9F%94%B4%20PM%20Methodology/_PROMAR%20Training%20material/PROMAR%2002%20Basic/Basic%2003%20-%20F02%20INITIATE%20stage.pptx?d=w28c05e1c43574c66b470dac296cb1560&amp;csf=1&amp;web=1&amp;e=Wgvzt3&amp;nav=eyJzSWQiOjI2NiwiY0lkIjo1NjYzOTIxNTJ9" TargetMode="External"/><Relationship Id="rId3" Type="http://schemas.openxmlformats.org/officeDocument/2006/relationships/hyperlink" Target="https://delawareconsulting.sharepoint.com/:p:/r/sites/PROMARCoreTeam/Shared%20Documents/%F0%9F%94%B4%20PM%20Methodology/_PROMAR%20Training%20material/PROMAR%2002%20Basic/Basic%2003%20-%20F02%20INITIATE%20stage.pptx?d=w28c05e1c43574c66b470dac296cb1560&amp;csf=1&amp;web=1&amp;e=hbrsgA&amp;nav=eyJzSWQiOjIxNDc0ODM2MzIsImNJZCI6MzYzOTA3OTA3fQ"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11.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 name="Picture 20">
            <a:extLst>
              <a:ext uri="{FF2B5EF4-FFF2-40B4-BE49-F238E27FC236}">
                <a16:creationId xmlns:a16="http://schemas.microsoft.com/office/drawing/2014/main" id="{51FF80C9-7CEF-7F09-EDB2-6F14AE1372E4}"/>
              </a:ext>
            </a:extLst>
          </p:cNvPr>
          <p:cNvPicPr>
            <a:picLocks noGrp="1" noChangeAspect="1" noChangeArrowheads="1"/>
          </p:cNvPicPr>
          <p:nvPr>
            <p:ph type="pic" sz="quarter" idx="22"/>
          </p:nvPr>
        </p:nvPicPr>
        <p:blipFill>
          <a:blip r:embed="rId3">
            <a:extLst>
              <a:ext uri="{28A0092B-C50C-407E-A947-70E740481C1C}">
                <a14:useLocalDpi xmlns:a14="http://schemas.microsoft.com/office/drawing/2010/main" val="0"/>
              </a:ext>
            </a:extLst>
          </a:blip>
          <a:srcRect t="7858" b="7858"/>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41DFB251-D6B7-804A-A897-5A4BC4C2C5FA}"/>
              </a:ext>
            </a:extLst>
          </p:cNvPr>
          <p:cNvPicPr>
            <a:picLocks noChangeAspect="1"/>
          </p:cNvPicPr>
          <p:nvPr/>
        </p:nvPicPr>
        <p:blipFill>
          <a:blip r:embed="rId4" cstate="email">
            <a:alphaModFix amt="90000"/>
            <a:extLst>
              <a:ext uri="{28A0092B-C50C-407E-A947-70E740481C1C}">
                <a14:useLocalDpi xmlns:a14="http://schemas.microsoft.com/office/drawing/2010/main"/>
              </a:ext>
            </a:extLst>
          </a:blip>
          <a:srcRect/>
          <a:stretch/>
        </p:blipFill>
        <p:spPr>
          <a:xfrm>
            <a:off x="0" y="0"/>
            <a:ext cx="6858000" cy="6858000"/>
          </a:xfrm>
          <a:prstGeom prst="rect">
            <a:avLst/>
          </a:prstGeom>
          <a:noFill/>
        </p:spPr>
      </p:pic>
      <p:sp>
        <p:nvSpPr>
          <p:cNvPr id="3" name="Title 2">
            <a:extLst>
              <a:ext uri="{FF2B5EF4-FFF2-40B4-BE49-F238E27FC236}">
                <a16:creationId xmlns:a16="http://schemas.microsoft.com/office/drawing/2014/main" id="{C6A63BCA-5224-844F-822C-F50E61604A03}"/>
              </a:ext>
            </a:extLst>
          </p:cNvPr>
          <p:cNvSpPr>
            <a:spLocks noGrp="1"/>
          </p:cNvSpPr>
          <p:nvPr>
            <p:ph type="ctrTitle"/>
          </p:nvPr>
        </p:nvSpPr>
        <p:spPr>
          <a:xfrm>
            <a:off x="433754" y="2496250"/>
            <a:ext cx="5278889" cy="1655762"/>
          </a:xfrm>
        </p:spPr>
        <p:txBody>
          <a:bodyPr>
            <a:normAutofit/>
          </a:bodyPr>
          <a:lstStyle/>
          <a:p>
            <a:r>
              <a:rPr lang="en-GB" sz="4400" dirty="0"/>
              <a:t>Project Life Cycle</a:t>
            </a:r>
            <a:endParaRPr lang="en-BE" sz="4400" dirty="0"/>
          </a:p>
        </p:txBody>
      </p:sp>
      <p:sp>
        <p:nvSpPr>
          <p:cNvPr id="4" name="Subtitle 3">
            <a:extLst>
              <a:ext uri="{FF2B5EF4-FFF2-40B4-BE49-F238E27FC236}">
                <a16:creationId xmlns:a16="http://schemas.microsoft.com/office/drawing/2014/main" id="{5E9248DF-C111-9E45-9964-5E5E1862DE1C}"/>
              </a:ext>
            </a:extLst>
          </p:cNvPr>
          <p:cNvSpPr>
            <a:spLocks noGrp="1"/>
          </p:cNvSpPr>
          <p:nvPr>
            <p:ph type="subTitle" idx="1"/>
          </p:nvPr>
        </p:nvSpPr>
        <p:spPr/>
        <p:txBody>
          <a:bodyPr>
            <a:normAutofit/>
          </a:bodyPr>
          <a:lstStyle/>
          <a:p>
            <a:r>
              <a:rPr lang="en-GB" sz="1400" dirty="0"/>
              <a:t>PROMAR</a:t>
            </a:r>
          </a:p>
          <a:p>
            <a:r>
              <a:rPr lang="en-GB" sz="1400" dirty="0"/>
              <a:t>A00 Project Management Framework</a:t>
            </a:r>
          </a:p>
          <a:p>
            <a:r>
              <a:rPr lang="en-GB" sz="1400" dirty="0"/>
              <a:t>A00-02 Project Life Cycle</a:t>
            </a:r>
          </a:p>
          <a:p>
            <a:endParaRPr lang="en-GB" sz="1400" dirty="0"/>
          </a:p>
          <a:p>
            <a:endParaRPr lang="en-BE" sz="1400" dirty="0"/>
          </a:p>
        </p:txBody>
      </p:sp>
      <p:sp>
        <p:nvSpPr>
          <p:cNvPr id="12" name="Rectangle 11">
            <a:extLst>
              <a:ext uri="{FF2B5EF4-FFF2-40B4-BE49-F238E27FC236}">
                <a16:creationId xmlns:a16="http://schemas.microsoft.com/office/drawing/2014/main" id="{969C2F65-D5D4-A844-A41A-E34002EEA3A8}"/>
              </a:ext>
            </a:extLst>
          </p:cNvPr>
          <p:cNvSpPr/>
          <p:nvPr/>
        </p:nvSpPr>
        <p:spPr>
          <a:xfrm>
            <a:off x="4833257" y="4611189"/>
            <a:ext cx="7358743" cy="2246811"/>
          </a:xfrm>
          <a:prstGeom prst="rect">
            <a:avLst/>
          </a:prstGeom>
          <a:gradFill flip="none" rotWithShape="1">
            <a:gsLst>
              <a:gs pos="0">
                <a:schemeClr val="tx1">
                  <a:lumMod val="0"/>
                </a:schemeClr>
              </a:gs>
              <a:gs pos="61000">
                <a:schemeClr val="bg1">
                  <a:alpha val="0"/>
                  <a:lumMod val="0"/>
                </a:schemeClr>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aphic 12">
            <a:extLst>
              <a:ext uri="{FF2B5EF4-FFF2-40B4-BE49-F238E27FC236}">
                <a16:creationId xmlns:a16="http://schemas.microsoft.com/office/drawing/2014/main" id="{A8662E9F-5AEE-5B4F-9E36-5A6D0C46977F}"/>
              </a:ext>
            </a:extLst>
          </p:cNvPr>
          <p:cNvGrpSpPr/>
          <p:nvPr/>
        </p:nvGrpSpPr>
        <p:grpSpPr>
          <a:xfrm>
            <a:off x="9566520" y="6132442"/>
            <a:ext cx="2320836" cy="430236"/>
            <a:chOff x="9566520" y="6132442"/>
            <a:chExt cx="2320836" cy="430236"/>
          </a:xfrm>
        </p:grpSpPr>
        <p:sp>
          <p:nvSpPr>
            <p:cNvPr id="14" name="Freeform 13">
              <a:extLst>
                <a:ext uri="{FF2B5EF4-FFF2-40B4-BE49-F238E27FC236}">
                  <a16:creationId xmlns:a16="http://schemas.microsoft.com/office/drawing/2014/main" id="{5C3F380C-1E13-2947-9683-46E56B3D1868}"/>
                </a:ext>
              </a:extLst>
            </p:cNvPr>
            <p:cNvSpPr/>
            <p:nvPr/>
          </p:nvSpPr>
          <p:spPr>
            <a:xfrm>
              <a:off x="9910919" y="6276496"/>
              <a:ext cx="278075" cy="286181"/>
            </a:xfrm>
            <a:custGeom>
              <a:avLst/>
              <a:gdLst>
                <a:gd name="connsiteX0" fmla="*/ 147117 w 278075"/>
                <a:gd name="connsiteY0" fmla="*/ 241617 h 286181"/>
                <a:gd name="connsiteX1" fmla="*/ 225500 w 278075"/>
                <a:gd name="connsiteY1" fmla="*/ 201869 h 286181"/>
                <a:gd name="connsiteX2" fmla="*/ 265776 w 278075"/>
                <a:gd name="connsiteY2" fmla="*/ 224754 h 286181"/>
                <a:gd name="connsiteX3" fmla="*/ 145911 w 278075"/>
                <a:gd name="connsiteY3" fmla="*/ 286182 h 286181"/>
                <a:gd name="connsiteX4" fmla="*/ 0 w 278075"/>
                <a:gd name="connsiteY4" fmla="*/ 143091 h 286181"/>
                <a:gd name="connsiteX5" fmla="*/ 142535 w 278075"/>
                <a:gd name="connsiteY5" fmla="*/ 0 h 286181"/>
                <a:gd name="connsiteX6" fmla="*/ 278076 w 278075"/>
                <a:gd name="connsiteY6" fmla="*/ 143573 h 286181"/>
                <a:gd name="connsiteX7" fmla="*/ 276388 w 278075"/>
                <a:gd name="connsiteY7" fmla="*/ 164771 h 286181"/>
                <a:gd name="connsiteX8" fmla="*/ 48718 w 278075"/>
                <a:gd name="connsiteY8" fmla="*/ 164771 h 286181"/>
                <a:gd name="connsiteX9" fmla="*/ 147117 w 278075"/>
                <a:gd name="connsiteY9" fmla="*/ 241617 h 286181"/>
                <a:gd name="connsiteX10" fmla="*/ 48718 w 278075"/>
                <a:gd name="connsiteY10" fmla="*/ 123338 h 286181"/>
                <a:gd name="connsiteX11" fmla="*/ 230564 w 278075"/>
                <a:gd name="connsiteY11" fmla="*/ 123338 h 286181"/>
                <a:gd name="connsiteX12" fmla="*/ 142776 w 278075"/>
                <a:gd name="connsiteY12" fmla="*/ 44565 h 286181"/>
                <a:gd name="connsiteX13" fmla="*/ 48718 w 278075"/>
                <a:gd name="connsiteY13" fmla="*/ 123338 h 28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8075" h="286181">
                  <a:moveTo>
                    <a:pt x="147117" y="241617"/>
                  </a:moveTo>
                  <a:cubicBezTo>
                    <a:pt x="184741" y="241617"/>
                    <a:pt x="211994" y="224272"/>
                    <a:pt x="225500" y="201869"/>
                  </a:cubicBezTo>
                  <a:lnTo>
                    <a:pt x="265776" y="224754"/>
                  </a:lnTo>
                  <a:cubicBezTo>
                    <a:pt x="241900" y="261852"/>
                    <a:pt x="200417" y="286182"/>
                    <a:pt x="145911" y="286182"/>
                  </a:cubicBezTo>
                  <a:cubicBezTo>
                    <a:pt x="58365" y="286182"/>
                    <a:pt x="0" y="224754"/>
                    <a:pt x="0" y="143091"/>
                  </a:cubicBezTo>
                  <a:cubicBezTo>
                    <a:pt x="0" y="62632"/>
                    <a:pt x="57641" y="0"/>
                    <a:pt x="142535" y="0"/>
                  </a:cubicBezTo>
                  <a:cubicBezTo>
                    <a:pt x="224776" y="0"/>
                    <a:pt x="278076" y="67450"/>
                    <a:pt x="278076" y="143573"/>
                  </a:cubicBezTo>
                  <a:cubicBezTo>
                    <a:pt x="278076" y="150559"/>
                    <a:pt x="277594" y="157785"/>
                    <a:pt x="276388" y="164771"/>
                  </a:cubicBezTo>
                  <a:lnTo>
                    <a:pt x="48718" y="164771"/>
                  </a:lnTo>
                  <a:cubicBezTo>
                    <a:pt x="57882" y="213673"/>
                    <a:pt x="96712" y="241376"/>
                    <a:pt x="147117" y="241617"/>
                  </a:cubicBezTo>
                  <a:moveTo>
                    <a:pt x="48718" y="123338"/>
                  </a:moveTo>
                  <a:lnTo>
                    <a:pt x="230564" y="123338"/>
                  </a:lnTo>
                  <a:cubicBezTo>
                    <a:pt x="222364" y="69618"/>
                    <a:pt x="183535" y="44565"/>
                    <a:pt x="142776" y="44565"/>
                  </a:cubicBezTo>
                  <a:cubicBezTo>
                    <a:pt x="91647" y="44565"/>
                    <a:pt x="56194" y="76122"/>
                    <a:pt x="48718" y="123338"/>
                  </a:cubicBezTo>
                </a:path>
              </a:pathLst>
            </a:custGeom>
            <a:solidFill>
              <a:srgbClr val="FFFFFF"/>
            </a:solidFill>
            <a:ln w="2406"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9EAD2F27-FE99-2A4C-9AA5-FB7F3F5BCD91}"/>
                </a:ext>
              </a:extLst>
            </p:cNvPr>
            <p:cNvSpPr/>
            <p:nvPr/>
          </p:nvSpPr>
          <p:spPr>
            <a:xfrm>
              <a:off x="10243742" y="6132442"/>
              <a:ext cx="47270" cy="423009"/>
            </a:xfrm>
            <a:custGeom>
              <a:avLst/>
              <a:gdLst>
                <a:gd name="connsiteX0" fmla="*/ 0 w 47270"/>
                <a:gd name="connsiteY0" fmla="*/ 0 h 423009"/>
                <a:gd name="connsiteX1" fmla="*/ 47270 w 47270"/>
                <a:gd name="connsiteY1" fmla="*/ 0 h 423009"/>
                <a:gd name="connsiteX2" fmla="*/ 47270 w 47270"/>
                <a:gd name="connsiteY2" fmla="*/ 423010 h 423009"/>
                <a:gd name="connsiteX3" fmla="*/ 0 w 47270"/>
                <a:gd name="connsiteY3" fmla="*/ 423010 h 423009"/>
              </a:gdLst>
              <a:ahLst/>
              <a:cxnLst>
                <a:cxn ang="0">
                  <a:pos x="connsiteX0" y="connsiteY0"/>
                </a:cxn>
                <a:cxn ang="0">
                  <a:pos x="connsiteX1" y="connsiteY1"/>
                </a:cxn>
                <a:cxn ang="0">
                  <a:pos x="connsiteX2" y="connsiteY2"/>
                </a:cxn>
                <a:cxn ang="0">
                  <a:pos x="connsiteX3" y="connsiteY3"/>
                </a:cxn>
              </a:cxnLst>
              <a:rect l="l" t="t" r="r" b="b"/>
              <a:pathLst>
                <a:path w="47270" h="423009">
                  <a:moveTo>
                    <a:pt x="0" y="0"/>
                  </a:moveTo>
                  <a:lnTo>
                    <a:pt x="47270" y="0"/>
                  </a:lnTo>
                  <a:lnTo>
                    <a:pt x="47270" y="423010"/>
                  </a:lnTo>
                  <a:lnTo>
                    <a:pt x="0" y="423010"/>
                  </a:lnTo>
                  <a:close/>
                </a:path>
              </a:pathLst>
            </a:custGeom>
            <a:solidFill>
              <a:srgbClr val="FFFFFF"/>
            </a:solidFill>
            <a:ln w="2406"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F2C705C9-C6D7-204F-B7F2-211C2EC5DDA2}"/>
                </a:ext>
              </a:extLst>
            </p:cNvPr>
            <p:cNvSpPr/>
            <p:nvPr/>
          </p:nvSpPr>
          <p:spPr>
            <a:xfrm>
              <a:off x="10348171" y="6276496"/>
              <a:ext cx="287964" cy="286181"/>
            </a:xfrm>
            <a:custGeom>
              <a:avLst/>
              <a:gdLst>
                <a:gd name="connsiteX0" fmla="*/ 287964 w 287964"/>
                <a:gd name="connsiteY0" fmla="*/ 7227 h 286181"/>
                <a:gd name="connsiteX1" fmla="*/ 287964 w 287964"/>
                <a:gd name="connsiteY1" fmla="*/ 278955 h 286181"/>
                <a:gd name="connsiteX2" fmla="*/ 240694 w 287964"/>
                <a:gd name="connsiteY2" fmla="*/ 278955 h 286181"/>
                <a:gd name="connsiteX3" fmla="*/ 240694 w 287964"/>
                <a:gd name="connsiteY3" fmla="*/ 232222 h 286181"/>
                <a:gd name="connsiteX4" fmla="*/ 137712 w 287964"/>
                <a:gd name="connsiteY4" fmla="*/ 286182 h 286181"/>
                <a:gd name="connsiteX5" fmla="*/ 0 w 287964"/>
                <a:gd name="connsiteY5" fmla="*/ 143091 h 286181"/>
                <a:gd name="connsiteX6" fmla="*/ 137712 w 287964"/>
                <a:gd name="connsiteY6" fmla="*/ 0 h 286181"/>
                <a:gd name="connsiteX7" fmla="*/ 240694 w 287964"/>
                <a:gd name="connsiteY7" fmla="*/ 53719 h 286181"/>
                <a:gd name="connsiteX8" fmla="*/ 240694 w 287964"/>
                <a:gd name="connsiteY8" fmla="*/ 7227 h 286181"/>
                <a:gd name="connsiteX9" fmla="*/ 287964 w 287964"/>
                <a:gd name="connsiteY9" fmla="*/ 7227 h 286181"/>
                <a:gd name="connsiteX10" fmla="*/ 240694 w 287964"/>
                <a:gd name="connsiteY10" fmla="*/ 143091 h 286181"/>
                <a:gd name="connsiteX11" fmla="*/ 143741 w 287964"/>
                <a:gd name="connsiteY11" fmla="*/ 45770 h 286181"/>
                <a:gd name="connsiteX12" fmla="*/ 47271 w 287964"/>
                <a:gd name="connsiteY12" fmla="*/ 143091 h 286181"/>
                <a:gd name="connsiteX13" fmla="*/ 143741 w 287964"/>
                <a:gd name="connsiteY13" fmla="*/ 240412 h 286181"/>
                <a:gd name="connsiteX14" fmla="*/ 240694 w 287964"/>
                <a:gd name="connsiteY14" fmla="*/ 143091 h 28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7964" h="286181">
                  <a:moveTo>
                    <a:pt x="287964" y="7227"/>
                  </a:moveTo>
                  <a:lnTo>
                    <a:pt x="287964" y="278955"/>
                  </a:lnTo>
                  <a:lnTo>
                    <a:pt x="240694" y="278955"/>
                  </a:lnTo>
                  <a:lnTo>
                    <a:pt x="240694" y="232222"/>
                  </a:lnTo>
                  <a:cubicBezTo>
                    <a:pt x="218988" y="265465"/>
                    <a:pt x="184017" y="286182"/>
                    <a:pt x="137712" y="286182"/>
                  </a:cubicBezTo>
                  <a:cubicBezTo>
                    <a:pt x="61982" y="286182"/>
                    <a:pt x="0" y="223550"/>
                    <a:pt x="0" y="143091"/>
                  </a:cubicBezTo>
                  <a:cubicBezTo>
                    <a:pt x="0" y="62632"/>
                    <a:pt x="61982" y="0"/>
                    <a:pt x="137712" y="0"/>
                  </a:cubicBezTo>
                  <a:cubicBezTo>
                    <a:pt x="184017" y="0"/>
                    <a:pt x="218747" y="20717"/>
                    <a:pt x="240694" y="53719"/>
                  </a:cubicBezTo>
                  <a:lnTo>
                    <a:pt x="240694" y="7227"/>
                  </a:lnTo>
                  <a:lnTo>
                    <a:pt x="287964" y="7227"/>
                  </a:lnTo>
                  <a:close/>
                  <a:moveTo>
                    <a:pt x="240694" y="143091"/>
                  </a:moveTo>
                  <a:cubicBezTo>
                    <a:pt x="240694" y="87685"/>
                    <a:pt x="198729" y="45770"/>
                    <a:pt x="143741" y="45770"/>
                  </a:cubicBezTo>
                  <a:cubicBezTo>
                    <a:pt x="89235" y="45770"/>
                    <a:pt x="47271" y="87685"/>
                    <a:pt x="47271" y="143091"/>
                  </a:cubicBezTo>
                  <a:cubicBezTo>
                    <a:pt x="47271" y="198497"/>
                    <a:pt x="89235" y="240412"/>
                    <a:pt x="143741" y="240412"/>
                  </a:cubicBezTo>
                  <a:cubicBezTo>
                    <a:pt x="198729" y="240412"/>
                    <a:pt x="240452" y="198497"/>
                    <a:pt x="240694" y="143091"/>
                  </a:cubicBezTo>
                </a:path>
              </a:pathLst>
            </a:custGeom>
            <a:solidFill>
              <a:srgbClr val="FFFFFF"/>
            </a:solidFill>
            <a:ln w="2406"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AB6D3CA1-301F-2F4C-8366-6568E7B40514}"/>
                </a:ext>
              </a:extLst>
            </p:cNvPr>
            <p:cNvSpPr/>
            <p:nvPr/>
          </p:nvSpPr>
          <p:spPr>
            <a:xfrm>
              <a:off x="10685094" y="6283723"/>
              <a:ext cx="393116" cy="271728"/>
            </a:xfrm>
            <a:custGeom>
              <a:avLst/>
              <a:gdLst>
                <a:gd name="connsiteX0" fmla="*/ 393117 w 393116"/>
                <a:gd name="connsiteY0" fmla="*/ 0 h 271728"/>
                <a:gd name="connsiteX1" fmla="*/ 308705 w 393116"/>
                <a:gd name="connsiteY1" fmla="*/ 271728 h 271728"/>
                <a:gd name="connsiteX2" fmla="*/ 260229 w 393116"/>
                <a:gd name="connsiteY2" fmla="*/ 271728 h 271728"/>
                <a:gd name="connsiteX3" fmla="*/ 196558 w 393116"/>
                <a:gd name="connsiteY3" fmla="*/ 70582 h 271728"/>
                <a:gd name="connsiteX4" fmla="*/ 132888 w 393116"/>
                <a:gd name="connsiteY4" fmla="*/ 271728 h 271728"/>
                <a:gd name="connsiteX5" fmla="*/ 84412 w 393116"/>
                <a:gd name="connsiteY5" fmla="*/ 271728 h 271728"/>
                <a:gd name="connsiteX6" fmla="*/ 0 w 393116"/>
                <a:gd name="connsiteY6" fmla="*/ 0 h 271728"/>
                <a:gd name="connsiteX7" fmla="*/ 49441 w 393116"/>
                <a:gd name="connsiteY7" fmla="*/ 0 h 271728"/>
                <a:gd name="connsiteX8" fmla="*/ 109494 w 393116"/>
                <a:gd name="connsiteY8" fmla="*/ 206446 h 271728"/>
                <a:gd name="connsiteX9" fmla="*/ 173647 w 393116"/>
                <a:gd name="connsiteY9" fmla="*/ 0 h 271728"/>
                <a:gd name="connsiteX10" fmla="*/ 219470 w 393116"/>
                <a:gd name="connsiteY10" fmla="*/ 0 h 271728"/>
                <a:gd name="connsiteX11" fmla="*/ 283623 w 393116"/>
                <a:gd name="connsiteY11" fmla="*/ 207169 h 271728"/>
                <a:gd name="connsiteX12" fmla="*/ 343435 w 393116"/>
                <a:gd name="connsiteY12" fmla="*/ 0 h 271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3116" h="271728">
                  <a:moveTo>
                    <a:pt x="393117" y="0"/>
                  </a:moveTo>
                  <a:lnTo>
                    <a:pt x="308705" y="271728"/>
                  </a:lnTo>
                  <a:lnTo>
                    <a:pt x="260229" y="271728"/>
                  </a:lnTo>
                  <a:lnTo>
                    <a:pt x="196558" y="70582"/>
                  </a:lnTo>
                  <a:lnTo>
                    <a:pt x="132888" y="271728"/>
                  </a:lnTo>
                  <a:lnTo>
                    <a:pt x="84412" y="271728"/>
                  </a:lnTo>
                  <a:lnTo>
                    <a:pt x="0" y="0"/>
                  </a:lnTo>
                  <a:lnTo>
                    <a:pt x="49441" y="0"/>
                  </a:lnTo>
                  <a:lnTo>
                    <a:pt x="109494" y="206446"/>
                  </a:lnTo>
                  <a:lnTo>
                    <a:pt x="173647" y="0"/>
                  </a:lnTo>
                  <a:lnTo>
                    <a:pt x="219470" y="0"/>
                  </a:lnTo>
                  <a:lnTo>
                    <a:pt x="283623" y="207169"/>
                  </a:lnTo>
                  <a:lnTo>
                    <a:pt x="343435" y="0"/>
                  </a:lnTo>
                  <a:close/>
                </a:path>
              </a:pathLst>
            </a:custGeom>
            <a:solidFill>
              <a:srgbClr val="FFFFFF"/>
            </a:solidFill>
            <a:ln w="2406"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7D06577E-BC80-B44B-8A99-C6E84BD1209E}"/>
                </a:ext>
              </a:extLst>
            </p:cNvPr>
            <p:cNvSpPr/>
            <p:nvPr/>
          </p:nvSpPr>
          <p:spPr>
            <a:xfrm>
              <a:off x="11100881" y="6276496"/>
              <a:ext cx="287964" cy="286181"/>
            </a:xfrm>
            <a:custGeom>
              <a:avLst/>
              <a:gdLst>
                <a:gd name="connsiteX0" fmla="*/ 287964 w 287964"/>
                <a:gd name="connsiteY0" fmla="*/ 7227 h 286181"/>
                <a:gd name="connsiteX1" fmla="*/ 287964 w 287964"/>
                <a:gd name="connsiteY1" fmla="*/ 278955 h 286181"/>
                <a:gd name="connsiteX2" fmla="*/ 240694 w 287964"/>
                <a:gd name="connsiteY2" fmla="*/ 278955 h 286181"/>
                <a:gd name="connsiteX3" fmla="*/ 240694 w 287964"/>
                <a:gd name="connsiteY3" fmla="*/ 232222 h 286181"/>
                <a:gd name="connsiteX4" fmla="*/ 137711 w 287964"/>
                <a:gd name="connsiteY4" fmla="*/ 286182 h 286181"/>
                <a:gd name="connsiteX5" fmla="*/ 0 w 287964"/>
                <a:gd name="connsiteY5" fmla="*/ 143091 h 286181"/>
                <a:gd name="connsiteX6" fmla="*/ 137711 w 287964"/>
                <a:gd name="connsiteY6" fmla="*/ 0 h 286181"/>
                <a:gd name="connsiteX7" fmla="*/ 240694 w 287964"/>
                <a:gd name="connsiteY7" fmla="*/ 53719 h 286181"/>
                <a:gd name="connsiteX8" fmla="*/ 240694 w 287964"/>
                <a:gd name="connsiteY8" fmla="*/ 7227 h 286181"/>
                <a:gd name="connsiteX9" fmla="*/ 287964 w 287964"/>
                <a:gd name="connsiteY9" fmla="*/ 7227 h 286181"/>
                <a:gd name="connsiteX10" fmla="*/ 240694 w 287964"/>
                <a:gd name="connsiteY10" fmla="*/ 143091 h 286181"/>
                <a:gd name="connsiteX11" fmla="*/ 143741 w 287964"/>
                <a:gd name="connsiteY11" fmla="*/ 45770 h 286181"/>
                <a:gd name="connsiteX12" fmla="*/ 47270 w 287964"/>
                <a:gd name="connsiteY12" fmla="*/ 143091 h 286181"/>
                <a:gd name="connsiteX13" fmla="*/ 143741 w 287964"/>
                <a:gd name="connsiteY13" fmla="*/ 240412 h 286181"/>
                <a:gd name="connsiteX14" fmla="*/ 240694 w 287964"/>
                <a:gd name="connsiteY14" fmla="*/ 143091 h 28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7964" h="286181">
                  <a:moveTo>
                    <a:pt x="287964" y="7227"/>
                  </a:moveTo>
                  <a:lnTo>
                    <a:pt x="287964" y="278955"/>
                  </a:lnTo>
                  <a:lnTo>
                    <a:pt x="240694" y="278955"/>
                  </a:lnTo>
                  <a:lnTo>
                    <a:pt x="240694" y="232222"/>
                  </a:lnTo>
                  <a:cubicBezTo>
                    <a:pt x="218988" y="265465"/>
                    <a:pt x="184017" y="286182"/>
                    <a:pt x="137711" y="286182"/>
                  </a:cubicBezTo>
                  <a:cubicBezTo>
                    <a:pt x="61982" y="286182"/>
                    <a:pt x="0" y="223550"/>
                    <a:pt x="0" y="143091"/>
                  </a:cubicBezTo>
                  <a:cubicBezTo>
                    <a:pt x="0" y="62632"/>
                    <a:pt x="62223" y="0"/>
                    <a:pt x="137711" y="0"/>
                  </a:cubicBezTo>
                  <a:cubicBezTo>
                    <a:pt x="184017" y="0"/>
                    <a:pt x="218747" y="20717"/>
                    <a:pt x="240694" y="53719"/>
                  </a:cubicBezTo>
                  <a:lnTo>
                    <a:pt x="240694" y="7227"/>
                  </a:lnTo>
                  <a:lnTo>
                    <a:pt x="287964" y="7227"/>
                  </a:lnTo>
                  <a:close/>
                  <a:moveTo>
                    <a:pt x="240694" y="143091"/>
                  </a:moveTo>
                  <a:cubicBezTo>
                    <a:pt x="240694" y="87685"/>
                    <a:pt x="198729" y="45770"/>
                    <a:pt x="143741" y="45770"/>
                  </a:cubicBezTo>
                  <a:cubicBezTo>
                    <a:pt x="89235" y="45770"/>
                    <a:pt x="47270" y="87685"/>
                    <a:pt x="47270" y="143091"/>
                  </a:cubicBezTo>
                  <a:cubicBezTo>
                    <a:pt x="47270" y="198497"/>
                    <a:pt x="89235" y="240412"/>
                    <a:pt x="143741" y="240412"/>
                  </a:cubicBezTo>
                  <a:cubicBezTo>
                    <a:pt x="198729" y="240412"/>
                    <a:pt x="240694" y="198497"/>
                    <a:pt x="240694" y="143091"/>
                  </a:cubicBezTo>
                </a:path>
              </a:pathLst>
            </a:custGeom>
            <a:solidFill>
              <a:srgbClr val="FFFFFF"/>
            </a:solidFill>
            <a:ln w="2406"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C139E64E-FDB4-3146-805B-DC02C900DCF3}"/>
                </a:ext>
              </a:extLst>
            </p:cNvPr>
            <p:cNvSpPr/>
            <p:nvPr/>
          </p:nvSpPr>
          <p:spPr>
            <a:xfrm>
              <a:off x="11460716" y="6278664"/>
              <a:ext cx="132164" cy="276546"/>
            </a:xfrm>
            <a:custGeom>
              <a:avLst/>
              <a:gdLst>
                <a:gd name="connsiteX0" fmla="*/ 132164 w 132164"/>
                <a:gd name="connsiteY0" fmla="*/ 0 h 276546"/>
                <a:gd name="connsiteX1" fmla="*/ 132164 w 132164"/>
                <a:gd name="connsiteY1" fmla="*/ 49383 h 276546"/>
                <a:gd name="connsiteX2" fmla="*/ 47270 w 132164"/>
                <a:gd name="connsiteY2" fmla="*/ 132492 h 276546"/>
                <a:gd name="connsiteX3" fmla="*/ 47270 w 132164"/>
                <a:gd name="connsiteY3" fmla="*/ 276546 h 276546"/>
                <a:gd name="connsiteX4" fmla="*/ 0 w 132164"/>
                <a:gd name="connsiteY4" fmla="*/ 276546 h 276546"/>
                <a:gd name="connsiteX5" fmla="*/ 0 w 132164"/>
                <a:gd name="connsiteY5" fmla="*/ 5059 h 276546"/>
                <a:gd name="connsiteX6" fmla="*/ 47270 w 132164"/>
                <a:gd name="connsiteY6" fmla="*/ 5059 h 276546"/>
                <a:gd name="connsiteX7" fmla="*/ 47270 w 132164"/>
                <a:gd name="connsiteY7" fmla="*/ 50829 h 276546"/>
                <a:gd name="connsiteX8" fmla="*/ 132164 w 132164"/>
                <a:gd name="connsiteY8" fmla="*/ 0 h 276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164" h="276546">
                  <a:moveTo>
                    <a:pt x="132164" y="0"/>
                  </a:moveTo>
                  <a:lnTo>
                    <a:pt x="132164" y="49383"/>
                  </a:lnTo>
                  <a:cubicBezTo>
                    <a:pt x="91406" y="47697"/>
                    <a:pt x="47270" y="68414"/>
                    <a:pt x="47270" y="132492"/>
                  </a:cubicBezTo>
                  <a:lnTo>
                    <a:pt x="47270" y="276546"/>
                  </a:lnTo>
                  <a:lnTo>
                    <a:pt x="0" y="276546"/>
                  </a:lnTo>
                  <a:lnTo>
                    <a:pt x="0" y="5059"/>
                  </a:lnTo>
                  <a:lnTo>
                    <a:pt x="47270" y="5059"/>
                  </a:lnTo>
                  <a:lnTo>
                    <a:pt x="47270" y="50829"/>
                  </a:lnTo>
                  <a:cubicBezTo>
                    <a:pt x="64635" y="12767"/>
                    <a:pt x="97917" y="241"/>
                    <a:pt x="132164" y="0"/>
                  </a:cubicBezTo>
                </a:path>
              </a:pathLst>
            </a:custGeom>
            <a:solidFill>
              <a:srgbClr val="FFFFFF"/>
            </a:solidFill>
            <a:ln w="2406"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3465D618-5ADC-6645-91FA-E5109FED4394}"/>
                </a:ext>
              </a:extLst>
            </p:cNvPr>
            <p:cNvSpPr/>
            <p:nvPr/>
          </p:nvSpPr>
          <p:spPr>
            <a:xfrm>
              <a:off x="11609280" y="6276496"/>
              <a:ext cx="278075" cy="286181"/>
            </a:xfrm>
            <a:custGeom>
              <a:avLst/>
              <a:gdLst>
                <a:gd name="connsiteX0" fmla="*/ 147117 w 278075"/>
                <a:gd name="connsiteY0" fmla="*/ 241617 h 286181"/>
                <a:gd name="connsiteX1" fmla="*/ 225500 w 278075"/>
                <a:gd name="connsiteY1" fmla="*/ 201869 h 286181"/>
                <a:gd name="connsiteX2" fmla="*/ 265776 w 278075"/>
                <a:gd name="connsiteY2" fmla="*/ 224754 h 286181"/>
                <a:gd name="connsiteX3" fmla="*/ 145911 w 278075"/>
                <a:gd name="connsiteY3" fmla="*/ 286182 h 286181"/>
                <a:gd name="connsiteX4" fmla="*/ 0 w 278075"/>
                <a:gd name="connsiteY4" fmla="*/ 143091 h 286181"/>
                <a:gd name="connsiteX5" fmla="*/ 142535 w 278075"/>
                <a:gd name="connsiteY5" fmla="*/ 0 h 286181"/>
                <a:gd name="connsiteX6" fmla="*/ 278076 w 278075"/>
                <a:gd name="connsiteY6" fmla="*/ 143573 h 286181"/>
                <a:gd name="connsiteX7" fmla="*/ 276388 w 278075"/>
                <a:gd name="connsiteY7" fmla="*/ 164771 h 286181"/>
                <a:gd name="connsiteX8" fmla="*/ 48235 w 278075"/>
                <a:gd name="connsiteY8" fmla="*/ 164771 h 286181"/>
                <a:gd name="connsiteX9" fmla="*/ 147117 w 278075"/>
                <a:gd name="connsiteY9" fmla="*/ 241617 h 286181"/>
                <a:gd name="connsiteX10" fmla="*/ 48476 w 278075"/>
                <a:gd name="connsiteY10" fmla="*/ 123338 h 286181"/>
                <a:gd name="connsiteX11" fmla="*/ 230323 w 278075"/>
                <a:gd name="connsiteY11" fmla="*/ 123338 h 286181"/>
                <a:gd name="connsiteX12" fmla="*/ 142776 w 278075"/>
                <a:gd name="connsiteY12" fmla="*/ 44565 h 286181"/>
                <a:gd name="connsiteX13" fmla="*/ 48476 w 278075"/>
                <a:gd name="connsiteY13" fmla="*/ 123338 h 28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8075" h="286181">
                  <a:moveTo>
                    <a:pt x="147117" y="241617"/>
                  </a:moveTo>
                  <a:cubicBezTo>
                    <a:pt x="184741" y="241617"/>
                    <a:pt x="211994" y="224272"/>
                    <a:pt x="225500" y="201869"/>
                  </a:cubicBezTo>
                  <a:lnTo>
                    <a:pt x="265776" y="224754"/>
                  </a:lnTo>
                  <a:cubicBezTo>
                    <a:pt x="241899" y="261852"/>
                    <a:pt x="200417" y="286182"/>
                    <a:pt x="145911" y="286182"/>
                  </a:cubicBezTo>
                  <a:cubicBezTo>
                    <a:pt x="58365" y="286182"/>
                    <a:pt x="0" y="224754"/>
                    <a:pt x="0" y="143091"/>
                  </a:cubicBezTo>
                  <a:cubicBezTo>
                    <a:pt x="0" y="62632"/>
                    <a:pt x="57641" y="0"/>
                    <a:pt x="142535" y="0"/>
                  </a:cubicBezTo>
                  <a:cubicBezTo>
                    <a:pt x="224776" y="0"/>
                    <a:pt x="278076" y="67450"/>
                    <a:pt x="278076" y="143573"/>
                  </a:cubicBezTo>
                  <a:cubicBezTo>
                    <a:pt x="278076" y="150559"/>
                    <a:pt x="277594" y="157785"/>
                    <a:pt x="276388" y="164771"/>
                  </a:cubicBezTo>
                  <a:lnTo>
                    <a:pt x="48235" y="164771"/>
                  </a:lnTo>
                  <a:cubicBezTo>
                    <a:pt x="57641" y="213673"/>
                    <a:pt x="96470" y="241376"/>
                    <a:pt x="147117" y="241617"/>
                  </a:cubicBezTo>
                  <a:moveTo>
                    <a:pt x="48476" y="123338"/>
                  </a:moveTo>
                  <a:lnTo>
                    <a:pt x="230323" y="123338"/>
                  </a:lnTo>
                  <a:cubicBezTo>
                    <a:pt x="222123" y="69618"/>
                    <a:pt x="183535" y="44565"/>
                    <a:pt x="142776" y="44565"/>
                  </a:cubicBezTo>
                  <a:cubicBezTo>
                    <a:pt x="91406" y="44565"/>
                    <a:pt x="56194" y="76122"/>
                    <a:pt x="48476" y="123338"/>
                  </a:cubicBezTo>
                </a:path>
              </a:pathLst>
            </a:custGeom>
            <a:solidFill>
              <a:srgbClr val="FFFFFF"/>
            </a:solidFill>
            <a:ln w="2406"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3EC963BE-11A2-ED47-AB8A-6C7EC3E6C5D5}"/>
                </a:ext>
              </a:extLst>
            </p:cNvPr>
            <p:cNvSpPr/>
            <p:nvPr/>
          </p:nvSpPr>
          <p:spPr>
            <a:xfrm>
              <a:off x="9566520" y="6132442"/>
              <a:ext cx="287964" cy="430236"/>
            </a:xfrm>
            <a:custGeom>
              <a:avLst/>
              <a:gdLst>
                <a:gd name="connsiteX0" fmla="*/ 287964 w 287964"/>
                <a:gd name="connsiteY0" fmla="*/ 0 h 430236"/>
                <a:gd name="connsiteX1" fmla="*/ 287964 w 287964"/>
                <a:gd name="connsiteY1" fmla="*/ 287145 h 430236"/>
                <a:gd name="connsiteX2" fmla="*/ 137711 w 287964"/>
                <a:gd name="connsiteY2" fmla="*/ 430236 h 430236"/>
                <a:gd name="connsiteX3" fmla="*/ 0 w 287964"/>
                <a:gd name="connsiteY3" fmla="*/ 287145 h 430236"/>
                <a:gd name="connsiteX4" fmla="*/ 137711 w 287964"/>
                <a:gd name="connsiteY4" fmla="*/ 144055 h 430236"/>
                <a:gd name="connsiteX5" fmla="*/ 240694 w 287964"/>
                <a:gd name="connsiteY5" fmla="*/ 197774 h 430236"/>
                <a:gd name="connsiteX6" fmla="*/ 240694 w 287964"/>
                <a:gd name="connsiteY6" fmla="*/ 0 h 430236"/>
                <a:gd name="connsiteX7" fmla="*/ 287964 w 287964"/>
                <a:gd name="connsiteY7" fmla="*/ 0 h 430236"/>
                <a:gd name="connsiteX8" fmla="*/ 240694 w 287964"/>
                <a:gd name="connsiteY8" fmla="*/ 287145 h 430236"/>
                <a:gd name="connsiteX9" fmla="*/ 143741 w 287964"/>
                <a:gd name="connsiteY9" fmla="*/ 189824 h 430236"/>
                <a:gd name="connsiteX10" fmla="*/ 47512 w 287964"/>
                <a:gd name="connsiteY10" fmla="*/ 287145 h 430236"/>
                <a:gd name="connsiteX11" fmla="*/ 143741 w 287964"/>
                <a:gd name="connsiteY11" fmla="*/ 384467 h 430236"/>
                <a:gd name="connsiteX12" fmla="*/ 240694 w 287964"/>
                <a:gd name="connsiteY12" fmla="*/ 287145 h 430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7964" h="430236">
                  <a:moveTo>
                    <a:pt x="287964" y="0"/>
                  </a:moveTo>
                  <a:lnTo>
                    <a:pt x="287964" y="287145"/>
                  </a:lnTo>
                  <a:cubicBezTo>
                    <a:pt x="287964" y="345442"/>
                    <a:pt x="244070" y="430236"/>
                    <a:pt x="137711" y="430236"/>
                  </a:cubicBezTo>
                  <a:cubicBezTo>
                    <a:pt x="61982" y="430236"/>
                    <a:pt x="0" y="367604"/>
                    <a:pt x="0" y="287145"/>
                  </a:cubicBezTo>
                  <a:cubicBezTo>
                    <a:pt x="0" y="206687"/>
                    <a:pt x="61982" y="144055"/>
                    <a:pt x="137711" y="144055"/>
                  </a:cubicBezTo>
                  <a:cubicBezTo>
                    <a:pt x="184017" y="144055"/>
                    <a:pt x="218747" y="164771"/>
                    <a:pt x="240694" y="197774"/>
                  </a:cubicBezTo>
                  <a:lnTo>
                    <a:pt x="240694" y="0"/>
                  </a:lnTo>
                  <a:lnTo>
                    <a:pt x="287964" y="0"/>
                  </a:lnTo>
                  <a:close/>
                  <a:moveTo>
                    <a:pt x="240694" y="287145"/>
                  </a:moveTo>
                  <a:cubicBezTo>
                    <a:pt x="240694" y="231740"/>
                    <a:pt x="198729" y="189824"/>
                    <a:pt x="143741" y="189824"/>
                  </a:cubicBezTo>
                  <a:cubicBezTo>
                    <a:pt x="89235" y="189824"/>
                    <a:pt x="47512" y="231740"/>
                    <a:pt x="47512" y="287145"/>
                  </a:cubicBezTo>
                  <a:cubicBezTo>
                    <a:pt x="47512" y="342551"/>
                    <a:pt x="89476" y="384467"/>
                    <a:pt x="143741" y="384467"/>
                  </a:cubicBezTo>
                  <a:cubicBezTo>
                    <a:pt x="198729" y="384467"/>
                    <a:pt x="240694" y="342551"/>
                    <a:pt x="240694" y="287145"/>
                  </a:cubicBezTo>
                </a:path>
              </a:pathLst>
            </a:custGeom>
            <a:solidFill>
              <a:srgbClr val="FFFFFF"/>
            </a:solidFill>
            <a:ln w="2406"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D05DB0F7-46CF-A64D-831B-4D9E8DEFF15C}"/>
                </a:ext>
              </a:extLst>
            </p:cNvPr>
            <p:cNvSpPr/>
            <p:nvPr/>
          </p:nvSpPr>
          <p:spPr>
            <a:xfrm>
              <a:off x="9614031" y="6322266"/>
              <a:ext cx="193181" cy="194642"/>
            </a:xfrm>
            <a:custGeom>
              <a:avLst/>
              <a:gdLst>
                <a:gd name="connsiteX0" fmla="*/ 193182 w 193181"/>
                <a:gd name="connsiteY0" fmla="*/ 97321 h 194642"/>
                <a:gd name="connsiteX1" fmla="*/ 96229 w 193181"/>
                <a:gd name="connsiteY1" fmla="*/ 0 h 194642"/>
                <a:gd name="connsiteX2" fmla="*/ 0 w 193181"/>
                <a:gd name="connsiteY2" fmla="*/ 97321 h 194642"/>
                <a:gd name="connsiteX3" fmla="*/ 96229 w 193181"/>
                <a:gd name="connsiteY3" fmla="*/ 194642 h 194642"/>
                <a:gd name="connsiteX4" fmla="*/ 193182 w 193181"/>
                <a:gd name="connsiteY4" fmla="*/ 97321 h 194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181" h="194642">
                  <a:moveTo>
                    <a:pt x="193182" y="97321"/>
                  </a:moveTo>
                  <a:cubicBezTo>
                    <a:pt x="193182" y="41916"/>
                    <a:pt x="151217" y="0"/>
                    <a:pt x="96229" y="0"/>
                  </a:cubicBezTo>
                  <a:cubicBezTo>
                    <a:pt x="41723" y="0"/>
                    <a:pt x="0" y="41916"/>
                    <a:pt x="0" y="97321"/>
                  </a:cubicBezTo>
                  <a:cubicBezTo>
                    <a:pt x="0" y="152727"/>
                    <a:pt x="41965" y="194642"/>
                    <a:pt x="96229" y="194642"/>
                  </a:cubicBezTo>
                  <a:cubicBezTo>
                    <a:pt x="151217" y="194642"/>
                    <a:pt x="193182" y="152727"/>
                    <a:pt x="193182" y="97321"/>
                  </a:cubicBezTo>
                </a:path>
              </a:pathLst>
            </a:custGeom>
            <a:solidFill>
              <a:schemeClr val="bg2"/>
            </a:solidFill>
            <a:ln w="2406" cap="flat">
              <a:noFill/>
              <a:prstDash val="solid"/>
              <a:miter/>
            </a:ln>
          </p:spPr>
          <p:txBody>
            <a:bodyPr rtlCol="0" anchor="ctr"/>
            <a:lstStyle/>
            <a:p>
              <a:endParaRPr lang="en-US"/>
            </a:p>
          </p:txBody>
        </p:sp>
      </p:grpSp>
      <p:sp>
        <p:nvSpPr>
          <p:cNvPr id="7" name="Text Placeholder 6">
            <a:extLst>
              <a:ext uri="{FF2B5EF4-FFF2-40B4-BE49-F238E27FC236}">
                <a16:creationId xmlns:a16="http://schemas.microsoft.com/office/drawing/2014/main" id="{85CF62C9-ADBC-F89E-6C9F-27DAC9F86D89}"/>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2155051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EA14271-3431-62EF-1D99-C443949D9E30}"/>
              </a:ext>
            </a:extLst>
          </p:cNvPr>
          <p:cNvGrpSpPr/>
          <p:nvPr/>
        </p:nvGrpSpPr>
        <p:grpSpPr>
          <a:xfrm>
            <a:off x="10667997" y="-3"/>
            <a:ext cx="1143475" cy="828677"/>
            <a:chOff x="10667997" y="-3"/>
            <a:chExt cx="1143475" cy="828677"/>
          </a:xfrm>
        </p:grpSpPr>
        <p:sp>
          <p:nvSpPr>
            <p:cNvPr id="3" name="Round Same-side Corner of Rectangle 3">
              <a:extLst>
                <a:ext uri="{FF2B5EF4-FFF2-40B4-BE49-F238E27FC236}">
                  <a16:creationId xmlns:a16="http://schemas.microsoft.com/office/drawing/2014/main" id="{2990011A-E48B-D167-A304-8B733BAD8464}"/>
                </a:ext>
              </a:extLst>
            </p:cNvPr>
            <p:cNvSpPr/>
            <p:nvPr/>
          </p:nvSpPr>
          <p:spPr>
            <a:xfrm rot="10800000">
              <a:off x="10667997" y="-3"/>
              <a:ext cx="1143475" cy="828677"/>
            </a:xfrm>
            <a:prstGeom prst="round2SameRect">
              <a:avLst/>
            </a:prstGeom>
            <a:solidFill>
              <a:schemeClr val="bg1"/>
            </a:solidFill>
            <a:ln>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4" name="Picture 3">
              <a:extLst>
                <a:ext uri="{FF2B5EF4-FFF2-40B4-BE49-F238E27FC236}">
                  <a16:creationId xmlns:a16="http://schemas.microsoft.com/office/drawing/2014/main" id="{0FA3739D-3B6C-6402-F09D-6A515F178AB0}"/>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0957794" y="135851"/>
              <a:ext cx="563880" cy="563880"/>
            </a:xfrm>
            <a:prstGeom prst="rect">
              <a:avLst/>
            </a:prstGeom>
          </p:spPr>
        </p:pic>
      </p:grpSp>
      <p:sp>
        <p:nvSpPr>
          <p:cNvPr id="6" name="Title 5">
            <a:extLst>
              <a:ext uri="{FF2B5EF4-FFF2-40B4-BE49-F238E27FC236}">
                <a16:creationId xmlns:a16="http://schemas.microsoft.com/office/drawing/2014/main" id="{90A9A899-875F-4BBE-9063-F9C6572335C6}"/>
              </a:ext>
            </a:extLst>
          </p:cNvPr>
          <p:cNvSpPr>
            <a:spLocks noGrp="1"/>
          </p:cNvSpPr>
          <p:nvPr>
            <p:ph type="ctrTitle"/>
          </p:nvPr>
        </p:nvSpPr>
        <p:spPr/>
        <p:txBody>
          <a:bodyPr/>
          <a:lstStyle/>
          <a:p>
            <a:r>
              <a:rPr lang="nl-BE"/>
              <a:t>project life </a:t>
            </a:r>
            <a:r>
              <a:rPr lang="nl-BE" err="1"/>
              <a:t>cycle</a:t>
            </a:r>
            <a:endParaRPr lang="en-US"/>
          </a:p>
        </p:txBody>
      </p:sp>
      <p:grpSp>
        <p:nvGrpSpPr>
          <p:cNvPr id="228" name="Group 227">
            <a:extLst>
              <a:ext uri="{FF2B5EF4-FFF2-40B4-BE49-F238E27FC236}">
                <a16:creationId xmlns:a16="http://schemas.microsoft.com/office/drawing/2014/main" id="{A6C6008B-024D-04FC-97B7-9F513E19777A}"/>
              </a:ext>
            </a:extLst>
          </p:cNvPr>
          <p:cNvGrpSpPr/>
          <p:nvPr/>
        </p:nvGrpSpPr>
        <p:grpSpPr>
          <a:xfrm>
            <a:off x="524540" y="1772447"/>
            <a:ext cx="11464917" cy="4210166"/>
            <a:chOff x="368676" y="1637365"/>
            <a:chExt cx="11464917" cy="4210166"/>
          </a:xfrm>
        </p:grpSpPr>
        <p:sp>
          <p:nvSpPr>
            <p:cNvPr id="11" name="Block Arc 10">
              <a:extLst>
                <a:ext uri="{FF2B5EF4-FFF2-40B4-BE49-F238E27FC236}">
                  <a16:creationId xmlns:a16="http://schemas.microsoft.com/office/drawing/2014/main" id="{FE9406DF-2A49-15EA-3153-5491C00BEE35}"/>
                </a:ext>
              </a:extLst>
            </p:cNvPr>
            <p:cNvSpPr>
              <a:spLocks noChangeAspect="1"/>
            </p:cNvSpPr>
            <p:nvPr/>
          </p:nvSpPr>
          <p:spPr>
            <a:xfrm flipV="1">
              <a:off x="9256881" y="2594984"/>
              <a:ext cx="2340000" cy="2340000"/>
            </a:xfrm>
            <a:prstGeom prst="blockArc">
              <a:avLst/>
            </a:prstGeom>
            <a:gradFill>
              <a:gsLst>
                <a:gs pos="1000">
                  <a:srgbClr val="78C0C0"/>
                </a:gs>
                <a:gs pos="99000">
                  <a:schemeClr val="accent3">
                    <a:lumMod val="75000"/>
                  </a:schemeClr>
                </a:gs>
              </a:gsLst>
              <a:lin ang="0" scaled="0"/>
            </a:gradFill>
            <a:ln w="19050">
              <a:noFill/>
            </a:ln>
          </p:spPr>
          <p:style>
            <a:lnRef idx="0">
              <a:scrgbClr r="0" g="0" b="0"/>
            </a:lnRef>
            <a:fillRef idx="0">
              <a:scrgbClr r="0" g="0" b="0"/>
            </a:fillRef>
            <a:effectRef idx="0">
              <a:scrgbClr r="0" g="0" b="0"/>
            </a:effectRef>
            <a:fontRef idx="minor">
              <a:schemeClr val="lt1"/>
            </a:fontRef>
          </p:style>
          <p:txBody>
            <a:bodyPr lIns="320040" tIns="594360" rIns="0" bIns="36000" rtlCol="0" anchor="ctr"/>
            <a:lstStyle/>
            <a:p>
              <a:pPr algn="ctr"/>
              <a:endParaRPr lang="en-BE" sz="1300" b="1">
                <a:solidFill>
                  <a:srgbClr val="FFFFFF"/>
                </a:solidFill>
                <a:latin typeface="Century Gothic" panose="020F0302020204030204"/>
              </a:endParaRPr>
            </a:p>
          </p:txBody>
        </p:sp>
        <p:sp>
          <p:nvSpPr>
            <p:cNvPr id="23" name="Rectangle 22">
              <a:extLst>
                <a:ext uri="{FF2B5EF4-FFF2-40B4-BE49-F238E27FC236}">
                  <a16:creationId xmlns:a16="http://schemas.microsoft.com/office/drawing/2014/main" id="{9E13ADCD-89AF-1811-AD7C-6D5F2900A72A}"/>
                </a:ext>
              </a:extLst>
            </p:cNvPr>
            <p:cNvSpPr/>
            <p:nvPr/>
          </p:nvSpPr>
          <p:spPr>
            <a:xfrm>
              <a:off x="483028" y="3748088"/>
              <a:ext cx="583771" cy="1083685"/>
            </a:xfrm>
            <a:prstGeom prst="rect">
              <a:avLst/>
            </a:prstGeom>
            <a:gradFill flip="none" rotWithShape="1">
              <a:gsLst>
                <a:gs pos="0">
                  <a:srgbClr val="7F7F7F"/>
                </a:gs>
                <a:gs pos="100000">
                  <a:srgbClr val="991812"/>
                </a:gs>
              </a:gsLst>
              <a:lin ang="16200000" scaled="1"/>
              <a:tileRect/>
            </a:gradFill>
            <a:ln w="19050">
              <a:noFill/>
            </a:ln>
          </p:spPr>
          <p:style>
            <a:lnRef idx="0">
              <a:scrgbClr r="0" g="0" b="0"/>
            </a:lnRef>
            <a:fillRef idx="0">
              <a:scrgbClr r="0" g="0" b="0"/>
            </a:fillRef>
            <a:effectRef idx="0">
              <a:scrgbClr r="0" g="0" b="0"/>
            </a:effectRef>
            <a:fontRef idx="minor">
              <a:schemeClr val="lt1"/>
            </a:fontRef>
          </p:style>
          <p:txBody>
            <a:bodyPr lIns="36000" tIns="594000" rIns="36000" bIns="36000" rtlCol="0" anchor="ctr"/>
            <a:lstStyle/>
            <a:p>
              <a:pPr algn="ctr"/>
              <a:endParaRPr lang="en-BE" sz="1300" b="1">
                <a:solidFill>
                  <a:srgbClr val="FFFFFF"/>
                </a:solidFill>
                <a:latin typeface="Century Gothic" panose="020F0302020204030204"/>
              </a:endParaRPr>
            </a:p>
          </p:txBody>
        </p:sp>
        <p:sp>
          <p:nvSpPr>
            <p:cNvPr id="7" name="Block Arc 6">
              <a:extLst>
                <a:ext uri="{FF2B5EF4-FFF2-40B4-BE49-F238E27FC236}">
                  <a16:creationId xmlns:a16="http://schemas.microsoft.com/office/drawing/2014/main" id="{8E598470-D8BC-4739-E883-18BB308B165E}"/>
                </a:ext>
              </a:extLst>
            </p:cNvPr>
            <p:cNvSpPr>
              <a:spLocks noChangeAspect="1"/>
            </p:cNvSpPr>
            <p:nvPr/>
          </p:nvSpPr>
          <p:spPr>
            <a:xfrm flipV="1">
              <a:off x="2236539" y="2594984"/>
              <a:ext cx="2340000" cy="2340000"/>
            </a:xfrm>
            <a:prstGeom prst="blockArc">
              <a:avLst/>
            </a:prstGeom>
            <a:gradFill>
              <a:gsLst>
                <a:gs pos="0">
                  <a:schemeClr val="tx2"/>
                </a:gs>
                <a:gs pos="99000">
                  <a:srgbClr val="C8383C"/>
                </a:gs>
              </a:gsLst>
              <a:lin ang="0" scaled="0"/>
            </a:gradFill>
            <a:ln w="19050">
              <a:noFill/>
            </a:ln>
          </p:spPr>
          <p:style>
            <a:lnRef idx="0">
              <a:scrgbClr r="0" g="0" b="0"/>
            </a:lnRef>
            <a:fillRef idx="0">
              <a:scrgbClr r="0" g="0" b="0"/>
            </a:fillRef>
            <a:effectRef idx="0">
              <a:scrgbClr r="0" g="0" b="0"/>
            </a:effectRef>
            <a:fontRef idx="minor">
              <a:schemeClr val="lt1"/>
            </a:fontRef>
          </p:style>
          <p:txBody>
            <a:bodyPr lIns="216000" tIns="594000" rIns="36000" bIns="36000" rtlCol="0" anchor="ctr"/>
            <a:lstStyle/>
            <a:p>
              <a:pPr algn="ctr"/>
              <a:endParaRPr lang="en-BE" sz="1300" b="1">
                <a:solidFill>
                  <a:srgbClr val="FFFFFF"/>
                </a:solidFill>
                <a:latin typeface="Century Gothic" panose="020F0302020204030204"/>
              </a:endParaRPr>
            </a:p>
          </p:txBody>
        </p:sp>
        <p:sp>
          <p:nvSpPr>
            <p:cNvPr id="5" name="Block Arc 4">
              <a:extLst>
                <a:ext uri="{FF2B5EF4-FFF2-40B4-BE49-F238E27FC236}">
                  <a16:creationId xmlns:a16="http://schemas.microsoft.com/office/drawing/2014/main" id="{D8E30F13-1CB0-9786-F4A4-F6B3B163B670}"/>
                </a:ext>
              </a:extLst>
            </p:cNvPr>
            <p:cNvSpPr>
              <a:spLocks noChangeAspect="1"/>
            </p:cNvSpPr>
            <p:nvPr/>
          </p:nvSpPr>
          <p:spPr>
            <a:xfrm>
              <a:off x="480647" y="2620530"/>
              <a:ext cx="2340000" cy="2340000"/>
            </a:xfrm>
            <a:prstGeom prst="blockArc">
              <a:avLst/>
            </a:prstGeom>
            <a:gradFill>
              <a:gsLst>
                <a:gs pos="0">
                  <a:schemeClr val="bg2">
                    <a:lumMod val="50000"/>
                  </a:schemeClr>
                </a:gs>
                <a:gs pos="100000">
                  <a:schemeClr val="tx2"/>
                </a:gs>
              </a:gsLst>
              <a:lin ang="0" scaled="0"/>
            </a:gradFill>
            <a:ln w="19050">
              <a:noFill/>
            </a:ln>
          </p:spPr>
          <p:style>
            <a:lnRef idx="0">
              <a:scrgbClr r="0" g="0" b="0"/>
            </a:lnRef>
            <a:fillRef idx="0">
              <a:scrgbClr r="0" g="0" b="0"/>
            </a:fillRef>
            <a:effectRef idx="0">
              <a:scrgbClr r="0" g="0" b="0"/>
            </a:effectRef>
            <a:fontRef idx="minor">
              <a:schemeClr val="lt1"/>
            </a:fontRef>
          </p:style>
          <p:txBody>
            <a:bodyPr lIns="36000" tIns="594000" rIns="36000" bIns="36000" rtlCol="0" anchor="ctr"/>
            <a:lstStyle/>
            <a:p>
              <a:pPr algn="ctr"/>
              <a:endParaRPr lang="en-BE" sz="1300" b="1">
                <a:solidFill>
                  <a:srgbClr val="FFFFFF"/>
                </a:solidFill>
                <a:latin typeface="Century Gothic" panose="020F0302020204030204"/>
              </a:endParaRPr>
            </a:p>
          </p:txBody>
        </p:sp>
        <p:sp>
          <p:nvSpPr>
            <p:cNvPr id="8" name="Block Arc 7">
              <a:extLst>
                <a:ext uri="{FF2B5EF4-FFF2-40B4-BE49-F238E27FC236}">
                  <a16:creationId xmlns:a16="http://schemas.microsoft.com/office/drawing/2014/main" id="{BA488053-AF65-3E27-167B-DBF3F856C655}"/>
                </a:ext>
              </a:extLst>
            </p:cNvPr>
            <p:cNvSpPr>
              <a:spLocks noChangeAspect="1"/>
            </p:cNvSpPr>
            <p:nvPr/>
          </p:nvSpPr>
          <p:spPr>
            <a:xfrm>
              <a:off x="3994812" y="2620530"/>
              <a:ext cx="2340000" cy="2340000"/>
            </a:xfrm>
            <a:prstGeom prst="blockArc">
              <a:avLst/>
            </a:prstGeom>
            <a:gradFill>
              <a:gsLst>
                <a:gs pos="100000">
                  <a:srgbClr val="D67083"/>
                </a:gs>
                <a:gs pos="0">
                  <a:schemeClr val="tx2"/>
                </a:gs>
              </a:gsLst>
              <a:lin ang="0" scaled="0"/>
            </a:gradFill>
            <a:ln w="19050">
              <a:noFill/>
            </a:ln>
          </p:spPr>
          <p:style>
            <a:lnRef idx="0">
              <a:scrgbClr r="0" g="0" b="0"/>
            </a:lnRef>
            <a:fillRef idx="0">
              <a:scrgbClr r="0" g="0" b="0"/>
            </a:fillRef>
            <a:effectRef idx="0">
              <a:scrgbClr r="0" g="0" b="0"/>
            </a:effectRef>
            <a:fontRef idx="minor">
              <a:schemeClr val="lt1"/>
            </a:fontRef>
          </p:style>
          <p:txBody>
            <a:bodyPr lIns="0" tIns="594360" rIns="36000" bIns="36000" rtlCol="0" anchor="ctr"/>
            <a:lstStyle/>
            <a:p>
              <a:pPr algn="ctr"/>
              <a:endParaRPr lang="en-BE" sz="1300" b="1">
                <a:solidFill>
                  <a:srgbClr val="FFFFFF"/>
                </a:solidFill>
                <a:latin typeface="Century Gothic" panose="020F0302020204030204"/>
              </a:endParaRPr>
            </a:p>
          </p:txBody>
        </p:sp>
        <p:sp>
          <p:nvSpPr>
            <p:cNvPr id="9" name="Block Arc 8">
              <a:extLst>
                <a:ext uri="{FF2B5EF4-FFF2-40B4-BE49-F238E27FC236}">
                  <a16:creationId xmlns:a16="http://schemas.microsoft.com/office/drawing/2014/main" id="{FF4565C9-C62B-675A-09BB-15513E7F30D4}"/>
                </a:ext>
              </a:extLst>
            </p:cNvPr>
            <p:cNvSpPr>
              <a:spLocks noChangeAspect="1"/>
            </p:cNvSpPr>
            <p:nvPr/>
          </p:nvSpPr>
          <p:spPr>
            <a:xfrm flipV="1">
              <a:off x="5750704" y="2594984"/>
              <a:ext cx="2340000" cy="2340000"/>
            </a:xfrm>
            <a:prstGeom prst="blockArc">
              <a:avLst/>
            </a:prstGeom>
            <a:gradFill>
              <a:gsLst>
                <a:gs pos="0">
                  <a:srgbClr val="D76570"/>
                </a:gs>
                <a:gs pos="100000">
                  <a:schemeClr val="accent4"/>
                </a:gs>
              </a:gsLst>
              <a:lin ang="0" scaled="0"/>
            </a:gradFill>
            <a:ln w="19050">
              <a:noFill/>
            </a:ln>
          </p:spPr>
          <p:style>
            <a:lnRef idx="0">
              <a:scrgbClr r="0" g="0" b="0"/>
            </a:lnRef>
            <a:fillRef idx="0">
              <a:scrgbClr r="0" g="0" b="0"/>
            </a:fillRef>
            <a:effectRef idx="0">
              <a:scrgbClr r="0" g="0" b="0"/>
            </a:effectRef>
            <a:fontRef idx="minor">
              <a:schemeClr val="lt1"/>
            </a:fontRef>
          </p:style>
          <p:txBody>
            <a:bodyPr lIns="36000" tIns="594360" rIns="36000" bIns="36000" rtlCol="0" anchor="ctr"/>
            <a:lstStyle/>
            <a:p>
              <a:pPr algn="ctr"/>
              <a:endParaRPr lang="en-BE" sz="1300" b="1">
                <a:solidFill>
                  <a:srgbClr val="FFFFFF"/>
                </a:solidFill>
                <a:latin typeface="Century Gothic" panose="020F0302020204030204"/>
              </a:endParaRPr>
            </a:p>
          </p:txBody>
        </p:sp>
        <p:sp>
          <p:nvSpPr>
            <p:cNvPr id="10" name="Block Arc 9">
              <a:extLst>
                <a:ext uri="{FF2B5EF4-FFF2-40B4-BE49-F238E27FC236}">
                  <a16:creationId xmlns:a16="http://schemas.microsoft.com/office/drawing/2014/main" id="{71636586-EB81-BF75-B0A6-3E6654CE06E2}"/>
                </a:ext>
              </a:extLst>
            </p:cNvPr>
            <p:cNvSpPr>
              <a:spLocks noChangeAspect="1"/>
            </p:cNvSpPr>
            <p:nvPr/>
          </p:nvSpPr>
          <p:spPr>
            <a:xfrm>
              <a:off x="7504215" y="2620530"/>
              <a:ext cx="2340000" cy="2340000"/>
            </a:xfrm>
            <a:prstGeom prst="blockArc">
              <a:avLst/>
            </a:prstGeom>
            <a:gradFill>
              <a:gsLst>
                <a:gs pos="1000">
                  <a:srgbClr val="B49ACA"/>
                </a:gs>
                <a:gs pos="99000">
                  <a:schemeClr val="accent3"/>
                </a:gs>
              </a:gsLst>
              <a:lin ang="0" scaled="0"/>
            </a:gradFill>
            <a:ln w="19050">
              <a:noFill/>
            </a:ln>
          </p:spPr>
          <p:style>
            <a:lnRef idx="0">
              <a:scrgbClr r="0" g="0" b="0"/>
            </a:lnRef>
            <a:fillRef idx="0">
              <a:scrgbClr r="0" g="0" b="0"/>
            </a:fillRef>
            <a:effectRef idx="0">
              <a:scrgbClr r="0" g="0" b="0"/>
            </a:effectRef>
            <a:fontRef idx="minor">
              <a:schemeClr val="lt1"/>
            </a:fontRef>
          </p:style>
          <p:txBody>
            <a:bodyPr lIns="36000" tIns="594360" rIns="144000" bIns="36000" rtlCol="0" anchor="ctr"/>
            <a:lstStyle/>
            <a:p>
              <a:pPr algn="ctr"/>
              <a:endParaRPr lang="en-BE" sz="1300" b="1">
                <a:solidFill>
                  <a:srgbClr val="FFFFFF"/>
                </a:solidFill>
                <a:latin typeface="Century Gothic" panose="020F0302020204030204"/>
              </a:endParaRPr>
            </a:p>
          </p:txBody>
        </p:sp>
        <p:sp>
          <p:nvSpPr>
            <p:cNvPr id="12" name="TextBox 11">
              <a:extLst>
                <a:ext uri="{FF2B5EF4-FFF2-40B4-BE49-F238E27FC236}">
                  <a16:creationId xmlns:a16="http://schemas.microsoft.com/office/drawing/2014/main" id="{D352D07E-5628-8F71-635D-FC20A836EB0F}"/>
                </a:ext>
              </a:extLst>
            </p:cNvPr>
            <p:cNvSpPr txBox="1"/>
            <p:nvPr/>
          </p:nvSpPr>
          <p:spPr>
            <a:xfrm>
              <a:off x="1051587" y="2982012"/>
              <a:ext cx="1198121" cy="820881"/>
            </a:xfrm>
            <a:prstGeom prst="rect">
              <a:avLst/>
            </a:prstGeom>
            <a:noFill/>
          </p:spPr>
          <p:txBody>
            <a:bodyPr wrap="none" lIns="0" tIns="0" rIns="0" bIns="0" rtlCol="0">
              <a:prstTxWarp prst="textArchUp">
                <a:avLst>
                  <a:gd name="adj" fmla="val 10894416"/>
                </a:avLst>
              </a:prstTxWarp>
              <a:spAutoFit/>
            </a:bodyPr>
            <a:lstStyle/>
            <a:p>
              <a:pPr algn="ctr"/>
              <a:r>
                <a:rPr lang="nl-BE" b="1" spc="30">
                  <a:solidFill>
                    <a:schemeClr val="bg1"/>
                  </a:solidFill>
                </a:rPr>
                <a:t>DISCOVER</a:t>
              </a:r>
              <a:endParaRPr lang="en-BE" b="1" spc="30">
                <a:solidFill>
                  <a:schemeClr val="bg1"/>
                </a:solidFill>
              </a:endParaRPr>
            </a:p>
          </p:txBody>
        </p:sp>
        <p:sp>
          <p:nvSpPr>
            <p:cNvPr id="18" name="TextBox 17">
              <a:extLst>
                <a:ext uri="{FF2B5EF4-FFF2-40B4-BE49-F238E27FC236}">
                  <a16:creationId xmlns:a16="http://schemas.microsoft.com/office/drawing/2014/main" id="{AD3A9248-B45B-EDC1-EEAE-CA1AF77EEC8C}"/>
                </a:ext>
              </a:extLst>
            </p:cNvPr>
            <p:cNvSpPr txBox="1"/>
            <p:nvPr/>
          </p:nvSpPr>
          <p:spPr>
            <a:xfrm>
              <a:off x="4565752" y="2982012"/>
              <a:ext cx="1198121" cy="820881"/>
            </a:xfrm>
            <a:prstGeom prst="rect">
              <a:avLst/>
            </a:prstGeom>
            <a:noFill/>
          </p:spPr>
          <p:txBody>
            <a:bodyPr wrap="none" lIns="0" tIns="0" rIns="0" bIns="0" rtlCol="0">
              <a:prstTxWarp prst="textArchUp">
                <a:avLst>
                  <a:gd name="adj" fmla="val 10894416"/>
                </a:avLst>
              </a:prstTxWarp>
              <a:spAutoFit/>
            </a:bodyPr>
            <a:lstStyle/>
            <a:p>
              <a:pPr algn="ctr"/>
              <a:r>
                <a:rPr lang="nl-BE" b="1" spc="30">
                  <a:solidFill>
                    <a:schemeClr val="bg1"/>
                  </a:solidFill>
                </a:rPr>
                <a:t>EXPLORE</a:t>
              </a:r>
              <a:endParaRPr lang="en-BE" b="1" spc="30">
                <a:solidFill>
                  <a:schemeClr val="bg1"/>
                </a:solidFill>
              </a:endParaRPr>
            </a:p>
          </p:txBody>
        </p:sp>
        <p:sp>
          <p:nvSpPr>
            <p:cNvPr id="19" name="TextBox 18">
              <a:extLst>
                <a:ext uri="{FF2B5EF4-FFF2-40B4-BE49-F238E27FC236}">
                  <a16:creationId xmlns:a16="http://schemas.microsoft.com/office/drawing/2014/main" id="{38D5BBF0-06F2-6889-EDC8-E3A54B45104F}"/>
                </a:ext>
              </a:extLst>
            </p:cNvPr>
            <p:cNvSpPr txBox="1"/>
            <p:nvPr/>
          </p:nvSpPr>
          <p:spPr>
            <a:xfrm>
              <a:off x="8075155" y="2982012"/>
              <a:ext cx="1198121" cy="820881"/>
            </a:xfrm>
            <a:prstGeom prst="rect">
              <a:avLst/>
            </a:prstGeom>
            <a:noFill/>
          </p:spPr>
          <p:txBody>
            <a:bodyPr wrap="none" lIns="0" tIns="0" rIns="0" bIns="0" rtlCol="0">
              <a:prstTxWarp prst="textArchUp">
                <a:avLst>
                  <a:gd name="adj" fmla="val 10894416"/>
                </a:avLst>
              </a:prstTxWarp>
              <a:spAutoFit/>
            </a:bodyPr>
            <a:lstStyle/>
            <a:p>
              <a:pPr algn="ctr"/>
              <a:r>
                <a:rPr lang="nl-BE" b="1" spc="30">
                  <a:solidFill>
                    <a:schemeClr val="bg1"/>
                  </a:solidFill>
                </a:rPr>
                <a:t>DEPLOY</a:t>
              </a:r>
              <a:endParaRPr lang="en-BE" b="1" spc="30">
                <a:solidFill>
                  <a:schemeClr val="bg1"/>
                </a:solidFill>
              </a:endParaRPr>
            </a:p>
          </p:txBody>
        </p:sp>
        <p:sp>
          <p:nvSpPr>
            <p:cNvPr id="20" name="TextBox 19">
              <a:extLst>
                <a:ext uri="{FF2B5EF4-FFF2-40B4-BE49-F238E27FC236}">
                  <a16:creationId xmlns:a16="http://schemas.microsoft.com/office/drawing/2014/main" id="{7DC413ED-7F75-E2FB-1229-2B7DC1EC1C4F}"/>
                </a:ext>
              </a:extLst>
            </p:cNvPr>
            <p:cNvSpPr txBox="1"/>
            <p:nvPr/>
          </p:nvSpPr>
          <p:spPr>
            <a:xfrm>
              <a:off x="2807479" y="3802893"/>
              <a:ext cx="1198121" cy="915786"/>
            </a:xfrm>
            <a:prstGeom prst="rect">
              <a:avLst/>
            </a:prstGeom>
            <a:noFill/>
          </p:spPr>
          <p:txBody>
            <a:bodyPr wrap="none" lIns="0" tIns="0" rIns="0" bIns="0" rtlCol="0">
              <a:prstTxWarp prst="textArchDown">
                <a:avLst/>
              </a:prstTxWarp>
              <a:spAutoFit/>
            </a:bodyPr>
            <a:lstStyle/>
            <a:p>
              <a:pPr algn="ctr"/>
              <a:r>
                <a:rPr lang="nl-BE" b="1" spc="100">
                  <a:solidFill>
                    <a:schemeClr val="bg1"/>
                  </a:solidFill>
                </a:rPr>
                <a:t>INITIATE</a:t>
              </a:r>
              <a:endParaRPr lang="en-BE" b="1" spc="100">
                <a:solidFill>
                  <a:schemeClr val="bg1"/>
                </a:solidFill>
              </a:endParaRPr>
            </a:p>
          </p:txBody>
        </p:sp>
        <p:sp>
          <p:nvSpPr>
            <p:cNvPr id="21" name="TextBox 20">
              <a:extLst>
                <a:ext uri="{FF2B5EF4-FFF2-40B4-BE49-F238E27FC236}">
                  <a16:creationId xmlns:a16="http://schemas.microsoft.com/office/drawing/2014/main" id="{BC7F16B8-C9FB-64BB-C727-C4638FB68D0B}"/>
                </a:ext>
              </a:extLst>
            </p:cNvPr>
            <p:cNvSpPr txBox="1"/>
            <p:nvPr/>
          </p:nvSpPr>
          <p:spPr>
            <a:xfrm>
              <a:off x="6321644" y="3802893"/>
              <a:ext cx="1198121" cy="915786"/>
            </a:xfrm>
            <a:prstGeom prst="rect">
              <a:avLst/>
            </a:prstGeom>
            <a:noFill/>
          </p:spPr>
          <p:txBody>
            <a:bodyPr wrap="none" lIns="0" tIns="0" rIns="0" bIns="0" rtlCol="0">
              <a:prstTxWarp prst="textArchDown">
                <a:avLst/>
              </a:prstTxWarp>
              <a:spAutoFit/>
            </a:bodyPr>
            <a:lstStyle/>
            <a:p>
              <a:pPr algn="ctr"/>
              <a:r>
                <a:rPr lang="nl-BE" b="1" spc="100">
                  <a:solidFill>
                    <a:schemeClr val="bg1"/>
                  </a:solidFill>
                </a:rPr>
                <a:t>EXECUTE</a:t>
              </a:r>
              <a:endParaRPr lang="en-BE" b="1" spc="100">
                <a:solidFill>
                  <a:schemeClr val="bg1"/>
                </a:solidFill>
              </a:endParaRPr>
            </a:p>
          </p:txBody>
        </p:sp>
        <p:sp>
          <p:nvSpPr>
            <p:cNvPr id="24" name="Oval 23">
              <a:extLst>
                <a:ext uri="{FF2B5EF4-FFF2-40B4-BE49-F238E27FC236}">
                  <a16:creationId xmlns:a16="http://schemas.microsoft.com/office/drawing/2014/main" id="{5270BA92-5FFC-8E7E-B3B9-A87AC953C4F9}"/>
                </a:ext>
              </a:extLst>
            </p:cNvPr>
            <p:cNvSpPr/>
            <p:nvPr/>
          </p:nvSpPr>
          <p:spPr>
            <a:xfrm>
              <a:off x="368676" y="4871550"/>
              <a:ext cx="808192" cy="808192"/>
            </a:xfrm>
            <a:prstGeom prst="ellipse">
              <a:avLst/>
            </a:prstGeom>
            <a:solidFill>
              <a:schemeClr val="bg1"/>
            </a:solidFill>
            <a:ln w="3492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BE"/>
            </a:p>
          </p:txBody>
        </p:sp>
        <p:sp>
          <p:nvSpPr>
            <p:cNvPr id="25" name="Rectangle 24">
              <a:extLst>
                <a:ext uri="{FF2B5EF4-FFF2-40B4-BE49-F238E27FC236}">
                  <a16:creationId xmlns:a16="http://schemas.microsoft.com/office/drawing/2014/main" id="{2B573494-9CE2-456B-51EB-9261F5423980}"/>
                </a:ext>
              </a:extLst>
            </p:cNvPr>
            <p:cNvSpPr/>
            <p:nvPr/>
          </p:nvSpPr>
          <p:spPr>
            <a:xfrm>
              <a:off x="11010392" y="2743119"/>
              <a:ext cx="585698" cy="1028781"/>
            </a:xfrm>
            <a:prstGeom prst="rect">
              <a:avLst/>
            </a:prstGeom>
            <a:gradFill>
              <a:gsLst>
                <a:gs pos="0">
                  <a:srgbClr val="49A6A1"/>
                </a:gs>
                <a:gs pos="100000">
                  <a:schemeClr val="accent3">
                    <a:lumMod val="50000"/>
                  </a:schemeClr>
                </a:gs>
              </a:gsLst>
              <a:lin ang="16200000" scaled="1"/>
            </a:gradFill>
            <a:ln w="19050">
              <a:noFill/>
            </a:ln>
          </p:spPr>
          <p:style>
            <a:lnRef idx="0">
              <a:scrgbClr r="0" g="0" b="0"/>
            </a:lnRef>
            <a:fillRef idx="0">
              <a:scrgbClr r="0" g="0" b="0"/>
            </a:fillRef>
            <a:effectRef idx="0">
              <a:scrgbClr r="0" g="0" b="0"/>
            </a:effectRef>
            <a:fontRef idx="minor">
              <a:schemeClr val="lt1"/>
            </a:fontRef>
          </p:style>
          <p:txBody>
            <a:bodyPr lIns="36000" tIns="594000" rIns="36000" bIns="36000" rtlCol="0" anchor="ctr"/>
            <a:lstStyle/>
            <a:p>
              <a:pPr algn="ctr"/>
              <a:endParaRPr lang="en-BE" sz="1300" b="1">
                <a:solidFill>
                  <a:srgbClr val="FFFFFF"/>
                </a:solidFill>
                <a:latin typeface="Century Gothic" panose="020F0302020204030204"/>
              </a:endParaRPr>
            </a:p>
          </p:txBody>
        </p:sp>
        <p:sp>
          <p:nvSpPr>
            <p:cNvPr id="26" name="Isosceles Triangle 25">
              <a:extLst>
                <a:ext uri="{FF2B5EF4-FFF2-40B4-BE49-F238E27FC236}">
                  <a16:creationId xmlns:a16="http://schemas.microsoft.com/office/drawing/2014/main" id="{99D591A7-2442-544F-3176-0BA3163E6688}"/>
                </a:ext>
              </a:extLst>
            </p:cNvPr>
            <p:cNvSpPr/>
            <p:nvPr/>
          </p:nvSpPr>
          <p:spPr>
            <a:xfrm>
              <a:off x="10772889" y="1849226"/>
              <a:ext cx="1060704" cy="914400"/>
            </a:xfrm>
            <a:prstGeom prst="triangle">
              <a:avLst/>
            </a:prstGeom>
            <a:solidFill>
              <a:schemeClr val="accent3">
                <a:lumMod val="50000"/>
              </a:schemeClr>
            </a:solidFill>
            <a:ln w="19050">
              <a:noFill/>
            </a:ln>
          </p:spPr>
          <p:style>
            <a:lnRef idx="0">
              <a:scrgbClr r="0" g="0" b="0"/>
            </a:lnRef>
            <a:fillRef idx="0">
              <a:scrgbClr r="0" g="0" b="0"/>
            </a:fillRef>
            <a:effectRef idx="0">
              <a:scrgbClr r="0" g="0" b="0"/>
            </a:effectRef>
            <a:fontRef idx="minor">
              <a:schemeClr val="lt1"/>
            </a:fontRef>
          </p:style>
          <p:txBody>
            <a:bodyPr lIns="36000" tIns="594000" rIns="36000" bIns="36000" rtlCol="0" anchor="ctr"/>
            <a:lstStyle/>
            <a:p>
              <a:pPr algn="ctr"/>
              <a:endParaRPr lang="en-BE" sz="1300" b="1">
                <a:solidFill>
                  <a:srgbClr val="FFFFFF"/>
                </a:solidFill>
                <a:latin typeface="Century Gothic" panose="020F0302020204030204"/>
              </a:endParaRPr>
            </a:p>
          </p:txBody>
        </p:sp>
        <p:sp>
          <p:nvSpPr>
            <p:cNvPr id="164" name="TextBox 163">
              <a:extLst>
                <a:ext uri="{FF2B5EF4-FFF2-40B4-BE49-F238E27FC236}">
                  <a16:creationId xmlns:a16="http://schemas.microsoft.com/office/drawing/2014/main" id="{5B032F69-6EF4-F114-D8A9-BA6E1C332B45}"/>
                </a:ext>
              </a:extLst>
            </p:cNvPr>
            <p:cNvSpPr txBox="1"/>
            <p:nvPr/>
          </p:nvSpPr>
          <p:spPr>
            <a:xfrm>
              <a:off x="9827821" y="3802893"/>
              <a:ext cx="1198121" cy="915786"/>
            </a:xfrm>
            <a:prstGeom prst="rect">
              <a:avLst/>
            </a:prstGeom>
            <a:noFill/>
          </p:spPr>
          <p:txBody>
            <a:bodyPr wrap="none" lIns="0" tIns="0" rIns="0" bIns="0" rtlCol="0">
              <a:prstTxWarp prst="textArchDown">
                <a:avLst/>
              </a:prstTxWarp>
              <a:spAutoFit/>
            </a:bodyPr>
            <a:lstStyle/>
            <a:p>
              <a:pPr algn="ctr"/>
              <a:r>
                <a:rPr lang="nl-BE" b="1" spc="100">
                  <a:solidFill>
                    <a:schemeClr val="bg1"/>
                  </a:solidFill>
                </a:rPr>
                <a:t>RUN</a:t>
              </a:r>
              <a:endParaRPr lang="en-BE" b="1" spc="100">
                <a:solidFill>
                  <a:schemeClr val="bg1"/>
                </a:solidFill>
              </a:endParaRPr>
            </a:p>
          </p:txBody>
        </p:sp>
        <p:sp>
          <p:nvSpPr>
            <p:cNvPr id="36" name="TextBox 35">
              <a:extLst>
                <a:ext uri="{FF2B5EF4-FFF2-40B4-BE49-F238E27FC236}">
                  <a16:creationId xmlns:a16="http://schemas.microsoft.com/office/drawing/2014/main" id="{C0D401F5-B939-8AE9-B523-05E6B3B27F8C}"/>
                </a:ext>
              </a:extLst>
            </p:cNvPr>
            <p:cNvSpPr txBox="1"/>
            <p:nvPr/>
          </p:nvSpPr>
          <p:spPr>
            <a:xfrm>
              <a:off x="2025180" y="2284940"/>
              <a:ext cx="1983506" cy="161583"/>
            </a:xfrm>
            <a:prstGeom prst="rect">
              <a:avLst/>
            </a:prstGeom>
            <a:solidFill>
              <a:srgbClr val="FFFFFF"/>
            </a:solidFill>
          </p:spPr>
          <p:txBody>
            <a:bodyPr wrap="square" lIns="0" tIns="0" rIns="0" bIns="0" rtlCol="0">
              <a:spAutoFit/>
            </a:bodyPr>
            <a:lstStyle/>
            <a:p>
              <a:pPr>
                <a:spcAft>
                  <a:spcPts val="300"/>
                </a:spcAft>
              </a:pPr>
              <a:r>
                <a:rPr lang="en-US" sz="1050" b="1">
                  <a:solidFill>
                    <a:schemeClr val="bg1">
                      <a:lumMod val="50000"/>
                    </a:schemeClr>
                  </a:solidFill>
                </a:rPr>
                <a:t>Pre-project</a:t>
              </a:r>
            </a:p>
          </p:txBody>
        </p:sp>
        <p:sp>
          <p:nvSpPr>
            <p:cNvPr id="37" name="Arrow: Pentagon 36">
              <a:extLst>
                <a:ext uri="{FF2B5EF4-FFF2-40B4-BE49-F238E27FC236}">
                  <a16:creationId xmlns:a16="http://schemas.microsoft.com/office/drawing/2014/main" id="{616DE1F8-E864-F599-5E71-6514ADCB00D7}"/>
                </a:ext>
              </a:extLst>
            </p:cNvPr>
            <p:cNvSpPr/>
            <p:nvPr/>
          </p:nvSpPr>
          <p:spPr>
            <a:xfrm rot="18900000">
              <a:off x="1760639" y="2230290"/>
              <a:ext cx="252000" cy="216000"/>
            </a:xfrm>
            <a:prstGeom prst="homePlate">
              <a:avLst/>
            </a:prstGeom>
            <a:solidFill>
              <a:srgbClr val="9E1A15"/>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BE">
                <a:solidFill>
                  <a:schemeClr val="bg1">
                    <a:lumMod val="50000"/>
                  </a:schemeClr>
                </a:solidFill>
              </a:endParaRPr>
            </a:p>
          </p:txBody>
        </p:sp>
        <p:sp>
          <p:nvSpPr>
            <p:cNvPr id="46" name="TextBox 45">
              <a:extLst>
                <a:ext uri="{FF2B5EF4-FFF2-40B4-BE49-F238E27FC236}">
                  <a16:creationId xmlns:a16="http://schemas.microsoft.com/office/drawing/2014/main" id="{951B81A1-A351-8CDA-7200-CC88EA3C4DC1}"/>
                </a:ext>
              </a:extLst>
            </p:cNvPr>
            <p:cNvSpPr txBox="1"/>
            <p:nvPr/>
          </p:nvSpPr>
          <p:spPr>
            <a:xfrm>
              <a:off x="6276602" y="1769668"/>
              <a:ext cx="1800000" cy="161583"/>
            </a:xfrm>
            <a:prstGeom prst="rect">
              <a:avLst/>
            </a:prstGeom>
            <a:solidFill>
              <a:srgbClr val="FFFFFF"/>
            </a:solidFill>
          </p:spPr>
          <p:txBody>
            <a:bodyPr wrap="square" lIns="0" tIns="0" rIns="0" bIns="0" rtlCol="0">
              <a:spAutoFit/>
            </a:bodyPr>
            <a:lstStyle>
              <a:defPPr>
                <a:defRPr lang="en-US"/>
              </a:defPPr>
              <a:lvl1pPr>
                <a:spcAft>
                  <a:spcPts val="300"/>
                </a:spcAft>
                <a:defRPr sz="1000" b="1">
                  <a:solidFill>
                    <a:schemeClr val="bg1">
                      <a:lumMod val="50000"/>
                    </a:schemeClr>
                  </a:solidFill>
                </a:defRPr>
              </a:lvl1pPr>
            </a:lstStyle>
            <a:p>
              <a:r>
                <a:rPr lang="en-US" sz="1050" dirty="0"/>
                <a:t>Business Blueprint (BBP)</a:t>
              </a:r>
              <a:endParaRPr lang="nl-BE" sz="1050" dirty="0"/>
            </a:p>
          </p:txBody>
        </p:sp>
        <p:sp>
          <p:nvSpPr>
            <p:cNvPr id="47" name="Arrow: Chevron 46">
              <a:extLst>
                <a:ext uri="{FF2B5EF4-FFF2-40B4-BE49-F238E27FC236}">
                  <a16:creationId xmlns:a16="http://schemas.microsoft.com/office/drawing/2014/main" id="{2FD4D4B3-E81B-2365-C04C-FED67D64B620}"/>
                </a:ext>
              </a:extLst>
            </p:cNvPr>
            <p:cNvSpPr/>
            <p:nvPr/>
          </p:nvSpPr>
          <p:spPr>
            <a:xfrm rot="18900000">
              <a:off x="5941430" y="1637365"/>
              <a:ext cx="288000" cy="216000"/>
            </a:xfrm>
            <a:prstGeom prst="chevron">
              <a:avLst/>
            </a:prstGeom>
            <a:solidFill>
              <a:srgbClr val="C73437"/>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BE">
                <a:solidFill>
                  <a:schemeClr val="bg1">
                    <a:lumMod val="50000"/>
                  </a:schemeClr>
                </a:solidFill>
              </a:endParaRPr>
            </a:p>
          </p:txBody>
        </p:sp>
        <p:sp>
          <p:nvSpPr>
            <p:cNvPr id="58" name="TextBox 57">
              <a:extLst>
                <a:ext uri="{FF2B5EF4-FFF2-40B4-BE49-F238E27FC236}">
                  <a16:creationId xmlns:a16="http://schemas.microsoft.com/office/drawing/2014/main" id="{4B42525A-981D-F033-EB6E-9E155C7C5464}"/>
                </a:ext>
              </a:extLst>
            </p:cNvPr>
            <p:cNvSpPr txBox="1"/>
            <p:nvPr/>
          </p:nvSpPr>
          <p:spPr>
            <a:xfrm>
              <a:off x="6064264" y="1975174"/>
              <a:ext cx="1800000" cy="161583"/>
            </a:xfrm>
            <a:prstGeom prst="rect">
              <a:avLst/>
            </a:prstGeom>
            <a:solidFill>
              <a:srgbClr val="FFFFFF"/>
            </a:solidFill>
          </p:spPr>
          <p:txBody>
            <a:bodyPr wrap="square" lIns="0" tIns="0" rIns="0" bIns="0" rtlCol="0">
              <a:spAutoFit/>
            </a:bodyPr>
            <a:lstStyle>
              <a:defPPr>
                <a:defRPr lang="en-US"/>
              </a:defPPr>
              <a:lvl1pPr>
                <a:spcAft>
                  <a:spcPts val="300"/>
                </a:spcAft>
                <a:defRPr sz="1000" b="1">
                  <a:solidFill>
                    <a:schemeClr val="bg1">
                      <a:lumMod val="50000"/>
                    </a:schemeClr>
                  </a:solidFill>
                </a:defRPr>
              </a:lvl1pPr>
            </a:lstStyle>
            <a:p>
              <a:r>
                <a:rPr lang="en-US" sz="1050"/>
                <a:t>Fit-to-Standard (F2S)</a:t>
              </a:r>
              <a:endParaRPr lang="nl-BE" sz="1050"/>
            </a:p>
          </p:txBody>
        </p:sp>
        <p:sp>
          <p:nvSpPr>
            <p:cNvPr id="59" name="Arrow: Chevron 58">
              <a:extLst>
                <a:ext uri="{FF2B5EF4-FFF2-40B4-BE49-F238E27FC236}">
                  <a16:creationId xmlns:a16="http://schemas.microsoft.com/office/drawing/2014/main" id="{9FA62C73-5141-073A-A57F-74BDA8C0AE90}"/>
                </a:ext>
              </a:extLst>
            </p:cNvPr>
            <p:cNvSpPr/>
            <p:nvPr/>
          </p:nvSpPr>
          <p:spPr>
            <a:xfrm rot="18900000">
              <a:off x="5732103" y="1838629"/>
              <a:ext cx="288000" cy="216000"/>
            </a:xfrm>
            <a:prstGeom prst="chevron">
              <a:avLst/>
            </a:prstGeom>
            <a:solidFill>
              <a:srgbClr val="C73437"/>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BE">
                <a:solidFill>
                  <a:schemeClr val="bg1">
                    <a:lumMod val="50000"/>
                  </a:schemeClr>
                </a:solidFill>
              </a:endParaRPr>
            </a:p>
          </p:txBody>
        </p:sp>
        <p:sp>
          <p:nvSpPr>
            <p:cNvPr id="61" name="TextBox 60">
              <a:extLst>
                <a:ext uri="{FF2B5EF4-FFF2-40B4-BE49-F238E27FC236}">
                  <a16:creationId xmlns:a16="http://schemas.microsoft.com/office/drawing/2014/main" id="{07398D74-556D-5E9F-CE49-7678C93B40FD}"/>
                </a:ext>
              </a:extLst>
            </p:cNvPr>
            <p:cNvSpPr txBox="1"/>
            <p:nvPr/>
          </p:nvSpPr>
          <p:spPr>
            <a:xfrm>
              <a:off x="5851927" y="2167952"/>
              <a:ext cx="1800000" cy="161583"/>
            </a:xfrm>
            <a:prstGeom prst="rect">
              <a:avLst/>
            </a:prstGeom>
            <a:solidFill>
              <a:srgbClr val="FFFFFF"/>
            </a:solidFill>
          </p:spPr>
          <p:txBody>
            <a:bodyPr wrap="square" lIns="0" tIns="0" rIns="0" bIns="0" rtlCol="0">
              <a:spAutoFit/>
            </a:bodyPr>
            <a:lstStyle>
              <a:defPPr>
                <a:defRPr lang="en-US"/>
              </a:defPPr>
              <a:lvl1pPr>
                <a:spcAft>
                  <a:spcPts val="300"/>
                </a:spcAft>
                <a:defRPr sz="1000" b="1">
                  <a:solidFill>
                    <a:schemeClr val="bg1">
                      <a:lumMod val="50000"/>
                    </a:schemeClr>
                  </a:solidFill>
                </a:defRPr>
              </a:lvl1pPr>
            </a:lstStyle>
            <a:p>
              <a:r>
                <a:rPr lang="en-US" sz="1050"/>
                <a:t>Conceptual Design (CCD)</a:t>
              </a:r>
            </a:p>
          </p:txBody>
        </p:sp>
        <p:sp>
          <p:nvSpPr>
            <p:cNvPr id="62" name="Arrow: Chevron 61">
              <a:extLst>
                <a:ext uri="{FF2B5EF4-FFF2-40B4-BE49-F238E27FC236}">
                  <a16:creationId xmlns:a16="http://schemas.microsoft.com/office/drawing/2014/main" id="{DC550272-8C5D-2478-EF21-D8EFC6352B9C}"/>
                </a:ext>
              </a:extLst>
            </p:cNvPr>
            <p:cNvSpPr/>
            <p:nvPr/>
          </p:nvSpPr>
          <p:spPr>
            <a:xfrm rot="18900000">
              <a:off x="5522776" y="2039893"/>
              <a:ext cx="288000" cy="216000"/>
            </a:xfrm>
            <a:prstGeom prst="chevron">
              <a:avLst/>
            </a:prstGeom>
            <a:solidFill>
              <a:srgbClr val="C73437"/>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BE">
                <a:solidFill>
                  <a:schemeClr val="bg1">
                    <a:lumMod val="50000"/>
                  </a:schemeClr>
                </a:solidFill>
              </a:endParaRPr>
            </a:p>
          </p:txBody>
        </p:sp>
        <p:sp>
          <p:nvSpPr>
            <p:cNvPr id="128" name="TextBox 127">
              <a:extLst>
                <a:ext uri="{FF2B5EF4-FFF2-40B4-BE49-F238E27FC236}">
                  <a16:creationId xmlns:a16="http://schemas.microsoft.com/office/drawing/2014/main" id="{369F70B6-5568-3981-D285-10903A10140E}"/>
                </a:ext>
              </a:extLst>
            </p:cNvPr>
            <p:cNvSpPr txBox="1"/>
            <p:nvPr/>
          </p:nvSpPr>
          <p:spPr>
            <a:xfrm>
              <a:off x="5639590" y="2360731"/>
              <a:ext cx="2437012" cy="161583"/>
            </a:xfrm>
            <a:prstGeom prst="rect">
              <a:avLst/>
            </a:prstGeom>
            <a:solidFill>
              <a:srgbClr val="FFFFFF"/>
            </a:solidFill>
          </p:spPr>
          <p:txBody>
            <a:bodyPr wrap="square" lIns="0" tIns="0" rIns="0" bIns="0" rtlCol="0">
              <a:spAutoFit/>
            </a:bodyPr>
            <a:lstStyle>
              <a:defPPr>
                <a:defRPr lang="en-US"/>
              </a:defPPr>
              <a:lvl1pPr>
                <a:spcAft>
                  <a:spcPts val="300"/>
                </a:spcAft>
                <a:defRPr sz="1000" b="1">
                  <a:solidFill>
                    <a:schemeClr val="bg1">
                      <a:lumMod val="50000"/>
                    </a:schemeClr>
                  </a:solidFill>
                </a:defRPr>
              </a:lvl1pPr>
            </a:lstStyle>
            <a:p>
              <a:r>
                <a:rPr lang="en-US" sz="1050"/>
                <a:t>Customer Process Discovery (DCY)</a:t>
              </a:r>
            </a:p>
          </p:txBody>
        </p:sp>
        <p:sp>
          <p:nvSpPr>
            <p:cNvPr id="129" name="Arrow: Pentagon 128">
              <a:extLst>
                <a:ext uri="{FF2B5EF4-FFF2-40B4-BE49-F238E27FC236}">
                  <a16:creationId xmlns:a16="http://schemas.microsoft.com/office/drawing/2014/main" id="{002993D6-D5C9-00D3-F7B5-347E0A180F0E}"/>
                </a:ext>
              </a:extLst>
            </p:cNvPr>
            <p:cNvSpPr/>
            <p:nvPr/>
          </p:nvSpPr>
          <p:spPr>
            <a:xfrm rot="18900000">
              <a:off x="5349449" y="2241156"/>
              <a:ext cx="252000" cy="216000"/>
            </a:xfrm>
            <a:prstGeom prst="homePlate">
              <a:avLst/>
            </a:prstGeom>
            <a:solidFill>
              <a:srgbClr val="C73437"/>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BE">
                <a:solidFill>
                  <a:schemeClr val="bg1">
                    <a:lumMod val="50000"/>
                  </a:schemeClr>
                </a:solidFill>
              </a:endParaRPr>
            </a:p>
          </p:txBody>
        </p:sp>
        <p:sp>
          <p:nvSpPr>
            <p:cNvPr id="49" name="TextBox 48">
              <a:extLst>
                <a:ext uri="{FF2B5EF4-FFF2-40B4-BE49-F238E27FC236}">
                  <a16:creationId xmlns:a16="http://schemas.microsoft.com/office/drawing/2014/main" id="{9F153E17-95DC-C6DB-CEBC-F7E5DF5F54E8}"/>
                </a:ext>
              </a:extLst>
            </p:cNvPr>
            <p:cNvSpPr txBox="1"/>
            <p:nvPr/>
          </p:nvSpPr>
          <p:spPr>
            <a:xfrm>
              <a:off x="9599283" y="1975174"/>
              <a:ext cx="1983506" cy="161583"/>
            </a:xfrm>
            <a:prstGeom prst="rect">
              <a:avLst/>
            </a:prstGeom>
            <a:noFill/>
          </p:spPr>
          <p:txBody>
            <a:bodyPr wrap="square" lIns="0" tIns="0" rIns="0" bIns="0" rtlCol="0">
              <a:spAutoFit/>
            </a:bodyPr>
            <a:lstStyle/>
            <a:p>
              <a:pPr>
                <a:spcAft>
                  <a:spcPts val="300"/>
                </a:spcAft>
              </a:pPr>
              <a:r>
                <a:rPr lang="en-US" sz="1050" b="1">
                  <a:solidFill>
                    <a:schemeClr val="bg1">
                      <a:lumMod val="50000"/>
                    </a:schemeClr>
                  </a:solidFill>
                </a:rPr>
                <a:t>Hypercare (HYP)</a:t>
              </a:r>
              <a:endParaRPr lang="nl-BE" sz="900">
                <a:solidFill>
                  <a:schemeClr val="bg1">
                    <a:lumMod val="50000"/>
                  </a:schemeClr>
                </a:solidFill>
              </a:endParaRPr>
            </a:p>
          </p:txBody>
        </p:sp>
        <p:sp>
          <p:nvSpPr>
            <p:cNvPr id="50" name="Arrow: Chevron 49">
              <a:extLst>
                <a:ext uri="{FF2B5EF4-FFF2-40B4-BE49-F238E27FC236}">
                  <a16:creationId xmlns:a16="http://schemas.microsoft.com/office/drawing/2014/main" id="{EC9610A7-14C7-C3FD-B95F-2DE4B072E548}"/>
                </a:ext>
              </a:extLst>
            </p:cNvPr>
            <p:cNvSpPr/>
            <p:nvPr/>
          </p:nvSpPr>
          <p:spPr>
            <a:xfrm rot="18900000">
              <a:off x="9263299" y="1842871"/>
              <a:ext cx="288000" cy="216000"/>
            </a:xfrm>
            <a:prstGeom prst="chevron">
              <a:avLst/>
            </a:prstGeom>
            <a:solidFill>
              <a:srgbClr val="AF9DC9"/>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BE">
                <a:solidFill>
                  <a:schemeClr val="bg1">
                    <a:lumMod val="50000"/>
                  </a:schemeClr>
                </a:solidFill>
              </a:endParaRPr>
            </a:p>
          </p:txBody>
        </p:sp>
        <p:sp>
          <p:nvSpPr>
            <p:cNvPr id="132" name="TextBox 131">
              <a:extLst>
                <a:ext uri="{FF2B5EF4-FFF2-40B4-BE49-F238E27FC236}">
                  <a16:creationId xmlns:a16="http://schemas.microsoft.com/office/drawing/2014/main" id="{C7F84FF3-1328-C54A-E9F2-02F6C9EEFB5F}"/>
                </a:ext>
              </a:extLst>
            </p:cNvPr>
            <p:cNvSpPr txBox="1"/>
            <p:nvPr/>
          </p:nvSpPr>
          <p:spPr>
            <a:xfrm>
              <a:off x="9381940" y="2167952"/>
              <a:ext cx="1983506" cy="161583"/>
            </a:xfrm>
            <a:prstGeom prst="rect">
              <a:avLst/>
            </a:prstGeom>
            <a:noFill/>
          </p:spPr>
          <p:txBody>
            <a:bodyPr wrap="square" lIns="0" tIns="0" rIns="0" bIns="0" rtlCol="0">
              <a:spAutoFit/>
            </a:bodyPr>
            <a:lstStyle/>
            <a:p>
              <a:pPr>
                <a:spcAft>
                  <a:spcPts val="300"/>
                </a:spcAft>
              </a:pPr>
              <a:r>
                <a:rPr lang="en-US" sz="1050" b="1">
                  <a:solidFill>
                    <a:schemeClr val="bg1">
                      <a:lumMod val="50000"/>
                    </a:schemeClr>
                  </a:solidFill>
                </a:rPr>
                <a:t>Go Live</a:t>
              </a:r>
            </a:p>
          </p:txBody>
        </p:sp>
        <p:sp>
          <p:nvSpPr>
            <p:cNvPr id="133" name="Arrow: Chevron 132">
              <a:extLst>
                <a:ext uri="{FF2B5EF4-FFF2-40B4-BE49-F238E27FC236}">
                  <a16:creationId xmlns:a16="http://schemas.microsoft.com/office/drawing/2014/main" id="{18F23A67-8CD5-CA12-4928-8D9EB165D4D2}"/>
                </a:ext>
              </a:extLst>
            </p:cNvPr>
            <p:cNvSpPr/>
            <p:nvPr/>
          </p:nvSpPr>
          <p:spPr>
            <a:xfrm rot="18900000">
              <a:off x="9055511" y="2042014"/>
              <a:ext cx="288000" cy="216000"/>
            </a:xfrm>
            <a:prstGeom prst="chevron">
              <a:avLst/>
            </a:prstGeom>
            <a:solidFill>
              <a:srgbClr val="AF9DC9"/>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BE">
                <a:solidFill>
                  <a:schemeClr val="bg1">
                    <a:lumMod val="50000"/>
                  </a:schemeClr>
                </a:solidFill>
              </a:endParaRPr>
            </a:p>
          </p:txBody>
        </p:sp>
        <p:sp>
          <p:nvSpPr>
            <p:cNvPr id="135" name="TextBox 134">
              <a:extLst>
                <a:ext uri="{FF2B5EF4-FFF2-40B4-BE49-F238E27FC236}">
                  <a16:creationId xmlns:a16="http://schemas.microsoft.com/office/drawing/2014/main" id="{C53CEA26-73A1-45D9-48B2-7AD2212D504D}"/>
                </a:ext>
              </a:extLst>
            </p:cNvPr>
            <p:cNvSpPr txBox="1"/>
            <p:nvPr/>
          </p:nvSpPr>
          <p:spPr>
            <a:xfrm>
              <a:off x="9164598" y="2360731"/>
              <a:ext cx="1983506" cy="161583"/>
            </a:xfrm>
            <a:prstGeom prst="rect">
              <a:avLst/>
            </a:prstGeom>
            <a:noFill/>
          </p:spPr>
          <p:txBody>
            <a:bodyPr wrap="square" lIns="0" tIns="0" rIns="0" bIns="0" rtlCol="0">
              <a:spAutoFit/>
            </a:bodyPr>
            <a:lstStyle/>
            <a:p>
              <a:pPr>
                <a:spcAft>
                  <a:spcPts val="300"/>
                </a:spcAft>
              </a:pPr>
              <a:r>
                <a:rPr lang="en-US" sz="1050" b="1" noProof="0" dirty="0">
                  <a:solidFill>
                    <a:schemeClr val="bg1">
                      <a:lumMod val="50000"/>
                    </a:schemeClr>
                  </a:solidFill>
                </a:rPr>
                <a:t>Final Preparation </a:t>
              </a:r>
              <a:r>
                <a:rPr lang="nl-BE" sz="1050" b="1" dirty="0">
                  <a:solidFill>
                    <a:schemeClr val="bg1">
                      <a:lumMod val="50000"/>
                    </a:schemeClr>
                  </a:solidFill>
                </a:rPr>
                <a:t>(FPP)</a:t>
              </a:r>
            </a:p>
          </p:txBody>
        </p:sp>
        <p:sp>
          <p:nvSpPr>
            <p:cNvPr id="136" name="Arrow: Pentagon 135">
              <a:extLst>
                <a:ext uri="{FF2B5EF4-FFF2-40B4-BE49-F238E27FC236}">
                  <a16:creationId xmlns:a16="http://schemas.microsoft.com/office/drawing/2014/main" id="{403CD8BA-A6DE-6FAC-5D67-A7955A683AD6}"/>
                </a:ext>
              </a:extLst>
            </p:cNvPr>
            <p:cNvSpPr/>
            <p:nvPr/>
          </p:nvSpPr>
          <p:spPr>
            <a:xfrm rot="18900000">
              <a:off x="8883724" y="2241156"/>
              <a:ext cx="252000" cy="216000"/>
            </a:xfrm>
            <a:prstGeom prst="homePlate">
              <a:avLst/>
            </a:prstGeom>
            <a:solidFill>
              <a:srgbClr val="AF9DC9"/>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BE">
                <a:solidFill>
                  <a:schemeClr val="bg1">
                    <a:lumMod val="50000"/>
                  </a:schemeClr>
                </a:solidFill>
              </a:endParaRPr>
            </a:p>
          </p:txBody>
        </p:sp>
        <p:sp>
          <p:nvSpPr>
            <p:cNvPr id="38" name="TextBox 37">
              <a:extLst>
                <a:ext uri="{FF2B5EF4-FFF2-40B4-BE49-F238E27FC236}">
                  <a16:creationId xmlns:a16="http://schemas.microsoft.com/office/drawing/2014/main" id="{2FF36810-0899-D966-1A42-EE77C45FD013}"/>
                </a:ext>
              </a:extLst>
            </p:cNvPr>
            <p:cNvSpPr txBox="1"/>
            <p:nvPr/>
          </p:nvSpPr>
          <p:spPr>
            <a:xfrm>
              <a:off x="3808415" y="5140493"/>
              <a:ext cx="1983506" cy="161583"/>
            </a:xfrm>
            <a:prstGeom prst="rect">
              <a:avLst/>
            </a:prstGeom>
            <a:solidFill>
              <a:srgbClr val="FFFFFF"/>
            </a:solidFill>
          </p:spPr>
          <p:txBody>
            <a:bodyPr wrap="square" lIns="0" tIns="0" rIns="0" bIns="0" rtlCol="0">
              <a:spAutoFit/>
            </a:bodyPr>
            <a:lstStyle/>
            <a:p>
              <a:pPr>
                <a:spcAft>
                  <a:spcPts val="300"/>
                </a:spcAft>
              </a:pPr>
              <a:r>
                <a:rPr lang="en-US" sz="1050" b="1">
                  <a:solidFill>
                    <a:schemeClr val="bg1">
                      <a:lumMod val="50000"/>
                    </a:schemeClr>
                  </a:solidFill>
                </a:rPr>
                <a:t>Preparation</a:t>
              </a:r>
            </a:p>
          </p:txBody>
        </p:sp>
        <p:sp>
          <p:nvSpPr>
            <p:cNvPr id="39" name="Arrow: Pentagon 38">
              <a:extLst>
                <a:ext uri="{FF2B5EF4-FFF2-40B4-BE49-F238E27FC236}">
                  <a16:creationId xmlns:a16="http://schemas.microsoft.com/office/drawing/2014/main" id="{C21A26AE-3400-FED7-3A7F-CB08C55817FE}"/>
                </a:ext>
              </a:extLst>
            </p:cNvPr>
            <p:cNvSpPr/>
            <p:nvPr/>
          </p:nvSpPr>
          <p:spPr>
            <a:xfrm rot="2700000">
              <a:off x="3543096" y="5197956"/>
              <a:ext cx="252000" cy="216000"/>
            </a:xfrm>
            <a:prstGeom prst="homePlate">
              <a:avLst/>
            </a:prstGeom>
            <a:solidFill>
              <a:srgbClr val="C52C2D"/>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BE">
                <a:solidFill>
                  <a:schemeClr val="bg1">
                    <a:lumMod val="50000"/>
                  </a:schemeClr>
                </a:solidFill>
              </a:endParaRPr>
            </a:p>
          </p:txBody>
        </p:sp>
        <p:sp>
          <p:nvSpPr>
            <p:cNvPr id="40" name="TextBox 39">
              <a:extLst>
                <a:ext uri="{FF2B5EF4-FFF2-40B4-BE49-F238E27FC236}">
                  <a16:creationId xmlns:a16="http://schemas.microsoft.com/office/drawing/2014/main" id="{D671991F-6D41-3071-B9A3-B982630C6889}"/>
                </a:ext>
              </a:extLst>
            </p:cNvPr>
            <p:cNvSpPr txBox="1"/>
            <p:nvPr/>
          </p:nvSpPr>
          <p:spPr>
            <a:xfrm>
              <a:off x="4060416" y="5333762"/>
              <a:ext cx="1983506" cy="161583"/>
            </a:xfrm>
            <a:prstGeom prst="rect">
              <a:avLst/>
            </a:prstGeom>
            <a:solidFill>
              <a:srgbClr val="FFFFFF"/>
            </a:solidFill>
          </p:spPr>
          <p:txBody>
            <a:bodyPr wrap="square" lIns="0" tIns="0" rIns="0" bIns="0" rtlCol="0">
              <a:spAutoFit/>
            </a:bodyPr>
            <a:lstStyle/>
            <a:p>
              <a:pPr>
                <a:spcAft>
                  <a:spcPts val="300"/>
                </a:spcAft>
              </a:pPr>
              <a:r>
                <a:rPr lang="en-US" sz="1050" b="1">
                  <a:solidFill>
                    <a:schemeClr val="bg1">
                      <a:lumMod val="50000"/>
                    </a:schemeClr>
                  </a:solidFill>
                </a:rPr>
                <a:t>Initial planning</a:t>
              </a:r>
            </a:p>
          </p:txBody>
        </p:sp>
        <p:sp>
          <p:nvSpPr>
            <p:cNvPr id="41" name="Arrow: Chevron 40">
              <a:extLst>
                <a:ext uri="{FF2B5EF4-FFF2-40B4-BE49-F238E27FC236}">
                  <a16:creationId xmlns:a16="http://schemas.microsoft.com/office/drawing/2014/main" id="{7C7969F7-E960-CA91-F619-250BDE87FE70}"/>
                </a:ext>
              </a:extLst>
            </p:cNvPr>
            <p:cNvSpPr/>
            <p:nvPr/>
          </p:nvSpPr>
          <p:spPr>
            <a:xfrm rot="2700000">
              <a:off x="3731082" y="5403953"/>
              <a:ext cx="288000" cy="216000"/>
            </a:xfrm>
            <a:prstGeom prst="chevron">
              <a:avLst/>
            </a:prstGeom>
            <a:solidFill>
              <a:srgbClr val="C52C2D"/>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BE">
                <a:solidFill>
                  <a:schemeClr val="bg1">
                    <a:lumMod val="50000"/>
                  </a:schemeClr>
                </a:solidFill>
              </a:endParaRPr>
            </a:p>
          </p:txBody>
        </p:sp>
        <p:sp>
          <p:nvSpPr>
            <p:cNvPr id="55" name="TextBox 54">
              <a:extLst>
                <a:ext uri="{FF2B5EF4-FFF2-40B4-BE49-F238E27FC236}">
                  <a16:creationId xmlns:a16="http://schemas.microsoft.com/office/drawing/2014/main" id="{DDCC08DC-DA89-E99F-A1DD-67D4563FF09E}"/>
                </a:ext>
              </a:extLst>
            </p:cNvPr>
            <p:cNvSpPr txBox="1"/>
            <p:nvPr/>
          </p:nvSpPr>
          <p:spPr>
            <a:xfrm>
              <a:off x="10883920" y="5036872"/>
              <a:ext cx="648000" cy="161583"/>
            </a:xfrm>
            <a:prstGeom prst="rect">
              <a:avLst/>
            </a:prstGeom>
            <a:solidFill>
              <a:srgbClr val="FFFFFF"/>
            </a:solidFill>
          </p:spPr>
          <p:txBody>
            <a:bodyPr wrap="square" lIns="0" tIns="0" rIns="0" bIns="0" rtlCol="0">
              <a:spAutoFit/>
            </a:bodyPr>
            <a:lstStyle/>
            <a:p>
              <a:pPr>
                <a:spcAft>
                  <a:spcPts val="300"/>
                </a:spcAft>
              </a:pPr>
              <a:r>
                <a:rPr lang="en-US" sz="1050" b="1">
                  <a:solidFill>
                    <a:schemeClr val="bg1">
                      <a:lumMod val="50000"/>
                    </a:schemeClr>
                  </a:solidFill>
                </a:rPr>
                <a:t>Operate</a:t>
              </a:r>
            </a:p>
          </p:txBody>
        </p:sp>
        <p:sp>
          <p:nvSpPr>
            <p:cNvPr id="56" name="Arrow: Pentagon 55">
              <a:extLst>
                <a:ext uri="{FF2B5EF4-FFF2-40B4-BE49-F238E27FC236}">
                  <a16:creationId xmlns:a16="http://schemas.microsoft.com/office/drawing/2014/main" id="{DD953E9C-56E4-E924-92DC-91C8751DC30D}"/>
                </a:ext>
              </a:extLst>
            </p:cNvPr>
            <p:cNvSpPr/>
            <p:nvPr/>
          </p:nvSpPr>
          <p:spPr>
            <a:xfrm rot="2700000">
              <a:off x="10605095" y="5051150"/>
              <a:ext cx="252000" cy="216000"/>
            </a:xfrm>
            <a:prstGeom prst="homePlate">
              <a:avLst/>
            </a:prstGeom>
            <a:solidFill>
              <a:srgbClr val="73BDBD"/>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BE">
                <a:solidFill>
                  <a:schemeClr val="bg1">
                    <a:lumMod val="50000"/>
                  </a:schemeClr>
                </a:solidFill>
              </a:endParaRPr>
            </a:p>
          </p:txBody>
        </p:sp>
        <p:sp>
          <p:nvSpPr>
            <p:cNvPr id="144" name="TextBox 143">
              <a:extLst>
                <a:ext uri="{FF2B5EF4-FFF2-40B4-BE49-F238E27FC236}">
                  <a16:creationId xmlns:a16="http://schemas.microsoft.com/office/drawing/2014/main" id="{3CAA4D83-0F1B-9CFE-481F-18C06391C33E}"/>
                </a:ext>
              </a:extLst>
            </p:cNvPr>
            <p:cNvSpPr txBox="1"/>
            <p:nvPr/>
          </p:nvSpPr>
          <p:spPr>
            <a:xfrm>
              <a:off x="7912704" y="5525340"/>
              <a:ext cx="2340000" cy="161583"/>
            </a:xfrm>
            <a:prstGeom prst="rect">
              <a:avLst/>
            </a:prstGeom>
            <a:solidFill>
              <a:srgbClr val="FFFFFF"/>
            </a:solidFill>
          </p:spPr>
          <p:txBody>
            <a:bodyPr wrap="square" lIns="0" tIns="0" rIns="0" bIns="0" rtlCol="0">
              <a:spAutoFit/>
            </a:bodyPr>
            <a:lstStyle/>
            <a:p>
              <a:pPr>
                <a:spcAft>
                  <a:spcPts val="300"/>
                </a:spcAft>
              </a:pPr>
              <a:r>
                <a:rPr lang="en-US" sz="1050" b="1" dirty="0">
                  <a:solidFill>
                    <a:schemeClr val="bg1">
                      <a:lumMod val="50000"/>
                    </a:schemeClr>
                  </a:solidFill>
                </a:rPr>
                <a:t>Business Readiness Testing (BRT)</a:t>
              </a:r>
              <a:endParaRPr lang="nl-BE" sz="900" dirty="0">
                <a:solidFill>
                  <a:schemeClr val="bg1">
                    <a:lumMod val="50000"/>
                  </a:schemeClr>
                </a:solidFill>
              </a:endParaRPr>
            </a:p>
          </p:txBody>
        </p:sp>
        <p:sp>
          <p:nvSpPr>
            <p:cNvPr id="31" name="TextBox 30">
              <a:extLst>
                <a:ext uri="{FF2B5EF4-FFF2-40B4-BE49-F238E27FC236}">
                  <a16:creationId xmlns:a16="http://schemas.microsoft.com/office/drawing/2014/main" id="{FF0DFAB2-4992-7EF1-CFD6-855AE50CCA95}"/>
                </a:ext>
              </a:extLst>
            </p:cNvPr>
            <p:cNvSpPr txBox="1"/>
            <p:nvPr/>
          </p:nvSpPr>
          <p:spPr>
            <a:xfrm>
              <a:off x="7541735" y="5140493"/>
              <a:ext cx="1983506" cy="161583"/>
            </a:xfrm>
            <a:prstGeom prst="rect">
              <a:avLst/>
            </a:prstGeom>
            <a:solidFill>
              <a:srgbClr val="FFFFFF"/>
            </a:solidFill>
          </p:spPr>
          <p:txBody>
            <a:bodyPr wrap="square" lIns="0" tIns="0" rIns="0" bIns="0" rtlCol="0">
              <a:spAutoFit/>
            </a:bodyPr>
            <a:lstStyle/>
            <a:p>
              <a:pPr>
                <a:spcAft>
                  <a:spcPts val="300"/>
                </a:spcAft>
              </a:pPr>
              <a:r>
                <a:rPr lang="en-US" sz="1050" b="1">
                  <a:solidFill>
                    <a:schemeClr val="bg1">
                      <a:lumMod val="50000"/>
                    </a:schemeClr>
                  </a:solidFill>
                </a:rPr>
                <a:t>Realization (REA)</a:t>
              </a:r>
            </a:p>
          </p:txBody>
        </p:sp>
        <p:sp>
          <p:nvSpPr>
            <p:cNvPr id="33" name="TextBox 32">
              <a:extLst>
                <a:ext uri="{FF2B5EF4-FFF2-40B4-BE49-F238E27FC236}">
                  <a16:creationId xmlns:a16="http://schemas.microsoft.com/office/drawing/2014/main" id="{BF9F2D9E-0161-D5A2-0C34-CE1C9AF477DE}"/>
                </a:ext>
              </a:extLst>
            </p:cNvPr>
            <p:cNvSpPr txBox="1"/>
            <p:nvPr/>
          </p:nvSpPr>
          <p:spPr>
            <a:xfrm>
              <a:off x="7727220" y="5333762"/>
              <a:ext cx="1983506" cy="161583"/>
            </a:xfrm>
            <a:prstGeom prst="rect">
              <a:avLst/>
            </a:prstGeom>
            <a:solidFill>
              <a:srgbClr val="FFFFFF"/>
            </a:solidFill>
          </p:spPr>
          <p:txBody>
            <a:bodyPr wrap="square" lIns="0" tIns="0" rIns="0" bIns="0" rtlCol="0">
              <a:spAutoFit/>
            </a:bodyPr>
            <a:lstStyle/>
            <a:p>
              <a:pPr>
                <a:spcAft>
                  <a:spcPts val="300"/>
                </a:spcAft>
              </a:pPr>
              <a:r>
                <a:rPr lang="en-US" sz="1050" b="1" dirty="0">
                  <a:solidFill>
                    <a:schemeClr val="bg1">
                      <a:lumMod val="50000"/>
                    </a:schemeClr>
                  </a:solidFill>
                </a:rPr>
                <a:t>System Integration Testing (SIT)</a:t>
              </a:r>
            </a:p>
          </p:txBody>
        </p:sp>
        <p:sp>
          <p:nvSpPr>
            <p:cNvPr id="53" name="Arrow: Chevron 52">
              <a:extLst>
                <a:ext uri="{FF2B5EF4-FFF2-40B4-BE49-F238E27FC236}">
                  <a16:creationId xmlns:a16="http://schemas.microsoft.com/office/drawing/2014/main" id="{2E67C896-E984-B2EA-B2E0-A650CE75E450}"/>
                </a:ext>
              </a:extLst>
            </p:cNvPr>
            <p:cNvSpPr/>
            <p:nvPr/>
          </p:nvSpPr>
          <p:spPr>
            <a:xfrm rot="2700000">
              <a:off x="7590513" y="5595531"/>
              <a:ext cx="288000" cy="216000"/>
            </a:xfrm>
            <a:prstGeom prst="chevron">
              <a:avLst/>
            </a:prstGeom>
            <a:solidFill>
              <a:srgbClr val="D76B7B"/>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BE">
                <a:solidFill>
                  <a:schemeClr val="bg1">
                    <a:lumMod val="50000"/>
                  </a:schemeClr>
                </a:solidFill>
              </a:endParaRPr>
            </a:p>
          </p:txBody>
        </p:sp>
        <p:sp>
          <p:nvSpPr>
            <p:cNvPr id="130" name="Arrow: Chevron 129">
              <a:extLst>
                <a:ext uri="{FF2B5EF4-FFF2-40B4-BE49-F238E27FC236}">
                  <a16:creationId xmlns:a16="http://schemas.microsoft.com/office/drawing/2014/main" id="{D503F723-7FCA-1374-5B37-9AFAA97F03B8}"/>
                </a:ext>
              </a:extLst>
            </p:cNvPr>
            <p:cNvSpPr/>
            <p:nvPr/>
          </p:nvSpPr>
          <p:spPr>
            <a:xfrm rot="2700000">
              <a:off x="7391370" y="5387743"/>
              <a:ext cx="288000" cy="216000"/>
            </a:xfrm>
            <a:prstGeom prst="chevron">
              <a:avLst/>
            </a:prstGeom>
            <a:solidFill>
              <a:srgbClr val="D76B7B"/>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BE">
                <a:solidFill>
                  <a:schemeClr val="bg1">
                    <a:lumMod val="50000"/>
                  </a:schemeClr>
                </a:solidFill>
              </a:endParaRPr>
            </a:p>
          </p:txBody>
        </p:sp>
        <p:sp>
          <p:nvSpPr>
            <p:cNvPr id="146" name="Arrow: Pentagon 145">
              <a:extLst>
                <a:ext uri="{FF2B5EF4-FFF2-40B4-BE49-F238E27FC236}">
                  <a16:creationId xmlns:a16="http://schemas.microsoft.com/office/drawing/2014/main" id="{8D8967E9-9C68-87AB-63F8-0CF1E894E0CD}"/>
                </a:ext>
              </a:extLst>
            </p:cNvPr>
            <p:cNvSpPr/>
            <p:nvPr/>
          </p:nvSpPr>
          <p:spPr>
            <a:xfrm rot="2700000">
              <a:off x="7210228" y="5197956"/>
              <a:ext cx="252000" cy="216000"/>
            </a:xfrm>
            <a:prstGeom prst="homePlate">
              <a:avLst/>
            </a:prstGeom>
            <a:solidFill>
              <a:srgbClr val="D76B7B"/>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BE">
                <a:solidFill>
                  <a:schemeClr val="bg1">
                    <a:lumMod val="50000"/>
                  </a:schemeClr>
                </a:solidFill>
              </a:endParaRPr>
            </a:p>
          </p:txBody>
        </p:sp>
        <p:sp>
          <p:nvSpPr>
            <p:cNvPr id="151" name="Oval 150">
              <a:extLst>
                <a:ext uri="{FF2B5EF4-FFF2-40B4-BE49-F238E27FC236}">
                  <a16:creationId xmlns:a16="http://schemas.microsoft.com/office/drawing/2014/main" id="{A0D3BCDD-8F1B-4E29-2019-6A2E3A06B238}"/>
                </a:ext>
              </a:extLst>
            </p:cNvPr>
            <p:cNvSpPr/>
            <p:nvPr/>
          </p:nvSpPr>
          <p:spPr>
            <a:xfrm>
              <a:off x="1284172" y="3381613"/>
              <a:ext cx="732950" cy="732950"/>
            </a:xfrm>
            <a:prstGeom prst="ellipse">
              <a:avLst/>
            </a:prstGeom>
            <a:solidFill>
              <a:schemeClr val="bg1">
                <a:lumMod val="95000"/>
              </a:schemeClr>
            </a:solidFill>
            <a:ln w="139700">
              <a:solidFill>
                <a:srgbClr val="B62221"/>
              </a:solidFill>
            </a:ln>
            <a:effectLst/>
          </p:spPr>
          <p:style>
            <a:lnRef idx="3">
              <a:schemeClr val="lt1"/>
            </a:lnRef>
            <a:fillRef idx="1">
              <a:schemeClr val="accent1"/>
            </a:fillRef>
            <a:effectRef idx="1">
              <a:schemeClr val="accent1"/>
            </a:effectRef>
            <a:fontRef idx="minor">
              <a:schemeClr val="lt1"/>
            </a:fontRef>
          </p:style>
          <p:txBody>
            <a:bodyPr rtlCol="0" anchor="ctr"/>
            <a:lstStyle/>
            <a:p>
              <a:pPr algn="ctr"/>
              <a:endParaRPr lang="en-BE"/>
            </a:p>
          </p:txBody>
        </p:sp>
        <p:sp>
          <p:nvSpPr>
            <p:cNvPr id="152" name="Oval 151">
              <a:extLst>
                <a:ext uri="{FF2B5EF4-FFF2-40B4-BE49-F238E27FC236}">
                  <a16:creationId xmlns:a16="http://schemas.microsoft.com/office/drawing/2014/main" id="{8A934027-F2B3-A7BC-58DD-00769976DC97}"/>
                </a:ext>
              </a:extLst>
            </p:cNvPr>
            <p:cNvSpPr/>
            <p:nvPr/>
          </p:nvSpPr>
          <p:spPr>
            <a:xfrm>
              <a:off x="3040064" y="3381613"/>
              <a:ext cx="732950" cy="732950"/>
            </a:xfrm>
            <a:prstGeom prst="ellipse">
              <a:avLst/>
            </a:prstGeom>
            <a:solidFill>
              <a:schemeClr val="bg1">
                <a:lumMod val="95000"/>
              </a:schemeClr>
            </a:solidFill>
            <a:ln w="139700">
              <a:solidFill>
                <a:srgbClr val="C63033"/>
              </a:solidFill>
            </a:ln>
            <a:effectLst/>
          </p:spPr>
          <p:style>
            <a:lnRef idx="3">
              <a:schemeClr val="lt1"/>
            </a:lnRef>
            <a:fillRef idx="1">
              <a:schemeClr val="accent1"/>
            </a:fillRef>
            <a:effectRef idx="1">
              <a:schemeClr val="accent1"/>
            </a:effectRef>
            <a:fontRef idx="minor">
              <a:schemeClr val="lt1"/>
            </a:fontRef>
          </p:style>
          <p:txBody>
            <a:bodyPr rtlCol="0" anchor="ctr"/>
            <a:lstStyle/>
            <a:p>
              <a:pPr algn="ctr"/>
              <a:endParaRPr lang="en-BE"/>
            </a:p>
          </p:txBody>
        </p:sp>
        <p:sp>
          <p:nvSpPr>
            <p:cNvPr id="153" name="Oval 152">
              <a:extLst>
                <a:ext uri="{FF2B5EF4-FFF2-40B4-BE49-F238E27FC236}">
                  <a16:creationId xmlns:a16="http://schemas.microsoft.com/office/drawing/2014/main" id="{D9122061-AB6E-80B3-8C86-053F3702346F}"/>
                </a:ext>
              </a:extLst>
            </p:cNvPr>
            <p:cNvSpPr/>
            <p:nvPr/>
          </p:nvSpPr>
          <p:spPr>
            <a:xfrm>
              <a:off x="4798337" y="3381613"/>
              <a:ext cx="732950" cy="732950"/>
            </a:xfrm>
            <a:prstGeom prst="ellipse">
              <a:avLst/>
            </a:prstGeom>
            <a:solidFill>
              <a:schemeClr val="bg1">
                <a:lumMod val="95000"/>
              </a:schemeClr>
            </a:solidFill>
            <a:ln w="139700">
              <a:solidFill>
                <a:srgbClr val="D25F6D"/>
              </a:solidFill>
            </a:ln>
            <a:effectLst/>
          </p:spPr>
          <p:style>
            <a:lnRef idx="3">
              <a:schemeClr val="lt1"/>
            </a:lnRef>
            <a:fillRef idx="1">
              <a:schemeClr val="accent1"/>
            </a:fillRef>
            <a:effectRef idx="1">
              <a:schemeClr val="accent1"/>
            </a:effectRef>
            <a:fontRef idx="minor">
              <a:schemeClr val="lt1"/>
            </a:fontRef>
          </p:style>
          <p:txBody>
            <a:bodyPr rtlCol="0" anchor="ctr"/>
            <a:lstStyle/>
            <a:p>
              <a:pPr algn="ctr"/>
              <a:endParaRPr lang="en-BE"/>
            </a:p>
          </p:txBody>
        </p:sp>
        <p:sp>
          <p:nvSpPr>
            <p:cNvPr id="154" name="Oval 153">
              <a:extLst>
                <a:ext uri="{FF2B5EF4-FFF2-40B4-BE49-F238E27FC236}">
                  <a16:creationId xmlns:a16="http://schemas.microsoft.com/office/drawing/2014/main" id="{47D88636-BAE6-E4FB-9292-AE0585B99E9D}"/>
                </a:ext>
              </a:extLst>
            </p:cNvPr>
            <p:cNvSpPr/>
            <p:nvPr/>
          </p:nvSpPr>
          <p:spPr>
            <a:xfrm>
              <a:off x="6554229" y="3381613"/>
              <a:ext cx="732950" cy="732950"/>
            </a:xfrm>
            <a:prstGeom prst="ellipse">
              <a:avLst/>
            </a:prstGeom>
            <a:solidFill>
              <a:schemeClr val="bg1">
                <a:lumMod val="95000"/>
              </a:schemeClr>
            </a:solidFill>
            <a:ln w="139700">
              <a:solidFill>
                <a:srgbClr val="CB8DB3"/>
              </a:solidFill>
            </a:ln>
            <a:effectLst/>
          </p:spPr>
          <p:style>
            <a:lnRef idx="3">
              <a:schemeClr val="lt1"/>
            </a:lnRef>
            <a:fillRef idx="1">
              <a:schemeClr val="accent1"/>
            </a:fillRef>
            <a:effectRef idx="1">
              <a:schemeClr val="accent1"/>
            </a:effectRef>
            <a:fontRef idx="minor">
              <a:schemeClr val="lt1"/>
            </a:fontRef>
          </p:style>
          <p:txBody>
            <a:bodyPr rtlCol="0" anchor="ctr"/>
            <a:lstStyle/>
            <a:p>
              <a:pPr algn="ctr"/>
              <a:endParaRPr lang="en-BE"/>
            </a:p>
          </p:txBody>
        </p:sp>
        <p:sp>
          <p:nvSpPr>
            <p:cNvPr id="155" name="Oval 154">
              <a:extLst>
                <a:ext uri="{FF2B5EF4-FFF2-40B4-BE49-F238E27FC236}">
                  <a16:creationId xmlns:a16="http://schemas.microsoft.com/office/drawing/2014/main" id="{050DDDC2-0CDF-343B-8B89-647A59D26C80}"/>
                </a:ext>
              </a:extLst>
            </p:cNvPr>
            <p:cNvSpPr/>
            <p:nvPr/>
          </p:nvSpPr>
          <p:spPr>
            <a:xfrm>
              <a:off x="8307740" y="3381613"/>
              <a:ext cx="732950" cy="732950"/>
            </a:xfrm>
            <a:prstGeom prst="ellipse">
              <a:avLst/>
            </a:prstGeom>
            <a:solidFill>
              <a:schemeClr val="bg1">
                <a:lumMod val="95000"/>
              </a:schemeClr>
            </a:solidFill>
            <a:ln w="139700">
              <a:solidFill>
                <a:srgbClr val="8FB2C4"/>
              </a:solidFill>
            </a:ln>
            <a:effectLst/>
          </p:spPr>
          <p:style>
            <a:lnRef idx="3">
              <a:schemeClr val="lt1"/>
            </a:lnRef>
            <a:fillRef idx="1">
              <a:schemeClr val="accent1"/>
            </a:fillRef>
            <a:effectRef idx="1">
              <a:schemeClr val="accent1"/>
            </a:effectRef>
            <a:fontRef idx="minor">
              <a:schemeClr val="lt1"/>
            </a:fontRef>
          </p:style>
          <p:txBody>
            <a:bodyPr rtlCol="0" anchor="ctr"/>
            <a:lstStyle/>
            <a:p>
              <a:pPr algn="ctr"/>
              <a:endParaRPr lang="en-BE"/>
            </a:p>
          </p:txBody>
        </p:sp>
        <p:sp>
          <p:nvSpPr>
            <p:cNvPr id="156" name="Oval 155">
              <a:extLst>
                <a:ext uri="{FF2B5EF4-FFF2-40B4-BE49-F238E27FC236}">
                  <a16:creationId xmlns:a16="http://schemas.microsoft.com/office/drawing/2014/main" id="{65A8EE17-083E-4B11-09C7-031D37BF69AD}"/>
                </a:ext>
              </a:extLst>
            </p:cNvPr>
            <p:cNvSpPr/>
            <p:nvPr/>
          </p:nvSpPr>
          <p:spPr>
            <a:xfrm>
              <a:off x="10060406" y="3381613"/>
              <a:ext cx="732950" cy="732950"/>
            </a:xfrm>
            <a:prstGeom prst="ellipse">
              <a:avLst/>
            </a:prstGeom>
            <a:solidFill>
              <a:schemeClr val="bg1">
                <a:lumMod val="95000"/>
              </a:schemeClr>
            </a:solidFill>
            <a:ln w="139700">
              <a:solidFill>
                <a:srgbClr val="5CB1AD"/>
              </a:solidFill>
            </a:ln>
            <a:effectLst/>
          </p:spPr>
          <p:style>
            <a:lnRef idx="3">
              <a:schemeClr val="lt1"/>
            </a:lnRef>
            <a:fillRef idx="1">
              <a:schemeClr val="accent1"/>
            </a:fillRef>
            <a:effectRef idx="1">
              <a:schemeClr val="accent1"/>
            </a:effectRef>
            <a:fontRef idx="minor">
              <a:schemeClr val="lt1"/>
            </a:fontRef>
          </p:style>
          <p:txBody>
            <a:bodyPr rtlCol="0" anchor="ctr"/>
            <a:lstStyle/>
            <a:p>
              <a:pPr algn="ctr"/>
              <a:endParaRPr lang="en-BE"/>
            </a:p>
          </p:txBody>
        </p:sp>
        <p:grpSp>
          <p:nvGrpSpPr>
            <p:cNvPr id="161" name="Graphic 43">
              <a:extLst>
                <a:ext uri="{FF2B5EF4-FFF2-40B4-BE49-F238E27FC236}">
                  <a16:creationId xmlns:a16="http://schemas.microsoft.com/office/drawing/2014/main" id="{EE79F842-9773-39E2-1768-3F5017EEB3F2}"/>
                </a:ext>
              </a:extLst>
            </p:cNvPr>
            <p:cNvGrpSpPr/>
            <p:nvPr/>
          </p:nvGrpSpPr>
          <p:grpSpPr>
            <a:xfrm>
              <a:off x="1514542" y="3611315"/>
              <a:ext cx="272210" cy="273546"/>
              <a:chOff x="1759940" y="1793479"/>
              <a:chExt cx="449934" cy="452143"/>
            </a:xfrm>
          </p:grpSpPr>
          <p:sp>
            <p:nvSpPr>
              <p:cNvPr id="162" name="Freeform: Shape 619">
                <a:extLst>
                  <a:ext uri="{FF2B5EF4-FFF2-40B4-BE49-F238E27FC236}">
                    <a16:creationId xmlns:a16="http://schemas.microsoft.com/office/drawing/2014/main" id="{C5EA49C7-0AE9-374D-36D4-2206B7B6AE8B}"/>
                  </a:ext>
                </a:extLst>
              </p:cNvPr>
              <p:cNvSpPr/>
              <p:nvPr/>
            </p:nvSpPr>
            <p:spPr>
              <a:xfrm>
                <a:off x="1759940"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0" y="43107"/>
                      <a:pt x="0" y="33458"/>
                      <a:pt x="0" y="21554"/>
                    </a:cubicBezTo>
                    <a:cubicBezTo>
                      <a:pt x="0" y="9650"/>
                      <a:pt x="9650" y="0"/>
                      <a:pt x="21554" y="0"/>
                    </a:cubicBezTo>
                    <a:lnTo>
                      <a:pt x="61967" y="0"/>
                    </a:lnTo>
                    <a:cubicBezTo>
                      <a:pt x="73871" y="0"/>
                      <a:pt x="83521" y="9650"/>
                      <a:pt x="83521" y="21554"/>
                    </a:cubicBezTo>
                    <a:cubicBezTo>
                      <a:pt x="83521" y="33458"/>
                      <a:pt x="73871" y="43107"/>
                      <a:pt x="61967" y="43107"/>
                    </a:cubicBezTo>
                    <a:close/>
                  </a:path>
                </a:pathLst>
              </a:custGeom>
              <a:solidFill>
                <a:srgbClr val="EF463C"/>
              </a:solidFill>
              <a:ln w="2667" cap="flat">
                <a:noFill/>
                <a:prstDash val="solid"/>
                <a:miter/>
              </a:ln>
            </p:spPr>
            <p:txBody>
              <a:bodyPr rtlCol="0" anchor="ctr"/>
              <a:lstStyle/>
              <a:p>
                <a:endParaRPr lang="en-MY"/>
              </a:p>
            </p:txBody>
          </p:sp>
          <p:grpSp>
            <p:nvGrpSpPr>
              <p:cNvPr id="165" name="Graphic 43">
                <a:extLst>
                  <a:ext uri="{FF2B5EF4-FFF2-40B4-BE49-F238E27FC236}">
                    <a16:creationId xmlns:a16="http://schemas.microsoft.com/office/drawing/2014/main" id="{2EB71543-24B5-64AF-524E-4444B3FABF3A}"/>
                  </a:ext>
                </a:extLst>
              </p:cNvPr>
              <p:cNvGrpSpPr/>
              <p:nvPr/>
            </p:nvGrpSpPr>
            <p:grpSpPr>
              <a:xfrm>
                <a:off x="1853403" y="1895374"/>
                <a:ext cx="263656" cy="350248"/>
                <a:chOff x="1853403" y="1895374"/>
                <a:chExt cx="263656" cy="350248"/>
              </a:xfrm>
            </p:grpSpPr>
            <p:sp>
              <p:nvSpPr>
                <p:cNvPr id="170" name="Freeform: Shape 625">
                  <a:extLst>
                    <a:ext uri="{FF2B5EF4-FFF2-40B4-BE49-F238E27FC236}">
                      <a16:creationId xmlns:a16="http://schemas.microsoft.com/office/drawing/2014/main" id="{293FD3A7-954D-9C33-2E29-89EC1E34FCEB}"/>
                    </a:ext>
                  </a:extLst>
                </p:cNvPr>
                <p:cNvSpPr/>
                <p:nvPr/>
              </p:nvSpPr>
              <p:spPr>
                <a:xfrm>
                  <a:off x="1853403" y="1895374"/>
                  <a:ext cx="263656" cy="256435"/>
                </a:xfrm>
                <a:custGeom>
                  <a:avLst/>
                  <a:gdLst>
                    <a:gd name="connsiteX0" fmla="*/ 182506 w 263656"/>
                    <a:gd name="connsiteY0" fmla="*/ 256436 h 256435"/>
                    <a:gd name="connsiteX1" fmla="*/ 160954 w 263656"/>
                    <a:gd name="connsiteY1" fmla="*/ 234879 h 256435"/>
                    <a:gd name="connsiteX2" fmla="*/ 174936 w 263656"/>
                    <a:gd name="connsiteY2" fmla="*/ 214702 h 256435"/>
                    <a:gd name="connsiteX3" fmla="*/ 220549 w 263656"/>
                    <a:gd name="connsiteY3" fmla="*/ 128891 h 256435"/>
                    <a:gd name="connsiteX4" fmla="*/ 131828 w 263656"/>
                    <a:gd name="connsiteY4" fmla="*/ 43107 h 256435"/>
                    <a:gd name="connsiteX5" fmla="*/ 43107 w 263656"/>
                    <a:gd name="connsiteY5" fmla="*/ 128891 h 256435"/>
                    <a:gd name="connsiteX6" fmla="*/ 90310 w 263656"/>
                    <a:gd name="connsiteY6" fmla="*/ 214271 h 256435"/>
                    <a:gd name="connsiteX7" fmla="*/ 103140 w 263656"/>
                    <a:gd name="connsiteY7" fmla="*/ 241922 h 256435"/>
                    <a:gd name="connsiteX8" fmla="*/ 75490 w 263656"/>
                    <a:gd name="connsiteY8" fmla="*/ 254752 h 256435"/>
                    <a:gd name="connsiteX9" fmla="*/ 74630 w 263656"/>
                    <a:gd name="connsiteY9" fmla="*/ 254415 h 256435"/>
                    <a:gd name="connsiteX10" fmla="*/ 0 w 263656"/>
                    <a:gd name="connsiteY10" fmla="*/ 128891 h 256435"/>
                    <a:gd name="connsiteX11" fmla="*/ 131828 w 263656"/>
                    <a:gd name="connsiteY11" fmla="*/ 0 h 256435"/>
                    <a:gd name="connsiteX12" fmla="*/ 263656 w 263656"/>
                    <a:gd name="connsiteY12" fmla="*/ 128891 h 256435"/>
                    <a:gd name="connsiteX13" fmla="*/ 190077 w 263656"/>
                    <a:gd name="connsiteY13" fmla="*/ 255062 h 256435"/>
                    <a:gd name="connsiteX14" fmla="*/ 182506 w 263656"/>
                    <a:gd name="connsiteY14" fmla="*/ 256436 h 25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656" h="256435">
                      <a:moveTo>
                        <a:pt x="182506" y="256436"/>
                      </a:moveTo>
                      <a:cubicBezTo>
                        <a:pt x="170603" y="256436"/>
                        <a:pt x="160953" y="246785"/>
                        <a:pt x="160954" y="234879"/>
                      </a:cubicBezTo>
                      <a:cubicBezTo>
                        <a:pt x="160955" y="225897"/>
                        <a:pt x="166527" y="217857"/>
                        <a:pt x="174936" y="214702"/>
                      </a:cubicBezTo>
                      <a:cubicBezTo>
                        <a:pt x="205192" y="203360"/>
                        <a:pt x="220549" y="174478"/>
                        <a:pt x="220549" y="128891"/>
                      </a:cubicBezTo>
                      <a:cubicBezTo>
                        <a:pt x="220549" y="79183"/>
                        <a:pt x="183234" y="43107"/>
                        <a:pt x="131828" y="43107"/>
                      </a:cubicBezTo>
                      <a:cubicBezTo>
                        <a:pt x="80422" y="43107"/>
                        <a:pt x="43107" y="79183"/>
                        <a:pt x="43107" y="128891"/>
                      </a:cubicBezTo>
                      <a:cubicBezTo>
                        <a:pt x="43107" y="159417"/>
                        <a:pt x="51190" y="198941"/>
                        <a:pt x="90310" y="214271"/>
                      </a:cubicBezTo>
                      <a:cubicBezTo>
                        <a:pt x="101488" y="218364"/>
                        <a:pt x="107233" y="230744"/>
                        <a:pt x="103140" y="241922"/>
                      </a:cubicBezTo>
                      <a:cubicBezTo>
                        <a:pt x="99048" y="253100"/>
                        <a:pt x="86669" y="258844"/>
                        <a:pt x="75490" y="254752"/>
                      </a:cubicBezTo>
                      <a:cubicBezTo>
                        <a:pt x="75201" y="254644"/>
                        <a:pt x="74914" y="254533"/>
                        <a:pt x="74630" y="254415"/>
                      </a:cubicBezTo>
                      <a:cubicBezTo>
                        <a:pt x="26511" y="235555"/>
                        <a:pt x="0" y="191020"/>
                        <a:pt x="0" y="128891"/>
                      </a:cubicBezTo>
                      <a:cubicBezTo>
                        <a:pt x="0" y="55393"/>
                        <a:pt x="56579" y="0"/>
                        <a:pt x="131828" y="0"/>
                      </a:cubicBezTo>
                      <a:cubicBezTo>
                        <a:pt x="207078" y="0"/>
                        <a:pt x="263656" y="55474"/>
                        <a:pt x="263656" y="128891"/>
                      </a:cubicBezTo>
                      <a:cubicBezTo>
                        <a:pt x="263656" y="210364"/>
                        <a:pt x="223647" y="242480"/>
                        <a:pt x="190077" y="255062"/>
                      </a:cubicBezTo>
                      <a:cubicBezTo>
                        <a:pt x="187655" y="255970"/>
                        <a:pt x="185093" y="256436"/>
                        <a:pt x="182506" y="256436"/>
                      </a:cubicBezTo>
                      <a:close/>
                    </a:path>
                  </a:pathLst>
                </a:custGeom>
                <a:solidFill>
                  <a:srgbClr val="C42828"/>
                </a:solidFill>
                <a:ln w="2667" cap="flat">
                  <a:noFill/>
                  <a:prstDash val="solid"/>
                  <a:miter/>
                </a:ln>
              </p:spPr>
              <p:txBody>
                <a:bodyPr rtlCol="0" anchor="ctr"/>
                <a:lstStyle/>
                <a:p>
                  <a:endParaRPr lang="en-MY"/>
                </a:p>
              </p:txBody>
            </p:sp>
            <p:sp>
              <p:nvSpPr>
                <p:cNvPr id="171" name="Freeform: Shape 626">
                  <a:extLst>
                    <a:ext uri="{FF2B5EF4-FFF2-40B4-BE49-F238E27FC236}">
                      <a16:creationId xmlns:a16="http://schemas.microsoft.com/office/drawing/2014/main" id="{5B232D70-DABA-546D-D03F-3A9C7E02644C}"/>
                    </a:ext>
                  </a:extLst>
                </p:cNvPr>
                <p:cNvSpPr/>
                <p:nvPr/>
              </p:nvSpPr>
              <p:spPr>
                <a:xfrm>
                  <a:off x="1923883" y="2151082"/>
                  <a:ext cx="122883" cy="43107"/>
                </a:xfrm>
                <a:custGeom>
                  <a:avLst/>
                  <a:gdLst>
                    <a:gd name="connsiteX0" fmla="*/ 101330 w 122883"/>
                    <a:gd name="connsiteY0" fmla="*/ 43107 h 43107"/>
                    <a:gd name="connsiteX1" fmla="*/ 21554 w 122883"/>
                    <a:gd name="connsiteY1" fmla="*/ 43107 h 43107"/>
                    <a:gd name="connsiteX2" fmla="*/ 0 w 122883"/>
                    <a:gd name="connsiteY2" fmla="*/ 21554 h 43107"/>
                    <a:gd name="connsiteX3" fmla="*/ 21554 w 122883"/>
                    <a:gd name="connsiteY3" fmla="*/ 0 h 43107"/>
                    <a:gd name="connsiteX4" fmla="*/ 101330 w 122883"/>
                    <a:gd name="connsiteY4" fmla="*/ 0 h 43107"/>
                    <a:gd name="connsiteX5" fmla="*/ 122883 w 122883"/>
                    <a:gd name="connsiteY5" fmla="*/ 21554 h 43107"/>
                    <a:gd name="connsiteX6" fmla="*/ 101330 w 122883"/>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883" h="43107">
                      <a:moveTo>
                        <a:pt x="101330" y="43107"/>
                      </a:moveTo>
                      <a:lnTo>
                        <a:pt x="21554" y="43107"/>
                      </a:lnTo>
                      <a:cubicBezTo>
                        <a:pt x="9650" y="43107"/>
                        <a:pt x="0" y="33457"/>
                        <a:pt x="0" y="21554"/>
                      </a:cubicBezTo>
                      <a:cubicBezTo>
                        <a:pt x="0" y="9651"/>
                        <a:pt x="9650" y="0"/>
                        <a:pt x="21554" y="0"/>
                      </a:cubicBezTo>
                      <a:lnTo>
                        <a:pt x="101330" y="0"/>
                      </a:lnTo>
                      <a:cubicBezTo>
                        <a:pt x="113233" y="0"/>
                        <a:pt x="122883" y="9651"/>
                        <a:pt x="122883" y="21554"/>
                      </a:cubicBezTo>
                      <a:cubicBezTo>
                        <a:pt x="122883" y="33457"/>
                        <a:pt x="113233" y="43107"/>
                        <a:pt x="101330" y="43107"/>
                      </a:cubicBezTo>
                      <a:close/>
                    </a:path>
                  </a:pathLst>
                </a:custGeom>
                <a:solidFill>
                  <a:srgbClr val="EF463C"/>
                </a:solidFill>
                <a:ln w="2667" cap="flat">
                  <a:noFill/>
                  <a:prstDash val="solid"/>
                  <a:miter/>
                </a:ln>
              </p:spPr>
              <p:txBody>
                <a:bodyPr rtlCol="0" anchor="ctr"/>
                <a:lstStyle/>
                <a:p>
                  <a:endParaRPr lang="en-MY"/>
                </a:p>
              </p:txBody>
            </p:sp>
            <p:sp>
              <p:nvSpPr>
                <p:cNvPr id="172" name="Freeform: Shape 627">
                  <a:extLst>
                    <a:ext uri="{FF2B5EF4-FFF2-40B4-BE49-F238E27FC236}">
                      <a16:creationId xmlns:a16="http://schemas.microsoft.com/office/drawing/2014/main" id="{78F1F6BF-66A9-27BE-15B1-70F3530959E1}"/>
                    </a:ext>
                  </a:extLst>
                </p:cNvPr>
                <p:cNvSpPr/>
                <p:nvPr/>
              </p:nvSpPr>
              <p:spPr>
                <a:xfrm>
                  <a:off x="1923883" y="2202515"/>
                  <a:ext cx="120835" cy="43107"/>
                </a:xfrm>
                <a:custGeom>
                  <a:avLst/>
                  <a:gdLst>
                    <a:gd name="connsiteX0" fmla="*/ 99282 w 120835"/>
                    <a:gd name="connsiteY0" fmla="*/ 43107 h 43107"/>
                    <a:gd name="connsiteX1" fmla="*/ 21554 w 120835"/>
                    <a:gd name="connsiteY1" fmla="*/ 43107 h 43107"/>
                    <a:gd name="connsiteX2" fmla="*/ 0 w 120835"/>
                    <a:gd name="connsiteY2" fmla="*/ 21554 h 43107"/>
                    <a:gd name="connsiteX3" fmla="*/ 21554 w 120835"/>
                    <a:gd name="connsiteY3" fmla="*/ 0 h 43107"/>
                    <a:gd name="connsiteX4" fmla="*/ 99282 w 120835"/>
                    <a:gd name="connsiteY4" fmla="*/ 0 h 43107"/>
                    <a:gd name="connsiteX5" fmla="*/ 120836 w 120835"/>
                    <a:gd name="connsiteY5" fmla="*/ 21554 h 43107"/>
                    <a:gd name="connsiteX6" fmla="*/ 99282 w 120835"/>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35" h="43107">
                      <a:moveTo>
                        <a:pt x="99282" y="43107"/>
                      </a:moveTo>
                      <a:lnTo>
                        <a:pt x="21554" y="43107"/>
                      </a:lnTo>
                      <a:cubicBezTo>
                        <a:pt x="9650" y="43107"/>
                        <a:pt x="0" y="33457"/>
                        <a:pt x="0" y="21554"/>
                      </a:cubicBezTo>
                      <a:cubicBezTo>
                        <a:pt x="0" y="9651"/>
                        <a:pt x="9650" y="0"/>
                        <a:pt x="21554" y="0"/>
                      </a:cubicBezTo>
                      <a:lnTo>
                        <a:pt x="99282" y="0"/>
                      </a:lnTo>
                      <a:cubicBezTo>
                        <a:pt x="111185" y="0"/>
                        <a:pt x="120836" y="9651"/>
                        <a:pt x="120836" y="21554"/>
                      </a:cubicBezTo>
                      <a:cubicBezTo>
                        <a:pt x="120836" y="33457"/>
                        <a:pt x="111185" y="43107"/>
                        <a:pt x="99282" y="43107"/>
                      </a:cubicBezTo>
                      <a:close/>
                    </a:path>
                  </a:pathLst>
                </a:custGeom>
                <a:solidFill>
                  <a:srgbClr val="EF463C"/>
                </a:solidFill>
                <a:ln w="2667" cap="flat">
                  <a:noFill/>
                  <a:prstDash val="solid"/>
                  <a:miter/>
                </a:ln>
              </p:spPr>
              <p:txBody>
                <a:bodyPr rtlCol="0" anchor="ctr"/>
                <a:lstStyle/>
                <a:p>
                  <a:endParaRPr lang="en-MY"/>
                </a:p>
              </p:txBody>
            </p:sp>
            <p:sp>
              <p:nvSpPr>
                <p:cNvPr id="173" name="Freeform: Shape 628">
                  <a:extLst>
                    <a:ext uri="{FF2B5EF4-FFF2-40B4-BE49-F238E27FC236}">
                      <a16:creationId xmlns:a16="http://schemas.microsoft.com/office/drawing/2014/main" id="{BF2F8297-3B3C-0641-0236-5E11DA2D340D}"/>
                    </a:ext>
                  </a:extLst>
                </p:cNvPr>
                <p:cNvSpPr/>
                <p:nvPr/>
              </p:nvSpPr>
              <p:spPr>
                <a:xfrm>
                  <a:off x="1915154" y="2109268"/>
                  <a:ext cx="140341" cy="136354"/>
                </a:xfrm>
                <a:custGeom>
                  <a:avLst/>
                  <a:gdLst>
                    <a:gd name="connsiteX0" fmla="*/ 118788 w 140341"/>
                    <a:gd name="connsiteY0" fmla="*/ 136354 h 136354"/>
                    <a:gd name="connsiteX1" fmla="*/ 21554 w 140341"/>
                    <a:gd name="connsiteY1" fmla="*/ 136354 h 136354"/>
                    <a:gd name="connsiteX2" fmla="*/ 0 w 140341"/>
                    <a:gd name="connsiteY2" fmla="*/ 114801 h 136354"/>
                    <a:gd name="connsiteX3" fmla="*/ 0 w 140341"/>
                    <a:gd name="connsiteY3" fmla="*/ 21554 h 136354"/>
                    <a:gd name="connsiteX4" fmla="*/ 21554 w 140341"/>
                    <a:gd name="connsiteY4" fmla="*/ 0 h 136354"/>
                    <a:gd name="connsiteX5" fmla="*/ 43107 w 140341"/>
                    <a:gd name="connsiteY5" fmla="*/ 21554 h 136354"/>
                    <a:gd name="connsiteX6" fmla="*/ 43107 w 140341"/>
                    <a:gd name="connsiteY6" fmla="*/ 93247 h 136354"/>
                    <a:gd name="connsiteX7" fmla="*/ 97234 w 140341"/>
                    <a:gd name="connsiteY7" fmla="*/ 93247 h 136354"/>
                    <a:gd name="connsiteX8" fmla="*/ 97234 w 140341"/>
                    <a:gd name="connsiteY8" fmla="*/ 22955 h 136354"/>
                    <a:gd name="connsiteX9" fmla="*/ 118788 w 140341"/>
                    <a:gd name="connsiteY9" fmla="*/ 1401 h 136354"/>
                    <a:gd name="connsiteX10" fmla="*/ 140342 w 140341"/>
                    <a:gd name="connsiteY10" fmla="*/ 22955 h 136354"/>
                    <a:gd name="connsiteX11" fmla="*/ 140342 w 140341"/>
                    <a:gd name="connsiteY11" fmla="*/ 114801 h 136354"/>
                    <a:gd name="connsiteX12" fmla="*/ 118788 w 140341"/>
                    <a:gd name="connsiteY12" fmla="*/ 136354 h 13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341" h="136354">
                      <a:moveTo>
                        <a:pt x="118788" y="136354"/>
                      </a:moveTo>
                      <a:lnTo>
                        <a:pt x="21554" y="136354"/>
                      </a:lnTo>
                      <a:cubicBezTo>
                        <a:pt x="9650" y="136354"/>
                        <a:pt x="0" y="126704"/>
                        <a:pt x="0" y="114801"/>
                      </a:cubicBezTo>
                      <a:lnTo>
                        <a:pt x="0" y="21554"/>
                      </a:lnTo>
                      <a:cubicBezTo>
                        <a:pt x="0" y="9651"/>
                        <a:pt x="9650" y="0"/>
                        <a:pt x="21554" y="0"/>
                      </a:cubicBezTo>
                      <a:cubicBezTo>
                        <a:pt x="33458" y="0"/>
                        <a:pt x="43107" y="9651"/>
                        <a:pt x="43107" y="21554"/>
                      </a:cubicBezTo>
                      <a:lnTo>
                        <a:pt x="43107" y="93247"/>
                      </a:lnTo>
                      <a:lnTo>
                        <a:pt x="97234" y="93247"/>
                      </a:lnTo>
                      <a:lnTo>
                        <a:pt x="97234" y="22955"/>
                      </a:lnTo>
                      <a:cubicBezTo>
                        <a:pt x="97234" y="11052"/>
                        <a:pt x="106885" y="1401"/>
                        <a:pt x="118788" y="1401"/>
                      </a:cubicBezTo>
                      <a:cubicBezTo>
                        <a:pt x="130691" y="1401"/>
                        <a:pt x="140342" y="11052"/>
                        <a:pt x="140342" y="22955"/>
                      </a:cubicBezTo>
                      <a:lnTo>
                        <a:pt x="140342" y="114801"/>
                      </a:lnTo>
                      <a:cubicBezTo>
                        <a:pt x="140342" y="126704"/>
                        <a:pt x="130691" y="136354"/>
                        <a:pt x="118788" y="136354"/>
                      </a:cubicBezTo>
                      <a:close/>
                    </a:path>
                  </a:pathLst>
                </a:custGeom>
                <a:solidFill>
                  <a:srgbClr val="C42828"/>
                </a:solidFill>
                <a:ln w="2667" cap="flat">
                  <a:noFill/>
                  <a:prstDash val="solid"/>
                  <a:miter/>
                </a:ln>
              </p:spPr>
              <p:txBody>
                <a:bodyPr rtlCol="0" anchor="ctr"/>
                <a:lstStyle/>
                <a:p>
                  <a:endParaRPr lang="en-MY"/>
                </a:p>
              </p:txBody>
            </p:sp>
          </p:grpSp>
          <p:sp>
            <p:nvSpPr>
              <p:cNvPr id="166" name="Freeform: Shape 621">
                <a:extLst>
                  <a:ext uri="{FF2B5EF4-FFF2-40B4-BE49-F238E27FC236}">
                    <a16:creationId xmlns:a16="http://schemas.microsoft.com/office/drawing/2014/main" id="{C3E32C29-7CBD-C1D3-F018-702C31B1EEA7}"/>
                  </a:ext>
                </a:extLst>
              </p:cNvPr>
              <p:cNvSpPr/>
              <p:nvPr/>
            </p:nvSpPr>
            <p:spPr>
              <a:xfrm>
                <a:off x="2078461" y="1845892"/>
                <a:ext cx="77396" cy="77393"/>
              </a:xfrm>
              <a:custGeom>
                <a:avLst/>
                <a:gdLst>
                  <a:gd name="connsiteX0" fmla="*/ 21543 w 77396"/>
                  <a:gd name="connsiteY0" fmla="*/ 77394 h 77393"/>
                  <a:gd name="connsiteX1" fmla="*/ 0 w 77396"/>
                  <a:gd name="connsiteY1" fmla="*/ 55830 h 77393"/>
                  <a:gd name="connsiteX2" fmla="*/ 6321 w 77396"/>
                  <a:gd name="connsiteY2" fmla="*/ 40591 h 77393"/>
                  <a:gd name="connsiteX3" fmla="*/ 40591 w 77396"/>
                  <a:gd name="connsiteY3" fmla="*/ 6320 h 77393"/>
                  <a:gd name="connsiteX4" fmla="*/ 71076 w 77396"/>
                  <a:gd name="connsiteY4" fmla="*/ 6307 h 77393"/>
                  <a:gd name="connsiteX5" fmla="*/ 71090 w 77396"/>
                  <a:gd name="connsiteY5" fmla="*/ 36792 h 77393"/>
                  <a:gd name="connsiteX6" fmla="*/ 36792 w 77396"/>
                  <a:gd name="connsiteY6" fmla="*/ 71089 h 77393"/>
                  <a:gd name="connsiteX7" fmla="*/ 21543 w 77396"/>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6" h="77393">
                    <a:moveTo>
                      <a:pt x="21543" y="77394"/>
                    </a:moveTo>
                    <a:cubicBezTo>
                      <a:pt x="9640" y="77388"/>
                      <a:pt x="-5" y="67734"/>
                      <a:pt x="0" y="55830"/>
                    </a:cubicBezTo>
                    <a:cubicBezTo>
                      <a:pt x="3" y="50113"/>
                      <a:pt x="2277" y="44631"/>
                      <a:pt x="6321" y="40591"/>
                    </a:cubicBezTo>
                    <a:lnTo>
                      <a:pt x="40591" y="6320"/>
                    </a:lnTo>
                    <a:cubicBezTo>
                      <a:pt x="49005" y="-2101"/>
                      <a:pt x="62654" y="-2108"/>
                      <a:pt x="71076" y="6307"/>
                    </a:cubicBezTo>
                    <a:cubicBezTo>
                      <a:pt x="79498" y="14722"/>
                      <a:pt x="79504" y="28370"/>
                      <a:pt x="71090" y="36792"/>
                    </a:cubicBezTo>
                    <a:lnTo>
                      <a:pt x="36792" y="71089"/>
                    </a:lnTo>
                    <a:cubicBezTo>
                      <a:pt x="32746" y="75130"/>
                      <a:pt x="27260" y="77398"/>
                      <a:pt x="21543" y="77394"/>
                    </a:cubicBezTo>
                    <a:close/>
                  </a:path>
                </a:pathLst>
              </a:custGeom>
              <a:solidFill>
                <a:srgbClr val="EF463C"/>
              </a:solidFill>
              <a:ln w="2667" cap="flat">
                <a:noFill/>
                <a:prstDash val="solid"/>
                <a:miter/>
              </a:ln>
            </p:spPr>
            <p:txBody>
              <a:bodyPr rtlCol="0" anchor="ctr"/>
              <a:lstStyle/>
              <a:p>
                <a:endParaRPr lang="en-MY"/>
              </a:p>
            </p:txBody>
          </p:sp>
          <p:sp>
            <p:nvSpPr>
              <p:cNvPr id="167" name="Freeform: Shape 622">
                <a:extLst>
                  <a:ext uri="{FF2B5EF4-FFF2-40B4-BE49-F238E27FC236}">
                    <a16:creationId xmlns:a16="http://schemas.microsoft.com/office/drawing/2014/main" id="{3B739839-1D04-B303-63B3-A9D339188187}"/>
                  </a:ext>
                </a:extLst>
              </p:cNvPr>
              <p:cNvSpPr/>
              <p:nvPr/>
            </p:nvSpPr>
            <p:spPr>
              <a:xfrm>
                <a:off x="1811694" y="1845165"/>
                <a:ext cx="77397" cy="77393"/>
              </a:xfrm>
              <a:custGeom>
                <a:avLst/>
                <a:gdLst>
                  <a:gd name="connsiteX0" fmla="*/ 55854 w 77397"/>
                  <a:gd name="connsiteY0" fmla="*/ 77394 h 77393"/>
                  <a:gd name="connsiteX1" fmla="*/ 40604 w 77397"/>
                  <a:gd name="connsiteY1" fmla="*/ 71089 h 77393"/>
                  <a:gd name="connsiteX2" fmla="*/ 6307 w 77397"/>
                  <a:gd name="connsiteY2" fmla="*/ 36792 h 77393"/>
                  <a:gd name="connsiteX3" fmla="*/ 6320 w 77397"/>
                  <a:gd name="connsiteY3" fmla="*/ 6307 h 77393"/>
                  <a:gd name="connsiteX4" fmla="*/ 36805 w 77397"/>
                  <a:gd name="connsiteY4" fmla="*/ 6320 h 77393"/>
                  <a:gd name="connsiteX5" fmla="*/ 71103 w 77397"/>
                  <a:gd name="connsiteY5" fmla="*/ 40618 h 77393"/>
                  <a:gd name="connsiteX6" fmla="*/ 71066 w 77397"/>
                  <a:gd name="connsiteY6" fmla="*/ 71099 h 77393"/>
                  <a:gd name="connsiteX7" fmla="*/ 55854 w 77397"/>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7" h="77393">
                    <a:moveTo>
                      <a:pt x="55854" y="77394"/>
                    </a:moveTo>
                    <a:cubicBezTo>
                      <a:pt x="50135" y="77398"/>
                      <a:pt x="44650" y="75130"/>
                      <a:pt x="40604" y="71089"/>
                    </a:cubicBezTo>
                    <a:lnTo>
                      <a:pt x="6307" y="36792"/>
                    </a:lnTo>
                    <a:cubicBezTo>
                      <a:pt x="-2108" y="28370"/>
                      <a:pt x="-2101" y="14722"/>
                      <a:pt x="6320" y="6307"/>
                    </a:cubicBezTo>
                    <a:cubicBezTo>
                      <a:pt x="14742" y="-2108"/>
                      <a:pt x="28391" y="-2101"/>
                      <a:pt x="36805" y="6320"/>
                    </a:cubicBezTo>
                    <a:lnTo>
                      <a:pt x="71103" y="40618"/>
                    </a:lnTo>
                    <a:cubicBezTo>
                      <a:pt x="79510" y="49045"/>
                      <a:pt x="79493" y="62692"/>
                      <a:pt x="71066" y="71099"/>
                    </a:cubicBezTo>
                    <a:cubicBezTo>
                      <a:pt x="67028" y="75128"/>
                      <a:pt x="61558" y="77391"/>
                      <a:pt x="55854" y="77394"/>
                    </a:cubicBezTo>
                    <a:close/>
                  </a:path>
                </a:pathLst>
              </a:custGeom>
              <a:solidFill>
                <a:srgbClr val="EF463C"/>
              </a:solidFill>
              <a:ln w="2667" cap="flat">
                <a:noFill/>
                <a:prstDash val="solid"/>
                <a:miter/>
              </a:ln>
            </p:spPr>
            <p:txBody>
              <a:bodyPr rtlCol="0" anchor="ctr"/>
              <a:lstStyle/>
              <a:p>
                <a:endParaRPr lang="en-MY"/>
              </a:p>
            </p:txBody>
          </p:sp>
          <p:sp>
            <p:nvSpPr>
              <p:cNvPr id="168" name="Freeform: Shape 623">
                <a:extLst>
                  <a:ext uri="{FF2B5EF4-FFF2-40B4-BE49-F238E27FC236}">
                    <a16:creationId xmlns:a16="http://schemas.microsoft.com/office/drawing/2014/main" id="{D334A9FE-011D-9DEE-8AF2-FBD00D418BB0}"/>
                  </a:ext>
                </a:extLst>
              </p:cNvPr>
              <p:cNvSpPr/>
              <p:nvPr/>
            </p:nvSpPr>
            <p:spPr>
              <a:xfrm>
                <a:off x="1964108" y="1793479"/>
                <a:ext cx="43107" cy="91603"/>
              </a:xfrm>
              <a:custGeom>
                <a:avLst/>
                <a:gdLst>
                  <a:gd name="connsiteX0" fmla="*/ 21554 w 43107"/>
                  <a:gd name="connsiteY0" fmla="*/ 91603 h 91603"/>
                  <a:gd name="connsiteX1" fmla="*/ 0 w 43107"/>
                  <a:gd name="connsiteY1" fmla="*/ 70050 h 91603"/>
                  <a:gd name="connsiteX2" fmla="*/ 0 w 43107"/>
                  <a:gd name="connsiteY2" fmla="*/ 21554 h 91603"/>
                  <a:gd name="connsiteX3" fmla="*/ 21554 w 43107"/>
                  <a:gd name="connsiteY3" fmla="*/ 0 h 91603"/>
                  <a:gd name="connsiteX4" fmla="*/ 43107 w 43107"/>
                  <a:gd name="connsiteY4" fmla="*/ 21554 h 91603"/>
                  <a:gd name="connsiteX5" fmla="*/ 43107 w 43107"/>
                  <a:gd name="connsiteY5" fmla="*/ 70050 h 91603"/>
                  <a:gd name="connsiteX6" fmla="*/ 21554 w 43107"/>
                  <a:gd name="connsiteY6" fmla="*/ 91603 h 91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107" h="91603">
                    <a:moveTo>
                      <a:pt x="21554" y="91603"/>
                    </a:moveTo>
                    <a:cubicBezTo>
                      <a:pt x="9650" y="91603"/>
                      <a:pt x="0" y="81954"/>
                      <a:pt x="0" y="70050"/>
                    </a:cubicBezTo>
                    <a:lnTo>
                      <a:pt x="0" y="21554"/>
                    </a:lnTo>
                    <a:cubicBezTo>
                      <a:pt x="0" y="9650"/>
                      <a:pt x="9650" y="0"/>
                      <a:pt x="21554" y="0"/>
                    </a:cubicBezTo>
                    <a:cubicBezTo>
                      <a:pt x="33458" y="0"/>
                      <a:pt x="43107" y="9650"/>
                      <a:pt x="43107" y="21554"/>
                    </a:cubicBezTo>
                    <a:lnTo>
                      <a:pt x="43107" y="70050"/>
                    </a:lnTo>
                    <a:cubicBezTo>
                      <a:pt x="43107" y="81954"/>
                      <a:pt x="33458" y="91603"/>
                      <a:pt x="21554" y="91603"/>
                    </a:cubicBezTo>
                    <a:close/>
                  </a:path>
                </a:pathLst>
              </a:custGeom>
              <a:solidFill>
                <a:srgbClr val="EF463C"/>
              </a:solidFill>
              <a:ln w="2667" cap="flat">
                <a:noFill/>
                <a:prstDash val="solid"/>
                <a:miter/>
              </a:ln>
            </p:spPr>
            <p:txBody>
              <a:bodyPr rtlCol="0" anchor="ctr"/>
              <a:lstStyle/>
              <a:p>
                <a:endParaRPr lang="en-MY"/>
              </a:p>
            </p:txBody>
          </p:sp>
          <p:sp>
            <p:nvSpPr>
              <p:cNvPr id="169" name="Freeform: Shape 624">
                <a:extLst>
                  <a:ext uri="{FF2B5EF4-FFF2-40B4-BE49-F238E27FC236}">
                    <a16:creationId xmlns:a16="http://schemas.microsoft.com/office/drawing/2014/main" id="{2F3D078E-ED4A-B523-F9AB-9CE28C39B33D}"/>
                  </a:ext>
                </a:extLst>
              </p:cNvPr>
              <p:cNvSpPr/>
              <p:nvPr/>
            </p:nvSpPr>
            <p:spPr>
              <a:xfrm>
                <a:off x="2126354"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1" y="43107"/>
                      <a:pt x="0" y="33458"/>
                      <a:pt x="0" y="21554"/>
                    </a:cubicBezTo>
                    <a:cubicBezTo>
                      <a:pt x="0" y="9650"/>
                      <a:pt x="9651" y="0"/>
                      <a:pt x="21554" y="0"/>
                    </a:cubicBezTo>
                    <a:lnTo>
                      <a:pt x="61967" y="0"/>
                    </a:lnTo>
                    <a:cubicBezTo>
                      <a:pt x="73870" y="0"/>
                      <a:pt x="83521" y="9650"/>
                      <a:pt x="83521" y="21554"/>
                    </a:cubicBezTo>
                    <a:cubicBezTo>
                      <a:pt x="83521" y="33458"/>
                      <a:pt x="73870" y="43107"/>
                      <a:pt x="61967" y="43107"/>
                    </a:cubicBezTo>
                    <a:close/>
                  </a:path>
                </a:pathLst>
              </a:custGeom>
              <a:solidFill>
                <a:srgbClr val="EF463C"/>
              </a:solidFill>
              <a:ln w="2667" cap="flat">
                <a:noFill/>
                <a:prstDash val="solid"/>
                <a:miter/>
              </a:ln>
            </p:spPr>
            <p:txBody>
              <a:bodyPr rtlCol="0" anchor="ctr"/>
              <a:lstStyle/>
              <a:p>
                <a:endParaRPr lang="en-MY"/>
              </a:p>
            </p:txBody>
          </p:sp>
        </p:grpSp>
        <p:grpSp>
          <p:nvGrpSpPr>
            <p:cNvPr id="174" name="Group 173">
              <a:extLst>
                <a:ext uri="{FF2B5EF4-FFF2-40B4-BE49-F238E27FC236}">
                  <a16:creationId xmlns:a16="http://schemas.microsoft.com/office/drawing/2014/main" id="{DBF6B799-0E27-35A4-EAC7-CDFB512A82B7}"/>
                </a:ext>
              </a:extLst>
            </p:cNvPr>
            <p:cNvGrpSpPr/>
            <p:nvPr/>
          </p:nvGrpSpPr>
          <p:grpSpPr>
            <a:xfrm>
              <a:off x="3280853" y="3617982"/>
              <a:ext cx="251373" cy="260212"/>
              <a:chOff x="738790" y="2040956"/>
              <a:chExt cx="251373" cy="260212"/>
            </a:xfrm>
          </p:grpSpPr>
          <p:sp>
            <p:nvSpPr>
              <p:cNvPr id="175" name="Freeform 176">
                <a:extLst>
                  <a:ext uri="{FF2B5EF4-FFF2-40B4-BE49-F238E27FC236}">
                    <a16:creationId xmlns:a16="http://schemas.microsoft.com/office/drawing/2014/main" id="{09F8C4C7-2DAC-DB01-F687-D2BAA79E842D}"/>
                  </a:ext>
                </a:extLst>
              </p:cNvPr>
              <p:cNvSpPr/>
              <p:nvPr/>
            </p:nvSpPr>
            <p:spPr>
              <a:xfrm>
                <a:off x="738790" y="2134679"/>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4"/>
                      <a:pt x="5614" y="0"/>
                      <a:pt x="12540" y="0"/>
                    </a:cubicBezTo>
                    <a:lnTo>
                      <a:pt x="65163" y="0"/>
                    </a:lnTo>
                    <a:cubicBezTo>
                      <a:pt x="72089" y="0"/>
                      <a:pt x="77703" y="5614"/>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76" name="Freeform 177">
                <a:extLst>
                  <a:ext uri="{FF2B5EF4-FFF2-40B4-BE49-F238E27FC236}">
                    <a16:creationId xmlns:a16="http://schemas.microsoft.com/office/drawing/2014/main" id="{05E6FC63-19D1-7421-FFFF-3681D5508467}"/>
                  </a:ext>
                </a:extLst>
              </p:cNvPr>
              <p:cNvSpPr/>
              <p:nvPr/>
            </p:nvSpPr>
            <p:spPr>
              <a:xfrm>
                <a:off x="738790" y="2223465"/>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5"/>
                      <a:pt x="5614" y="0"/>
                      <a:pt x="12540" y="0"/>
                    </a:cubicBezTo>
                    <a:lnTo>
                      <a:pt x="65163" y="0"/>
                    </a:lnTo>
                    <a:cubicBezTo>
                      <a:pt x="72089" y="0"/>
                      <a:pt x="77703" y="5615"/>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77" name="Freeform 178">
                <a:extLst>
                  <a:ext uri="{FF2B5EF4-FFF2-40B4-BE49-F238E27FC236}">
                    <a16:creationId xmlns:a16="http://schemas.microsoft.com/office/drawing/2014/main" id="{A06DED11-1343-C8C0-7D3E-85B69A383020}"/>
                  </a:ext>
                </a:extLst>
              </p:cNvPr>
              <p:cNvSpPr/>
              <p:nvPr/>
            </p:nvSpPr>
            <p:spPr>
              <a:xfrm>
                <a:off x="791413" y="2082057"/>
                <a:ext cx="86732" cy="104006"/>
              </a:xfrm>
              <a:custGeom>
                <a:avLst/>
                <a:gdLst>
                  <a:gd name="connsiteX0" fmla="*/ 74192 w 86732"/>
                  <a:gd name="connsiteY0" fmla="*/ 104006 h 104006"/>
                  <a:gd name="connsiteX1" fmla="*/ 12540 w 86732"/>
                  <a:gd name="connsiteY1" fmla="*/ 104006 h 104006"/>
                  <a:gd name="connsiteX2" fmla="*/ 0 w 86732"/>
                  <a:gd name="connsiteY2" fmla="*/ 91466 h 104006"/>
                  <a:gd name="connsiteX3" fmla="*/ 12540 w 86732"/>
                  <a:gd name="connsiteY3" fmla="*/ 78926 h 104006"/>
                  <a:gd name="connsiteX4" fmla="*/ 61651 w 86732"/>
                  <a:gd name="connsiteY4" fmla="*/ 78926 h 104006"/>
                  <a:gd name="connsiteX5" fmla="*/ 61651 w 86732"/>
                  <a:gd name="connsiteY5" fmla="*/ 12540 h 104006"/>
                  <a:gd name="connsiteX6" fmla="*/ 74192 w 86732"/>
                  <a:gd name="connsiteY6" fmla="*/ 0 h 104006"/>
                  <a:gd name="connsiteX7" fmla="*/ 86732 w 86732"/>
                  <a:gd name="connsiteY7" fmla="*/ 12540 h 104006"/>
                  <a:gd name="connsiteX8" fmla="*/ 86732 w 86732"/>
                  <a:gd name="connsiteY8" fmla="*/ 91466 h 104006"/>
                  <a:gd name="connsiteX9" fmla="*/ 74192 w 86732"/>
                  <a:gd name="connsiteY9" fmla="*/ 104006 h 10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732" h="104006">
                    <a:moveTo>
                      <a:pt x="74192" y="104006"/>
                    </a:moveTo>
                    <a:lnTo>
                      <a:pt x="12540" y="104006"/>
                    </a:lnTo>
                    <a:cubicBezTo>
                      <a:pt x="5614" y="104006"/>
                      <a:pt x="0" y="98392"/>
                      <a:pt x="0" y="91466"/>
                    </a:cubicBezTo>
                    <a:cubicBezTo>
                      <a:pt x="0" y="84540"/>
                      <a:pt x="5614" y="78926"/>
                      <a:pt x="12540" y="78926"/>
                    </a:cubicBezTo>
                    <a:lnTo>
                      <a:pt x="61651" y="78926"/>
                    </a:lnTo>
                    <a:lnTo>
                      <a:pt x="61651" y="12540"/>
                    </a:lnTo>
                    <a:cubicBezTo>
                      <a:pt x="61651" y="5614"/>
                      <a:pt x="67266" y="0"/>
                      <a:pt x="74192" y="0"/>
                    </a:cubicBezTo>
                    <a:cubicBezTo>
                      <a:pt x="81118" y="0"/>
                      <a:pt x="86732" y="5614"/>
                      <a:pt x="86732" y="12540"/>
                    </a:cubicBezTo>
                    <a:lnTo>
                      <a:pt x="86732" y="91466"/>
                    </a:lnTo>
                    <a:cubicBezTo>
                      <a:pt x="86732" y="98392"/>
                      <a:pt x="81118" y="104006"/>
                      <a:pt x="74192" y="104006"/>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78" name="Freeform 179">
                <a:extLst>
                  <a:ext uri="{FF2B5EF4-FFF2-40B4-BE49-F238E27FC236}">
                    <a16:creationId xmlns:a16="http://schemas.microsoft.com/office/drawing/2014/main" id="{735A9C8E-AE91-1773-1B1C-A51B6FD1F7C8}"/>
                  </a:ext>
                </a:extLst>
              </p:cNvPr>
              <p:cNvSpPr/>
              <p:nvPr/>
            </p:nvSpPr>
            <p:spPr>
              <a:xfrm>
                <a:off x="853064" y="2160983"/>
                <a:ext cx="62701" cy="25080"/>
              </a:xfrm>
              <a:custGeom>
                <a:avLst/>
                <a:gdLst>
                  <a:gd name="connsiteX0" fmla="*/ 50161 w 62701"/>
                  <a:gd name="connsiteY0" fmla="*/ 25081 h 25080"/>
                  <a:gd name="connsiteX1" fmla="*/ 12540 w 62701"/>
                  <a:gd name="connsiteY1" fmla="*/ 25081 h 25080"/>
                  <a:gd name="connsiteX2" fmla="*/ 0 w 62701"/>
                  <a:gd name="connsiteY2" fmla="*/ 12540 h 25080"/>
                  <a:gd name="connsiteX3" fmla="*/ 12540 w 62701"/>
                  <a:gd name="connsiteY3" fmla="*/ 0 h 25080"/>
                  <a:gd name="connsiteX4" fmla="*/ 50161 w 62701"/>
                  <a:gd name="connsiteY4" fmla="*/ 0 h 25080"/>
                  <a:gd name="connsiteX5" fmla="*/ 62702 w 62701"/>
                  <a:gd name="connsiteY5" fmla="*/ 12540 h 25080"/>
                  <a:gd name="connsiteX6" fmla="*/ 50161 w 62701"/>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01" h="25080">
                    <a:moveTo>
                      <a:pt x="50161" y="25081"/>
                    </a:moveTo>
                    <a:lnTo>
                      <a:pt x="12540" y="25081"/>
                    </a:lnTo>
                    <a:cubicBezTo>
                      <a:pt x="5614" y="25081"/>
                      <a:pt x="0" y="19466"/>
                      <a:pt x="0" y="12540"/>
                    </a:cubicBezTo>
                    <a:cubicBezTo>
                      <a:pt x="0" y="5614"/>
                      <a:pt x="5614" y="0"/>
                      <a:pt x="12540" y="0"/>
                    </a:cubicBezTo>
                    <a:lnTo>
                      <a:pt x="50161" y="0"/>
                    </a:lnTo>
                    <a:cubicBezTo>
                      <a:pt x="57087" y="0"/>
                      <a:pt x="62702" y="5614"/>
                      <a:pt x="62702" y="12540"/>
                    </a:cubicBezTo>
                    <a:cubicBezTo>
                      <a:pt x="62702" y="19466"/>
                      <a:pt x="57087" y="25081"/>
                      <a:pt x="50161"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79" name="Freeform 180">
                <a:extLst>
                  <a:ext uri="{FF2B5EF4-FFF2-40B4-BE49-F238E27FC236}">
                    <a16:creationId xmlns:a16="http://schemas.microsoft.com/office/drawing/2014/main" id="{84443C45-A0B2-76CF-5756-04D3439DF57D}"/>
                  </a:ext>
                </a:extLst>
              </p:cNvPr>
              <p:cNvSpPr/>
              <p:nvPr/>
            </p:nvSpPr>
            <p:spPr>
              <a:xfrm>
                <a:off x="791413" y="2198196"/>
                <a:ext cx="161550" cy="76668"/>
              </a:xfrm>
              <a:custGeom>
                <a:avLst/>
                <a:gdLst>
                  <a:gd name="connsiteX0" fmla="*/ 149011 w 161550"/>
                  <a:gd name="connsiteY0" fmla="*/ 76669 h 76668"/>
                  <a:gd name="connsiteX1" fmla="*/ 12540 w 161550"/>
                  <a:gd name="connsiteY1" fmla="*/ 76669 h 76668"/>
                  <a:gd name="connsiteX2" fmla="*/ 0 w 161550"/>
                  <a:gd name="connsiteY2" fmla="*/ 64128 h 76668"/>
                  <a:gd name="connsiteX3" fmla="*/ 12540 w 161550"/>
                  <a:gd name="connsiteY3" fmla="*/ 51588 h 76668"/>
                  <a:gd name="connsiteX4" fmla="*/ 136470 w 161550"/>
                  <a:gd name="connsiteY4" fmla="*/ 51588 h 76668"/>
                  <a:gd name="connsiteX5" fmla="*/ 136470 w 161550"/>
                  <a:gd name="connsiteY5" fmla="*/ 12540 h 76668"/>
                  <a:gd name="connsiteX6" fmla="*/ 149011 w 161550"/>
                  <a:gd name="connsiteY6" fmla="*/ 0 h 76668"/>
                  <a:gd name="connsiteX7" fmla="*/ 161551 w 161550"/>
                  <a:gd name="connsiteY7" fmla="*/ 12540 h 76668"/>
                  <a:gd name="connsiteX8" fmla="*/ 161551 w 161550"/>
                  <a:gd name="connsiteY8" fmla="*/ 64128 h 76668"/>
                  <a:gd name="connsiteX9" fmla="*/ 149011 w 161550"/>
                  <a:gd name="connsiteY9" fmla="*/ 76669 h 7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550" h="76668">
                    <a:moveTo>
                      <a:pt x="149011" y="76669"/>
                    </a:moveTo>
                    <a:lnTo>
                      <a:pt x="12540" y="76669"/>
                    </a:lnTo>
                    <a:cubicBezTo>
                      <a:pt x="5614" y="76669"/>
                      <a:pt x="0" y="71054"/>
                      <a:pt x="0" y="64128"/>
                    </a:cubicBezTo>
                    <a:cubicBezTo>
                      <a:pt x="0" y="57203"/>
                      <a:pt x="5614" y="51588"/>
                      <a:pt x="12540" y="51588"/>
                    </a:cubicBezTo>
                    <a:lnTo>
                      <a:pt x="136470" y="51588"/>
                    </a:lnTo>
                    <a:lnTo>
                      <a:pt x="136470" y="12540"/>
                    </a:lnTo>
                    <a:cubicBezTo>
                      <a:pt x="136470" y="5615"/>
                      <a:pt x="142085" y="0"/>
                      <a:pt x="149011" y="0"/>
                    </a:cubicBezTo>
                    <a:cubicBezTo>
                      <a:pt x="155936" y="0"/>
                      <a:pt x="161551" y="5615"/>
                      <a:pt x="161551" y="12540"/>
                    </a:cubicBezTo>
                    <a:lnTo>
                      <a:pt x="161551" y="64128"/>
                    </a:lnTo>
                    <a:cubicBezTo>
                      <a:pt x="161551" y="71054"/>
                      <a:pt x="155936" y="76669"/>
                      <a:pt x="149011" y="76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80" name="Freeform 181">
                <a:extLst>
                  <a:ext uri="{FF2B5EF4-FFF2-40B4-BE49-F238E27FC236}">
                    <a16:creationId xmlns:a16="http://schemas.microsoft.com/office/drawing/2014/main" id="{6735E2DF-047D-02E1-8FB1-27DD20E2FE7B}"/>
                  </a:ext>
                </a:extLst>
              </p:cNvPr>
              <p:cNvSpPr/>
              <p:nvPr/>
            </p:nvSpPr>
            <p:spPr>
              <a:xfrm>
                <a:off x="890683" y="2123775"/>
                <a:ext cx="99480" cy="99501"/>
              </a:xfrm>
              <a:custGeom>
                <a:avLst/>
                <a:gdLst>
                  <a:gd name="connsiteX0" fmla="*/ 49740 w 99480"/>
                  <a:gd name="connsiteY0" fmla="*/ 99502 h 99501"/>
                  <a:gd name="connsiteX1" fmla="*/ 40868 w 99480"/>
                  <a:gd name="connsiteY1" fmla="*/ 95834 h 99501"/>
                  <a:gd name="connsiteX2" fmla="*/ 3670 w 99480"/>
                  <a:gd name="connsiteY2" fmla="*/ 58620 h 99501"/>
                  <a:gd name="connsiteX3" fmla="*/ 3670 w 99480"/>
                  <a:gd name="connsiteY3" fmla="*/ 40891 h 99501"/>
                  <a:gd name="connsiteX4" fmla="*/ 40868 w 99480"/>
                  <a:gd name="connsiteY4" fmla="*/ 3678 h 99501"/>
                  <a:gd name="connsiteX5" fmla="*/ 58603 w 99480"/>
                  <a:gd name="connsiteY5" fmla="*/ 3668 h 99501"/>
                  <a:gd name="connsiteX6" fmla="*/ 58613 w 99480"/>
                  <a:gd name="connsiteY6" fmla="*/ 3678 h 99501"/>
                  <a:gd name="connsiteX7" fmla="*/ 95811 w 99480"/>
                  <a:gd name="connsiteY7" fmla="*/ 40891 h 99501"/>
                  <a:gd name="connsiteX8" fmla="*/ 95811 w 99480"/>
                  <a:gd name="connsiteY8" fmla="*/ 58620 h 99501"/>
                  <a:gd name="connsiteX9" fmla="*/ 58613 w 99480"/>
                  <a:gd name="connsiteY9" fmla="*/ 95834 h 99501"/>
                  <a:gd name="connsiteX10" fmla="*/ 49740 w 99480"/>
                  <a:gd name="connsiteY10" fmla="*/ 99502 h 99501"/>
                  <a:gd name="connsiteX11" fmla="*/ 30272 w 99480"/>
                  <a:gd name="connsiteY11" fmla="*/ 49748 h 99501"/>
                  <a:gd name="connsiteX12" fmla="*/ 49740 w 99480"/>
                  <a:gd name="connsiteY12" fmla="*/ 69233 h 99501"/>
                  <a:gd name="connsiteX13" fmla="*/ 69209 w 99480"/>
                  <a:gd name="connsiteY13" fmla="*/ 49748 h 99501"/>
                  <a:gd name="connsiteX14" fmla="*/ 49740 w 99480"/>
                  <a:gd name="connsiteY14" fmla="*/ 30279 h 9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480" h="99501">
                    <a:moveTo>
                      <a:pt x="49740" y="99502"/>
                    </a:moveTo>
                    <a:cubicBezTo>
                      <a:pt x="46414" y="99505"/>
                      <a:pt x="43223" y="98185"/>
                      <a:pt x="40868" y="95834"/>
                    </a:cubicBezTo>
                    <a:lnTo>
                      <a:pt x="3670" y="58620"/>
                    </a:lnTo>
                    <a:cubicBezTo>
                      <a:pt x="-1223" y="53724"/>
                      <a:pt x="-1223" y="45788"/>
                      <a:pt x="3670" y="40891"/>
                    </a:cubicBezTo>
                    <a:lnTo>
                      <a:pt x="40868" y="3678"/>
                    </a:lnTo>
                    <a:cubicBezTo>
                      <a:pt x="45762" y="-1222"/>
                      <a:pt x="53703" y="-1227"/>
                      <a:pt x="58603" y="3668"/>
                    </a:cubicBezTo>
                    <a:cubicBezTo>
                      <a:pt x="58607" y="3671"/>
                      <a:pt x="58610" y="3675"/>
                      <a:pt x="58613" y="3678"/>
                    </a:cubicBezTo>
                    <a:lnTo>
                      <a:pt x="95811" y="40891"/>
                    </a:lnTo>
                    <a:cubicBezTo>
                      <a:pt x="100704" y="45788"/>
                      <a:pt x="100704" y="53724"/>
                      <a:pt x="95811" y="58620"/>
                    </a:cubicBezTo>
                    <a:lnTo>
                      <a:pt x="58613" y="95834"/>
                    </a:lnTo>
                    <a:cubicBezTo>
                      <a:pt x="56258" y="98185"/>
                      <a:pt x="53067" y="99505"/>
                      <a:pt x="49740" y="99502"/>
                    </a:cubicBezTo>
                    <a:close/>
                    <a:moveTo>
                      <a:pt x="30272" y="49748"/>
                    </a:moveTo>
                    <a:lnTo>
                      <a:pt x="49740" y="69233"/>
                    </a:lnTo>
                    <a:lnTo>
                      <a:pt x="69209" y="49748"/>
                    </a:lnTo>
                    <a:lnTo>
                      <a:pt x="49740" y="30279"/>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81" name="Freeform 182">
                <a:extLst>
                  <a:ext uri="{FF2B5EF4-FFF2-40B4-BE49-F238E27FC236}">
                    <a16:creationId xmlns:a16="http://schemas.microsoft.com/office/drawing/2014/main" id="{0963EF20-8DA9-88BF-03A9-7E3C9536A09E}"/>
                  </a:ext>
                </a:extLst>
              </p:cNvPr>
              <p:cNvSpPr/>
              <p:nvPr/>
            </p:nvSpPr>
            <p:spPr>
              <a:xfrm>
                <a:off x="786397" y="2040956"/>
                <a:ext cx="158321" cy="66181"/>
              </a:xfrm>
              <a:custGeom>
                <a:avLst/>
                <a:gdLst>
                  <a:gd name="connsiteX0" fmla="*/ 145781 w 158321"/>
                  <a:gd name="connsiteY0" fmla="*/ 66182 h 66181"/>
                  <a:gd name="connsiteX1" fmla="*/ 12540 w 158321"/>
                  <a:gd name="connsiteY1" fmla="*/ 66182 h 66181"/>
                  <a:gd name="connsiteX2" fmla="*/ 0 w 158321"/>
                  <a:gd name="connsiteY2" fmla="*/ 53641 h 66181"/>
                  <a:gd name="connsiteX3" fmla="*/ 0 w 158321"/>
                  <a:gd name="connsiteY3" fmla="*/ 12540 h 66181"/>
                  <a:gd name="connsiteX4" fmla="*/ 12540 w 158321"/>
                  <a:gd name="connsiteY4" fmla="*/ 0 h 66181"/>
                  <a:gd name="connsiteX5" fmla="*/ 145781 w 158321"/>
                  <a:gd name="connsiteY5" fmla="*/ 0 h 66181"/>
                  <a:gd name="connsiteX6" fmla="*/ 158322 w 158321"/>
                  <a:gd name="connsiteY6" fmla="*/ 12540 h 66181"/>
                  <a:gd name="connsiteX7" fmla="*/ 158322 w 158321"/>
                  <a:gd name="connsiteY7" fmla="*/ 53641 h 66181"/>
                  <a:gd name="connsiteX8" fmla="*/ 145781 w 158321"/>
                  <a:gd name="connsiteY8" fmla="*/ 66182 h 66181"/>
                  <a:gd name="connsiteX9" fmla="*/ 25081 w 158321"/>
                  <a:gd name="connsiteY9" fmla="*/ 41101 h 66181"/>
                  <a:gd name="connsiteX10" fmla="*/ 133241 w 158321"/>
                  <a:gd name="connsiteY10" fmla="*/ 41101 h 66181"/>
                  <a:gd name="connsiteX11" fmla="*/ 133241 w 158321"/>
                  <a:gd name="connsiteY11" fmla="*/ 25081 h 66181"/>
                  <a:gd name="connsiteX12" fmla="*/ 25081 w 158321"/>
                  <a:gd name="connsiteY12" fmla="*/ 25081 h 6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321" h="66181">
                    <a:moveTo>
                      <a:pt x="145781" y="66182"/>
                    </a:moveTo>
                    <a:lnTo>
                      <a:pt x="12540" y="66182"/>
                    </a:lnTo>
                    <a:cubicBezTo>
                      <a:pt x="5614" y="66182"/>
                      <a:pt x="0" y="60567"/>
                      <a:pt x="0" y="53641"/>
                    </a:cubicBezTo>
                    <a:lnTo>
                      <a:pt x="0" y="12540"/>
                    </a:lnTo>
                    <a:cubicBezTo>
                      <a:pt x="0" y="5614"/>
                      <a:pt x="5614" y="0"/>
                      <a:pt x="12540" y="0"/>
                    </a:cubicBezTo>
                    <a:lnTo>
                      <a:pt x="145781" y="0"/>
                    </a:lnTo>
                    <a:cubicBezTo>
                      <a:pt x="152707" y="0"/>
                      <a:pt x="158322" y="5614"/>
                      <a:pt x="158322" y="12540"/>
                    </a:cubicBezTo>
                    <a:lnTo>
                      <a:pt x="158322" y="53641"/>
                    </a:lnTo>
                    <a:cubicBezTo>
                      <a:pt x="158322" y="60567"/>
                      <a:pt x="152707" y="66182"/>
                      <a:pt x="145781" y="66182"/>
                    </a:cubicBezTo>
                    <a:close/>
                    <a:moveTo>
                      <a:pt x="25081" y="41101"/>
                    </a:moveTo>
                    <a:lnTo>
                      <a:pt x="133241" y="41101"/>
                    </a:lnTo>
                    <a:lnTo>
                      <a:pt x="133241" y="25081"/>
                    </a:lnTo>
                    <a:lnTo>
                      <a:pt x="25081" y="25081"/>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nvGrpSpPr>
            <p:cNvPr id="182" name="Graphic 330">
              <a:extLst>
                <a:ext uri="{FF2B5EF4-FFF2-40B4-BE49-F238E27FC236}">
                  <a16:creationId xmlns:a16="http://schemas.microsoft.com/office/drawing/2014/main" id="{A3E3D3AD-2E16-D498-3DA1-780B7B67B0A0}"/>
                </a:ext>
              </a:extLst>
            </p:cNvPr>
            <p:cNvGrpSpPr/>
            <p:nvPr/>
          </p:nvGrpSpPr>
          <p:grpSpPr>
            <a:xfrm>
              <a:off x="5033926" y="3617214"/>
              <a:ext cx="261773" cy="261748"/>
              <a:chOff x="2905403" y="2047213"/>
              <a:chExt cx="261773" cy="261748"/>
            </a:xfrm>
          </p:grpSpPr>
          <p:sp>
            <p:nvSpPr>
              <p:cNvPr id="183" name="Freeform 170">
                <a:extLst>
                  <a:ext uri="{FF2B5EF4-FFF2-40B4-BE49-F238E27FC236}">
                    <a16:creationId xmlns:a16="http://schemas.microsoft.com/office/drawing/2014/main" id="{FAB12259-A507-E688-43B7-94C3E10AE2DE}"/>
                  </a:ext>
                </a:extLst>
              </p:cNvPr>
              <p:cNvSpPr/>
              <p:nvPr/>
            </p:nvSpPr>
            <p:spPr>
              <a:xfrm>
                <a:off x="2905403" y="2197919"/>
                <a:ext cx="111010" cy="111042"/>
              </a:xfrm>
              <a:custGeom>
                <a:avLst/>
                <a:gdLst>
                  <a:gd name="connsiteX0" fmla="*/ 12535 w 111010"/>
                  <a:gd name="connsiteY0" fmla="*/ 111042 h 111042"/>
                  <a:gd name="connsiteX1" fmla="*/ 0 w 111010"/>
                  <a:gd name="connsiteY1" fmla="*/ 98495 h 111042"/>
                  <a:gd name="connsiteX2" fmla="*/ 3662 w 111010"/>
                  <a:gd name="connsiteY2" fmla="*/ 89645 h 111042"/>
                  <a:gd name="connsiteX3" fmla="*/ 88890 w 111010"/>
                  <a:gd name="connsiteY3" fmla="*/ 4449 h 111042"/>
                  <a:gd name="connsiteX4" fmla="*/ 106562 w 111010"/>
                  <a:gd name="connsiteY4" fmla="*/ 2960 h 111042"/>
                  <a:gd name="connsiteX5" fmla="*/ 108051 w 111010"/>
                  <a:gd name="connsiteY5" fmla="*/ 20632 h 111042"/>
                  <a:gd name="connsiteX6" fmla="*/ 106587 w 111010"/>
                  <a:gd name="connsiteY6" fmla="*/ 22100 h 111042"/>
                  <a:gd name="connsiteX7" fmla="*/ 21407 w 111010"/>
                  <a:gd name="connsiteY7" fmla="*/ 107327 h 111042"/>
                  <a:gd name="connsiteX8" fmla="*/ 12535 w 111010"/>
                  <a:gd name="connsiteY8" fmla="*/ 111042 h 11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010" h="111042">
                    <a:moveTo>
                      <a:pt x="12535" y="111042"/>
                    </a:moveTo>
                    <a:cubicBezTo>
                      <a:pt x="5609" y="111039"/>
                      <a:pt x="-3" y="105422"/>
                      <a:pt x="0" y="98495"/>
                    </a:cubicBezTo>
                    <a:cubicBezTo>
                      <a:pt x="2" y="95177"/>
                      <a:pt x="1318" y="91995"/>
                      <a:pt x="3662" y="89645"/>
                    </a:cubicBezTo>
                    <a:lnTo>
                      <a:pt x="88890" y="4449"/>
                    </a:lnTo>
                    <a:cubicBezTo>
                      <a:pt x="93358" y="-842"/>
                      <a:pt x="101270" y="-1509"/>
                      <a:pt x="106562" y="2960"/>
                    </a:cubicBezTo>
                    <a:cubicBezTo>
                      <a:pt x="111853" y="7429"/>
                      <a:pt x="112520" y="15340"/>
                      <a:pt x="108051" y="20632"/>
                    </a:cubicBezTo>
                    <a:cubicBezTo>
                      <a:pt x="107604" y="21161"/>
                      <a:pt x="107115" y="21651"/>
                      <a:pt x="106587" y="22100"/>
                    </a:cubicBezTo>
                    <a:lnTo>
                      <a:pt x="21407" y="107327"/>
                    </a:lnTo>
                    <a:cubicBezTo>
                      <a:pt x="19061" y="109696"/>
                      <a:pt x="15868" y="111033"/>
                      <a:pt x="12535" y="111042"/>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84" name="Freeform 171">
                <a:extLst>
                  <a:ext uri="{FF2B5EF4-FFF2-40B4-BE49-F238E27FC236}">
                    <a16:creationId xmlns:a16="http://schemas.microsoft.com/office/drawing/2014/main" id="{38A0729E-A5E9-0720-CAC3-765AA67ECA61}"/>
                  </a:ext>
                </a:extLst>
              </p:cNvPr>
              <p:cNvSpPr/>
              <p:nvPr/>
            </p:nvSpPr>
            <p:spPr>
              <a:xfrm>
                <a:off x="2964682" y="2047213"/>
                <a:ext cx="202495" cy="202495"/>
              </a:xfrm>
              <a:custGeom>
                <a:avLst/>
                <a:gdLst>
                  <a:gd name="connsiteX0" fmla="*/ 101263 w 202495"/>
                  <a:gd name="connsiteY0" fmla="*/ 202495 h 202495"/>
                  <a:gd name="connsiteX1" fmla="*/ 0 w 202495"/>
                  <a:gd name="connsiteY1" fmla="*/ 101263 h 202495"/>
                  <a:gd name="connsiteX2" fmla="*/ 101232 w 202495"/>
                  <a:gd name="connsiteY2" fmla="*/ 0 h 202495"/>
                  <a:gd name="connsiteX3" fmla="*/ 202495 w 202495"/>
                  <a:gd name="connsiteY3" fmla="*/ 101232 h 202495"/>
                  <a:gd name="connsiteX4" fmla="*/ 202495 w 202495"/>
                  <a:gd name="connsiteY4" fmla="*/ 101248 h 202495"/>
                  <a:gd name="connsiteX5" fmla="*/ 101263 w 202495"/>
                  <a:gd name="connsiteY5" fmla="*/ 202495 h 202495"/>
                  <a:gd name="connsiteX6" fmla="*/ 101263 w 202495"/>
                  <a:gd name="connsiteY6" fmla="*/ 25096 h 202495"/>
                  <a:gd name="connsiteX7" fmla="*/ 25081 w 202495"/>
                  <a:gd name="connsiteY7" fmla="*/ 101248 h 202495"/>
                  <a:gd name="connsiteX8" fmla="*/ 101232 w 202495"/>
                  <a:gd name="connsiteY8" fmla="*/ 177430 h 202495"/>
                  <a:gd name="connsiteX9" fmla="*/ 177415 w 202495"/>
                  <a:gd name="connsiteY9" fmla="*/ 101279 h 202495"/>
                  <a:gd name="connsiteX10" fmla="*/ 177415 w 202495"/>
                  <a:gd name="connsiteY10" fmla="*/ 101248 h 202495"/>
                  <a:gd name="connsiteX11" fmla="*/ 101263 w 202495"/>
                  <a:gd name="connsiteY11" fmla="*/ 25049 h 202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495" h="202495">
                    <a:moveTo>
                      <a:pt x="101263" y="202495"/>
                    </a:moveTo>
                    <a:cubicBezTo>
                      <a:pt x="45346" y="202505"/>
                      <a:pt x="9" y="157181"/>
                      <a:pt x="0" y="101263"/>
                    </a:cubicBezTo>
                    <a:cubicBezTo>
                      <a:pt x="-9" y="45346"/>
                      <a:pt x="45314" y="9"/>
                      <a:pt x="101232" y="0"/>
                    </a:cubicBezTo>
                    <a:cubicBezTo>
                      <a:pt x="157149" y="-9"/>
                      <a:pt x="202486" y="45314"/>
                      <a:pt x="202495" y="101232"/>
                    </a:cubicBezTo>
                    <a:cubicBezTo>
                      <a:pt x="202495" y="101237"/>
                      <a:pt x="202495" y="101242"/>
                      <a:pt x="202495" y="101248"/>
                    </a:cubicBezTo>
                    <a:cubicBezTo>
                      <a:pt x="202434" y="157134"/>
                      <a:pt x="157149" y="202426"/>
                      <a:pt x="101263" y="202495"/>
                    </a:cubicBezTo>
                    <a:close/>
                    <a:moveTo>
                      <a:pt x="101263" y="25096"/>
                    </a:moveTo>
                    <a:cubicBezTo>
                      <a:pt x="59197" y="25088"/>
                      <a:pt x="25089" y="59182"/>
                      <a:pt x="25081" y="101248"/>
                    </a:cubicBezTo>
                    <a:cubicBezTo>
                      <a:pt x="25072" y="143313"/>
                      <a:pt x="59166" y="177421"/>
                      <a:pt x="101232" y="177430"/>
                    </a:cubicBezTo>
                    <a:cubicBezTo>
                      <a:pt x="143298" y="177440"/>
                      <a:pt x="177405" y="143345"/>
                      <a:pt x="177415" y="101279"/>
                    </a:cubicBezTo>
                    <a:cubicBezTo>
                      <a:pt x="177415" y="101268"/>
                      <a:pt x="177415" y="101258"/>
                      <a:pt x="177415" y="101248"/>
                    </a:cubicBezTo>
                    <a:cubicBezTo>
                      <a:pt x="177388" y="59194"/>
                      <a:pt x="143317" y="25101"/>
                      <a:pt x="101263" y="2504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85" name="Freeform 172">
                <a:extLst>
                  <a:ext uri="{FF2B5EF4-FFF2-40B4-BE49-F238E27FC236}">
                    <a16:creationId xmlns:a16="http://schemas.microsoft.com/office/drawing/2014/main" id="{DB662E9B-F51D-0081-E4E8-9B9A99E1BF9D}"/>
                  </a:ext>
                </a:extLst>
              </p:cNvPr>
              <p:cNvSpPr/>
              <p:nvPr/>
            </p:nvSpPr>
            <p:spPr>
              <a:xfrm>
                <a:off x="3052606" y="2106356"/>
                <a:ext cx="25080" cy="84208"/>
              </a:xfrm>
              <a:custGeom>
                <a:avLst/>
                <a:gdLst>
                  <a:gd name="connsiteX0" fmla="*/ 12540 w 25080"/>
                  <a:gd name="connsiteY0" fmla="*/ 84208 h 84208"/>
                  <a:gd name="connsiteX1" fmla="*/ 0 w 25080"/>
                  <a:gd name="connsiteY1" fmla="*/ 71668 h 84208"/>
                  <a:gd name="connsiteX2" fmla="*/ 0 w 25080"/>
                  <a:gd name="connsiteY2" fmla="*/ 12540 h 84208"/>
                  <a:gd name="connsiteX3" fmla="*/ 12540 w 25080"/>
                  <a:gd name="connsiteY3" fmla="*/ 0 h 84208"/>
                  <a:gd name="connsiteX4" fmla="*/ 25081 w 25080"/>
                  <a:gd name="connsiteY4" fmla="*/ 12540 h 84208"/>
                  <a:gd name="connsiteX5" fmla="*/ 25081 w 25080"/>
                  <a:gd name="connsiteY5" fmla="*/ 71668 h 84208"/>
                  <a:gd name="connsiteX6" fmla="*/ 12540 w 25080"/>
                  <a:gd name="connsiteY6" fmla="*/ 84208 h 84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80" h="84208">
                    <a:moveTo>
                      <a:pt x="12540" y="84208"/>
                    </a:moveTo>
                    <a:cubicBezTo>
                      <a:pt x="5615" y="84208"/>
                      <a:pt x="0" y="78594"/>
                      <a:pt x="0" y="71668"/>
                    </a:cubicBezTo>
                    <a:lnTo>
                      <a:pt x="0" y="12540"/>
                    </a:lnTo>
                    <a:cubicBezTo>
                      <a:pt x="0" y="5614"/>
                      <a:pt x="5615" y="0"/>
                      <a:pt x="12540" y="0"/>
                    </a:cubicBezTo>
                    <a:cubicBezTo>
                      <a:pt x="19466" y="0"/>
                      <a:pt x="25081" y="5614"/>
                      <a:pt x="25081" y="12540"/>
                    </a:cubicBezTo>
                    <a:lnTo>
                      <a:pt x="25081" y="71668"/>
                    </a:lnTo>
                    <a:cubicBezTo>
                      <a:pt x="25081" y="78594"/>
                      <a:pt x="19466" y="84208"/>
                      <a:pt x="12540" y="84208"/>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86" name="Freeform 173">
                <a:extLst>
                  <a:ext uri="{FF2B5EF4-FFF2-40B4-BE49-F238E27FC236}">
                    <a16:creationId xmlns:a16="http://schemas.microsoft.com/office/drawing/2014/main" id="{B9645F7A-6DBE-66DD-9275-E36779C8C315}"/>
                  </a:ext>
                </a:extLst>
              </p:cNvPr>
              <p:cNvSpPr/>
              <p:nvPr/>
            </p:nvSpPr>
            <p:spPr>
              <a:xfrm>
                <a:off x="3023826" y="2135121"/>
                <a:ext cx="84224" cy="25080"/>
              </a:xfrm>
              <a:custGeom>
                <a:avLst/>
                <a:gdLst>
                  <a:gd name="connsiteX0" fmla="*/ 71684 w 84224"/>
                  <a:gd name="connsiteY0" fmla="*/ 25081 h 25080"/>
                  <a:gd name="connsiteX1" fmla="*/ 12540 w 84224"/>
                  <a:gd name="connsiteY1" fmla="*/ 25081 h 25080"/>
                  <a:gd name="connsiteX2" fmla="*/ 0 w 84224"/>
                  <a:gd name="connsiteY2" fmla="*/ 12540 h 25080"/>
                  <a:gd name="connsiteX3" fmla="*/ 12540 w 84224"/>
                  <a:gd name="connsiteY3" fmla="*/ 0 h 25080"/>
                  <a:gd name="connsiteX4" fmla="*/ 71684 w 84224"/>
                  <a:gd name="connsiteY4" fmla="*/ 0 h 25080"/>
                  <a:gd name="connsiteX5" fmla="*/ 84224 w 84224"/>
                  <a:gd name="connsiteY5" fmla="*/ 12540 h 25080"/>
                  <a:gd name="connsiteX6" fmla="*/ 71684 w 8422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224" h="25080">
                    <a:moveTo>
                      <a:pt x="71684" y="25081"/>
                    </a:moveTo>
                    <a:lnTo>
                      <a:pt x="12540" y="25081"/>
                    </a:lnTo>
                    <a:cubicBezTo>
                      <a:pt x="5614" y="25081"/>
                      <a:pt x="0" y="19466"/>
                      <a:pt x="0" y="12540"/>
                    </a:cubicBezTo>
                    <a:cubicBezTo>
                      <a:pt x="0" y="5614"/>
                      <a:pt x="5614" y="0"/>
                      <a:pt x="12540" y="0"/>
                    </a:cubicBezTo>
                    <a:lnTo>
                      <a:pt x="71684" y="0"/>
                    </a:lnTo>
                    <a:cubicBezTo>
                      <a:pt x="78609" y="0"/>
                      <a:pt x="84224" y="5614"/>
                      <a:pt x="84224" y="12540"/>
                    </a:cubicBezTo>
                    <a:cubicBezTo>
                      <a:pt x="84224" y="19466"/>
                      <a:pt x="78609" y="25081"/>
                      <a:pt x="71684"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nvGrpSpPr>
            <p:cNvPr id="187" name="Group 186">
              <a:extLst>
                <a:ext uri="{FF2B5EF4-FFF2-40B4-BE49-F238E27FC236}">
                  <a16:creationId xmlns:a16="http://schemas.microsoft.com/office/drawing/2014/main" id="{2F8462A0-119A-BDF9-6D56-D4F83C55C8A8}"/>
                </a:ext>
              </a:extLst>
            </p:cNvPr>
            <p:cNvGrpSpPr/>
            <p:nvPr/>
          </p:nvGrpSpPr>
          <p:grpSpPr>
            <a:xfrm>
              <a:off x="6793425" y="3618766"/>
              <a:ext cx="254558" cy="258644"/>
              <a:chOff x="6566257" y="2048749"/>
              <a:chExt cx="254558" cy="258644"/>
            </a:xfrm>
          </p:grpSpPr>
          <p:grpSp>
            <p:nvGrpSpPr>
              <p:cNvPr id="188" name="Graphic 332">
                <a:extLst>
                  <a:ext uri="{FF2B5EF4-FFF2-40B4-BE49-F238E27FC236}">
                    <a16:creationId xmlns:a16="http://schemas.microsoft.com/office/drawing/2014/main" id="{BC011685-8247-A34A-F14D-DBBA7FFFB22C}"/>
                  </a:ext>
                </a:extLst>
              </p:cNvPr>
              <p:cNvGrpSpPr/>
              <p:nvPr/>
            </p:nvGrpSpPr>
            <p:grpSpPr>
              <a:xfrm>
                <a:off x="6566257" y="2086119"/>
                <a:ext cx="135075" cy="185001"/>
                <a:chOff x="6566257" y="2086119"/>
                <a:chExt cx="135075" cy="185001"/>
              </a:xfrm>
            </p:grpSpPr>
            <p:sp>
              <p:nvSpPr>
                <p:cNvPr id="202" name="Freeform 164">
                  <a:extLst>
                    <a:ext uri="{FF2B5EF4-FFF2-40B4-BE49-F238E27FC236}">
                      <a16:creationId xmlns:a16="http://schemas.microsoft.com/office/drawing/2014/main" id="{81EBD7C9-28B9-DCCA-5301-7D08EBC90FBE}"/>
                    </a:ext>
                  </a:extLst>
                </p:cNvPr>
                <p:cNvSpPr/>
                <p:nvPr/>
              </p:nvSpPr>
              <p:spPr>
                <a:xfrm>
                  <a:off x="6566257" y="2086119"/>
                  <a:ext cx="135075" cy="131501"/>
                </a:xfrm>
                <a:custGeom>
                  <a:avLst/>
                  <a:gdLst>
                    <a:gd name="connsiteX0" fmla="*/ 92814 w 135075"/>
                    <a:gd name="connsiteY0" fmla="*/ 131501 h 131501"/>
                    <a:gd name="connsiteX1" fmla="*/ 80275 w 135075"/>
                    <a:gd name="connsiteY1" fmla="*/ 118959 h 131501"/>
                    <a:gd name="connsiteX2" fmla="*/ 88409 w 135075"/>
                    <a:gd name="connsiteY2" fmla="*/ 107220 h 131501"/>
                    <a:gd name="connsiteX3" fmla="*/ 109994 w 135075"/>
                    <a:gd name="connsiteY3" fmla="*/ 66088 h 131501"/>
                    <a:gd name="connsiteX4" fmla="*/ 67545 w 135075"/>
                    <a:gd name="connsiteY4" fmla="*/ 25081 h 131501"/>
                    <a:gd name="connsiteX5" fmla="*/ 25081 w 135075"/>
                    <a:gd name="connsiteY5" fmla="*/ 66088 h 131501"/>
                    <a:gd name="connsiteX6" fmla="*/ 47481 w 135075"/>
                    <a:gd name="connsiteY6" fmla="*/ 107016 h 131501"/>
                    <a:gd name="connsiteX7" fmla="*/ 53935 w 135075"/>
                    <a:gd name="connsiteY7" fmla="*/ 123535 h 131501"/>
                    <a:gd name="connsiteX8" fmla="*/ 38358 w 135075"/>
                    <a:gd name="connsiteY8" fmla="*/ 130357 h 131501"/>
                    <a:gd name="connsiteX9" fmla="*/ 0 w 135075"/>
                    <a:gd name="connsiteY9" fmla="*/ 66088 h 131501"/>
                    <a:gd name="connsiteX10" fmla="*/ 67545 w 135075"/>
                    <a:gd name="connsiteY10" fmla="*/ 0 h 131501"/>
                    <a:gd name="connsiteX11" fmla="*/ 135075 w 135075"/>
                    <a:gd name="connsiteY11" fmla="*/ 66088 h 131501"/>
                    <a:gd name="connsiteX12" fmla="*/ 97219 w 135075"/>
                    <a:gd name="connsiteY12" fmla="*/ 130702 h 131501"/>
                    <a:gd name="connsiteX13" fmla="*/ 92814 w 135075"/>
                    <a:gd name="connsiteY13" fmla="*/ 131501 h 131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5075" h="131501">
                      <a:moveTo>
                        <a:pt x="92814" y="131501"/>
                      </a:moveTo>
                      <a:cubicBezTo>
                        <a:pt x="85888" y="131501"/>
                        <a:pt x="80274" y="125886"/>
                        <a:pt x="80275" y="118959"/>
                      </a:cubicBezTo>
                      <a:cubicBezTo>
                        <a:pt x="80275" y="113733"/>
                        <a:pt x="83517" y="109056"/>
                        <a:pt x="88409" y="107220"/>
                      </a:cubicBezTo>
                      <a:cubicBezTo>
                        <a:pt x="109994" y="99116"/>
                        <a:pt x="109994" y="74302"/>
                        <a:pt x="109994" y="66088"/>
                      </a:cubicBezTo>
                      <a:cubicBezTo>
                        <a:pt x="109994" y="42324"/>
                        <a:pt x="92140" y="25081"/>
                        <a:pt x="67545" y="25081"/>
                      </a:cubicBezTo>
                      <a:cubicBezTo>
                        <a:pt x="42951" y="25081"/>
                        <a:pt x="25081" y="42324"/>
                        <a:pt x="25081" y="66088"/>
                      </a:cubicBezTo>
                      <a:cubicBezTo>
                        <a:pt x="25081" y="80760"/>
                        <a:pt x="28968" y="99774"/>
                        <a:pt x="47481" y="107016"/>
                      </a:cubicBezTo>
                      <a:cubicBezTo>
                        <a:pt x="53825" y="109795"/>
                        <a:pt x="56714" y="117191"/>
                        <a:pt x="53935" y="123535"/>
                      </a:cubicBezTo>
                      <a:cubicBezTo>
                        <a:pt x="51313" y="129520"/>
                        <a:pt x="44535" y="132489"/>
                        <a:pt x="38358" y="130357"/>
                      </a:cubicBezTo>
                      <a:cubicBezTo>
                        <a:pt x="13669" y="120701"/>
                        <a:pt x="0" y="97862"/>
                        <a:pt x="0" y="66088"/>
                      </a:cubicBezTo>
                      <a:cubicBezTo>
                        <a:pt x="0" y="28467"/>
                        <a:pt x="29031" y="0"/>
                        <a:pt x="67545" y="0"/>
                      </a:cubicBezTo>
                      <a:cubicBezTo>
                        <a:pt x="106060" y="0"/>
                        <a:pt x="135075" y="28467"/>
                        <a:pt x="135075" y="66088"/>
                      </a:cubicBezTo>
                      <a:cubicBezTo>
                        <a:pt x="135075" y="98598"/>
                        <a:pt x="121641" y="121547"/>
                        <a:pt x="97219" y="130702"/>
                      </a:cubicBezTo>
                      <a:cubicBezTo>
                        <a:pt x="95809" y="131224"/>
                        <a:pt x="94318" y="131495"/>
                        <a:pt x="92814" y="13150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03" name="Freeform 165">
                  <a:extLst>
                    <a:ext uri="{FF2B5EF4-FFF2-40B4-BE49-F238E27FC236}">
                      <a16:creationId xmlns:a16="http://schemas.microsoft.com/office/drawing/2014/main" id="{05A7D07F-20D6-D7AB-FEE2-9CD74ECF883D}"/>
                    </a:ext>
                  </a:extLst>
                </p:cNvPr>
                <p:cNvSpPr/>
                <p:nvPr/>
              </p:nvSpPr>
              <p:spPr>
                <a:xfrm>
                  <a:off x="6601417" y="2210096"/>
                  <a:ext cx="64864" cy="25080"/>
                </a:xfrm>
                <a:custGeom>
                  <a:avLst/>
                  <a:gdLst>
                    <a:gd name="connsiteX0" fmla="*/ 52325 w 64864"/>
                    <a:gd name="connsiteY0" fmla="*/ 25081 h 25080"/>
                    <a:gd name="connsiteX1" fmla="*/ 12540 w 64864"/>
                    <a:gd name="connsiteY1" fmla="*/ 25081 h 25080"/>
                    <a:gd name="connsiteX2" fmla="*/ 0 w 64864"/>
                    <a:gd name="connsiteY2" fmla="*/ 12540 h 25080"/>
                    <a:gd name="connsiteX3" fmla="*/ 12540 w 64864"/>
                    <a:gd name="connsiteY3" fmla="*/ 0 h 25080"/>
                    <a:gd name="connsiteX4" fmla="*/ 52325 w 64864"/>
                    <a:gd name="connsiteY4" fmla="*/ 0 h 25080"/>
                    <a:gd name="connsiteX5" fmla="*/ 64865 w 64864"/>
                    <a:gd name="connsiteY5" fmla="*/ 12540 h 25080"/>
                    <a:gd name="connsiteX6" fmla="*/ 52325 w 6486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64" h="25080">
                      <a:moveTo>
                        <a:pt x="52325" y="25081"/>
                      </a:moveTo>
                      <a:lnTo>
                        <a:pt x="12540" y="25081"/>
                      </a:lnTo>
                      <a:cubicBezTo>
                        <a:pt x="5614" y="25081"/>
                        <a:pt x="0" y="19466"/>
                        <a:pt x="0" y="12540"/>
                      </a:cubicBezTo>
                      <a:cubicBezTo>
                        <a:pt x="0" y="5615"/>
                        <a:pt x="5614" y="0"/>
                        <a:pt x="12540" y="0"/>
                      </a:cubicBezTo>
                      <a:lnTo>
                        <a:pt x="52325" y="0"/>
                      </a:lnTo>
                      <a:cubicBezTo>
                        <a:pt x="59250" y="0"/>
                        <a:pt x="64865" y="5615"/>
                        <a:pt x="64865" y="12540"/>
                      </a:cubicBezTo>
                      <a:cubicBezTo>
                        <a:pt x="64865" y="19466"/>
                        <a:pt x="59250" y="25081"/>
                        <a:pt x="52325"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04" name="Freeform 166">
                  <a:extLst>
                    <a:ext uri="{FF2B5EF4-FFF2-40B4-BE49-F238E27FC236}">
                      <a16:creationId xmlns:a16="http://schemas.microsoft.com/office/drawing/2014/main" id="{A3C89C82-E1F5-0298-8FB5-82D58D6A7332}"/>
                    </a:ext>
                  </a:extLst>
                </p:cNvPr>
                <p:cNvSpPr/>
                <p:nvPr/>
              </p:nvSpPr>
              <p:spPr>
                <a:xfrm>
                  <a:off x="6601417" y="2246040"/>
                  <a:ext cx="63846" cy="25080"/>
                </a:xfrm>
                <a:custGeom>
                  <a:avLst/>
                  <a:gdLst>
                    <a:gd name="connsiteX0" fmla="*/ 51306 w 63846"/>
                    <a:gd name="connsiteY0" fmla="*/ 25081 h 25080"/>
                    <a:gd name="connsiteX1" fmla="*/ 12540 w 63846"/>
                    <a:gd name="connsiteY1" fmla="*/ 25081 h 25080"/>
                    <a:gd name="connsiteX2" fmla="*/ 0 w 63846"/>
                    <a:gd name="connsiteY2" fmla="*/ 12540 h 25080"/>
                    <a:gd name="connsiteX3" fmla="*/ 12540 w 63846"/>
                    <a:gd name="connsiteY3" fmla="*/ 0 h 25080"/>
                    <a:gd name="connsiteX4" fmla="*/ 51306 w 63846"/>
                    <a:gd name="connsiteY4" fmla="*/ 0 h 25080"/>
                    <a:gd name="connsiteX5" fmla="*/ 63846 w 63846"/>
                    <a:gd name="connsiteY5" fmla="*/ 12540 h 25080"/>
                    <a:gd name="connsiteX6" fmla="*/ 51306 w 63846"/>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846" h="25080">
                      <a:moveTo>
                        <a:pt x="51306" y="25081"/>
                      </a:moveTo>
                      <a:lnTo>
                        <a:pt x="12540" y="25081"/>
                      </a:lnTo>
                      <a:cubicBezTo>
                        <a:pt x="5614" y="25081"/>
                        <a:pt x="0" y="19466"/>
                        <a:pt x="0" y="12540"/>
                      </a:cubicBezTo>
                      <a:cubicBezTo>
                        <a:pt x="0" y="5615"/>
                        <a:pt x="5614" y="0"/>
                        <a:pt x="12540" y="0"/>
                      </a:cubicBezTo>
                      <a:lnTo>
                        <a:pt x="51306" y="0"/>
                      </a:lnTo>
                      <a:cubicBezTo>
                        <a:pt x="58232" y="0"/>
                        <a:pt x="63846" y="5615"/>
                        <a:pt x="63846" y="12540"/>
                      </a:cubicBezTo>
                      <a:cubicBezTo>
                        <a:pt x="63846" y="19466"/>
                        <a:pt x="58232" y="25081"/>
                        <a:pt x="51306"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05" name="Freeform 167">
                  <a:extLst>
                    <a:ext uri="{FF2B5EF4-FFF2-40B4-BE49-F238E27FC236}">
                      <a16:creationId xmlns:a16="http://schemas.microsoft.com/office/drawing/2014/main" id="{8A636B3E-7618-9739-BD9B-51EA720722FF}"/>
                    </a:ext>
                  </a:extLst>
                </p:cNvPr>
                <p:cNvSpPr/>
                <p:nvPr/>
              </p:nvSpPr>
              <p:spPr>
                <a:xfrm>
                  <a:off x="6597059" y="2192744"/>
                  <a:ext cx="73564" cy="78377"/>
                </a:xfrm>
                <a:custGeom>
                  <a:avLst/>
                  <a:gdLst>
                    <a:gd name="connsiteX0" fmla="*/ 61024 w 73564"/>
                    <a:gd name="connsiteY0" fmla="*/ 78377 h 78377"/>
                    <a:gd name="connsiteX1" fmla="*/ 12540 w 73564"/>
                    <a:gd name="connsiteY1" fmla="*/ 78377 h 78377"/>
                    <a:gd name="connsiteX2" fmla="*/ 0 w 73564"/>
                    <a:gd name="connsiteY2" fmla="*/ 65837 h 78377"/>
                    <a:gd name="connsiteX3" fmla="*/ 0 w 73564"/>
                    <a:gd name="connsiteY3" fmla="*/ 12540 h 78377"/>
                    <a:gd name="connsiteX4" fmla="*/ 12540 w 73564"/>
                    <a:gd name="connsiteY4" fmla="*/ 0 h 78377"/>
                    <a:gd name="connsiteX5" fmla="*/ 25081 w 73564"/>
                    <a:gd name="connsiteY5" fmla="*/ 12540 h 78377"/>
                    <a:gd name="connsiteX6" fmla="*/ 25081 w 73564"/>
                    <a:gd name="connsiteY6" fmla="*/ 53296 h 78377"/>
                    <a:gd name="connsiteX7" fmla="*/ 48484 w 73564"/>
                    <a:gd name="connsiteY7" fmla="*/ 53296 h 78377"/>
                    <a:gd name="connsiteX8" fmla="*/ 48484 w 73564"/>
                    <a:gd name="connsiteY8" fmla="*/ 13308 h 78377"/>
                    <a:gd name="connsiteX9" fmla="*/ 61024 w 73564"/>
                    <a:gd name="connsiteY9" fmla="*/ 768 h 78377"/>
                    <a:gd name="connsiteX10" fmla="*/ 73565 w 73564"/>
                    <a:gd name="connsiteY10" fmla="*/ 13308 h 78377"/>
                    <a:gd name="connsiteX11" fmla="*/ 73565 w 73564"/>
                    <a:gd name="connsiteY11" fmla="*/ 65837 h 78377"/>
                    <a:gd name="connsiteX12" fmla="*/ 61024 w 73564"/>
                    <a:gd name="connsiteY12" fmla="*/ 78377 h 7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564" h="78377">
                      <a:moveTo>
                        <a:pt x="61024" y="78377"/>
                      </a:moveTo>
                      <a:lnTo>
                        <a:pt x="12540" y="78377"/>
                      </a:lnTo>
                      <a:cubicBezTo>
                        <a:pt x="5614" y="78377"/>
                        <a:pt x="0" y="72762"/>
                        <a:pt x="0" y="65837"/>
                      </a:cubicBezTo>
                      <a:lnTo>
                        <a:pt x="0" y="12540"/>
                      </a:lnTo>
                      <a:cubicBezTo>
                        <a:pt x="0" y="5615"/>
                        <a:pt x="5614" y="0"/>
                        <a:pt x="12540" y="0"/>
                      </a:cubicBezTo>
                      <a:cubicBezTo>
                        <a:pt x="19466" y="0"/>
                        <a:pt x="25081" y="5615"/>
                        <a:pt x="25081" y="12540"/>
                      </a:cubicBezTo>
                      <a:lnTo>
                        <a:pt x="25081" y="53296"/>
                      </a:lnTo>
                      <a:lnTo>
                        <a:pt x="48484" y="53296"/>
                      </a:lnTo>
                      <a:lnTo>
                        <a:pt x="48484" y="13308"/>
                      </a:lnTo>
                      <a:cubicBezTo>
                        <a:pt x="48484" y="6383"/>
                        <a:pt x="54099" y="768"/>
                        <a:pt x="61024" y="768"/>
                      </a:cubicBezTo>
                      <a:cubicBezTo>
                        <a:pt x="67950" y="768"/>
                        <a:pt x="73565" y="6383"/>
                        <a:pt x="73565" y="13308"/>
                      </a:cubicBezTo>
                      <a:lnTo>
                        <a:pt x="73565" y="65837"/>
                      </a:lnTo>
                      <a:cubicBezTo>
                        <a:pt x="73565" y="72762"/>
                        <a:pt x="67950" y="78377"/>
                        <a:pt x="61024" y="7837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189" name="Freeform 151">
                <a:extLst>
                  <a:ext uri="{FF2B5EF4-FFF2-40B4-BE49-F238E27FC236}">
                    <a16:creationId xmlns:a16="http://schemas.microsoft.com/office/drawing/2014/main" id="{C95DDD68-4194-52D8-5AA4-754C097E7C27}"/>
                  </a:ext>
                </a:extLst>
              </p:cNvPr>
              <p:cNvSpPr/>
              <p:nvPr/>
            </p:nvSpPr>
            <p:spPr>
              <a:xfrm>
                <a:off x="6621779" y="2048749"/>
                <a:ext cx="180740" cy="115668"/>
              </a:xfrm>
              <a:custGeom>
                <a:avLst/>
                <a:gdLst>
                  <a:gd name="connsiteX0" fmla="*/ 138054 w 180740"/>
                  <a:gd name="connsiteY0" fmla="*/ 115669 h 115668"/>
                  <a:gd name="connsiteX1" fmla="*/ 125513 w 180740"/>
                  <a:gd name="connsiteY1" fmla="*/ 103129 h 115668"/>
                  <a:gd name="connsiteX2" fmla="*/ 125513 w 180740"/>
                  <a:gd name="connsiteY2" fmla="*/ 25081 h 115668"/>
                  <a:gd name="connsiteX3" fmla="*/ 25081 w 180740"/>
                  <a:gd name="connsiteY3" fmla="*/ 25081 h 115668"/>
                  <a:gd name="connsiteX4" fmla="*/ 25081 w 180740"/>
                  <a:gd name="connsiteY4" fmla="*/ 49754 h 115668"/>
                  <a:gd name="connsiteX5" fmla="*/ 12540 w 180740"/>
                  <a:gd name="connsiteY5" fmla="*/ 62294 h 115668"/>
                  <a:gd name="connsiteX6" fmla="*/ 0 w 180740"/>
                  <a:gd name="connsiteY6" fmla="*/ 49754 h 115668"/>
                  <a:gd name="connsiteX7" fmla="*/ 0 w 180740"/>
                  <a:gd name="connsiteY7" fmla="*/ 12540 h 115668"/>
                  <a:gd name="connsiteX8" fmla="*/ 12540 w 180740"/>
                  <a:gd name="connsiteY8" fmla="*/ 0 h 115668"/>
                  <a:gd name="connsiteX9" fmla="*/ 138054 w 180740"/>
                  <a:gd name="connsiteY9" fmla="*/ 0 h 115668"/>
                  <a:gd name="connsiteX10" fmla="*/ 150594 w 180740"/>
                  <a:gd name="connsiteY10" fmla="*/ 12540 h 115668"/>
                  <a:gd name="connsiteX11" fmla="*/ 150594 w 180740"/>
                  <a:gd name="connsiteY11" fmla="*/ 72844 h 115668"/>
                  <a:gd name="connsiteX12" fmla="*/ 158792 w 180740"/>
                  <a:gd name="connsiteY12" fmla="*/ 64724 h 115668"/>
                  <a:gd name="connsiteX13" fmla="*/ 176491 w 180740"/>
                  <a:gd name="connsiteY13" fmla="*/ 63608 h 115668"/>
                  <a:gd name="connsiteX14" fmla="*/ 177607 w 180740"/>
                  <a:gd name="connsiteY14" fmla="*/ 81308 h 115668"/>
                  <a:gd name="connsiteX15" fmla="*/ 176458 w 180740"/>
                  <a:gd name="connsiteY15" fmla="*/ 82453 h 115668"/>
                  <a:gd name="connsiteX16" fmla="*/ 146926 w 180740"/>
                  <a:gd name="connsiteY16" fmla="*/ 111985 h 115668"/>
                  <a:gd name="connsiteX17" fmla="*/ 138054 w 180740"/>
                  <a:gd name="connsiteY17" fmla="*/ 115669 h 11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740" h="115668">
                    <a:moveTo>
                      <a:pt x="138054" y="115669"/>
                    </a:moveTo>
                    <a:cubicBezTo>
                      <a:pt x="131128" y="115669"/>
                      <a:pt x="125513" y="110055"/>
                      <a:pt x="125513" y="103129"/>
                    </a:cubicBezTo>
                    <a:lnTo>
                      <a:pt x="125513" y="25081"/>
                    </a:lnTo>
                    <a:lnTo>
                      <a:pt x="25081" y="25081"/>
                    </a:lnTo>
                    <a:lnTo>
                      <a:pt x="25081" y="49754"/>
                    </a:lnTo>
                    <a:cubicBezTo>
                      <a:pt x="25081" y="56680"/>
                      <a:pt x="19466" y="62294"/>
                      <a:pt x="12540" y="62294"/>
                    </a:cubicBezTo>
                    <a:cubicBezTo>
                      <a:pt x="5614" y="62294"/>
                      <a:pt x="0" y="56680"/>
                      <a:pt x="0" y="49754"/>
                    </a:cubicBezTo>
                    <a:lnTo>
                      <a:pt x="0" y="12540"/>
                    </a:lnTo>
                    <a:cubicBezTo>
                      <a:pt x="0" y="5615"/>
                      <a:pt x="5614" y="0"/>
                      <a:pt x="12540" y="0"/>
                    </a:cubicBezTo>
                    <a:lnTo>
                      <a:pt x="138054" y="0"/>
                    </a:lnTo>
                    <a:cubicBezTo>
                      <a:pt x="144979" y="0"/>
                      <a:pt x="150594" y="5615"/>
                      <a:pt x="150594" y="12540"/>
                    </a:cubicBezTo>
                    <a:lnTo>
                      <a:pt x="150594" y="72844"/>
                    </a:lnTo>
                    <a:lnTo>
                      <a:pt x="158792" y="64724"/>
                    </a:lnTo>
                    <a:cubicBezTo>
                      <a:pt x="163371" y="59528"/>
                      <a:pt x="171296" y="59029"/>
                      <a:pt x="176491" y="63608"/>
                    </a:cubicBezTo>
                    <a:cubicBezTo>
                      <a:pt x="181688" y="68188"/>
                      <a:pt x="182188" y="76112"/>
                      <a:pt x="177607" y="81308"/>
                    </a:cubicBezTo>
                    <a:cubicBezTo>
                      <a:pt x="177250" y="81714"/>
                      <a:pt x="176866" y="82096"/>
                      <a:pt x="176458" y="82453"/>
                    </a:cubicBezTo>
                    <a:lnTo>
                      <a:pt x="146926" y="111985"/>
                    </a:lnTo>
                    <a:cubicBezTo>
                      <a:pt x="144574" y="114342"/>
                      <a:pt x="141383" y="115667"/>
                      <a:pt x="138054" y="115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90" name="Freeform 152">
                <a:extLst>
                  <a:ext uri="{FF2B5EF4-FFF2-40B4-BE49-F238E27FC236}">
                    <a16:creationId xmlns:a16="http://schemas.microsoft.com/office/drawing/2014/main" id="{D5258933-F52F-E09C-A049-CC641655775C}"/>
                  </a:ext>
                </a:extLst>
              </p:cNvPr>
              <p:cNvSpPr/>
              <p:nvPr/>
            </p:nvSpPr>
            <p:spPr>
              <a:xfrm>
                <a:off x="6602514" y="2254254"/>
                <a:ext cx="62701" cy="53139"/>
              </a:xfrm>
              <a:custGeom>
                <a:avLst/>
                <a:gdLst>
                  <a:gd name="connsiteX0" fmla="*/ 31351 w 62701"/>
                  <a:gd name="connsiteY0" fmla="*/ 53140 h 53139"/>
                  <a:gd name="connsiteX1" fmla="*/ 0 w 62701"/>
                  <a:gd name="connsiteY1" fmla="*/ 21789 h 53139"/>
                  <a:gd name="connsiteX2" fmla="*/ 0 w 62701"/>
                  <a:gd name="connsiteY2" fmla="*/ 12540 h 53139"/>
                  <a:gd name="connsiteX3" fmla="*/ 12540 w 62701"/>
                  <a:gd name="connsiteY3" fmla="*/ 0 h 53139"/>
                  <a:gd name="connsiteX4" fmla="*/ 25081 w 62701"/>
                  <a:gd name="connsiteY4" fmla="*/ 12540 h 53139"/>
                  <a:gd name="connsiteX5" fmla="*/ 25081 w 62701"/>
                  <a:gd name="connsiteY5" fmla="*/ 21789 h 53139"/>
                  <a:gd name="connsiteX6" fmla="*/ 31351 w 62701"/>
                  <a:gd name="connsiteY6" fmla="*/ 28059 h 53139"/>
                  <a:gd name="connsiteX7" fmla="*/ 37621 w 62701"/>
                  <a:gd name="connsiteY7" fmla="*/ 21789 h 53139"/>
                  <a:gd name="connsiteX8" fmla="*/ 37621 w 62701"/>
                  <a:gd name="connsiteY8" fmla="*/ 12540 h 53139"/>
                  <a:gd name="connsiteX9" fmla="*/ 50161 w 62701"/>
                  <a:gd name="connsiteY9" fmla="*/ 0 h 53139"/>
                  <a:gd name="connsiteX10" fmla="*/ 62702 w 62701"/>
                  <a:gd name="connsiteY10" fmla="*/ 12540 h 53139"/>
                  <a:gd name="connsiteX11" fmla="*/ 62702 w 62701"/>
                  <a:gd name="connsiteY11" fmla="*/ 21789 h 53139"/>
                  <a:gd name="connsiteX12" fmla="*/ 31351 w 62701"/>
                  <a:gd name="connsiteY12" fmla="*/ 53140 h 5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701" h="53139">
                    <a:moveTo>
                      <a:pt x="31351" y="53140"/>
                    </a:moveTo>
                    <a:cubicBezTo>
                      <a:pt x="14036" y="53140"/>
                      <a:pt x="0" y="39104"/>
                      <a:pt x="0" y="21789"/>
                    </a:cubicBezTo>
                    <a:lnTo>
                      <a:pt x="0" y="12540"/>
                    </a:lnTo>
                    <a:cubicBezTo>
                      <a:pt x="0" y="5615"/>
                      <a:pt x="5614" y="0"/>
                      <a:pt x="12540" y="0"/>
                    </a:cubicBezTo>
                    <a:cubicBezTo>
                      <a:pt x="19466" y="0"/>
                      <a:pt x="25081" y="5615"/>
                      <a:pt x="25081" y="12540"/>
                    </a:cubicBezTo>
                    <a:lnTo>
                      <a:pt x="25081" y="21789"/>
                    </a:lnTo>
                    <a:cubicBezTo>
                      <a:pt x="25081" y="25252"/>
                      <a:pt x="27888" y="28059"/>
                      <a:pt x="31351" y="28059"/>
                    </a:cubicBezTo>
                    <a:cubicBezTo>
                      <a:pt x="34814" y="28059"/>
                      <a:pt x="37621" y="25252"/>
                      <a:pt x="37621" y="21789"/>
                    </a:cubicBezTo>
                    <a:lnTo>
                      <a:pt x="37621" y="12540"/>
                    </a:lnTo>
                    <a:cubicBezTo>
                      <a:pt x="37621" y="5615"/>
                      <a:pt x="43235" y="0"/>
                      <a:pt x="50161" y="0"/>
                    </a:cubicBezTo>
                    <a:cubicBezTo>
                      <a:pt x="57087" y="0"/>
                      <a:pt x="62702" y="5615"/>
                      <a:pt x="62702" y="12540"/>
                    </a:cubicBezTo>
                    <a:lnTo>
                      <a:pt x="62702" y="21789"/>
                    </a:lnTo>
                    <a:cubicBezTo>
                      <a:pt x="62702" y="39104"/>
                      <a:pt x="48665" y="53140"/>
                      <a:pt x="31351" y="53140"/>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191" name="Graphic 332">
                <a:extLst>
                  <a:ext uri="{FF2B5EF4-FFF2-40B4-BE49-F238E27FC236}">
                    <a16:creationId xmlns:a16="http://schemas.microsoft.com/office/drawing/2014/main" id="{1A1B45CC-3C6C-28E2-7616-581230353061}"/>
                  </a:ext>
                </a:extLst>
              </p:cNvPr>
              <p:cNvGrpSpPr/>
              <p:nvPr/>
            </p:nvGrpSpPr>
            <p:grpSpPr>
              <a:xfrm>
                <a:off x="6698915" y="2181138"/>
                <a:ext cx="121900" cy="126255"/>
                <a:chOff x="6698915" y="2181138"/>
                <a:chExt cx="121900" cy="126255"/>
              </a:xfrm>
              <a:solidFill>
                <a:srgbClr val="EF463C"/>
              </a:solidFill>
            </p:grpSpPr>
            <p:sp>
              <p:nvSpPr>
                <p:cNvPr id="193" name="Freeform 155">
                  <a:extLst>
                    <a:ext uri="{FF2B5EF4-FFF2-40B4-BE49-F238E27FC236}">
                      <a16:creationId xmlns:a16="http://schemas.microsoft.com/office/drawing/2014/main" id="{5295EA7F-0DDA-4918-7337-113D089F038B}"/>
                    </a:ext>
                  </a:extLst>
                </p:cNvPr>
                <p:cNvSpPr/>
                <p:nvPr/>
              </p:nvSpPr>
              <p:spPr>
                <a:xfrm>
                  <a:off x="6734527" y="2181138"/>
                  <a:ext cx="31221" cy="47157"/>
                </a:xfrm>
                <a:custGeom>
                  <a:avLst/>
                  <a:gdLst>
                    <a:gd name="connsiteX0" fmla="*/ 18675 w 31221"/>
                    <a:gd name="connsiteY0" fmla="*/ 47157 h 47157"/>
                    <a:gd name="connsiteX1" fmla="*/ 6589 w 31221"/>
                    <a:gd name="connsiteY1" fmla="*/ 37971 h 47157"/>
                    <a:gd name="connsiteX2" fmla="*/ 460 w 31221"/>
                    <a:gd name="connsiteY2" fmla="*/ 15900 h 47157"/>
                    <a:gd name="connsiteX3" fmla="*/ 9191 w 31221"/>
                    <a:gd name="connsiteY3" fmla="*/ 460 h 47157"/>
                    <a:gd name="connsiteX4" fmla="*/ 24632 w 31221"/>
                    <a:gd name="connsiteY4" fmla="*/ 9191 h 47157"/>
                    <a:gd name="connsiteX5" fmla="*/ 30761 w 31221"/>
                    <a:gd name="connsiteY5" fmla="*/ 31262 h 47157"/>
                    <a:gd name="connsiteX6" fmla="*/ 22034 w 31221"/>
                    <a:gd name="connsiteY6" fmla="*/ 46701 h 47157"/>
                    <a:gd name="connsiteX7" fmla="*/ 22030 w 31221"/>
                    <a:gd name="connsiteY7" fmla="*/ 46703 h 47157"/>
                    <a:gd name="connsiteX8" fmla="*/ 18675 w 31221"/>
                    <a:gd name="connsiteY8" fmla="*/ 47157 h 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21" h="47157">
                      <a:moveTo>
                        <a:pt x="18675" y="47157"/>
                      </a:moveTo>
                      <a:cubicBezTo>
                        <a:pt x="13040" y="47159"/>
                        <a:pt x="8097" y="43401"/>
                        <a:pt x="6589" y="37971"/>
                      </a:cubicBezTo>
                      <a:lnTo>
                        <a:pt x="460" y="15900"/>
                      </a:lnTo>
                      <a:cubicBezTo>
                        <a:pt x="-1393" y="9226"/>
                        <a:pt x="2517" y="2313"/>
                        <a:pt x="9191" y="460"/>
                      </a:cubicBezTo>
                      <a:cubicBezTo>
                        <a:pt x="15866" y="-1393"/>
                        <a:pt x="22779" y="2517"/>
                        <a:pt x="24632" y="9191"/>
                      </a:cubicBezTo>
                      <a:lnTo>
                        <a:pt x="30761" y="31262"/>
                      </a:lnTo>
                      <a:cubicBezTo>
                        <a:pt x="32614" y="37935"/>
                        <a:pt x="28707" y="44848"/>
                        <a:pt x="22034" y="46701"/>
                      </a:cubicBezTo>
                      <a:cubicBezTo>
                        <a:pt x="22033" y="46701"/>
                        <a:pt x="22031" y="46703"/>
                        <a:pt x="22030" y="46703"/>
                      </a:cubicBezTo>
                      <a:cubicBezTo>
                        <a:pt x="20935" y="46997"/>
                        <a:pt x="19808" y="47151"/>
                        <a:pt x="18675" y="47157"/>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94" name="Freeform 156">
                  <a:extLst>
                    <a:ext uri="{FF2B5EF4-FFF2-40B4-BE49-F238E27FC236}">
                      <a16:creationId xmlns:a16="http://schemas.microsoft.com/office/drawing/2014/main" id="{65A6E3C7-0DE6-E50C-FAF0-937EC8750A79}"/>
                    </a:ext>
                  </a:extLst>
                </p:cNvPr>
                <p:cNvSpPr/>
                <p:nvPr/>
              </p:nvSpPr>
              <p:spPr>
                <a:xfrm>
                  <a:off x="6762486" y="2187024"/>
                  <a:ext cx="36918" cy="44563"/>
                </a:xfrm>
                <a:custGeom>
                  <a:avLst/>
                  <a:gdLst>
                    <a:gd name="connsiteX0" fmla="*/ 12536 w 36918"/>
                    <a:gd name="connsiteY0" fmla="*/ 44564 h 44563"/>
                    <a:gd name="connsiteX1" fmla="*/ 0 w 36918"/>
                    <a:gd name="connsiteY1" fmla="*/ 32019 h 44563"/>
                    <a:gd name="connsiteX2" fmla="*/ 1829 w 36918"/>
                    <a:gd name="connsiteY2" fmla="*/ 25502 h 44563"/>
                    <a:gd name="connsiteX3" fmla="*/ 13774 w 36918"/>
                    <a:gd name="connsiteY3" fmla="*/ 5845 h 44563"/>
                    <a:gd name="connsiteX4" fmla="*/ 31073 w 36918"/>
                    <a:gd name="connsiteY4" fmla="*/ 1939 h 44563"/>
                    <a:gd name="connsiteX5" fmla="*/ 35202 w 36918"/>
                    <a:gd name="connsiteY5" fmla="*/ 18872 h 44563"/>
                    <a:gd name="connsiteX6" fmla="*/ 23258 w 36918"/>
                    <a:gd name="connsiteY6" fmla="*/ 38529 h 44563"/>
                    <a:gd name="connsiteX7" fmla="*/ 12536 w 36918"/>
                    <a:gd name="connsiteY7" fmla="*/ 44564 h 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18" h="44563">
                      <a:moveTo>
                        <a:pt x="12536" y="44564"/>
                      </a:moveTo>
                      <a:cubicBezTo>
                        <a:pt x="5610" y="44561"/>
                        <a:pt x="-2" y="38944"/>
                        <a:pt x="0" y="32019"/>
                      </a:cubicBezTo>
                      <a:cubicBezTo>
                        <a:pt x="2" y="29719"/>
                        <a:pt x="635" y="27465"/>
                        <a:pt x="1829" y="25502"/>
                      </a:cubicBezTo>
                      <a:lnTo>
                        <a:pt x="13774" y="5845"/>
                      </a:lnTo>
                      <a:cubicBezTo>
                        <a:pt x="17472" y="-10"/>
                        <a:pt x="25217" y="-1759"/>
                        <a:pt x="31073" y="1939"/>
                      </a:cubicBezTo>
                      <a:cubicBezTo>
                        <a:pt x="36787" y="5549"/>
                        <a:pt x="38613" y="13037"/>
                        <a:pt x="35202" y="18872"/>
                      </a:cubicBezTo>
                      <a:lnTo>
                        <a:pt x="23258" y="38529"/>
                      </a:lnTo>
                      <a:cubicBezTo>
                        <a:pt x="20985" y="42277"/>
                        <a:pt x="16918" y="44564"/>
                        <a:pt x="12536" y="4456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95" name="Freeform 157">
                  <a:extLst>
                    <a:ext uri="{FF2B5EF4-FFF2-40B4-BE49-F238E27FC236}">
                      <a16:creationId xmlns:a16="http://schemas.microsoft.com/office/drawing/2014/main" id="{242B87B4-5792-058D-6F60-1F5FA49AC823}"/>
                    </a:ext>
                  </a:extLst>
                </p:cNvPr>
                <p:cNvSpPr/>
                <p:nvPr/>
              </p:nvSpPr>
              <p:spPr>
                <a:xfrm>
                  <a:off x="6779022" y="2221060"/>
                  <a:ext cx="41793" cy="28475"/>
                </a:xfrm>
                <a:custGeom>
                  <a:avLst/>
                  <a:gdLst>
                    <a:gd name="connsiteX0" fmla="*/ 12522 w 41793"/>
                    <a:gd name="connsiteY0" fmla="*/ 28475 h 28475"/>
                    <a:gd name="connsiteX1" fmla="*/ 0 w 41793"/>
                    <a:gd name="connsiteY1" fmla="*/ 15916 h 28475"/>
                    <a:gd name="connsiteX2" fmla="*/ 10045 w 41793"/>
                    <a:gd name="connsiteY2" fmla="*/ 3646 h 28475"/>
                    <a:gd name="connsiteX3" fmla="*/ 26880 w 41793"/>
                    <a:gd name="connsiteY3" fmla="*/ 228 h 28475"/>
                    <a:gd name="connsiteX4" fmla="*/ 41565 w 41793"/>
                    <a:gd name="connsiteY4" fmla="*/ 10173 h 28475"/>
                    <a:gd name="connsiteX5" fmla="*/ 31865 w 41793"/>
                    <a:gd name="connsiteY5" fmla="*/ 24807 h 28475"/>
                    <a:gd name="connsiteX6" fmla="*/ 15030 w 41793"/>
                    <a:gd name="connsiteY6" fmla="*/ 28225 h 28475"/>
                    <a:gd name="connsiteX7" fmla="*/ 12522 w 41793"/>
                    <a:gd name="connsiteY7" fmla="*/ 28475 h 2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93" h="28475">
                      <a:moveTo>
                        <a:pt x="12522" y="28475"/>
                      </a:moveTo>
                      <a:cubicBezTo>
                        <a:pt x="5596" y="28464"/>
                        <a:pt x="-11" y="22842"/>
                        <a:pt x="0" y="15916"/>
                      </a:cubicBezTo>
                      <a:cubicBezTo>
                        <a:pt x="9" y="9960"/>
                        <a:pt x="4207" y="4831"/>
                        <a:pt x="10045" y="3646"/>
                      </a:cubicBezTo>
                      <a:lnTo>
                        <a:pt x="26880" y="228"/>
                      </a:lnTo>
                      <a:cubicBezTo>
                        <a:pt x="33682" y="-1081"/>
                        <a:pt x="40256" y="3371"/>
                        <a:pt x="41565" y="10173"/>
                      </a:cubicBezTo>
                      <a:cubicBezTo>
                        <a:pt x="42855" y="16877"/>
                        <a:pt x="38544" y="23384"/>
                        <a:pt x="31865" y="24807"/>
                      </a:cubicBezTo>
                      <a:lnTo>
                        <a:pt x="15030" y="28225"/>
                      </a:lnTo>
                      <a:cubicBezTo>
                        <a:pt x="14205" y="28394"/>
                        <a:pt x="13363" y="28477"/>
                        <a:pt x="12522" y="2847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96" name="Freeform 158">
                  <a:extLst>
                    <a:ext uri="{FF2B5EF4-FFF2-40B4-BE49-F238E27FC236}">
                      <a16:creationId xmlns:a16="http://schemas.microsoft.com/office/drawing/2014/main" id="{6BC540FA-0B06-C1BA-082D-17E4480A5712}"/>
                    </a:ext>
                  </a:extLst>
                </p:cNvPr>
                <p:cNvSpPr/>
                <p:nvPr/>
              </p:nvSpPr>
              <p:spPr>
                <a:xfrm>
                  <a:off x="6774727" y="2247949"/>
                  <a:ext cx="41840" cy="35226"/>
                </a:xfrm>
                <a:custGeom>
                  <a:avLst/>
                  <a:gdLst>
                    <a:gd name="connsiteX0" fmla="*/ 29357 w 41840"/>
                    <a:gd name="connsiteY0" fmla="*/ 35226 h 35226"/>
                    <a:gd name="connsiteX1" fmla="*/ 22883 w 41840"/>
                    <a:gd name="connsiteY1" fmla="*/ 33408 h 35226"/>
                    <a:gd name="connsiteX2" fmla="*/ 5390 w 41840"/>
                    <a:gd name="connsiteY2" fmla="*/ 22843 h 35226"/>
                    <a:gd name="connsiteX3" fmla="*/ 2240 w 41840"/>
                    <a:gd name="connsiteY3" fmla="*/ 5390 h 35226"/>
                    <a:gd name="connsiteX4" fmla="*/ 18385 w 41840"/>
                    <a:gd name="connsiteY4" fmla="*/ 1446 h 35226"/>
                    <a:gd name="connsiteX5" fmla="*/ 35878 w 41840"/>
                    <a:gd name="connsiteY5" fmla="*/ 12011 h 35226"/>
                    <a:gd name="connsiteX6" fmla="*/ 39973 w 41840"/>
                    <a:gd name="connsiteY6" fmla="*/ 29267 h 35226"/>
                    <a:gd name="connsiteX7" fmla="*/ 29357 w 41840"/>
                    <a:gd name="connsiteY7" fmla="*/ 35226 h 3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40" h="35226">
                      <a:moveTo>
                        <a:pt x="29357" y="35226"/>
                      </a:moveTo>
                      <a:cubicBezTo>
                        <a:pt x="27073" y="35222"/>
                        <a:pt x="24835" y="34592"/>
                        <a:pt x="22883" y="33408"/>
                      </a:cubicBezTo>
                      <a:lnTo>
                        <a:pt x="5390" y="22843"/>
                      </a:lnTo>
                      <a:cubicBezTo>
                        <a:pt x="-299" y="18893"/>
                        <a:pt x="-1710" y="11080"/>
                        <a:pt x="2240" y="5390"/>
                      </a:cubicBezTo>
                      <a:cubicBezTo>
                        <a:pt x="5852" y="186"/>
                        <a:pt x="12779" y="-1506"/>
                        <a:pt x="18385" y="1446"/>
                      </a:cubicBezTo>
                      <a:lnTo>
                        <a:pt x="35878" y="12011"/>
                      </a:lnTo>
                      <a:cubicBezTo>
                        <a:pt x="41774" y="15645"/>
                        <a:pt x="43608" y="23371"/>
                        <a:pt x="39973" y="29267"/>
                      </a:cubicBezTo>
                      <a:cubicBezTo>
                        <a:pt x="37701" y="32954"/>
                        <a:pt x="33687" y="35206"/>
                        <a:pt x="29357" y="3522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97" name="Freeform 159">
                  <a:extLst>
                    <a:ext uri="{FF2B5EF4-FFF2-40B4-BE49-F238E27FC236}">
                      <a16:creationId xmlns:a16="http://schemas.microsoft.com/office/drawing/2014/main" id="{C69AEB46-F17C-EE82-7372-D009841D457F}"/>
                    </a:ext>
                  </a:extLst>
                </p:cNvPr>
                <p:cNvSpPr/>
                <p:nvPr/>
              </p:nvSpPr>
              <p:spPr>
                <a:xfrm>
                  <a:off x="6753280" y="2265531"/>
                  <a:ext cx="29214" cy="41862"/>
                </a:xfrm>
                <a:custGeom>
                  <a:avLst/>
                  <a:gdLst>
                    <a:gd name="connsiteX0" fmla="*/ 16585 w 29214"/>
                    <a:gd name="connsiteY0" fmla="*/ 41863 h 41862"/>
                    <a:gd name="connsiteX1" fmla="*/ 4405 w 29214"/>
                    <a:gd name="connsiteY1" fmla="*/ 32269 h 41862"/>
                    <a:gd name="connsiteX2" fmla="*/ 423 w 29214"/>
                    <a:gd name="connsiteY2" fmla="*/ 15763 h 41862"/>
                    <a:gd name="connsiteX3" fmla="*/ 9324 w 29214"/>
                    <a:gd name="connsiteY3" fmla="*/ 423 h 41862"/>
                    <a:gd name="connsiteX4" fmla="*/ 24664 w 29214"/>
                    <a:gd name="connsiteY4" fmla="*/ 9325 h 41862"/>
                    <a:gd name="connsiteX5" fmla="*/ 24799 w 29214"/>
                    <a:gd name="connsiteY5" fmla="*/ 9885 h 41862"/>
                    <a:gd name="connsiteX6" fmla="*/ 28858 w 29214"/>
                    <a:gd name="connsiteY6" fmla="*/ 26375 h 41862"/>
                    <a:gd name="connsiteX7" fmla="*/ 19626 w 29214"/>
                    <a:gd name="connsiteY7" fmla="*/ 41518 h 41862"/>
                    <a:gd name="connsiteX8" fmla="*/ 19626 w 29214"/>
                    <a:gd name="connsiteY8" fmla="*/ 41518 h 41862"/>
                    <a:gd name="connsiteX9" fmla="*/ 16585 w 29214"/>
                    <a:gd name="connsiteY9" fmla="*/ 41863 h 41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214" h="41862">
                      <a:moveTo>
                        <a:pt x="16585" y="41863"/>
                      </a:moveTo>
                      <a:cubicBezTo>
                        <a:pt x="10797" y="41858"/>
                        <a:pt x="5765" y="37894"/>
                        <a:pt x="4405" y="32269"/>
                      </a:cubicBezTo>
                      <a:lnTo>
                        <a:pt x="423" y="15763"/>
                      </a:lnTo>
                      <a:cubicBezTo>
                        <a:pt x="-1354" y="9070"/>
                        <a:pt x="2630" y="2202"/>
                        <a:pt x="9324" y="423"/>
                      </a:cubicBezTo>
                      <a:cubicBezTo>
                        <a:pt x="16019" y="-1354"/>
                        <a:pt x="22886" y="2632"/>
                        <a:pt x="24664" y="9325"/>
                      </a:cubicBezTo>
                      <a:cubicBezTo>
                        <a:pt x="24712" y="9510"/>
                        <a:pt x="24758" y="9697"/>
                        <a:pt x="24799" y="9885"/>
                      </a:cubicBezTo>
                      <a:lnTo>
                        <a:pt x="28858" y="26375"/>
                      </a:lnTo>
                      <a:cubicBezTo>
                        <a:pt x="30490" y="33106"/>
                        <a:pt x="26357" y="39886"/>
                        <a:pt x="19626" y="41518"/>
                      </a:cubicBezTo>
                      <a:cubicBezTo>
                        <a:pt x="19626" y="41518"/>
                        <a:pt x="19626" y="41518"/>
                        <a:pt x="19626" y="41518"/>
                      </a:cubicBezTo>
                      <a:cubicBezTo>
                        <a:pt x="18629" y="41753"/>
                        <a:pt x="17608" y="41869"/>
                        <a:pt x="16585" y="41863"/>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98" name="Freeform 160">
                  <a:extLst>
                    <a:ext uri="{FF2B5EF4-FFF2-40B4-BE49-F238E27FC236}">
                      <a16:creationId xmlns:a16="http://schemas.microsoft.com/office/drawing/2014/main" id="{F093185D-D078-E169-3BA0-0DE892823303}"/>
                    </a:ext>
                  </a:extLst>
                </p:cNvPr>
                <p:cNvSpPr/>
                <p:nvPr/>
              </p:nvSpPr>
              <p:spPr>
                <a:xfrm>
                  <a:off x="6720312" y="2259509"/>
                  <a:ext cx="35042" cy="42194"/>
                </a:xfrm>
                <a:custGeom>
                  <a:avLst/>
                  <a:gdLst>
                    <a:gd name="connsiteX0" fmla="*/ 12497 w 35042"/>
                    <a:gd name="connsiteY0" fmla="*/ 42195 h 42194"/>
                    <a:gd name="connsiteX1" fmla="*/ 0 w 35042"/>
                    <a:gd name="connsiteY1" fmla="*/ 29611 h 42194"/>
                    <a:gd name="connsiteX2" fmla="*/ 1680 w 35042"/>
                    <a:gd name="connsiteY2" fmla="*/ 23384 h 42194"/>
                    <a:gd name="connsiteX3" fmla="*/ 11666 w 35042"/>
                    <a:gd name="connsiteY3" fmla="*/ 6220 h 42194"/>
                    <a:gd name="connsiteX4" fmla="*/ 28822 w 35042"/>
                    <a:gd name="connsiteY4" fmla="*/ 1713 h 42194"/>
                    <a:gd name="connsiteX5" fmla="*/ 33329 w 35042"/>
                    <a:gd name="connsiteY5" fmla="*/ 18870 h 42194"/>
                    <a:gd name="connsiteX6" fmla="*/ 23344 w 35042"/>
                    <a:gd name="connsiteY6" fmla="*/ 35972 h 42194"/>
                    <a:gd name="connsiteX7" fmla="*/ 12497 w 35042"/>
                    <a:gd name="connsiteY7" fmla="*/ 42195 h 4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42" h="42194">
                      <a:moveTo>
                        <a:pt x="12497" y="42195"/>
                      </a:moveTo>
                      <a:cubicBezTo>
                        <a:pt x="5571" y="42170"/>
                        <a:pt x="-23" y="36536"/>
                        <a:pt x="0" y="29611"/>
                      </a:cubicBezTo>
                      <a:cubicBezTo>
                        <a:pt x="8" y="27424"/>
                        <a:pt x="588" y="25278"/>
                        <a:pt x="1680" y="23384"/>
                      </a:cubicBezTo>
                      <a:lnTo>
                        <a:pt x="11666" y="6220"/>
                      </a:lnTo>
                      <a:cubicBezTo>
                        <a:pt x="15158" y="238"/>
                        <a:pt x="22841" y="-1779"/>
                        <a:pt x="28822" y="1713"/>
                      </a:cubicBezTo>
                      <a:cubicBezTo>
                        <a:pt x="34804" y="5206"/>
                        <a:pt x="36822" y="12888"/>
                        <a:pt x="33329" y="18870"/>
                      </a:cubicBezTo>
                      <a:lnTo>
                        <a:pt x="23344" y="35972"/>
                      </a:lnTo>
                      <a:cubicBezTo>
                        <a:pt x="21095" y="39829"/>
                        <a:pt x="16962" y="42200"/>
                        <a:pt x="12497" y="4219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99" name="Freeform 161">
                  <a:extLst>
                    <a:ext uri="{FF2B5EF4-FFF2-40B4-BE49-F238E27FC236}">
                      <a16:creationId xmlns:a16="http://schemas.microsoft.com/office/drawing/2014/main" id="{07691C0C-8BEA-FD3F-633E-125FBD1FE462}"/>
                    </a:ext>
                  </a:extLst>
                </p:cNvPr>
                <p:cNvSpPr/>
                <p:nvPr/>
              </p:nvSpPr>
              <p:spPr>
                <a:xfrm>
                  <a:off x="6698915" y="2238810"/>
                  <a:ext cx="43578" cy="30116"/>
                </a:xfrm>
                <a:custGeom>
                  <a:avLst/>
                  <a:gdLst>
                    <a:gd name="connsiteX0" fmla="*/ 12528 w 43578"/>
                    <a:gd name="connsiteY0" fmla="*/ 30116 h 30116"/>
                    <a:gd name="connsiteX1" fmla="*/ 0 w 43578"/>
                    <a:gd name="connsiteY1" fmla="*/ 17563 h 30116"/>
                    <a:gd name="connsiteX2" fmla="*/ 9252 w 43578"/>
                    <a:gd name="connsiteY2" fmla="*/ 5475 h 30116"/>
                    <a:gd name="connsiteX3" fmla="*/ 27921 w 43578"/>
                    <a:gd name="connsiteY3" fmla="*/ 396 h 30116"/>
                    <a:gd name="connsiteX4" fmla="*/ 43183 w 43578"/>
                    <a:gd name="connsiteY4" fmla="*/ 9429 h 30116"/>
                    <a:gd name="connsiteX5" fmla="*/ 34489 w 43578"/>
                    <a:gd name="connsiteY5" fmla="*/ 24599 h 30116"/>
                    <a:gd name="connsiteX6" fmla="*/ 15820 w 43578"/>
                    <a:gd name="connsiteY6" fmla="*/ 29677 h 30116"/>
                    <a:gd name="connsiteX7" fmla="*/ 12528 w 43578"/>
                    <a:gd name="connsiteY7" fmla="*/ 30116 h 3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8" h="30116">
                      <a:moveTo>
                        <a:pt x="12528" y="30116"/>
                      </a:moveTo>
                      <a:cubicBezTo>
                        <a:pt x="5602" y="30110"/>
                        <a:pt x="-7" y="24489"/>
                        <a:pt x="0" y="17563"/>
                      </a:cubicBezTo>
                      <a:cubicBezTo>
                        <a:pt x="6" y="11909"/>
                        <a:pt x="3795" y="6957"/>
                        <a:pt x="9252" y="5475"/>
                      </a:cubicBezTo>
                      <a:lnTo>
                        <a:pt x="27921" y="396"/>
                      </a:lnTo>
                      <a:cubicBezTo>
                        <a:pt x="34630" y="-1324"/>
                        <a:pt x="41463" y="2720"/>
                        <a:pt x="43183" y="9429"/>
                      </a:cubicBezTo>
                      <a:cubicBezTo>
                        <a:pt x="44869" y="16005"/>
                        <a:pt x="41015" y="22729"/>
                        <a:pt x="34489" y="24599"/>
                      </a:cubicBezTo>
                      <a:lnTo>
                        <a:pt x="15820" y="29677"/>
                      </a:lnTo>
                      <a:cubicBezTo>
                        <a:pt x="14747" y="29969"/>
                        <a:pt x="13640" y="30116"/>
                        <a:pt x="12528" y="3011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00" name="Freeform 162">
                  <a:extLst>
                    <a:ext uri="{FF2B5EF4-FFF2-40B4-BE49-F238E27FC236}">
                      <a16:creationId xmlns:a16="http://schemas.microsoft.com/office/drawing/2014/main" id="{CAA5BD40-EDE1-ADF6-7ACA-80FDECD92277}"/>
                    </a:ext>
                  </a:extLst>
                </p:cNvPr>
                <p:cNvSpPr/>
                <p:nvPr/>
              </p:nvSpPr>
              <p:spPr>
                <a:xfrm>
                  <a:off x="6703187" y="2203941"/>
                  <a:ext cx="43000" cy="36753"/>
                </a:xfrm>
                <a:custGeom>
                  <a:avLst/>
                  <a:gdLst>
                    <a:gd name="connsiteX0" fmla="*/ 30436 w 43000"/>
                    <a:gd name="connsiteY0" fmla="*/ 36754 h 36753"/>
                    <a:gd name="connsiteX1" fmla="*/ 23602 w 43000"/>
                    <a:gd name="connsiteY1" fmla="*/ 34716 h 36753"/>
                    <a:gd name="connsiteX2" fmla="*/ 5700 w 43000"/>
                    <a:gd name="connsiteY2" fmla="*/ 23053 h 36753"/>
                    <a:gd name="connsiteX3" fmla="*/ 2032 w 43000"/>
                    <a:gd name="connsiteY3" fmla="*/ 5701 h 36753"/>
                    <a:gd name="connsiteX4" fmla="*/ 19385 w 43000"/>
                    <a:gd name="connsiteY4" fmla="*/ 2033 h 36753"/>
                    <a:gd name="connsiteX5" fmla="*/ 37286 w 43000"/>
                    <a:gd name="connsiteY5" fmla="*/ 13695 h 36753"/>
                    <a:gd name="connsiteX6" fmla="*/ 40976 w 43000"/>
                    <a:gd name="connsiteY6" fmla="*/ 31042 h 36753"/>
                    <a:gd name="connsiteX7" fmla="*/ 30436 w 43000"/>
                    <a:gd name="connsiteY7" fmla="*/ 36754 h 36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000" h="36753">
                      <a:moveTo>
                        <a:pt x="30436" y="36754"/>
                      </a:moveTo>
                      <a:cubicBezTo>
                        <a:pt x="28008" y="36751"/>
                        <a:pt x="25635" y="36042"/>
                        <a:pt x="23602" y="34716"/>
                      </a:cubicBezTo>
                      <a:lnTo>
                        <a:pt x="5700" y="23053"/>
                      </a:lnTo>
                      <a:cubicBezTo>
                        <a:pt x="-104" y="19274"/>
                        <a:pt x="-1746" y="11505"/>
                        <a:pt x="2032" y="5701"/>
                      </a:cubicBezTo>
                      <a:cubicBezTo>
                        <a:pt x="5811" y="-104"/>
                        <a:pt x="13581" y="-1747"/>
                        <a:pt x="19385" y="2033"/>
                      </a:cubicBezTo>
                      <a:lnTo>
                        <a:pt x="37286" y="13695"/>
                      </a:lnTo>
                      <a:cubicBezTo>
                        <a:pt x="43096" y="17467"/>
                        <a:pt x="44748" y="25232"/>
                        <a:pt x="40976" y="31042"/>
                      </a:cubicBezTo>
                      <a:cubicBezTo>
                        <a:pt x="38660" y="34611"/>
                        <a:pt x="34691" y="36762"/>
                        <a:pt x="30436" y="3675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01" name="Freeform 163">
                  <a:extLst>
                    <a:ext uri="{FF2B5EF4-FFF2-40B4-BE49-F238E27FC236}">
                      <a16:creationId xmlns:a16="http://schemas.microsoft.com/office/drawing/2014/main" id="{039DF627-F88E-2622-6357-2D8CCF2A1201}"/>
                    </a:ext>
                  </a:extLst>
                </p:cNvPr>
                <p:cNvSpPr/>
                <p:nvPr/>
              </p:nvSpPr>
              <p:spPr>
                <a:xfrm>
                  <a:off x="6717310" y="2202400"/>
                  <a:ext cx="85595" cy="85587"/>
                </a:xfrm>
                <a:custGeom>
                  <a:avLst/>
                  <a:gdLst>
                    <a:gd name="connsiteX0" fmla="*/ 42727 w 85595"/>
                    <a:gd name="connsiteY0" fmla="*/ 85588 h 85587"/>
                    <a:gd name="connsiteX1" fmla="*/ 0 w 85595"/>
                    <a:gd name="connsiteY1" fmla="*/ 42727 h 85587"/>
                    <a:gd name="connsiteX2" fmla="*/ 42860 w 85595"/>
                    <a:gd name="connsiteY2" fmla="*/ 0 h 85587"/>
                    <a:gd name="connsiteX3" fmla="*/ 84455 w 85595"/>
                    <a:gd name="connsiteY3" fmla="*/ 33013 h 85587"/>
                    <a:gd name="connsiteX4" fmla="*/ 84455 w 85595"/>
                    <a:gd name="connsiteY4" fmla="*/ 33013 h 85587"/>
                    <a:gd name="connsiteX5" fmla="*/ 52586 w 85595"/>
                    <a:gd name="connsiteY5" fmla="*/ 84444 h 85587"/>
                    <a:gd name="connsiteX6" fmla="*/ 42727 w 85595"/>
                    <a:gd name="connsiteY6" fmla="*/ 85588 h 85587"/>
                    <a:gd name="connsiteX7" fmla="*/ 42883 w 85595"/>
                    <a:gd name="connsiteY7" fmla="*/ 25049 h 85587"/>
                    <a:gd name="connsiteX8" fmla="*/ 38808 w 85595"/>
                    <a:gd name="connsiteY8" fmla="*/ 25520 h 85587"/>
                    <a:gd name="connsiteX9" fmla="*/ 25664 w 85595"/>
                    <a:gd name="connsiteY9" fmla="*/ 46818 h 85587"/>
                    <a:gd name="connsiteX10" fmla="*/ 46962 w 85595"/>
                    <a:gd name="connsiteY10" fmla="*/ 59963 h 85587"/>
                    <a:gd name="connsiteX11" fmla="*/ 60126 w 85595"/>
                    <a:gd name="connsiteY11" fmla="*/ 38750 h 85587"/>
                    <a:gd name="connsiteX12" fmla="*/ 60126 w 85595"/>
                    <a:gd name="connsiteY12" fmla="*/ 38750 h 85587"/>
                    <a:gd name="connsiteX13" fmla="*/ 42883 w 85595"/>
                    <a:gd name="connsiteY13" fmla="*/ 25049 h 8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595" h="85587">
                      <a:moveTo>
                        <a:pt x="42727" y="85588"/>
                      </a:moveTo>
                      <a:cubicBezTo>
                        <a:pt x="19093" y="85550"/>
                        <a:pt x="-38" y="66362"/>
                        <a:pt x="0" y="42727"/>
                      </a:cubicBezTo>
                      <a:cubicBezTo>
                        <a:pt x="36" y="19093"/>
                        <a:pt x="19226" y="-38"/>
                        <a:pt x="42860" y="0"/>
                      </a:cubicBezTo>
                      <a:cubicBezTo>
                        <a:pt x="62702" y="31"/>
                        <a:pt x="79920" y="13697"/>
                        <a:pt x="84455" y="33013"/>
                      </a:cubicBezTo>
                      <a:lnTo>
                        <a:pt x="84455" y="33013"/>
                      </a:lnTo>
                      <a:cubicBezTo>
                        <a:pt x="89850" y="56015"/>
                        <a:pt x="75585" y="79036"/>
                        <a:pt x="52586" y="84444"/>
                      </a:cubicBezTo>
                      <a:cubicBezTo>
                        <a:pt x="49354" y="85202"/>
                        <a:pt x="46047" y="85586"/>
                        <a:pt x="42727" y="85588"/>
                      </a:cubicBezTo>
                      <a:close/>
                      <a:moveTo>
                        <a:pt x="42883" y="25049"/>
                      </a:moveTo>
                      <a:cubicBezTo>
                        <a:pt x="41512" y="25051"/>
                        <a:pt x="40143" y="25209"/>
                        <a:pt x="38808" y="25520"/>
                      </a:cubicBezTo>
                      <a:cubicBezTo>
                        <a:pt x="29296" y="27771"/>
                        <a:pt x="23411" y="37308"/>
                        <a:pt x="25664" y="46818"/>
                      </a:cubicBezTo>
                      <a:cubicBezTo>
                        <a:pt x="27915" y="56330"/>
                        <a:pt x="37450" y="62214"/>
                        <a:pt x="46962" y="59963"/>
                      </a:cubicBezTo>
                      <a:cubicBezTo>
                        <a:pt x="56439" y="57719"/>
                        <a:pt x="62322" y="48238"/>
                        <a:pt x="60126" y="38750"/>
                      </a:cubicBezTo>
                      <a:lnTo>
                        <a:pt x="60126" y="38750"/>
                      </a:lnTo>
                      <a:cubicBezTo>
                        <a:pt x="58252" y="30736"/>
                        <a:pt x="51113" y="25065"/>
                        <a:pt x="42883" y="25049"/>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192" name="Freeform 154">
                <a:extLst>
                  <a:ext uri="{FF2B5EF4-FFF2-40B4-BE49-F238E27FC236}">
                    <a16:creationId xmlns:a16="http://schemas.microsoft.com/office/drawing/2014/main" id="{E7D8308B-C294-99CA-C1F6-FCD34D7CBE4C}"/>
                  </a:ext>
                </a:extLst>
              </p:cNvPr>
              <p:cNvSpPr/>
              <p:nvPr/>
            </p:nvSpPr>
            <p:spPr>
              <a:xfrm>
                <a:off x="6717586" y="2109858"/>
                <a:ext cx="54608" cy="54606"/>
              </a:xfrm>
              <a:custGeom>
                <a:avLst/>
                <a:gdLst>
                  <a:gd name="connsiteX0" fmla="*/ 42074 w 54608"/>
                  <a:gd name="connsiteY0" fmla="*/ 54607 h 54606"/>
                  <a:gd name="connsiteX1" fmla="*/ 33202 w 54608"/>
                  <a:gd name="connsiteY1" fmla="*/ 50939 h 54606"/>
                  <a:gd name="connsiteX2" fmla="*/ 3669 w 54608"/>
                  <a:gd name="connsiteY2" fmla="*/ 21406 h 54606"/>
                  <a:gd name="connsiteX3" fmla="*/ 3677 w 54608"/>
                  <a:gd name="connsiteY3" fmla="*/ 3669 h 54606"/>
                  <a:gd name="connsiteX4" fmla="*/ 21414 w 54608"/>
                  <a:gd name="connsiteY4" fmla="*/ 3677 h 54606"/>
                  <a:gd name="connsiteX5" fmla="*/ 50931 w 54608"/>
                  <a:gd name="connsiteY5" fmla="*/ 33194 h 54606"/>
                  <a:gd name="connsiteX6" fmla="*/ 50940 w 54608"/>
                  <a:gd name="connsiteY6" fmla="*/ 50929 h 54606"/>
                  <a:gd name="connsiteX7" fmla="*/ 42074 w 54608"/>
                  <a:gd name="connsiteY7" fmla="*/ 54607 h 5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608" h="54606">
                    <a:moveTo>
                      <a:pt x="42074" y="54607"/>
                    </a:moveTo>
                    <a:cubicBezTo>
                      <a:pt x="38748" y="54609"/>
                      <a:pt x="35556" y="53290"/>
                      <a:pt x="33202" y="50939"/>
                    </a:cubicBezTo>
                    <a:lnTo>
                      <a:pt x="3669" y="21406"/>
                    </a:lnTo>
                    <a:cubicBezTo>
                      <a:pt x="-1226" y="16506"/>
                      <a:pt x="-1223" y="8565"/>
                      <a:pt x="3677" y="3669"/>
                    </a:cubicBezTo>
                    <a:cubicBezTo>
                      <a:pt x="8577" y="-1226"/>
                      <a:pt x="16519" y="-1223"/>
                      <a:pt x="21414" y="3677"/>
                    </a:cubicBezTo>
                    <a:lnTo>
                      <a:pt x="50931" y="33194"/>
                    </a:lnTo>
                    <a:cubicBezTo>
                      <a:pt x="55831" y="38089"/>
                      <a:pt x="55836" y="46029"/>
                      <a:pt x="50940" y="50929"/>
                    </a:cubicBezTo>
                    <a:cubicBezTo>
                      <a:pt x="48590" y="53282"/>
                      <a:pt x="45401" y="54605"/>
                      <a:pt x="42074" y="5460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nvGrpSpPr>
            <p:cNvPr id="206" name="Graphic 334">
              <a:extLst>
                <a:ext uri="{FF2B5EF4-FFF2-40B4-BE49-F238E27FC236}">
                  <a16:creationId xmlns:a16="http://schemas.microsoft.com/office/drawing/2014/main" id="{FCCCF03B-0E35-BD43-9311-4F8DA0DE4E82}"/>
                </a:ext>
              </a:extLst>
            </p:cNvPr>
            <p:cNvGrpSpPr/>
            <p:nvPr/>
          </p:nvGrpSpPr>
          <p:grpSpPr>
            <a:xfrm>
              <a:off x="8572026" y="3606876"/>
              <a:ext cx="204378" cy="282424"/>
              <a:chOff x="9951565" y="2036935"/>
              <a:chExt cx="204378" cy="282424"/>
            </a:xfrm>
          </p:grpSpPr>
          <p:sp>
            <p:nvSpPr>
              <p:cNvPr id="207" name="Freeform 143">
                <a:extLst>
                  <a:ext uri="{FF2B5EF4-FFF2-40B4-BE49-F238E27FC236}">
                    <a16:creationId xmlns:a16="http://schemas.microsoft.com/office/drawing/2014/main" id="{6CB47DFC-7FD5-1AB9-DC03-834017937FFE}"/>
                  </a:ext>
                </a:extLst>
              </p:cNvPr>
              <p:cNvSpPr/>
              <p:nvPr/>
            </p:nvSpPr>
            <p:spPr>
              <a:xfrm>
                <a:off x="10075099" y="2179856"/>
                <a:ext cx="80844" cy="136661"/>
              </a:xfrm>
              <a:custGeom>
                <a:avLst/>
                <a:gdLst>
                  <a:gd name="connsiteX0" fmla="*/ 56016 w 80844"/>
                  <a:gd name="connsiteY0" fmla="*/ 136661 h 136661"/>
                  <a:gd name="connsiteX1" fmla="*/ 24749 w 80844"/>
                  <a:gd name="connsiteY1" fmla="*/ 114256 h 136661"/>
                  <a:gd name="connsiteX2" fmla="*/ 1674 w 80844"/>
                  <a:gd name="connsiteY2" fmla="*/ 91516 h 136661"/>
                  <a:gd name="connsiteX3" fmla="*/ 2510 w 80844"/>
                  <a:gd name="connsiteY3" fmla="*/ 77136 h 136661"/>
                  <a:gd name="connsiteX4" fmla="*/ 28762 w 80844"/>
                  <a:gd name="connsiteY4" fmla="*/ 12261 h 136661"/>
                  <a:gd name="connsiteX5" fmla="*/ 43141 w 80844"/>
                  <a:gd name="connsiteY5" fmla="*/ 55 h 136661"/>
                  <a:gd name="connsiteX6" fmla="*/ 50331 w 80844"/>
                  <a:gd name="connsiteY6" fmla="*/ 2897 h 136661"/>
                  <a:gd name="connsiteX7" fmla="*/ 79759 w 80844"/>
                  <a:gd name="connsiteY7" fmla="*/ 46371 h 136661"/>
                  <a:gd name="connsiteX8" fmla="*/ 76749 w 80844"/>
                  <a:gd name="connsiteY8" fmla="*/ 92017 h 136661"/>
                  <a:gd name="connsiteX9" fmla="*/ 67720 w 80844"/>
                  <a:gd name="connsiteY9" fmla="*/ 130642 h 136661"/>
                  <a:gd name="connsiteX10" fmla="*/ 57688 w 80844"/>
                  <a:gd name="connsiteY10" fmla="*/ 136494 h 136661"/>
                  <a:gd name="connsiteX11" fmla="*/ 56016 w 80844"/>
                  <a:gd name="connsiteY11" fmla="*/ 136661 h 136661"/>
                  <a:gd name="connsiteX12" fmla="*/ 30768 w 80844"/>
                  <a:gd name="connsiteY12" fmla="*/ 83156 h 136661"/>
                  <a:gd name="connsiteX13" fmla="*/ 48324 w 80844"/>
                  <a:gd name="connsiteY13" fmla="*/ 99374 h 136661"/>
                  <a:gd name="connsiteX14" fmla="*/ 54009 w 80844"/>
                  <a:gd name="connsiteY14" fmla="*/ 53728 h 136661"/>
                  <a:gd name="connsiteX15" fmla="*/ 49662 w 80844"/>
                  <a:gd name="connsiteY15" fmla="*/ 43194 h 136661"/>
                  <a:gd name="connsiteX16" fmla="*/ 30768 w 80844"/>
                  <a:gd name="connsiteY16" fmla="*/ 83156 h 136661"/>
                  <a:gd name="connsiteX17" fmla="*/ 30768 w 80844"/>
                  <a:gd name="connsiteY17" fmla="*/ 83156 h 136661"/>
                  <a:gd name="connsiteX18" fmla="*/ 24247 w 80844"/>
                  <a:gd name="connsiteY18" fmla="*/ 92686 h 136661"/>
                  <a:gd name="connsiteX19" fmla="*/ 24247 w 80844"/>
                  <a:gd name="connsiteY19" fmla="*/ 92686 h 136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0844" h="136661">
                    <a:moveTo>
                      <a:pt x="56016" y="136661"/>
                    </a:moveTo>
                    <a:cubicBezTo>
                      <a:pt x="50498" y="136661"/>
                      <a:pt x="45984" y="133651"/>
                      <a:pt x="24749" y="114256"/>
                    </a:cubicBezTo>
                    <a:cubicBezTo>
                      <a:pt x="3179" y="94526"/>
                      <a:pt x="2510" y="93188"/>
                      <a:pt x="1674" y="91516"/>
                    </a:cubicBezTo>
                    <a:cubicBezTo>
                      <a:pt x="-834" y="87001"/>
                      <a:pt x="-499" y="81484"/>
                      <a:pt x="2510" y="77136"/>
                    </a:cubicBezTo>
                    <a:cubicBezTo>
                      <a:pt x="17726" y="55901"/>
                      <a:pt x="27089" y="32827"/>
                      <a:pt x="28762" y="12261"/>
                    </a:cubicBezTo>
                    <a:cubicBezTo>
                      <a:pt x="29430" y="4904"/>
                      <a:pt x="35784" y="-614"/>
                      <a:pt x="43141" y="55"/>
                    </a:cubicBezTo>
                    <a:cubicBezTo>
                      <a:pt x="45816" y="222"/>
                      <a:pt x="48324" y="1225"/>
                      <a:pt x="50331" y="2897"/>
                    </a:cubicBezTo>
                    <a:cubicBezTo>
                      <a:pt x="64209" y="14100"/>
                      <a:pt x="74408" y="29316"/>
                      <a:pt x="79759" y="46371"/>
                    </a:cubicBezTo>
                    <a:cubicBezTo>
                      <a:pt x="80762" y="49547"/>
                      <a:pt x="82601" y="56236"/>
                      <a:pt x="76749" y="92017"/>
                    </a:cubicBezTo>
                    <a:cubicBezTo>
                      <a:pt x="71064" y="125793"/>
                      <a:pt x="68891" y="129137"/>
                      <a:pt x="67720" y="130642"/>
                    </a:cubicBezTo>
                    <a:cubicBezTo>
                      <a:pt x="65379" y="133986"/>
                      <a:pt x="61701" y="136159"/>
                      <a:pt x="57688" y="136494"/>
                    </a:cubicBezTo>
                    <a:cubicBezTo>
                      <a:pt x="57019" y="136494"/>
                      <a:pt x="56518" y="136661"/>
                      <a:pt x="56016" y="136661"/>
                    </a:cubicBezTo>
                    <a:close/>
                    <a:moveTo>
                      <a:pt x="30768" y="83156"/>
                    </a:moveTo>
                    <a:cubicBezTo>
                      <a:pt x="35784" y="87837"/>
                      <a:pt x="42305" y="94024"/>
                      <a:pt x="48324" y="99374"/>
                    </a:cubicBezTo>
                    <a:cubicBezTo>
                      <a:pt x="51501" y="82320"/>
                      <a:pt x="54845" y="59747"/>
                      <a:pt x="54009" y="53728"/>
                    </a:cubicBezTo>
                    <a:cubicBezTo>
                      <a:pt x="52839" y="50049"/>
                      <a:pt x="51501" y="46538"/>
                      <a:pt x="49662" y="43194"/>
                    </a:cubicBezTo>
                    <a:cubicBezTo>
                      <a:pt x="45148" y="57239"/>
                      <a:pt x="38794" y="70615"/>
                      <a:pt x="30768" y="83156"/>
                    </a:cubicBezTo>
                    <a:lnTo>
                      <a:pt x="30768" y="83156"/>
                    </a:lnTo>
                    <a:close/>
                    <a:moveTo>
                      <a:pt x="24247" y="92686"/>
                    </a:moveTo>
                    <a:lnTo>
                      <a:pt x="24247" y="92686"/>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08" name="Freeform 144">
                <a:extLst>
                  <a:ext uri="{FF2B5EF4-FFF2-40B4-BE49-F238E27FC236}">
                    <a16:creationId xmlns:a16="http://schemas.microsoft.com/office/drawing/2014/main" id="{171B65EF-F751-045A-63B8-C3E388870060}"/>
                  </a:ext>
                </a:extLst>
              </p:cNvPr>
              <p:cNvSpPr/>
              <p:nvPr/>
            </p:nvSpPr>
            <p:spPr>
              <a:xfrm>
                <a:off x="9951565" y="2182212"/>
                <a:ext cx="80901" cy="136478"/>
              </a:xfrm>
              <a:custGeom>
                <a:avLst/>
                <a:gdLst>
                  <a:gd name="connsiteX0" fmla="*/ 24718 w 80901"/>
                  <a:gd name="connsiteY0" fmla="*/ 136479 h 136478"/>
                  <a:gd name="connsiteX1" fmla="*/ 23214 w 80901"/>
                  <a:gd name="connsiteY1" fmla="*/ 136479 h 136478"/>
                  <a:gd name="connsiteX2" fmla="*/ 13181 w 80901"/>
                  <a:gd name="connsiteY2" fmla="*/ 130627 h 136478"/>
                  <a:gd name="connsiteX3" fmla="*/ 4152 w 80901"/>
                  <a:gd name="connsiteY3" fmla="*/ 92003 h 136478"/>
                  <a:gd name="connsiteX4" fmla="*/ 1143 w 80901"/>
                  <a:gd name="connsiteY4" fmla="*/ 46356 h 136478"/>
                  <a:gd name="connsiteX5" fmla="*/ 1143 w 80901"/>
                  <a:gd name="connsiteY5" fmla="*/ 46356 h 136478"/>
                  <a:gd name="connsiteX6" fmla="*/ 30571 w 80901"/>
                  <a:gd name="connsiteY6" fmla="*/ 2882 h 136478"/>
                  <a:gd name="connsiteX7" fmla="*/ 49297 w 80901"/>
                  <a:gd name="connsiteY7" fmla="*/ 5056 h 136478"/>
                  <a:gd name="connsiteX8" fmla="*/ 52140 w 80901"/>
                  <a:gd name="connsiteY8" fmla="*/ 12246 h 136478"/>
                  <a:gd name="connsiteX9" fmla="*/ 78391 w 80901"/>
                  <a:gd name="connsiteY9" fmla="*/ 77121 h 136478"/>
                  <a:gd name="connsiteX10" fmla="*/ 79227 w 80901"/>
                  <a:gd name="connsiteY10" fmla="*/ 91501 h 136478"/>
                  <a:gd name="connsiteX11" fmla="*/ 56153 w 80901"/>
                  <a:gd name="connsiteY11" fmla="*/ 114241 h 136478"/>
                  <a:gd name="connsiteX12" fmla="*/ 24718 w 80901"/>
                  <a:gd name="connsiteY12" fmla="*/ 136479 h 136478"/>
                  <a:gd name="connsiteX13" fmla="*/ 26725 w 80901"/>
                  <a:gd name="connsiteY13" fmla="*/ 53545 h 136478"/>
                  <a:gd name="connsiteX14" fmla="*/ 32410 w 80901"/>
                  <a:gd name="connsiteY14" fmla="*/ 99192 h 136478"/>
                  <a:gd name="connsiteX15" fmla="*/ 49966 w 80901"/>
                  <a:gd name="connsiteY15" fmla="*/ 82973 h 136478"/>
                  <a:gd name="connsiteX16" fmla="*/ 31072 w 80901"/>
                  <a:gd name="connsiteY16" fmla="*/ 43012 h 136478"/>
                  <a:gd name="connsiteX17" fmla="*/ 26725 w 80901"/>
                  <a:gd name="connsiteY17" fmla="*/ 53545 h 136478"/>
                  <a:gd name="connsiteX18" fmla="*/ 56487 w 80901"/>
                  <a:gd name="connsiteY18" fmla="*/ 92671 h 136478"/>
                  <a:gd name="connsiteX19" fmla="*/ 56487 w 80901"/>
                  <a:gd name="connsiteY19" fmla="*/ 92671 h 136478"/>
                  <a:gd name="connsiteX20" fmla="*/ 26558 w 80901"/>
                  <a:gd name="connsiteY20" fmla="*/ 53880 h 136478"/>
                  <a:gd name="connsiteX21" fmla="*/ 26558 w 80901"/>
                  <a:gd name="connsiteY21" fmla="*/ 53880 h 136478"/>
                  <a:gd name="connsiteX22" fmla="*/ 26558 w 80901"/>
                  <a:gd name="connsiteY22" fmla="*/ 53880 h 136478"/>
                  <a:gd name="connsiteX23" fmla="*/ 13850 w 80901"/>
                  <a:gd name="connsiteY23" fmla="*/ 50034 h 136478"/>
                  <a:gd name="connsiteX24" fmla="*/ 13850 w 80901"/>
                  <a:gd name="connsiteY24" fmla="*/ 50034 h 13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0901" h="136478">
                    <a:moveTo>
                      <a:pt x="24718" y="136479"/>
                    </a:moveTo>
                    <a:cubicBezTo>
                      <a:pt x="24217" y="136479"/>
                      <a:pt x="23715" y="136479"/>
                      <a:pt x="23214" y="136479"/>
                    </a:cubicBezTo>
                    <a:cubicBezTo>
                      <a:pt x="19201" y="136145"/>
                      <a:pt x="15522" y="133971"/>
                      <a:pt x="13181" y="130627"/>
                    </a:cubicBezTo>
                    <a:cubicBezTo>
                      <a:pt x="12011" y="128955"/>
                      <a:pt x="9837" y="125778"/>
                      <a:pt x="4152" y="92003"/>
                    </a:cubicBezTo>
                    <a:cubicBezTo>
                      <a:pt x="-1867" y="56221"/>
                      <a:pt x="139" y="49533"/>
                      <a:pt x="1143" y="46356"/>
                    </a:cubicBezTo>
                    <a:lnTo>
                      <a:pt x="1143" y="46356"/>
                    </a:lnTo>
                    <a:cubicBezTo>
                      <a:pt x="6493" y="29301"/>
                      <a:pt x="16693" y="14085"/>
                      <a:pt x="30571" y="2882"/>
                    </a:cubicBezTo>
                    <a:cubicBezTo>
                      <a:pt x="36423" y="-1632"/>
                      <a:pt x="44783" y="-796"/>
                      <a:pt x="49297" y="5056"/>
                    </a:cubicBezTo>
                    <a:cubicBezTo>
                      <a:pt x="50969" y="7063"/>
                      <a:pt x="51973" y="9571"/>
                      <a:pt x="52140" y="12246"/>
                    </a:cubicBezTo>
                    <a:cubicBezTo>
                      <a:pt x="53812" y="32812"/>
                      <a:pt x="63175" y="55886"/>
                      <a:pt x="78391" y="77121"/>
                    </a:cubicBezTo>
                    <a:cubicBezTo>
                      <a:pt x="81401" y="81301"/>
                      <a:pt x="81735" y="86986"/>
                      <a:pt x="79227" y="91501"/>
                    </a:cubicBezTo>
                    <a:cubicBezTo>
                      <a:pt x="78391" y="93006"/>
                      <a:pt x="77555" y="94343"/>
                      <a:pt x="56153" y="114241"/>
                    </a:cubicBezTo>
                    <a:cubicBezTo>
                      <a:pt x="34751" y="133469"/>
                      <a:pt x="30236" y="136479"/>
                      <a:pt x="24718" y="136479"/>
                    </a:cubicBezTo>
                    <a:close/>
                    <a:moveTo>
                      <a:pt x="26725" y="53545"/>
                    </a:moveTo>
                    <a:cubicBezTo>
                      <a:pt x="25889" y="59565"/>
                      <a:pt x="29400" y="82137"/>
                      <a:pt x="32410" y="99192"/>
                    </a:cubicBezTo>
                    <a:cubicBezTo>
                      <a:pt x="38262" y="93842"/>
                      <a:pt x="44950" y="87655"/>
                      <a:pt x="49966" y="82973"/>
                    </a:cubicBezTo>
                    <a:cubicBezTo>
                      <a:pt x="41940" y="70600"/>
                      <a:pt x="35587" y="57057"/>
                      <a:pt x="31072" y="43012"/>
                    </a:cubicBezTo>
                    <a:cubicBezTo>
                      <a:pt x="29233" y="46356"/>
                      <a:pt x="27728" y="49867"/>
                      <a:pt x="26725" y="53545"/>
                    </a:cubicBezTo>
                    <a:close/>
                    <a:moveTo>
                      <a:pt x="56487" y="92671"/>
                    </a:moveTo>
                    <a:lnTo>
                      <a:pt x="56487" y="92671"/>
                    </a:lnTo>
                    <a:close/>
                    <a:moveTo>
                      <a:pt x="26558" y="53880"/>
                    </a:moveTo>
                    <a:lnTo>
                      <a:pt x="26558" y="53880"/>
                    </a:lnTo>
                    <a:lnTo>
                      <a:pt x="26558" y="53880"/>
                    </a:lnTo>
                    <a:close/>
                    <a:moveTo>
                      <a:pt x="13850" y="50034"/>
                    </a:moveTo>
                    <a:lnTo>
                      <a:pt x="13850" y="50034"/>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09" name="Freeform 145">
                <a:extLst>
                  <a:ext uri="{FF2B5EF4-FFF2-40B4-BE49-F238E27FC236}">
                    <a16:creationId xmlns:a16="http://schemas.microsoft.com/office/drawing/2014/main" id="{43491B77-7609-5DE4-79B6-EEC49A66AF5E}"/>
                  </a:ext>
                </a:extLst>
              </p:cNvPr>
              <p:cNvSpPr/>
              <p:nvPr/>
            </p:nvSpPr>
            <p:spPr>
              <a:xfrm>
                <a:off x="9976589" y="2036935"/>
                <a:ext cx="153728" cy="247979"/>
              </a:xfrm>
              <a:custGeom>
                <a:avLst/>
                <a:gdLst>
                  <a:gd name="connsiteX0" fmla="*/ 107040 w 153728"/>
                  <a:gd name="connsiteY0" fmla="*/ 247980 h 247979"/>
                  <a:gd name="connsiteX1" fmla="*/ 46847 w 153728"/>
                  <a:gd name="connsiteY1" fmla="*/ 247980 h 247979"/>
                  <a:gd name="connsiteX2" fmla="*/ 36814 w 153728"/>
                  <a:gd name="connsiteY2" fmla="*/ 243465 h 247979"/>
                  <a:gd name="connsiteX3" fmla="*/ 1200 w 153728"/>
                  <a:gd name="connsiteY3" fmla="*/ 167053 h 247979"/>
                  <a:gd name="connsiteX4" fmla="*/ 11734 w 153728"/>
                  <a:gd name="connsiteY4" fmla="*/ 92814 h 247979"/>
                  <a:gd name="connsiteX5" fmla="*/ 42834 w 153728"/>
                  <a:gd name="connsiteY5" fmla="*/ 32286 h 247979"/>
                  <a:gd name="connsiteX6" fmla="*/ 76442 w 153728"/>
                  <a:gd name="connsiteY6" fmla="*/ 16 h 247979"/>
                  <a:gd name="connsiteX7" fmla="*/ 100018 w 153728"/>
                  <a:gd name="connsiteY7" fmla="*/ 18241 h 247979"/>
                  <a:gd name="connsiteX8" fmla="*/ 111053 w 153728"/>
                  <a:gd name="connsiteY8" fmla="*/ 31952 h 247979"/>
                  <a:gd name="connsiteX9" fmla="*/ 111221 w 153728"/>
                  <a:gd name="connsiteY9" fmla="*/ 32119 h 247979"/>
                  <a:gd name="connsiteX10" fmla="*/ 152854 w 153728"/>
                  <a:gd name="connsiteY10" fmla="*/ 166217 h 247979"/>
                  <a:gd name="connsiteX11" fmla="*/ 152687 w 153728"/>
                  <a:gd name="connsiteY11" fmla="*/ 167053 h 247979"/>
                  <a:gd name="connsiteX12" fmla="*/ 117240 w 153728"/>
                  <a:gd name="connsiteY12" fmla="*/ 243131 h 247979"/>
                  <a:gd name="connsiteX13" fmla="*/ 107040 w 153728"/>
                  <a:gd name="connsiteY13" fmla="*/ 247980 h 247979"/>
                  <a:gd name="connsiteX14" fmla="*/ 53368 w 153728"/>
                  <a:gd name="connsiteY14" fmla="*/ 221227 h 247979"/>
                  <a:gd name="connsiteX15" fmla="*/ 100352 w 153728"/>
                  <a:gd name="connsiteY15" fmla="*/ 221227 h 247979"/>
                  <a:gd name="connsiteX16" fmla="*/ 126269 w 153728"/>
                  <a:gd name="connsiteY16" fmla="*/ 163040 h 247979"/>
                  <a:gd name="connsiteX17" fmla="*/ 89818 w 153728"/>
                  <a:gd name="connsiteY17" fmla="*/ 48170 h 247979"/>
                  <a:gd name="connsiteX18" fmla="*/ 76776 w 153728"/>
                  <a:gd name="connsiteY18" fmla="*/ 31952 h 247979"/>
                  <a:gd name="connsiteX19" fmla="*/ 64403 w 153728"/>
                  <a:gd name="connsiteY19" fmla="*/ 48003 h 247979"/>
                  <a:gd name="connsiteX20" fmla="*/ 27618 w 153728"/>
                  <a:gd name="connsiteY20" fmla="*/ 162706 h 247979"/>
                  <a:gd name="connsiteX21" fmla="*/ 53368 w 153728"/>
                  <a:gd name="connsiteY21" fmla="*/ 221227 h 247979"/>
                  <a:gd name="connsiteX22" fmla="*/ 139478 w 153728"/>
                  <a:gd name="connsiteY22" fmla="*/ 164712 h 247979"/>
                  <a:gd name="connsiteX23" fmla="*/ 139478 w 153728"/>
                  <a:gd name="connsiteY23" fmla="*/ 164712 h 247979"/>
                  <a:gd name="connsiteX24" fmla="*/ 139478 w 153728"/>
                  <a:gd name="connsiteY24" fmla="*/ 164712 h 247979"/>
                  <a:gd name="connsiteX25" fmla="*/ 83130 w 153728"/>
                  <a:gd name="connsiteY25" fmla="*/ 24929 h 247979"/>
                  <a:gd name="connsiteX26" fmla="*/ 83130 w 153728"/>
                  <a:gd name="connsiteY26" fmla="*/ 24929 h 247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3728" h="247979">
                    <a:moveTo>
                      <a:pt x="107040" y="247980"/>
                    </a:moveTo>
                    <a:lnTo>
                      <a:pt x="46847" y="247980"/>
                    </a:lnTo>
                    <a:cubicBezTo>
                      <a:pt x="43001" y="247980"/>
                      <a:pt x="39323" y="246308"/>
                      <a:pt x="36814" y="243465"/>
                    </a:cubicBezTo>
                    <a:cubicBezTo>
                      <a:pt x="35644" y="242128"/>
                      <a:pt x="8222" y="210359"/>
                      <a:pt x="1200" y="167053"/>
                    </a:cubicBezTo>
                    <a:cubicBezTo>
                      <a:pt x="-2980" y="141471"/>
                      <a:pt x="4544" y="112544"/>
                      <a:pt x="11734" y="92814"/>
                    </a:cubicBezTo>
                    <a:cubicBezTo>
                      <a:pt x="19760" y="70409"/>
                      <a:pt x="31464" y="47669"/>
                      <a:pt x="42834" y="32286"/>
                    </a:cubicBezTo>
                    <a:cubicBezTo>
                      <a:pt x="65908" y="183"/>
                      <a:pt x="71091" y="16"/>
                      <a:pt x="76442" y="16"/>
                    </a:cubicBezTo>
                    <a:cubicBezTo>
                      <a:pt x="84133" y="-319"/>
                      <a:pt x="88982" y="4697"/>
                      <a:pt x="100018" y="18241"/>
                    </a:cubicBezTo>
                    <a:cubicBezTo>
                      <a:pt x="105703" y="25096"/>
                      <a:pt x="110719" y="31784"/>
                      <a:pt x="111053" y="31952"/>
                    </a:cubicBezTo>
                    <a:cubicBezTo>
                      <a:pt x="111053" y="31952"/>
                      <a:pt x="111221" y="32119"/>
                      <a:pt x="111221" y="32119"/>
                    </a:cubicBezTo>
                    <a:cubicBezTo>
                      <a:pt x="129446" y="56698"/>
                      <a:pt x="159208" y="106692"/>
                      <a:pt x="152854" y="166217"/>
                    </a:cubicBezTo>
                    <a:cubicBezTo>
                      <a:pt x="152854" y="166551"/>
                      <a:pt x="152854" y="166719"/>
                      <a:pt x="152687" y="167053"/>
                    </a:cubicBezTo>
                    <a:cubicBezTo>
                      <a:pt x="145665" y="208520"/>
                      <a:pt x="118410" y="241793"/>
                      <a:pt x="117240" y="243131"/>
                    </a:cubicBezTo>
                    <a:cubicBezTo>
                      <a:pt x="114732" y="246141"/>
                      <a:pt x="111053" y="247980"/>
                      <a:pt x="107040" y="247980"/>
                    </a:cubicBezTo>
                    <a:close/>
                    <a:moveTo>
                      <a:pt x="53368" y="221227"/>
                    </a:moveTo>
                    <a:lnTo>
                      <a:pt x="100352" y="221227"/>
                    </a:lnTo>
                    <a:cubicBezTo>
                      <a:pt x="107208" y="211697"/>
                      <a:pt x="121754" y="188790"/>
                      <a:pt x="126269" y="163040"/>
                    </a:cubicBezTo>
                    <a:cubicBezTo>
                      <a:pt x="131452" y="112879"/>
                      <a:pt x="105703" y="69573"/>
                      <a:pt x="89818" y="48170"/>
                    </a:cubicBezTo>
                    <a:cubicBezTo>
                      <a:pt x="85638" y="42653"/>
                      <a:pt x="80622" y="36633"/>
                      <a:pt x="76776" y="31952"/>
                    </a:cubicBezTo>
                    <a:cubicBezTo>
                      <a:pt x="73098" y="36299"/>
                      <a:pt x="68583" y="42318"/>
                      <a:pt x="64403" y="48003"/>
                    </a:cubicBezTo>
                    <a:cubicBezTo>
                      <a:pt x="45676" y="73084"/>
                      <a:pt x="21933" y="128261"/>
                      <a:pt x="27618" y="162706"/>
                    </a:cubicBezTo>
                    <a:cubicBezTo>
                      <a:pt x="31966" y="189626"/>
                      <a:pt x="46512" y="212031"/>
                      <a:pt x="53368" y="221227"/>
                    </a:cubicBezTo>
                    <a:close/>
                    <a:moveTo>
                      <a:pt x="139478" y="164712"/>
                    </a:moveTo>
                    <a:lnTo>
                      <a:pt x="139478" y="164712"/>
                    </a:lnTo>
                    <a:lnTo>
                      <a:pt x="139478" y="164712"/>
                    </a:lnTo>
                    <a:close/>
                    <a:moveTo>
                      <a:pt x="83130" y="24929"/>
                    </a:moveTo>
                    <a:lnTo>
                      <a:pt x="83130" y="24929"/>
                    </a:ln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10" name="Freeform 146">
                <a:extLst>
                  <a:ext uri="{FF2B5EF4-FFF2-40B4-BE49-F238E27FC236}">
                    <a16:creationId xmlns:a16="http://schemas.microsoft.com/office/drawing/2014/main" id="{7FD5C5A1-DBBF-DBB7-B407-D1ECDE0045A0}"/>
                  </a:ext>
                </a:extLst>
              </p:cNvPr>
              <p:cNvSpPr/>
              <p:nvPr/>
            </p:nvSpPr>
            <p:spPr>
              <a:xfrm>
                <a:off x="10038985" y="2195628"/>
                <a:ext cx="26752" cy="123731"/>
              </a:xfrm>
              <a:custGeom>
                <a:avLst/>
                <a:gdLst>
                  <a:gd name="connsiteX0" fmla="*/ 13376 w 26752"/>
                  <a:gd name="connsiteY0" fmla="*/ 123731 h 123731"/>
                  <a:gd name="connsiteX1" fmla="*/ 0 w 26752"/>
                  <a:gd name="connsiteY1" fmla="*/ 110355 h 123731"/>
                  <a:gd name="connsiteX2" fmla="*/ 0 w 26752"/>
                  <a:gd name="connsiteY2" fmla="*/ 13376 h 123731"/>
                  <a:gd name="connsiteX3" fmla="*/ 13376 w 26752"/>
                  <a:gd name="connsiteY3" fmla="*/ 0 h 123731"/>
                  <a:gd name="connsiteX4" fmla="*/ 26753 w 26752"/>
                  <a:gd name="connsiteY4" fmla="*/ 13376 h 123731"/>
                  <a:gd name="connsiteX5" fmla="*/ 26753 w 26752"/>
                  <a:gd name="connsiteY5" fmla="*/ 110355 h 123731"/>
                  <a:gd name="connsiteX6" fmla="*/ 13376 w 26752"/>
                  <a:gd name="connsiteY6" fmla="*/ 123731 h 12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52" h="123731">
                    <a:moveTo>
                      <a:pt x="13376" y="123731"/>
                    </a:moveTo>
                    <a:cubicBezTo>
                      <a:pt x="6019" y="123731"/>
                      <a:pt x="0" y="117712"/>
                      <a:pt x="0" y="110355"/>
                    </a:cubicBezTo>
                    <a:lnTo>
                      <a:pt x="0" y="13376"/>
                    </a:lnTo>
                    <a:cubicBezTo>
                      <a:pt x="0" y="6019"/>
                      <a:pt x="6019" y="0"/>
                      <a:pt x="13376" y="0"/>
                    </a:cubicBezTo>
                    <a:cubicBezTo>
                      <a:pt x="20733" y="0"/>
                      <a:pt x="26753" y="6019"/>
                      <a:pt x="26753" y="13376"/>
                    </a:cubicBezTo>
                    <a:lnTo>
                      <a:pt x="26753" y="110355"/>
                    </a:lnTo>
                    <a:cubicBezTo>
                      <a:pt x="26753" y="117712"/>
                      <a:pt x="20733" y="123731"/>
                      <a:pt x="13376" y="123731"/>
                    </a:cubicBez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11" name="Freeform 147">
                <a:extLst>
                  <a:ext uri="{FF2B5EF4-FFF2-40B4-BE49-F238E27FC236}">
                    <a16:creationId xmlns:a16="http://schemas.microsoft.com/office/drawing/2014/main" id="{FB3D05FB-C8BB-DF38-21CC-2A891C18C850}"/>
                  </a:ext>
                </a:extLst>
              </p:cNvPr>
              <p:cNvSpPr/>
              <p:nvPr/>
            </p:nvSpPr>
            <p:spPr>
              <a:xfrm>
                <a:off x="10019590" y="2116540"/>
                <a:ext cx="68386" cy="68386"/>
              </a:xfrm>
              <a:custGeom>
                <a:avLst/>
                <a:gdLst>
                  <a:gd name="connsiteX0" fmla="*/ 34277 w 68386"/>
                  <a:gd name="connsiteY0" fmla="*/ 68387 h 68386"/>
                  <a:gd name="connsiteX1" fmla="*/ 0 w 68386"/>
                  <a:gd name="connsiteY1" fmla="*/ 34277 h 68386"/>
                  <a:gd name="connsiteX2" fmla="*/ 34110 w 68386"/>
                  <a:gd name="connsiteY2" fmla="*/ 0 h 68386"/>
                  <a:gd name="connsiteX3" fmla="*/ 68387 w 68386"/>
                  <a:gd name="connsiteY3" fmla="*/ 34110 h 68386"/>
                  <a:gd name="connsiteX4" fmla="*/ 68387 w 68386"/>
                  <a:gd name="connsiteY4" fmla="*/ 34110 h 68386"/>
                  <a:gd name="connsiteX5" fmla="*/ 34277 w 68386"/>
                  <a:gd name="connsiteY5" fmla="*/ 68387 h 68386"/>
                  <a:gd name="connsiteX6" fmla="*/ 34277 w 68386"/>
                  <a:gd name="connsiteY6" fmla="*/ 26753 h 68386"/>
                  <a:gd name="connsiteX7" fmla="*/ 26753 w 68386"/>
                  <a:gd name="connsiteY7" fmla="*/ 34110 h 68386"/>
                  <a:gd name="connsiteX8" fmla="*/ 34110 w 68386"/>
                  <a:gd name="connsiteY8" fmla="*/ 41634 h 68386"/>
                  <a:gd name="connsiteX9" fmla="*/ 41634 w 68386"/>
                  <a:gd name="connsiteY9" fmla="*/ 34277 h 68386"/>
                  <a:gd name="connsiteX10" fmla="*/ 41634 w 68386"/>
                  <a:gd name="connsiteY10" fmla="*/ 34277 h 68386"/>
                  <a:gd name="connsiteX11" fmla="*/ 34277 w 68386"/>
                  <a:gd name="connsiteY11" fmla="*/ 26753 h 6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386" h="68386">
                    <a:moveTo>
                      <a:pt x="34277" y="68387"/>
                    </a:moveTo>
                    <a:cubicBezTo>
                      <a:pt x="15383" y="68387"/>
                      <a:pt x="0" y="53004"/>
                      <a:pt x="0" y="34277"/>
                    </a:cubicBezTo>
                    <a:cubicBezTo>
                      <a:pt x="0" y="15550"/>
                      <a:pt x="15383" y="0"/>
                      <a:pt x="34110" y="0"/>
                    </a:cubicBezTo>
                    <a:cubicBezTo>
                      <a:pt x="52837" y="0"/>
                      <a:pt x="68387" y="15216"/>
                      <a:pt x="68387" y="34110"/>
                    </a:cubicBezTo>
                    <a:cubicBezTo>
                      <a:pt x="68387" y="34110"/>
                      <a:pt x="68387" y="34110"/>
                      <a:pt x="68387" y="34110"/>
                    </a:cubicBezTo>
                    <a:cubicBezTo>
                      <a:pt x="68387" y="53004"/>
                      <a:pt x="53004" y="68387"/>
                      <a:pt x="34277" y="68387"/>
                    </a:cubicBezTo>
                    <a:close/>
                    <a:moveTo>
                      <a:pt x="34277" y="26753"/>
                    </a:moveTo>
                    <a:cubicBezTo>
                      <a:pt x="30097" y="26753"/>
                      <a:pt x="26753" y="30097"/>
                      <a:pt x="26753" y="34110"/>
                    </a:cubicBezTo>
                    <a:cubicBezTo>
                      <a:pt x="26753" y="38290"/>
                      <a:pt x="30097" y="41634"/>
                      <a:pt x="34110" y="41634"/>
                    </a:cubicBezTo>
                    <a:cubicBezTo>
                      <a:pt x="38290" y="41634"/>
                      <a:pt x="41634" y="38290"/>
                      <a:pt x="41634" y="34277"/>
                    </a:cubicBezTo>
                    <a:cubicBezTo>
                      <a:pt x="41634" y="34277"/>
                      <a:pt x="41634" y="34277"/>
                      <a:pt x="41634" y="34277"/>
                    </a:cubicBezTo>
                    <a:cubicBezTo>
                      <a:pt x="41634" y="30097"/>
                      <a:pt x="38290" y="26753"/>
                      <a:pt x="34277" y="26753"/>
                    </a:cubicBez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nvGrpSpPr>
            <p:cNvPr id="212" name="Group 211">
              <a:extLst>
                <a:ext uri="{FF2B5EF4-FFF2-40B4-BE49-F238E27FC236}">
                  <a16:creationId xmlns:a16="http://schemas.microsoft.com/office/drawing/2014/main" id="{4FE7F250-CE30-5FBE-692F-A1DAD46B0086}"/>
                </a:ext>
              </a:extLst>
            </p:cNvPr>
            <p:cNvGrpSpPr/>
            <p:nvPr/>
          </p:nvGrpSpPr>
          <p:grpSpPr>
            <a:xfrm>
              <a:off x="10288121" y="3613122"/>
              <a:ext cx="277520" cy="269933"/>
              <a:chOff x="11570793" y="2043116"/>
              <a:chExt cx="277520" cy="269933"/>
            </a:xfrm>
          </p:grpSpPr>
          <p:sp>
            <p:nvSpPr>
              <p:cNvPr id="213" name="Freeform 127">
                <a:extLst>
                  <a:ext uri="{FF2B5EF4-FFF2-40B4-BE49-F238E27FC236}">
                    <a16:creationId xmlns:a16="http://schemas.microsoft.com/office/drawing/2014/main" id="{3481CAF3-D495-342D-B39D-433DF431AF1A}"/>
                  </a:ext>
                </a:extLst>
              </p:cNvPr>
              <p:cNvSpPr/>
              <p:nvPr/>
            </p:nvSpPr>
            <p:spPr>
              <a:xfrm>
                <a:off x="11570793" y="2043116"/>
                <a:ext cx="179741" cy="226257"/>
              </a:xfrm>
              <a:custGeom>
                <a:avLst/>
                <a:gdLst>
                  <a:gd name="connsiteX0" fmla="*/ 41995 w 179741"/>
                  <a:gd name="connsiteY0" fmla="*/ 226257 h 226257"/>
                  <a:gd name="connsiteX1" fmla="*/ 31425 w 179741"/>
                  <a:gd name="connsiteY1" fmla="*/ 221343 h 226257"/>
                  <a:gd name="connsiteX2" fmla="*/ 48307 w 179741"/>
                  <a:gd name="connsiteY2" fmla="*/ 31424 h 226257"/>
                  <a:gd name="connsiteX3" fmla="*/ 168886 w 179741"/>
                  <a:gd name="connsiteY3" fmla="*/ 4375 h 226257"/>
                  <a:gd name="connsiteX4" fmla="*/ 179422 w 179741"/>
                  <a:gd name="connsiteY4" fmla="*/ 20793 h 226257"/>
                  <a:gd name="connsiteX5" fmla="*/ 163005 w 179741"/>
                  <a:gd name="connsiteY5" fmla="*/ 31329 h 226257"/>
                  <a:gd name="connsiteX6" fmla="*/ 161989 w 179741"/>
                  <a:gd name="connsiteY6" fmla="*/ 31067 h 226257"/>
                  <a:gd name="connsiteX7" fmla="*/ 31017 w 179741"/>
                  <a:gd name="connsiteY7" fmla="*/ 107371 h 226257"/>
                  <a:gd name="connsiteX8" fmla="*/ 52548 w 179741"/>
                  <a:gd name="connsiteY8" fmla="*/ 203600 h 226257"/>
                  <a:gd name="connsiteX9" fmla="*/ 50841 w 179741"/>
                  <a:gd name="connsiteY9" fmla="*/ 223033 h 226257"/>
                  <a:gd name="connsiteX10" fmla="*/ 41995 w 179741"/>
                  <a:gd name="connsiteY10" fmla="*/ 226257 h 22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41" h="226257">
                    <a:moveTo>
                      <a:pt x="41995" y="226257"/>
                    </a:moveTo>
                    <a:cubicBezTo>
                      <a:pt x="37919" y="226261"/>
                      <a:pt x="34050" y="224462"/>
                      <a:pt x="31425" y="221343"/>
                    </a:cubicBezTo>
                    <a:cubicBezTo>
                      <a:pt x="-16358" y="164236"/>
                      <a:pt x="-8799" y="79207"/>
                      <a:pt x="48307" y="31424"/>
                    </a:cubicBezTo>
                    <a:cubicBezTo>
                      <a:pt x="81759" y="3434"/>
                      <a:pt x="126684" y="-6644"/>
                      <a:pt x="168886" y="4375"/>
                    </a:cubicBezTo>
                    <a:cubicBezTo>
                      <a:pt x="176330" y="5999"/>
                      <a:pt x="181046" y="13350"/>
                      <a:pt x="179422" y="20793"/>
                    </a:cubicBezTo>
                    <a:cubicBezTo>
                      <a:pt x="177798" y="28236"/>
                      <a:pt x="170447" y="32954"/>
                      <a:pt x="163005" y="31329"/>
                    </a:cubicBezTo>
                    <a:cubicBezTo>
                      <a:pt x="162663" y="31255"/>
                      <a:pt x="162324" y="31167"/>
                      <a:pt x="161989" y="31067"/>
                    </a:cubicBezTo>
                    <a:cubicBezTo>
                      <a:pt x="104751" y="15971"/>
                      <a:pt x="46113" y="50133"/>
                      <a:pt x="31017" y="107371"/>
                    </a:cubicBezTo>
                    <a:cubicBezTo>
                      <a:pt x="22136" y="141041"/>
                      <a:pt x="30166" y="176925"/>
                      <a:pt x="52548" y="203600"/>
                    </a:cubicBezTo>
                    <a:cubicBezTo>
                      <a:pt x="57443" y="209439"/>
                      <a:pt x="56678" y="218140"/>
                      <a:pt x="50841" y="223033"/>
                    </a:cubicBezTo>
                    <a:cubicBezTo>
                      <a:pt x="48361" y="225113"/>
                      <a:pt x="45231" y="226254"/>
                      <a:pt x="41995" y="226257"/>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14" name="Freeform 128">
                <a:extLst>
                  <a:ext uri="{FF2B5EF4-FFF2-40B4-BE49-F238E27FC236}">
                    <a16:creationId xmlns:a16="http://schemas.microsoft.com/office/drawing/2014/main" id="{FA601463-25BB-3D1C-7645-9756F9EA7DBF}"/>
                  </a:ext>
                </a:extLst>
              </p:cNvPr>
              <p:cNvSpPr/>
              <p:nvPr/>
            </p:nvSpPr>
            <p:spPr>
              <a:xfrm>
                <a:off x="11594873" y="2243457"/>
                <a:ext cx="54073" cy="54073"/>
              </a:xfrm>
              <a:custGeom>
                <a:avLst/>
                <a:gdLst>
                  <a:gd name="connsiteX0" fmla="*/ 27054 w 54073"/>
                  <a:gd name="connsiteY0" fmla="*/ 54074 h 54073"/>
                  <a:gd name="connsiteX1" fmla="*/ 0 w 54073"/>
                  <a:gd name="connsiteY1" fmla="*/ 27054 h 54073"/>
                  <a:gd name="connsiteX2" fmla="*/ 27020 w 54073"/>
                  <a:gd name="connsiteY2" fmla="*/ 0 h 54073"/>
                  <a:gd name="connsiteX3" fmla="*/ 54074 w 54073"/>
                  <a:gd name="connsiteY3" fmla="*/ 27020 h 54073"/>
                  <a:gd name="connsiteX4" fmla="*/ 54074 w 54073"/>
                  <a:gd name="connsiteY4" fmla="*/ 27037 h 54073"/>
                  <a:gd name="connsiteX5" fmla="*/ 27054 w 54073"/>
                  <a:gd name="connsiteY5" fmla="*/ 54074 h 54073"/>
                  <a:gd name="connsiteX6" fmla="*/ 27054 w 54073"/>
                  <a:gd name="connsiteY6" fmla="*/ 26485 h 54073"/>
                  <a:gd name="connsiteX7" fmla="*/ 26486 w 54073"/>
                  <a:gd name="connsiteY7" fmla="*/ 27020 h 54073"/>
                  <a:gd name="connsiteX8" fmla="*/ 26485 w 54073"/>
                  <a:gd name="connsiteY8" fmla="*/ 27037 h 54073"/>
                  <a:gd name="connsiteX9" fmla="*/ 26947 w 54073"/>
                  <a:gd name="connsiteY9" fmla="*/ 27696 h 54073"/>
                  <a:gd name="connsiteX10" fmla="*/ 27606 w 54073"/>
                  <a:gd name="connsiteY10" fmla="*/ 27234 h 54073"/>
                  <a:gd name="connsiteX11" fmla="*/ 27606 w 54073"/>
                  <a:gd name="connsiteY11" fmla="*/ 27037 h 54073"/>
                  <a:gd name="connsiteX12" fmla="*/ 27054 w 54073"/>
                  <a:gd name="connsiteY12"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073" h="54073">
                    <a:moveTo>
                      <a:pt x="27054" y="54074"/>
                    </a:moveTo>
                    <a:cubicBezTo>
                      <a:pt x="12122" y="54084"/>
                      <a:pt x="9" y="41987"/>
                      <a:pt x="0" y="27054"/>
                    </a:cubicBezTo>
                    <a:cubicBezTo>
                      <a:pt x="-9" y="12122"/>
                      <a:pt x="12088" y="10"/>
                      <a:pt x="27020" y="0"/>
                    </a:cubicBezTo>
                    <a:cubicBezTo>
                      <a:pt x="41952" y="-10"/>
                      <a:pt x="54064" y="12087"/>
                      <a:pt x="54074" y="27020"/>
                    </a:cubicBezTo>
                    <a:cubicBezTo>
                      <a:pt x="54074" y="27025"/>
                      <a:pt x="54074" y="27032"/>
                      <a:pt x="54074" y="27037"/>
                    </a:cubicBezTo>
                    <a:cubicBezTo>
                      <a:pt x="54064" y="41959"/>
                      <a:pt x="41976" y="54055"/>
                      <a:pt x="27054" y="54074"/>
                    </a:cubicBezTo>
                    <a:close/>
                    <a:moveTo>
                      <a:pt x="27054" y="26485"/>
                    </a:moveTo>
                    <a:cubicBezTo>
                      <a:pt x="26750" y="26475"/>
                      <a:pt x="26495" y="26715"/>
                      <a:pt x="26486" y="27020"/>
                    </a:cubicBezTo>
                    <a:cubicBezTo>
                      <a:pt x="26485" y="27025"/>
                      <a:pt x="26485" y="27032"/>
                      <a:pt x="26485" y="27037"/>
                    </a:cubicBezTo>
                    <a:cubicBezTo>
                      <a:pt x="26431" y="27346"/>
                      <a:pt x="26637" y="27642"/>
                      <a:pt x="26947" y="27696"/>
                    </a:cubicBezTo>
                    <a:cubicBezTo>
                      <a:pt x="27256" y="27751"/>
                      <a:pt x="27552" y="27544"/>
                      <a:pt x="27606" y="27234"/>
                    </a:cubicBezTo>
                    <a:cubicBezTo>
                      <a:pt x="27618" y="27170"/>
                      <a:pt x="27618" y="27103"/>
                      <a:pt x="27606" y="27037"/>
                    </a:cubicBezTo>
                    <a:cubicBezTo>
                      <a:pt x="27606" y="26732"/>
                      <a:pt x="27359" y="26485"/>
                      <a:pt x="27054"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15" name="Freeform 129">
                <a:extLst>
                  <a:ext uri="{FF2B5EF4-FFF2-40B4-BE49-F238E27FC236}">
                    <a16:creationId xmlns:a16="http://schemas.microsoft.com/office/drawing/2014/main" id="{DC786CFE-DF79-75FA-F477-F8AC1F5CC063}"/>
                  </a:ext>
                </a:extLst>
              </p:cNvPr>
              <p:cNvSpPr/>
              <p:nvPr/>
            </p:nvSpPr>
            <p:spPr>
              <a:xfrm>
                <a:off x="11669487" y="2086914"/>
                <a:ext cx="178826" cy="226135"/>
              </a:xfrm>
              <a:custGeom>
                <a:avLst/>
                <a:gdLst>
                  <a:gd name="connsiteX0" fmla="*/ 44069 w 178826"/>
                  <a:gd name="connsiteY0" fmla="*/ 226136 h 226135"/>
                  <a:gd name="connsiteX1" fmla="*/ 9842 w 178826"/>
                  <a:gd name="connsiteY1" fmla="*/ 221739 h 226135"/>
                  <a:gd name="connsiteX2" fmla="*/ 583 w 178826"/>
                  <a:gd name="connsiteY2" fmla="*/ 204568 h 226135"/>
                  <a:gd name="connsiteX3" fmla="*/ 16739 w 178826"/>
                  <a:gd name="connsiteY3" fmla="*/ 195047 h 226135"/>
                  <a:gd name="connsiteX4" fmla="*/ 147712 w 178826"/>
                  <a:gd name="connsiteY4" fmla="*/ 118743 h 226135"/>
                  <a:gd name="connsiteX5" fmla="*/ 126180 w 178826"/>
                  <a:gd name="connsiteY5" fmla="*/ 22514 h 226135"/>
                  <a:gd name="connsiteX6" fmla="*/ 128151 w 178826"/>
                  <a:gd name="connsiteY6" fmla="*/ 3105 h 226135"/>
                  <a:gd name="connsiteX7" fmla="*/ 147303 w 178826"/>
                  <a:gd name="connsiteY7" fmla="*/ 4771 h 226135"/>
                  <a:gd name="connsiteX8" fmla="*/ 130681 w 178826"/>
                  <a:gd name="connsiteY8" fmla="*/ 194616 h 226135"/>
                  <a:gd name="connsiteX9" fmla="*/ 44069 w 178826"/>
                  <a:gd name="connsiteY9" fmla="*/ 226136 h 22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8826" h="226135">
                    <a:moveTo>
                      <a:pt x="44069" y="226136"/>
                    </a:moveTo>
                    <a:cubicBezTo>
                      <a:pt x="32519" y="226134"/>
                      <a:pt x="21017" y="224656"/>
                      <a:pt x="9842" y="221739"/>
                    </a:cubicBezTo>
                    <a:cubicBezTo>
                      <a:pt x="2543" y="219554"/>
                      <a:pt x="-1602" y="211866"/>
                      <a:pt x="583" y="204568"/>
                    </a:cubicBezTo>
                    <a:cubicBezTo>
                      <a:pt x="2651" y="197659"/>
                      <a:pt x="9693" y="193509"/>
                      <a:pt x="16739" y="195047"/>
                    </a:cubicBezTo>
                    <a:cubicBezTo>
                      <a:pt x="73977" y="210143"/>
                      <a:pt x="132615" y="175981"/>
                      <a:pt x="147712" y="118743"/>
                    </a:cubicBezTo>
                    <a:cubicBezTo>
                      <a:pt x="156592" y="85073"/>
                      <a:pt x="148563" y="49188"/>
                      <a:pt x="126180" y="22514"/>
                    </a:cubicBezTo>
                    <a:cubicBezTo>
                      <a:pt x="121364" y="16610"/>
                      <a:pt x="122247" y="7921"/>
                      <a:pt x="128151" y="3105"/>
                    </a:cubicBezTo>
                    <a:cubicBezTo>
                      <a:pt x="133934" y="-1612"/>
                      <a:pt x="142421" y="-874"/>
                      <a:pt x="147303" y="4771"/>
                    </a:cubicBezTo>
                    <a:cubicBezTo>
                      <a:pt x="195137" y="61785"/>
                      <a:pt x="187695" y="146780"/>
                      <a:pt x="130681" y="194616"/>
                    </a:cubicBezTo>
                    <a:cubicBezTo>
                      <a:pt x="106413" y="214976"/>
                      <a:pt x="75748" y="226136"/>
                      <a:pt x="44069" y="226136"/>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16" name="Freeform 130">
                <a:extLst>
                  <a:ext uri="{FF2B5EF4-FFF2-40B4-BE49-F238E27FC236}">
                    <a16:creationId xmlns:a16="http://schemas.microsoft.com/office/drawing/2014/main" id="{A952BA9E-255C-31E4-03AE-DBBE089457F4}"/>
                  </a:ext>
                </a:extLst>
              </p:cNvPr>
              <p:cNvSpPr/>
              <p:nvPr/>
            </p:nvSpPr>
            <p:spPr>
              <a:xfrm>
                <a:off x="11770096" y="2058595"/>
                <a:ext cx="54074" cy="54073"/>
              </a:xfrm>
              <a:custGeom>
                <a:avLst/>
                <a:gdLst>
                  <a:gd name="connsiteX0" fmla="*/ 26985 w 54074"/>
                  <a:gd name="connsiteY0" fmla="*/ 54074 h 54073"/>
                  <a:gd name="connsiteX1" fmla="*/ 0 w 54074"/>
                  <a:gd name="connsiteY1" fmla="*/ 26985 h 54073"/>
                  <a:gd name="connsiteX2" fmla="*/ 27089 w 54074"/>
                  <a:gd name="connsiteY2" fmla="*/ 0 h 54073"/>
                  <a:gd name="connsiteX3" fmla="*/ 54074 w 54074"/>
                  <a:gd name="connsiteY3" fmla="*/ 27054 h 54073"/>
                  <a:gd name="connsiteX4" fmla="*/ 26985 w 54074"/>
                  <a:gd name="connsiteY4" fmla="*/ 54074 h 54073"/>
                  <a:gd name="connsiteX5" fmla="*/ 26985 w 54074"/>
                  <a:gd name="connsiteY5" fmla="*/ 26485 h 54073"/>
                  <a:gd name="connsiteX6" fmla="*/ 26434 w 54074"/>
                  <a:gd name="connsiteY6" fmla="*/ 27054 h 54073"/>
                  <a:gd name="connsiteX7" fmla="*/ 27092 w 54074"/>
                  <a:gd name="connsiteY7" fmla="*/ 27516 h 54073"/>
                  <a:gd name="connsiteX8" fmla="*/ 27554 w 54074"/>
                  <a:gd name="connsiteY8" fmla="*/ 27054 h 54073"/>
                  <a:gd name="connsiteX9" fmla="*/ 26985 w 54074"/>
                  <a:gd name="connsiteY9"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74" h="54073">
                    <a:moveTo>
                      <a:pt x="26985" y="54074"/>
                    </a:moveTo>
                    <a:cubicBezTo>
                      <a:pt x="12053" y="54045"/>
                      <a:pt x="-29" y="41917"/>
                      <a:pt x="0" y="26985"/>
                    </a:cubicBezTo>
                    <a:cubicBezTo>
                      <a:pt x="29" y="12053"/>
                      <a:pt x="12156" y="-29"/>
                      <a:pt x="27089" y="0"/>
                    </a:cubicBezTo>
                    <a:cubicBezTo>
                      <a:pt x="42007" y="29"/>
                      <a:pt x="54083" y="12135"/>
                      <a:pt x="54074" y="27054"/>
                    </a:cubicBezTo>
                    <a:cubicBezTo>
                      <a:pt x="54055" y="41996"/>
                      <a:pt x="41926" y="54093"/>
                      <a:pt x="26985" y="54074"/>
                    </a:cubicBezTo>
                    <a:close/>
                    <a:moveTo>
                      <a:pt x="26985" y="26485"/>
                    </a:moveTo>
                    <a:cubicBezTo>
                      <a:pt x="26678" y="26494"/>
                      <a:pt x="26434" y="26746"/>
                      <a:pt x="26434" y="27054"/>
                    </a:cubicBezTo>
                    <a:cubicBezTo>
                      <a:pt x="26489" y="27364"/>
                      <a:pt x="26784" y="27570"/>
                      <a:pt x="27092" y="27516"/>
                    </a:cubicBezTo>
                    <a:cubicBezTo>
                      <a:pt x="27328" y="27474"/>
                      <a:pt x="27513" y="27290"/>
                      <a:pt x="27554" y="27054"/>
                    </a:cubicBezTo>
                    <a:cubicBezTo>
                      <a:pt x="27554" y="26740"/>
                      <a:pt x="27299" y="26485"/>
                      <a:pt x="26985"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217" name="Graphic 336">
                <a:extLst>
                  <a:ext uri="{FF2B5EF4-FFF2-40B4-BE49-F238E27FC236}">
                    <a16:creationId xmlns:a16="http://schemas.microsoft.com/office/drawing/2014/main" id="{D1B27FE7-DFF3-FCFA-8FD6-6057C69F2F4A}"/>
                  </a:ext>
                </a:extLst>
              </p:cNvPr>
              <p:cNvGrpSpPr/>
              <p:nvPr/>
            </p:nvGrpSpPr>
            <p:grpSpPr>
              <a:xfrm>
                <a:off x="11642426" y="2109389"/>
                <a:ext cx="134189" cy="138120"/>
                <a:chOff x="11642426" y="2109389"/>
                <a:chExt cx="134189" cy="138120"/>
              </a:xfrm>
              <a:solidFill>
                <a:srgbClr val="EF463C"/>
              </a:solidFill>
            </p:grpSpPr>
            <p:sp>
              <p:nvSpPr>
                <p:cNvPr id="218" name="Freeform 132">
                  <a:extLst>
                    <a:ext uri="{FF2B5EF4-FFF2-40B4-BE49-F238E27FC236}">
                      <a16:creationId xmlns:a16="http://schemas.microsoft.com/office/drawing/2014/main" id="{8E18B951-C775-4FD3-2991-D2697CABB439}"/>
                    </a:ext>
                  </a:extLst>
                </p:cNvPr>
                <p:cNvSpPr/>
                <p:nvPr/>
              </p:nvSpPr>
              <p:spPr>
                <a:xfrm>
                  <a:off x="11681787" y="2109389"/>
                  <a:ext cx="34081" cy="51112"/>
                </a:xfrm>
                <a:custGeom>
                  <a:avLst/>
                  <a:gdLst>
                    <a:gd name="connsiteX0" fmla="*/ 20338 w 34081"/>
                    <a:gd name="connsiteY0" fmla="*/ 51112 h 51112"/>
                    <a:gd name="connsiteX1" fmla="*/ 7060 w 34081"/>
                    <a:gd name="connsiteY1" fmla="*/ 41008 h 51112"/>
                    <a:gd name="connsiteX2" fmla="*/ 318 w 34081"/>
                    <a:gd name="connsiteY2" fmla="*/ 16730 h 51112"/>
                    <a:gd name="connsiteX3" fmla="*/ 10864 w 34081"/>
                    <a:gd name="connsiteY3" fmla="*/ 317 h 51112"/>
                    <a:gd name="connsiteX4" fmla="*/ 26855 w 34081"/>
                    <a:gd name="connsiteY4" fmla="*/ 9350 h 51112"/>
                    <a:gd name="connsiteX5" fmla="*/ 33580 w 34081"/>
                    <a:gd name="connsiteY5" fmla="*/ 33628 h 51112"/>
                    <a:gd name="connsiteX6" fmla="*/ 24028 w 34081"/>
                    <a:gd name="connsiteY6" fmla="*/ 50578 h 51112"/>
                    <a:gd name="connsiteX7" fmla="*/ 20338 w 34081"/>
                    <a:gd name="connsiteY7" fmla="*/ 51112 h 51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081" h="51112">
                      <a:moveTo>
                        <a:pt x="20338" y="51112"/>
                      </a:moveTo>
                      <a:cubicBezTo>
                        <a:pt x="14146" y="51106"/>
                        <a:pt x="8717" y="46974"/>
                        <a:pt x="7060" y="41008"/>
                      </a:cubicBezTo>
                      <a:lnTo>
                        <a:pt x="318" y="16730"/>
                      </a:lnTo>
                      <a:cubicBezTo>
                        <a:pt x="-1302" y="9286"/>
                        <a:pt x="3420" y="1938"/>
                        <a:pt x="10864" y="317"/>
                      </a:cubicBezTo>
                      <a:cubicBezTo>
                        <a:pt x="17715" y="-1174"/>
                        <a:pt x="24595" y="2712"/>
                        <a:pt x="26855" y="9350"/>
                      </a:cubicBezTo>
                      <a:lnTo>
                        <a:pt x="33580" y="33628"/>
                      </a:lnTo>
                      <a:cubicBezTo>
                        <a:pt x="35601" y="40944"/>
                        <a:pt x="31332" y="48518"/>
                        <a:pt x="24028" y="50578"/>
                      </a:cubicBezTo>
                      <a:cubicBezTo>
                        <a:pt x="22826" y="50916"/>
                        <a:pt x="21586" y="51096"/>
                        <a:pt x="20338" y="51112"/>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19" name="Freeform 133">
                  <a:extLst>
                    <a:ext uri="{FF2B5EF4-FFF2-40B4-BE49-F238E27FC236}">
                      <a16:creationId xmlns:a16="http://schemas.microsoft.com/office/drawing/2014/main" id="{42632EDC-8375-BA59-3FE4-C4FC110D455A}"/>
                    </a:ext>
                  </a:extLst>
                </p:cNvPr>
                <p:cNvSpPr/>
                <p:nvPr/>
              </p:nvSpPr>
              <p:spPr>
                <a:xfrm>
                  <a:off x="11712355" y="2115152"/>
                  <a:ext cx="40560" cy="48969"/>
                </a:xfrm>
                <a:custGeom>
                  <a:avLst/>
                  <a:gdLst>
                    <a:gd name="connsiteX0" fmla="*/ 13789 w 40560"/>
                    <a:gd name="connsiteY0" fmla="*/ 48970 h 48969"/>
                    <a:gd name="connsiteX1" fmla="*/ 0 w 40560"/>
                    <a:gd name="connsiteY1" fmla="*/ 35170 h 48969"/>
                    <a:gd name="connsiteX2" fmla="*/ 2012 w 40560"/>
                    <a:gd name="connsiteY2" fmla="*/ 28002 h 48969"/>
                    <a:gd name="connsiteX3" fmla="*/ 15134 w 40560"/>
                    <a:gd name="connsiteY3" fmla="*/ 6379 h 48969"/>
                    <a:gd name="connsiteX4" fmla="*/ 34182 w 40560"/>
                    <a:gd name="connsiteY4" fmla="*/ 2165 h 48969"/>
                    <a:gd name="connsiteX5" fmla="*/ 38722 w 40560"/>
                    <a:gd name="connsiteY5" fmla="*/ 20674 h 48969"/>
                    <a:gd name="connsiteX6" fmla="*/ 25600 w 40560"/>
                    <a:gd name="connsiteY6" fmla="*/ 42331 h 48969"/>
                    <a:gd name="connsiteX7" fmla="*/ 13789 w 40560"/>
                    <a:gd name="connsiteY7" fmla="*/ 48970 h 4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60" h="48969">
                      <a:moveTo>
                        <a:pt x="13789" y="48970"/>
                      </a:moveTo>
                      <a:cubicBezTo>
                        <a:pt x="6170" y="48967"/>
                        <a:pt x="-3" y="42788"/>
                        <a:pt x="0" y="35170"/>
                      </a:cubicBezTo>
                      <a:cubicBezTo>
                        <a:pt x="1" y="32641"/>
                        <a:pt x="697" y="30162"/>
                        <a:pt x="2012" y="28002"/>
                      </a:cubicBezTo>
                      <a:lnTo>
                        <a:pt x="15134" y="6379"/>
                      </a:lnTo>
                      <a:cubicBezTo>
                        <a:pt x="19231" y="-44"/>
                        <a:pt x="27757" y="-1931"/>
                        <a:pt x="34182" y="2165"/>
                      </a:cubicBezTo>
                      <a:cubicBezTo>
                        <a:pt x="40398" y="6130"/>
                        <a:pt x="42398" y="14282"/>
                        <a:pt x="38722" y="20674"/>
                      </a:cubicBezTo>
                      <a:lnTo>
                        <a:pt x="25600" y="42331"/>
                      </a:lnTo>
                      <a:cubicBezTo>
                        <a:pt x="23096" y="46458"/>
                        <a:pt x="18616" y="48976"/>
                        <a:pt x="13789" y="4897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20" name="Freeform 134">
                  <a:extLst>
                    <a:ext uri="{FF2B5EF4-FFF2-40B4-BE49-F238E27FC236}">
                      <a16:creationId xmlns:a16="http://schemas.microsoft.com/office/drawing/2014/main" id="{A97A3157-4A5D-5359-46EA-471F9C4C74D2}"/>
                    </a:ext>
                  </a:extLst>
                </p:cNvPr>
                <p:cNvSpPr/>
                <p:nvPr/>
              </p:nvSpPr>
              <p:spPr>
                <a:xfrm>
                  <a:off x="11730312" y="2152481"/>
                  <a:ext cx="46303" cy="31384"/>
                </a:xfrm>
                <a:custGeom>
                  <a:avLst/>
                  <a:gdLst>
                    <a:gd name="connsiteX0" fmla="*/ 13954 w 46303"/>
                    <a:gd name="connsiteY0" fmla="*/ 31384 h 31384"/>
                    <a:gd name="connsiteX1" fmla="*/ 1 w 46303"/>
                    <a:gd name="connsiteY1" fmla="*/ 17750 h 31384"/>
                    <a:gd name="connsiteX2" fmla="*/ 11230 w 46303"/>
                    <a:gd name="connsiteY2" fmla="*/ 4037 h 31384"/>
                    <a:gd name="connsiteX3" fmla="*/ 29749 w 46303"/>
                    <a:gd name="connsiteY3" fmla="*/ 278 h 31384"/>
                    <a:gd name="connsiteX4" fmla="*/ 46026 w 46303"/>
                    <a:gd name="connsiteY4" fmla="*/ 11072 h 31384"/>
                    <a:gd name="connsiteX5" fmla="*/ 35232 w 46303"/>
                    <a:gd name="connsiteY5" fmla="*/ 27349 h 31384"/>
                    <a:gd name="connsiteX6" fmla="*/ 16713 w 46303"/>
                    <a:gd name="connsiteY6" fmla="*/ 31108 h 31384"/>
                    <a:gd name="connsiteX7" fmla="*/ 13954 w 46303"/>
                    <a:gd name="connsiteY7" fmla="*/ 31384 h 3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303" h="31384">
                      <a:moveTo>
                        <a:pt x="13954" y="31384"/>
                      </a:moveTo>
                      <a:cubicBezTo>
                        <a:pt x="6336" y="31472"/>
                        <a:pt x="89" y="25368"/>
                        <a:pt x="1" y="17750"/>
                      </a:cubicBezTo>
                      <a:cubicBezTo>
                        <a:pt x="-77" y="11061"/>
                        <a:pt x="4657" y="5280"/>
                        <a:pt x="11230" y="4037"/>
                      </a:cubicBezTo>
                      <a:lnTo>
                        <a:pt x="29749" y="278"/>
                      </a:lnTo>
                      <a:cubicBezTo>
                        <a:pt x="37224" y="-1237"/>
                        <a:pt x="44512" y="3596"/>
                        <a:pt x="46026" y="11072"/>
                      </a:cubicBezTo>
                      <a:cubicBezTo>
                        <a:pt x="47540" y="18547"/>
                        <a:pt x="42707" y="25835"/>
                        <a:pt x="35232" y="27349"/>
                      </a:cubicBezTo>
                      <a:lnTo>
                        <a:pt x="16713" y="31108"/>
                      </a:lnTo>
                      <a:cubicBezTo>
                        <a:pt x="15804" y="31292"/>
                        <a:pt x="14880" y="31385"/>
                        <a:pt x="13954" y="3138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21" name="Freeform 135">
                  <a:extLst>
                    <a:ext uri="{FF2B5EF4-FFF2-40B4-BE49-F238E27FC236}">
                      <a16:creationId xmlns:a16="http://schemas.microsoft.com/office/drawing/2014/main" id="{8B755D09-A234-A4ED-257F-8AAA44A205C9}"/>
                    </a:ext>
                  </a:extLst>
                </p:cNvPr>
                <p:cNvSpPr/>
                <p:nvPr/>
              </p:nvSpPr>
              <p:spPr>
                <a:xfrm>
                  <a:off x="11725062" y="2181654"/>
                  <a:ext cx="46842" cy="39214"/>
                </a:xfrm>
                <a:custGeom>
                  <a:avLst/>
                  <a:gdLst>
                    <a:gd name="connsiteX0" fmla="*/ 33016 w 46842"/>
                    <a:gd name="connsiteY0" fmla="*/ 39215 h 39214"/>
                    <a:gd name="connsiteX1" fmla="*/ 25895 w 46842"/>
                    <a:gd name="connsiteY1" fmla="*/ 37232 h 39214"/>
                    <a:gd name="connsiteX2" fmla="*/ 6669 w 46842"/>
                    <a:gd name="connsiteY2" fmla="*/ 25610 h 39214"/>
                    <a:gd name="connsiteX3" fmla="*/ 1987 w 46842"/>
                    <a:gd name="connsiteY3" fmla="*/ 6669 h 39214"/>
                    <a:gd name="connsiteX4" fmla="*/ 20929 w 46842"/>
                    <a:gd name="connsiteY4" fmla="*/ 1987 h 39214"/>
                    <a:gd name="connsiteX5" fmla="*/ 40172 w 46842"/>
                    <a:gd name="connsiteY5" fmla="*/ 13609 h 39214"/>
                    <a:gd name="connsiteX6" fmla="*/ 44858 w 46842"/>
                    <a:gd name="connsiteY6" fmla="*/ 32545 h 39214"/>
                    <a:gd name="connsiteX7" fmla="*/ 33016 w 46842"/>
                    <a:gd name="connsiteY7" fmla="*/ 39215 h 3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842" h="39214">
                      <a:moveTo>
                        <a:pt x="33016" y="39215"/>
                      </a:moveTo>
                      <a:cubicBezTo>
                        <a:pt x="30505" y="39215"/>
                        <a:pt x="28043" y="38529"/>
                        <a:pt x="25895" y="37232"/>
                      </a:cubicBezTo>
                      <a:lnTo>
                        <a:pt x="6669" y="25610"/>
                      </a:lnTo>
                      <a:cubicBezTo>
                        <a:pt x="145" y="21672"/>
                        <a:pt x="-1951" y="13192"/>
                        <a:pt x="1987" y="6669"/>
                      </a:cubicBezTo>
                      <a:cubicBezTo>
                        <a:pt x="5925" y="145"/>
                        <a:pt x="14406" y="-1951"/>
                        <a:pt x="20929" y="1987"/>
                      </a:cubicBezTo>
                      <a:lnTo>
                        <a:pt x="40172" y="13609"/>
                      </a:lnTo>
                      <a:cubicBezTo>
                        <a:pt x="46695" y="17544"/>
                        <a:pt x="48793" y="26022"/>
                        <a:pt x="44858" y="32545"/>
                      </a:cubicBezTo>
                      <a:cubicBezTo>
                        <a:pt x="42355" y="36694"/>
                        <a:pt x="37860" y="39225"/>
                        <a:pt x="33016" y="3921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22" name="Freeform 136">
                  <a:extLst>
                    <a:ext uri="{FF2B5EF4-FFF2-40B4-BE49-F238E27FC236}">
                      <a16:creationId xmlns:a16="http://schemas.microsoft.com/office/drawing/2014/main" id="{31251E4F-9E8E-DC14-2503-9A8AD757CFA0}"/>
                    </a:ext>
                  </a:extLst>
                </p:cNvPr>
                <p:cNvSpPr/>
                <p:nvPr/>
              </p:nvSpPr>
              <p:spPr>
                <a:xfrm>
                  <a:off x="11702289" y="2201764"/>
                  <a:ext cx="31987" cy="45745"/>
                </a:xfrm>
                <a:custGeom>
                  <a:avLst/>
                  <a:gdLst>
                    <a:gd name="connsiteX0" fmla="*/ 18182 w 31987"/>
                    <a:gd name="connsiteY0" fmla="*/ 45745 h 45745"/>
                    <a:gd name="connsiteX1" fmla="*/ 4784 w 31987"/>
                    <a:gd name="connsiteY1" fmla="*/ 35192 h 45745"/>
                    <a:gd name="connsiteX2" fmla="*/ 387 w 31987"/>
                    <a:gd name="connsiteY2" fmla="*/ 17036 h 45745"/>
                    <a:gd name="connsiteX3" fmla="*/ 10569 w 31987"/>
                    <a:gd name="connsiteY3" fmla="*/ 388 h 45745"/>
                    <a:gd name="connsiteX4" fmla="*/ 27217 w 31987"/>
                    <a:gd name="connsiteY4" fmla="*/ 10570 h 45745"/>
                    <a:gd name="connsiteX5" fmla="*/ 31597 w 31987"/>
                    <a:gd name="connsiteY5" fmla="*/ 28709 h 45745"/>
                    <a:gd name="connsiteX6" fmla="*/ 21437 w 31987"/>
                    <a:gd name="connsiteY6" fmla="*/ 45362 h 45745"/>
                    <a:gd name="connsiteX7" fmla="*/ 21424 w 31987"/>
                    <a:gd name="connsiteY7" fmla="*/ 45366 h 45745"/>
                    <a:gd name="connsiteX8" fmla="*/ 18182 w 31987"/>
                    <a:gd name="connsiteY8" fmla="*/ 45745 h 4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87" h="45745">
                      <a:moveTo>
                        <a:pt x="18182" y="45745"/>
                      </a:moveTo>
                      <a:cubicBezTo>
                        <a:pt x="11816" y="45740"/>
                        <a:pt x="6280" y="41379"/>
                        <a:pt x="4784" y="35192"/>
                      </a:cubicBezTo>
                      <a:lnTo>
                        <a:pt x="387" y="17036"/>
                      </a:lnTo>
                      <a:cubicBezTo>
                        <a:pt x="-1398" y="9626"/>
                        <a:pt x="3160" y="2174"/>
                        <a:pt x="10569" y="388"/>
                      </a:cubicBezTo>
                      <a:cubicBezTo>
                        <a:pt x="17978" y="-1399"/>
                        <a:pt x="25432" y="3160"/>
                        <a:pt x="27217" y="10570"/>
                      </a:cubicBezTo>
                      <a:lnTo>
                        <a:pt x="31597" y="28709"/>
                      </a:lnTo>
                      <a:cubicBezTo>
                        <a:pt x="33390" y="36113"/>
                        <a:pt x="28842" y="43569"/>
                        <a:pt x="21437" y="45362"/>
                      </a:cubicBezTo>
                      <a:cubicBezTo>
                        <a:pt x="21432" y="45364"/>
                        <a:pt x="21428" y="45364"/>
                        <a:pt x="21424" y="45366"/>
                      </a:cubicBezTo>
                      <a:cubicBezTo>
                        <a:pt x="20362" y="45618"/>
                        <a:pt x="19274" y="45745"/>
                        <a:pt x="18182" y="4574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23" name="Freeform 137">
                  <a:extLst>
                    <a:ext uri="{FF2B5EF4-FFF2-40B4-BE49-F238E27FC236}">
                      <a16:creationId xmlns:a16="http://schemas.microsoft.com/office/drawing/2014/main" id="{724F8550-53A4-7092-4096-78E334AF9D5D}"/>
                    </a:ext>
                  </a:extLst>
                </p:cNvPr>
                <p:cNvSpPr/>
                <p:nvPr/>
              </p:nvSpPr>
              <p:spPr>
                <a:xfrm>
                  <a:off x="11665963" y="2194759"/>
                  <a:ext cx="38617" cy="46490"/>
                </a:xfrm>
                <a:custGeom>
                  <a:avLst/>
                  <a:gdLst>
                    <a:gd name="connsiteX0" fmla="*/ 13746 w 38617"/>
                    <a:gd name="connsiteY0" fmla="*/ 46490 h 46490"/>
                    <a:gd name="connsiteX1" fmla="*/ 0 w 38617"/>
                    <a:gd name="connsiteY1" fmla="*/ 32648 h 46490"/>
                    <a:gd name="connsiteX2" fmla="*/ 1848 w 38617"/>
                    <a:gd name="connsiteY2" fmla="*/ 25799 h 46490"/>
                    <a:gd name="connsiteX3" fmla="*/ 12815 w 38617"/>
                    <a:gd name="connsiteY3" fmla="*/ 7004 h 46490"/>
                    <a:gd name="connsiteX4" fmla="*/ 31613 w 38617"/>
                    <a:gd name="connsiteY4" fmla="*/ 1791 h 46490"/>
                    <a:gd name="connsiteX5" fmla="*/ 36827 w 38617"/>
                    <a:gd name="connsiteY5" fmla="*/ 20590 h 46490"/>
                    <a:gd name="connsiteX6" fmla="*/ 36645 w 38617"/>
                    <a:gd name="connsiteY6" fmla="*/ 20902 h 46490"/>
                    <a:gd name="connsiteX7" fmla="*/ 25678 w 38617"/>
                    <a:gd name="connsiteY7" fmla="*/ 39714 h 46490"/>
                    <a:gd name="connsiteX8" fmla="*/ 13746 w 38617"/>
                    <a:gd name="connsiteY8" fmla="*/ 46490 h 46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17" h="46490">
                      <a:moveTo>
                        <a:pt x="13746" y="46490"/>
                      </a:moveTo>
                      <a:cubicBezTo>
                        <a:pt x="6128" y="46463"/>
                        <a:pt x="-27" y="40266"/>
                        <a:pt x="0" y="32648"/>
                      </a:cubicBezTo>
                      <a:cubicBezTo>
                        <a:pt x="9" y="30242"/>
                        <a:pt x="646" y="27882"/>
                        <a:pt x="1848" y="25799"/>
                      </a:cubicBezTo>
                      <a:lnTo>
                        <a:pt x="12815" y="7004"/>
                      </a:lnTo>
                      <a:cubicBezTo>
                        <a:pt x="16566" y="373"/>
                        <a:pt x="24983" y="-1961"/>
                        <a:pt x="31613" y="1791"/>
                      </a:cubicBezTo>
                      <a:cubicBezTo>
                        <a:pt x="38244" y="5542"/>
                        <a:pt x="40578" y="13958"/>
                        <a:pt x="36827" y="20590"/>
                      </a:cubicBezTo>
                      <a:cubicBezTo>
                        <a:pt x="36767" y="20695"/>
                        <a:pt x="36707" y="20798"/>
                        <a:pt x="36645" y="20902"/>
                      </a:cubicBezTo>
                      <a:lnTo>
                        <a:pt x="25678" y="39714"/>
                      </a:lnTo>
                      <a:cubicBezTo>
                        <a:pt x="23186" y="43932"/>
                        <a:pt x="18644" y="46511"/>
                        <a:pt x="13746" y="4649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24" name="Freeform 138">
                  <a:extLst>
                    <a:ext uri="{FF2B5EF4-FFF2-40B4-BE49-F238E27FC236}">
                      <a16:creationId xmlns:a16="http://schemas.microsoft.com/office/drawing/2014/main" id="{FAD37F6E-12D6-A138-EAAB-8E3CD2313009}"/>
                    </a:ext>
                  </a:extLst>
                </p:cNvPr>
                <p:cNvSpPr/>
                <p:nvPr/>
              </p:nvSpPr>
              <p:spPr>
                <a:xfrm>
                  <a:off x="11642426" y="2171965"/>
                  <a:ext cx="48292" cy="33233"/>
                </a:xfrm>
                <a:custGeom>
                  <a:avLst/>
                  <a:gdLst>
                    <a:gd name="connsiteX0" fmla="*/ 13781 w 48292"/>
                    <a:gd name="connsiteY0" fmla="*/ 33230 h 33233"/>
                    <a:gd name="connsiteX1" fmla="*/ 0 w 48292"/>
                    <a:gd name="connsiteY1" fmla="*/ 19422 h 33233"/>
                    <a:gd name="connsiteX2" fmla="*/ 10177 w 48292"/>
                    <a:gd name="connsiteY2" fmla="*/ 6124 h 33233"/>
                    <a:gd name="connsiteX3" fmla="*/ 30696 w 48292"/>
                    <a:gd name="connsiteY3" fmla="*/ 537 h 33233"/>
                    <a:gd name="connsiteX4" fmla="*/ 47756 w 48292"/>
                    <a:gd name="connsiteY4" fmla="*/ 9999 h 33233"/>
                    <a:gd name="connsiteX5" fmla="*/ 38294 w 48292"/>
                    <a:gd name="connsiteY5" fmla="*/ 27059 h 33233"/>
                    <a:gd name="connsiteX6" fmla="*/ 37921 w 48292"/>
                    <a:gd name="connsiteY6" fmla="*/ 27160 h 33233"/>
                    <a:gd name="connsiteX7" fmla="*/ 17402 w 48292"/>
                    <a:gd name="connsiteY7" fmla="*/ 32833 h 33233"/>
                    <a:gd name="connsiteX8" fmla="*/ 13781 w 48292"/>
                    <a:gd name="connsiteY8" fmla="*/ 33230 h 3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92" h="33233">
                      <a:moveTo>
                        <a:pt x="13781" y="33230"/>
                      </a:moveTo>
                      <a:cubicBezTo>
                        <a:pt x="6162" y="33223"/>
                        <a:pt x="-8" y="27040"/>
                        <a:pt x="0" y="19422"/>
                      </a:cubicBezTo>
                      <a:cubicBezTo>
                        <a:pt x="6" y="13201"/>
                        <a:pt x="4174" y="7755"/>
                        <a:pt x="10177" y="6124"/>
                      </a:cubicBezTo>
                      <a:lnTo>
                        <a:pt x="30696" y="537"/>
                      </a:lnTo>
                      <a:cubicBezTo>
                        <a:pt x="38020" y="-1561"/>
                        <a:pt x="45658" y="2675"/>
                        <a:pt x="47756" y="9999"/>
                      </a:cubicBezTo>
                      <a:cubicBezTo>
                        <a:pt x="49854" y="17323"/>
                        <a:pt x="45618" y="24961"/>
                        <a:pt x="38294" y="27059"/>
                      </a:cubicBezTo>
                      <a:cubicBezTo>
                        <a:pt x="38170" y="27094"/>
                        <a:pt x="38046" y="27128"/>
                        <a:pt x="37921" y="27160"/>
                      </a:cubicBezTo>
                      <a:lnTo>
                        <a:pt x="17402" y="32833"/>
                      </a:lnTo>
                      <a:cubicBezTo>
                        <a:pt x="16217" y="33124"/>
                        <a:pt x="15000" y="33257"/>
                        <a:pt x="13781" y="3323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25" name="Freeform 139">
                  <a:extLst>
                    <a:ext uri="{FF2B5EF4-FFF2-40B4-BE49-F238E27FC236}">
                      <a16:creationId xmlns:a16="http://schemas.microsoft.com/office/drawing/2014/main" id="{69355F27-B2EB-B06C-3981-5C922AA32A38}"/>
                    </a:ext>
                  </a:extLst>
                </p:cNvPr>
                <p:cNvSpPr/>
                <p:nvPr/>
              </p:nvSpPr>
              <p:spPr>
                <a:xfrm>
                  <a:off x="11647198" y="2133707"/>
                  <a:ext cx="47286" cy="40433"/>
                </a:xfrm>
                <a:custGeom>
                  <a:avLst/>
                  <a:gdLst>
                    <a:gd name="connsiteX0" fmla="*/ 33390 w 47286"/>
                    <a:gd name="connsiteY0" fmla="*/ 40434 h 40433"/>
                    <a:gd name="connsiteX1" fmla="*/ 25872 w 47286"/>
                    <a:gd name="connsiteY1" fmla="*/ 38192 h 40433"/>
                    <a:gd name="connsiteX2" fmla="*/ 6267 w 47286"/>
                    <a:gd name="connsiteY2" fmla="*/ 25363 h 40433"/>
                    <a:gd name="connsiteX3" fmla="*/ 2240 w 47286"/>
                    <a:gd name="connsiteY3" fmla="*/ 6267 h 40433"/>
                    <a:gd name="connsiteX4" fmla="*/ 21337 w 47286"/>
                    <a:gd name="connsiteY4" fmla="*/ 2240 h 40433"/>
                    <a:gd name="connsiteX5" fmla="*/ 41028 w 47286"/>
                    <a:gd name="connsiteY5" fmla="*/ 15086 h 40433"/>
                    <a:gd name="connsiteX6" fmla="*/ 45043 w 47286"/>
                    <a:gd name="connsiteY6" fmla="*/ 34177 h 40433"/>
                    <a:gd name="connsiteX7" fmla="*/ 33476 w 47286"/>
                    <a:gd name="connsiteY7" fmla="*/ 40434 h 4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286" h="40433">
                      <a:moveTo>
                        <a:pt x="33390" y="40434"/>
                      </a:moveTo>
                      <a:cubicBezTo>
                        <a:pt x="30720" y="40430"/>
                        <a:pt x="28108" y="39651"/>
                        <a:pt x="25872" y="38192"/>
                      </a:cubicBezTo>
                      <a:lnTo>
                        <a:pt x="6267" y="25363"/>
                      </a:lnTo>
                      <a:cubicBezTo>
                        <a:pt x="-119" y="21202"/>
                        <a:pt x="-1921" y="12652"/>
                        <a:pt x="2240" y="6267"/>
                      </a:cubicBezTo>
                      <a:cubicBezTo>
                        <a:pt x="6402" y="-119"/>
                        <a:pt x="14952" y="-1921"/>
                        <a:pt x="21337" y="2240"/>
                      </a:cubicBezTo>
                      <a:lnTo>
                        <a:pt x="41028" y="15086"/>
                      </a:lnTo>
                      <a:cubicBezTo>
                        <a:pt x="47409" y="19249"/>
                        <a:pt x="49206" y="27797"/>
                        <a:pt x="45043" y="34177"/>
                      </a:cubicBezTo>
                      <a:cubicBezTo>
                        <a:pt x="42494" y="38085"/>
                        <a:pt x="38142" y="40439"/>
                        <a:pt x="33476" y="4043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26" name="Freeform 140">
                  <a:extLst>
                    <a:ext uri="{FF2B5EF4-FFF2-40B4-BE49-F238E27FC236}">
                      <a16:creationId xmlns:a16="http://schemas.microsoft.com/office/drawing/2014/main" id="{25F28471-4E55-D071-A889-C3E112412E5E}"/>
                    </a:ext>
                  </a:extLst>
                </p:cNvPr>
                <p:cNvSpPr/>
                <p:nvPr/>
              </p:nvSpPr>
              <p:spPr>
                <a:xfrm>
                  <a:off x="11662660" y="2132016"/>
                  <a:ext cx="94148" cy="94146"/>
                </a:xfrm>
                <a:custGeom>
                  <a:avLst/>
                  <a:gdLst>
                    <a:gd name="connsiteX0" fmla="*/ 47086 w 94148"/>
                    <a:gd name="connsiteY0" fmla="*/ 94147 h 94146"/>
                    <a:gd name="connsiteX1" fmla="*/ 0 w 94148"/>
                    <a:gd name="connsiteY1" fmla="*/ 47086 h 94146"/>
                    <a:gd name="connsiteX2" fmla="*/ 47061 w 94148"/>
                    <a:gd name="connsiteY2" fmla="*/ 0 h 94146"/>
                    <a:gd name="connsiteX3" fmla="*/ 92900 w 94148"/>
                    <a:gd name="connsiteY3" fmla="*/ 36314 h 94146"/>
                    <a:gd name="connsiteX4" fmla="*/ 92900 w 94148"/>
                    <a:gd name="connsiteY4" fmla="*/ 36314 h 94146"/>
                    <a:gd name="connsiteX5" fmla="*/ 57755 w 94148"/>
                    <a:gd name="connsiteY5" fmla="*/ 92910 h 94146"/>
                    <a:gd name="connsiteX6" fmla="*/ 47086 w 94148"/>
                    <a:gd name="connsiteY6" fmla="*/ 94147 h 94146"/>
                    <a:gd name="connsiteX7" fmla="*/ 47086 w 94148"/>
                    <a:gd name="connsiteY7" fmla="*/ 27589 h 94146"/>
                    <a:gd name="connsiteX8" fmla="*/ 42620 w 94148"/>
                    <a:gd name="connsiteY8" fmla="*/ 28106 h 94146"/>
                    <a:gd name="connsiteX9" fmla="*/ 28110 w 94148"/>
                    <a:gd name="connsiteY9" fmla="*/ 51531 h 94146"/>
                    <a:gd name="connsiteX10" fmla="*/ 51535 w 94148"/>
                    <a:gd name="connsiteY10" fmla="*/ 66041 h 94146"/>
                    <a:gd name="connsiteX11" fmla="*/ 66043 w 94148"/>
                    <a:gd name="connsiteY11" fmla="*/ 42671 h 94146"/>
                    <a:gd name="connsiteX12" fmla="*/ 66036 w 94148"/>
                    <a:gd name="connsiteY12" fmla="*/ 42642 h 94146"/>
                    <a:gd name="connsiteX13" fmla="*/ 66036 w 94148"/>
                    <a:gd name="connsiteY13" fmla="*/ 42642 h 94146"/>
                    <a:gd name="connsiteX14" fmla="*/ 47086 w 94148"/>
                    <a:gd name="connsiteY14" fmla="*/ 27589 h 9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148" h="94146">
                      <a:moveTo>
                        <a:pt x="47086" y="94147"/>
                      </a:moveTo>
                      <a:cubicBezTo>
                        <a:pt x="21088" y="94154"/>
                        <a:pt x="7" y="73084"/>
                        <a:pt x="0" y="47086"/>
                      </a:cubicBezTo>
                      <a:cubicBezTo>
                        <a:pt x="-7" y="21088"/>
                        <a:pt x="21063" y="7"/>
                        <a:pt x="47061" y="0"/>
                      </a:cubicBezTo>
                      <a:cubicBezTo>
                        <a:pt x="68919" y="-6"/>
                        <a:pt x="87905" y="15035"/>
                        <a:pt x="92900" y="36314"/>
                      </a:cubicBezTo>
                      <a:lnTo>
                        <a:pt x="92900" y="36314"/>
                      </a:lnTo>
                      <a:cubicBezTo>
                        <a:pt x="98823" y="61647"/>
                        <a:pt x="83089" y="86986"/>
                        <a:pt x="57755" y="92910"/>
                      </a:cubicBezTo>
                      <a:cubicBezTo>
                        <a:pt x="54257" y="93728"/>
                        <a:pt x="50678" y="94143"/>
                        <a:pt x="47086" y="94147"/>
                      </a:cubicBezTo>
                      <a:close/>
                      <a:moveTo>
                        <a:pt x="47086" y="27589"/>
                      </a:moveTo>
                      <a:cubicBezTo>
                        <a:pt x="45582" y="27592"/>
                        <a:pt x="44084" y="27766"/>
                        <a:pt x="42620" y="28106"/>
                      </a:cubicBezTo>
                      <a:cubicBezTo>
                        <a:pt x="32145" y="30568"/>
                        <a:pt x="25648" y="41055"/>
                        <a:pt x="28110" y="51531"/>
                      </a:cubicBezTo>
                      <a:cubicBezTo>
                        <a:pt x="30572" y="62006"/>
                        <a:pt x="41059" y="68503"/>
                        <a:pt x="51535" y="66041"/>
                      </a:cubicBezTo>
                      <a:cubicBezTo>
                        <a:pt x="61994" y="63594"/>
                        <a:pt x="68490" y="53131"/>
                        <a:pt x="66043" y="42671"/>
                      </a:cubicBezTo>
                      <a:cubicBezTo>
                        <a:pt x="66041" y="42662"/>
                        <a:pt x="66038" y="42652"/>
                        <a:pt x="66036" y="42642"/>
                      </a:cubicBezTo>
                      <a:lnTo>
                        <a:pt x="66036" y="42642"/>
                      </a:lnTo>
                      <a:cubicBezTo>
                        <a:pt x="63973" y="33838"/>
                        <a:pt x="56129" y="27606"/>
                        <a:pt x="47086" y="27589"/>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spTree>
    <p:extLst>
      <p:ext uri="{BB962C8B-B14F-4D97-AF65-F5344CB8AC3E}">
        <p14:creationId xmlns:p14="http://schemas.microsoft.com/office/powerpoint/2010/main" val="27156395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9CD9D-8CED-A821-3348-96D96ABB815A}"/>
              </a:ext>
            </a:extLst>
          </p:cNvPr>
          <p:cNvSpPr>
            <a:spLocks noGrp="1"/>
          </p:cNvSpPr>
          <p:nvPr>
            <p:ph type="ctrTitle"/>
          </p:nvPr>
        </p:nvSpPr>
        <p:spPr/>
        <p:txBody>
          <a:bodyPr/>
          <a:lstStyle/>
          <a:p>
            <a:endParaRPr lang="en-US"/>
          </a:p>
        </p:txBody>
      </p:sp>
      <p:sp>
        <p:nvSpPr>
          <p:cNvPr id="3" name="Text Placeholder 2">
            <a:extLst>
              <a:ext uri="{FF2B5EF4-FFF2-40B4-BE49-F238E27FC236}">
                <a16:creationId xmlns:a16="http://schemas.microsoft.com/office/drawing/2014/main" id="{8EB42DEA-A7FC-3A2D-740C-11133DDB024B}"/>
              </a:ext>
            </a:extLst>
          </p:cNvPr>
          <p:cNvSpPr>
            <a:spLocks noGrp="1"/>
          </p:cNvSpPr>
          <p:nvPr>
            <p:ph type="body" sz="quarter" idx="16"/>
          </p:nvPr>
        </p:nvSpPr>
        <p:spPr/>
        <p:txBody>
          <a:bodyPr/>
          <a:lstStyle/>
          <a:p>
            <a:endParaRPr lang="en-US"/>
          </a:p>
        </p:txBody>
      </p:sp>
      <p:sp>
        <p:nvSpPr>
          <p:cNvPr id="4" name="Text Placeholder 3">
            <a:extLst>
              <a:ext uri="{FF2B5EF4-FFF2-40B4-BE49-F238E27FC236}">
                <a16:creationId xmlns:a16="http://schemas.microsoft.com/office/drawing/2014/main" id="{2CD8BFDB-4BC7-02CC-B368-812F3FF6B5D7}"/>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1115784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693B50B-64E3-2401-0502-569ADAEFA69A}"/>
              </a:ext>
            </a:extLst>
          </p:cNvPr>
          <p:cNvPicPr>
            <a:picLocks noChangeAspect="1"/>
          </p:cNvPicPr>
          <p:nvPr/>
        </p:nvPicPr>
        <p:blipFill>
          <a:blip r:embed="rId3"/>
          <a:stretch>
            <a:fillRect/>
          </a:stretch>
        </p:blipFill>
        <p:spPr>
          <a:xfrm>
            <a:off x="1998967" y="2660290"/>
            <a:ext cx="9763440" cy="1383914"/>
          </a:xfrm>
          <a:prstGeom prst="rect">
            <a:avLst/>
          </a:prstGeom>
        </p:spPr>
      </p:pic>
      <p:sp>
        <p:nvSpPr>
          <p:cNvPr id="33" name="Text Placeholder 2">
            <a:extLst>
              <a:ext uri="{FF2B5EF4-FFF2-40B4-BE49-F238E27FC236}">
                <a16:creationId xmlns:a16="http://schemas.microsoft.com/office/drawing/2014/main" id="{E8EB9F17-108B-6697-9099-EAB109874AF8}"/>
              </a:ext>
            </a:extLst>
          </p:cNvPr>
          <p:cNvSpPr txBox="1">
            <a:spLocks/>
          </p:cNvSpPr>
          <p:nvPr/>
        </p:nvSpPr>
        <p:spPr>
          <a:xfrm>
            <a:off x="433384" y="4597930"/>
            <a:ext cx="10234613" cy="1253677"/>
          </a:xfrm>
          <a:prstGeom prst="rect">
            <a:avLst/>
          </a:prstGeom>
        </p:spPr>
        <p:txBody>
          <a:bodyPr vert="horz" lIns="0" tIns="0" rIns="0" bIns="0" rtlCol="0">
            <a:spAutoFit/>
          </a:bodyPr>
          <a:lstStyle>
            <a:lvl1pPr marL="0" indent="0" algn="l" defTabSz="914400" rtl="0" eaLnBrk="1" latinLnBrk="0" hangingPunct="1">
              <a:lnSpc>
                <a:spcPct val="90000"/>
              </a:lnSpc>
              <a:spcBef>
                <a:spcPts val="0"/>
              </a:spcBef>
              <a:spcAft>
                <a:spcPts val="1000"/>
              </a:spcAft>
              <a:buClr>
                <a:schemeClr val="tx2"/>
              </a:buClr>
              <a:buFont typeface="Arial" panose="020B0604020202020204" pitchFamily="34" charset="0"/>
              <a:buNone/>
              <a:defRPr sz="2000" b="1" kern="1200">
                <a:solidFill>
                  <a:schemeClr val="tx2"/>
                </a:solidFill>
                <a:latin typeface="+mn-lt"/>
                <a:ea typeface="+mn-ea"/>
                <a:cs typeface="+mn-cs"/>
              </a:defRPr>
            </a:lvl1pPr>
            <a:lvl2pPr marL="180000" indent="-180000" algn="l" defTabSz="914400" rtl="0" eaLnBrk="1" latinLnBrk="0" hangingPunct="1">
              <a:lnSpc>
                <a:spcPct val="90000"/>
              </a:lnSpc>
              <a:spcBef>
                <a:spcPts val="0"/>
              </a:spcBef>
              <a:spcAft>
                <a:spcPts val="1000"/>
              </a:spcAft>
              <a:buClr>
                <a:schemeClr val="tx2"/>
              </a:buClr>
              <a:buFont typeface="Arial" panose="020B0604020202020204" pitchFamily="34" charset="0"/>
              <a:buChar char="•"/>
              <a:defRPr sz="2000" kern="1200">
                <a:solidFill>
                  <a:schemeClr val="tx1"/>
                </a:solidFill>
                <a:latin typeface="+mn-lt"/>
                <a:ea typeface="+mn-ea"/>
                <a:cs typeface="+mn-cs"/>
              </a:defRPr>
            </a:lvl2pPr>
            <a:lvl3pPr marL="360000" indent="-180000" algn="l" defTabSz="914400" rtl="0" eaLnBrk="1" latinLnBrk="0" hangingPunct="1">
              <a:lnSpc>
                <a:spcPct val="90000"/>
              </a:lnSpc>
              <a:spcBef>
                <a:spcPts val="0"/>
              </a:spcBef>
              <a:spcAft>
                <a:spcPts val="1000"/>
              </a:spcAft>
              <a:buClr>
                <a:schemeClr val="tx1"/>
              </a:buClr>
              <a:buFont typeface="Arial" panose="020B0604020202020204" pitchFamily="34" charset="0"/>
              <a:buChar char="•"/>
              <a:defRPr sz="2000" kern="1200">
                <a:solidFill>
                  <a:schemeClr val="tx1"/>
                </a:solidFill>
                <a:latin typeface="+mn-lt"/>
                <a:ea typeface="+mn-ea"/>
                <a:cs typeface="+mn-cs"/>
              </a:defRPr>
            </a:lvl3pPr>
            <a:lvl4pPr marL="540000" indent="-180000" algn="l" defTabSz="914400" rtl="0" eaLnBrk="1" latinLnBrk="0" hangingPunct="1">
              <a:lnSpc>
                <a:spcPct val="90000"/>
              </a:lnSpc>
              <a:spcBef>
                <a:spcPts val="0"/>
              </a:spcBef>
              <a:spcAft>
                <a:spcPts val="750"/>
              </a:spcAft>
              <a:buClr>
                <a:schemeClr val="tx2"/>
              </a:buClr>
              <a:buFont typeface="System Font Regular"/>
              <a:buChar char="-"/>
              <a:defRPr sz="1800" kern="1200">
                <a:solidFill>
                  <a:schemeClr val="tx1"/>
                </a:solidFill>
                <a:latin typeface="+mn-lt"/>
                <a:ea typeface="+mn-ea"/>
                <a:cs typeface="+mn-cs"/>
              </a:defRPr>
            </a:lvl4pPr>
            <a:lvl5pPr marL="720000" indent="-180000" algn="l" defTabSz="914400" rtl="0" eaLnBrk="1" latinLnBrk="0" hangingPunct="1">
              <a:lnSpc>
                <a:spcPct val="90000"/>
              </a:lnSpc>
              <a:spcBef>
                <a:spcPts val="0"/>
              </a:spcBef>
              <a:spcAft>
                <a:spcPts val="500"/>
              </a:spcAft>
              <a:buClr>
                <a:schemeClr val="tx1"/>
              </a:buClr>
              <a:buFont typeface="System Font Regular"/>
              <a:buChar char="-"/>
              <a:defRPr sz="1600" kern="1200">
                <a:solidFill>
                  <a:schemeClr val="tx1"/>
                </a:solidFill>
                <a:latin typeface="+mn-lt"/>
                <a:ea typeface="+mn-ea"/>
                <a:cs typeface="+mn-cs"/>
              </a:defRPr>
            </a:lvl5pPr>
            <a:lvl6pPr marL="540000" indent="0" algn="l" defTabSz="914400" rtl="0" eaLnBrk="1" latinLnBrk="0" hangingPunct="1">
              <a:lnSpc>
                <a:spcPct val="90000"/>
              </a:lnSpc>
              <a:spcBef>
                <a:spcPts val="0"/>
              </a:spcBef>
              <a:spcAft>
                <a:spcPts val="500"/>
              </a:spcAft>
              <a:buClr>
                <a:schemeClr val="tx1"/>
              </a:buClr>
              <a:buFont typeface="System Font Regular"/>
              <a:buNone/>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b="0">
                <a:solidFill>
                  <a:srgbClr val="111111"/>
                </a:solidFill>
                <a:latin typeface="+mj-lt"/>
              </a:rPr>
              <a:t>Project stages are subdivided into </a:t>
            </a:r>
            <a:r>
              <a:rPr lang="en-GB" sz="1200">
                <a:solidFill>
                  <a:schemeClr val="accent3"/>
                </a:solidFill>
                <a:latin typeface="+mj-lt"/>
              </a:rPr>
              <a:t>phases</a:t>
            </a:r>
            <a:r>
              <a:rPr lang="en-GB" sz="1200" b="0">
                <a:solidFill>
                  <a:srgbClr val="111111"/>
                </a:solidFill>
                <a:latin typeface="+mj-lt"/>
              </a:rPr>
              <a:t> to organize the project into distinct periods. The project progresses through subdivided stages, each containing phases that delineate distinct periods. </a:t>
            </a:r>
          </a:p>
          <a:p>
            <a:r>
              <a:rPr lang="en-GB" sz="1200" b="0">
                <a:solidFill>
                  <a:srgbClr val="111111"/>
                </a:solidFill>
                <a:latin typeface="+mj-lt"/>
              </a:rPr>
              <a:t>These phases serve as intervals for managing the project's advancement. </a:t>
            </a:r>
            <a:r>
              <a:rPr lang="en-GB" sz="1200">
                <a:solidFill>
                  <a:schemeClr val="accent3"/>
                </a:solidFill>
                <a:latin typeface="+mj-lt"/>
              </a:rPr>
              <a:t>Quality gates </a:t>
            </a:r>
            <a:r>
              <a:rPr lang="en-GB" sz="1200" b="0">
                <a:solidFill>
                  <a:srgbClr val="111111"/>
                </a:solidFill>
                <a:latin typeface="+mj-lt"/>
              </a:rPr>
              <a:t>are commonly established between these phases to ensure a controlled and formal transition. </a:t>
            </a:r>
          </a:p>
          <a:p>
            <a:r>
              <a:rPr lang="en-GB" sz="1200" b="0">
                <a:solidFill>
                  <a:srgbClr val="111111"/>
                </a:solidFill>
                <a:latin typeface="+mj-lt"/>
              </a:rPr>
              <a:t>It's crucial that the previous phase is closed, validated, and approved by the customer before preparing for and commencing the subsequent phase.</a:t>
            </a:r>
            <a:endParaRPr lang="en-US" sz="1200">
              <a:latin typeface="+mj-lt"/>
            </a:endParaRPr>
          </a:p>
        </p:txBody>
      </p:sp>
      <p:sp>
        <p:nvSpPr>
          <p:cNvPr id="2" name="Title 1">
            <a:extLst>
              <a:ext uri="{FF2B5EF4-FFF2-40B4-BE49-F238E27FC236}">
                <a16:creationId xmlns:a16="http://schemas.microsoft.com/office/drawing/2014/main" id="{0AFB29B2-CBBA-47CD-A416-FF2B92A5BAA9}"/>
              </a:ext>
            </a:extLst>
          </p:cNvPr>
          <p:cNvSpPr>
            <a:spLocks noGrp="1"/>
          </p:cNvSpPr>
          <p:nvPr>
            <p:ph type="ctrTitle"/>
          </p:nvPr>
        </p:nvSpPr>
        <p:spPr>
          <a:xfrm>
            <a:off x="433754" y="360609"/>
            <a:ext cx="10234246" cy="1022713"/>
          </a:xfrm>
        </p:spPr>
        <p:txBody>
          <a:bodyPr/>
          <a:lstStyle/>
          <a:p>
            <a:r>
              <a:rPr lang="en-US"/>
              <a:t>stages and phase in the project life cycle</a:t>
            </a:r>
          </a:p>
        </p:txBody>
      </p:sp>
      <p:grpSp>
        <p:nvGrpSpPr>
          <p:cNvPr id="118" name="Group 117">
            <a:extLst>
              <a:ext uri="{FF2B5EF4-FFF2-40B4-BE49-F238E27FC236}">
                <a16:creationId xmlns:a16="http://schemas.microsoft.com/office/drawing/2014/main" id="{8A87CAA8-6704-1655-5DD3-80AF84DC83EB}"/>
              </a:ext>
            </a:extLst>
          </p:cNvPr>
          <p:cNvGrpSpPr/>
          <p:nvPr/>
        </p:nvGrpSpPr>
        <p:grpSpPr>
          <a:xfrm>
            <a:off x="10667997" y="-3"/>
            <a:ext cx="1143475" cy="828677"/>
            <a:chOff x="10667997" y="-3"/>
            <a:chExt cx="1143475" cy="828677"/>
          </a:xfrm>
        </p:grpSpPr>
        <p:sp>
          <p:nvSpPr>
            <p:cNvPr id="119" name="Round Same-side Corner of Rectangle 3">
              <a:extLst>
                <a:ext uri="{FF2B5EF4-FFF2-40B4-BE49-F238E27FC236}">
                  <a16:creationId xmlns:a16="http://schemas.microsoft.com/office/drawing/2014/main" id="{B8DDFA6C-E5A0-4698-E1D0-7F96A9A3090B}"/>
                </a:ext>
              </a:extLst>
            </p:cNvPr>
            <p:cNvSpPr/>
            <p:nvPr/>
          </p:nvSpPr>
          <p:spPr>
            <a:xfrm rot="10800000">
              <a:off x="10667997" y="-3"/>
              <a:ext cx="1143475" cy="828677"/>
            </a:xfrm>
            <a:prstGeom prst="round2SameRect">
              <a:avLst/>
            </a:prstGeom>
            <a:solidFill>
              <a:schemeClr val="bg1"/>
            </a:solidFill>
            <a:ln>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20" name="Picture 119">
              <a:extLst>
                <a:ext uri="{FF2B5EF4-FFF2-40B4-BE49-F238E27FC236}">
                  <a16:creationId xmlns:a16="http://schemas.microsoft.com/office/drawing/2014/main" id="{E11B2B71-51F2-3142-E7C0-A1D259602909}"/>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10957794" y="135851"/>
              <a:ext cx="563880" cy="563880"/>
            </a:xfrm>
            <a:prstGeom prst="rect">
              <a:avLst/>
            </a:prstGeom>
          </p:spPr>
        </p:pic>
      </p:grpSp>
      <p:sp>
        <p:nvSpPr>
          <p:cNvPr id="8" name="Oval 7">
            <a:extLst>
              <a:ext uri="{FF2B5EF4-FFF2-40B4-BE49-F238E27FC236}">
                <a16:creationId xmlns:a16="http://schemas.microsoft.com/office/drawing/2014/main" id="{5FF1068E-E24A-0C18-C31F-2CA69803A7AB}"/>
              </a:ext>
            </a:extLst>
          </p:cNvPr>
          <p:cNvSpPr/>
          <p:nvPr/>
        </p:nvSpPr>
        <p:spPr>
          <a:xfrm>
            <a:off x="3807958" y="3995921"/>
            <a:ext cx="360000" cy="360000"/>
          </a:xfrm>
          <a:prstGeom prst="ellipse">
            <a:avLst/>
          </a:prstGeom>
          <a:solidFill>
            <a:schemeClr val="tx1"/>
          </a:solidFill>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en-US" sz="1000" b="1"/>
              <a:t>QG</a:t>
            </a:r>
          </a:p>
        </p:txBody>
      </p:sp>
      <p:sp>
        <p:nvSpPr>
          <p:cNvPr id="9" name="Oval 8">
            <a:extLst>
              <a:ext uri="{FF2B5EF4-FFF2-40B4-BE49-F238E27FC236}">
                <a16:creationId xmlns:a16="http://schemas.microsoft.com/office/drawing/2014/main" id="{A2729773-651A-8F57-AA80-C56A9C159E22}"/>
              </a:ext>
            </a:extLst>
          </p:cNvPr>
          <p:cNvSpPr/>
          <p:nvPr/>
        </p:nvSpPr>
        <p:spPr>
          <a:xfrm>
            <a:off x="5640294" y="3995921"/>
            <a:ext cx="360000" cy="360000"/>
          </a:xfrm>
          <a:prstGeom prst="ellipse">
            <a:avLst/>
          </a:prstGeom>
          <a:solidFill>
            <a:schemeClr val="tx1"/>
          </a:solidFill>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en-US" sz="1000" b="1"/>
              <a:t>QG</a:t>
            </a:r>
          </a:p>
        </p:txBody>
      </p:sp>
      <p:sp>
        <p:nvSpPr>
          <p:cNvPr id="10" name="Oval 9">
            <a:extLst>
              <a:ext uri="{FF2B5EF4-FFF2-40B4-BE49-F238E27FC236}">
                <a16:creationId xmlns:a16="http://schemas.microsoft.com/office/drawing/2014/main" id="{E6B5EEAB-55AA-504E-1BEC-604CD185BE52}"/>
              </a:ext>
            </a:extLst>
          </p:cNvPr>
          <p:cNvSpPr/>
          <p:nvPr/>
        </p:nvSpPr>
        <p:spPr>
          <a:xfrm>
            <a:off x="7697719" y="3995921"/>
            <a:ext cx="360000" cy="360000"/>
          </a:xfrm>
          <a:prstGeom prst="ellipse">
            <a:avLst/>
          </a:prstGeom>
          <a:solidFill>
            <a:schemeClr val="tx1"/>
          </a:solidFill>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en-US" sz="1000" b="1"/>
              <a:t>QG</a:t>
            </a:r>
          </a:p>
        </p:txBody>
      </p:sp>
      <p:sp>
        <p:nvSpPr>
          <p:cNvPr id="18" name="Oval 17">
            <a:extLst>
              <a:ext uri="{FF2B5EF4-FFF2-40B4-BE49-F238E27FC236}">
                <a16:creationId xmlns:a16="http://schemas.microsoft.com/office/drawing/2014/main" id="{8EE18948-AC93-FA0A-7C34-15FC117AF0B7}"/>
              </a:ext>
            </a:extLst>
          </p:cNvPr>
          <p:cNvSpPr/>
          <p:nvPr/>
        </p:nvSpPr>
        <p:spPr>
          <a:xfrm>
            <a:off x="8442450" y="3995921"/>
            <a:ext cx="360000" cy="360000"/>
          </a:xfrm>
          <a:prstGeom prst="ellipse">
            <a:avLst/>
          </a:prstGeom>
          <a:solidFill>
            <a:schemeClr val="tx1"/>
          </a:solidFill>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en-US" sz="1000" b="1"/>
              <a:t>QG</a:t>
            </a:r>
          </a:p>
        </p:txBody>
      </p:sp>
      <p:sp>
        <p:nvSpPr>
          <p:cNvPr id="19" name="Oval 18">
            <a:extLst>
              <a:ext uri="{FF2B5EF4-FFF2-40B4-BE49-F238E27FC236}">
                <a16:creationId xmlns:a16="http://schemas.microsoft.com/office/drawing/2014/main" id="{FBCF39C8-25D8-8041-F701-9E32FB53A0CD}"/>
              </a:ext>
            </a:extLst>
          </p:cNvPr>
          <p:cNvSpPr/>
          <p:nvPr/>
        </p:nvSpPr>
        <p:spPr>
          <a:xfrm>
            <a:off x="9142504" y="3995921"/>
            <a:ext cx="360000" cy="360000"/>
          </a:xfrm>
          <a:prstGeom prst="ellipse">
            <a:avLst/>
          </a:prstGeom>
          <a:solidFill>
            <a:schemeClr val="tx1"/>
          </a:solidFill>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en-US" sz="1000" b="1"/>
              <a:t>QG</a:t>
            </a:r>
          </a:p>
        </p:txBody>
      </p:sp>
      <p:sp>
        <p:nvSpPr>
          <p:cNvPr id="20" name="Oval 19">
            <a:extLst>
              <a:ext uri="{FF2B5EF4-FFF2-40B4-BE49-F238E27FC236}">
                <a16:creationId xmlns:a16="http://schemas.microsoft.com/office/drawing/2014/main" id="{5AF092E8-3E73-8A81-4397-9F4F74A8C13C}"/>
              </a:ext>
            </a:extLst>
          </p:cNvPr>
          <p:cNvSpPr/>
          <p:nvPr/>
        </p:nvSpPr>
        <p:spPr>
          <a:xfrm>
            <a:off x="9886038" y="3995921"/>
            <a:ext cx="360000" cy="360000"/>
          </a:xfrm>
          <a:prstGeom prst="ellipse">
            <a:avLst/>
          </a:prstGeom>
          <a:solidFill>
            <a:schemeClr val="tx1"/>
          </a:solidFill>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en-US" sz="1000" b="1"/>
              <a:t>QG</a:t>
            </a:r>
          </a:p>
        </p:txBody>
      </p:sp>
      <p:sp>
        <p:nvSpPr>
          <p:cNvPr id="21" name="Oval 20">
            <a:extLst>
              <a:ext uri="{FF2B5EF4-FFF2-40B4-BE49-F238E27FC236}">
                <a16:creationId xmlns:a16="http://schemas.microsoft.com/office/drawing/2014/main" id="{10777DA9-8605-4048-D183-870D82822AF3}"/>
              </a:ext>
            </a:extLst>
          </p:cNvPr>
          <p:cNvSpPr/>
          <p:nvPr/>
        </p:nvSpPr>
        <p:spPr>
          <a:xfrm>
            <a:off x="10689899" y="3995921"/>
            <a:ext cx="360000" cy="360000"/>
          </a:xfrm>
          <a:prstGeom prst="ellipse">
            <a:avLst/>
          </a:prstGeom>
          <a:solidFill>
            <a:schemeClr val="tx1"/>
          </a:solidFill>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en-US" sz="1000" b="1"/>
              <a:t>QG</a:t>
            </a:r>
          </a:p>
        </p:txBody>
      </p:sp>
      <p:sp>
        <p:nvSpPr>
          <p:cNvPr id="25" name="Rectangle 24">
            <a:extLst>
              <a:ext uri="{FF2B5EF4-FFF2-40B4-BE49-F238E27FC236}">
                <a16:creationId xmlns:a16="http://schemas.microsoft.com/office/drawing/2014/main" id="{30187E05-10CE-85D9-BC27-C9B47ED9CD18}"/>
              </a:ext>
            </a:extLst>
          </p:cNvPr>
          <p:cNvSpPr/>
          <p:nvPr/>
        </p:nvSpPr>
        <p:spPr>
          <a:xfrm>
            <a:off x="1998967" y="3208475"/>
            <a:ext cx="240632" cy="250282"/>
          </a:xfrm>
          <a:prstGeom prst="rect">
            <a:avLst/>
          </a:prstGeom>
          <a:no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MY"/>
          </a:p>
        </p:txBody>
      </p:sp>
      <p:cxnSp>
        <p:nvCxnSpPr>
          <p:cNvPr id="41" name="Connector: Elbow 40">
            <a:extLst>
              <a:ext uri="{FF2B5EF4-FFF2-40B4-BE49-F238E27FC236}">
                <a16:creationId xmlns:a16="http://schemas.microsoft.com/office/drawing/2014/main" id="{AC7C6A5D-2D00-702C-3D8A-0FB52B1AA8E6}"/>
              </a:ext>
            </a:extLst>
          </p:cNvPr>
          <p:cNvCxnSpPr>
            <a:cxnSpLocks/>
          </p:cNvCxnSpPr>
          <p:nvPr/>
        </p:nvCxnSpPr>
        <p:spPr>
          <a:xfrm rot="16200000" flipH="1">
            <a:off x="1005062" y="2223369"/>
            <a:ext cx="972000" cy="1055434"/>
          </a:xfrm>
          <a:prstGeom prst="bentConnector2">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4" name="Text Placeholder 2">
            <a:extLst>
              <a:ext uri="{FF2B5EF4-FFF2-40B4-BE49-F238E27FC236}">
                <a16:creationId xmlns:a16="http://schemas.microsoft.com/office/drawing/2014/main" id="{939B917C-245F-0032-502B-BA105CE16617}"/>
              </a:ext>
            </a:extLst>
          </p:cNvPr>
          <p:cNvSpPr txBox="1">
            <a:spLocks/>
          </p:cNvSpPr>
          <p:nvPr/>
        </p:nvSpPr>
        <p:spPr>
          <a:xfrm>
            <a:off x="433754" y="1575949"/>
            <a:ext cx="10234613" cy="626838"/>
          </a:xfrm>
          <a:prstGeom prst="rect">
            <a:avLst/>
          </a:prstGeom>
        </p:spPr>
        <p:txBody>
          <a:bodyPr vert="horz" lIns="0" tIns="0" rIns="0" bIns="0" rtlCol="0">
            <a:spAutoFit/>
          </a:bodyPr>
          <a:lstStyle>
            <a:lvl1pPr marL="0" indent="0" algn="l" defTabSz="914400" rtl="0" eaLnBrk="1" latinLnBrk="0" hangingPunct="1">
              <a:lnSpc>
                <a:spcPct val="90000"/>
              </a:lnSpc>
              <a:spcBef>
                <a:spcPts val="0"/>
              </a:spcBef>
              <a:spcAft>
                <a:spcPts val="1000"/>
              </a:spcAft>
              <a:buClr>
                <a:schemeClr val="tx2"/>
              </a:buClr>
              <a:buFont typeface="Arial" panose="020B0604020202020204" pitchFamily="34" charset="0"/>
              <a:buNone/>
              <a:defRPr sz="2000" b="1" kern="1200">
                <a:solidFill>
                  <a:schemeClr val="tx2"/>
                </a:solidFill>
                <a:latin typeface="+mn-lt"/>
                <a:ea typeface="+mn-ea"/>
                <a:cs typeface="+mn-cs"/>
              </a:defRPr>
            </a:lvl1pPr>
            <a:lvl2pPr marL="180000" indent="-180000" algn="l" defTabSz="914400" rtl="0" eaLnBrk="1" latinLnBrk="0" hangingPunct="1">
              <a:lnSpc>
                <a:spcPct val="90000"/>
              </a:lnSpc>
              <a:spcBef>
                <a:spcPts val="0"/>
              </a:spcBef>
              <a:spcAft>
                <a:spcPts val="1000"/>
              </a:spcAft>
              <a:buClr>
                <a:schemeClr val="tx2"/>
              </a:buClr>
              <a:buFont typeface="Arial" panose="020B0604020202020204" pitchFamily="34" charset="0"/>
              <a:buChar char="•"/>
              <a:defRPr sz="2000" kern="1200">
                <a:solidFill>
                  <a:schemeClr val="tx1"/>
                </a:solidFill>
                <a:latin typeface="+mn-lt"/>
                <a:ea typeface="+mn-ea"/>
                <a:cs typeface="+mn-cs"/>
              </a:defRPr>
            </a:lvl2pPr>
            <a:lvl3pPr marL="360000" indent="-180000" algn="l" defTabSz="914400" rtl="0" eaLnBrk="1" latinLnBrk="0" hangingPunct="1">
              <a:lnSpc>
                <a:spcPct val="90000"/>
              </a:lnSpc>
              <a:spcBef>
                <a:spcPts val="0"/>
              </a:spcBef>
              <a:spcAft>
                <a:spcPts val="1000"/>
              </a:spcAft>
              <a:buClr>
                <a:schemeClr val="tx1"/>
              </a:buClr>
              <a:buFont typeface="Arial" panose="020B0604020202020204" pitchFamily="34" charset="0"/>
              <a:buChar char="•"/>
              <a:defRPr sz="2000" kern="1200">
                <a:solidFill>
                  <a:schemeClr val="tx1"/>
                </a:solidFill>
                <a:latin typeface="+mn-lt"/>
                <a:ea typeface="+mn-ea"/>
                <a:cs typeface="+mn-cs"/>
              </a:defRPr>
            </a:lvl3pPr>
            <a:lvl4pPr marL="540000" indent="-180000" algn="l" defTabSz="914400" rtl="0" eaLnBrk="1" latinLnBrk="0" hangingPunct="1">
              <a:lnSpc>
                <a:spcPct val="90000"/>
              </a:lnSpc>
              <a:spcBef>
                <a:spcPts val="0"/>
              </a:spcBef>
              <a:spcAft>
                <a:spcPts val="750"/>
              </a:spcAft>
              <a:buClr>
                <a:schemeClr val="tx2"/>
              </a:buClr>
              <a:buFont typeface="System Font Regular"/>
              <a:buChar char="-"/>
              <a:defRPr sz="1800" kern="1200">
                <a:solidFill>
                  <a:schemeClr val="tx1"/>
                </a:solidFill>
                <a:latin typeface="+mn-lt"/>
                <a:ea typeface="+mn-ea"/>
                <a:cs typeface="+mn-cs"/>
              </a:defRPr>
            </a:lvl4pPr>
            <a:lvl5pPr marL="720000" indent="-180000" algn="l" defTabSz="914400" rtl="0" eaLnBrk="1" latinLnBrk="0" hangingPunct="1">
              <a:lnSpc>
                <a:spcPct val="90000"/>
              </a:lnSpc>
              <a:spcBef>
                <a:spcPts val="0"/>
              </a:spcBef>
              <a:spcAft>
                <a:spcPts val="500"/>
              </a:spcAft>
              <a:buClr>
                <a:schemeClr val="tx1"/>
              </a:buClr>
              <a:buFont typeface="System Font Regular"/>
              <a:buChar char="-"/>
              <a:defRPr sz="1600" kern="1200">
                <a:solidFill>
                  <a:schemeClr val="tx1"/>
                </a:solidFill>
                <a:latin typeface="+mn-lt"/>
                <a:ea typeface="+mn-ea"/>
                <a:cs typeface="+mn-cs"/>
              </a:defRPr>
            </a:lvl5pPr>
            <a:lvl6pPr marL="540000" indent="0" algn="l" defTabSz="914400" rtl="0" eaLnBrk="1" latinLnBrk="0" hangingPunct="1">
              <a:lnSpc>
                <a:spcPct val="90000"/>
              </a:lnSpc>
              <a:spcBef>
                <a:spcPts val="0"/>
              </a:spcBef>
              <a:spcAft>
                <a:spcPts val="500"/>
              </a:spcAft>
              <a:buClr>
                <a:schemeClr val="tx1"/>
              </a:buClr>
              <a:buFont typeface="System Font Regular"/>
              <a:buNone/>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b="0">
                <a:solidFill>
                  <a:srgbClr val="111111"/>
                </a:solidFill>
                <a:latin typeface="+mj-lt"/>
              </a:rPr>
              <a:t>The project life cycle typically consists of several </a:t>
            </a:r>
            <a:r>
              <a:rPr lang="en-GB" sz="1200">
                <a:solidFill>
                  <a:schemeClr val="accent3"/>
                </a:solidFill>
                <a:latin typeface="+mj-lt"/>
              </a:rPr>
              <a:t>stages</a:t>
            </a:r>
            <a:r>
              <a:rPr lang="en-GB" sz="1200" b="0">
                <a:solidFill>
                  <a:srgbClr val="111111"/>
                </a:solidFill>
                <a:latin typeface="+mj-lt"/>
              </a:rPr>
              <a:t> that a project goes through from initiation to completion.</a:t>
            </a:r>
          </a:p>
          <a:p>
            <a:r>
              <a:rPr lang="en-GB" sz="1200" b="0">
                <a:solidFill>
                  <a:srgbClr val="111111"/>
                </a:solidFill>
                <a:latin typeface="+mj-lt"/>
              </a:rPr>
              <a:t>The PROMAR Project Life Cycle includes five main stages: </a:t>
            </a:r>
            <a:r>
              <a:rPr lang="en-GB" sz="1200">
                <a:solidFill>
                  <a:schemeClr val="accent4"/>
                </a:solidFill>
                <a:latin typeface="+mj-lt"/>
              </a:rPr>
              <a:t>Initiate</a:t>
            </a:r>
            <a:r>
              <a:rPr lang="en-GB" sz="1200" b="0">
                <a:solidFill>
                  <a:schemeClr val="accent4"/>
                </a:solidFill>
                <a:latin typeface="+mj-lt"/>
              </a:rPr>
              <a:t>, </a:t>
            </a:r>
            <a:r>
              <a:rPr lang="en-GB" sz="1200">
                <a:solidFill>
                  <a:schemeClr val="accent4"/>
                </a:solidFill>
                <a:latin typeface="+mj-lt"/>
              </a:rPr>
              <a:t>Explore</a:t>
            </a:r>
            <a:r>
              <a:rPr lang="en-GB" sz="1200" b="0">
                <a:solidFill>
                  <a:schemeClr val="accent4"/>
                </a:solidFill>
                <a:latin typeface="+mj-lt"/>
              </a:rPr>
              <a:t>, </a:t>
            </a:r>
            <a:r>
              <a:rPr lang="en-GB" sz="1200">
                <a:solidFill>
                  <a:schemeClr val="accent4"/>
                </a:solidFill>
                <a:latin typeface="+mj-lt"/>
              </a:rPr>
              <a:t>Execute</a:t>
            </a:r>
            <a:r>
              <a:rPr lang="en-GB" sz="1200" b="0">
                <a:solidFill>
                  <a:schemeClr val="accent4"/>
                </a:solidFill>
                <a:latin typeface="+mj-lt"/>
              </a:rPr>
              <a:t>, </a:t>
            </a:r>
            <a:r>
              <a:rPr lang="en-GB" sz="1200">
                <a:solidFill>
                  <a:schemeClr val="accent4"/>
                </a:solidFill>
                <a:latin typeface="+mj-lt"/>
              </a:rPr>
              <a:t>Deploy</a:t>
            </a:r>
            <a:r>
              <a:rPr lang="en-GB" sz="1200" b="0">
                <a:solidFill>
                  <a:srgbClr val="111111"/>
                </a:solidFill>
                <a:latin typeface="+mj-lt"/>
              </a:rPr>
              <a:t>, and </a:t>
            </a:r>
            <a:r>
              <a:rPr lang="en-GB" sz="1200">
                <a:solidFill>
                  <a:schemeClr val="accent4"/>
                </a:solidFill>
                <a:latin typeface="+mj-lt"/>
              </a:rPr>
              <a:t>Close</a:t>
            </a:r>
            <a:r>
              <a:rPr lang="en-GB" sz="1200" b="0">
                <a:solidFill>
                  <a:srgbClr val="111111"/>
                </a:solidFill>
                <a:latin typeface="+mj-lt"/>
              </a:rPr>
              <a:t>, with an overarching process of </a:t>
            </a:r>
            <a:r>
              <a:rPr lang="en-GB" sz="1200">
                <a:solidFill>
                  <a:schemeClr val="accent4"/>
                </a:solidFill>
                <a:latin typeface="+mj-lt"/>
              </a:rPr>
              <a:t>Monitor &amp; Control</a:t>
            </a:r>
            <a:r>
              <a:rPr lang="en-GB" sz="1200" b="0">
                <a:solidFill>
                  <a:schemeClr val="accent4"/>
                </a:solidFill>
                <a:latin typeface="+mj-lt"/>
              </a:rPr>
              <a:t> </a:t>
            </a:r>
            <a:r>
              <a:rPr lang="en-GB" sz="1200" b="0">
                <a:solidFill>
                  <a:srgbClr val="111111"/>
                </a:solidFill>
                <a:latin typeface="+mj-lt"/>
              </a:rPr>
              <a:t>that spans the entire project duration. </a:t>
            </a:r>
          </a:p>
        </p:txBody>
      </p:sp>
      <p:sp>
        <p:nvSpPr>
          <p:cNvPr id="22" name="Rectangle: Rounded Corners 21">
            <a:extLst>
              <a:ext uri="{FF2B5EF4-FFF2-40B4-BE49-F238E27FC236}">
                <a16:creationId xmlns:a16="http://schemas.microsoft.com/office/drawing/2014/main" id="{8AA9999C-D90A-2DEE-3175-E256AE02ADA6}"/>
              </a:ext>
            </a:extLst>
          </p:cNvPr>
          <p:cNvSpPr/>
          <p:nvPr/>
        </p:nvSpPr>
        <p:spPr>
          <a:xfrm>
            <a:off x="433388" y="3056759"/>
            <a:ext cx="1059917" cy="360654"/>
          </a:xfrm>
          <a:prstGeom prst="roundRect">
            <a:avLst>
              <a:gd name="adj" fmla="val 5000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Stages</a:t>
            </a:r>
            <a:endParaRPr lang="en-MY" sz="1400" b="1">
              <a:solidFill>
                <a:schemeClr val="tx1"/>
              </a:solidFill>
            </a:endParaRPr>
          </a:p>
        </p:txBody>
      </p:sp>
      <p:cxnSp>
        <p:nvCxnSpPr>
          <p:cNvPr id="55" name="Connector: Elbow 54">
            <a:extLst>
              <a:ext uri="{FF2B5EF4-FFF2-40B4-BE49-F238E27FC236}">
                <a16:creationId xmlns:a16="http://schemas.microsoft.com/office/drawing/2014/main" id="{D4BD179E-1B64-D489-3935-331E76A0D7E3}"/>
              </a:ext>
            </a:extLst>
          </p:cNvPr>
          <p:cNvCxnSpPr>
            <a:cxnSpLocks/>
          </p:cNvCxnSpPr>
          <p:nvPr/>
        </p:nvCxnSpPr>
        <p:spPr>
          <a:xfrm rot="5400000" flipH="1" flipV="1">
            <a:off x="1167063" y="3647863"/>
            <a:ext cx="648000" cy="1055434"/>
          </a:xfrm>
          <a:prstGeom prst="bentConnector2">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3" name="Rectangle: Rounded Corners 22">
            <a:extLst>
              <a:ext uri="{FF2B5EF4-FFF2-40B4-BE49-F238E27FC236}">
                <a16:creationId xmlns:a16="http://schemas.microsoft.com/office/drawing/2014/main" id="{C2971C33-72AC-A177-2FE4-34F41F16B8E1}"/>
              </a:ext>
            </a:extLst>
          </p:cNvPr>
          <p:cNvSpPr/>
          <p:nvPr/>
        </p:nvSpPr>
        <p:spPr>
          <a:xfrm>
            <a:off x="433388" y="3668321"/>
            <a:ext cx="1059917" cy="360654"/>
          </a:xfrm>
          <a:prstGeom prst="roundRect">
            <a:avLst>
              <a:gd name="adj" fmla="val 5000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Phases</a:t>
            </a:r>
            <a:endParaRPr lang="en-MY" sz="1400" b="1">
              <a:solidFill>
                <a:schemeClr val="tx1"/>
              </a:solidFill>
            </a:endParaRPr>
          </a:p>
        </p:txBody>
      </p:sp>
    </p:spTree>
    <p:extLst>
      <p:ext uri="{BB962C8B-B14F-4D97-AF65-F5344CB8AC3E}">
        <p14:creationId xmlns:p14="http://schemas.microsoft.com/office/powerpoint/2010/main" val="951181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7E099-BFD5-9CE7-FA91-69F6567FCEE1}"/>
              </a:ext>
            </a:extLst>
          </p:cNvPr>
          <p:cNvSpPr>
            <a:spLocks noGrp="1"/>
          </p:cNvSpPr>
          <p:nvPr>
            <p:ph type="ctrTitle"/>
          </p:nvPr>
        </p:nvSpPr>
        <p:spPr>
          <a:xfrm>
            <a:off x="433754" y="360610"/>
            <a:ext cx="10234246" cy="834010"/>
          </a:xfrm>
        </p:spPr>
        <p:txBody>
          <a:bodyPr/>
          <a:lstStyle/>
          <a:p>
            <a:r>
              <a:rPr lang="en-US" dirty="0"/>
              <a:t>Why using Quality Gates?</a:t>
            </a:r>
          </a:p>
        </p:txBody>
      </p:sp>
      <p:grpSp>
        <p:nvGrpSpPr>
          <p:cNvPr id="3" name="Group 2">
            <a:extLst>
              <a:ext uri="{FF2B5EF4-FFF2-40B4-BE49-F238E27FC236}">
                <a16:creationId xmlns:a16="http://schemas.microsoft.com/office/drawing/2014/main" id="{1C6E0718-0821-E575-CAFD-78519FDCB945}"/>
              </a:ext>
            </a:extLst>
          </p:cNvPr>
          <p:cNvGrpSpPr/>
          <p:nvPr/>
        </p:nvGrpSpPr>
        <p:grpSpPr>
          <a:xfrm>
            <a:off x="10667997" y="-3"/>
            <a:ext cx="1143475" cy="828677"/>
            <a:chOff x="10667997" y="-3"/>
            <a:chExt cx="1143475" cy="828677"/>
          </a:xfrm>
        </p:grpSpPr>
        <p:sp>
          <p:nvSpPr>
            <p:cNvPr id="4" name="Round Same-side Corner of Rectangle 3">
              <a:extLst>
                <a:ext uri="{FF2B5EF4-FFF2-40B4-BE49-F238E27FC236}">
                  <a16:creationId xmlns:a16="http://schemas.microsoft.com/office/drawing/2014/main" id="{20B7FE2F-61D5-AA7D-F259-31920316CF6C}"/>
                </a:ext>
              </a:extLst>
            </p:cNvPr>
            <p:cNvSpPr/>
            <p:nvPr/>
          </p:nvSpPr>
          <p:spPr>
            <a:xfrm rot="10800000">
              <a:off x="10667997" y="-3"/>
              <a:ext cx="1143475" cy="828677"/>
            </a:xfrm>
            <a:prstGeom prst="round2SameRect">
              <a:avLst/>
            </a:prstGeom>
            <a:solidFill>
              <a:schemeClr val="bg1"/>
            </a:solidFill>
            <a:ln>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5" name="Picture 4">
              <a:extLst>
                <a:ext uri="{FF2B5EF4-FFF2-40B4-BE49-F238E27FC236}">
                  <a16:creationId xmlns:a16="http://schemas.microsoft.com/office/drawing/2014/main" id="{C1313E12-F427-869C-AEBA-0FF3D69CF4C6}"/>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0957794" y="135851"/>
              <a:ext cx="563880" cy="563880"/>
            </a:xfrm>
            <a:prstGeom prst="rect">
              <a:avLst/>
            </a:prstGeom>
          </p:spPr>
        </p:pic>
      </p:grpSp>
      <p:graphicFrame>
        <p:nvGraphicFramePr>
          <p:cNvPr id="12" name="Table 11">
            <a:extLst>
              <a:ext uri="{FF2B5EF4-FFF2-40B4-BE49-F238E27FC236}">
                <a16:creationId xmlns:a16="http://schemas.microsoft.com/office/drawing/2014/main" id="{0055C4A4-CC59-230E-ED5E-977CB521BC30}"/>
              </a:ext>
            </a:extLst>
          </p:cNvPr>
          <p:cNvGraphicFramePr>
            <a:graphicFrameLocks noGrp="1"/>
          </p:cNvGraphicFramePr>
          <p:nvPr>
            <p:extLst>
              <p:ext uri="{D42A27DB-BD31-4B8C-83A1-F6EECF244321}">
                <p14:modId xmlns:p14="http://schemas.microsoft.com/office/powerpoint/2010/main" val="2475765219"/>
              </p:ext>
            </p:extLst>
          </p:nvPr>
        </p:nvGraphicFramePr>
        <p:xfrm>
          <a:off x="433388" y="1622070"/>
          <a:ext cx="9156926" cy="3469746"/>
        </p:xfrm>
        <a:graphic>
          <a:graphicData uri="http://schemas.openxmlformats.org/drawingml/2006/table">
            <a:tbl>
              <a:tblPr firstRow="1" bandRow="1">
                <a:tableStyleId>{5C22544A-7EE6-4342-B048-85BDC9FD1C3A}</a:tableStyleId>
              </a:tblPr>
              <a:tblGrid>
                <a:gridCol w="2296939">
                  <a:extLst>
                    <a:ext uri="{9D8B030D-6E8A-4147-A177-3AD203B41FA5}">
                      <a16:colId xmlns:a16="http://schemas.microsoft.com/office/drawing/2014/main" val="3815804730"/>
                    </a:ext>
                  </a:extLst>
                </a:gridCol>
                <a:gridCol w="6859987">
                  <a:extLst>
                    <a:ext uri="{9D8B030D-6E8A-4147-A177-3AD203B41FA5}">
                      <a16:colId xmlns:a16="http://schemas.microsoft.com/office/drawing/2014/main" val="107008379"/>
                    </a:ext>
                  </a:extLst>
                </a:gridCol>
              </a:tblGrid>
              <a:tr h="851782">
                <a:tc>
                  <a:txBody>
                    <a:bodyPr/>
                    <a:lstStyle/>
                    <a:p>
                      <a:pPr fontAlgn="t"/>
                      <a:r>
                        <a:rPr lang="en-MY" sz="1800" b="1" dirty="0">
                          <a:solidFill>
                            <a:schemeClr val="accent4"/>
                          </a:solidFill>
                        </a:rPr>
                        <a:t>Clarity and Focus</a:t>
                      </a:r>
                      <a:endParaRPr lang="en-BE" sz="1800" b="1" dirty="0">
                        <a:solidFill>
                          <a:schemeClr val="accent4"/>
                        </a:solidFill>
                      </a:endParaRPr>
                    </a:p>
                    <a:p>
                      <a:endParaRPr lang="en-US" sz="1800" b="1" dirty="0">
                        <a:solidFill>
                          <a:schemeClr val="accent4"/>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z="1800" b="0" i="0" kern="1200" dirty="0">
                          <a:solidFill>
                            <a:schemeClr val="tx1"/>
                          </a:solidFill>
                          <a:effectLst/>
                          <a:latin typeface="+mn-lt"/>
                          <a:ea typeface="+mn-ea"/>
                          <a:cs typeface="+mn-cs"/>
                        </a:rPr>
                        <a:t>Everyone understands what success looks like from the start, helping the team stay aligned and focused.</a:t>
                      </a:r>
                      <a:endParaRPr lang="en-US" sz="1800"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49794006"/>
                  </a:ext>
                </a:extLst>
              </a:tr>
              <a:tr h="851782">
                <a:tc>
                  <a:txBody>
                    <a:bodyPr/>
                    <a:lstStyle/>
                    <a:p>
                      <a:pPr fontAlgn="t"/>
                      <a:r>
                        <a:rPr lang="en-MY" sz="1800" b="1" dirty="0">
                          <a:solidFill>
                            <a:schemeClr val="accent4"/>
                          </a:solidFill>
                        </a:rPr>
                        <a:t>Progress Tracking</a:t>
                      </a:r>
                      <a:endParaRPr lang="en-BE" sz="1800" b="1" dirty="0">
                        <a:solidFill>
                          <a:schemeClr val="accent4"/>
                        </a:solidFill>
                      </a:endParaRPr>
                    </a:p>
                    <a:p>
                      <a:endParaRPr lang="en-US" sz="1800" b="1" dirty="0">
                        <a:solidFill>
                          <a:schemeClr val="accent4"/>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sz="1800" b="0" i="0" kern="1200" dirty="0">
                          <a:solidFill>
                            <a:schemeClr val="tx1"/>
                          </a:solidFill>
                          <a:effectLst/>
                          <a:latin typeface="+mn-lt"/>
                          <a:ea typeface="+mn-ea"/>
                          <a:cs typeface="+mn-cs"/>
                        </a:rPr>
                        <a:t>Criteria are used in steering committees to monitor progress, timelines, and detect issues early.</a:t>
                      </a:r>
                      <a:endParaRPr lang="en-US" sz="18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12006811"/>
                  </a:ext>
                </a:extLst>
              </a:tr>
              <a:tr h="851782">
                <a:tc>
                  <a:txBody>
                    <a:bodyPr/>
                    <a:lstStyle/>
                    <a:p>
                      <a:pPr fontAlgn="t"/>
                      <a:r>
                        <a:rPr lang="en-MY" sz="1800" b="1" dirty="0">
                          <a:solidFill>
                            <a:schemeClr val="accent4"/>
                          </a:solidFill>
                        </a:rPr>
                        <a:t>Formal Closure</a:t>
                      </a:r>
                      <a:endParaRPr lang="en-BE" sz="1800" b="1" dirty="0">
                        <a:solidFill>
                          <a:schemeClr val="accent4"/>
                        </a:solidFill>
                      </a:endParaRPr>
                    </a:p>
                    <a:p>
                      <a:endParaRPr lang="en-US" sz="1800" b="1" dirty="0">
                        <a:solidFill>
                          <a:schemeClr val="accent4"/>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800" b="0" i="0" kern="1200" dirty="0">
                          <a:solidFill>
                            <a:schemeClr val="dk1"/>
                          </a:solidFill>
                          <a:effectLst/>
                          <a:latin typeface="+mn-lt"/>
                          <a:ea typeface="+mn-ea"/>
                          <a:cs typeface="+mn-cs"/>
                        </a:rPr>
                        <a:t>At the end of the phase, the same criteria confirm whether all conditions are met for official closure.</a:t>
                      </a:r>
                      <a:endParaRPr lang="en-US" sz="1800" dirty="0">
                        <a:solidFill>
                          <a:schemeClr val="tx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69894886"/>
                  </a:ext>
                </a:extLst>
              </a:tr>
              <a:tr h="8517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MY" sz="1800" b="1" dirty="0">
                          <a:solidFill>
                            <a:schemeClr val="accent4"/>
                          </a:solidFill>
                        </a:rPr>
                        <a:t>Billing Milestones</a:t>
                      </a:r>
                      <a:endParaRPr lang="en-BE" sz="1800" b="1" dirty="0">
                        <a:solidFill>
                          <a:schemeClr val="accent4"/>
                        </a:solidFill>
                      </a:endParaRPr>
                    </a:p>
                    <a:p>
                      <a:endParaRPr lang="en-US" sz="1800" b="1" dirty="0">
                        <a:solidFill>
                          <a:schemeClr val="accent4"/>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800" b="0" i="0" kern="1200" dirty="0">
                          <a:solidFill>
                            <a:schemeClr val="dk1"/>
                          </a:solidFill>
                          <a:effectLst/>
                          <a:latin typeface="+mn-lt"/>
                          <a:ea typeface="+mn-ea"/>
                          <a:cs typeface="+mn-cs"/>
                        </a:rPr>
                        <a:t>In fixed-price projects, meeting these criteria often triggers invoicing, making them both a quality and financial checkpoint.</a:t>
                      </a:r>
                      <a:endParaRPr lang="en-US" sz="1800" dirty="0">
                        <a:solidFill>
                          <a:schemeClr val="tx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52175020"/>
                  </a:ext>
                </a:extLst>
              </a:tr>
            </a:tbl>
          </a:graphicData>
        </a:graphic>
      </p:graphicFrame>
    </p:spTree>
    <p:extLst>
      <p:ext uri="{BB962C8B-B14F-4D97-AF65-F5344CB8AC3E}">
        <p14:creationId xmlns:p14="http://schemas.microsoft.com/office/powerpoint/2010/main" val="900443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DFA6AA2-D019-3D26-511E-A26473EA693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78BC80A-7EB0-FC0F-C1F3-A1BEBEB755D5}"/>
              </a:ext>
            </a:extLst>
          </p:cNvPr>
          <p:cNvSpPr>
            <a:spLocks noGrp="1"/>
          </p:cNvSpPr>
          <p:nvPr>
            <p:ph type="ctrTitle"/>
          </p:nvPr>
        </p:nvSpPr>
        <p:spPr/>
        <p:txBody>
          <a:bodyPr/>
          <a:lstStyle/>
          <a:p>
            <a:r>
              <a:rPr lang="nl-BE"/>
              <a:t>project phases</a:t>
            </a:r>
            <a:endParaRPr lang="en-US"/>
          </a:p>
        </p:txBody>
      </p:sp>
      <p:grpSp>
        <p:nvGrpSpPr>
          <p:cNvPr id="502" name="Group 501">
            <a:extLst>
              <a:ext uri="{FF2B5EF4-FFF2-40B4-BE49-F238E27FC236}">
                <a16:creationId xmlns:a16="http://schemas.microsoft.com/office/drawing/2014/main" id="{F5F1E3DB-EBC9-A3CE-817F-800F77855B55}"/>
              </a:ext>
            </a:extLst>
          </p:cNvPr>
          <p:cNvGrpSpPr/>
          <p:nvPr/>
        </p:nvGrpSpPr>
        <p:grpSpPr>
          <a:xfrm>
            <a:off x="2381250" y="1886722"/>
            <a:ext cx="9691302" cy="361520"/>
            <a:chOff x="1752680" y="1406433"/>
            <a:chExt cx="10319872" cy="361520"/>
          </a:xfrm>
        </p:grpSpPr>
        <p:cxnSp>
          <p:nvCxnSpPr>
            <p:cNvPr id="503" name="Straight Arrow Connector 502">
              <a:extLst>
                <a:ext uri="{FF2B5EF4-FFF2-40B4-BE49-F238E27FC236}">
                  <a16:creationId xmlns:a16="http://schemas.microsoft.com/office/drawing/2014/main" id="{C369EA5F-D539-9D3B-CE6F-C67E0233FAA2}"/>
                </a:ext>
              </a:extLst>
            </p:cNvPr>
            <p:cNvCxnSpPr>
              <a:cxnSpLocks/>
            </p:cNvCxnSpPr>
            <p:nvPr/>
          </p:nvCxnSpPr>
          <p:spPr>
            <a:xfrm>
              <a:off x="1752680" y="1602550"/>
              <a:ext cx="10319872" cy="0"/>
            </a:xfrm>
            <a:prstGeom prst="straightConnector1">
              <a:avLst/>
            </a:prstGeom>
            <a:ln w="19050">
              <a:solidFill>
                <a:schemeClr val="tx1"/>
              </a:solidFill>
              <a:headEnd type="diamond" w="lg" len="lg"/>
              <a:tailEnd type="triangle" w="lg" len="lg"/>
            </a:ln>
          </p:spPr>
          <p:style>
            <a:lnRef idx="1">
              <a:schemeClr val="accent1"/>
            </a:lnRef>
            <a:fillRef idx="0">
              <a:schemeClr val="accent1"/>
            </a:fillRef>
            <a:effectRef idx="0">
              <a:schemeClr val="accent1"/>
            </a:effectRef>
            <a:fontRef idx="minor">
              <a:schemeClr val="tx1"/>
            </a:fontRef>
          </p:style>
        </p:cxnSp>
        <p:sp>
          <p:nvSpPr>
            <p:cNvPr id="504" name="Arrow: Pentagon 115">
              <a:extLst>
                <a:ext uri="{FF2B5EF4-FFF2-40B4-BE49-F238E27FC236}">
                  <a16:creationId xmlns:a16="http://schemas.microsoft.com/office/drawing/2014/main" id="{9132A514-BA76-CDA7-19F8-1BC63D69C601}"/>
                </a:ext>
              </a:extLst>
            </p:cNvPr>
            <p:cNvSpPr/>
            <p:nvPr/>
          </p:nvSpPr>
          <p:spPr>
            <a:xfrm>
              <a:off x="6050080" y="1406433"/>
              <a:ext cx="1725072" cy="361520"/>
            </a:xfrm>
            <a:prstGeom prst="homePlate">
              <a:avLst>
                <a:gd name="adj" fmla="val 0"/>
              </a:avLst>
            </a:prstGeom>
            <a:solidFill>
              <a:schemeClr val="bg1"/>
            </a:solidFill>
            <a:ln w="19050">
              <a:no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C3C3C"/>
                  </a:solidFill>
                  <a:effectLst/>
                  <a:uLnTx/>
                  <a:uFillTx/>
                  <a:latin typeface="Century Gothic" panose="020F0302020204030204"/>
                  <a:ea typeface="+mn-ea"/>
                  <a:cs typeface="+mn-cs"/>
                </a:rPr>
                <a:t>Monitor and Control</a:t>
              </a:r>
            </a:p>
          </p:txBody>
        </p:sp>
      </p:grpSp>
      <p:grpSp>
        <p:nvGrpSpPr>
          <p:cNvPr id="9" name="Group 8">
            <a:extLst>
              <a:ext uri="{FF2B5EF4-FFF2-40B4-BE49-F238E27FC236}">
                <a16:creationId xmlns:a16="http://schemas.microsoft.com/office/drawing/2014/main" id="{D82AF26B-DA0D-1064-E334-62FDE383A2EE}"/>
              </a:ext>
            </a:extLst>
          </p:cNvPr>
          <p:cNvGrpSpPr/>
          <p:nvPr/>
        </p:nvGrpSpPr>
        <p:grpSpPr>
          <a:xfrm>
            <a:off x="2419454" y="2241576"/>
            <a:ext cx="4304138" cy="3895329"/>
            <a:chOff x="2419454" y="2241576"/>
            <a:chExt cx="4304138" cy="3895329"/>
          </a:xfrm>
        </p:grpSpPr>
        <p:cxnSp>
          <p:nvCxnSpPr>
            <p:cNvPr id="364" name="Straight Connector 363">
              <a:extLst>
                <a:ext uri="{FF2B5EF4-FFF2-40B4-BE49-F238E27FC236}">
                  <a16:creationId xmlns:a16="http://schemas.microsoft.com/office/drawing/2014/main" id="{DA399286-A4EE-0B9C-1181-913D560D9687}"/>
                </a:ext>
              </a:extLst>
            </p:cNvPr>
            <p:cNvCxnSpPr>
              <a:cxnSpLocks/>
            </p:cNvCxnSpPr>
            <p:nvPr/>
          </p:nvCxnSpPr>
          <p:spPr>
            <a:xfrm>
              <a:off x="2419454" y="3643541"/>
              <a:ext cx="0" cy="2484000"/>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cxnSp>
          <p:nvCxnSpPr>
            <p:cNvPr id="365" name="Straight Connector 364">
              <a:extLst>
                <a:ext uri="{FF2B5EF4-FFF2-40B4-BE49-F238E27FC236}">
                  <a16:creationId xmlns:a16="http://schemas.microsoft.com/office/drawing/2014/main" id="{85443C49-DFE2-E201-34B5-47C87DB48189}"/>
                </a:ext>
              </a:extLst>
            </p:cNvPr>
            <p:cNvCxnSpPr>
              <a:cxnSpLocks/>
            </p:cNvCxnSpPr>
            <p:nvPr/>
          </p:nvCxnSpPr>
          <p:spPr>
            <a:xfrm>
              <a:off x="3562381" y="3643541"/>
              <a:ext cx="0" cy="1246682"/>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sp>
          <p:nvSpPr>
            <p:cNvPr id="366" name="TextBox 365">
              <a:extLst>
                <a:ext uri="{FF2B5EF4-FFF2-40B4-BE49-F238E27FC236}">
                  <a16:creationId xmlns:a16="http://schemas.microsoft.com/office/drawing/2014/main" id="{A0452934-5E40-3634-C161-08AEE0FEE00A}"/>
                </a:ext>
              </a:extLst>
            </p:cNvPr>
            <p:cNvSpPr txBox="1"/>
            <p:nvPr/>
          </p:nvSpPr>
          <p:spPr>
            <a:xfrm>
              <a:off x="2471529" y="4959660"/>
              <a:ext cx="3388939" cy="1177245"/>
            </a:xfrm>
            <a:prstGeom prst="rect">
              <a:avLst/>
            </a:prstGeom>
            <a:solidFill>
              <a:srgbClr val="FFFFFF"/>
            </a:solidFill>
          </p:spPr>
          <p:txBody>
            <a:bodyPr wrap="square" lIns="0" tIns="0" rIns="0" bIns="0" rtlCol="0">
              <a:spAutoFit/>
            </a:bodyPr>
            <a:lstStyle/>
            <a:p>
              <a:pPr>
                <a:spcAft>
                  <a:spcPts val="300"/>
                </a:spcAft>
              </a:pPr>
              <a:r>
                <a:rPr lang="en-US" sz="1000" b="1" dirty="0">
                  <a:solidFill>
                    <a:schemeClr val="tx2"/>
                  </a:solidFill>
                </a:rPr>
                <a:t>Inception</a:t>
              </a:r>
            </a:p>
            <a:p>
              <a:r>
                <a:rPr lang="en-US" sz="800" b="1" dirty="0">
                  <a:solidFill>
                    <a:schemeClr val="tx2"/>
                  </a:solidFill>
                </a:rPr>
                <a:t>Customer Process Discovery (CPD)</a:t>
              </a:r>
            </a:p>
            <a:p>
              <a:r>
                <a:rPr lang="en-GB" sz="800" dirty="0"/>
                <a:t>Foster a mutual understanding between the customer and consultants about the details and value of the customer’s operational processes. Create a Business Process Master List (BPML)</a:t>
              </a:r>
              <a:r>
                <a:rPr lang="en-US" sz="800" b="1" dirty="0"/>
                <a:t>.</a:t>
              </a:r>
            </a:p>
            <a:p>
              <a:r>
                <a:rPr lang="en-US" sz="800" b="1" dirty="0">
                  <a:solidFill>
                    <a:schemeClr val="tx2"/>
                  </a:solidFill>
                </a:rPr>
                <a:t>Conceptual Design (CCD)</a:t>
              </a:r>
            </a:p>
            <a:p>
              <a:r>
                <a:rPr lang="en-US" sz="800" dirty="0"/>
                <a:t>Discuss and decide on core topics and issues that have a major impact on the course of the project, the scope of the blueprint and the final solution..</a:t>
              </a:r>
              <a:endParaRPr lang="nl-BE" sz="800" dirty="0"/>
            </a:p>
          </p:txBody>
        </p:sp>
        <p:sp>
          <p:nvSpPr>
            <p:cNvPr id="367" name="TextBox 366">
              <a:extLst>
                <a:ext uri="{FF2B5EF4-FFF2-40B4-BE49-F238E27FC236}">
                  <a16:creationId xmlns:a16="http://schemas.microsoft.com/office/drawing/2014/main" id="{903EC0F6-4E32-505F-E7F5-736DA9981BE6}"/>
                </a:ext>
              </a:extLst>
            </p:cNvPr>
            <p:cNvSpPr txBox="1"/>
            <p:nvPr/>
          </p:nvSpPr>
          <p:spPr>
            <a:xfrm>
              <a:off x="3605861" y="3712978"/>
              <a:ext cx="3117731" cy="1208023"/>
            </a:xfrm>
            <a:prstGeom prst="rect">
              <a:avLst/>
            </a:prstGeom>
            <a:solidFill>
              <a:srgbClr val="FFFFFF"/>
            </a:solidFill>
          </p:spPr>
          <p:txBody>
            <a:bodyPr wrap="square" lIns="0" tIns="0" rIns="0" bIns="0" rtlCol="0">
              <a:spAutoFit/>
            </a:bodyPr>
            <a:lstStyle/>
            <a:p>
              <a:pPr>
                <a:spcAft>
                  <a:spcPts val="300"/>
                </a:spcAft>
              </a:pPr>
              <a:r>
                <a:rPr lang="en-US" sz="1000" b="1" dirty="0">
                  <a:solidFill>
                    <a:schemeClr val="tx2"/>
                  </a:solidFill>
                </a:rPr>
                <a:t>Fit-to-Standard / Blueprint</a:t>
              </a:r>
            </a:p>
            <a:p>
              <a:r>
                <a:rPr lang="en-US" sz="800" b="1" dirty="0">
                  <a:solidFill>
                    <a:schemeClr val="tx2"/>
                  </a:solidFill>
                </a:rPr>
                <a:t>Fit-to-Standard (F2S) </a:t>
              </a:r>
            </a:p>
            <a:p>
              <a:r>
                <a:rPr lang="en-US" sz="800" dirty="0"/>
                <a:t>Perform a fit/gap analysis to validate the solution functionality included in the project scope and to confirm that the business requirements can be satisfied </a:t>
              </a:r>
              <a:r>
                <a:rPr lang="en-GB" sz="800" dirty="0">
                  <a:solidFill>
                    <a:schemeClr val="tx1"/>
                  </a:solidFill>
                </a:rPr>
                <a:t>by the standard solution.</a:t>
              </a:r>
              <a:endParaRPr lang="en-US" sz="800" dirty="0"/>
            </a:p>
            <a:p>
              <a:r>
                <a:rPr lang="en-US" sz="800" b="1" dirty="0">
                  <a:solidFill>
                    <a:schemeClr val="tx2"/>
                  </a:solidFill>
                </a:rPr>
                <a:t>Blueprint (BBP)</a:t>
              </a:r>
            </a:p>
            <a:p>
              <a:r>
                <a:rPr lang="en-US" sz="800" dirty="0"/>
                <a:t>Describe company's business processes and their requirements. Define the components to be implemented and developed and build an initial product backlog (WBS).</a:t>
              </a:r>
            </a:p>
          </p:txBody>
        </p:sp>
        <p:sp>
          <p:nvSpPr>
            <p:cNvPr id="490" name="Arrow: Chevron 284">
              <a:extLst>
                <a:ext uri="{FF2B5EF4-FFF2-40B4-BE49-F238E27FC236}">
                  <a16:creationId xmlns:a16="http://schemas.microsoft.com/office/drawing/2014/main" id="{1EFF5DE8-1385-4549-0E07-01BC3FD32C4E}"/>
                </a:ext>
              </a:extLst>
            </p:cNvPr>
            <p:cNvSpPr/>
            <p:nvPr/>
          </p:nvSpPr>
          <p:spPr>
            <a:xfrm>
              <a:off x="3208888" y="3197853"/>
              <a:ext cx="1634664"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432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999999">
                      <a:lumMod val="50000"/>
                    </a:srgbClr>
                  </a:solidFill>
                  <a:effectLst/>
                  <a:uLnTx/>
                  <a:uFillTx/>
                  <a:latin typeface="Century Gothic" panose="020F0302020204030204"/>
                  <a:ea typeface="+mn-ea"/>
                  <a:cs typeface="+mn-cs"/>
                </a:rPr>
                <a:t>F2S/BBP</a:t>
              </a:r>
            </a:p>
          </p:txBody>
        </p:sp>
        <p:sp>
          <p:nvSpPr>
            <p:cNvPr id="491" name="Arrow: Chevron 287">
              <a:extLst>
                <a:ext uri="{FF2B5EF4-FFF2-40B4-BE49-F238E27FC236}">
                  <a16:creationId xmlns:a16="http://schemas.microsoft.com/office/drawing/2014/main" id="{8EB6FC18-01E2-E460-9905-AFD176E8B33C}"/>
                </a:ext>
              </a:extLst>
            </p:cNvPr>
            <p:cNvSpPr/>
            <p:nvPr/>
          </p:nvSpPr>
          <p:spPr>
            <a:xfrm>
              <a:off x="2441619" y="3197853"/>
              <a:ext cx="1225818"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999999">
                      <a:lumMod val="50000"/>
                    </a:srgbClr>
                  </a:solidFill>
                  <a:effectLst/>
                  <a:uLnTx/>
                  <a:uFillTx/>
                  <a:latin typeface="Century Gothic" panose="020F0302020204030204"/>
                  <a:ea typeface="+mn-ea"/>
                  <a:cs typeface="+mn-cs"/>
                </a:rPr>
                <a:t>Inception</a:t>
              </a:r>
            </a:p>
          </p:txBody>
        </p:sp>
        <p:sp>
          <p:nvSpPr>
            <p:cNvPr id="498" name="Arrow: Chevron 278">
              <a:extLst>
                <a:ext uri="{FF2B5EF4-FFF2-40B4-BE49-F238E27FC236}">
                  <a16:creationId xmlns:a16="http://schemas.microsoft.com/office/drawing/2014/main" id="{3443B06A-4010-78D7-8FEB-244387B1AAFA}"/>
                </a:ext>
              </a:extLst>
            </p:cNvPr>
            <p:cNvSpPr/>
            <p:nvPr/>
          </p:nvSpPr>
          <p:spPr>
            <a:xfrm>
              <a:off x="2432465" y="2241576"/>
              <a:ext cx="2601223" cy="964154"/>
            </a:xfrm>
            <a:prstGeom prst="chevron">
              <a:avLst>
                <a:gd name="adj" fmla="val 29545"/>
              </a:avLst>
            </a:prstGeom>
            <a:gradFill>
              <a:gsLst>
                <a:gs pos="100000">
                  <a:schemeClr val="bg2"/>
                </a:gs>
                <a:gs pos="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Explore</a:t>
              </a:r>
            </a:p>
          </p:txBody>
        </p:sp>
        <p:grpSp>
          <p:nvGrpSpPr>
            <p:cNvPr id="501" name="Group 500">
              <a:extLst>
                <a:ext uri="{FF2B5EF4-FFF2-40B4-BE49-F238E27FC236}">
                  <a16:creationId xmlns:a16="http://schemas.microsoft.com/office/drawing/2014/main" id="{01BCFE4C-5369-8DB7-DD0F-F8FEC44BB965}"/>
                </a:ext>
              </a:extLst>
            </p:cNvPr>
            <p:cNvGrpSpPr/>
            <p:nvPr/>
          </p:nvGrpSpPr>
          <p:grpSpPr>
            <a:xfrm>
              <a:off x="3424308" y="2369261"/>
              <a:ext cx="471163" cy="471791"/>
              <a:chOff x="2800393" y="1942177"/>
              <a:chExt cx="471791" cy="471791"/>
            </a:xfrm>
          </p:grpSpPr>
          <p:sp>
            <p:nvSpPr>
              <p:cNvPr id="353" name="Oval 352">
                <a:extLst>
                  <a:ext uri="{FF2B5EF4-FFF2-40B4-BE49-F238E27FC236}">
                    <a16:creationId xmlns:a16="http://schemas.microsoft.com/office/drawing/2014/main" id="{FEAFD06E-D817-2DE0-9F6C-164767ECD11A}"/>
                  </a:ext>
                </a:extLst>
              </p:cNvPr>
              <p:cNvSpPr/>
              <p:nvPr/>
            </p:nvSpPr>
            <p:spPr>
              <a:xfrm>
                <a:off x="2800393"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354" name="Graphic 330">
                <a:extLst>
                  <a:ext uri="{FF2B5EF4-FFF2-40B4-BE49-F238E27FC236}">
                    <a16:creationId xmlns:a16="http://schemas.microsoft.com/office/drawing/2014/main" id="{9561040F-E93C-059D-9E80-4E56EF153BE1}"/>
                  </a:ext>
                </a:extLst>
              </p:cNvPr>
              <p:cNvGrpSpPr/>
              <p:nvPr/>
            </p:nvGrpSpPr>
            <p:grpSpPr>
              <a:xfrm>
                <a:off x="2905403" y="2047213"/>
                <a:ext cx="261773" cy="261748"/>
                <a:chOff x="2905403" y="2047213"/>
                <a:chExt cx="261773" cy="261748"/>
              </a:xfrm>
            </p:grpSpPr>
            <p:sp>
              <p:nvSpPr>
                <p:cNvPr id="355" name="Freeform 170">
                  <a:extLst>
                    <a:ext uri="{FF2B5EF4-FFF2-40B4-BE49-F238E27FC236}">
                      <a16:creationId xmlns:a16="http://schemas.microsoft.com/office/drawing/2014/main" id="{1E4107F0-4A9A-7749-AAAA-BCC8A6FFABBE}"/>
                    </a:ext>
                  </a:extLst>
                </p:cNvPr>
                <p:cNvSpPr/>
                <p:nvPr/>
              </p:nvSpPr>
              <p:spPr>
                <a:xfrm>
                  <a:off x="2905403" y="2197919"/>
                  <a:ext cx="111010" cy="111042"/>
                </a:xfrm>
                <a:custGeom>
                  <a:avLst/>
                  <a:gdLst>
                    <a:gd name="connsiteX0" fmla="*/ 12535 w 111010"/>
                    <a:gd name="connsiteY0" fmla="*/ 111042 h 111042"/>
                    <a:gd name="connsiteX1" fmla="*/ 0 w 111010"/>
                    <a:gd name="connsiteY1" fmla="*/ 98495 h 111042"/>
                    <a:gd name="connsiteX2" fmla="*/ 3662 w 111010"/>
                    <a:gd name="connsiteY2" fmla="*/ 89645 h 111042"/>
                    <a:gd name="connsiteX3" fmla="*/ 88890 w 111010"/>
                    <a:gd name="connsiteY3" fmla="*/ 4449 h 111042"/>
                    <a:gd name="connsiteX4" fmla="*/ 106562 w 111010"/>
                    <a:gd name="connsiteY4" fmla="*/ 2960 h 111042"/>
                    <a:gd name="connsiteX5" fmla="*/ 108051 w 111010"/>
                    <a:gd name="connsiteY5" fmla="*/ 20632 h 111042"/>
                    <a:gd name="connsiteX6" fmla="*/ 106587 w 111010"/>
                    <a:gd name="connsiteY6" fmla="*/ 22100 h 111042"/>
                    <a:gd name="connsiteX7" fmla="*/ 21407 w 111010"/>
                    <a:gd name="connsiteY7" fmla="*/ 107327 h 111042"/>
                    <a:gd name="connsiteX8" fmla="*/ 12535 w 111010"/>
                    <a:gd name="connsiteY8" fmla="*/ 111042 h 11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010" h="111042">
                      <a:moveTo>
                        <a:pt x="12535" y="111042"/>
                      </a:moveTo>
                      <a:cubicBezTo>
                        <a:pt x="5609" y="111039"/>
                        <a:pt x="-3" y="105422"/>
                        <a:pt x="0" y="98495"/>
                      </a:cubicBezTo>
                      <a:cubicBezTo>
                        <a:pt x="2" y="95177"/>
                        <a:pt x="1318" y="91995"/>
                        <a:pt x="3662" y="89645"/>
                      </a:cubicBezTo>
                      <a:lnTo>
                        <a:pt x="88890" y="4449"/>
                      </a:lnTo>
                      <a:cubicBezTo>
                        <a:pt x="93358" y="-842"/>
                        <a:pt x="101270" y="-1509"/>
                        <a:pt x="106562" y="2960"/>
                      </a:cubicBezTo>
                      <a:cubicBezTo>
                        <a:pt x="111853" y="7429"/>
                        <a:pt x="112520" y="15340"/>
                        <a:pt x="108051" y="20632"/>
                      </a:cubicBezTo>
                      <a:cubicBezTo>
                        <a:pt x="107604" y="21161"/>
                        <a:pt x="107115" y="21651"/>
                        <a:pt x="106587" y="22100"/>
                      </a:cubicBezTo>
                      <a:lnTo>
                        <a:pt x="21407" y="107327"/>
                      </a:lnTo>
                      <a:cubicBezTo>
                        <a:pt x="19061" y="109696"/>
                        <a:pt x="15868" y="111033"/>
                        <a:pt x="12535" y="111042"/>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56" name="Freeform 171">
                  <a:extLst>
                    <a:ext uri="{FF2B5EF4-FFF2-40B4-BE49-F238E27FC236}">
                      <a16:creationId xmlns:a16="http://schemas.microsoft.com/office/drawing/2014/main" id="{E68611BC-ED54-0B60-7D9C-172812C750BA}"/>
                    </a:ext>
                  </a:extLst>
                </p:cNvPr>
                <p:cNvSpPr/>
                <p:nvPr/>
              </p:nvSpPr>
              <p:spPr>
                <a:xfrm>
                  <a:off x="2964682" y="2047213"/>
                  <a:ext cx="202495" cy="202495"/>
                </a:xfrm>
                <a:custGeom>
                  <a:avLst/>
                  <a:gdLst>
                    <a:gd name="connsiteX0" fmla="*/ 101263 w 202495"/>
                    <a:gd name="connsiteY0" fmla="*/ 202495 h 202495"/>
                    <a:gd name="connsiteX1" fmla="*/ 0 w 202495"/>
                    <a:gd name="connsiteY1" fmla="*/ 101263 h 202495"/>
                    <a:gd name="connsiteX2" fmla="*/ 101232 w 202495"/>
                    <a:gd name="connsiteY2" fmla="*/ 0 h 202495"/>
                    <a:gd name="connsiteX3" fmla="*/ 202495 w 202495"/>
                    <a:gd name="connsiteY3" fmla="*/ 101232 h 202495"/>
                    <a:gd name="connsiteX4" fmla="*/ 202495 w 202495"/>
                    <a:gd name="connsiteY4" fmla="*/ 101248 h 202495"/>
                    <a:gd name="connsiteX5" fmla="*/ 101263 w 202495"/>
                    <a:gd name="connsiteY5" fmla="*/ 202495 h 202495"/>
                    <a:gd name="connsiteX6" fmla="*/ 101263 w 202495"/>
                    <a:gd name="connsiteY6" fmla="*/ 25096 h 202495"/>
                    <a:gd name="connsiteX7" fmla="*/ 25081 w 202495"/>
                    <a:gd name="connsiteY7" fmla="*/ 101248 h 202495"/>
                    <a:gd name="connsiteX8" fmla="*/ 101232 w 202495"/>
                    <a:gd name="connsiteY8" fmla="*/ 177430 h 202495"/>
                    <a:gd name="connsiteX9" fmla="*/ 177415 w 202495"/>
                    <a:gd name="connsiteY9" fmla="*/ 101279 h 202495"/>
                    <a:gd name="connsiteX10" fmla="*/ 177415 w 202495"/>
                    <a:gd name="connsiteY10" fmla="*/ 101248 h 202495"/>
                    <a:gd name="connsiteX11" fmla="*/ 101263 w 202495"/>
                    <a:gd name="connsiteY11" fmla="*/ 25049 h 202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495" h="202495">
                      <a:moveTo>
                        <a:pt x="101263" y="202495"/>
                      </a:moveTo>
                      <a:cubicBezTo>
                        <a:pt x="45346" y="202505"/>
                        <a:pt x="9" y="157181"/>
                        <a:pt x="0" y="101263"/>
                      </a:cubicBezTo>
                      <a:cubicBezTo>
                        <a:pt x="-9" y="45346"/>
                        <a:pt x="45314" y="9"/>
                        <a:pt x="101232" y="0"/>
                      </a:cubicBezTo>
                      <a:cubicBezTo>
                        <a:pt x="157149" y="-9"/>
                        <a:pt x="202486" y="45314"/>
                        <a:pt x="202495" y="101232"/>
                      </a:cubicBezTo>
                      <a:cubicBezTo>
                        <a:pt x="202495" y="101237"/>
                        <a:pt x="202495" y="101242"/>
                        <a:pt x="202495" y="101248"/>
                      </a:cubicBezTo>
                      <a:cubicBezTo>
                        <a:pt x="202434" y="157134"/>
                        <a:pt x="157149" y="202426"/>
                        <a:pt x="101263" y="202495"/>
                      </a:cubicBezTo>
                      <a:close/>
                      <a:moveTo>
                        <a:pt x="101263" y="25096"/>
                      </a:moveTo>
                      <a:cubicBezTo>
                        <a:pt x="59197" y="25088"/>
                        <a:pt x="25089" y="59182"/>
                        <a:pt x="25081" y="101248"/>
                      </a:cubicBezTo>
                      <a:cubicBezTo>
                        <a:pt x="25072" y="143313"/>
                        <a:pt x="59166" y="177421"/>
                        <a:pt x="101232" y="177430"/>
                      </a:cubicBezTo>
                      <a:cubicBezTo>
                        <a:pt x="143298" y="177440"/>
                        <a:pt x="177405" y="143345"/>
                        <a:pt x="177415" y="101279"/>
                      </a:cubicBezTo>
                      <a:cubicBezTo>
                        <a:pt x="177415" y="101268"/>
                        <a:pt x="177415" y="101258"/>
                        <a:pt x="177415" y="101248"/>
                      </a:cubicBezTo>
                      <a:cubicBezTo>
                        <a:pt x="177388" y="59194"/>
                        <a:pt x="143317" y="25101"/>
                        <a:pt x="101263" y="2504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57" name="Freeform 172">
                  <a:extLst>
                    <a:ext uri="{FF2B5EF4-FFF2-40B4-BE49-F238E27FC236}">
                      <a16:creationId xmlns:a16="http://schemas.microsoft.com/office/drawing/2014/main" id="{AB0A32CD-6998-45B3-1398-36BA9FD335C6}"/>
                    </a:ext>
                  </a:extLst>
                </p:cNvPr>
                <p:cNvSpPr/>
                <p:nvPr/>
              </p:nvSpPr>
              <p:spPr>
                <a:xfrm>
                  <a:off x="3052606" y="2106356"/>
                  <a:ext cx="25080" cy="84208"/>
                </a:xfrm>
                <a:custGeom>
                  <a:avLst/>
                  <a:gdLst>
                    <a:gd name="connsiteX0" fmla="*/ 12540 w 25080"/>
                    <a:gd name="connsiteY0" fmla="*/ 84208 h 84208"/>
                    <a:gd name="connsiteX1" fmla="*/ 0 w 25080"/>
                    <a:gd name="connsiteY1" fmla="*/ 71668 h 84208"/>
                    <a:gd name="connsiteX2" fmla="*/ 0 w 25080"/>
                    <a:gd name="connsiteY2" fmla="*/ 12540 h 84208"/>
                    <a:gd name="connsiteX3" fmla="*/ 12540 w 25080"/>
                    <a:gd name="connsiteY3" fmla="*/ 0 h 84208"/>
                    <a:gd name="connsiteX4" fmla="*/ 25081 w 25080"/>
                    <a:gd name="connsiteY4" fmla="*/ 12540 h 84208"/>
                    <a:gd name="connsiteX5" fmla="*/ 25081 w 25080"/>
                    <a:gd name="connsiteY5" fmla="*/ 71668 h 84208"/>
                    <a:gd name="connsiteX6" fmla="*/ 12540 w 25080"/>
                    <a:gd name="connsiteY6" fmla="*/ 84208 h 84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80" h="84208">
                      <a:moveTo>
                        <a:pt x="12540" y="84208"/>
                      </a:moveTo>
                      <a:cubicBezTo>
                        <a:pt x="5615" y="84208"/>
                        <a:pt x="0" y="78594"/>
                        <a:pt x="0" y="71668"/>
                      </a:cubicBezTo>
                      <a:lnTo>
                        <a:pt x="0" y="12540"/>
                      </a:lnTo>
                      <a:cubicBezTo>
                        <a:pt x="0" y="5614"/>
                        <a:pt x="5615" y="0"/>
                        <a:pt x="12540" y="0"/>
                      </a:cubicBezTo>
                      <a:cubicBezTo>
                        <a:pt x="19466" y="0"/>
                        <a:pt x="25081" y="5614"/>
                        <a:pt x="25081" y="12540"/>
                      </a:cubicBezTo>
                      <a:lnTo>
                        <a:pt x="25081" y="71668"/>
                      </a:lnTo>
                      <a:cubicBezTo>
                        <a:pt x="25081" y="78594"/>
                        <a:pt x="19466" y="84208"/>
                        <a:pt x="12540" y="84208"/>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58" name="Freeform 173">
                  <a:extLst>
                    <a:ext uri="{FF2B5EF4-FFF2-40B4-BE49-F238E27FC236}">
                      <a16:creationId xmlns:a16="http://schemas.microsoft.com/office/drawing/2014/main" id="{93F8746E-D5D6-9D25-9836-B8E07381921F}"/>
                    </a:ext>
                  </a:extLst>
                </p:cNvPr>
                <p:cNvSpPr/>
                <p:nvPr/>
              </p:nvSpPr>
              <p:spPr>
                <a:xfrm>
                  <a:off x="3023826" y="2135121"/>
                  <a:ext cx="84224" cy="25080"/>
                </a:xfrm>
                <a:custGeom>
                  <a:avLst/>
                  <a:gdLst>
                    <a:gd name="connsiteX0" fmla="*/ 71684 w 84224"/>
                    <a:gd name="connsiteY0" fmla="*/ 25081 h 25080"/>
                    <a:gd name="connsiteX1" fmla="*/ 12540 w 84224"/>
                    <a:gd name="connsiteY1" fmla="*/ 25081 h 25080"/>
                    <a:gd name="connsiteX2" fmla="*/ 0 w 84224"/>
                    <a:gd name="connsiteY2" fmla="*/ 12540 h 25080"/>
                    <a:gd name="connsiteX3" fmla="*/ 12540 w 84224"/>
                    <a:gd name="connsiteY3" fmla="*/ 0 h 25080"/>
                    <a:gd name="connsiteX4" fmla="*/ 71684 w 84224"/>
                    <a:gd name="connsiteY4" fmla="*/ 0 h 25080"/>
                    <a:gd name="connsiteX5" fmla="*/ 84224 w 84224"/>
                    <a:gd name="connsiteY5" fmla="*/ 12540 h 25080"/>
                    <a:gd name="connsiteX6" fmla="*/ 71684 w 8422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224" h="25080">
                      <a:moveTo>
                        <a:pt x="71684" y="25081"/>
                      </a:moveTo>
                      <a:lnTo>
                        <a:pt x="12540" y="25081"/>
                      </a:lnTo>
                      <a:cubicBezTo>
                        <a:pt x="5614" y="25081"/>
                        <a:pt x="0" y="19466"/>
                        <a:pt x="0" y="12540"/>
                      </a:cubicBezTo>
                      <a:cubicBezTo>
                        <a:pt x="0" y="5614"/>
                        <a:pt x="5614" y="0"/>
                        <a:pt x="12540" y="0"/>
                      </a:cubicBezTo>
                      <a:lnTo>
                        <a:pt x="71684" y="0"/>
                      </a:lnTo>
                      <a:cubicBezTo>
                        <a:pt x="78609" y="0"/>
                        <a:pt x="84224" y="5614"/>
                        <a:pt x="84224" y="12540"/>
                      </a:cubicBezTo>
                      <a:cubicBezTo>
                        <a:pt x="84224" y="19466"/>
                        <a:pt x="78609" y="25081"/>
                        <a:pt x="71684"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10" name="Group 9">
            <a:extLst>
              <a:ext uri="{FF2B5EF4-FFF2-40B4-BE49-F238E27FC236}">
                <a16:creationId xmlns:a16="http://schemas.microsoft.com/office/drawing/2014/main" id="{F4757A4A-5EDB-B831-AFFF-85B10367F389}"/>
              </a:ext>
            </a:extLst>
          </p:cNvPr>
          <p:cNvGrpSpPr/>
          <p:nvPr/>
        </p:nvGrpSpPr>
        <p:grpSpPr>
          <a:xfrm>
            <a:off x="4738710" y="1086060"/>
            <a:ext cx="4673314" cy="4609482"/>
            <a:chOff x="4738710" y="1086060"/>
            <a:chExt cx="4673314" cy="4609482"/>
          </a:xfrm>
        </p:grpSpPr>
        <p:cxnSp>
          <p:nvCxnSpPr>
            <p:cNvPr id="371" name="Straight Connector 370">
              <a:extLst>
                <a:ext uri="{FF2B5EF4-FFF2-40B4-BE49-F238E27FC236}">
                  <a16:creationId xmlns:a16="http://schemas.microsoft.com/office/drawing/2014/main" id="{E7DCF8EF-F79E-3856-7855-C95180D4E622}"/>
                </a:ext>
              </a:extLst>
            </p:cNvPr>
            <p:cNvCxnSpPr>
              <a:cxnSpLocks/>
            </p:cNvCxnSpPr>
            <p:nvPr/>
          </p:nvCxnSpPr>
          <p:spPr>
            <a:xfrm>
              <a:off x="9155434" y="3643541"/>
              <a:ext cx="0" cy="1512000"/>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sp>
          <p:nvSpPr>
            <p:cNvPr id="381" name="TextBox 380">
              <a:extLst>
                <a:ext uri="{FF2B5EF4-FFF2-40B4-BE49-F238E27FC236}">
                  <a16:creationId xmlns:a16="http://schemas.microsoft.com/office/drawing/2014/main" id="{421C522D-1921-C5D3-2A4C-6F4936BED9FE}"/>
                </a:ext>
              </a:extLst>
            </p:cNvPr>
            <p:cNvSpPr txBox="1"/>
            <p:nvPr/>
          </p:nvSpPr>
          <p:spPr>
            <a:xfrm>
              <a:off x="4791565" y="1086060"/>
              <a:ext cx="2814990" cy="561692"/>
            </a:xfrm>
            <a:prstGeom prst="rect">
              <a:avLst/>
            </a:prstGeom>
            <a:solidFill>
              <a:srgbClr val="FFFFFF"/>
            </a:solidFill>
          </p:spPr>
          <p:txBody>
            <a:bodyPr wrap="square" lIns="0" tIns="0" rIns="0" bIns="0" rtlCol="0">
              <a:spAutoFit/>
            </a:bodyPr>
            <a:lstStyle/>
            <a:p>
              <a:pPr>
                <a:spcAft>
                  <a:spcPts val="300"/>
                </a:spcAft>
              </a:pPr>
              <a:r>
                <a:rPr lang="en-US" sz="1000" b="1">
                  <a:solidFill>
                    <a:schemeClr val="tx2"/>
                  </a:solidFill>
                </a:rPr>
                <a:t>Realization (REA)</a:t>
              </a:r>
            </a:p>
            <a:p>
              <a:r>
                <a:rPr lang="en-US" sz="800"/>
                <a:t>Focus on building the new solution, e.g., configuration, custom developments, integration, data migration… but also train the key users to use and test the new solution.</a:t>
              </a:r>
              <a:endParaRPr lang="nl-BE" sz="800"/>
            </a:p>
          </p:txBody>
        </p:sp>
        <p:sp>
          <p:nvSpPr>
            <p:cNvPr id="382" name="TextBox 381">
              <a:extLst>
                <a:ext uri="{FF2B5EF4-FFF2-40B4-BE49-F238E27FC236}">
                  <a16:creationId xmlns:a16="http://schemas.microsoft.com/office/drawing/2014/main" id="{377CDBE5-6EB2-B1CB-77C6-8F379D039A67}"/>
                </a:ext>
              </a:extLst>
            </p:cNvPr>
            <p:cNvSpPr txBox="1"/>
            <p:nvPr/>
          </p:nvSpPr>
          <p:spPr>
            <a:xfrm>
              <a:off x="7349140" y="3705189"/>
              <a:ext cx="862104" cy="1977464"/>
            </a:xfrm>
            <a:prstGeom prst="rect">
              <a:avLst/>
            </a:prstGeom>
            <a:solidFill>
              <a:srgbClr val="FFFFFF"/>
            </a:solidFill>
          </p:spPr>
          <p:txBody>
            <a:bodyPr wrap="square" lIns="0" tIns="0" rIns="0" bIns="0" rtlCol="0">
              <a:spAutoFit/>
            </a:bodyPr>
            <a:lstStyle/>
            <a:p>
              <a:pPr>
                <a:spcAft>
                  <a:spcPts val="300"/>
                </a:spcAft>
              </a:pPr>
              <a:r>
                <a:rPr lang="en-US" sz="1000" b="1">
                  <a:solidFill>
                    <a:schemeClr val="tx2"/>
                  </a:solidFill>
                </a:rPr>
                <a:t>System Integration Testing (SIT)</a:t>
              </a:r>
            </a:p>
            <a:p>
              <a:r>
                <a:rPr lang="en-US" sz="800"/>
                <a:t>Scenario-driven testing of integrated processes starting with simple happy flows, progressing to complex and exceptional flows with full set of migrated data.  </a:t>
              </a:r>
              <a:endParaRPr lang="nl-BE" sz="800"/>
            </a:p>
          </p:txBody>
        </p:sp>
        <p:sp>
          <p:nvSpPr>
            <p:cNvPr id="383" name="TextBox 382">
              <a:extLst>
                <a:ext uri="{FF2B5EF4-FFF2-40B4-BE49-F238E27FC236}">
                  <a16:creationId xmlns:a16="http://schemas.microsoft.com/office/drawing/2014/main" id="{15C8CB25-355D-15D8-CCC5-9603A914DD87}"/>
                </a:ext>
              </a:extLst>
            </p:cNvPr>
            <p:cNvSpPr txBox="1"/>
            <p:nvPr/>
          </p:nvSpPr>
          <p:spPr>
            <a:xfrm>
              <a:off x="8323849" y="3712978"/>
              <a:ext cx="778484" cy="1977464"/>
            </a:xfrm>
            <a:prstGeom prst="rect">
              <a:avLst/>
            </a:prstGeom>
            <a:solidFill>
              <a:srgbClr val="FFFFFF"/>
            </a:solidFill>
          </p:spPr>
          <p:txBody>
            <a:bodyPr wrap="square" lIns="0" tIns="0" rIns="0" bIns="0" rtlCol="0">
              <a:spAutoFit/>
            </a:bodyPr>
            <a:lstStyle/>
            <a:p>
              <a:pPr>
                <a:spcAft>
                  <a:spcPts val="300"/>
                </a:spcAft>
              </a:pPr>
              <a:r>
                <a:rPr lang="en-US" sz="1000" b="1">
                  <a:solidFill>
                    <a:schemeClr val="tx2"/>
                  </a:solidFill>
                </a:rPr>
                <a:t>Business Readiness Testing (BRT)</a:t>
              </a:r>
            </a:p>
            <a:p>
              <a:r>
                <a:rPr lang="en-US" sz="800"/>
                <a:t>End users are involved in the execution </a:t>
              </a:r>
              <a:br>
                <a:rPr lang="en-US" sz="800"/>
              </a:br>
              <a:r>
                <a:rPr lang="en-US" sz="800"/>
                <a:t>of scenario-driven test scenarios to validate the readiness of the solution from an end-user perspective.</a:t>
              </a:r>
              <a:endParaRPr lang="nl-BE" sz="800"/>
            </a:p>
          </p:txBody>
        </p:sp>
        <p:cxnSp>
          <p:nvCxnSpPr>
            <p:cNvPr id="385" name="Straight Connector 384">
              <a:extLst>
                <a:ext uri="{FF2B5EF4-FFF2-40B4-BE49-F238E27FC236}">
                  <a16:creationId xmlns:a16="http://schemas.microsoft.com/office/drawing/2014/main" id="{35D41B5E-E878-B224-5706-1196FEDE0179}"/>
                </a:ext>
              </a:extLst>
            </p:cNvPr>
            <p:cNvCxnSpPr>
              <a:cxnSpLocks/>
            </p:cNvCxnSpPr>
            <p:nvPr/>
          </p:nvCxnSpPr>
          <p:spPr>
            <a:xfrm>
              <a:off x="8265871" y="3643542"/>
              <a:ext cx="0" cy="2052000"/>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cxnSp>
          <p:nvCxnSpPr>
            <p:cNvPr id="384" name="Straight Connector 383">
              <a:extLst>
                <a:ext uri="{FF2B5EF4-FFF2-40B4-BE49-F238E27FC236}">
                  <a16:creationId xmlns:a16="http://schemas.microsoft.com/office/drawing/2014/main" id="{F35A8E93-75AD-9C55-EC68-175F49346B9C}"/>
                </a:ext>
              </a:extLst>
            </p:cNvPr>
            <p:cNvCxnSpPr>
              <a:cxnSpLocks/>
            </p:cNvCxnSpPr>
            <p:nvPr/>
          </p:nvCxnSpPr>
          <p:spPr>
            <a:xfrm>
              <a:off x="7307119" y="3643541"/>
              <a:ext cx="0" cy="2052000"/>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sp>
          <p:nvSpPr>
            <p:cNvPr id="486" name="Arrow: Chevron 22">
              <a:extLst>
                <a:ext uri="{FF2B5EF4-FFF2-40B4-BE49-F238E27FC236}">
                  <a16:creationId xmlns:a16="http://schemas.microsoft.com/office/drawing/2014/main" id="{4E98E4D6-C058-3E4C-5ADA-32CF89A3B5A7}"/>
                </a:ext>
              </a:extLst>
            </p:cNvPr>
            <p:cNvSpPr/>
            <p:nvPr/>
          </p:nvSpPr>
          <p:spPr>
            <a:xfrm>
              <a:off x="4748633" y="3197853"/>
              <a:ext cx="2666844" cy="409690"/>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Realization</a:t>
              </a:r>
            </a:p>
          </p:txBody>
        </p:sp>
        <p:sp>
          <p:nvSpPr>
            <p:cNvPr id="492" name="Arrow: Chevron 274">
              <a:extLst>
                <a:ext uri="{FF2B5EF4-FFF2-40B4-BE49-F238E27FC236}">
                  <a16:creationId xmlns:a16="http://schemas.microsoft.com/office/drawing/2014/main" id="{96986A98-824F-77FB-2D25-32160B800405}"/>
                </a:ext>
              </a:extLst>
            </p:cNvPr>
            <p:cNvSpPr/>
            <p:nvPr/>
          </p:nvSpPr>
          <p:spPr>
            <a:xfrm>
              <a:off x="8266342" y="3197853"/>
              <a:ext cx="978242" cy="409690"/>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000" b="1">
                  <a:solidFill>
                    <a:srgbClr val="999999">
                      <a:lumMod val="50000"/>
                    </a:srgbClr>
                  </a:solidFill>
                  <a:latin typeface="Century Gothic" panose="020F0302020204030204"/>
                </a:rPr>
                <a:t>BRT</a:t>
              </a:r>
              <a:endPar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endParaRPr>
            </a:p>
          </p:txBody>
        </p:sp>
        <p:sp>
          <p:nvSpPr>
            <p:cNvPr id="493" name="Arrow: Chevron 273">
              <a:extLst>
                <a:ext uri="{FF2B5EF4-FFF2-40B4-BE49-F238E27FC236}">
                  <a16:creationId xmlns:a16="http://schemas.microsoft.com/office/drawing/2014/main" id="{9458B7AB-CDDC-9E56-0B60-D3BA6C3EE2AA}"/>
                </a:ext>
              </a:extLst>
            </p:cNvPr>
            <p:cNvSpPr/>
            <p:nvPr/>
          </p:nvSpPr>
          <p:spPr>
            <a:xfrm>
              <a:off x="7323214" y="3197853"/>
              <a:ext cx="1045211"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SIT</a:t>
              </a:r>
            </a:p>
          </p:txBody>
        </p:sp>
        <p:sp>
          <p:nvSpPr>
            <p:cNvPr id="499" name="Arrow: Chevron 279">
              <a:extLst>
                <a:ext uri="{FF2B5EF4-FFF2-40B4-BE49-F238E27FC236}">
                  <a16:creationId xmlns:a16="http://schemas.microsoft.com/office/drawing/2014/main" id="{5159C4D2-D91B-3DD2-7BC6-CA8A17B3A90A}"/>
                </a:ext>
              </a:extLst>
            </p:cNvPr>
            <p:cNvSpPr/>
            <p:nvPr/>
          </p:nvSpPr>
          <p:spPr>
            <a:xfrm>
              <a:off x="4748633" y="2241576"/>
              <a:ext cx="4663391" cy="964154"/>
            </a:xfrm>
            <a:prstGeom prst="chevron">
              <a:avLst>
                <a:gd name="adj" fmla="val 28502"/>
              </a:avLst>
            </a:prstGeom>
            <a:gradFill>
              <a:gsLst>
                <a:gs pos="15000">
                  <a:srgbClr val="D76570"/>
                </a:gs>
                <a:gs pos="0">
                  <a:schemeClr val="bg2"/>
                </a:gs>
                <a:gs pos="100000">
                  <a:schemeClr val="accent4"/>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Execute</a:t>
              </a:r>
            </a:p>
          </p:txBody>
        </p:sp>
        <p:cxnSp>
          <p:nvCxnSpPr>
            <p:cNvPr id="380" name="Straight Connector 379">
              <a:extLst>
                <a:ext uri="{FF2B5EF4-FFF2-40B4-BE49-F238E27FC236}">
                  <a16:creationId xmlns:a16="http://schemas.microsoft.com/office/drawing/2014/main" id="{1E8CF8F9-B60F-3BB5-4BE6-F21F5F709C5D}"/>
                </a:ext>
              </a:extLst>
            </p:cNvPr>
            <p:cNvCxnSpPr>
              <a:cxnSpLocks/>
            </p:cNvCxnSpPr>
            <p:nvPr/>
          </p:nvCxnSpPr>
          <p:spPr>
            <a:xfrm>
              <a:off x="4738710" y="1086060"/>
              <a:ext cx="0" cy="900000"/>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grpSp>
          <p:nvGrpSpPr>
            <p:cNvPr id="602" name="Group 601">
              <a:extLst>
                <a:ext uri="{FF2B5EF4-FFF2-40B4-BE49-F238E27FC236}">
                  <a16:creationId xmlns:a16="http://schemas.microsoft.com/office/drawing/2014/main" id="{B7025E0F-A5ED-0B21-4D61-E0116CB34BDC}"/>
                </a:ext>
              </a:extLst>
            </p:cNvPr>
            <p:cNvGrpSpPr/>
            <p:nvPr/>
          </p:nvGrpSpPr>
          <p:grpSpPr>
            <a:xfrm>
              <a:off x="6831073" y="2369261"/>
              <a:ext cx="471163" cy="471791"/>
              <a:chOff x="6457678" y="1942177"/>
              <a:chExt cx="471791" cy="471791"/>
            </a:xfrm>
          </p:grpSpPr>
          <p:sp>
            <p:nvSpPr>
              <p:cNvPr id="333" name="Oval 332">
                <a:extLst>
                  <a:ext uri="{FF2B5EF4-FFF2-40B4-BE49-F238E27FC236}">
                    <a16:creationId xmlns:a16="http://schemas.microsoft.com/office/drawing/2014/main" id="{D4F305CD-95EA-A31A-FB65-0D64F835077E}"/>
                  </a:ext>
                </a:extLst>
              </p:cNvPr>
              <p:cNvSpPr/>
              <p:nvPr/>
            </p:nvSpPr>
            <p:spPr>
              <a:xfrm>
                <a:off x="6457678"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334" name="Group 333">
                <a:extLst>
                  <a:ext uri="{FF2B5EF4-FFF2-40B4-BE49-F238E27FC236}">
                    <a16:creationId xmlns:a16="http://schemas.microsoft.com/office/drawing/2014/main" id="{C71CC8D6-31DA-3EFD-6700-91EF2623696E}"/>
                  </a:ext>
                </a:extLst>
              </p:cNvPr>
              <p:cNvGrpSpPr/>
              <p:nvPr/>
            </p:nvGrpSpPr>
            <p:grpSpPr>
              <a:xfrm>
                <a:off x="6566257" y="2048749"/>
                <a:ext cx="254558" cy="258644"/>
                <a:chOff x="6566257" y="2048749"/>
                <a:chExt cx="254558" cy="258644"/>
              </a:xfrm>
            </p:grpSpPr>
            <p:grpSp>
              <p:nvGrpSpPr>
                <p:cNvPr id="335" name="Graphic 332">
                  <a:extLst>
                    <a:ext uri="{FF2B5EF4-FFF2-40B4-BE49-F238E27FC236}">
                      <a16:creationId xmlns:a16="http://schemas.microsoft.com/office/drawing/2014/main" id="{8D870E55-4252-D74E-D937-D9E707E025B9}"/>
                    </a:ext>
                  </a:extLst>
                </p:cNvPr>
                <p:cNvGrpSpPr/>
                <p:nvPr/>
              </p:nvGrpSpPr>
              <p:grpSpPr>
                <a:xfrm>
                  <a:off x="6566257" y="2086119"/>
                  <a:ext cx="135075" cy="185001"/>
                  <a:chOff x="6566257" y="2086119"/>
                  <a:chExt cx="135075" cy="185001"/>
                </a:xfrm>
              </p:grpSpPr>
              <p:sp>
                <p:nvSpPr>
                  <p:cNvPr id="349" name="Freeform 164">
                    <a:extLst>
                      <a:ext uri="{FF2B5EF4-FFF2-40B4-BE49-F238E27FC236}">
                        <a16:creationId xmlns:a16="http://schemas.microsoft.com/office/drawing/2014/main" id="{4B27F694-F2A3-906C-547E-1AD2C430EF42}"/>
                      </a:ext>
                    </a:extLst>
                  </p:cNvPr>
                  <p:cNvSpPr/>
                  <p:nvPr/>
                </p:nvSpPr>
                <p:spPr>
                  <a:xfrm>
                    <a:off x="6566257" y="2086119"/>
                    <a:ext cx="135075" cy="131501"/>
                  </a:xfrm>
                  <a:custGeom>
                    <a:avLst/>
                    <a:gdLst>
                      <a:gd name="connsiteX0" fmla="*/ 92814 w 135075"/>
                      <a:gd name="connsiteY0" fmla="*/ 131501 h 131501"/>
                      <a:gd name="connsiteX1" fmla="*/ 80275 w 135075"/>
                      <a:gd name="connsiteY1" fmla="*/ 118959 h 131501"/>
                      <a:gd name="connsiteX2" fmla="*/ 88409 w 135075"/>
                      <a:gd name="connsiteY2" fmla="*/ 107220 h 131501"/>
                      <a:gd name="connsiteX3" fmla="*/ 109994 w 135075"/>
                      <a:gd name="connsiteY3" fmla="*/ 66088 h 131501"/>
                      <a:gd name="connsiteX4" fmla="*/ 67545 w 135075"/>
                      <a:gd name="connsiteY4" fmla="*/ 25081 h 131501"/>
                      <a:gd name="connsiteX5" fmla="*/ 25081 w 135075"/>
                      <a:gd name="connsiteY5" fmla="*/ 66088 h 131501"/>
                      <a:gd name="connsiteX6" fmla="*/ 47481 w 135075"/>
                      <a:gd name="connsiteY6" fmla="*/ 107016 h 131501"/>
                      <a:gd name="connsiteX7" fmla="*/ 53935 w 135075"/>
                      <a:gd name="connsiteY7" fmla="*/ 123535 h 131501"/>
                      <a:gd name="connsiteX8" fmla="*/ 38358 w 135075"/>
                      <a:gd name="connsiteY8" fmla="*/ 130357 h 131501"/>
                      <a:gd name="connsiteX9" fmla="*/ 0 w 135075"/>
                      <a:gd name="connsiteY9" fmla="*/ 66088 h 131501"/>
                      <a:gd name="connsiteX10" fmla="*/ 67545 w 135075"/>
                      <a:gd name="connsiteY10" fmla="*/ 0 h 131501"/>
                      <a:gd name="connsiteX11" fmla="*/ 135075 w 135075"/>
                      <a:gd name="connsiteY11" fmla="*/ 66088 h 131501"/>
                      <a:gd name="connsiteX12" fmla="*/ 97219 w 135075"/>
                      <a:gd name="connsiteY12" fmla="*/ 130702 h 131501"/>
                      <a:gd name="connsiteX13" fmla="*/ 92814 w 135075"/>
                      <a:gd name="connsiteY13" fmla="*/ 131501 h 131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5075" h="131501">
                        <a:moveTo>
                          <a:pt x="92814" y="131501"/>
                        </a:moveTo>
                        <a:cubicBezTo>
                          <a:pt x="85888" y="131501"/>
                          <a:pt x="80274" y="125886"/>
                          <a:pt x="80275" y="118959"/>
                        </a:cubicBezTo>
                        <a:cubicBezTo>
                          <a:pt x="80275" y="113733"/>
                          <a:pt x="83517" y="109056"/>
                          <a:pt x="88409" y="107220"/>
                        </a:cubicBezTo>
                        <a:cubicBezTo>
                          <a:pt x="109994" y="99116"/>
                          <a:pt x="109994" y="74302"/>
                          <a:pt x="109994" y="66088"/>
                        </a:cubicBezTo>
                        <a:cubicBezTo>
                          <a:pt x="109994" y="42324"/>
                          <a:pt x="92140" y="25081"/>
                          <a:pt x="67545" y="25081"/>
                        </a:cubicBezTo>
                        <a:cubicBezTo>
                          <a:pt x="42951" y="25081"/>
                          <a:pt x="25081" y="42324"/>
                          <a:pt x="25081" y="66088"/>
                        </a:cubicBezTo>
                        <a:cubicBezTo>
                          <a:pt x="25081" y="80760"/>
                          <a:pt x="28968" y="99774"/>
                          <a:pt x="47481" y="107016"/>
                        </a:cubicBezTo>
                        <a:cubicBezTo>
                          <a:pt x="53825" y="109795"/>
                          <a:pt x="56714" y="117191"/>
                          <a:pt x="53935" y="123535"/>
                        </a:cubicBezTo>
                        <a:cubicBezTo>
                          <a:pt x="51313" y="129520"/>
                          <a:pt x="44535" y="132489"/>
                          <a:pt x="38358" y="130357"/>
                        </a:cubicBezTo>
                        <a:cubicBezTo>
                          <a:pt x="13669" y="120701"/>
                          <a:pt x="0" y="97862"/>
                          <a:pt x="0" y="66088"/>
                        </a:cubicBezTo>
                        <a:cubicBezTo>
                          <a:pt x="0" y="28467"/>
                          <a:pt x="29031" y="0"/>
                          <a:pt x="67545" y="0"/>
                        </a:cubicBezTo>
                        <a:cubicBezTo>
                          <a:pt x="106060" y="0"/>
                          <a:pt x="135075" y="28467"/>
                          <a:pt x="135075" y="66088"/>
                        </a:cubicBezTo>
                        <a:cubicBezTo>
                          <a:pt x="135075" y="98598"/>
                          <a:pt x="121641" y="121547"/>
                          <a:pt x="97219" y="130702"/>
                        </a:cubicBezTo>
                        <a:cubicBezTo>
                          <a:pt x="95809" y="131224"/>
                          <a:pt x="94318" y="131495"/>
                          <a:pt x="92814" y="13150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50" name="Freeform 165">
                    <a:extLst>
                      <a:ext uri="{FF2B5EF4-FFF2-40B4-BE49-F238E27FC236}">
                        <a16:creationId xmlns:a16="http://schemas.microsoft.com/office/drawing/2014/main" id="{CDBBF978-C78A-3DB2-0496-5FB310396DAC}"/>
                      </a:ext>
                    </a:extLst>
                  </p:cNvPr>
                  <p:cNvSpPr/>
                  <p:nvPr/>
                </p:nvSpPr>
                <p:spPr>
                  <a:xfrm>
                    <a:off x="6601417" y="2210096"/>
                    <a:ext cx="64864" cy="25080"/>
                  </a:xfrm>
                  <a:custGeom>
                    <a:avLst/>
                    <a:gdLst>
                      <a:gd name="connsiteX0" fmla="*/ 52325 w 64864"/>
                      <a:gd name="connsiteY0" fmla="*/ 25081 h 25080"/>
                      <a:gd name="connsiteX1" fmla="*/ 12540 w 64864"/>
                      <a:gd name="connsiteY1" fmla="*/ 25081 h 25080"/>
                      <a:gd name="connsiteX2" fmla="*/ 0 w 64864"/>
                      <a:gd name="connsiteY2" fmla="*/ 12540 h 25080"/>
                      <a:gd name="connsiteX3" fmla="*/ 12540 w 64864"/>
                      <a:gd name="connsiteY3" fmla="*/ 0 h 25080"/>
                      <a:gd name="connsiteX4" fmla="*/ 52325 w 64864"/>
                      <a:gd name="connsiteY4" fmla="*/ 0 h 25080"/>
                      <a:gd name="connsiteX5" fmla="*/ 64865 w 64864"/>
                      <a:gd name="connsiteY5" fmla="*/ 12540 h 25080"/>
                      <a:gd name="connsiteX6" fmla="*/ 52325 w 6486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64" h="25080">
                        <a:moveTo>
                          <a:pt x="52325" y="25081"/>
                        </a:moveTo>
                        <a:lnTo>
                          <a:pt x="12540" y="25081"/>
                        </a:lnTo>
                        <a:cubicBezTo>
                          <a:pt x="5614" y="25081"/>
                          <a:pt x="0" y="19466"/>
                          <a:pt x="0" y="12540"/>
                        </a:cubicBezTo>
                        <a:cubicBezTo>
                          <a:pt x="0" y="5615"/>
                          <a:pt x="5614" y="0"/>
                          <a:pt x="12540" y="0"/>
                        </a:cubicBezTo>
                        <a:lnTo>
                          <a:pt x="52325" y="0"/>
                        </a:lnTo>
                        <a:cubicBezTo>
                          <a:pt x="59250" y="0"/>
                          <a:pt x="64865" y="5615"/>
                          <a:pt x="64865" y="12540"/>
                        </a:cubicBezTo>
                        <a:cubicBezTo>
                          <a:pt x="64865" y="19466"/>
                          <a:pt x="59250" y="25081"/>
                          <a:pt x="52325"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51" name="Freeform 166">
                    <a:extLst>
                      <a:ext uri="{FF2B5EF4-FFF2-40B4-BE49-F238E27FC236}">
                        <a16:creationId xmlns:a16="http://schemas.microsoft.com/office/drawing/2014/main" id="{51F8CC2E-D0F1-FF6F-6EFA-FC09429904DD}"/>
                      </a:ext>
                    </a:extLst>
                  </p:cNvPr>
                  <p:cNvSpPr/>
                  <p:nvPr/>
                </p:nvSpPr>
                <p:spPr>
                  <a:xfrm>
                    <a:off x="6601417" y="2246040"/>
                    <a:ext cx="63846" cy="25080"/>
                  </a:xfrm>
                  <a:custGeom>
                    <a:avLst/>
                    <a:gdLst>
                      <a:gd name="connsiteX0" fmla="*/ 51306 w 63846"/>
                      <a:gd name="connsiteY0" fmla="*/ 25081 h 25080"/>
                      <a:gd name="connsiteX1" fmla="*/ 12540 w 63846"/>
                      <a:gd name="connsiteY1" fmla="*/ 25081 h 25080"/>
                      <a:gd name="connsiteX2" fmla="*/ 0 w 63846"/>
                      <a:gd name="connsiteY2" fmla="*/ 12540 h 25080"/>
                      <a:gd name="connsiteX3" fmla="*/ 12540 w 63846"/>
                      <a:gd name="connsiteY3" fmla="*/ 0 h 25080"/>
                      <a:gd name="connsiteX4" fmla="*/ 51306 w 63846"/>
                      <a:gd name="connsiteY4" fmla="*/ 0 h 25080"/>
                      <a:gd name="connsiteX5" fmla="*/ 63846 w 63846"/>
                      <a:gd name="connsiteY5" fmla="*/ 12540 h 25080"/>
                      <a:gd name="connsiteX6" fmla="*/ 51306 w 63846"/>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846" h="25080">
                        <a:moveTo>
                          <a:pt x="51306" y="25081"/>
                        </a:moveTo>
                        <a:lnTo>
                          <a:pt x="12540" y="25081"/>
                        </a:lnTo>
                        <a:cubicBezTo>
                          <a:pt x="5614" y="25081"/>
                          <a:pt x="0" y="19466"/>
                          <a:pt x="0" y="12540"/>
                        </a:cubicBezTo>
                        <a:cubicBezTo>
                          <a:pt x="0" y="5615"/>
                          <a:pt x="5614" y="0"/>
                          <a:pt x="12540" y="0"/>
                        </a:cubicBezTo>
                        <a:lnTo>
                          <a:pt x="51306" y="0"/>
                        </a:lnTo>
                        <a:cubicBezTo>
                          <a:pt x="58232" y="0"/>
                          <a:pt x="63846" y="5615"/>
                          <a:pt x="63846" y="12540"/>
                        </a:cubicBezTo>
                        <a:cubicBezTo>
                          <a:pt x="63846" y="19466"/>
                          <a:pt x="58232" y="25081"/>
                          <a:pt x="51306"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52" name="Freeform 167">
                    <a:extLst>
                      <a:ext uri="{FF2B5EF4-FFF2-40B4-BE49-F238E27FC236}">
                        <a16:creationId xmlns:a16="http://schemas.microsoft.com/office/drawing/2014/main" id="{5957CA78-4E7B-F73B-9D18-8485F5E25B42}"/>
                      </a:ext>
                    </a:extLst>
                  </p:cNvPr>
                  <p:cNvSpPr/>
                  <p:nvPr/>
                </p:nvSpPr>
                <p:spPr>
                  <a:xfrm>
                    <a:off x="6597059" y="2192744"/>
                    <a:ext cx="73564" cy="78377"/>
                  </a:xfrm>
                  <a:custGeom>
                    <a:avLst/>
                    <a:gdLst>
                      <a:gd name="connsiteX0" fmla="*/ 61024 w 73564"/>
                      <a:gd name="connsiteY0" fmla="*/ 78377 h 78377"/>
                      <a:gd name="connsiteX1" fmla="*/ 12540 w 73564"/>
                      <a:gd name="connsiteY1" fmla="*/ 78377 h 78377"/>
                      <a:gd name="connsiteX2" fmla="*/ 0 w 73564"/>
                      <a:gd name="connsiteY2" fmla="*/ 65837 h 78377"/>
                      <a:gd name="connsiteX3" fmla="*/ 0 w 73564"/>
                      <a:gd name="connsiteY3" fmla="*/ 12540 h 78377"/>
                      <a:gd name="connsiteX4" fmla="*/ 12540 w 73564"/>
                      <a:gd name="connsiteY4" fmla="*/ 0 h 78377"/>
                      <a:gd name="connsiteX5" fmla="*/ 25081 w 73564"/>
                      <a:gd name="connsiteY5" fmla="*/ 12540 h 78377"/>
                      <a:gd name="connsiteX6" fmla="*/ 25081 w 73564"/>
                      <a:gd name="connsiteY6" fmla="*/ 53296 h 78377"/>
                      <a:gd name="connsiteX7" fmla="*/ 48484 w 73564"/>
                      <a:gd name="connsiteY7" fmla="*/ 53296 h 78377"/>
                      <a:gd name="connsiteX8" fmla="*/ 48484 w 73564"/>
                      <a:gd name="connsiteY8" fmla="*/ 13308 h 78377"/>
                      <a:gd name="connsiteX9" fmla="*/ 61024 w 73564"/>
                      <a:gd name="connsiteY9" fmla="*/ 768 h 78377"/>
                      <a:gd name="connsiteX10" fmla="*/ 73565 w 73564"/>
                      <a:gd name="connsiteY10" fmla="*/ 13308 h 78377"/>
                      <a:gd name="connsiteX11" fmla="*/ 73565 w 73564"/>
                      <a:gd name="connsiteY11" fmla="*/ 65837 h 78377"/>
                      <a:gd name="connsiteX12" fmla="*/ 61024 w 73564"/>
                      <a:gd name="connsiteY12" fmla="*/ 78377 h 7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564" h="78377">
                        <a:moveTo>
                          <a:pt x="61024" y="78377"/>
                        </a:moveTo>
                        <a:lnTo>
                          <a:pt x="12540" y="78377"/>
                        </a:lnTo>
                        <a:cubicBezTo>
                          <a:pt x="5614" y="78377"/>
                          <a:pt x="0" y="72762"/>
                          <a:pt x="0" y="65837"/>
                        </a:cubicBezTo>
                        <a:lnTo>
                          <a:pt x="0" y="12540"/>
                        </a:lnTo>
                        <a:cubicBezTo>
                          <a:pt x="0" y="5615"/>
                          <a:pt x="5614" y="0"/>
                          <a:pt x="12540" y="0"/>
                        </a:cubicBezTo>
                        <a:cubicBezTo>
                          <a:pt x="19466" y="0"/>
                          <a:pt x="25081" y="5615"/>
                          <a:pt x="25081" y="12540"/>
                        </a:cubicBezTo>
                        <a:lnTo>
                          <a:pt x="25081" y="53296"/>
                        </a:lnTo>
                        <a:lnTo>
                          <a:pt x="48484" y="53296"/>
                        </a:lnTo>
                        <a:lnTo>
                          <a:pt x="48484" y="13308"/>
                        </a:lnTo>
                        <a:cubicBezTo>
                          <a:pt x="48484" y="6383"/>
                          <a:pt x="54099" y="768"/>
                          <a:pt x="61024" y="768"/>
                        </a:cubicBezTo>
                        <a:cubicBezTo>
                          <a:pt x="67950" y="768"/>
                          <a:pt x="73565" y="6383"/>
                          <a:pt x="73565" y="13308"/>
                        </a:cubicBezTo>
                        <a:lnTo>
                          <a:pt x="73565" y="65837"/>
                        </a:lnTo>
                        <a:cubicBezTo>
                          <a:pt x="73565" y="72762"/>
                          <a:pt x="67950" y="78377"/>
                          <a:pt x="61024" y="7837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336" name="Freeform 151">
                  <a:extLst>
                    <a:ext uri="{FF2B5EF4-FFF2-40B4-BE49-F238E27FC236}">
                      <a16:creationId xmlns:a16="http://schemas.microsoft.com/office/drawing/2014/main" id="{CEE663B3-FC09-4D75-0DF2-1730AC9DA5E2}"/>
                    </a:ext>
                  </a:extLst>
                </p:cNvPr>
                <p:cNvSpPr/>
                <p:nvPr/>
              </p:nvSpPr>
              <p:spPr>
                <a:xfrm>
                  <a:off x="6621779" y="2048749"/>
                  <a:ext cx="180740" cy="115668"/>
                </a:xfrm>
                <a:custGeom>
                  <a:avLst/>
                  <a:gdLst>
                    <a:gd name="connsiteX0" fmla="*/ 138054 w 180740"/>
                    <a:gd name="connsiteY0" fmla="*/ 115669 h 115668"/>
                    <a:gd name="connsiteX1" fmla="*/ 125513 w 180740"/>
                    <a:gd name="connsiteY1" fmla="*/ 103129 h 115668"/>
                    <a:gd name="connsiteX2" fmla="*/ 125513 w 180740"/>
                    <a:gd name="connsiteY2" fmla="*/ 25081 h 115668"/>
                    <a:gd name="connsiteX3" fmla="*/ 25081 w 180740"/>
                    <a:gd name="connsiteY3" fmla="*/ 25081 h 115668"/>
                    <a:gd name="connsiteX4" fmla="*/ 25081 w 180740"/>
                    <a:gd name="connsiteY4" fmla="*/ 49754 h 115668"/>
                    <a:gd name="connsiteX5" fmla="*/ 12540 w 180740"/>
                    <a:gd name="connsiteY5" fmla="*/ 62294 h 115668"/>
                    <a:gd name="connsiteX6" fmla="*/ 0 w 180740"/>
                    <a:gd name="connsiteY6" fmla="*/ 49754 h 115668"/>
                    <a:gd name="connsiteX7" fmla="*/ 0 w 180740"/>
                    <a:gd name="connsiteY7" fmla="*/ 12540 h 115668"/>
                    <a:gd name="connsiteX8" fmla="*/ 12540 w 180740"/>
                    <a:gd name="connsiteY8" fmla="*/ 0 h 115668"/>
                    <a:gd name="connsiteX9" fmla="*/ 138054 w 180740"/>
                    <a:gd name="connsiteY9" fmla="*/ 0 h 115668"/>
                    <a:gd name="connsiteX10" fmla="*/ 150594 w 180740"/>
                    <a:gd name="connsiteY10" fmla="*/ 12540 h 115668"/>
                    <a:gd name="connsiteX11" fmla="*/ 150594 w 180740"/>
                    <a:gd name="connsiteY11" fmla="*/ 72844 h 115668"/>
                    <a:gd name="connsiteX12" fmla="*/ 158792 w 180740"/>
                    <a:gd name="connsiteY12" fmla="*/ 64724 h 115668"/>
                    <a:gd name="connsiteX13" fmla="*/ 176491 w 180740"/>
                    <a:gd name="connsiteY13" fmla="*/ 63608 h 115668"/>
                    <a:gd name="connsiteX14" fmla="*/ 177607 w 180740"/>
                    <a:gd name="connsiteY14" fmla="*/ 81308 h 115668"/>
                    <a:gd name="connsiteX15" fmla="*/ 176458 w 180740"/>
                    <a:gd name="connsiteY15" fmla="*/ 82453 h 115668"/>
                    <a:gd name="connsiteX16" fmla="*/ 146926 w 180740"/>
                    <a:gd name="connsiteY16" fmla="*/ 111985 h 115668"/>
                    <a:gd name="connsiteX17" fmla="*/ 138054 w 180740"/>
                    <a:gd name="connsiteY17" fmla="*/ 115669 h 11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740" h="115668">
                      <a:moveTo>
                        <a:pt x="138054" y="115669"/>
                      </a:moveTo>
                      <a:cubicBezTo>
                        <a:pt x="131128" y="115669"/>
                        <a:pt x="125513" y="110055"/>
                        <a:pt x="125513" y="103129"/>
                      </a:cubicBezTo>
                      <a:lnTo>
                        <a:pt x="125513" y="25081"/>
                      </a:lnTo>
                      <a:lnTo>
                        <a:pt x="25081" y="25081"/>
                      </a:lnTo>
                      <a:lnTo>
                        <a:pt x="25081" y="49754"/>
                      </a:lnTo>
                      <a:cubicBezTo>
                        <a:pt x="25081" y="56680"/>
                        <a:pt x="19466" y="62294"/>
                        <a:pt x="12540" y="62294"/>
                      </a:cubicBezTo>
                      <a:cubicBezTo>
                        <a:pt x="5614" y="62294"/>
                        <a:pt x="0" y="56680"/>
                        <a:pt x="0" y="49754"/>
                      </a:cubicBezTo>
                      <a:lnTo>
                        <a:pt x="0" y="12540"/>
                      </a:lnTo>
                      <a:cubicBezTo>
                        <a:pt x="0" y="5615"/>
                        <a:pt x="5614" y="0"/>
                        <a:pt x="12540" y="0"/>
                      </a:cubicBezTo>
                      <a:lnTo>
                        <a:pt x="138054" y="0"/>
                      </a:lnTo>
                      <a:cubicBezTo>
                        <a:pt x="144979" y="0"/>
                        <a:pt x="150594" y="5615"/>
                        <a:pt x="150594" y="12540"/>
                      </a:cubicBezTo>
                      <a:lnTo>
                        <a:pt x="150594" y="72844"/>
                      </a:lnTo>
                      <a:lnTo>
                        <a:pt x="158792" y="64724"/>
                      </a:lnTo>
                      <a:cubicBezTo>
                        <a:pt x="163371" y="59528"/>
                        <a:pt x="171296" y="59029"/>
                        <a:pt x="176491" y="63608"/>
                      </a:cubicBezTo>
                      <a:cubicBezTo>
                        <a:pt x="181688" y="68188"/>
                        <a:pt x="182188" y="76112"/>
                        <a:pt x="177607" y="81308"/>
                      </a:cubicBezTo>
                      <a:cubicBezTo>
                        <a:pt x="177250" y="81714"/>
                        <a:pt x="176866" y="82096"/>
                        <a:pt x="176458" y="82453"/>
                      </a:cubicBezTo>
                      <a:lnTo>
                        <a:pt x="146926" y="111985"/>
                      </a:lnTo>
                      <a:cubicBezTo>
                        <a:pt x="144574" y="114342"/>
                        <a:pt x="141383" y="115667"/>
                        <a:pt x="138054" y="115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37" name="Freeform 152">
                  <a:extLst>
                    <a:ext uri="{FF2B5EF4-FFF2-40B4-BE49-F238E27FC236}">
                      <a16:creationId xmlns:a16="http://schemas.microsoft.com/office/drawing/2014/main" id="{6AEB91D6-6728-9395-5868-C83A440D5F21}"/>
                    </a:ext>
                  </a:extLst>
                </p:cNvPr>
                <p:cNvSpPr/>
                <p:nvPr/>
              </p:nvSpPr>
              <p:spPr>
                <a:xfrm>
                  <a:off x="6602514" y="2254254"/>
                  <a:ext cx="62701" cy="53139"/>
                </a:xfrm>
                <a:custGeom>
                  <a:avLst/>
                  <a:gdLst>
                    <a:gd name="connsiteX0" fmla="*/ 31351 w 62701"/>
                    <a:gd name="connsiteY0" fmla="*/ 53140 h 53139"/>
                    <a:gd name="connsiteX1" fmla="*/ 0 w 62701"/>
                    <a:gd name="connsiteY1" fmla="*/ 21789 h 53139"/>
                    <a:gd name="connsiteX2" fmla="*/ 0 w 62701"/>
                    <a:gd name="connsiteY2" fmla="*/ 12540 h 53139"/>
                    <a:gd name="connsiteX3" fmla="*/ 12540 w 62701"/>
                    <a:gd name="connsiteY3" fmla="*/ 0 h 53139"/>
                    <a:gd name="connsiteX4" fmla="*/ 25081 w 62701"/>
                    <a:gd name="connsiteY4" fmla="*/ 12540 h 53139"/>
                    <a:gd name="connsiteX5" fmla="*/ 25081 w 62701"/>
                    <a:gd name="connsiteY5" fmla="*/ 21789 h 53139"/>
                    <a:gd name="connsiteX6" fmla="*/ 31351 w 62701"/>
                    <a:gd name="connsiteY6" fmla="*/ 28059 h 53139"/>
                    <a:gd name="connsiteX7" fmla="*/ 37621 w 62701"/>
                    <a:gd name="connsiteY7" fmla="*/ 21789 h 53139"/>
                    <a:gd name="connsiteX8" fmla="*/ 37621 w 62701"/>
                    <a:gd name="connsiteY8" fmla="*/ 12540 h 53139"/>
                    <a:gd name="connsiteX9" fmla="*/ 50161 w 62701"/>
                    <a:gd name="connsiteY9" fmla="*/ 0 h 53139"/>
                    <a:gd name="connsiteX10" fmla="*/ 62702 w 62701"/>
                    <a:gd name="connsiteY10" fmla="*/ 12540 h 53139"/>
                    <a:gd name="connsiteX11" fmla="*/ 62702 w 62701"/>
                    <a:gd name="connsiteY11" fmla="*/ 21789 h 53139"/>
                    <a:gd name="connsiteX12" fmla="*/ 31351 w 62701"/>
                    <a:gd name="connsiteY12" fmla="*/ 53140 h 5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701" h="53139">
                      <a:moveTo>
                        <a:pt x="31351" y="53140"/>
                      </a:moveTo>
                      <a:cubicBezTo>
                        <a:pt x="14036" y="53140"/>
                        <a:pt x="0" y="39104"/>
                        <a:pt x="0" y="21789"/>
                      </a:cubicBezTo>
                      <a:lnTo>
                        <a:pt x="0" y="12540"/>
                      </a:lnTo>
                      <a:cubicBezTo>
                        <a:pt x="0" y="5615"/>
                        <a:pt x="5614" y="0"/>
                        <a:pt x="12540" y="0"/>
                      </a:cubicBezTo>
                      <a:cubicBezTo>
                        <a:pt x="19466" y="0"/>
                        <a:pt x="25081" y="5615"/>
                        <a:pt x="25081" y="12540"/>
                      </a:cubicBezTo>
                      <a:lnTo>
                        <a:pt x="25081" y="21789"/>
                      </a:lnTo>
                      <a:cubicBezTo>
                        <a:pt x="25081" y="25252"/>
                        <a:pt x="27888" y="28059"/>
                        <a:pt x="31351" y="28059"/>
                      </a:cubicBezTo>
                      <a:cubicBezTo>
                        <a:pt x="34814" y="28059"/>
                        <a:pt x="37621" y="25252"/>
                        <a:pt x="37621" y="21789"/>
                      </a:cubicBezTo>
                      <a:lnTo>
                        <a:pt x="37621" y="12540"/>
                      </a:lnTo>
                      <a:cubicBezTo>
                        <a:pt x="37621" y="5615"/>
                        <a:pt x="43235" y="0"/>
                        <a:pt x="50161" y="0"/>
                      </a:cubicBezTo>
                      <a:cubicBezTo>
                        <a:pt x="57087" y="0"/>
                        <a:pt x="62702" y="5615"/>
                        <a:pt x="62702" y="12540"/>
                      </a:cubicBezTo>
                      <a:lnTo>
                        <a:pt x="62702" y="21789"/>
                      </a:lnTo>
                      <a:cubicBezTo>
                        <a:pt x="62702" y="39104"/>
                        <a:pt x="48665" y="53140"/>
                        <a:pt x="31351" y="53140"/>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338" name="Graphic 332">
                  <a:extLst>
                    <a:ext uri="{FF2B5EF4-FFF2-40B4-BE49-F238E27FC236}">
                      <a16:creationId xmlns:a16="http://schemas.microsoft.com/office/drawing/2014/main" id="{94490F73-D8DA-6AB4-703A-3D7842FE5BBA}"/>
                    </a:ext>
                  </a:extLst>
                </p:cNvPr>
                <p:cNvGrpSpPr/>
                <p:nvPr/>
              </p:nvGrpSpPr>
              <p:grpSpPr>
                <a:xfrm>
                  <a:off x="6698915" y="2181138"/>
                  <a:ext cx="121900" cy="126255"/>
                  <a:chOff x="6698915" y="2181138"/>
                  <a:chExt cx="121900" cy="126255"/>
                </a:xfrm>
                <a:solidFill>
                  <a:srgbClr val="EF463C"/>
                </a:solidFill>
              </p:grpSpPr>
              <p:sp>
                <p:nvSpPr>
                  <p:cNvPr id="340" name="Freeform 155">
                    <a:extLst>
                      <a:ext uri="{FF2B5EF4-FFF2-40B4-BE49-F238E27FC236}">
                        <a16:creationId xmlns:a16="http://schemas.microsoft.com/office/drawing/2014/main" id="{AEA68C4E-F270-746D-176B-68EB67E81C48}"/>
                      </a:ext>
                    </a:extLst>
                  </p:cNvPr>
                  <p:cNvSpPr/>
                  <p:nvPr/>
                </p:nvSpPr>
                <p:spPr>
                  <a:xfrm>
                    <a:off x="6734527" y="2181138"/>
                    <a:ext cx="31221" cy="47157"/>
                  </a:xfrm>
                  <a:custGeom>
                    <a:avLst/>
                    <a:gdLst>
                      <a:gd name="connsiteX0" fmla="*/ 18675 w 31221"/>
                      <a:gd name="connsiteY0" fmla="*/ 47157 h 47157"/>
                      <a:gd name="connsiteX1" fmla="*/ 6589 w 31221"/>
                      <a:gd name="connsiteY1" fmla="*/ 37971 h 47157"/>
                      <a:gd name="connsiteX2" fmla="*/ 460 w 31221"/>
                      <a:gd name="connsiteY2" fmla="*/ 15900 h 47157"/>
                      <a:gd name="connsiteX3" fmla="*/ 9191 w 31221"/>
                      <a:gd name="connsiteY3" fmla="*/ 460 h 47157"/>
                      <a:gd name="connsiteX4" fmla="*/ 24632 w 31221"/>
                      <a:gd name="connsiteY4" fmla="*/ 9191 h 47157"/>
                      <a:gd name="connsiteX5" fmla="*/ 30761 w 31221"/>
                      <a:gd name="connsiteY5" fmla="*/ 31262 h 47157"/>
                      <a:gd name="connsiteX6" fmla="*/ 22034 w 31221"/>
                      <a:gd name="connsiteY6" fmla="*/ 46701 h 47157"/>
                      <a:gd name="connsiteX7" fmla="*/ 22030 w 31221"/>
                      <a:gd name="connsiteY7" fmla="*/ 46703 h 47157"/>
                      <a:gd name="connsiteX8" fmla="*/ 18675 w 31221"/>
                      <a:gd name="connsiteY8" fmla="*/ 47157 h 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21" h="47157">
                        <a:moveTo>
                          <a:pt x="18675" y="47157"/>
                        </a:moveTo>
                        <a:cubicBezTo>
                          <a:pt x="13040" y="47159"/>
                          <a:pt x="8097" y="43401"/>
                          <a:pt x="6589" y="37971"/>
                        </a:cubicBezTo>
                        <a:lnTo>
                          <a:pt x="460" y="15900"/>
                        </a:lnTo>
                        <a:cubicBezTo>
                          <a:pt x="-1393" y="9226"/>
                          <a:pt x="2517" y="2313"/>
                          <a:pt x="9191" y="460"/>
                        </a:cubicBezTo>
                        <a:cubicBezTo>
                          <a:pt x="15866" y="-1393"/>
                          <a:pt x="22779" y="2517"/>
                          <a:pt x="24632" y="9191"/>
                        </a:cubicBezTo>
                        <a:lnTo>
                          <a:pt x="30761" y="31262"/>
                        </a:lnTo>
                        <a:cubicBezTo>
                          <a:pt x="32614" y="37935"/>
                          <a:pt x="28707" y="44848"/>
                          <a:pt x="22034" y="46701"/>
                        </a:cubicBezTo>
                        <a:cubicBezTo>
                          <a:pt x="22033" y="46701"/>
                          <a:pt x="22031" y="46703"/>
                          <a:pt x="22030" y="46703"/>
                        </a:cubicBezTo>
                        <a:cubicBezTo>
                          <a:pt x="20935" y="46997"/>
                          <a:pt x="19808" y="47151"/>
                          <a:pt x="18675" y="47157"/>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1" name="Freeform 156">
                    <a:extLst>
                      <a:ext uri="{FF2B5EF4-FFF2-40B4-BE49-F238E27FC236}">
                        <a16:creationId xmlns:a16="http://schemas.microsoft.com/office/drawing/2014/main" id="{DF572FE9-AEB5-9EF6-4F11-1EBD9975C09E}"/>
                      </a:ext>
                    </a:extLst>
                  </p:cNvPr>
                  <p:cNvSpPr/>
                  <p:nvPr/>
                </p:nvSpPr>
                <p:spPr>
                  <a:xfrm>
                    <a:off x="6762486" y="2187024"/>
                    <a:ext cx="36918" cy="44563"/>
                  </a:xfrm>
                  <a:custGeom>
                    <a:avLst/>
                    <a:gdLst>
                      <a:gd name="connsiteX0" fmla="*/ 12536 w 36918"/>
                      <a:gd name="connsiteY0" fmla="*/ 44564 h 44563"/>
                      <a:gd name="connsiteX1" fmla="*/ 0 w 36918"/>
                      <a:gd name="connsiteY1" fmla="*/ 32019 h 44563"/>
                      <a:gd name="connsiteX2" fmla="*/ 1829 w 36918"/>
                      <a:gd name="connsiteY2" fmla="*/ 25502 h 44563"/>
                      <a:gd name="connsiteX3" fmla="*/ 13774 w 36918"/>
                      <a:gd name="connsiteY3" fmla="*/ 5845 h 44563"/>
                      <a:gd name="connsiteX4" fmla="*/ 31073 w 36918"/>
                      <a:gd name="connsiteY4" fmla="*/ 1939 h 44563"/>
                      <a:gd name="connsiteX5" fmla="*/ 35202 w 36918"/>
                      <a:gd name="connsiteY5" fmla="*/ 18872 h 44563"/>
                      <a:gd name="connsiteX6" fmla="*/ 23258 w 36918"/>
                      <a:gd name="connsiteY6" fmla="*/ 38529 h 44563"/>
                      <a:gd name="connsiteX7" fmla="*/ 12536 w 36918"/>
                      <a:gd name="connsiteY7" fmla="*/ 44564 h 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18" h="44563">
                        <a:moveTo>
                          <a:pt x="12536" y="44564"/>
                        </a:moveTo>
                        <a:cubicBezTo>
                          <a:pt x="5610" y="44561"/>
                          <a:pt x="-2" y="38944"/>
                          <a:pt x="0" y="32019"/>
                        </a:cubicBezTo>
                        <a:cubicBezTo>
                          <a:pt x="2" y="29719"/>
                          <a:pt x="635" y="27465"/>
                          <a:pt x="1829" y="25502"/>
                        </a:cubicBezTo>
                        <a:lnTo>
                          <a:pt x="13774" y="5845"/>
                        </a:lnTo>
                        <a:cubicBezTo>
                          <a:pt x="17472" y="-10"/>
                          <a:pt x="25217" y="-1759"/>
                          <a:pt x="31073" y="1939"/>
                        </a:cubicBezTo>
                        <a:cubicBezTo>
                          <a:pt x="36787" y="5549"/>
                          <a:pt x="38613" y="13037"/>
                          <a:pt x="35202" y="18872"/>
                        </a:cubicBezTo>
                        <a:lnTo>
                          <a:pt x="23258" y="38529"/>
                        </a:lnTo>
                        <a:cubicBezTo>
                          <a:pt x="20985" y="42277"/>
                          <a:pt x="16918" y="44564"/>
                          <a:pt x="12536" y="4456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2" name="Freeform 157">
                    <a:extLst>
                      <a:ext uri="{FF2B5EF4-FFF2-40B4-BE49-F238E27FC236}">
                        <a16:creationId xmlns:a16="http://schemas.microsoft.com/office/drawing/2014/main" id="{A27C1FDE-A355-1FF1-2221-15FA8F13B6C6}"/>
                      </a:ext>
                    </a:extLst>
                  </p:cNvPr>
                  <p:cNvSpPr/>
                  <p:nvPr/>
                </p:nvSpPr>
                <p:spPr>
                  <a:xfrm>
                    <a:off x="6779022" y="2221060"/>
                    <a:ext cx="41793" cy="28475"/>
                  </a:xfrm>
                  <a:custGeom>
                    <a:avLst/>
                    <a:gdLst>
                      <a:gd name="connsiteX0" fmla="*/ 12522 w 41793"/>
                      <a:gd name="connsiteY0" fmla="*/ 28475 h 28475"/>
                      <a:gd name="connsiteX1" fmla="*/ 0 w 41793"/>
                      <a:gd name="connsiteY1" fmla="*/ 15916 h 28475"/>
                      <a:gd name="connsiteX2" fmla="*/ 10045 w 41793"/>
                      <a:gd name="connsiteY2" fmla="*/ 3646 h 28475"/>
                      <a:gd name="connsiteX3" fmla="*/ 26880 w 41793"/>
                      <a:gd name="connsiteY3" fmla="*/ 228 h 28475"/>
                      <a:gd name="connsiteX4" fmla="*/ 41565 w 41793"/>
                      <a:gd name="connsiteY4" fmla="*/ 10173 h 28475"/>
                      <a:gd name="connsiteX5" fmla="*/ 31865 w 41793"/>
                      <a:gd name="connsiteY5" fmla="*/ 24807 h 28475"/>
                      <a:gd name="connsiteX6" fmla="*/ 15030 w 41793"/>
                      <a:gd name="connsiteY6" fmla="*/ 28225 h 28475"/>
                      <a:gd name="connsiteX7" fmla="*/ 12522 w 41793"/>
                      <a:gd name="connsiteY7" fmla="*/ 28475 h 2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93" h="28475">
                        <a:moveTo>
                          <a:pt x="12522" y="28475"/>
                        </a:moveTo>
                        <a:cubicBezTo>
                          <a:pt x="5596" y="28464"/>
                          <a:pt x="-11" y="22842"/>
                          <a:pt x="0" y="15916"/>
                        </a:cubicBezTo>
                        <a:cubicBezTo>
                          <a:pt x="9" y="9960"/>
                          <a:pt x="4207" y="4831"/>
                          <a:pt x="10045" y="3646"/>
                        </a:cubicBezTo>
                        <a:lnTo>
                          <a:pt x="26880" y="228"/>
                        </a:lnTo>
                        <a:cubicBezTo>
                          <a:pt x="33682" y="-1081"/>
                          <a:pt x="40256" y="3371"/>
                          <a:pt x="41565" y="10173"/>
                        </a:cubicBezTo>
                        <a:cubicBezTo>
                          <a:pt x="42855" y="16877"/>
                          <a:pt x="38544" y="23384"/>
                          <a:pt x="31865" y="24807"/>
                        </a:cubicBezTo>
                        <a:lnTo>
                          <a:pt x="15030" y="28225"/>
                        </a:lnTo>
                        <a:cubicBezTo>
                          <a:pt x="14205" y="28394"/>
                          <a:pt x="13363" y="28477"/>
                          <a:pt x="12522" y="2847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3" name="Freeform 158">
                    <a:extLst>
                      <a:ext uri="{FF2B5EF4-FFF2-40B4-BE49-F238E27FC236}">
                        <a16:creationId xmlns:a16="http://schemas.microsoft.com/office/drawing/2014/main" id="{EEB4CD5C-434D-493D-74D1-988A6429E041}"/>
                      </a:ext>
                    </a:extLst>
                  </p:cNvPr>
                  <p:cNvSpPr/>
                  <p:nvPr/>
                </p:nvSpPr>
                <p:spPr>
                  <a:xfrm>
                    <a:off x="6774727" y="2247949"/>
                    <a:ext cx="41840" cy="35226"/>
                  </a:xfrm>
                  <a:custGeom>
                    <a:avLst/>
                    <a:gdLst>
                      <a:gd name="connsiteX0" fmla="*/ 29357 w 41840"/>
                      <a:gd name="connsiteY0" fmla="*/ 35226 h 35226"/>
                      <a:gd name="connsiteX1" fmla="*/ 22883 w 41840"/>
                      <a:gd name="connsiteY1" fmla="*/ 33408 h 35226"/>
                      <a:gd name="connsiteX2" fmla="*/ 5390 w 41840"/>
                      <a:gd name="connsiteY2" fmla="*/ 22843 h 35226"/>
                      <a:gd name="connsiteX3" fmla="*/ 2240 w 41840"/>
                      <a:gd name="connsiteY3" fmla="*/ 5390 h 35226"/>
                      <a:gd name="connsiteX4" fmla="*/ 18385 w 41840"/>
                      <a:gd name="connsiteY4" fmla="*/ 1446 h 35226"/>
                      <a:gd name="connsiteX5" fmla="*/ 35878 w 41840"/>
                      <a:gd name="connsiteY5" fmla="*/ 12011 h 35226"/>
                      <a:gd name="connsiteX6" fmla="*/ 39973 w 41840"/>
                      <a:gd name="connsiteY6" fmla="*/ 29267 h 35226"/>
                      <a:gd name="connsiteX7" fmla="*/ 29357 w 41840"/>
                      <a:gd name="connsiteY7" fmla="*/ 35226 h 3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40" h="35226">
                        <a:moveTo>
                          <a:pt x="29357" y="35226"/>
                        </a:moveTo>
                        <a:cubicBezTo>
                          <a:pt x="27073" y="35222"/>
                          <a:pt x="24835" y="34592"/>
                          <a:pt x="22883" y="33408"/>
                        </a:cubicBezTo>
                        <a:lnTo>
                          <a:pt x="5390" y="22843"/>
                        </a:lnTo>
                        <a:cubicBezTo>
                          <a:pt x="-299" y="18893"/>
                          <a:pt x="-1710" y="11080"/>
                          <a:pt x="2240" y="5390"/>
                        </a:cubicBezTo>
                        <a:cubicBezTo>
                          <a:pt x="5852" y="186"/>
                          <a:pt x="12779" y="-1506"/>
                          <a:pt x="18385" y="1446"/>
                        </a:cubicBezTo>
                        <a:lnTo>
                          <a:pt x="35878" y="12011"/>
                        </a:lnTo>
                        <a:cubicBezTo>
                          <a:pt x="41774" y="15645"/>
                          <a:pt x="43608" y="23371"/>
                          <a:pt x="39973" y="29267"/>
                        </a:cubicBezTo>
                        <a:cubicBezTo>
                          <a:pt x="37701" y="32954"/>
                          <a:pt x="33687" y="35206"/>
                          <a:pt x="29357" y="3522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4" name="Freeform 159">
                    <a:extLst>
                      <a:ext uri="{FF2B5EF4-FFF2-40B4-BE49-F238E27FC236}">
                        <a16:creationId xmlns:a16="http://schemas.microsoft.com/office/drawing/2014/main" id="{4A703E2E-F104-679A-1ACC-713EDF5ECA3C}"/>
                      </a:ext>
                    </a:extLst>
                  </p:cNvPr>
                  <p:cNvSpPr/>
                  <p:nvPr/>
                </p:nvSpPr>
                <p:spPr>
                  <a:xfrm>
                    <a:off x="6753280" y="2265531"/>
                    <a:ext cx="29214" cy="41862"/>
                  </a:xfrm>
                  <a:custGeom>
                    <a:avLst/>
                    <a:gdLst>
                      <a:gd name="connsiteX0" fmla="*/ 16585 w 29214"/>
                      <a:gd name="connsiteY0" fmla="*/ 41863 h 41862"/>
                      <a:gd name="connsiteX1" fmla="*/ 4405 w 29214"/>
                      <a:gd name="connsiteY1" fmla="*/ 32269 h 41862"/>
                      <a:gd name="connsiteX2" fmla="*/ 423 w 29214"/>
                      <a:gd name="connsiteY2" fmla="*/ 15763 h 41862"/>
                      <a:gd name="connsiteX3" fmla="*/ 9324 w 29214"/>
                      <a:gd name="connsiteY3" fmla="*/ 423 h 41862"/>
                      <a:gd name="connsiteX4" fmla="*/ 24664 w 29214"/>
                      <a:gd name="connsiteY4" fmla="*/ 9325 h 41862"/>
                      <a:gd name="connsiteX5" fmla="*/ 24799 w 29214"/>
                      <a:gd name="connsiteY5" fmla="*/ 9885 h 41862"/>
                      <a:gd name="connsiteX6" fmla="*/ 28858 w 29214"/>
                      <a:gd name="connsiteY6" fmla="*/ 26375 h 41862"/>
                      <a:gd name="connsiteX7" fmla="*/ 19626 w 29214"/>
                      <a:gd name="connsiteY7" fmla="*/ 41518 h 41862"/>
                      <a:gd name="connsiteX8" fmla="*/ 19626 w 29214"/>
                      <a:gd name="connsiteY8" fmla="*/ 41518 h 41862"/>
                      <a:gd name="connsiteX9" fmla="*/ 16585 w 29214"/>
                      <a:gd name="connsiteY9" fmla="*/ 41863 h 41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214" h="41862">
                        <a:moveTo>
                          <a:pt x="16585" y="41863"/>
                        </a:moveTo>
                        <a:cubicBezTo>
                          <a:pt x="10797" y="41858"/>
                          <a:pt x="5765" y="37894"/>
                          <a:pt x="4405" y="32269"/>
                        </a:cubicBezTo>
                        <a:lnTo>
                          <a:pt x="423" y="15763"/>
                        </a:lnTo>
                        <a:cubicBezTo>
                          <a:pt x="-1354" y="9070"/>
                          <a:pt x="2630" y="2202"/>
                          <a:pt x="9324" y="423"/>
                        </a:cubicBezTo>
                        <a:cubicBezTo>
                          <a:pt x="16019" y="-1354"/>
                          <a:pt x="22886" y="2632"/>
                          <a:pt x="24664" y="9325"/>
                        </a:cubicBezTo>
                        <a:cubicBezTo>
                          <a:pt x="24712" y="9510"/>
                          <a:pt x="24758" y="9697"/>
                          <a:pt x="24799" y="9885"/>
                        </a:cubicBezTo>
                        <a:lnTo>
                          <a:pt x="28858" y="26375"/>
                        </a:lnTo>
                        <a:cubicBezTo>
                          <a:pt x="30490" y="33106"/>
                          <a:pt x="26357" y="39886"/>
                          <a:pt x="19626" y="41518"/>
                        </a:cubicBezTo>
                        <a:cubicBezTo>
                          <a:pt x="19626" y="41518"/>
                          <a:pt x="19626" y="41518"/>
                          <a:pt x="19626" y="41518"/>
                        </a:cubicBezTo>
                        <a:cubicBezTo>
                          <a:pt x="18629" y="41753"/>
                          <a:pt x="17608" y="41869"/>
                          <a:pt x="16585" y="41863"/>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5" name="Freeform 160">
                    <a:extLst>
                      <a:ext uri="{FF2B5EF4-FFF2-40B4-BE49-F238E27FC236}">
                        <a16:creationId xmlns:a16="http://schemas.microsoft.com/office/drawing/2014/main" id="{DFE396B5-EE2D-AF8A-598B-4F51D664B2F0}"/>
                      </a:ext>
                    </a:extLst>
                  </p:cNvPr>
                  <p:cNvSpPr/>
                  <p:nvPr/>
                </p:nvSpPr>
                <p:spPr>
                  <a:xfrm>
                    <a:off x="6720312" y="2259509"/>
                    <a:ext cx="35042" cy="42194"/>
                  </a:xfrm>
                  <a:custGeom>
                    <a:avLst/>
                    <a:gdLst>
                      <a:gd name="connsiteX0" fmla="*/ 12497 w 35042"/>
                      <a:gd name="connsiteY0" fmla="*/ 42195 h 42194"/>
                      <a:gd name="connsiteX1" fmla="*/ 0 w 35042"/>
                      <a:gd name="connsiteY1" fmla="*/ 29611 h 42194"/>
                      <a:gd name="connsiteX2" fmla="*/ 1680 w 35042"/>
                      <a:gd name="connsiteY2" fmla="*/ 23384 h 42194"/>
                      <a:gd name="connsiteX3" fmla="*/ 11666 w 35042"/>
                      <a:gd name="connsiteY3" fmla="*/ 6220 h 42194"/>
                      <a:gd name="connsiteX4" fmla="*/ 28822 w 35042"/>
                      <a:gd name="connsiteY4" fmla="*/ 1713 h 42194"/>
                      <a:gd name="connsiteX5" fmla="*/ 33329 w 35042"/>
                      <a:gd name="connsiteY5" fmla="*/ 18870 h 42194"/>
                      <a:gd name="connsiteX6" fmla="*/ 23344 w 35042"/>
                      <a:gd name="connsiteY6" fmla="*/ 35972 h 42194"/>
                      <a:gd name="connsiteX7" fmla="*/ 12497 w 35042"/>
                      <a:gd name="connsiteY7" fmla="*/ 42195 h 4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42" h="42194">
                        <a:moveTo>
                          <a:pt x="12497" y="42195"/>
                        </a:moveTo>
                        <a:cubicBezTo>
                          <a:pt x="5571" y="42170"/>
                          <a:pt x="-23" y="36536"/>
                          <a:pt x="0" y="29611"/>
                        </a:cubicBezTo>
                        <a:cubicBezTo>
                          <a:pt x="8" y="27424"/>
                          <a:pt x="588" y="25278"/>
                          <a:pt x="1680" y="23384"/>
                        </a:cubicBezTo>
                        <a:lnTo>
                          <a:pt x="11666" y="6220"/>
                        </a:lnTo>
                        <a:cubicBezTo>
                          <a:pt x="15158" y="238"/>
                          <a:pt x="22841" y="-1779"/>
                          <a:pt x="28822" y="1713"/>
                        </a:cubicBezTo>
                        <a:cubicBezTo>
                          <a:pt x="34804" y="5206"/>
                          <a:pt x="36822" y="12888"/>
                          <a:pt x="33329" y="18870"/>
                        </a:cubicBezTo>
                        <a:lnTo>
                          <a:pt x="23344" y="35972"/>
                        </a:lnTo>
                        <a:cubicBezTo>
                          <a:pt x="21095" y="39829"/>
                          <a:pt x="16962" y="42200"/>
                          <a:pt x="12497" y="4219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6" name="Freeform 161">
                    <a:extLst>
                      <a:ext uri="{FF2B5EF4-FFF2-40B4-BE49-F238E27FC236}">
                        <a16:creationId xmlns:a16="http://schemas.microsoft.com/office/drawing/2014/main" id="{F3D80217-084A-9BAD-7D26-4C446E238105}"/>
                      </a:ext>
                    </a:extLst>
                  </p:cNvPr>
                  <p:cNvSpPr/>
                  <p:nvPr/>
                </p:nvSpPr>
                <p:spPr>
                  <a:xfrm>
                    <a:off x="6698915" y="2238810"/>
                    <a:ext cx="43578" cy="30116"/>
                  </a:xfrm>
                  <a:custGeom>
                    <a:avLst/>
                    <a:gdLst>
                      <a:gd name="connsiteX0" fmla="*/ 12528 w 43578"/>
                      <a:gd name="connsiteY0" fmla="*/ 30116 h 30116"/>
                      <a:gd name="connsiteX1" fmla="*/ 0 w 43578"/>
                      <a:gd name="connsiteY1" fmla="*/ 17563 h 30116"/>
                      <a:gd name="connsiteX2" fmla="*/ 9252 w 43578"/>
                      <a:gd name="connsiteY2" fmla="*/ 5475 h 30116"/>
                      <a:gd name="connsiteX3" fmla="*/ 27921 w 43578"/>
                      <a:gd name="connsiteY3" fmla="*/ 396 h 30116"/>
                      <a:gd name="connsiteX4" fmla="*/ 43183 w 43578"/>
                      <a:gd name="connsiteY4" fmla="*/ 9429 h 30116"/>
                      <a:gd name="connsiteX5" fmla="*/ 34489 w 43578"/>
                      <a:gd name="connsiteY5" fmla="*/ 24599 h 30116"/>
                      <a:gd name="connsiteX6" fmla="*/ 15820 w 43578"/>
                      <a:gd name="connsiteY6" fmla="*/ 29677 h 30116"/>
                      <a:gd name="connsiteX7" fmla="*/ 12528 w 43578"/>
                      <a:gd name="connsiteY7" fmla="*/ 30116 h 3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8" h="30116">
                        <a:moveTo>
                          <a:pt x="12528" y="30116"/>
                        </a:moveTo>
                        <a:cubicBezTo>
                          <a:pt x="5602" y="30110"/>
                          <a:pt x="-7" y="24489"/>
                          <a:pt x="0" y="17563"/>
                        </a:cubicBezTo>
                        <a:cubicBezTo>
                          <a:pt x="6" y="11909"/>
                          <a:pt x="3795" y="6957"/>
                          <a:pt x="9252" y="5475"/>
                        </a:cubicBezTo>
                        <a:lnTo>
                          <a:pt x="27921" y="396"/>
                        </a:lnTo>
                        <a:cubicBezTo>
                          <a:pt x="34630" y="-1324"/>
                          <a:pt x="41463" y="2720"/>
                          <a:pt x="43183" y="9429"/>
                        </a:cubicBezTo>
                        <a:cubicBezTo>
                          <a:pt x="44869" y="16005"/>
                          <a:pt x="41015" y="22729"/>
                          <a:pt x="34489" y="24599"/>
                        </a:cubicBezTo>
                        <a:lnTo>
                          <a:pt x="15820" y="29677"/>
                        </a:lnTo>
                        <a:cubicBezTo>
                          <a:pt x="14747" y="29969"/>
                          <a:pt x="13640" y="30116"/>
                          <a:pt x="12528" y="3011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7" name="Freeform 162">
                    <a:extLst>
                      <a:ext uri="{FF2B5EF4-FFF2-40B4-BE49-F238E27FC236}">
                        <a16:creationId xmlns:a16="http://schemas.microsoft.com/office/drawing/2014/main" id="{9938343C-BF1C-6575-0265-ACFBFC027C9C}"/>
                      </a:ext>
                    </a:extLst>
                  </p:cNvPr>
                  <p:cNvSpPr/>
                  <p:nvPr/>
                </p:nvSpPr>
                <p:spPr>
                  <a:xfrm>
                    <a:off x="6703187" y="2203941"/>
                    <a:ext cx="43000" cy="36753"/>
                  </a:xfrm>
                  <a:custGeom>
                    <a:avLst/>
                    <a:gdLst>
                      <a:gd name="connsiteX0" fmla="*/ 30436 w 43000"/>
                      <a:gd name="connsiteY0" fmla="*/ 36754 h 36753"/>
                      <a:gd name="connsiteX1" fmla="*/ 23602 w 43000"/>
                      <a:gd name="connsiteY1" fmla="*/ 34716 h 36753"/>
                      <a:gd name="connsiteX2" fmla="*/ 5700 w 43000"/>
                      <a:gd name="connsiteY2" fmla="*/ 23053 h 36753"/>
                      <a:gd name="connsiteX3" fmla="*/ 2032 w 43000"/>
                      <a:gd name="connsiteY3" fmla="*/ 5701 h 36753"/>
                      <a:gd name="connsiteX4" fmla="*/ 19385 w 43000"/>
                      <a:gd name="connsiteY4" fmla="*/ 2033 h 36753"/>
                      <a:gd name="connsiteX5" fmla="*/ 37286 w 43000"/>
                      <a:gd name="connsiteY5" fmla="*/ 13695 h 36753"/>
                      <a:gd name="connsiteX6" fmla="*/ 40976 w 43000"/>
                      <a:gd name="connsiteY6" fmla="*/ 31042 h 36753"/>
                      <a:gd name="connsiteX7" fmla="*/ 30436 w 43000"/>
                      <a:gd name="connsiteY7" fmla="*/ 36754 h 36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000" h="36753">
                        <a:moveTo>
                          <a:pt x="30436" y="36754"/>
                        </a:moveTo>
                        <a:cubicBezTo>
                          <a:pt x="28008" y="36751"/>
                          <a:pt x="25635" y="36042"/>
                          <a:pt x="23602" y="34716"/>
                        </a:cubicBezTo>
                        <a:lnTo>
                          <a:pt x="5700" y="23053"/>
                        </a:lnTo>
                        <a:cubicBezTo>
                          <a:pt x="-104" y="19274"/>
                          <a:pt x="-1746" y="11505"/>
                          <a:pt x="2032" y="5701"/>
                        </a:cubicBezTo>
                        <a:cubicBezTo>
                          <a:pt x="5811" y="-104"/>
                          <a:pt x="13581" y="-1747"/>
                          <a:pt x="19385" y="2033"/>
                        </a:cubicBezTo>
                        <a:lnTo>
                          <a:pt x="37286" y="13695"/>
                        </a:lnTo>
                        <a:cubicBezTo>
                          <a:pt x="43096" y="17467"/>
                          <a:pt x="44748" y="25232"/>
                          <a:pt x="40976" y="31042"/>
                        </a:cubicBezTo>
                        <a:cubicBezTo>
                          <a:pt x="38660" y="34611"/>
                          <a:pt x="34691" y="36762"/>
                          <a:pt x="30436" y="3675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8" name="Freeform 163">
                    <a:extLst>
                      <a:ext uri="{FF2B5EF4-FFF2-40B4-BE49-F238E27FC236}">
                        <a16:creationId xmlns:a16="http://schemas.microsoft.com/office/drawing/2014/main" id="{2C26862C-3402-0A37-DCF8-495B8C0995B5}"/>
                      </a:ext>
                    </a:extLst>
                  </p:cNvPr>
                  <p:cNvSpPr/>
                  <p:nvPr/>
                </p:nvSpPr>
                <p:spPr>
                  <a:xfrm>
                    <a:off x="6717310" y="2202400"/>
                    <a:ext cx="85595" cy="85587"/>
                  </a:xfrm>
                  <a:custGeom>
                    <a:avLst/>
                    <a:gdLst>
                      <a:gd name="connsiteX0" fmla="*/ 42727 w 85595"/>
                      <a:gd name="connsiteY0" fmla="*/ 85588 h 85587"/>
                      <a:gd name="connsiteX1" fmla="*/ 0 w 85595"/>
                      <a:gd name="connsiteY1" fmla="*/ 42727 h 85587"/>
                      <a:gd name="connsiteX2" fmla="*/ 42860 w 85595"/>
                      <a:gd name="connsiteY2" fmla="*/ 0 h 85587"/>
                      <a:gd name="connsiteX3" fmla="*/ 84455 w 85595"/>
                      <a:gd name="connsiteY3" fmla="*/ 33013 h 85587"/>
                      <a:gd name="connsiteX4" fmla="*/ 84455 w 85595"/>
                      <a:gd name="connsiteY4" fmla="*/ 33013 h 85587"/>
                      <a:gd name="connsiteX5" fmla="*/ 52586 w 85595"/>
                      <a:gd name="connsiteY5" fmla="*/ 84444 h 85587"/>
                      <a:gd name="connsiteX6" fmla="*/ 42727 w 85595"/>
                      <a:gd name="connsiteY6" fmla="*/ 85588 h 85587"/>
                      <a:gd name="connsiteX7" fmla="*/ 42883 w 85595"/>
                      <a:gd name="connsiteY7" fmla="*/ 25049 h 85587"/>
                      <a:gd name="connsiteX8" fmla="*/ 38808 w 85595"/>
                      <a:gd name="connsiteY8" fmla="*/ 25520 h 85587"/>
                      <a:gd name="connsiteX9" fmla="*/ 25664 w 85595"/>
                      <a:gd name="connsiteY9" fmla="*/ 46818 h 85587"/>
                      <a:gd name="connsiteX10" fmla="*/ 46962 w 85595"/>
                      <a:gd name="connsiteY10" fmla="*/ 59963 h 85587"/>
                      <a:gd name="connsiteX11" fmla="*/ 60126 w 85595"/>
                      <a:gd name="connsiteY11" fmla="*/ 38750 h 85587"/>
                      <a:gd name="connsiteX12" fmla="*/ 60126 w 85595"/>
                      <a:gd name="connsiteY12" fmla="*/ 38750 h 85587"/>
                      <a:gd name="connsiteX13" fmla="*/ 42883 w 85595"/>
                      <a:gd name="connsiteY13" fmla="*/ 25049 h 8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595" h="85587">
                        <a:moveTo>
                          <a:pt x="42727" y="85588"/>
                        </a:moveTo>
                        <a:cubicBezTo>
                          <a:pt x="19093" y="85550"/>
                          <a:pt x="-38" y="66362"/>
                          <a:pt x="0" y="42727"/>
                        </a:cubicBezTo>
                        <a:cubicBezTo>
                          <a:pt x="36" y="19093"/>
                          <a:pt x="19226" y="-38"/>
                          <a:pt x="42860" y="0"/>
                        </a:cubicBezTo>
                        <a:cubicBezTo>
                          <a:pt x="62702" y="31"/>
                          <a:pt x="79920" y="13697"/>
                          <a:pt x="84455" y="33013"/>
                        </a:cubicBezTo>
                        <a:lnTo>
                          <a:pt x="84455" y="33013"/>
                        </a:lnTo>
                        <a:cubicBezTo>
                          <a:pt x="89850" y="56015"/>
                          <a:pt x="75585" y="79036"/>
                          <a:pt x="52586" y="84444"/>
                        </a:cubicBezTo>
                        <a:cubicBezTo>
                          <a:pt x="49354" y="85202"/>
                          <a:pt x="46047" y="85586"/>
                          <a:pt x="42727" y="85588"/>
                        </a:cubicBezTo>
                        <a:close/>
                        <a:moveTo>
                          <a:pt x="42883" y="25049"/>
                        </a:moveTo>
                        <a:cubicBezTo>
                          <a:pt x="41512" y="25051"/>
                          <a:pt x="40143" y="25209"/>
                          <a:pt x="38808" y="25520"/>
                        </a:cubicBezTo>
                        <a:cubicBezTo>
                          <a:pt x="29296" y="27771"/>
                          <a:pt x="23411" y="37308"/>
                          <a:pt x="25664" y="46818"/>
                        </a:cubicBezTo>
                        <a:cubicBezTo>
                          <a:pt x="27915" y="56330"/>
                          <a:pt x="37450" y="62214"/>
                          <a:pt x="46962" y="59963"/>
                        </a:cubicBezTo>
                        <a:cubicBezTo>
                          <a:pt x="56439" y="57719"/>
                          <a:pt x="62322" y="48238"/>
                          <a:pt x="60126" y="38750"/>
                        </a:cubicBezTo>
                        <a:lnTo>
                          <a:pt x="60126" y="38750"/>
                        </a:lnTo>
                        <a:cubicBezTo>
                          <a:pt x="58252" y="30736"/>
                          <a:pt x="51113" y="25065"/>
                          <a:pt x="42883" y="25049"/>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339" name="Freeform 154">
                  <a:extLst>
                    <a:ext uri="{FF2B5EF4-FFF2-40B4-BE49-F238E27FC236}">
                      <a16:creationId xmlns:a16="http://schemas.microsoft.com/office/drawing/2014/main" id="{C5E702BB-37A3-D443-D7FB-43CCC0C77DB6}"/>
                    </a:ext>
                  </a:extLst>
                </p:cNvPr>
                <p:cNvSpPr/>
                <p:nvPr/>
              </p:nvSpPr>
              <p:spPr>
                <a:xfrm>
                  <a:off x="6717586" y="2109858"/>
                  <a:ext cx="54608" cy="54606"/>
                </a:xfrm>
                <a:custGeom>
                  <a:avLst/>
                  <a:gdLst>
                    <a:gd name="connsiteX0" fmla="*/ 42074 w 54608"/>
                    <a:gd name="connsiteY0" fmla="*/ 54607 h 54606"/>
                    <a:gd name="connsiteX1" fmla="*/ 33202 w 54608"/>
                    <a:gd name="connsiteY1" fmla="*/ 50939 h 54606"/>
                    <a:gd name="connsiteX2" fmla="*/ 3669 w 54608"/>
                    <a:gd name="connsiteY2" fmla="*/ 21406 h 54606"/>
                    <a:gd name="connsiteX3" fmla="*/ 3677 w 54608"/>
                    <a:gd name="connsiteY3" fmla="*/ 3669 h 54606"/>
                    <a:gd name="connsiteX4" fmla="*/ 21414 w 54608"/>
                    <a:gd name="connsiteY4" fmla="*/ 3677 h 54606"/>
                    <a:gd name="connsiteX5" fmla="*/ 50931 w 54608"/>
                    <a:gd name="connsiteY5" fmla="*/ 33194 h 54606"/>
                    <a:gd name="connsiteX6" fmla="*/ 50940 w 54608"/>
                    <a:gd name="connsiteY6" fmla="*/ 50929 h 54606"/>
                    <a:gd name="connsiteX7" fmla="*/ 42074 w 54608"/>
                    <a:gd name="connsiteY7" fmla="*/ 54607 h 5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608" h="54606">
                      <a:moveTo>
                        <a:pt x="42074" y="54607"/>
                      </a:moveTo>
                      <a:cubicBezTo>
                        <a:pt x="38748" y="54609"/>
                        <a:pt x="35556" y="53290"/>
                        <a:pt x="33202" y="50939"/>
                      </a:cubicBezTo>
                      <a:lnTo>
                        <a:pt x="3669" y="21406"/>
                      </a:lnTo>
                      <a:cubicBezTo>
                        <a:pt x="-1226" y="16506"/>
                        <a:pt x="-1223" y="8565"/>
                        <a:pt x="3677" y="3669"/>
                      </a:cubicBezTo>
                      <a:cubicBezTo>
                        <a:pt x="8577" y="-1226"/>
                        <a:pt x="16519" y="-1223"/>
                        <a:pt x="21414" y="3677"/>
                      </a:cubicBezTo>
                      <a:lnTo>
                        <a:pt x="50931" y="33194"/>
                      </a:lnTo>
                      <a:cubicBezTo>
                        <a:pt x="55831" y="38089"/>
                        <a:pt x="55836" y="46029"/>
                        <a:pt x="50940" y="50929"/>
                      </a:cubicBezTo>
                      <a:cubicBezTo>
                        <a:pt x="48590" y="53282"/>
                        <a:pt x="45401" y="54605"/>
                        <a:pt x="42074" y="5460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12" name="Group 11">
            <a:extLst>
              <a:ext uri="{FF2B5EF4-FFF2-40B4-BE49-F238E27FC236}">
                <a16:creationId xmlns:a16="http://schemas.microsoft.com/office/drawing/2014/main" id="{7B7D733B-288B-DF4C-E78C-C611603AF3F9}"/>
              </a:ext>
            </a:extLst>
          </p:cNvPr>
          <p:cNvGrpSpPr/>
          <p:nvPr/>
        </p:nvGrpSpPr>
        <p:grpSpPr>
          <a:xfrm>
            <a:off x="10916676" y="2241576"/>
            <a:ext cx="1275324" cy="2148416"/>
            <a:chOff x="10916676" y="2241576"/>
            <a:chExt cx="1275324" cy="2148416"/>
          </a:xfrm>
        </p:grpSpPr>
        <p:sp>
          <p:nvSpPr>
            <p:cNvPr id="378" name="TextBox 377">
              <a:extLst>
                <a:ext uri="{FF2B5EF4-FFF2-40B4-BE49-F238E27FC236}">
                  <a16:creationId xmlns:a16="http://schemas.microsoft.com/office/drawing/2014/main" id="{0D1C2F10-5A16-BF6B-EAC7-C7F4097133AC}"/>
                </a:ext>
              </a:extLst>
            </p:cNvPr>
            <p:cNvSpPr txBox="1"/>
            <p:nvPr/>
          </p:nvSpPr>
          <p:spPr>
            <a:xfrm>
              <a:off x="11107458" y="3705189"/>
              <a:ext cx="932523" cy="684803"/>
            </a:xfrm>
            <a:prstGeom prst="rect">
              <a:avLst/>
            </a:prstGeom>
            <a:solidFill>
              <a:srgbClr val="FFFFFF"/>
            </a:solidFill>
          </p:spPr>
          <p:txBody>
            <a:bodyPr wrap="square" lIns="0" tIns="0" rIns="0" bIns="0" rtlCol="0">
              <a:spAutoFit/>
            </a:bodyPr>
            <a:lstStyle/>
            <a:p>
              <a:pPr>
                <a:spcAft>
                  <a:spcPts val="300"/>
                </a:spcAft>
              </a:pPr>
              <a:r>
                <a:rPr lang="en-US" sz="1000" b="1">
                  <a:solidFill>
                    <a:schemeClr val="tx2"/>
                  </a:solidFill>
                </a:rPr>
                <a:t>Operate</a:t>
              </a:r>
            </a:p>
            <a:p>
              <a:r>
                <a:rPr lang="en-US" sz="800"/>
                <a:t>After a period of hypercare, the customer takes over the solution</a:t>
              </a:r>
              <a:endParaRPr lang="nl-BE" sz="800"/>
            </a:p>
          </p:txBody>
        </p:sp>
        <p:sp>
          <p:nvSpPr>
            <p:cNvPr id="494" name="Arrow: Chevron 26">
              <a:extLst>
                <a:ext uri="{FF2B5EF4-FFF2-40B4-BE49-F238E27FC236}">
                  <a16:creationId xmlns:a16="http://schemas.microsoft.com/office/drawing/2014/main" id="{6263903E-7ABE-0FCB-774D-303E59EEB970}"/>
                </a:ext>
              </a:extLst>
            </p:cNvPr>
            <p:cNvSpPr/>
            <p:nvPr/>
          </p:nvSpPr>
          <p:spPr>
            <a:xfrm>
              <a:off x="11066350" y="3197853"/>
              <a:ext cx="1125650" cy="409689"/>
            </a:xfrm>
            <a:prstGeom prst="chevron">
              <a:avLst>
                <a:gd name="adj" fmla="val 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Operate</a:t>
              </a:r>
            </a:p>
          </p:txBody>
        </p:sp>
        <p:sp>
          <p:nvSpPr>
            <p:cNvPr id="497" name="Arrow: Chevron 283">
              <a:extLst>
                <a:ext uri="{FF2B5EF4-FFF2-40B4-BE49-F238E27FC236}">
                  <a16:creationId xmlns:a16="http://schemas.microsoft.com/office/drawing/2014/main" id="{B6EC8257-7C45-6686-9849-6BE4172F06F8}"/>
                </a:ext>
              </a:extLst>
            </p:cNvPr>
            <p:cNvSpPr/>
            <p:nvPr/>
          </p:nvSpPr>
          <p:spPr>
            <a:xfrm>
              <a:off x="10916676" y="2241576"/>
              <a:ext cx="1275324" cy="964154"/>
            </a:xfrm>
            <a:prstGeom prst="chevron">
              <a:avLst>
                <a:gd name="adj" fmla="val 0"/>
              </a:avLst>
            </a:prstGeom>
            <a:gradFill>
              <a:gsLst>
                <a:gs pos="1000">
                  <a:schemeClr val="accent3"/>
                </a:gs>
                <a:gs pos="99000">
                  <a:schemeClr val="accent3">
                    <a:lumMod val="75000"/>
                  </a:schemeClr>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20040" tIns="59436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Run</a:t>
              </a:r>
            </a:p>
          </p:txBody>
        </p:sp>
        <p:grpSp>
          <p:nvGrpSpPr>
            <p:cNvPr id="604" name="Group 603">
              <a:extLst>
                <a:ext uri="{FF2B5EF4-FFF2-40B4-BE49-F238E27FC236}">
                  <a16:creationId xmlns:a16="http://schemas.microsoft.com/office/drawing/2014/main" id="{E7029ADE-0FE7-E850-797B-A5AA5E73D728}"/>
                </a:ext>
              </a:extLst>
            </p:cNvPr>
            <p:cNvGrpSpPr/>
            <p:nvPr/>
          </p:nvGrpSpPr>
          <p:grpSpPr>
            <a:xfrm>
              <a:off x="11474566" y="2369261"/>
              <a:ext cx="471163" cy="471791"/>
              <a:chOff x="11473610" y="1942177"/>
              <a:chExt cx="471791" cy="471791"/>
            </a:xfrm>
          </p:grpSpPr>
          <p:sp>
            <p:nvSpPr>
              <p:cNvPr id="630" name="Oval 629">
                <a:extLst>
                  <a:ext uri="{FF2B5EF4-FFF2-40B4-BE49-F238E27FC236}">
                    <a16:creationId xmlns:a16="http://schemas.microsoft.com/office/drawing/2014/main" id="{45ACDD3B-EF47-DFA8-E9D7-D6A46990F8F3}"/>
                  </a:ext>
                </a:extLst>
              </p:cNvPr>
              <p:cNvSpPr/>
              <p:nvPr/>
            </p:nvSpPr>
            <p:spPr>
              <a:xfrm>
                <a:off x="11473610"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631" name="Group 630">
                <a:extLst>
                  <a:ext uri="{FF2B5EF4-FFF2-40B4-BE49-F238E27FC236}">
                    <a16:creationId xmlns:a16="http://schemas.microsoft.com/office/drawing/2014/main" id="{0A6404B4-122E-C2DD-78B6-EB0DFBDB677D}"/>
                  </a:ext>
                </a:extLst>
              </p:cNvPr>
              <p:cNvGrpSpPr/>
              <p:nvPr/>
            </p:nvGrpSpPr>
            <p:grpSpPr>
              <a:xfrm>
                <a:off x="11570793" y="2043116"/>
                <a:ext cx="277520" cy="269933"/>
                <a:chOff x="11570793" y="2043116"/>
                <a:chExt cx="277520" cy="269933"/>
              </a:xfrm>
            </p:grpSpPr>
            <p:sp>
              <p:nvSpPr>
                <p:cNvPr id="632" name="Freeform 127">
                  <a:extLst>
                    <a:ext uri="{FF2B5EF4-FFF2-40B4-BE49-F238E27FC236}">
                      <a16:creationId xmlns:a16="http://schemas.microsoft.com/office/drawing/2014/main" id="{2CB7690D-04C5-E81A-07D0-DFC60C966D99}"/>
                    </a:ext>
                  </a:extLst>
                </p:cNvPr>
                <p:cNvSpPr/>
                <p:nvPr/>
              </p:nvSpPr>
              <p:spPr>
                <a:xfrm>
                  <a:off x="11570793" y="2043116"/>
                  <a:ext cx="179741" cy="226257"/>
                </a:xfrm>
                <a:custGeom>
                  <a:avLst/>
                  <a:gdLst>
                    <a:gd name="connsiteX0" fmla="*/ 41995 w 179741"/>
                    <a:gd name="connsiteY0" fmla="*/ 226257 h 226257"/>
                    <a:gd name="connsiteX1" fmla="*/ 31425 w 179741"/>
                    <a:gd name="connsiteY1" fmla="*/ 221343 h 226257"/>
                    <a:gd name="connsiteX2" fmla="*/ 48307 w 179741"/>
                    <a:gd name="connsiteY2" fmla="*/ 31424 h 226257"/>
                    <a:gd name="connsiteX3" fmla="*/ 168886 w 179741"/>
                    <a:gd name="connsiteY3" fmla="*/ 4375 h 226257"/>
                    <a:gd name="connsiteX4" fmla="*/ 179422 w 179741"/>
                    <a:gd name="connsiteY4" fmla="*/ 20793 h 226257"/>
                    <a:gd name="connsiteX5" fmla="*/ 163005 w 179741"/>
                    <a:gd name="connsiteY5" fmla="*/ 31329 h 226257"/>
                    <a:gd name="connsiteX6" fmla="*/ 161989 w 179741"/>
                    <a:gd name="connsiteY6" fmla="*/ 31067 h 226257"/>
                    <a:gd name="connsiteX7" fmla="*/ 31017 w 179741"/>
                    <a:gd name="connsiteY7" fmla="*/ 107371 h 226257"/>
                    <a:gd name="connsiteX8" fmla="*/ 52548 w 179741"/>
                    <a:gd name="connsiteY8" fmla="*/ 203600 h 226257"/>
                    <a:gd name="connsiteX9" fmla="*/ 50841 w 179741"/>
                    <a:gd name="connsiteY9" fmla="*/ 223033 h 226257"/>
                    <a:gd name="connsiteX10" fmla="*/ 41995 w 179741"/>
                    <a:gd name="connsiteY10" fmla="*/ 226257 h 22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41" h="226257">
                      <a:moveTo>
                        <a:pt x="41995" y="226257"/>
                      </a:moveTo>
                      <a:cubicBezTo>
                        <a:pt x="37919" y="226261"/>
                        <a:pt x="34050" y="224462"/>
                        <a:pt x="31425" y="221343"/>
                      </a:cubicBezTo>
                      <a:cubicBezTo>
                        <a:pt x="-16358" y="164236"/>
                        <a:pt x="-8799" y="79207"/>
                        <a:pt x="48307" y="31424"/>
                      </a:cubicBezTo>
                      <a:cubicBezTo>
                        <a:pt x="81759" y="3434"/>
                        <a:pt x="126684" y="-6644"/>
                        <a:pt x="168886" y="4375"/>
                      </a:cubicBezTo>
                      <a:cubicBezTo>
                        <a:pt x="176330" y="5999"/>
                        <a:pt x="181046" y="13350"/>
                        <a:pt x="179422" y="20793"/>
                      </a:cubicBezTo>
                      <a:cubicBezTo>
                        <a:pt x="177798" y="28236"/>
                        <a:pt x="170447" y="32954"/>
                        <a:pt x="163005" y="31329"/>
                      </a:cubicBezTo>
                      <a:cubicBezTo>
                        <a:pt x="162663" y="31255"/>
                        <a:pt x="162324" y="31167"/>
                        <a:pt x="161989" y="31067"/>
                      </a:cubicBezTo>
                      <a:cubicBezTo>
                        <a:pt x="104751" y="15971"/>
                        <a:pt x="46113" y="50133"/>
                        <a:pt x="31017" y="107371"/>
                      </a:cubicBezTo>
                      <a:cubicBezTo>
                        <a:pt x="22136" y="141041"/>
                        <a:pt x="30166" y="176925"/>
                        <a:pt x="52548" y="203600"/>
                      </a:cubicBezTo>
                      <a:cubicBezTo>
                        <a:pt x="57443" y="209439"/>
                        <a:pt x="56678" y="218140"/>
                        <a:pt x="50841" y="223033"/>
                      </a:cubicBezTo>
                      <a:cubicBezTo>
                        <a:pt x="48361" y="225113"/>
                        <a:pt x="45231" y="226254"/>
                        <a:pt x="41995" y="226257"/>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33" name="Freeform 128">
                  <a:extLst>
                    <a:ext uri="{FF2B5EF4-FFF2-40B4-BE49-F238E27FC236}">
                      <a16:creationId xmlns:a16="http://schemas.microsoft.com/office/drawing/2014/main" id="{6A23E744-D415-8F40-E616-03D738FA17DE}"/>
                    </a:ext>
                  </a:extLst>
                </p:cNvPr>
                <p:cNvSpPr/>
                <p:nvPr/>
              </p:nvSpPr>
              <p:spPr>
                <a:xfrm>
                  <a:off x="11594873" y="2243457"/>
                  <a:ext cx="54073" cy="54073"/>
                </a:xfrm>
                <a:custGeom>
                  <a:avLst/>
                  <a:gdLst>
                    <a:gd name="connsiteX0" fmla="*/ 27054 w 54073"/>
                    <a:gd name="connsiteY0" fmla="*/ 54074 h 54073"/>
                    <a:gd name="connsiteX1" fmla="*/ 0 w 54073"/>
                    <a:gd name="connsiteY1" fmla="*/ 27054 h 54073"/>
                    <a:gd name="connsiteX2" fmla="*/ 27020 w 54073"/>
                    <a:gd name="connsiteY2" fmla="*/ 0 h 54073"/>
                    <a:gd name="connsiteX3" fmla="*/ 54074 w 54073"/>
                    <a:gd name="connsiteY3" fmla="*/ 27020 h 54073"/>
                    <a:gd name="connsiteX4" fmla="*/ 54074 w 54073"/>
                    <a:gd name="connsiteY4" fmla="*/ 27037 h 54073"/>
                    <a:gd name="connsiteX5" fmla="*/ 27054 w 54073"/>
                    <a:gd name="connsiteY5" fmla="*/ 54074 h 54073"/>
                    <a:gd name="connsiteX6" fmla="*/ 27054 w 54073"/>
                    <a:gd name="connsiteY6" fmla="*/ 26485 h 54073"/>
                    <a:gd name="connsiteX7" fmla="*/ 26486 w 54073"/>
                    <a:gd name="connsiteY7" fmla="*/ 27020 h 54073"/>
                    <a:gd name="connsiteX8" fmla="*/ 26485 w 54073"/>
                    <a:gd name="connsiteY8" fmla="*/ 27037 h 54073"/>
                    <a:gd name="connsiteX9" fmla="*/ 26947 w 54073"/>
                    <a:gd name="connsiteY9" fmla="*/ 27696 h 54073"/>
                    <a:gd name="connsiteX10" fmla="*/ 27606 w 54073"/>
                    <a:gd name="connsiteY10" fmla="*/ 27234 h 54073"/>
                    <a:gd name="connsiteX11" fmla="*/ 27606 w 54073"/>
                    <a:gd name="connsiteY11" fmla="*/ 27037 h 54073"/>
                    <a:gd name="connsiteX12" fmla="*/ 27054 w 54073"/>
                    <a:gd name="connsiteY12"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073" h="54073">
                      <a:moveTo>
                        <a:pt x="27054" y="54074"/>
                      </a:moveTo>
                      <a:cubicBezTo>
                        <a:pt x="12122" y="54084"/>
                        <a:pt x="9" y="41987"/>
                        <a:pt x="0" y="27054"/>
                      </a:cubicBezTo>
                      <a:cubicBezTo>
                        <a:pt x="-9" y="12122"/>
                        <a:pt x="12088" y="10"/>
                        <a:pt x="27020" y="0"/>
                      </a:cubicBezTo>
                      <a:cubicBezTo>
                        <a:pt x="41952" y="-10"/>
                        <a:pt x="54064" y="12087"/>
                        <a:pt x="54074" y="27020"/>
                      </a:cubicBezTo>
                      <a:cubicBezTo>
                        <a:pt x="54074" y="27025"/>
                        <a:pt x="54074" y="27032"/>
                        <a:pt x="54074" y="27037"/>
                      </a:cubicBezTo>
                      <a:cubicBezTo>
                        <a:pt x="54064" y="41959"/>
                        <a:pt x="41976" y="54055"/>
                        <a:pt x="27054" y="54074"/>
                      </a:cubicBezTo>
                      <a:close/>
                      <a:moveTo>
                        <a:pt x="27054" y="26485"/>
                      </a:moveTo>
                      <a:cubicBezTo>
                        <a:pt x="26750" y="26475"/>
                        <a:pt x="26495" y="26715"/>
                        <a:pt x="26486" y="27020"/>
                      </a:cubicBezTo>
                      <a:cubicBezTo>
                        <a:pt x="26485" y="27025"/>
                        <a:pt x="26485" y="27032"/>
                        <a:pt x="26485" y="27037"/>
                      </a:cubicBezTo>
                      <a:cubicBezTo>
                        <a:pt x="26431" y="27346"/>
                        <a:pt x="26637" y="27642"/>
                        <a:pt x="26947" y="27696"/>
                      </a:cubicBezTo>
                      <a:cubicBezTo>
                        <a:pt x="27256" y="27751"/>
                        <a:pt x="27552" y="27544"/>
                        <a:pt x="27606" y="27234"/>
                      </a:cubicBezTo>
                      <a:cubicBezTo>
                        <a:pt x="27618" y="27170"/>
                        <a:pt x="27618" y="27103"/>
                        <a:pt x="27606" y="27037"/>
                      </a:cubicBezTo>
                      <a:cubicBezTo>
                        <a:pt x="27606" y="26732"/>
                        <a:pt x="27359" y="26485"/>
                        <a:pt x="27054"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34" name="Freeform 129">
                  <a:extLst>
                    <a:ext uri="{FF2B5EF4-FFF2-40B4-BE49-F238E27FC236}">
                      <a16:creationId xmlns:a16="http://schemas.microsoft.com/office/drawing/2014/main" id="{389B8AAC-AC10-AE59-2085-9F0AB1ACF381}"/>
                    </a:ext>
                  </a:extLst>
                </p:cNvPr>
                <p:cNvSpPr/>
                <p:nvPr/>
              </p:nvSpPr>
              <p:spPr>
                <a:xfrm>
                  <a:off x="11669487" y="2086914"/>
                  <a:ext cx="178826" cy="226135"/>
                </a:xfrm>
                <a:custGeom>
                  <a:avLst/>
                  <a:gdLst>
                    <a:gd name="connsiteX0" fmla="*/ 44069 w 178826"/>
                    <a:gd name="connsiteY0" fmla="*/ 226136 h 226135"/>
                    <a:gd name="connsiteX1" fmla="*/ 9842 w 178826"/>
                    <a:gd name="connsiteY1" fmla="*/ 221739 h 226135"/>
                    <a:gd name="connsiteX2" fmla="*/ 583 w 178826"/>
                    <a:gd name="connsiteY2" fmla="*/ 204568 h 226135"/>
                    <a:gd name="connsiteX3" fmla="*/ 16739 w 178826"/>
                    <a:gd name="connsiteY3" fmla="*/ 195047 h 226135"/>
                    <a:gd name="connsiteX4" fmla="*/ 147712 w 178826"/>
                    <a:gd name="connsiteY4" fmla="*/ 118743 h 226135"/>
                    <a:gd name="connsiteX5" fmla="*/ 126180 w 178826"/>
                    <a:gd name="connsiteY5" fmla="*/ 22514 h 226135"/>
                    <a:gd name="connsiteX6" fmla="*/ 128151 w 178826"/>
                    <a:gd name="connsiteY6" fmla="*/ 3105 h 226135"/>
                    <a:gd name="connsiteX7" fmla="*/ 147303 w 178826"/>
                    <a:gd name="connsiteY7" fmla="*/ 4771 h 226135"/>
                    <a:gd name="connsiteX8" fmla="*/ 130681 w 178826"/>
                    <a:gd name="connsiteY8" fmla="*/ 194616 h 226135"/>
                    <a:gd name="connsiteX9" fmla="*/ 44069 w 178826"/>
                    <a:gd name="connsiteY9" fmla="*/ 226136 h 22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8826" h="226135">
                      <a:moveTo>
                        <a:pt x="44069" y="226136"/>
                      </a:moveTo>
                      <a:cubicBezTo>
                        <a:pt x="32519" y="226134"/>
                        <a:pt x="21017" y="224656"/>
                        <a:pt x="9842" y="221739"/>
                      </a:cubicBezTo>
                      <a:cubicBezTo>
                        <a:pt x="2543" y="219554"/>
                        <a:pt x="-1602" y="211866"/>
                        <a:pt x="583" y="204568"/>
                      </a:cubicBezTo>
                      <a:cubicBezTo>
                        <a:pt x="2651" y="197659"/>
                        <a:pt x="9693" y="193509"/>
                        <a:pt x="16739" y="195047"/>
                      </a:cubicBezTo>
                      <a:cubicBezTo>
                        <a:pt x="73977" y="210143"/>
                        <a:pt x="132615" y="175981"/>
                        <a:pt x="147712" y="118743"/>
                      </a:cubicBezTo>
                      <a:cubicBezTo>
                        <a:pt x="156592" y="85073"/>
                        <a:pt x="148563" y="49188"/>
                        <a:pt x="126180" y="22514"/>
                      </a:cubicBezTo>
                      <a:cubicBezTo>
                        <a:pt x="121364" y="16610"/>
                        <a:pt x="122247" y="7921"/>
                        <a:pt x="128151" y="3105"/>
                      </a:cubicBezTo>
                      <a:cubicBezTo>
                        <a:pt x="133934" y="-1612"/>
                        <a:pt x="142421" y="-874"/>
                        <a:pt x="147303" y="4771"/>
                      </a:cubicBezTo>
                      <a:cubicBezTo>
                        <a:pt x="195137" y="61785"/>
                        <a:pt x="187695" y="146780"/>
                        <a:pt x="130681" y="194616"/>
                      </a:cubicBezTo>
                      <a:cubicBezTo>
                        <a:pt x="106413" y="214976"/>
                        <a:pt x="75748" y="226136"/>
                        <a:pt x="44069" y="226136"/>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35" name="Freeform 130">
                  <a:extLst>
                    <a:ext uri="{FF2B5EF4-FFF2-40B4-BE49-F238E27FC236}">
                      <a16:creationId xmlns:a16="http://schemas.microsoft.com/office/drawing/2014/main" id="{9BC69ED2-54ED-CEAF-C1E6-E6BBCF5A75AD}"/>
                    </a:ext>
                  </a:extLst>
                </p:cNvPr>
                <p:cNvSpPr/>
                <p:nvPr/>
              </p:nvSpPr>
              <p:spPr>
                <a:xfrm>
                  <a:off x="11770096" y="2058595"/>
                  <a:ext cx="54074" cy="54073"/>
                </a:xfrm>
                <a:custGeom>
                  <a:avLst/>
                  <a:gdLst>
                    <a:gd name="connsiteX0" fmla="*/ 26985 w 54074"/>
                    <a:gd name="connsiteY0" fmla="*/ 54074 h 54073"/>
                    <a:gd name="connsiteX1" fmla="*/ 0 w 54074"/>
                    <a:gd name="connsiteY1" fmla="*/ 26985 h 54073"/>
                    <a:gd name="connsiteX2" fmla="*/ 27089 w 54074"/>
                    <a:gd name="connsiteY2" fmla="*/ 0 h 54073"/>
                    <a:gd name="connsiteX3" fmla="*/ 54074 w 54074"/>
                    <a:gd name="connsiteY3" fmla="*/ 27054 h 54073"/>
                    <a:gd name="connsiteX4" fmla="*/ 26985 w 54074"/>
                    <a:gd name="connsiteY4" fmla="*/ 54074 h 54073"/>
                    <a:gd name="connsiteX5" fmla="*/ 26985 w 54074"/>
                    <a:gd name="connsiteY5" fmla="*/ 26485 h 54073"/>
                    <a:gd name="connsiteX6" fmla="*/ 26434 w 54074"/>
                    <a:gd name="connsiteY6" fmla="*/ 27054 h 54073"/>
                    <a:gd name="connsiteX7" fmla="*/ 27092 w 54074"/>
                    <a:gd name="connsiteY7" fmla="*/ 27516 h 54073"/>
                    <a:gd name="connsiteX8" fmla="*/ 27554 w 54074"/>
                    <a:gd name="connsiteY8" fmla="*/ 27054 h 54073"/>
                    <a:gd name="connsiteX9" fmla="*/ 26985 w 54074"/>
                    <a:gd name="connsiteY9"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74" h="54073">
                      <a:moveTo>
                        <a:pt x="26985" y="54074"/>
                      </a:moveTo>
                      <a:cubicBezTo>
                        <a:pt x="12053" y="54045"/>
                        <a:pt x="-29" y="41917"/>
                        <a:pt x="0" y="26985"/>
                      </a:cubicBezTo>
                      <a:cubicBezTo>
                        <a:pt x="29" y="12053"/>
                        <a:pt x="12156" y="-29"/>
                        <a:pt x="27089" y="0"/>
                      </a:cubicBezTo>
                      <a:cubicBezTo>
                        <a:pt x="42007" y="29"/>
                        <a:pt x="54083" y="12135"/>
                        <a:pt x="54074" y="27054"/>
                      </a:cubicBezTo>
                      <a:cubicBezTo>
                        <a:pt x="54055" y="41996"/>
                        <a:pt x="41926" y="54093"/>
                        <a:pt x="26985" y="54074"/>
                      </a:cubicBezTo>
                      <a:close/>
                      <a:moveTo>
                        <a:pt x="26985" y="26485"/>
                      </a:moveTo>
                      <a:cubicBezTo>
                        <a:pt x="26678" y="26494"/>
                        <a:pt x="26434" y="26746"/>
                        <a:pt x="26434" y="27054"/>
                      </a:cubicBezTo>
                      <a:cubicBezTo>
                        <a:pt x="26489" y="27364"/>
                        <a:pt x="26784" y="27570"/>
                        <a:pt x="27092" y="27516"/>
                      </a:cubicBezTo>
                      <a:cubicBezTo>
                        <a:pt x="27328" y="27474"/>
                        <a:pt x="27513" y="27290"/>
                        <a:pt x="27554" y="27054"/>
                      </a:cubicBezTo>
                      <a:cubicBezTo>
                        <a:pt x="27554" y="26740"/>
                        <a:pt x="27299" y="26485"/>
                        <a:pt x="26985"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636" name="Graphic 336">
                  <a:extLst>
                    <a:ext uri="{FF2B5EF4-FFF2-40B4-BE49-F238E27FC236}">
                      <a16:creationId xmlns:a16="http://schemas.microsoft.com/office/drawing/2014/main" id="{1C51E6B0-9775-0D07-B1D8-4FBBBD998E72}"/>
                    </a:ext>
                  </a:extLst>
                </p:cNvPr>
                <p:cNvGrpSpPr/>
                <p:nvPr/>
              </p:nvGrpSpPr>
              <p:grpSpPr>
                <a:xfrm>
                  <a:off x="11642426" y="2109389"/>
                  <a:ext cx="134189" cy="138120"/>
                  <a:chOff x="11642426" y="2109389"/>
                  <a:chExt cx="134189" cy="138120"/>
                </a:xfrm>
                <a:solidFill>
                  <a:srgbClr val="EF463C"/>
                </a:solidFill>
              </p:grpSpPr>
              <p:sp>
                <p:nvSpPr>
                  <p:cNvPr id="637" name="Freeform 132">
                    <a:extLst>
                      <a:ext uri="{FF2B5EF4-FFF2-40B4-BE49-F238E27FC236}">
                        <a16:creationId xmlns:a16="http://schemas.microsoft.com/office/drawing/2014/main" id="{68D69E98-D2D2-7892-D6C4-C533795B481B}"/>
                      </a:ext>
                    </a:extLst>
                  </p:cNvPr>
                  <p:cNvSpPr/>
                  <p:nvPr/>
                </p:nvSpPr>
                <p:spPr>
                  <a:xfrm>
                    <a:off x="11681787" y="2109389"/>
                    <a:ext cx="34081" cy="51112"/>
                  </a:xfrm>
                  <a:custGeom>
                    <a:avLst/>
                    <a:gdLst>
                      <a:gd name="connsiteX0" fmla="*/ 20338 w 34081"/>
                      <a:gd name="connsiteY0" fmla="*/ 51112 h 51112"/>
                      <a:gd name="connsiteX1" fmla="*/ 7060 w 34081"/>
                      <a:gd name="connsiteY1" fmla="*/ 41008 h 51112"/>
                      <a:gd name="connsiteX2" fmla="*/ 318 w 34081"/>
                      <a:gd name="connsiteY2" fmla="*/ 16730 h 51112"/>
                      <a:gd name="connsiteX3" fmla="*/ 10864 w 34081"/>
                      <a:gd name="connsiteY3" fmla="*/ 317 h 51112"/>
                      <a:gd name="connsiteX4" fmla="*/ 26855 w 34081"/>
                      <a:gd name="connsiteY4" fmla="*/ 9350 h 51112"/>
                      <a:gd name="connsiteX5" fmla="*/ 33580 w 34081"/>
                      <a:gd name="connsiteY5" fmla="*/ 33628 h 51112"/>
                      <a:gd name="connsiteX6" fmla="*/ 24028 w 34081"/>
                      <a:gd name="connsiteY6" fmla="*/ 50578 h 51112"/>
                      <a:gd name="connsiteX7" fmla="*/ 20338 w 34081"/>
                      <a:gd name="connsiteY7" fmla="*/ 51112 h 51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081" h="51112">
                        <a:moveTo>
                          <a:pt x="20338" y="51112"/>
                        </a:moveTo>
                        <a:cubicBezTo>
                          <a:pt x="14146" y="51106"/>
                          <a:pt x="8717" y="46974"/>
                          <a:pt x="7060" y="41008"/>
                        </a:cubicBezTo>
                        <a:lnTo>
                          <a:pt x="318" y="16730"/>
                        </a:lnTo>
                        <a:cubicBezTo>
                          <a:pt x="-1302" y="9286"/>
                          <a:pt x="3420" y="1938"/>
                          <a:pt x="10864" y="317"/>
                        </a:cubicBezTo>
                        <a:cubicBezTo>
                          <a:pt x="17715" y="-1174"/>
                          <a:pt x="24595" y="2712"/>
                          <a:pt x="26855" y="9350"/>
                        </a:cubicBezTo>
                        <a:lnTo>
                          <a:pt x="33580" y="33628"/>
                        </a:lnTo>
                        <a:cubicBezTo>
                          <a:pt x="35601" y="40944"/>
                          <a:pt x="31332" y="48518"/>
                          <a:pt x="24028" y="50578"/>
                        </a:cubicBezTo>
                        <a:cubicBezTo>
                          <a:pt x="22826" y="50916"/>
                          <a:pt x="21586" y="51096"/>
                          <a:pt x="20338" y="51112"/>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38" name="Freeform 133">
                    <a:extLst>
                      <a:ext uri="{FF2B5EF4-FFF2-40B4-BE49-F238E27FC236}">
                        <a16:creationId xmlns:a16="http://schemas.microsoft.com/office/drawing/2014/main" id="{067A37DD-4EFE-4C8A-A632-AC0D9EEACB46}"/>
                      </a:ext>
                    </a:extLst>
                  </p:cNvPr>
                  <p:cNvSpPr/>
                  <p:nvPr/>
                </p:nvSpPr>
                <p:spPr>
                  <a:xfrm>
                    <a:off x="11712355" y="2115152"/>
                    <a:ext cx="40560" cy="48969"/>
                  </a:xfrm>
                  <a:custGeom>
                    <a:avLst/>
                    <a:gdLst>
                      <a:gd name="connsiteX0" fmla="*/ 13789 w 40560"/>
                      <a:gd name="connsiteY0" fmla="*/ 48970 h 48969"/>
                      <a:gd name="connsiteX1" fmla="*/ 0 w 40560"/>
                      <a:gd name="connsiteY1" fmla="*/ 35170 h 48969"/>
                      <a:gd name="connsiteX2" fmla="*/ 2012 w 40560"/>
                      <a:gd name="connsiteY2" fmla="*/ 28002 h 48969"/>
                      <a:gd name="connsiteX3" fmla="*/ 15134 w 40560"/>
                      <a:gd name="connsiteY3" fmla="*/ 6379 h 48969"/>
                      <a:gd name="connsiteX4" fmla="*/ 34182 w 40560"/>
                      <a:gd name="connsiteY4" fmla="*/ 2165 h 48969"/>
                      <a:gd name="connsiteX5" fmla="*/ 38722 w 40560"/>
                      <a:gd name="connsiteY5" fmla="*/ 20674 h 48969"/>
                      <a:gd name="connsiteX6" fmla="*/ 25600 w 40560"/>
                      <a:gd name="connsiteY6" fmla="*/ 42331 h 48969"/>
                      <a:gd name="connsiteX7" fmla="*/ 13789 w 40560"/>
                      <a:gd name="connsiteY7" fmla="*/ 48970 h 4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60" h="48969">
                        <a:moveTo>
                          <a:pt x="13789" y="48970"/>
                        </a:moveTo>
                        <a:cubicBezTo>
                          <a:pt x="6170" y="48967"/>
                          <a:pt x="-3" y="42788"/>
                          <a:pt x="0" y="35170"/>
                        </a:cubicBezTo>
                        <a:cubicBezTo>
                          <a:pt x="1" y="32641"/>
                          <a:pt x="697" y="30162"/>
                          <a:pt x="2012" y="28002"/>
                        </a:cubicBezTo>
                        <a:lnTo>
                          <a:pt x="15134" y="6379"/>
                        </a:lnTo>
                        <a:cubicBezTo>
                          <a:pt x="19231" y="-44"/>
                          <a:pt x="27757" y="-1931"/>
                          <a:pt x="34182" y="2165"/>
                        </a:cubicBezTo>
                        <a:cubicBezTo>
                          <a:pt x="40398" y="6130"/>
                          <a:pt x="42398" y="14282"/>
                          <a:pt x="38722" y="20674"/>
                        </a:cubicBezTo>
                        <a:lnTo>
                          <a:pt x="25600" y="42331"/>
                        </a:lnTo>
                        <a:cubicBezTo>
                          <a:pt x="23096" y="46458"/>
                          <a:pt x="18616" y="48976"/>
                          <a:pt x="13789" y="4897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39" name="Freeform 134">
                    <a:extLst>
                      <a:ext uri="{FF2B5EF4-FFF2-40B4-BE49-F238E27FC236}">
                        <a16:creationId xmlns:a16="http://schemas.microsoft.com/office/drawing/2014/main" id="{DE49DCB3-4FAC-299A-738E-38B35CCB082D}"/>
                      </a:ext>
                    </a:extLst>
                  </p:cNvPr>
                  <p:cNvSpPr/>
                  <p:nvPr/>
                </p:nvSpPr>
                <p:spPr>
                  <a:xfrm>
                    <a:off x="11730312" y="2152481"/>
                    <a:ext cx="46303" cy="31384"/>
                  </a:xfrm>
                  <a:custGeom>
                    <a:avLst/>
                    <a:gdLst>
                      <a:gd name="connsiteX0" fmla="*/ 13954 w 46303"/>
                      <a:gd name="connsiteY0" fmla="*/ 31384 h 31384"/>
                      <a:gd name="connsiteX1" fmla="*/ 1 w 46303"/>
                      <a:gd name="connsiteY1" fmla="*/ 17750 h 31384"/>
                      <a:gd name="connsiteX2" fmla="*/ 11230 w 46303"/>
                      <a:gd name="connsiteY2" fmla="*/ 4037 h 31384"/>
                      <a:gd name="connsiteX3" fmla="*/ 29749 w 46303"/>
                      <a:gd name="connsiteY3" fmla="*/ 278 h 31384"/>
                      <a:gd name="connsiteX4" fmla="*/ 46026 w 46303"/>
                      <a:gd name="connsiteY4" fmla="*/ 11072 h 31384"/>
                      <a:gd name="connsiteX5" fmla="*/ 35232 w 46303"/>
                      <a:gd name="connsiteY5" fmla="*/ 27349 h 31384"/>
                      <a:gd name="connsiteX6" fmla="*/ 16713 w 46303"/>
                      <a:gd name="connsiteY6" fmla="*/ 31108 h 31384"/>
                      <a:gd name="connsiteX7" fmla="*/ 13954 w 46303"/>
                      <a:gd name="connsiteY7" fmla="*/ 31384 h 3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303" h="31384">
                        <a:moveTo>
                          <a:pt x="13954" y="31384"/>
                        </a:moveTo>
                        <a:cubicBezTo>
                          <a:pt x="6336" y="31472"/>
                          <a:pt x="89" y="25368"/>
                          <a:pt x="1" y="17750"/>
                        </a:cubicBezTo>
                        <a:cubicBezTo>
                          <a:pt x="-77" y="11061"/>
                          <a:pt x="4657" y="5280"/>
                          <a:pt x="11230" y="4037"/>
                        </a:cubicBezTo>
                        <a:lnTo>
                          <a:pt x="29749" y="278"/>
                        </a:lnTo>
                        <a:cubicBezTo>
                          <a:pt x="37224" y="-1237"/>
                          <a:pt x="44512" y="3596"/>
                          <a:pt x="46026" y="11072"/>
                        </a:cubicBezTo>
                        <a:cubicBezTo>
                          <a:pt x="47540" y="18547"/>
                          <a:pt x="42707" y="25835"/>
                          <a:pt x="35232" y="27349"/>
                        </a:cubicBezTo>
                        <a:lnTo>
                          <a:pt x="16713" y="31108"/>
                        </a:lnTo>
                        <a:cubicBezTo>
                          <a:pt x="15804" y="31292"/>
                          <a:pt x="14880" y="31385"/>
                          <a:pt x="13954" y="3138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0" name="Freeform 135">
                    <a:extLst>
                      <a:ext uri="{FF2B5EF4-FFF2-40B4-BE49-F238E27FC236}">
                        <a16:creationId xmlns:a16="http://schemas.microsoft.com/office/drawing/2014/main" id="{1BC221F4-CCA1-7F0F-086B-FEFFB16181AC}"/>
                      </a:ext>
                    </a:extLst>
                  </p:cNvPr>
                  <p:cNvSpPr/>
                  <p:nvPr/>
                </p:nvSpPr>
                <p:spPr>
                  <a:xfrm>
                    <a:off x="11725062" y="2181654"/>
                    <a:ext cx="46842" cy="39214"/>
                  </a:xfrm>
                  <a:custGeom>
                    <a:avLst/>
                    <a:gdLst>
                      <a:gd name="connsiteX0" fmla="*/ 33016 w 46842"/>
                      <a:gd name="connsiteY0" fmla="*/ 39215 h 39214"/>
                      <a:gd name="connsiteX1" fmla="*/ 25895 w 46842"/>
                      <a:gd name="connsiteY1" fmla="*/ 37232 h 39214"/>
                      <a:gd name="connsiteX2" fmla="*/ 6669 w 46842"/>
                      <a:gd name="connsiteY2" fmla="*/ 25610 h 39214"/>
                      <a:gd name="connsiteX3" fmla="*/ 1987 w 46842"/>
                      <a:gd name="connsiteY3" fmla="*/ 6669 h 39214"/>
                      <a:gd name="connsiteX4" fmla="*/ 20929 w 46842"/>
                      <a:gd name="connsiteY4" fmla="*/ 1987 h 39214"/>
                      <a:gd name="connsiteX5" fmla="*/ 40172 w 46842"/>
                      <a:gd name="connsiteY5" fmla="*/ 13609 h 39214"/>
                      <a:gd name="connsiteX6" fmla="*/ 44858 w 46842"/>
                      <a:gd name="connsiteY6" fmla="*/ 32545 h 39214"/>
                      <a:gd name="connsiteX7" fmla="*/ 33016 w 46842"/>
                      <a:gd name="connsiteY7" fmla="*/ 39215 h 3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842" h="39214">
                        <a:moveTo>
                          <a:pt x="33016" y="39215"/>
                        </a:moveTo>
                        <a:cubicBezTo>
                          <a:pt x="30505" y="39215"/>
                          <a:pt x="28043" y="38529"/>
                          <a:pt x="25895" y="37232"/>
                        </a:cubicBezTo>
                        <a:lnTo>
                          <a:pt x="6669" y="25610"/>
                        </a:lnTo>
                        <a:cubicBezTo>
                          <a:pt x="145" y="21672"/>
                          <a:pt x="-1951" y="13192"/>
                          <a:pt x="1987" y="6669"/>
                        </a:cubicBezTo>
                        <a:cubicBezTo>
                          <a:pt x="5925" y="145"/>
                          <a:pt x="14406" y="-1951"/>
                          <a:pt x="20929" y="1987"/>
                        </a:cubicBezTo>
                        <a:lnTo>
                          <a:pt x="40172" y="13609"/>
                        </a:lnTo>
                        <a:cubicBezTo>
                          <a:pt x="46695" y="17544"/>
                          <a:pt x="48793" y="26022"/>
                          <a:pt x="44858" y="32545"/>
                        </a:cubicBezTo>
                        <a:cubicBezTo>
                          <a:pt x="42355" y="36694"/>
                          <a:pt x="37860" y="39225"/>
                          <a:pt x="33016" y="3921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1" name="Freeform 136">
                    <a:extLst>
                      <a:ext uri="{FF2B5EF4-FFF2-40B4-BE49-F238E27FC236}">
                        <a16:creationId xmlns:a16="http://schemas.microsoft.com/office/drawing/2014/main" id="{CD742490-4EE6-9EC2-CFCA-1463034C09ED}"/>
                      </a:ext>
                    </a:extLst>
                  </p:cNvPr>
                  <p:cNvSpPr/>
                  <p:nvPr/>
                </p:nvSpPr>
                <p:spPr>
                  <a:xfrm>
                    <a:off x="11702289" y="2201764"/>
                    <a:ext cx="31987" cy="45745"/>
                  </a:xfrm>
                  <a:custGeom>
                    <a:avLst/>
                    <a:gdLst>
                      <a:gd name="connsiteX0" fmla="*/ 18182 w 31987"/>
                      <a:gd name="connsiteY0" fmla="*/ 45745 h 45745"/>
                      <a:gd name="connsiteX1" fmla="*/ 4784 w 31987"/>
                      <a:gd name="connsiteY1" fmla="*/ 35192 h 45745"/>
                      <a:gd name="connsiteX2" fmla="*/ 387 w 31987"/>
                      <a:gd name="connsiteY2" fmla="*/ 17036 h 45745"/>
                      <a:gd name="connsiteX3" fmla="*/ 10569 w 31987"/>
                      <a:gd name="connsiteY3" fmla="*/ 388 h 45745"/>
                      <a:gd name="connsiteX4" fmla="*/ 27217 w 31987"/>
                      <a:gd name="connsiteY4" fmla="*/ 10570 h 45745"/>
                      <a:gd name="connsiteX5" fmla="*/ 31597 w 31987"/>
                      <a:gd name="connsiteY5" fmla="*/ 28709 h 45745"/>
                      <a:gd name="connsiteX6" fmla="*/ 21437 w 31987"/>
                      <a:gd name="connsiteY6" fmla="*/ 45362 h 45745"/>
                      <a:gd name="connsiteX7" fmla="*/ 21424 w 31987"/>
                      <a:gd name="connsiteY7" fmla="*/ 45366 h 45745"/>
                      <a:gd name="connsiteX8" fmla="*/ 18182 w 31987"/>
                      <a:gd name="connsiteY8" fmla="*/ 45745 h 4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87" h="45745">
                        <a:moveTo>
                          <a:pt x="18182" y="45745"/>
                        </a:moveTo>
                        <a:cubicBezTo>
                          <a:pt x="11816" y="45740"/>
                          <a:pt x="6280" y="41379"/>
                          <a:pt x="4784" y="35192"/>
                        </a:cubicBezTo>
                        <a:lnTo>
                          <a:pt x="387" y="17036"/>
                        </a:lnTo>
                        <a:cubicBezTo>
                          <a:pt x="-1398" y="9626"/>
                          <a:pt x="3160" y="2174"/>
                          <a:pt x="10569" y="388"/>
                        </a:cubicBezTo>
                        <a:cubicBezTo>
                          <a:pt x="17978" y="-1399"/>
                          <a:pt x="25432" y="3160"/>
                          <a:pt x="27217" y="10570"/>
                        </a:cubicBezTo>
                        <a:lnTo>
                          <a:pt x="31597" y="28709"/>
                        </a:lnTo>
                        <a:cubicBezTo>
                          <a:pt x="33390" y="36113"/>
                          <a:pt x="28842" y="43569"/>
                          <a:pt x="21437" y="45362"/>
                        </a:cubicBezTo>
                        <a:cubicBezTo>
                          <a:pt x="21432" y="45364"/>
                          <a:pt x="21428" y="45364"/>
                          <a:pt x="21424" y="45366"/>
                        </a:cubicBezTo>
                        <a:cubicBezTo>
                          <a:pt x="20362" y="45618"/>
                          <a:pt x="19274" y="45745"/>
                          <a:pt x="18182" y="4574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2" name="Freeform 137">
                    <a:extLst>
                      <a:ext uri="{FF2B5EF4-FFF2-40B4-BE49-F238E27FC236}">
                        <a16:creationId xmlns:a16="http://schemas.microsoft.com/office/drawing/2014/main" id="{D1DB5FA8-1F4D-8D24-65EE-DDF51FF70E7B}"/>
                      </a:ext>
                    </a:extLst>
                  </p:cNvPr>
                  <p:cNvSpPr/>
                  <p:nvPr/>
                </p:nvSpPr>
                <p:spPr>
                  <a:xfrm>
                    <a:off x="11665963" y="2194759"/>
                    <a:ext cx="38617" cy="46490"/>
                  </a:xfrm>
                  <a:custGeom>
                    <a:avLst/>
                    <a:gdLst>
                      <a:gd name="connsiteX0" fmla="*/ 13746 w 38617"/>
                      <a:gd name="connsiteY0" fmla="*/ 46490 h 46490"/>
                      <a:gd name="connsiteX1" fmla="*/ 0 w 38617"/>
                      <a:gd name="connsiteY1" fmla="*/ 32648 h 46490"/>
                      <a:gd name="connsiteX2" fmla="*/ 1848 w 38617"/>
                      <a:gd name="connsiteY2" fmla="*/ 25799 h 46490"/>
                      <a:gd name="connsiteX3" fmla="*/ 12815 w 38617"/>
                      <a:gd name="connsiteY3" fmla="*/ 7004 h 46490"/>
                      <a:gd name="connsiteX4" fmla="*/ 31613 w 38617"/>
                      <a:gd name="connsiteY4" fmla="*/ 1791 h 46490"/>
                      <a:gd name="connsiteX5" fmla="*/ 36827 w 38617"/>
                      <a:gd name="connsiteY5" fmla="*/ 20590 h 46490"/>
                      <a:gd name="connsiteX6" fmla="*/ 36645 w 38617"/>
                      <a:gd name="connsiteY6" fmla="*/ 20902 h 46490"/>
                      <a:gd name="connsiteX7" fmla="*/ 25678 w 38617"/>
                      <a:gd name="connsiteY7" fmla="*/ 39714 h 46490"/>
                      <a:gd name="connsiteX8" fmla="*/ 13746 w 38617"/>
                      <a:gd name="connsiteY8" fmla="*/ 46490 h 46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17" h="46490">
                        <a:moveTo>
                          <a:pt x="13746" y="46490"/>
                        </a:moveTo>
                        <a:cubicBezTo>
                          <a:pt x="6128" y="46463"/>
                          <a:pt x="-27" y="40266"/>
                          <a:pt x="0" y="32648"/>
                        </a:cubicBezTo>
                        <a:cubicBezTo>
                          <a:pt x="9" y="30242"/>
                          <a:pt x="646" y="27882"/>
                          <a:pt x="1848" y="25799"/>
                        </a:cubicBezTo>
                        <a:lnTo>
                          <a:pt x="12815" y="7004"/>
                        </a:lnTo>
                        <a:cubicBezTo>
                          <a:pt x="16566" y="373"/>
                          <a:pt x="24983" y="-1961"/>
                          <a:pt x="31613" y="1791"/>
                        </a:cubicBezTo>
                        <a:cubicBezTo>
                          <a:pt x="38244" y="5542"/>
                          <a:pt x="40578" y="13958"/>
                          <a:pt x="36827" y="20590"/>
                        </a:cubicBezTo>
                        <a:cubicBezTo>
                          <a:pt x="36767" y="20695"/>
                          <a:pt x="36707" y="20798"/>
                          <a:pt x="36645" y="20902"/>
                        </a:cubicBezTo>
                        <a:lnTo>
                          <a:pt x="25678" y="39714"/>
                        </a:lnTo>
                        <a:cubicBezTo>
                          <a:pt x="23186" y="43932"/>
                          <a:pt x="18644" y="46511"/>
                          <a:pt x="13746" y="4649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3" name="Freeform 138">
                    <a:extLst>
                      <a:ext uri="{FF2B5EF4-FFF2-40B4-BE49-F238E27FC236}">
                        <a16:creationId xmlns:a16="http://schemas.microsoft.com/office/drawing/2014/main" id="{F90CCCF7-AE02-5CAE-89AD-36FA081A4447}"/>
                      </a:ext>
                    </a:extLst>
                  </p:cNvPr>
                  <p:cNvSpPr/>
                  <p:nvPr/>
                </p:nvSpPr>
                <p:spPr>
                  <a:xfrm>
                    <a:off x="11642426" y="2171965"/>
                    <a:ext cx="48292" cy="33233"/>
                  </a:xfrm>
                  <a:custGeom>
                    <a:avLst/>
                    <a:gdLst>
                      <a:gd name="connsiteX0" fmla="*/ 13781 w 48292"/>
                      <a:gd name="connsiteY0" fmla="*/ 33230 h 33233"/>
                      <a:gd name="connsiteX1" fmla="*/ 0 w 48292"/>
                      <a:gd name="connsiteY1" fmla="*/ 19422 h 33233"/>
                      <a:gd name="connsiteX2" fmla="*/ 10177 w 48292"/>
                      <a:gd name="connsiteY2" fmla="*/ 6124 h 33233"/>
                      <a:gd name="connsiteX3" fmla="*/ 30696 w 48292"/>
                      <a:gd name="connsiteY3" fmla="*/ 537 h 33233"/>
                      <a:gd name="connsiteX4" fmla="*/ 47756 w 48292"/>
                      <a:gd name="connsiteY4" fmla="*/ 9999 h 33233"/>
                      <a:gd name="connsiteX5" fmla="*/ 38294 w 48292"/>
                      <a:gd name="connsiteY5" fmla="*/ 27059 h 33233"/>
                      <a:gd name="connsiteX6" fmla="*/ 37921 w 48292"/>
                      <a:gd name="connsiteY6" fmla="*/ 27160 h 33233"/>
                      <a:gd name="connsiteX7" fmla="*/ 17402 w 48292"/>
                      <a:gd name="connsiteY7" fmla="*/ 32833 h 33233"/>
                      <a:gd name="connsiteX8" fmla="*/ 13781 w 48292"/>
                      <a:gd name="connsiteY8" fmla="*/ 33230 h 3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92" h="33233">
                        <a:moveTo>
                          <a:pt x="13781" y="33230"/>
                        </a:moveTo>
                        <a:cubicBezTo>
                          <a:pt x="6162" y="33223"/>
                          <a:pt x="-8" y="27040"/>
                          <a:pt x="0" y="19422"/>
                        </a:cubicBezTo>
                        <a:cubicBezTo>
                          <a:pt x="6" y="13201"/>
                          <a:pt x="4174" y="7755"/>
                          <a:pt x="10177" y="6124"/>
                        </a:cubicBezTo>
                        <a:lnTo>
                          <a:pt x="30696" y="537"/>
                        </a:lnTo>
                        <a:cubicBezTo>
                          <a:pt x="38020" y="-1561"/>
                          <a:pt x="45658" y="2675"/>
                          <a:pt x="47756" y="9999"/>
                        </a:cubicBezTo>
                        <a:cubicBezTo>
                          <a:pt x="49854" y="17323"/>
                          <a:pt x="45618" y="24961"/>
                          <a:pt x="38294" y="27059"/>
                        </a:cubicBezTo>
                        <a:cubicBezTo>
                          <a:pt x="38170" y="27094"/>
                          <a:pt x="38046" y="27128"/>
                          <a:pt x="37921" y="27160"/>
                        </a:cubicBezTo>
                        <a:lnTo>
                          <a:pt x="17402" y="32833"/>
                        </a:lnTo>
                        <a:cubicBezTo>
                          <a:pt x="16217" y="33124"/>
                          <a:pt x="15000" y="33257"/>
                          <a:pt x="13781" y="3323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4" name="Freeform 139">
                    <a:extLst>
                      <a:ext uri="{FF2B5EF4-FFF2-40B4-BE49-F238E27FC236}">
                        <a16:creationId xmlns:a16="http://schemas.microsoft.com/office/drawing/2014/main" id="{088E5C50-B6F9-9582-AFA9-8892A2A11548}"/>
                      </a:ext>
                    </a:extLst>
                  </p:cNvPr>
                  <p:cNvSpPr/>
                  <p:nvPr/>
                </p:nvSpPr>
                <p:spPr>
                  <a:xfrm>
                    <a:off x="11647198" y="2133707"/>
                    <a:ext cx="47286" cy="40433"/>
                  </a:xfrm>
                  <a:custGeom>
                    <a:avLst/>
                    <a:gdLst>
                      <a:gd name="connsiteX0" fmla="*/ 33390 w 47286"/>
                      <a:gd name="connsiteY0" fmla="*/ 40434 h 40433"/>
                      <a:gd name="connsiteX1" fmla="*/ 25872 w 47286"/>
                      <a:gd name="connsiteY1" fmla="*/ 38192 h 40433"/>
                      <a:gd name="connsiteX2" fmla="*/ 6267 w 47286"/>
                      <a:gd name="connsiteY2" fmla="*/ 25363 h 40433"/>
                      <a:gd name="connsiteX3" fmla="*/ 2240 w 47286"/>
                      <a:gd name="connsiteY3" fmla="*/ 6267 h 40433"/>
                      <a:gd name="connsiteX4" fmla="*/ 21337 w 47286"/>
                      <a:gd name="connsiteY4" fmla="*/ 2240 h 40433"/>
                      <a:gd name="connsiteX5" fmla="*/ 41028 w 47286"/>
                      <a:gd name="connsiteY5" fmla="*/ 15086 h 40433"/>
                      <a:gd name="connsiteX6" fmla="*/ 45043 w 47286"/>
                      <a:gd name="connsiteY6" fmla="*/ 34177 h 40433"/>
                      <a:gd name="connsiteX7" fmla="*/ 33476 w 47286"/>
                      <a:gd name="connsiteY7" fmla="*/ 40434 h 4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286" h="40433">
                        <a:moveTo>
                          <a:pt x="33390" y="40434"/>
                        </a:moveTo>
                        <a:cubicBezTo>
                          <a:pt x="30720" y="40430"/>
                          <a:pt x="28108" y="39651"/>
                          <a:pt x="25872" y="38192"/>
                        </a:cubicBezTo>
                        <a:lnTo>
                          <a:pt x="6267" y="25363"/>
                        </a:lnTo>
                        <a:cubicBezTo>
                          <a:pt x="-119" y="21202"/>
                          <a:pt x="-1921" y="12652"/>
                          <a:pt x="2240" y="6267"/>
                        </a:cubicBezTo>
                        <a:cubicBezTo>
                          <a:pt x="6402" y="-119"/>
                          <a:pt x="14952" y="-1921"/>
                          <a:pt x="21337" y="2240"/>
                        </a:cubicBezTo>
                        <a:lnTo>
                          <a:pt x="41028" y="15086"/>
                        </a:lnTo>
                        <a:cubicBezTo>
                          <a:pt x="47409" y="19249"/>
                          <a:pt x="49206" y="27797"/>
                          <a:pt x="45043" y="34177"/>
                        </a:cubicBezTo>
                        <a:cubicBezTo>
                          <a:pt x="42494" y="38085"/>
                          <a:pt x="38142" y="40439"/>
                          <a:pt x="33476" y="4043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5" name="Freeform 140">
                    <a:extLst>
                      <a:ext uri="{FF2B5EF4-FFF2-40B4-BE49-F238E27FC236}">
                        <a16:creationId xmlns:a16="http://schemas.microsoft.com/office/drawing/2014/main" id="{98B3C69D-4E9C-A82C-BD9C-F35FD80310BD}"/>
                      </a:ext>
                    </a:extLst>
                  </p:cNvPr>
                  <p:cNvSpPr/>
                  <p:nvPr/>
                </p:nvSpPr>
                <p:spPr>
                  <a:xfrm>
                    <a:off x="11662660" y="2132016"/>
                    <a:ext cx="94148" cy="94146"/>
                  </a:xfrm>
                  <a:custGeom>
                    <a:avLst/>
                    <a:gdLst>
                      <a:gd name="connsiteX0" fmla="*/ 47086 w 94148"/>
                      <a:gd name="connsiteY0" fmla="*/ 94147 h 94146"/>
                      <a:gd name="connsiteX1" fmla="*/ 0 w 94148"/>
                      <a:gd name="connsiteY1" fmla="*/ 47086 h 94146"/>
                      <a:gd name="connsiteX2" fmla="*/ 47061 w 94148"/>
                      <a:gd name="connsiteY2" fmla="*/ 0 h 94146"/>
                      <a:gd name="connsiteX3" fmla="*/ 92900 w 94148"/>
                      <a:gd name="connsiteY3" fmla="*/ 36314 h 94146"/>
                      <a:gd name="connsiteX4" fmla="*/ 92900 w 94148"/>
                      <a:gd name="connsiteY4" fmla="*/ 36314 h 94146"/>
                      <a:gd name="connsiteX5" fmla="*/ 57755 w 94148"/>
                      <a:gd name="connsiteY5" fmla="*/ 92910 h 94146"/>
                      <a:gd name="connsiteX6" fmla="*/ 47086 w 94148"/>
                      <a:gd name="connsiteY6" fmla="*/ 94147 h 94146"/>
                      <a:gd name="connsiteX7" fmla="*/ 47086 w 94148"/>
                      <a:gd name="connsiteY7" fmla="*/ 27589 h 94146"/>
                      <a:gd name="connsiteX8" fmla="*/ 42620 w 94148"/>
                      <a:gd name="connsiteY8" fmla="*/ 28106 h 94146"/>
                      <a:gd name="connsiteX9" fmla="*/ 28110 w 94148"/>
                      <a:gd name="connsiteY9" fmla="*/ 51531 h 94146"/>
                      <a:gd name="connsiteX10" fmla="*/ 51535 w 94148"/>
                      <a:gd name="connsiteY10" fmla="*/ 66041 h 94146"/>
                      <a:gd name="connsiteX11" fmla="*/ 66043 w 94148"/>
                      <a:gd name="connsiteY11" fmla="*/ 42671 h 94146"/>
                      <a:gd name="connsiteX12" fmla="*/ 66036 w 94148"/>
                      <a:gd name="connsiteY12" fmla="*/ 42642 h 94146"/>
                      <a:gd name="connsiteX13" fmla="*/ 66036 w 94148"/>
                      <a:gd name="connsiteY13" fmla="*/ 42642 h 94146"/>
                      <a:gd name="connsiteX14" fmla="*/ 47086 w 94148"/>
                      <a:gd name="connsiteY14" fmla="*/ 27589 h 9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148" h="94146">
                        <a:moveTo>
                          <a:pt x="47086" y="94147"/>
                        </a:moveTo>
                        <a:cubicBezTo>
                          <a:pt x="21088" y="94154"/>
                          <a:pt x="7" y="73084"/>
                          <a:pt x="0" y="47086"/>
                        </a:cubicBezTo>
                        <a:cubicBezTo>
                          <a:pt x="-7" y="21088"/>
                          <a:pt x="21063" y="7"/>
                          <a:pt x="47061" y="0"/>
                        </a:cubicBezTo>
                        <a:cubicBezTo>
                          <a:pt x="68919" y="-6"/>
                          <a:pt x="87905" y="15035"/>
                          <a:pt x="92900" y="36314"/>
                        </a:cubicBezTo>
                        <a:lnTo>
                          <a:pt x="92900" y="36314"/>
                        </a:lnTo>
                        <a:cubicBezTo>
                          <a:pt x="98823" y="61647"/>
                          <a:pt x="83089" y="86986"/>
                          <a:pt x="57755" y="92910"/>
                        </a:cubicBezTo>
                        <a:cubicBezTo>
                          <a:pt x="54257" y="93728"/>
                          <a:pt x="50678" y="94143"/>
                          <a:pt x="47086" y="94147"/>
                        </a:cubicBezTo>
                        <a:close/>
                        <a:moveTo>
                          <a:pt x="47086" y="27589"/>
                        </a:moveTo>
                        <a:cubicBezTo>
                          <a:pt x="45582" y="27592"/>
                          <a:pt x="44084" y="27766"/>
                          <a:pt x="42620" y="28106"/>
                        </a:cubicBezTo>
                        <a:cubicBezTo>
                          <a:pt x="32145" y="30568"/>
                          <a:pt x="25648" y="41055"/>
                          <a:pt x="28110" y="51531"/>
                        </a:cubicBezTo>
                        <a:cubicBezTo>
                          <a:pt x="30572" y="62006"/>
                          <a:pt x="41059" y="68503"/>
                          <a:pt x="51535" y="66041"/>
                        </a:cubicBezTo>
                        <a:cubicBezTo>
                          <a:pt x="61994" y="63594"/>
                          <a:pt x="68490" y="53131"/>
                          <a:pt x="66043" y="42671"/>
                        </a:cubicBezTo>
                        <a:cubicBezTo>
                          <a:pt x="66041" y="42662"/>
                          <a:pt x="66038" y="42652"/>
                          <a:pt x="66036" y="42642"/>
                        </a:cubicBezTo>
                        <a:lnTo>
                          <a:pt x="66036" y="42642"/>
                        </a:lnTo>
                        <a:cubicBezTo>
                          <a:pt x="63973" y="33838"/>
                          <a:pt x="56129" y="27606"/>
                          <a:pt x="47086" y="27589"/>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grpSp>
        <p:nvGrpSpPr>
          <p:cNvPr id="7" name="Group 6">
            <a:extLst>
              <a:ext uri="{FF2B5EF4-FFF2-40B4-BE49-F238E27FC236}">
                <a16:creationId xmlns:a16="http://schemas.microsoft.com/office/drawing/2014/main" id="{DD612956-0EA7-3974-FC8A-AE1156767ED8}"/>
              </a:ext>
            </a:extLst>
          </p:cNvPr>
          <p:cNvGrpSpPr/>
          <p:nvPr/>
        </p:nvGrpSpPr>
        <p:grpSpPr>
          <a:xfrm>
            <a:off x="1075577" y="1048314"/>
            <a:ext cx="2597077" cy="3718799"/>
            <a:chOff x="1075577" y="1048314"/>
            <a:chExt cx="2597077" cy="3718799"/>
          </a:xfrm>
        </p:grpSpPr>
        <p:cxnSp>
          <p:nvCxnSpPr>
            <p:cNvPr id="373" name="Straight Connector 372">
              <a:extLst>
                <a:ext uri="{FF2B5EF4-FFF2-40B4-BE49-F238E27FC236}">
                  <a16:creationId xmlns:a16="http://schemas.microsoft.com/office/drawing/2014/main" id="{DB198466-DC80-6653-968E-E93E04B51F38}"/>
                </a:ext>
              </a:extLst>
            </p:cNvPr>
            <p:cNvCxnSpPr>
              <a:cxnSpLocks/>
            </p:cNvCxnSpPr>
            <p:nvPr/>
          </p:nvCxnSpPr>
          <p:spPr>
            <a:xfrm>
              <a:off x="1761023" y="3643542"/>
              <a:ext cx="0" cy="1123571"/>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sp>
          <p:nvSpPr>
            <p:cNvPr id="374" name="TextBox 373">
              <a:extLst>
                <a:ext uri="{FF2B5EF4-FFF2-40B4-BE49-F238E27FC236}">
                  <a16:creationId xmlns:a16="http://schemas.microsoft.com/office/drawing/2014/main" id="{1A8E93F4-D0E0-CE14-67D2-2FE2DD967C73}"/>
                </a:ext>
              </a:extLst>
            </p:cNvPr>
            <p:cNvSpPr txBox="1"/>
            <p:nvPr/>
          </p:nvSpPr>
          <p:spPr>
            <a:xfrm>
              <a:off x="1152654" y="1048314"/>
              <a:ext cx="2520000" cy="684803"/>
            </a:xfrm>
            <a:prstGeom prst="rect">
              <a:avLst/>
            </a:prstGeom>
            <a:solidFill>
              <a:srgbClr val="FFFFFF"/>
            </a:solidFill>
          </p:spPr>
          <p:txBody>
            <a:bodyPr wrap="square" lIns="0" tIns="0" rIns="0" bIns="0" rtlCol="0">
              <a:spAutoFit/>
            </a:bodyPr>
            <a:lstStyle/>
            <a:p>
              <a:pPr>
                <a:spcAft>
                  <a:spcPts val="300"/>
                </a:spcAft>
              </a:pPr>
              <a:r>
                <a:rPr lang="en-US" sz="1000" b="1" dirty="0">
                  <a:solidFill>
                    <a:schemeClr val="tx2"/>
                  </a:solidFill>
                </a:rPr>
                <a:t>Preparation</a:t>
              </a:r>
            </a:p>
            <a:p>
              <a:r>
                <a:rPr lang="en-US" sz="800" dirty="0"/>
                <a:t>Collect and review all project info and agreements to understand and clarify the project context, objectives, scope, budget and all other agreements</a:t>
              </a:r>
              <a:endParaRPr lang="nl-BE" sz="800" dirty="0"/>
            </a:p>
          </p:txBody>
        </p:sp>
        <p:sp>
          <p:nvSpPr>
            <p:cNvPr id="375" name="TextBox 374">
              <a:extLst>
                <a:ext uri="{FF2B5EF4-FFF2-40B4-BE49-F238E27FC236}">
                  <a16:creationId xmlns:a16="http://schemas.microsoft.com/office/drawing/2014/main" id="{671732CD-4AFB-E3CF-6236-735439C3AA65}"/>
                </a:ext>
              </a:extLst>
            </p:cNvPr>
            <p:cNvSpPr txBox="1"/>
            <p:nvPr/>
          </p:nvSpPr>
          <p:spPr>
            <a:xfrm>
              <a:off x="1811380" y="3712978"/>
              <a:ext cx="1225186" cy="1054135"/>
            </a:xfrm>
            <a:prstGeom prst="rect">
              <a:avLst/>
            </a:prstGeom>
            <a:solidFill>
              <a:srgbClr val="FFFFFF"/>
            </a:solidFill>
          </p:spPr>
          <p:txBody>
            <a:bodyPr wrap="square" lIns="0" tIns="0" rIns="0" bIns="0" rtlCol="0">
              <a:spAutoFit/>
            </a:bodyPr>
            <a:lstStyle/>
            <a:p>
              <a:pPr>
                <a:spcAft>
                  <a:spcPts val="300"/>
                </a:spcAft>
              </a:pPr>
              <a:r>
                <a:rPr lang="en-US" sz="1000" b="1" dirty="0">
                  <a:solidFill>
                    <a:schemeClr val="tx2"/>
                  </a:solidFill>
                </a:rPr>
                <a:t>Initial plan</a:t>
              </a:r>
            </a:p>
            <a:p>
              <a:r>
                <a:rPr lang="en-US" sz="800" dirty="0"/>
                <a:t>Prepare for the effective start of the project. Elaborate project plan, governance structure, templates and tools, staffing and conduct a kick-off meeting</a:t>
              </a:r>
              <a:endParaRPr lang="nl-BE" sz="800" dirty="0"/>
            </a:p>
          </p:txBody>
        </p:sp>
        <p:cxnSp>
          <p:nvCxnSpPr>
            <p:cNvPr id="372" name="Straight Connector 371">
              <a:extLst>
                <a:ext uri="{FF2B5EF4-FFF2-40B4-BE49-F238E27FC236}">
                  <a16:creationId xmlns:a16="http://schemas.microsoft.com/office/drawing/2014/main" id="{08A644FD-E90A-4781-FBF9-0F84CA875CCA}"/>
                </a:ext>
              </a:extLst>
            </p:cNvPr>
            <p:cNvCxnSpPr>
              <a:cxnSpLocks/>
            </p:cNvCxnSpPr>
            <p:nvPr/>
          </p:nvCxnSpPr>
          <p:spPr>
            <a:xfrm flipH="1">
              <a:off x="1075577" y="1086060"/>
              <a:ext cx="0" cy="900000"/>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sp>
          <p:nvSpPr>
            <p:cNvPr id="487" name="Arrow: Chevron 288">
              <a:extLst>
                <a:ext uri="{FF2B5EF4-FFF2-40B4-BE49-F238E27FC236}">
                  <a16:creationId xmlns:a16="http://schemas.microsoft.com/office/drawing/2014/main" id="{4751AF01-7FB5-8DB1-4FD6-BFAAE3B0ECE7}"/>
                </a:ext>
              </a:extLst>
            </p:cNvPr>
            <p:cNvSpPr/>
            <p:nvPr/>
          </p:nvSpPr>
          <p:spPr>
            <a:xfrm>
              <a:off x="1742069" y="3197853"/>
              <a:ext cx="800139"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13716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Plan</a:t>
              </a:r>
            </a:p>
          </p:txBody>
        </p:sp>
        <p:sp>
          <p:nvSpPr>
            <p:cNvPr id="488" name="Arrow: Pentagon 14">
              <a:extLst>
                <a:ext uri="{FF2B5EF4-FFF2-40B4-BE49-F238E27FC236}">
                  <a16:creationId xmlns:a16="http://schemas.microsoft.com/office/drawing/2014/main" id="{BA10DFB1-CA64-C16A-4EB4-D087353EEFF1}"/>
                </a:ext>
              </a:extLst>
            </p:cNvPr>
            <p:cNvSpPr/>
            <p:nvPr/>
          </p:nvSpPr>
          <p:spPr>
            <a:xfrm>
              <a:off x="1120126" y="3198157"/>
              <a:ext cx="732384" cy="408495"/>
            </a:xfrm>
            <a:prstGeom prst="homePlate">
              <a:avLst>
                <a:gd name="adj" fmla="val 17926"/>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9144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a:t>
              </a:r>
            </a:p>
          </p:txBody>
        </p:sp>
        <p:sp>
          <p:nvSpPr>
            <p:cNvPr id="605" name="Arrow: Pentagon 277">
              <a:extLst>
                <a:ext uri="{FF2B5EF4-FFF2-40B4-BE49-F238E27FC236}">
                  <a16:creationId xmlns:a16="http://schemas.microsoft.com/office/drawing/2014/main" id="{A2A96A2C-8146-B629-C61B-7A29EEE1D9FA}"/>
                </a:ext>
              </a:extLst>
            </p:cNvPr>
            <p:cNvSpPr/>
            <p:nvPr/>
          </p:nvSpPr>
          <p:spPr>
            <a:xfrm>
              <a:off x="1090377" y="2241576"/>
              <a:ext cx="1641476" cy="964154"/>
            </a:xfrm>
            <a:prstGeom prst="homePlate">
              <a:avLst>
                <a:gd name="adj" fmla="val 30009"/>
              </a:avLst>
            </a:prstGeom>
            <a:gradFill>
              <a:gsLst>
                <a:gs pos="0">
                  <a:schemeClr val="tx2"/>
                </a:gs>
                <a:gs pos="9900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21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Initiate</a:t>
              </a:r>
            </a:p>
          </p:txBody>
        </p:sp>
        <p:grpSp>
          <p:nvGrpSpPr>
            <p:cNvPr id="608" name="Group 607">
              <a:extLst>
                <a:ext uri="{FF2B5EF4-FFF2-40B4-BE49-F238E27FC236}">
                  <a16:creationId xmlns:a16="http://schemas.microsoft.com/office/drawing/2014/main" id="{193216E2-4201-FF70-A309-D40BB6674093}"/>
                </a:ext>
              </a:extLst>
            </p:cNvPr>
            <p:cNvGrpSpPr/>
            <p:nvPr/>
          </p:nvGrpSpPr>
          <p:grpSpPr>
            <a:xfrm>
              <a:off x="1664848" y="2363819"/>
              <a:ext cx="471163" cy="471791"/>
              <a:chOff x="433241" y="1570462"/>
              <a:chExt cx="471791" cy="471791"/>
            </a:xfrm>
          </p:grpSpPr>
          <p:sp>
            <p:nvSpPr>
              <p:cNvPr id="609" name="Oval 608">
                <a:extLst>
                  <a:ext uri="{FF2B5EF4-FFF2-40B4-BE49-F238E27FC236}">
                    <a16:creationId xmlns:a16="http://schemas.microsoft.com/office/drawing/2014/main" id="{79FB88EB-F986-C369-163B-2284FA967665}"/>
                  </a:ext>
                </a:extLst>
              </p:cNvPr>
              <p:cNvSpPr/>
              <p:nvPr/>
            </p:nvSpPr>
            <p:spPr>
              <a:xfrm>
                <a:off x="433241"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610" name="Group 609">
                <a:extLst>
                  <a:ext uri="{FF2B5EF4-FFF2-40B4-BE49-F238E27FC236}">
                    <a16:creationId xmlns:a16="http://schemas.microsoft.com/office/drawing/2014/main" id="{E8F2B50C-1C19-B873-B76E-2575F17F8117}"/>
                  </a:ext>
                </a:extLst>
              </p:cNvPr>
              <p:cNvGrpSpPr/>
              <p:nvPr/>
            </p:nvGrpSpPr>
            <p:grpSpPr>
              <a:xfrm>
                <a:off x="543450" y="1674683"/>
                <a:ext cx="251373" cy="260212"/>
                <a:chOff x="738790" y="2040956"/>
                <a:chExt cx="251373" cy="260212"/>
              </a:xfrm>
            </p:grpSpPr>
            <p:sp>
              <p:nvSpPr>
                <p:cNvPr id="611" name="Freeform 176">
                  <a:extLst>
                    <a:ext uri="{FF2B5EF4-FFF2-40B4-BE49-F238E27FC236}">
                      <a16:creationId xmlns:a16="http://schemas.microsoft.com/office/drawing/2014/main" id="{E2B1045F-BB88-8FB3-7FCC-B6727BD25F87}"/>
                    </a:ext>
                  </a:extLst>
                </p:cNvPr>
                <p:cNvSpPr/>
                <p:nvPr/>
              </p:nvSpPr>
              <p:spPr>
                <a:xfrm>
                  <a:off x="738790" y="2134679"/>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4"/>
                        <a:pt x="5614" y="0"/>
                        <a:pt x="12540" y="0"/>
                      </a:cubicBezTo>
                      <a:lnTo>
                        <a:pt x="65163" y="0"/>
                      </a:lnTo>
                      <a:cubicBezTo>
                        <a:pt x="72089" y="0"/>
                        <a:pt x="77703" y="5614"/>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12" name="Freeform 177">
                  <a:extLst>
                    <a:ext uri="{FF2B5EF4-FFF2-40B4-BE49-F238E27FC236}">
                      <a16:creationId xmlns:a16="http://schemas.microsoft.com/office/drawing/2014/main" id="{5DA836DE-9A5D-0150-FE6A-29AFC578F06F}"/>
                    </a:ext>
                  </a:extLst>
                </p:cNvPr>
                <p:cNvSpPr/>
                <p:nvPr/>
              </p:nvSpPr>
              <p:spPr>
                <a:xfrm>
                  <a:off x="738790" y="2223465"/>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5"/>
                        <a:pt x="5614" y="0"/>
                        <a:pt x="12540" y="0"/>
                      </a:cubicBezTo>
                      <a:lnTo>
                        <a:pt x="65163" y="0"/>
                      </a:lnTo>
                      <a:cubicBezTo>
                        <a:pt x="72089" y="0"/>
                        <a:pt x="77703" y="5615"/>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13" name="Freeform 178">
                  <a:extLst>
                    <a:ext uri="{FF2B5EF4-FFF2-40B4-BE49-F238E27FC236}">
                      <a16:creationId xmlns:a16="http://schemas.microsoft.com/office/drawing/2014/main" id="{F0D2ACEA-D9BF-446A-2CDE-AB05FD50D3BF}"/>
                    </a:ext>
                  </a:extLst>
                </p:cNvPr>
                <p:cNvSpPr/>
                <p:nvPr/>
              </p:nvSpPr>
              <p:spPr>
                <a:xfrm>
                  <a:off x="791413" y="2082057"/>
                  <a:ext cx="86732" cy="104006"/>
                </a:xfrm>
                <a:custGeom>
                  <a:avLst/>
                  <a:gdLst>
                    <a:gd name="connsiteX0" fmla="*/ 74192 w 86732"/>
                    <a:gd name="connsiteY0" fmla="*/ 104006 h 104006"/>
                    <a:gd name="connsiteX1" fmla="*/ 12540 w 86732"/>
                    <a:gd name="connsiteY1" fmla="*/ 104006 h 104006"/>
                    <a:gd name="connsiteX2" fmla="*/ 0 w 86732"/>
                    <a:gd name="connsiteY2" fmla="*/ 91466 h 104006"/>
                    <a:gd name="connsiteX3" fmla="*/ 12540 w 86732"/>
                    <a:gd name="connsiteY3" fmla="*/ 78926 h 104006"/>
                    <a:gd name="connsiteX4" fmla="*/ 61651 w 86732"/>
                    <a:gd name="connsiteY4" fmla="*/ 78926 h 104006"/>
                    <a:gd name="connsiteX5" fmla="*/ 61651 w 86732"/>
                    <a:gd name="connsiteY5" fmla="*/ 12540 h 104006"/>
                    <a:gd name="connsiteX6" fmla="*/ 74192 w 86732"/>
                    <a:gd name="connsiteY6" fmla="*/ 0 h 104006"/>
                    <a:gd name="connsiteX7" fmla="*/ 86732 w 86732"/>
                    <a:gd name="connsiteY7" fmla="*/ 12540 h 104006"/>
                    <a:gd name="connsiteX8" fmla="*/ 86732 w 86732"/>
                    <a:gd name="connsiteY8" fmla="*/ 91466 h 104006"/>
                    <a:gd name="connsiteX9" fmla="*/ 74192 w 86732"/>
                    <a:gd name="connsiteY9" fmla="*/ 104006 h 10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732" h="104006">
                      <a:moveTo>
                        <a:pt x="74192" y="104006"/>
                      </a:moveTo>
                      <a:lnTo>
                        <a:pt x="12540" y="104006"/>
                      </a:lnTo>
                      <a:cubicBezTo>
                        <a:pt x="5614" y="104006"/>
                        <a:pt x="0" y="98392"/>
                        <a:pt x="0" y="91466"/>
                      </a:cubicBezTo>
                      <a:cubicBezTo>
                        <a:pt x="0" y="84540"/>
                        <a:pt x="5614" y="78926"/>
                        <a:pt x="12540" y="78926"/>
                      </a:cubicBezTo>
                      <a:lnTo>
                        <a:pt x="61651" y="78926"/>
                      </a:lnTo>
                      <a:lnTo>
                        <a:pt x="61651" y="12540"/>
                      </a:lnTo>
                      <a:cubicBezTo>
                        <a:pt x="61651" y="5614"/>
                        <a:pt x="67266" y="0"/>
                        <a:pt x="74192" y="0"/>
                      </a:cubicBezTo>
                      <a:cubicBezTo>
                        <a:pt x="81118" y="0"/>
                        <a:pt x="86732" y="5614"/>
                        <a:pt x="86732" y="12540"/>
                      </a:cubicBezTo>
                      <a:lnTo>
                        <a:pt x="86732" y="91466"/>
                      </a:lnTo>
                      <a:cubicBezTo>
                        <a:pt x="86732" y="98392"/>
                        <a:pt x="81118" y="104006"/>
                        <a:pt x="74192" y="104006"/>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14" name="Freeform 179">
                  <a:extLst>
                    <a:ext uri="{FF2B5EF4-FFF2-40B4-BE49-F238E27FC236}">
                      <a16:creationId xmlns:a16="http://schemas.microsoft.com/office/drawing/2014/main" id="{8115FB3D-9D8E-AEDD-A76B-B5F689CB8F91}"/>
                    </a:ext>
                  </a:extLst>
                </p:cNvPr>
                <p:cNvSpPr/>
                <p:nvPr/>
              </p:nvSpPr>
              <p:spPr>
                <a:xfrm>
                  <a:off x="853064" y="2160983"/>
                  <a:ext cx="62701" cy="25080"/>
                </a:xfrm>
                <a:custGeom>
                  <a:avLst/>
                  <a:gdLst>
                    <a:gd name="connsiteX0" fmla="*/ 50161 w 62701"/>
                    <a:gd name="connsiteY0" fmla="*/ 25081 h 25080"/>
                    <a:gd name="connsiteX1" fmla="*/ 12540 w 62701"/>
                    <a:gd name="connsiteY1" fmla="*/ 25081 h 25080"/>
                    <a:gd name="connsiteX2" fmla="*/ 0 w 62701"/>
                    <a:gd name="connsiteY2" fmla="*/ 12540 h 25080"/>
                    <a:gd name="connsiteX3" fmla="*/ 12540 w 62701"/>
                    <a:gd name="connsiteY3" fmla="*/ 0 h 25080"/>
                    <a:gd name="connsiteX4" fmla="*/ 50161 w 62701"/>
                    <a:gd name="connsiteY4" fmla="*/ 0 h 25080"/>
                    <a:gd name="connsiteX5" fmla="*/ 62702 w 62701"/>
                    <a:gd name="connsiteY5" fmla="*/ 12540 h 25080"/>
                    <a:gd name="connsiteX6" fmla="*/ 50161 w 62701"/>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01" h="25080">
                      <a:moveTo>
                        <a:pt x="50161" y="25081"/>
                      </a:moveTo>
                      <a:lnTo>
                        <a:pt x="12540" y="25081"/>
                      </a:lnTo>
                      <a:cubicBezTo>
                        <a:pt x="5614" y="25081"/>
                        <a:pt x="0" y="19466"/>
                        <a:pt x="0" y="12540"/>
                      </a:cubicBezTo>
                      <a:cubicBezTo>
                        <a:pt x="0" y="5614"/>
                        <a:pt x="5614" y="0"/>
                        <a:pt x="12540" y="0"/>
                      </a:cubicBezTo>
                      <a:lnTo>
                        <a:pt x="50161" y="0"/>
                      </a:lnTo>
                      <a:cubicBezTo>
                        <a:pt x="57087" y="0"/>
                        <a:pt x="62702" y="5614"/>
                        <a:pt x="62702" y="12540"/>
                      </a:cubicBezTo>
                      <a:cubicBezTo>
                        <a:pt x="62702" y="19466"/>
                        <a:pt x="57087" y="25081"/>
                        <a:pt x="50161"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15" name="Freeform 180">
                  <a:extLst>
                    <a:ext uri="{FF2B5EF4-FFF2-40B4-BE49-F238E27FC236}">
                      <a16:creationId xmlns:a16="http://schemas.microsoft.com/office/drawing/2014/main" id="{DF139983-925C-BDC8-4C11-F93126A34236}"/>
                    </a:ext>
                  </a:extLst>
                </p:cNvPr>
                <p:cNvSpPr/>
                <p:nvPr/>
              </p:nvSpPr>
              <p:spPr>
                <a:xfrm>
                  <a:off x="791413" y="2198196"/>
                  <a:ext cx="161550" cy="76668"/>
                </a:xfrm>
                <a:custGeom>
                  <a:avLst/>
                  <a:gdLst>
                    <a:gd name="connsiteX0" fmla="*/ 149011 w 161550"/>
                    <a:gd name="connsiteY0" fmla="*/ 76669 h 76668"/>
                    <a:gd name="connsiteX1" fmla="*/ 12540 w 161550"/>
                    <a:gd name="connsiteY1" fmla="*/ 76669 h 76668"/>
                    <a:gd name="connsiteX2" fmla="*/ 0 w 161550"/>
                    <a:gd name="connsiteY2" fmla="*/ 64128 h 76668"/>
                    <a:gd name="connsiteX3" fmla="*/ 12540 w 161550"/>
                    <a:gd name="connsiteY3" fmla="*/ 51588 h 76668"/>
                    <a:gd name="connsiteX4" fmla="*/ 136470 w 161550"/>
                    <a:gd name="connsiteY4" fmla="*/ 51588 h 76668"/>
                    <a:gd name="connsiteX5" fmla="*/ 136470 w 161550"/>
                    <a:gd name="connsiteY5" fmla="*/ 12540 h 76668"/>
                    <a:gd name="connsiteX6" fmla="*/ 149011 w 161550"/>
                    <a:gd name="connsiteY6" fmla="*/ 0 h 76668"/>
                    <a:gd name="connsiteX7" fmla="*/ 161551 w 161550"/>
                    <a:gd name="connsiteY7" fmla="*/ 12540 h 76668"/>
                    <a:gd name="connsiteX8" fmla="*/ 161551 w 161550"/>
                    <a:gd name="connsiteY8" fmla="*/ 64128 h 76668"/>
                    <a:gd name="connsiteX9" fmla="*/ 149011 w 161550"/>
                    <a:gd name="connsiteY9" fmla="*/ 76669 h 7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550" h="76668">
                      <a:moveTo>
                        <a:pt x="149011" y="76669"/>
                      </a:moveTo>
                      <a:lnTo>
                        <a:pt x="12540" y="76669"/>
                      </a:lnTo>
                      <a:cubicBezTo>
                        <a:pt x="5614" y="76669"/>
                        <a:pt x="0" y="71054"/>
                        <a:pt x="0" y="64128"/>
                      </a:cubicBezTo>
                      <a:cubicBezTo>
                        <a:pt x="0" y="57203"/>
                        <a:pt x="5614" y="51588"/>
                        <a:pt x="12540" y="51588"/>
                      </a:cubicBezTo>
                      <a:lnTo>
                        <a:pt x="136470" y="51588"/>
                      </a:lnTo>
                      <a:lnTo>
                        <a:pt x="136470" y="12540"/>
                      </a:lnTo>
                      <a:cubicBezTo>
                        <a:pt x="136470" y="5615"/>
                        <a:pt x="142085" y="0"/>
                        <a:pt x="149011" y="0"/>
                      </a:cubicBezTo>
                      <a:cubicBezTo>
                        <a:pt x="155936" y="0"/>
                        <a:pt x="161551" y="5615"/>
                        <a:pt x="161551" y="12540"/>
                      </a:cubicBezTo>
                      <a:lnTo>
                        <a:pt x="161551" y="64128"/>
                      </a:lnTo>
                      <a:cubicBezTo>
                        <a:pt x="161551" y="71054"/>
                        <a:pt x="155936" y="76669"/>
                        <a:pt x="149011" y="76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16" name="Freeform 181">
                  <a:extLst>
                    <a:ext uri="{FF2B5EF4-FFF2-40B4-BE49-F238E27FC236}">
                      <a16:creationId xmlns:a16="http://schemas.microsoft.com/office/drawing/2014/main" id="{736115BC-90A7-FFF5-DC5F-3B4E3919C7F8}"/>
                    </a:ext>
                  </a:extLst>
                </p:cNvPr>
                <p:cNvSpPr/>
                <p:nvPr/>
              </p:nvSpPr>
              <p:spPr>
                <a:xfrm>
                  <a:off x="890683" y="2123775"/>
                  <a:ext cx="99480" cy="99501"/>
                </a:xfrm>
                <a:custGeom>
                  <a:avLst/>
                  <a:gdLst>
                    <a:gd name="connsiteX0" fmla="*/ 49740 w 99480"/>
                    <a:gd name="connsiteY0" fmla="*/ 99502 h 99501"/>
                    <a:gd name="connsiteX1" fmla="*/ 40868 w 99480"/>
                    <a:gd name="connsiteY1" fmla="*/ 95834 h 99501"/>
                    <a:gd name="connsiteX2" fmla="*/ 3670 w 99480"/>
                    <a:gd name="connsiteY2" fmla="*/ 58620 h 99501"/>
                    <a:gd name="connsiteX3" fmla="*/ 3670 w 99480"/>
                    <a:gd name="connsiteY3" fmla="*/ 40891 h 99501"/>
                    <a:gd name="connsiteX4" fmla="*/ 40868 w 99480"/>
                    <a:gd name="connsiteY4" fmla="*/ 3678 h 99501"/>
                    <a:gd name="connsiteX5" fmla="*/ 58603 w 99480"/>
                    <a:gd name="connsiteY5" fmla="*/ 3668 h 99501"/>
                    <a:gd name="connsiteX6" fmla="*/ 58613 w 99480"/>
                    <a:gd name="connsiteY6" fmla="*/ 3678 h 99501"/>
                    <a:gd name="connsiteX7" fmla="*/ 95811 w 99480"/>
                    <a:gd name="connsiteY7" fmla="*/ 40891 h 99501"/>
                    <a:gd name="connsiteX8" fmla="*/ 95811 w 99480"/>
                    <a:gd name="connsiteY8" fmla="*/ 58620 h 99501"/>
                    <a:gd name="connsiteX9" fmla="*/ 58613 w 99480"/>
                    <a:gd name="connsiteY9" fmla="*/ 95834 h 99501"/>
                    <a:gd name="connsiteX10" fmla="*/ 49740 w 99480"/>
                    <a:gd name="connsiteY10" fmla="*/ 99502 h 99501"/>
                    <a:gd name="connsiteX11" fmla="*/ 30272 w 99480"/>
                    <a:gd name="connsiteY11" fmla="*/ 49748 h 99501"/>
                    <a:gd name="connsiteX12" fmla="*/ 49740 w 99480"/>
                    <a:gd name="connsiteY12" fmla="*/ 69233 h 99501"/>
                    <a:gd name="connsiteX13" fmla="*/ 69209 w 99480"/>
                    <a:gd name="connsiteY13" fmla="*/ 49748 h 99501"/>
                    <a:gd name="connsiteX14" fmla="*/ 49740 w 99480"/>
                    <a:gd name="connsiteY14" fmla="*/ 30279 h 9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480" h="99501">
                      <a:moveTo>
                        <a:pt x="49740" y="99502"/>
                      </a:moveTo>
                      <a:cubicBezTo>
                        <a:pt x="46414" y="99505"/>
                        <a:pt x="43223" y="98185"/>
                        <a:pt x="40868" y="95834"/>
                      </a:cubicBezTo>
                      <a:lnTo>
                        <a:pt x="3670" y="58620"/>
                      </a:lnTo>
                      <a:cubicBezTo>
                        <a:pt x="-1223" y="53724"/>
                        <a:pt x="-1223" y="45788"/>
                        <a:pt x="3670" y="40891"/>
                      </a:cubicBezTo>
                      <a:lnTo>
                        <a:pt x="40868" y="3678"/>
                      </a:lnTo>
                      <a:cubicBezTo>
                        <a:pt x="45762" y="-1222"/>
                        <a:pt x="53703" y="-1227"/>
                        <a:pt x="58603" y="3668"/>
                      </a:cubicBezTo>
                      <a:cubicBezTo>
                        <a:pt x="58607" y="3671"/>
                        <a:pt x="58610" y="3675"/>
                        <a:pt x="58613" y="3678"/>
                      </a:cubicBezTo>
                      <a:lnTo>
                        <a:pt x="95811" y="40891"/>
                      </a:lnTo>
                      <a:cubicBezTo>
                        <a:pt x="100704" y="45788"/>
                        <a:pt x="100704" y="53724"/>
                        <a:pt x="95811" y="58620"/>
                      </a:cubicBezTo>
                      <a:lnTo>
                        <a:pt x="58613" y="95834"/>
                      </a:lnTo>
                      <a:cubicBezTo>
                        <a:pt x="56258" y="98185"/>
                        <a:pt x="53067" y="99505"/>
                        <a:pt x="49740" y="99502"/>
                      </a:cubicBezTo>
                      <a:close/>
                      <a:moveTo>
                        <a:pt x="30272" y="49748"/>
                      </a:moveTo>
                      <a:lnTo>
                        <a:pt x="49740" y="69233"/>
                      </a:lnTo>
                      <a:lnTo>
                        <a:pt x="69209" y="49748"/>
                      </a:lnTo>
                      <a:lnTo>
                        <a:pt x="49740" y="30279"/>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17" name="Freeform 182">
                  <a:extLst>
                    <a:ext uri="{FF2B5EF4-FFF2-40B4-BE49-F238E27FC236}">
                      <a16:creationId xmlns:a16="http://schemas.microsoft.com/office/drawing/2014/main" id="{510EECE4-A7E1-E0F3-D4B6-A1C1A7E77DA2}"/>
                    </a:ext>
                  </a:extLst>
                </p:cNvPr>
                <p:cNvSpPr/>
                <p:nvPr/>
              </p:nvSpPr>
              <p:spPr>
                <a:xfrm>
                  <a:off x="786397" y="2040956"/>
                  <a:ext cx="158321" cy="66181"/>
                </a:xfrm>
                <a:custGeom>
                  <a:avLst/>
                  <a:gdLst>
                    <a:gd name="connsiteX0" fmla="*/ 145781 w 158321"/>
                    <a:gd name="connsiteY0" fmla="*/ 66182 h 66181"/>
                    <a:gd name="connsiteX1" fmla="*/ 12540 w 158321"/>
                    <a:gd name="connsiteY1" fmla="*/ 66182 h 66181"/>
                    <a:gd name="connsiteX2" fmla="*/ 0 w 158321"/>
                    <a:gd name="connsiteY2" fmla="*/ 53641 h 66181"/>
                    <a:gd name="connsiteX3" fmla="*/ 0 w 158321"/>
                    <a:gd name="connsiteY3" fmla="*/ 12540 h 66181"/>
                    <a:gd name="connsiteX4" fmla="*/ 12540 w 158321"/>
                    <a:gd name="connsiteY4" fmla="*/ 0 h 66181"/>
                    <a:gd name="connsiteX5" fmla="*/ 145781 w 158321"/>
                    <a:gd name="connsiteY5" fmla="*/ 0 h 66181"/>
                    <a:gd name="connsiteX6" fmla="*/ 158322 w 158321"/>
                    <a:gd name="connsiteY6" fmla="*/ 12540 h 66181"/>
                    <a:gd name="connsiteX7" fmla="*/ 158322 w 158321"/>
                    <a:gd name="connsiteY7" fmla="*/ 53641 h 66181"/>
                    <a:gd name="connsiteX8" fmla="*/ 145781 w 158321"/>
                    <a:gd name="connsiteY8" fmla="*/ 66182 h 66181"/>
                    <a:gd name="connsiteX9" fmla="*/ 25081 w 158321"/>
                    <a:gd name="connsiteY9" fmla="*/ 41101 h 66181"/>
                    <a:gd name="connsiteX10" fmla="*/ 133241 w 158321"/>
                    <a:gd name="connsiteY10" fmla="*/ 41101 h 66181"/>
                    <a:gd name="connsiteX11" fmla="*/ 133241 w 158321"/>
                    <a:gd name="connsiteY11" fmla="*/ 25081 h 66181"/>
                    <a:gd name="connsiteX12" fmla="*/ 25081 w 158321"/>
                    <a:gd name="connsiteY12" fmla="*/ 25081 h 6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321" h="66181">
                      <a:moveTo>
                        <a:pt x="145781" y="66182"/>
                      </a:moveTo>
                      <a:lnTo>
                        <a:pt x="12540" y="66182"/>
                      </a:lnTo>
                      <a:cubicBezTo>
                        <a:pt x="5614" y="66182"/>
                        <a:pt x="0" y="60567"/>
                        <a:pt x="0" y="53641"/>
                      </a:cubicBezTo>
                      <a:lnTo>
                        <a:pt x="0" y="12540"/>
                      </a:lnTo>
                      <a:cubicBezTo>
                        <a:pt x="0" y="5614"/>
                        <a:pt x="5614" y="0"/>
                        <a:pt x="12540" y="0"/>
                      </a:cubicBezTo>
                      <a:lnTo>
                        <a:pt x="145781" y="0"/>
                      </a:lnTo>
                      <a:cubicBezTo>
                        <a:pt x="152707" y="0"/>
                        <a:pt x="158322" y="5614"/>
                        <a:pt x="158322" y="12540"/>
                      </a:cubicBezTo>
                      <a:lnTo>
                        <a:pt x="158322" y="53641"/>
                      </a:lnTo>
                      <a:cubicBezTo>
                        <a:pt x="158322" y="60567"/>
                        <a:pt x="152707" y="66182"/>
                        <a:pt x="145781" y="66182"/>
                      </a:cubicBezTo>
                      <a:close/>
                      <a:moveTo>
                        <a:pt x="25081" y="41101"/>
                      </a:moveTo>
                      <a:lnTo>
                        <a:pt x="133241" y="41101"/>
                      </a:lnTo>
                      <a:lnTo>
                        <a:pt x="133241" y="25081"/>
                      </a:lnTo>
                      <a:lnTo>
                        <a:pt x="25081" y="25081"/>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2" name="Group 1">
            <a:extLst>
              <a:ext uri="{FF2B5EF4-FFF2-40B4-BE49-F238E27FC236}">
                <a16:creationId xmlns:a16="http://schemas.microsoft.com/office/drawing/2014/main" id="{632B4C79-CA31-EFE4-04C1-02FCEA1E57F1}"/>
              </a:ext>
            </a:extLst>
          </p:cNvPr>
          <p:cNvGrpSpPr/>
          <p:nvPr/>
        </p:nvGrpSpPr>
        <p:grpSpPr>
          <a:xfrm>
            <a:off x="10667997" y="-3"/>
            <a:ext cx="1143475" cy="828677"/>
            <a:chOff x="10667997" y="-3"/>
            <a:chExt cx="1143475" cy="828677"/>
          </a:xfrm>
        </p:grpSpPr>
        <p:sp>
          <p:nvSpPr>
            <p:cNvPr id="3" name="Round Same-side Corner of Rectangle 3">
              <a:extLst>
                <a:ext uri="{FF2B5EF4-FFF2-40B4-BE49-F238E27FC236}">
                  <a16:creationId xmlns:a16="http://schemas.microsoft.com/office/drawing/2014/main" id="{E69A52D5-F2DB-D616-79EA-82A708C7C175}"/>
                </a:ext>
              </a:extLst>
            </p:cNvPr>
            <p:cNvSpPr/>
            <p:nvPr/>
          </p:nvSpPr>
          <p:spPr>
            <a:xfrm rot="10800000">
              <a:off x="10667997" y="-3"/>
              <a:ext cx="1143475" cy="828677"/>
            </a:xfrm>
            <a:prstGeom prst="round2SameRect">
              <a:avLst/>
            </a:prstGeom>
            <a:solidFill>
              <a:schemeClr val="bg1"/>
            </a:solidFill>
            <a:ln>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4" name="Picture 3">
              <a:extLst>
                <a:ext uri="{FF2B5EF4-FFF2-40B4-BE49-F238E27FC236}">
                  <a16:creationId xmlns:a16="http://schemas.microsoft.com/office/drawing/2014/main" id="{C4640955-F2FF-5E0C-0EFF-80D122916327}"/>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0957794" y="135851"/>
              <a:ext cx="563880" cy="563880"/>
            </a:xfrm>
            <a:prstGeom prst="rect">
              <a:avLst/>
            </a:prstGeom>
          </p:spPr>
        </p:pic>
      </p:grpSp>
      <p:grpSp>
        <p:nvGrpSpPr>
          <p:cNvPr id="11" name="Group 10">
            <a:extLst>
              <a:ext uri="{FF2B5EF4-FFF2-40B4-BE49-F238E27FC236}">
                <a16:creationId xmlns:a16="http://schemas.microsoft.com/office/drawing/2014/main" id="{391100A1-4ADF-DFBE-CFFE-E8378D2B03A1}"/>
              </a:ext>
            </a:extLst>
          </p:cNvPr>
          <p:cNvGrpSpPr/>
          <p:nvPr/>
        </p:nvGrpSpPr>
        <p:grpSpPr>
          <a:xfrm>
            <a:off x="9135694" y="2241576"/>
            <a:ext cx="2194194" cy="2952482"/>
            <a:chOff x="9135694" y="2241576"/>
            <a:chExt cx="2194194" cy="2952482"/>
          </a:xfrm>
        </p:grpSpPr>
        <p:cxnSp>
          <p:nvCxnSpPr>
            <p:cNvPr id="369" name="Straight Connector 368">
              <a:extLst>
                <a:ext uri="{FF2B5EF4-FFF2-40B4-BE49-F238E27FC236}">
                  <a16:creationId xmlns:a16="http://schemas.microsoft.com/office/drawing/2014/main" id="{BEC8EBFF-1868-0650-9945-0AE084CDF4A5}"/>
                </a:ext>
              </a:extLst>
            </p:cNvPr>
            <p:cNvCxnSpPr>
              <a:cxnSpLocks/>
            </p:cNvCxnSpPr>
            <p:nvPr/>
          </p:nvCxnSpPr>
          <p:spPr>
            <a:xfrm>
              <a:off x="10062223" y="3643542"/>
              <a:ext cx="0" cy="1512000"/>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sp>
          <p:nvSpPr>
            <p:cNvPr id="368" name="TextBox 367">
              <a:extLst>
                <a:ext uri="{FF2B5EF4-FFF2-40B4-BE49-F238E27FC236}">
                  <a16:creationId xmlns:a16="http://schemas.microsoft.com/office/drawing/2014/main" id="{87A05FB1-9630-4DF2-8ACC-BABA3F36764C}"/>
                </a:ext>
              </a:extLst>
            </p:cNvPr>
            <p:cNvSpPr txBox="1"/>
            <p:nvPr/>
          </p:nvSpPr>
          <p:spPr>
            <a:xfrm>
              <a:off x="9198764" y="3739814"/>
              <a:ext cx="813333" cy="1454244"/>
            </a:xfrm>
            <a:prstGeom prst="rect">
              <a:avLst/>
            </a:prstGeom>
            <a:solidFill>
              <a:srgbClr val="FFFFFF"/>
            </a:solidFill>
          </p:spPr>
          <p:txBody>
            <a:bodyPr wrap="square" lIns="0" tIns="0" rIns="0" bIns="0" rtlCol="0">
              <a:spAutoFit/>
            </a:bodyPr>
            <a:lstStyle/>
            <a:p>
              <a:pPr>
                <a:spcAft>
                  <a:spcPts val="300"/>
                </a:spcAft>
              </a:pPr>
              <a:r>
                <a:rPr lang="en-US" sz="1000" b="1">
                  <a:solidFill>
                    <a:schemeClr val="tx2"/>
                  </a:solidFill>
                </a:rPr>
                <a:t>Final Preparation</a:t>
              </a:r>
            </a:p>
            <a:p>
              <a:r>
                <a:rPr lang="en-US" sz="800"/>
                <a:t>Complete the golive of the project, including end user training, data migration and preparation of a cutover plan</a:t>
              </a:r>
              <a:endParaRPr lang="nl-BE" sz="800"/>
            </a:p>
          </p:txBody>
        </p:sp>
        <p:sp>
          <p:nvSpPr>
            <p:cNvPr id="370" name="TextBox 369">
              <a:extLst>
                <a:ext uri="{FF2B5EF4-FFF2-40B4-BE49-F238E27FC236}">
                  <a16:creationId xmlns:a16="http://schemas.microsoft.com/office/drawing/2014/main" id="{975B3428-8BC5-FF7F-41D5-0DDA481E1240}"/>
                </a:ext>
              </a:extLst>
            </p:cNvPr>
            <p:cNvSpPr txBox="1"/>
            <p:nvPr/>
          </p:nvSpPr>
          <p:spPr>
            <a:xfrm>
              <a:off x="10109087" y="3705189"/>
              <a:ext cx="820991" cy="1423467"/>
            </a:xfrm>
            <a:prstGeom prst="rect">
              <a:avLst/>
            </a:prstGeom>
            <a:solidFill>
              <a:srgbClr val="FFFFFF"/>
            </a:solidFill>
          </p:spPr>
          <p:txBody>
            <a:bodyPr wrap="square" lIns="0" tIns="0" rIns="0" bIns="0" rtlCol="0">
              <a:spAutoFit/>
            </a:bodyPr>
            <a:lstStyle/>
            <a:p>
              <a:pPr>
                <a:spcAft>
                  <a:spcPts val="300"/>
                </a:spcAft>
              </a:pPr>
              <a:r>
                <a:rPr lang="en-US" sz="1000" b="1">
                  <a:solidFill>
                    <a:schemeClr val="tx2"/>
                  </a:solidFill>
                </a:rPr>
                <a:t>Go live</a:t>
              </a:r>
            </a:p>
            <a:p>
              <a:r>
                <a:rPr lang="en-US" sz="800"/>
                <a:t>Execute the cutover plan and move from a project-oriented, pre-production environment to a live production operation. </a:t>
              </a:r>
              <a:endParaRPr lang="nl-BE" sz="800"/>
            </a:p>
          </p:txBody>
        </p:sp>
        <p:cxnSp>
          <p:nvCxnSpPr>
            <p:cNvPr id="377" name="Straight Connector 376">
              <a:extLst>
                <a:ext uri="{FF2B5EF4-FFF2-40B4-BE49-F238E27FC236}">
                  <a16:creationId xmlns:a16="http://schemas.microsoft.com/office/drawing/2014/main" id="{B93BD649-C77D-2675-51AF-6FCF15223E1E}"/>
                </a:ext>
              </a:extLst>
            </p:cNvPr>
            <p:cNvCxnSpPr>
              <a:cxnSpLocks/>
            </p:cNvCxnSpPr>
            <p:nvPr/>
          </p:nvCxnSpPr>
          <p:spPr>
            <a:xfrm flipH="1">
              <a:off x="11064849" y="3643540"/>
              <a:ext cx="161" cy="756000"/>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sp>
          <p:nvSpPr>
            <p:cNvPr id="484" name="5-Point Star 266">
              <a:extLst>
                <a:ext uri="{FF2B5EF4-FFF2-40B4-BE49-F238E27FC236}">
                  <a16:creationId xmlns:a16="http://schemas.microsoft.com/office/drawing/2014/main" id="{A2002678-D840-87D4-EAE1-C2D29B24A7C4}"/>
                </a:ext>
              </a:extLst>
            </p:cNvPr>
            <p:cNvSpPr/>
            <p:nvPr/>
          </p:nvSpPr>
          <p:spPr>
            <a:xfrm>
              <a:off x="10248052" y="3233793"/>
              <a:ext cx="228607" cy="228912"/>
            </a:xfrm>
            <a:prstGeom prst="star5">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85" name="Arrow: Chevron 23">
              <a:extLst>
                <a:ext uri="{FF2B5EF4-FFF2-40B4-BE49-F238E27FC236}">
                  <a16:creationId xmlns:a16="http://schemas.microsoft.com/office/drawing/2014/main" id="{6EEC0471-0A54-033A-3273-77BE19AC8675}"/>
                </a:ext>
              </a:extLst>
            </p:cNvPr>
            <p:cNvSpPr/>
            <p:nvPr/>
          </p:nvSpPr>
          <p:spPr>
            <a:xfrm>
              <a:off x="9141959" y="3197853"/>
              <a:ext cx="1169642" cy="409690"/>
            </a:xfrm>
            <a:prstGeom prst="chevron">
              <a:avLst>
                <a:gd name="adj" fmla="val 24644"/>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Final </a:t>
              </a:r>
              <a:b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b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a:t>
              </a:r>
            </a:p>
          </p:txBody>
        </p:sp>
        <p:sp>
          <p:nvSpPr>
            <p:cNvPr id="495" name="Arrow: Chevron 25">
              <a:extLst>
                <a:ext uri="{FF2B5EF4-FFF2-40B4-BE49-F238E27FC236}">
                  <a16:creationId xmlns:a16="http://schemas.microsoft.com/office/drawing/2014/main" id="{950F5654-0012-BFD4-4414-36C80246AD62}"/>
                </a:ext>
              </a:extLst>
            </p:cNvPr>
            <p:cNvSpPr/>
            <p:nvPr/>
          </p:nvSpPr>
          <p:spPr>
            <a:xfrm>
              <a:off x="10054107" y="3197853"/>
              <a:ext cx="1103496" cy="409689"/>
            </a:xfrm>
            <a:prstGeom prst="chevron">
              <a:avLst>
                <a:gd name="adj" fmla="val 24644"/>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999999">
                      <a:lumMod val="50000"/>
                    </a:srgbClr>
                  </a:solidFill>
                  <a:effectLst/>
                  <a:uLnTx/>
                  <a:uFillTx/>
                  <a:latin typeface="Century Gothic" panose="020F0302020204030204"/>
                  <a:ea typeface="+mn-ea"/>
                  <a:cs typeface="+mn-cs"/>
                </a:rPr>
                <a:t>Go Live</a:t>
              </a:r>
            </a:p>
          </p:txBody>
        </p:sp>
        <p:sp>
          <p:nvSpPr>
            <p:cNvPr id="500" name="Arrow: Chevron 282">
              <a:extLst>
                <a:ext uri="{FF2B5EF4-FFF2-40B4-BE49-F238E27FC236}">
                  <a16:creationId xmlns:a16="http://schemas.microsoft.com/office/drawing/2014/main" id="{7282FBE5-6E65-54AC-5A21-1148B9800BB2}"/>
                </a:ext>
              </a:extLst>
            </p:cNvPr>
            <p:cNvSpPr/>
            <p:nvPr/>
          </p:nvSpPr>
          <p:spPr>
            <a:xfrm>
              <a:off x="9135694" y="2241576"/>
              <a:ext cx="2194194" cy="964154"/>
            </a:xfrm>
            <a:prstGeom prst="chevron">
              <a:avLst>
                <a:gd name="adj" fmla="val 27951"/>
              </a:avLst>
            </a:prstGeom>
            <a:gradFill>
              <a:gsLst>
                <a:gs pos="13000">
                  <a:srgbClr val="9BA7C7"/>
                </a:gs>
                <a:gs pos="1000">
                  <a:schemeClr val="accent4"/>
                </a:gs>
                <a:gs pos="99000">
                  <a:schemeClr val="accent3"/>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144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Deploy</a:t>
              </a:r>
            </a:p>
          </p:txBody>
        </p:sp>
        <p:grpSp>
          <p:nvGrpSpPr>
            <p:cNvPr id="603" name="Group 602">
              <a:extLst>
                <a:ext uri="{FF2B5EF4-FFF2-40B4-BE49-F238E27FC236}">
                  <a16:creationId xmlns:a16="http://schemas.microsoft.com/office/drawing/2014/main" id="{AE934CF7-C9EF-0C54-5EB7-AAB6218C4B8C}"/>
                </a:ext>
              </a:extLst>
            </p:cNvPr>
            <p:cNvGrpSpPr/>
            <p:nvPr/>
          </p:nvGrpSpPr>
          <p:grpSpPr>
            <a:xfrm>
              <a:off x="9964697" y="2369261"/>
              <a:ext cx="471163" cy="471791"/>
              <a:chOff x="9817805" y="1942177"/>
              <a:chExt cx="471791" cy="471791"/>
            </a:xfrm>
          </p:grpSpPr>
          <p:sp>
            <p:nvSpPr>
              <p:cNvPr id="326" name="Oval 325">
                <a:extLst>
                  <a:ext uri="{FF2B5EF4-FFF2-40B4-BE49-F238E27FC236}">
                    <a16:creationId xmlns:a16="http://schemas.microsoft.com/office/drawing/2014/main" id="{724CDADE-F9C6-42CA-98E4-0AF7AEDBD276}"/>
                  </a:ext>
                </a:extLst>
              </p:cNvPr>
              <p:cNvSpPr/>
              <p:nvPr/>
            </p:nvSpPr>
            <p:spPr>
              <a:xfrm>
                <a:off x="9817805"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327" name="Graphic 334">
                <a:extLst>
                  <a:ext uri="{FF2B5EF4-FFF2-40B4-BE49-F238E27FC236}">
                    <a16:creationId xmlns:a16="http://schemas.microsoft.com/office/drawing/2014/main" id="{C8500007-8850-EB9C-7378-D7ED77E72731}"/>
                  </a:ext>
                </a:extLst>
              </p:cNvPr>
              <p:cNvGrpSpPr/>
              <p:nvPr/>
            </p:nvGrpSpPr>
            <p:grpSpPr>
              <a:xfrm>
                <a:off x="9951565" y="2036935"/>
                <a:ext cx="204378" cy="282424"/>
                <a:chOff x="9951565" y="2036935"/>
                <a:chExt cx="204378" cy="282424"/>
              </a:xfrm>
            </p:grpSpPr>
            <p:sp>
              <p:nvSpPr>
                <p:cNvPr id="328" name="Freeform 143">
                  <a:extLst>
                    <a:ext uri="{FF2B5EF4-FFF2-40B4-BE49-F238E27FC236}">
                      <a16:creationId xmlns:a16="http://schemas.microsoft.com/office/drawing/2014/main" id="{B56B31B5-A3E1-BF6E-F305-52AE17119FC7}"/>
                    </a:ext>
                  </a:extLst>
                </p:cNvPr>
                <p:cNvSpPr/>
                <p:nvPr/>
              </p:nvSpPr>
              <p:spPr>
                <a:xfrm>
                  <a:off x="10075099" y="2179856"/>
                  <a:ext cx="80844" cy="136661"/>
                </a:xfrm>
                <a:custGeom>
                  <a:avLst/>
                  <a:gdLst>
                    <a:gd name="connsiteX0" fmla="*/ 56016 w 80844"/>
                    <a:gd name="connsiteY0" fmla="*/ 136661 h 136661"/>
                    <a:gd name="connsiteX1" fmla="*/ 24749 w 80844"/>
                    <a:gd name="connsiteY1" fmla="*/ 114256 h 136661"/>
                    <a:gd name="connsiteX2" fmla="*/ 1674 w 80844"/>
                    <a:gd name="connsiteY2" fmla="*/ 91516 h 136661"/>
                    <a:gd name="connsiteX3" fmla="*/ 2510 w 80844"/>
                    <a:gd name="connsiteY3" fmla="*/ 77136 h 136661"/>
                    <a:gd name="connsiteX4" fmla="*/ 28762 w 80844"/>
                    <a:gd name="connsiteY4" fmla="*/ 12261 h 136661"/>
                    <a:gd name="connsiteX5" fmla="*/ 43141 w 80844"/>
                    <a:gd name="connsiteY5" fmla="*/ 55 h 136661"/>
                    <a:gd name="connsiteX6" fmla="*/ 50331 w 80844"/>
                    <a:gd name="connsiteY6" fmla="*/ 2897 h 136661"/>
                    <a:gd name="connsiteX7" fmla="*/ 79759 w 80844"/>
                    <a:gd name="connsiteY7" fmla="*/ 46371 h 136661"/>
                    <a:gd name="connsiteX8" fmla="*/ 76749 w 80844"/>
                    <a:gd name="connsiteY8" fmla="*/ 92017 h 136661"/>
                    <a:gd name="connsiteX9" fmla="*/ 67720 w 80844"/>
                    <a:gd name="connsiteY9" fmla="*/ 130642 h 136661"/>
                    <a:gd name="connsiteX10" fmla="*/ 57688 w 80844"/>
                    <a:gd name="connsiteY10" fmla="*/ 136494 h 136661"/>
                    <a:gd name="connsiteX11" fmla="*/ 56016 w 80844"/>
                    <a:gd name="connsiteY11" fmla="*/ 136661 h 136661"/>
                    <a:gd name="connsiteX12" fmla="*/ 30768 w 80844"/>
                    <a:gd name="connsiteY12" fmla="*/ 83156 h 136661"/>
                    <a:gd name="connsiteX13" fmla="*/ 48324 w 80844"/>
                    <a:gd name="connsiteY13" fmla="*/ 99374 h 136661"/>
                    <a:gd name="connsiteX14" fmla="*/ 54009 w 80844"/>
                    <a:gd name="connsiteY14" fmla="*/ 53728 h 136661"/>
                    <a:gd name="connsiteX15" fmla="*/ 49662 w 80844"/>
                    <a:gd name="connsiteY15" fmla="*/ 43194 h 136661"/>
                    <a:gd name="connsiteX16" fmla="*/ 30768 w 80844"/>
                    <a:gd name="connsiteY16" fmla="*/ 83156 h 136661"/>
                    <a:gd name="connsiteX17" fmla="*/ 30768 w 80844"/>
                    <a:gd name="connsiteY17" fmla="*/ 83156 h 136661"/>
                    <a:gd name="connsiteX18" fmla="*/ 24247 w 80844"/>
                    <a:gd name="connsiteY18" fmla="*/ 92686 h 136661"/>
                    <a:gd name="connsiteX19" fmla="*/ 24247 w 80844"/>
                    <a:gd name="connsiteY19" fmla="*/ 92686 h 136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0844" h="136661">
                      <a:moveTo>
                        <a:pt x="56016" y="136661"/>
                      </a:moveTo>
                      <a:cubicBezTo>
                        <a:pt x="50498" y="136661"/>
                        <a:pt x="45984" y="133651"/>
                        <a:pt x="24749" y="114256"/>
                      </a:cubicBezTo>
                      <a:cubicBezTo>
                        <a:pt x="3179" y="94526"/>
                        <a:pt x="2510" y="93188"/>
                        <a:pt x="1674" y="91516"/>
                      </a:cubicBezTo>
                      <a:cubicBezTo>
                        <a:pt x="-834" y="87001"/>
                        <a:pt x="-499" y="81484"/>
                        <a:pt x="2510" y="77136"/>
                      </a:cubicBezTo>
                      <a:cubicBezTo>
                        <a:pt x="17726" y="55901"/>
                        <a:pt x="27089" y="32827"/>
                        <a:pt x="28762" y="12261"/>
                      </a:cubicBezTo>
                      <a:cubicBezTo>
                        <a:pt x="29430" y="4904"/>
                        <a:pt x="35784" y="-614"/>
                        <a:pt x="43141" y="55"/>
                      </a:cubicBezTo>
                      <a:cubicBezTo>
                        <a:pt x="45816" y="222"/>
                        <a:pt x="48324" y="1225"/>
                        <a:pt x="50331" y="2897"/>
                      </a:cubicBezTo>
                      <a:cubicBezTo>
                        <a:pt x="64209" y="14100"/>
                        <a:pt x="74408" y="29316"/>
                        <a:pt x="79759" y="46371"/>
                      </a:cubicBezTo>
                      <a:cubicBezTo>
                        <a:pt x="80762" y="49547"/>
                        <a:pt x="82601" y="56236"/>
                        <a:pt x="76749" y="92017"/>
                      </a:cubicBezTo>
                      <a:cubicBezTo>
                        <a:pt x="71064" y="125793"/>
                        <a:pt x="68891" y="129137"/>
                        <a:pt x="67720" y="130642"/>
                      </a:cubicBezTo>
                      <a:cubicBezTo>
                        <a:pt x="65379" y="133986"/>
                        <a:pt x="61701" y="136159"/>
                        <a:pt x="57688" y="136494"/>
                      </a:cubicBezTo>
                      <a:cubicBezTo>
                        <a:pt x="57019" y="136494"/>
                        <a:pt x="56518" y="136661"/>
                        <a:pt x="56016" y="136661"/>
                      </a:cubicBezTo>
                      <a:close/>
                      <a:moveTo>
                        <a:pt x="30768" y="83156"/>
                      </a:moveTo>
                      <a:cubicBezTo>
                        <a:pt x="35784" y="87837"/>
                        <a:pt x="42305" y="94024"/>
                        <a:pt x="48324" y="99374"/>
                      </a:cubicBezTo>
                      <a:cubicBezTo>
                        <a:pt x="51501" y="82320"/>
                        <a:pt x="54845" y="59747"/>
                        <a:pt x="54009" y="53728"/>
                      </a:cubicBezTo>
                      <a:cubicBezTo>
                        <a:pt x="52839" y="50049"/>
                        <a:pt x="51501" y="46538"/>
                        <a:pt x="49662" y="43194"/>
                      </a:cubicBezTo>
                      <a:cubicBezTo>
                        <a:pt x="45148" y="57239"/>
                        <a:pt x="38794" y="70615"/>
                        <a:pt x="30768" y="83156"/>
                      </a:cubicBezTo>
                      <a:lnTo>
                        <a:pt x="30768" y="83156"/>
                      </a:lnTo>
                      <a:close/>
                      <a:moveTo>
                        <a:pt x="24247" y="92686"/>
                      </a:moveTo>
                      <a:lnTo>
                        <a:pt x="24247" y="92686"/>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9" name="Freeform 144">
                  <a:extLst>
                    <a:ext uri="{FF2B5EF4-FFF2-40B4-BE49-F238E27FC236}">
                      <a16:creationId xmlns:a16="http://schemas.microsoft.com/office/drawing/2014/main" id="{612AB2E4-564D-0C9E-DE0F-C9C7D6FB6FE2}"/>
                    </a:ext>
                  </a:extLst>
                </p:cNvPr>
                <p:cNvSpPr/>
                <p:nvPr/>
              </p:nvSpPr>
              <p:spPr>
                <a:xfrm>
                  <a:off x="9951565" y="2182212"/>
                  <a:ext cx="80901" cy="136478"/>
                </a:xfrm>
                <a:custGeom>
                  <a:avLst/>
                  <a:gdLst>
                    <a:gd name="connsiteX0" fmla="*/ 24718 w 80901"/>
                    <a:gd name="connsiteY0" fmla="*/ 136479 h 136478"/>
                    <a:gd name="connsiteX1" fmla="*/ 23214 w 80901"/>
                    <a:gd name="connsiteY1" fmla="*/ 136479 h 136478"/>
                    <a:gd name="connsiteX2" fmla="*/ 13181 w 80901"/>
                    <a:gd name="connsiteY2" fmla="*/ 130627 h 136478"/>
                    <a:gd name="connsiteX3" fmla="*/ 4152 w 80901"/>
                    <a:gd name="connsiteY3" fmla="*/ 92003 h 136478"/>
                    <a:gd name="connsiteX4" fmla="*/ 1143 w 80901"/>
                    <a:gd name="connsiteY4" fmla="*/ 46356 h 136478"/>
                    <a:gd name="connsiteX5" fmla="*/ 1143 w 80901"/>
                    <a:gd name="connsiteY5" fmla="*/ 46356 h 136478"/>
                    <a:gd name="connsiteX6" fmla="*/ 30571 w 80901"/>
                    <a:gd name="connsiteY6" fmla="*/ 2882 h 136478"/>
                    <a:gd name="connsiteX7" fmla="*/ 49297 w 80901"/>
                    <a:gd name="connsiteY7" fmla="*/ 5056 h 136478"/>
                    <a:gd name="connsiteX8" fmla="*/ 52140 w 80901"/>
                    <a:gd name="connsiteY8" fmla="*/ 12246 h 136478"/>
                    <a:gd name="connsiteX9" fmla="*/ 78391 w 80901"/>
                    <a:gd name="connsiteY9" fmla="*/ 77121 h 136478"/>
                    <a:gd name="connsiteX10" fmla="*/ 79227 w 80901"/>
                    <a:gd name="connsiteY10" fmla="*/ 91501 h 136478"/>
                    <a:gd name="connsiteX11" fmla="*/ 56153 w 80901"/>
                    <a:gd name="connsiteY11" fmla="*/ 114241 h 136478"/>
                    <a:gd name="connsiteX12" fmla="*/ 24718 w 80901"/>
                    <a:gd name="connsiteY12" fmla="*/ 136479 h 136478"/>
                    <a:gd name="connsiteX13" fmla="*/ 26725 w 80901"/>
                    <a:gd name="connsiteY13" fmla="*/ 53545 h 136478"/>
                    <a:gd name="connsiteX14" fmla="*/ 32410 w 80901"/>
                    <a:gd name="connsiteY14" fmla="*/ 99192 h 136478"/>
                    <a:gd name="connsiteX15" fmla="*/ 49966 w 80901"/>
                    <a:gd name="connsiteY15" fmla="*/ 82973 h 136478"/>
                    <a:gd name="connsiteX16" fmla="*/ 31072 w 80901"/>
                    <a:gd name="connsiteY16" fmla="*/ 43012 h 136478"/>
                    <a:gd name="connsiteX17" fmla="*/ 26725 w 80901"/>
                    <a:gd name="connsiteY17" fmla="*/ 53545 h 136478"/>
                    <a:gd name="connsiteX18" fmla="*/ 56487 w 80901"/>
                    <a:gd name="connsiteY18" fmla="*/ 92671 h 136478"/>
                    <a:gd name="connsiteX19" fmla="*/ 56487 w 80901"/>
                    <a:gd name="connsiteY19" fmla="*/ 92671 h 136478"/>
                    <a:gd name="connsiteX20" fmla="*/ 26558 w 80901"/>
                    <a:gd name="connsiteY20" fmla="*/ 53880 h 136478"/>
                    <a:gd name="connsiteX21" fmla="*/ 26558 w 80901"/>
                    <a:gd name="connsiteY21" fmla="*/ 53880 h 136478"/>
                    <a:gd name="connsiteX22" fmla="*/ 26558 w 80901"/>
                    <a:gd name="connsiteY22" fmla="*/ 53880 h 136478"/>
                    <a:gd name="connsiteX23" fmla="*/ 13850 w 80901"/>
                    <a:gd name="connsiteY23" fmla="*/ 50034 h 136478"/>
                    <a:gd name="connsiteX24" fmla="*/ 13850 w 80901"/>
                    <a:gd name="connsiteY24" fmla="*/ 50034 h 13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0901" h="136478">
                      <a:moveTo>
                        <a:pt x="24718" y="136479"/>
                      </a:moveTo>
                      <a:cubicBezTo>
                        <a:pt x="24217" y="136479"/>
                        <a:pt x="23715" y="136479"/>
                        <a:pt x="23214" y="136479"/>
                      </a:cubicBezTo>
                      <a:cubicBezTo>
                        <a:pt x="19201" y="136145"/>
                        <a:pt x="15522" y="133971"/>
                        <a:pt x="13181" y="130627"/>
                      </a:cubicBezTo>
                      <a:cubicBezTo>
                        <a:pt x="12011" y="128955"/>
                        <a:pt x="9837" y="125778"/>
                        <a:pt x="4152" y="92003"/>
                      </a:cubicBezTo>
                      <a:cubicBezTo>
                        <a:pt x="-1867" y="56221"/>
                        <a:pt x="139" y="49533"/>
                        <a:pt x="1143" y="46356"/>
                      </a:cubicBezTo>
                      <a:lnTo>
                        <a:pt x="1143" y="46356"/>
                      </a:lnTo>
                      <a:cubicBezTo>
                        <a:pt x="6493" y="29301"/>
                        <a:pt x="16693" y="14085"/>
                        <a:pt x="30571" y="2882"/>
                      </a:cubicBezTo>
                      <a:cubicBezTo>
                        <a:pt x="36423" y="-1632"/>
                        <a:pt x="44783" y="-796"/>
                        <a:pt x="49297" y="5056"/>
                      </a:cubicBezTo>
                      <a:cubicBezTo>
                        <a:pt x="50969" y="7063"/>
                        <a:pt x="51973" y="9571"/>
                        <a:pt x="52140" y="12246"/>
                      </a:cubicBezTo>
                      <a:cubicBezTo>
                        <a:pt x="53812" y="32812"/>
                        <a:pt x="63175" y="55886"/>
                        <a:pt x="78391" y="77121"/>
                      </a:cubicBezTo>
                      <a:cubicBezTo>
                        <a:pt x="81401" y="81301"/>
                        <a:pt x="81735" y="86986"/>
                        <a:pt x="79227" y="91501"/>
                      </a:cubicBezTo>
                      <a:cubicBezTo>
                        <a:pt x="78391" y="93006"/>
                        <a:pt x="77555" y="94343"/>
                        <a:pt x="56153" y="114241"/>
                      </a:cubicBezTo>
                      <a:cubicBezTo>
                        <a:pt x="34751" y="133469"/>
                        <a:pt x="30236" y="136479"/>
                        <a:pt x="24718" y="136479"/>
                      </a:cubicBezTo>
                      <a:close/>
                      <a:moveTo>
                        <a:pt x="26725" y="53545"/>
                      </a:moveTo>
                      <a:cubicBezTo>
                        <a:pt x="25889" y="59565"/>
                        <a:pt x="29400" y="82137"/>
                        <a:pt x="32410" y="99192"/>
                      </a:cubicBezTo>
                      <a:cubicBezTo>
                        <a:pt x="38262" y="93842"/>
                        <a:pt x="44950" y="87655"/>
                        <a:pt x="49966" y="82973"/>
                      </a:cubicBezTo>
                      <a:cubicBezTo>
                        <a:pt x="41940" y="70600"/>
                        <a:pt x="35587" y="57057"/>
                        <a:pt x="31072" y="43012"/>
                      </a:cubicBezTo>
                      <a:cubicBezTo>
                        <a:pt x="29233" y="46356"/>
                        <a:pt x="27728" y="49867"/>
                        <a:pt x="26725" y="53545"/>
                      </a:cubicBezTo>
                      <a:close/>
                      <a:moveTo>
                        <a:pt x="56487" y="92671"/>
                      </a:moveTo>
                      <a:lnTo>
                        <a:pt x="56487" y="92671"/>
                      </a:lnTo>
                      <a:close/>
                      <a:moveTo>
                        <a:pt x="26558" y="53880"/>
                      </a:moveTo>
                      <a:lnTo>
                        <a:pt x="26558" y="53880"/>
                      </a:lnTo>
                      <a:lnTo>
                        <a:pt x="26558" y="53880"/>
                      </a:lnTo>
                      <a:close/>
                      <a:moveTo>
                        <a:pt x="13850" y="50034"/>
                      </a:moveTo>
                      <a:lnTo>
                        <a:pt x="13850" y="50034"/>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30" name="Freeform 145">
                  <a:extLst>
                    <a:ext uri="{FF2B5EF4-FFF2-40B4-BE49-F238E27FC236}">
                      <a16:creationId xmlns:a16="http://schemas.microsoft.com/office/drawing/2014/main" id="{8178BD8F-ECF8-80E3-7C4D-A70DC4692469}"/>
                    </a:ext>
                  </a:extLst>
                </p:cNvPr>
                <p:cNvSpPr/>
                <p:nvPr/>
              </p:nvSpPr>
              <p:spPr>
                <a:xfrm>
                  <a:off x="9976589" y="2036935"/>
                  <a:ext cx="153728" cy="247979"/>
                </a:xfrm>
                <a:custGeom>
                  <a:avLst/>
                  <a:gdLst>
                    <a:gd name="connsiteX0" fmla="*/ 107040 w 153728"/>
                    <a:gd name="connsiteY0" fmla="*/ 247980 h 247979"/>
                    <a:gd name="connsiteX1" fmla="*/ 46847 w 153728"/>
                    <a:gd name="connsiteY1" fmla="*/ 247980 h 247979"/>
                    <a:gd name="connsiteX2" fmla="*/ 36814 w 153728"/>
                    <a:gd name="connsiteY2" fmla="*/ 243465 h 247979"/>
                    <a:gd name="connsiteX3" fmla="*/ 1200 w 153728"/>
                    <a:gd name="connsiteY3" fmla="*/ 167053 h 247979"/>
                    <a:gd name="connsiteX4" fmla="*/ 11734 w 153728"/>
                    <a:gd name="connsiteY4" fmla="*/ 92814 h 247979"/>
                    <a:gd name="connsiteX5" fmla="*/ 42834 w 153728"/>
                    <a:gd name="connsiteY5" fmla="*/ 32286 h 247979"/>
                    <a:gd name="connsiteX6" fmla="*/ 76442 w 153728"/>
                    <a:gd name="connsiteY6" fmla="*/ 16 h 247979"/>
                    <a:gd name="connsiteX7" fmla="*/ 100018 w 153728"/>
                    <a:gd name="connsiteY7" fmla="*/ 18241 h 247979"/>
                    <a:gd name="connsiteX8" fmla="*/ 111053 w 153728"/>
                    <a:gd name="connsiteY8" fmla="*/ 31952 h 247979"/>
                    <a:gd name="connsiteX9" fmla="*/ 111221 w 153728"/>
                    <a:gd name="connsiteY9" fmla="*/ 32119 h 247979"/>
                    <a:gd name="connsiteX10" fmla="*/ 152854 w 153728"/>
                    <a:gd name="connsiteY10" fmla="*/ 166217 h 247979"/>
                    <a:gd name="connsiteX11" fmla="*/ 152687 w 153728"/>
                    <a:gd name="connsiteY11" fmla="*/ 167053 h 247979"/>
                    <a:gd name="connsiteX12" fmla="*/ 117240 w 153728"/>
                    <a:gd name="connsiteY12" fmla="*/ 243131 h 247979"/>
                    <a:gd name="connsiteX13" fmla="*/ 107040 w 153728"/>
                    <a:gd name="connsiteY13" fmla="*/ 247980 h 247979"/>
                    <a:gd name="connsiteX14" fmla="*/ 53368 w 153728"/>
                    <a:gd name="connsiteY14" fmla="*/ 221227 h 247979"/>
                    <a:gd name="connsiteX15" fmla="*/ 100352 w 153728"/>
                    <a:gd name="connsiteY15" fmla="*/ 221227 h 247979"/>
                    <a:gd name="connsiteX16" fmla="*/ 126269 w 153728"/>
                    <a:gd name="connsiteY16" fmla="*/ 163040 h 247979"/>
                    <a:gd name="connsiteX17" fmla="*/ 89818 w 153728"/>
                    <a:gd name="connsiteY17" fmla="*/ 48170 h 247979"/>
                    <a:gd name="connsiteX18" fmla="*/ 76776 w 153728"/>
                    <a:gd name="connsiteY18" fmla="*/ 31952 h 247979"/>
                    <a:gd name="connsiteX19" fmla="*/ 64403 w 153728"/>
                    <a:gd name="connsiteY19" fmla="*/ 48003 h 247979"/>
                    <a:gd name="connsiteX20" fmla="*/ 27618 w 153728"/>
                    <a:gd name="connsiteY20" fmla="*/ 162706 h 247979"/>
                    <a:gd name="connsiteX21" fmla="*/ 53368 w 153728"/>
                    <a:gd name="connsiteY21" fmla="*/ 221227 h 247979"/>
                    <a:gd name="connsiteX22" fmla="*/ 139478 w 153728"/>
                    <a:gd name="connsiteY22" fmla="*/ 164712 h 247979"/>
                    <a:gd name="connsiteX23" fmla="*/ 139478 w 153728"/>
                    <a:gd name="connsiteY23" fmla="*/ 164712 h 247979"/>
                    <a:gd name="connsiteX24" fmla="*/ 139478 w 153728"/>
                    <a:gd name="connsiteY24" fmla="*/ 164712 h 247979"/>
                    <a:gd name="connsiteX25" fmla="*/ 83130 w 153728"/>
                    <a:gd name="connsiteY25" fmla="*/ 24929 h 247979"/>
                    <a:gd name="connsiteX26" fmla="*/ 83130 w 153728"/>
                    <a:gd name="connsiteY26" fmla="*/ 24929 h 247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3728" h="247979">
                      <a:moveTo>
                        <a:pt x="107040" y="247980"/>
                      </a:moveTo>
                      <a:lnTo>
                        <a:pt x="46847" y="247980"/>
                      </a:lnTo>
                      <a:cubicBezTo>
                        <a:pt x="43001" y="247980"/>
                        <a:pt x="39323" y="246308"/>
                        <a:pt x="36814" y="243465"/>
                      </a:cubicBezTo>
                      <a:cubicBezTo>
                        <a:pt x="35644" y="242128"/>
                        <a:pt x="8222" y="210359"/>
                        <a:pt x="1200" y="167053"/>
                      </a:cubicBezTo>
                      <a:cubicBezTo>
                        <a:pt x="-2980" y="141471"/>
                        <a:pt x="4544" y="112544"/>
                        <a:pt x="11734" y="92814"/>
                      </a:cubicBezTo>
                      <a:cubicBezTo>
                        <a:pt x="19760" y="70409"/>
                        <a:pt x="31464" y="47669"/>
                        <a:pt x="42834" y="32286"/>
                      </a:cubicBezTo>
                      <a:cubicBezTo>
                        <a:pt x="65908" y="183"/>
                        <a:pt x="71091" y="16"/>
                        <a:pt x="76442" y="16"/>
                      </a:cubicBezTo>
                      <a:cubicBezTo>
                        <a:pt x="84133" y="-319"/>
                        <a:pt x="88982" y="4697"/>
                        <a:pt x="100018" y="18241"/>
                      </a:cubicBezTo>
                      <a:cubicBezTo>
                        <a:pt x="105703" y="25096"/>
                        <a:pt x="110719" y="31784"/>
                        <a:pt x="111053" y="31952"/>
                      </a:cubicBezTo>
                      <a:cubicBezTo>
                        <a:pt x="111053" y="31952"/>
                        <a:pt x="111221" y="32119"/>
                        <a:pt x="111221" y="32119"/>
                      </a:cubicBezTo>
                      <a:cubicBezTo>
                        <a:pt x="129446" y="56698"/>
                        <a:pt x="159208" y="106692"/>
                        <a:pt x="152854" y="166217"/>
                      </a:cubicBezTo>
                      <a:cubicBezTo>
                        <a:pt x="152854" y="166551"/>
                        <a:pt x="152854" y="166719"/>
                        <a:pt x="152687" y="167053"/>
                      </a:cubicBezTo>
                      <a:cubicBezTo>
                        <a:pt x="145665" y="208520"/>
                        <a:pt x="118410" y="241793"/>
                        <a:pt x="117240" y="243131"/>
                      </a:cubicBezTo>
                      <a:cubicBezTo>
                        <a:pt x="114732" y="246141"/>
                        <a:pt x="111053" y="247980"/>
                        <a:pt x="107040" y="247980"/>
                      </a:cubicBezTo>
                      <a:close/>
                      <a:moveTo>
                        <a:pt x="53368" y="221227"/>
                      </a:moveTo>
                      <a:lnTo>
                        <a:pt x="100352" y="221227"/>
                      </a:lnTo>
                      <a:cubicBezTo>
                        <a:pt x="107208" y="211697"/>
                        <a:pt x="121754" y="188790"/>
                        <a:pt x="126269" y="163040"/>
                      </a:cubicBezTo>
                      <a:cubicBezTo>
                        <a:pt x="131452" y="112879"/>
                        <a:pt x="105703" y="69573"/>
                        <a:pt x="89818" y="48170"/>
                      </a:cubicBezTo>
                      <a:cubicBezTo>
                        <a:pt x="85638" y="42653"/>
                        <a:pt x="80622" y="36633"/>
                        <a:pt x="76776" y="31952"/>
                      </a:cubicBezTo>
                      <a:cubicBezTo>
                        <a:pt x="73098" y="36299"/>
                        <a:pt x="68583" y="42318"/>
                        <a:pt x="64403" y="48003"/>
                      </a:cubicBezTo>
                      <a:cubicBezTo>
                        <a:pt x="45676" y="73084"/>
                        <a:pt x="21933" y="128261"/>
                        <a:pt x="27618" y="162706"/>
                      </a:cubicBezTo>
                      <a:cubicBezTo>
                        <a:pt x="31966" y="189626"/>
                        <a:pt x="46512" y="212031"/>
                        <a:pt x="53368" y="221227"/>
                      </a:cubicBezTo>
                      <a:close/>
                      <a:moveTo>
                        <a:pt x="139478" y="164712"/>
                      </a:moveTo>
                      <a:lnTo>
                        <a:pt x="139478" y="164712"/>
                      </a:lnTo>
                      <a:lnTo>
                        <a:pt x="139478" y="164712"/>
                      </a:lnTo>
                      <a:close/>
                      <a:moveTo>
                        <a:pt x="83130" y="24929"/>
                      </a:moveTo>
                      <a:lnTo>
                        <a:pt x="83130" y="24929"/>
                      </a:ln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31" name="Freeform 146">
                  <a:extLst>
                    <a:ext uri="{FF2B5EF4-FFF2-40B4-BE49-F238E27FC236}">
                      <a16:creationId xmlns:a16="http://schemas.microsoft.com/office/drawing/2014/main" id="{266DD4BA-05FD-DAAE-4CCC-FADCAE41A3A2}"/>
                    </a:ext>
                  </a:extLst>
                </p:cNvPr>
                <p:cNvSpPr/>
                <p:nvPr/>
              </p:nvSpPr>
              <p:spPr>
                <a:xfrm>
                  <a:off x="10038985" y="2195628"/>
                  <a:ext cx="26752" cy="123731"/>
                </a:xfrm>
                <a:custGeom>
                  <a:avLst/>
                  <a:gdLst>
                    <a:gd name="connsiteX0" fmla="*/ 13376 w 26752"/>
                    <a:gd name="connsiteY0" fmla="*/ 123731 h 123731"/>
                    <a:gd name="connsiteX1" fmla="*/ 0 w 26752"/>
                    <a:gd name="connsiteY1" fmla="*/ 110355 h 123731"/>
                    <a:gd name="connsiteX2" fmla="*/ 0 w 26752"/>
                    <a:gd name="connsiteY2" fmla="*/ 13376 h 123731"/>
                    <a:gd name="connsiteX3" fmla="*/ 13376 w 26752"/>
                    <a:gd name="connsiteY3" fmla="*/ 0 h 123731"/>
                    <a:gd name="connsiteX4" fmla="*/ 26753 w 26752"/>
                    <a:gd name="connsiteY4" fmla="*/ 13376 h 123731"/>
                    <a:gd name="connsiteX5" fmla="*/ 26753 w 26752"/>
                    <a:gd name="connsiteY5" fmla="*/ 110355 h 123731"/>
                    <a:gd name="connsiteX6" fmla="*/ 13376 w 26752"/>
                    <a:gd name="connsiteY6" fmla="*/ 123731 h 12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52" h="123731">
                      <a:moveTo>
                        <a:pt x="13376" y="123731"/>
                      </a:moveTo>
                      <a:cubicBezTo>
                        <a:pt x="6019" y="123731"/>
                        <a:pt x="0" y="117712"/>
                        <a:pt x="0" y="110355"/>
                      </a:cubicBezTo>
                      <a:lnTo>
                        <a:pt x="0" y="13376"/>
                      </a:lnTo>
                      <a:cubicBezTo>
                        <a:pt x="0" y="6019"/>
                        <a:pt x="6019" y="0"/>
                        <a:pt x="13376" y="0"/>
                      </a:cubicBezTo>
                      <a:cubicBezTo>
                        <a:pt x="20733" y="0"/>
                        <a:pt x="26753" y="6019"/>
                        <a:pt x="26753" y="13376"/>
                      </a:cubicBezTo>
                      <a:lnTo>
                        <a:pt x="26753" y="110355"/>
                      </a:lnTo>
                      <a:cubicBezTo>
                        <a:pt x="26753" y="117712"/>
                        <a:pt x="20733" y="123731"/>
                        <a:pt x="13376" y="123731"/>
                      </a:cubicBez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32" name="Freeform 147">
                  <a:extLst>
                    <a:ext uri="{FF2B5EF4-FFF2-40B4-BE49-F238E27FC236}">
                      <a16:creationId xmlns:a16="http://schemas.microsoft.com/office/drawing/2014/main" id="{8676D01D-D5B4-C833-E2BF-3802209DFE39}"/>
                    </a:ext>
                  </a:extLst>
                </p:cNvPr>
                <p:cNvSpPr/>
                <p:nvPr/>
              </p:nvSpPr>
              <p:spPr>
                <a:xfrm>
                  <a:off x="10019590" y="2116540"/>
                  <a:ext cx="68386" cy="68386"/>
                </a:xfrm>
                <a:custGeom>
                  <a:avLst/>
                  <a:gdLst>
                    <a:gd name="connsiteX0" fmla="*/ 34277 w 68386"/>
                    <a:gd name="connsiteY0" fmla="*/ 68387 h 68386"/>
                    <a:gd name="connsiteX1" fmla="*/ 0 w 68386"/>
                    <a:gd name="connsiteY1" fmla="*/ 34277 h 68386"/>
                    <a:gd name="connsiteX2" fmla="*/ 34110 w 68386"/>
                    <a:gd name="connsiteY2" fmla="*/ 0 h 68386"/>
                    <a:gd name="connsiteX3" fmla="*/ 68387 w 68386"/>
                    <a:gd name="connsiteY3" fmla="*/ 34110 h 68386"/>
                    <a:gd name="connsiteX4" fmla="*/ 68387 w 68386"/>
                    <a:gd name="connsiteY4" fmla="*/ 34110 h 68386"/>
                    <a:gd name="connsiteX5" fmla="*/ 34277 w 68386"/>
                    <a:gd name="connsiteY5" fmla="*/ 68387 h 68386"/>
                    <a:gd name="connsiteX6" fmla="*/ 34277 w 68386"/>
                    <a:gd name="connsiteY6" fmla="*/ 26753 h 68386"/>
                    <a:gd name="connsiteX7" fmla="*/ 26753 w 68386"/>
                    <a:gd name="connsiteY7" fmla="*/ 34110 h 68386"/>
                    <a:gd name="connsiteX8" fmla="*/ 34110 w 68386"/>
                    <a:gd name="connsiteY8" fmla="*/ 41634 h 68386"/>
                    <a:gd name="connsiteX9" fmla="*/ 41634 w 68386"/>
                    <a:gd name="connsiteY9" fmla="*/ 34277 h 68386"/>
                    <a:gd name="connsiteX10" fmla="*/ 41634 w 68386"/>
                    <a:gd name="connsiteY10" fmla="*/ 34277 h 68386"/>
                    <a:gd name="connsiteX11" fmla="*/ 34277 w 68386"/>
                    <a:gd name="connsiteY11" fmla="*/ 26753 h 6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386" h="68386">
                      <a:moveTo>
                        <a:pt x="34277" y="68387"/>
                      </a:moveTo>
                      <a:cubicBezTo>
                        <a:pt x="15383" y="68387"/>
                        <a:pt x="0" y="53004"/>
                        <a:pt x="0" y="34277"/>
                      </a:cubicBezTo>
                      <a:cubicBezTo>
                        <a:pt x="0" y="15550"/>
                        <a:pt x="15383" y="0"/>
                        <a:pt x="34110" y="0"/>
                      </a:cubicBezTo>
                      <a:cubicBezTo>
                        <a:pt x="52837" y="0"/>
                        <a:pt x="68387" y="15216"/>
                        <a:pt x="68387" y="34110"/>
                      </a:cubicBezTo>
                      <a:cubicBezTo>
                        <a:pt x="68387" y="34110"/>
                        <a:pt x="68387" y="34110"/>
                        <a:pt x="68387" y="34110"/>
                      </a:cubicBezTo>
                      <a:cubicBezTo>
                        <a:pt x="68387" y="53004"/>
                        <a:pt x="53004" y="68387"/>
                        <a:pt x="34277" y="68387"/>
                      </a:cubicBezTo>
                      <a:close/>
                      <a:moveTo>
                        <a:pt x="34277" y="26753"/>
                      </a:moveTo>
                      <a:cubicBezTo>
                        <a:pt x="30097" y="26753"/>
                        <a:pt x="26753" y="30097"/>
                        <a:pt x="26753" y="34110"/>
                      </a:cubicBezTo>
                      <a:cubicBezTo>
                        <a:pt x="26753" y="38290"/>
                        <a:pt x="30097" y="41634"/>
                        <a:pt x="34110" y="41634"/>
                      </a:cubicBezTo>
                      <a:cubicBezTo>
                        <a:pt x="38290" y="41634"/>
                        <a:pt x="41634" y="38290"/>
                        <a:pt x="41634" y="34277"/>
                      </a:cubicBezTo>
                      <a:cubicBezTo>
                        <a:pt x="41634" y="34277"/>
                        <a:pt x="41634" y="34277"/>
                        <a:pt x="41634" y="34277"/>
                      </a:cubicBezTo>
                      <a:cubicBezTo>
                        <a:pt x="41634" y="30097"/>
                        <a:pt x="38290" y="26753"/>
                        <a:pt x="34277" y="26753"/>
                      </a:cubicBez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5" name="Group 4">
            <a:extLst>
              <a:ext uri="{FF2B5EF4-FFF2-40B4-BE49-F238E27FC236}">
                <a16:creationId xmlns:a16="http://schemas.microsoft.com/office/drawing/2014/main" id="{B2CB5259-B91F-32D4-8582-5914EB4A31A8}"/>
              </a:ext>
            </a:extLst>
          </p:cNvPr>
          <p:cNvGrpSpPr/>
          <p:nvPr/>
        </p:nvGrpSpPr>
        <p:grpSpPr>
          <a:xfrm>
            <a:off x="0" y="2241576"/>
            <a:ext cx="1405182" cy="2525537"/>
            <a:chOff x="0" y="2241576"/>
            <a:chExt cx="1405182" cy="2525537"/>
          </a:xfrm>
        </p:grpSpPr>
        <p:cxnSp>
          <p:nvCxnSpPr>
            <p:cNvPr id="386" name="Straight Connector 385">
              <a:extLst>
                <a:ext uri="{FF2B5EF4-FFF2-40B4-BE49-F238E27FC236}">
                  <a16:creationId xmlns:a16="http://schemas.microsoft.com/office/drawing/2014/main" id="{84D176A3-7509-063A-196A-8E3A0EECE1ED}"/>
                </a:ext>
              </a:extLst>
            </p:cNvPr>
            <p:cNvCxnSpPr>
              <a:cxnSpLocks/>
            </p:cNvCxnSpPr>
            <p:nvPr/>
          </p:nvCxnSpPr>
          <p:spPr>
            <a:xfrm>
              <a:off x="11225" y="3643540"/>
              <a:ext cx="0" cy="1123200"/>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sp>
          <p:nvSpPr>
            <p:cNvPr id="387" name="TextBox 386">
              <a:extLst>
                <a:ext uri="{FF2B5EF4-FFF2-40B4-BE49-F238E27FC236}">
                  <a16:creationId xmlns:a16="http://schemas.microsoft.com/office/drawing/2014/main" id="{C28F7805-5182-6ACC-B474-39EB4CD5C345}"/>
                </a:ext>
              </a:extLst>
            </p:cNvPr>
            <p:cNvSpPr txBox="1"/>
            <p:nvPr/>
          </p:nvSpPr>
          <p:spPr>
            <a:xfrm>
              <a:off x="51893" y="3712978"/>
              <a:ext cx="1332348" cy="1054135"/>
            </a:xfrm>
            <a:prstGeom prst="rect">
              <a:avLst/>
            </a:prstGeom>
            <a:solidFill>
              <a:srgbClr val="FFFFFF"/>
            </a:solidFill>
          </p:spPr>
          <p:txBody>
            <a:bodyPr wrap="square" lIns="0" tIns="0" rIns="0" bIns="0" rtlCol="0">
              <a:spAutoFit/>
            </a:bodyPr>
            <a:lstStyle/>
            <a:p>
              <a:pPr>
                <a:spcAft>
                  <a:spcPts val="300"/>
                </a:spcAft>
              </a:pPr>
              <a:r>
                <a:rPr lang="en-US" sz="1000" b="1">
                  <a:solidFill>
                    <a:schemeClr val="tx2"/>
                  </a:solidFill>
                </a:rPr>
                <a:t>Pre-project</a:t>
              </a:r>
            </a:p>
            <a:p>
              <a:r>
                <a:rPr lang="en-US" sz="800"/>
                <a:t>The prior collaborative work by the customer and delaware with the end goal of reaching an agreement for undertaking the project (aka pre-sales phase)</a:t>
              </a:r>
              <a:endParaRPr lang="nl-BE" sz="800"/>
            </a:p>
          </p:txBody>
        </p:sp>
        <p:sp>
          <p:nvSpPr>
            <p:cNvPr id="489" name="Rectangle 488">
              <a:extLst>
                <a:ext uri="{FF2B5EF4-FFF2-40B4-BE49-F238E27FC236}">
                  <a16:creationId xmlns:a16="http://schemas.microsoft.com/office/drawing/2014/main" id="{69386972-87FC-F764-1F32-D3ADEF111B57}"/>
                </a:ext>
              </a:extLst>
            </p:cNvPr>
            <p:cNvSpPr/>
            <p:nvPr/>
          </p:nvSpPr>
          <p:spPr>
            <a:xfrm>
              <a:off x="1" y="3199852"/>
              <a:ext cx="1120125" cy="410400"/>
            </a:xfrm>
            <a:prstGeom prst="rect">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Pre-Project</a:t>
              </a:r>
            </a:p>
          </p:txBody>
        </p:sp>
        <p:sp>
          <p:nvSpPr>
            <p:cNvPr id="606" name="Arrow: Pentagon 277">
              <a:extLst>
                <a:ext uri="{FF2B5EF4-FFF2-40B4-BE49-F238E27FC236}">
                  <a16:creationId xmlns:a16="http://schemas.microsoft.com/office/drawing/2014/main" id="{740C1124-ABD5-F1F8-3269-6E49ACFE389F}"/>
                </a:ext>
              </a:extLst>
            </p:cNvPr>
            <p:cNvSpPr/>
            <p:nvPr/>
          </p:nvSpPr>
          <p:spPr>
            <a:xfrm>
              <a:off x="0" y="2241576"/>
              <a:ext cx="1405182" cy="964154"/>
            </a:xfrm>
            <a:prstGeom prst="homePlate">
              <a:avLst>
                <a:gd name="adj" fmla="val 30009"/>
              </a:avLst>
            </a:prstGeom>
            <a:gradFill>
              <a:gsLst>
                <a:gs pos="0">
                  <a:schemeClr val="bg2">
                    <a:lumMod val="50000"/>
                  </a:schemeClr>
                </a:gs>
                <a:gs pos="10000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Discover</a:t>
              </a:r>
            </a:p>
          </p:txBody>
        </p:sp>
        <p:grpSp>
          <p:nvGrpSpPr>
            <p:cNvPr id="607" name="Group 606">
              <a:extLst>
                <a:ext uri="{FF2B5EF4-FFF2-40B4-BE49-F238E27FC236}">
                  <a16:creationId xmlns:a16="http://schemas.microsoft.com/office/drawing/2014/main" id="{70A2BC22-AE58-11C9-C0A1-135DE1AB1977}"/>
                </a:ext>
              </a:extLst>
            </p:cNvPr>
            <p:cNvGrpSpPr/>
            <p:nvPr/>
          </p:nvGrpSpPr>
          <p:grpSpPr>
            <a:xfrm>
              <a:off x="448897" y="2363819"/>
              <a:ext cx="471163" cy="471791"/>
              <a:chOff x="1650814" y="1570462"/>
              <a:chExt cx="471791" cy="471791"/>
            </a:xfrm>
          </p:grpSpPr>
          <p:sp>
            <p:nvSpPr>
              <p:cNvPr id="618" name="Oval 617">
                <a:extLst>
                  <a:ext uri="{FF2B5EF4-FFF2-40B4-BE49-F238E27FC236}">
                    <a16:creationId xmlns:a16="http://schemas.microsoft.com/office/drawing/2014/main" id="{A5D77FB5-3159-56DF-E403-5E25313B988F}"/>
                  </a:ext>
                </a:extLst>
              </p:cNvPr>
              <p:cNvSpPr/>
              <p:nvPr/>
            </p:nvSpPr>
            <p:spPr>
              <a:xfrm>
                <a:off x="1650814"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619" name="Graphic 43">
                <a:extLst>
                  <a:ext uri="{FF2B5EF4-FFF2-40B4-BE49-F238E27FC236}">
                    <a16:creationId xmlns:a16="http://schemas.microsoft.com/office/drawing/2014/main" id="{8AB89F00-2CEB-A42B-549F-160F9EF6AD1C}"/>
                  </a:ext>
                </a:extLst>
              </p:cNvPr>
              <p:cNvGrpSpPr/>
              <p:nvPr/>
            </p:nvGrpSpPr>
            <p:grpSpPr>
              <a:xfrm>
                <a:off x="1750604" y="1669584"/>
                <a:ext cx="272210" cy="273546"/>
                <a:chOff x="1759940" y="1793479"/>
                <a:chExt cx="449934" cy="452143"/>
              </a:xfrm>
            </p:grpSpPr>
            <p:sp>
              <p:nvSpPr>
                <p:cNvPr id="620" name="Freeform: Shape 619">
                  <a:extLst>
                    <a:ext uri="{FF2B5EF4-FFF2-40B4-BE49-F238E27FC236}">
                      <a16:creationId xmlns:a16="http://schemas.microsoft.com/office/drawing/2014/main" id="{B38228DB-30D8-733D-5574-B56B7E2DC631}"/>
                    </a:ext>
                  </a:extLst>
                </p:cNvPr>
                <p:cNvSpPr/>
                <p:nvPr/>
              </p:nvSpPr>
              <p:spPr>
                <a:xfrm>
                  <a:off x="1759940"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0" y="43107"/>
                        <a:pt x="0" y="33458"/>
                        <a:pt x="0" y="21554"/>
                      </a:cubicBezTo>
                      <a:cubicBezTo>
                        <a:pt x="0" y="9650"/>
                        <a:pt x="9650" y="0"/>
                        <a:pt x="21554" y="0"/>
                      </a:cubicBezTo>
                      <a:lnTo>
                        <a:pt x="61967" y="0"/>
                      </a:lnTo>
                      <a:cubicBezTo>
                        <a:pt x="73871" y="0"/>
                        <a:pt x="83521" y="9650"/>
                        <a:pt x="83521" y="21554"/>
                      </a:cubicBezTo>
                      <a:cubicBezTo>
                        <a:pt x="83521" y="33458"/>
                        <a:pt x="73871" y="43107"/>
                        <a:pt x="61967" y="43107"/>
                      </a:cubicBezTo>
                      <a:close/>
                    </a:path>
                  </a:pathLst>
                </a:custGeom>
                <a:solidFill>
                  <a:srgbClr val="EF463C"/>
                </a:solidFill>
                <a:ln w="2667" cap="flat">
                  <a:noFill/>
                  <a:prstDash val="solid"/>
                  <a:miter/>
                </a:ln>
              </p:spPr>
              <p:txBody>
                <a:bodyPr rtlCol="0" anchor="ctr"/>
                <a:lstStyle/>
                <a:p>
                  <a:endParaRPr lang="en-MY"/>
                </a:p>
              </p:txBody>
            </p:sp>
            <p:grpSp>
              <p:nvGrpSpPr>
                <p:cNvPr id="621" name="Graphic 43">
                  <a:extLst>
                    <a:ext uri="{FF2B5EF4-FFF2-40B4-BE49-F238E27FC236}">
                      <a16:creationId xmlns:a16="http://schemas.microsoft.com/office/drawing/2014/main" id="{FD214422-B7E2-7C6A-9980-6E443AF9053A}"/>
                    </a:ext>
                  </a:extLst>
                </p:cNvPr>
                <p:cNvGrpSpPr/>
                <p:nvPr/>
              </p:nvGrpSpPr>
              <p:grpSpPr>
                <a:xfrm>
                  <a:off x="1853403" y="1895374"/>
                  <a:ext cx="263656" cy="350248"/>
                  <a:chOff x="1853403" y="1895374"/>
                  <a:chExt cx="263656" cy="350248"/>
                </a:xfrm>
              </p:grpSpPr>
              <p:sp>
                <p:nvSpPr>
                  <p:cNvPr id="626" name="Freeform: Shape 625">
                    <a:extLst>
                      <a:ext uri="{FF2B5EF4-FFF2-40B4-BE49-F238E27FC236}">
                        <a16:creationId xmlns:a16="http://schemas.microsoft.com/office/drawing/2014/main" id="{A14C6FB3-0A1C-D4F2-E433-176C89779860}"/>
                      </a:ext>
                    </a:extLst>
                  </p:cNvPr>
                  <p:cNvSpPr/>
                  <p:nvPr/>
                </p:nvSpPr>
                <p:spPr>
                  <a:xfrm>
                    <a:off x="1853403" y="1895374"/>
                    <a:ext cx="263656" cy="256435"/>
                  </a:xfrm>
                  <a:custGeom>
                    <a:avLst/>
                    <a:gdLst>
                      <a:gd name="connsiteX0" fmla="*/ 182506 w 263656"/>
                      <a:gd name="connsiteY0" fmla="*/ 256436 h 256435"/>
                      <a:gd name="connsiteX1" fmla="*/ 160954 w 263656"/>
                      <a:gd name="connsiteY1" fmla="*/ 234879 h 256435"/>
                      <a:gd name="connsiteX2" fmla="*/ 174936 w 263656"/>
                      <a:gd name="connsiteY2" fmla="*/ 214702 h 256435"/>
                      <a:gd name="connsiteX3" fmla="*/ 220549 w 263656"/>
                      <a:gd name="connsiteY3" fmla="*/ 128891 h 256435"/>
                      <a:gd name="connsiteX4" fmla="*/ 131828 w 263656"/>
                      <a:gd name="connsiteY4" fmla="*/ 43107 h 256435"/>
                      <a:gd name="connsiteX5" fmla="*/ 43107 w 263656"/>
                      <a:gd name="connsiteY5" fmla="*/ 128891 h 256435"/>
                      <a:gd name="connsiteX6" fmla="*/ 90310 w 263656"/>
                      <a:gd name="connsiteY6" fmla="*/ 214271 h 256435"/>
                      <a:gd name="connsiteX7" fmla="*/ 103140 w 263656"/>
                      <a:gd name="connsiteY7" fmla="*/ 241922 h 256435"/>
                      <a:gd name="connsiteX8" fmla="*/ 75490 w 263656"/>
                      <a:gd name="connsiteY8" fmla="*/ 254752 h 256435"/>
                      <a:gd name="connsiteX9" fmla="*/ 74630 w 263656"/>
                      <a:gd name="connsiteY9" fmla="*/ 254415 h 256435"/>
                      <a:gd name="connsiteX10" fmla="*/ 0 w 263656"/>
                      <a:gd name="connsiteY10" fmla="*/ 128891 h 256435"/>
                      <a:gd name="connsiteX11" fmla="*/ 131828 w 263656"/>
                      <a:gd name="connsiteY11" fmla="*/ 0 h 256435"/>
                      <a:gd name="connsiteX12" fmla="*/ 263656 w 263656"/>
                      <a:gd name="connsiteY12" fmla="*/ 128891 h 256435"/>
                      <a:gd name="connsiteX13" fmla="*/ 190077 w 263656"/>
                      <a:gd name="connsiteY13" fmla="*/ 255062 h 256435"/>
                      <a:gd name="connsiteX14" fmla="*/ 182506 w 263656"/>
                      <a:gd name="connsiteY14" fmla="*/ 256436 h 25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656" h="256435">
                        <a:moveTo>
                          <a:pt x="182506" y="256436"/>
                        </a:moveTo>
                        <a:cubicBezTo>
                          <a:pt x="170603" y="256436"/>
                          <a:pt x="160953" y="246785"/>
                          <a:pt x="160954" y="234879"/>
                        </a:cubicBezTo>
                        <a:cubicBezTo>
                          <a:pt x="160955" y="225897"/>
                          <a:pt x="166527" y="217857"/>
                          <a:pt x="174936" y="214702"/>
                        </a:cubicBezTo>
                        <a:cubicBezTo>
                          <a:pt x="205192" y="203360"/>
                          <a:pt x="220549" y="174478"/>
                          <a:pt x="220549" y="128891"/>
                        </a:cubicBezTo>
                        <a:cubicBezTo>
                          <a:pt x="220549" y="79183"/>
                          <a:pt x="183234" y="43107"/>
                          <a:pt x="131828" y="43107"/>
                        </a:cubicBezTo>
                        <a:cubicBezTo>
                          <a:pt x="80422" y="43107"/>
                          <a:pt x="43107" y="79183"/>
                          <a:pt x="43107" y="128891"/>
                        </a:cubicBezTo>
                        <a:cubicBezTo>
                          <a:pt x="43107" y="159417"/>
                          <a:pt x="51190" y="198941"/>
                          <a:pt x="90310" y="214271"/>
                        </a:cubicBezTo>
                        <a:cubicBezTo>
                          <a:pt x="101488" y="218364"/>
                          <a:pt x="107233" y="230744"/>
                          <a:pt x="103140" y="241922"/>
                        </a:cubicBezTo>
                        <a:cubicBezTo>
                          <a:pt x="99048" y="253100"/>
                          <a:pt x="86669" y="258844"/>
                          <a:pt x="75490" y="254752"/>
                        </a:cubicBezTo>
                        <a:cubicBezTo>
                          <a:pt x="75201" y="254644"/>
                          <a:pt x="74914" y="254533"/>
                          <a:pt x="74630" y="254415"/>
                        </a:cubicBezTo>
                        <a:cubicBezTo>
                          <a:pt x="26511" y="235555"/>
                          <a:pt x="0" y="191020"/>
                          <a:pt x="0" y="128891"/>
                        </a:cubicBezTo>
                        <a:cubicBezTo>
                          <a:pt x="0" y="55393"/>
                          <a:pt x="56579" y="0"/>
                          <a:pt x="131828" y="0"/>
                        </a:cubicBezTo>
                        <a:cubicBezTo>
                          <a:pt x="207078" y="0"/>
                          <a:pt x="263656" y="55474"/>
                          <a:pt x="263656" y="128891"/>
                        </a:cubicBezTo>
                        <a:cubicBezTo>
                          <a:pt x="263656" y="210364"/>
                          <a:pt x="223647" y="242480"/>
                          <a:pt x="190077" y="255062"/>
                        </a:cubicBezTo>
                        <a:cubicBezTo>
                          <a:pt x="187655" y="255970"/>
                          <a:pt x="185093" y="256436"/>
                          <a:pt x="182506" y="256436"/>
                        </a:cubicBezTo>
                        <a:close/>
                      </a:path>
                    </a:pathLst>
                  </a:custGeom>
                  <a:solidFill>
                    <a:srgbClr val="C42828"/>
                  </a:solidFill>
                  <a:ln w="2667" cap="flat">
                    <a:noFill/>
                    <a:prstDash val="solid"/>
                    <a:miter/>
                  </a:ln>
                </p:spPr>
                <p:txBody>
                  <a:bodyPr rtlCol="0" anchor="ctr"/>
                  <a:lstStyle/>
                  <a:p>
                    <a:endParaRPr lang="en-MY"/>
                  </a:p>
                </p:txBody>
              </p:sp>
              <p:sp>
                <p:nvSpPr>
                  <p:cNvPr id="627" name="Freeform: Shape 626">
                    <a:extLst>
                      <a:ext uri="{FF2B5EF4-FFF2-40B4-BE49-F238E27FC236}">
                        <a16:creationId xmlns:a16="http://schemas.microsoft.com/office/drawing/2014/main" id="{65EBE899-03E2-F70C-25C0-2FD2C654BEE0}"/>
                      </a:ext>
                    </a:extLst>
                  </p:cNvPr>
                  <p:cNvSpPr/>
                  <p:nvPr/>
                </p:nvSpPr>
                <p:spPr>
                  <a:xfrm>
                    <a:off x="1923883" y="2151082"/>
                    <a:ext cx="122883" cy="43107"/>
                  </a:xfrm>
                  <a:custGeom>
                    <a:avLst/>
                    <a:gdLst>
                      <a:gd name="connsiteX0" fmla="*/ 101330 w 122883"/>
                      <a:gd name="connsiteY0" fmla="*/ 43107 h 43107"/>
                      <a:gd name="connsiteX1" fmla="*/ 21554 w 122883"/>
                      <a:gd name="connsiteY1" fmla="*/ 43107 h 43107"/>
                      <a:gd name="connsiteX2" fmla="*/ 0 w 122883"/>
                      <a:gd name="connsiteY2" fmla="*/ 21554 h 43107"/>
                      <a:gd name="connsiteX3" fmla="*/ 21554 w 122883"/>
                      <a:gd name="connsiteY3" fmla="*/ 0 h 43107"/>
                      <a:gd name="connsiteX4" fmla="*/ 101330 w 122883"/>
                      <a:gd name="connsiteY4" fmla="*/ 0 h 43107"/>
                      <a:gd name="connsiteX5" fmla="*/ 122883 w 122883"/>
                      <a:gd name="connsiteY5" fmla="*/ 21554 h 43107"/>
                      <a:gd name="connsiteX6" fmla="*/ 101330 w 122883"/>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883" h="43107">
                        <a:moveTo>
                          <a:pt x="101330" y="43107"/>
                        </a:moveTo>
                        <a:lnTo>
                          <a:pt x="21554" y="43107"/>
                        </a:lnTo>
                        <a:cubicBezTo>
                          <a:pt x="9650" y="43107"/>
                          <a:pt x="0" y="33457"/>
                          <a:pt x="0" y="21554"/>
                        </a:cubicBezTo>
                        <a:cubicBezTo>
                          <a:pt x="0" y="9651"/>
                          <a:pt x="9650" y="0"/>
                          <a:pt x="21554" y="0"/>
                        </a:cubicBezTo>
                        <a:lnTo>
                          <a:pt x="101330" y="0"/>
                        </a:lnTo>
                        <a:cubicBezTo>
                          <a:pt x="113233" y="0"/>
                          <a:pt x="122883" y="9651"/>
                          <a:pt x="122883" y="21554"/>
                        </a:cubicBezTo>
                        <a:cubicBezTo>
                          <a:pt x="122883" y="33457"/>
                          <a:pt x="113233" y="43107"/>
                          <a:pt x="101330" y="43107"/>
                        </a:cubicBezTo>
                        <a:close/>
                      </a:path>
                    </a:pathLst>
                  </a:custGeom>
                  <a:solidFill>
                    <a:srgbClr val="EF463C"/>
                  </a:solidFill>
                  <a:ln w="2667" cap="flat">
                    <a:noFill/>
                    <a:prstDash val="solid"/>
                    <a:miter/>
                  </a:ln>
                </p:spPr>
                <p:txBody>
                  <a:bodyPr rtlCol="0" anchor="ctr"/>
                  <a:lstStyle/>
                  <a:p>
                    <a:endParaRPr lang="en-MY"/>
                  </a:p>
                </p:txBody>
              </p:sp>
              <p:sp>
                <p:nvSpPr>
                  <p:cNvPr id="628" name="Freeform: Shape 627">
                    <a:extLst>
                      <a:ext uri="{FF2B5EF4-FFF2-40B4-BE49-F238E27FC236}">
                        <a16:creationId xmlns:a16="http://schemas.microsoft.com/office/drawing/2014/main" id="{326D1637-436B-0ABA-0606-FB438339E85F}"/>
                      </a:ext>
                    </a:extLst>
                  </p:cNvPr>
                  <p:cNvSpPr/>
                  <p:nvPr/>
                </p:nvSpPr>
                <p:spPr>
                  <a:xfrm>
                    <a:off x="1923883" y="2202515"/>
                    <a:ext cx="120835" cy="43107"/>
                  </a:xfrm>
                  <a:custGeom>
                    <a:avLst/>
                    <a:gdLst>
                      <a:gd name="connsiteX0" fmla="*/ 99282 w 120835"/>
                      <a:gd name="connsiteY0" fmla="*/ 43107 h 43107"/>
                      <a:gd name="connsiteX1" fmla="*/ 21554 w 120835"/>
                      <a:gd name="connsiteY1" fmla="*/ 43107 h 43107"/>
                      <a:gd name="connsiteX2" fmla="*/ 0 w 120835"/>
                      <a:gd name="connsiteY2" fmla="*/ 21554 h 43107"/>
                      <a:gd name="connsiteX3" fmla="*/ 21554 w 120835"/>
                      <a:gd name="connsiteY3" fmla="*/ 0 h 43107"/>
                      <a:gd name="connsiteX4" fmla="*/ 99282 w 120835"/>
                      <a:gd name="connsiteY4" fmla="*/ 0 h 43107"/>
                      <a:gd name="connsiteX5" fmla="*/ 120836 w 120835"/>
                      <a:gd name="connsiteY5" fmla="*/ 21554 h 43107"/>
                      <a:gd name="connsiteX6" fmla="*/ 99282 w 120835"/>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35" h="43107">
                        <a:moveTo>
                          <a:pt x="99282" y="43107"/>
                        </a:moveTo>
                        <a:lnTo>
                          <a:pt x="21554" y="43107"/>
                        </a:lnTo>
                        <a:cubicBezTo>
                          <a:pt x="9650" y="43107"/>
                          <a:pt x="0" y="33457"/>
                          <a:pt x="0" y="21554"/>
                        </a:cubicBezTo>
                        <a:cubicBezTo>
                          <a:pt x="0" y="9651"/>
                          <a:pt x="9650" y="0"/>
                          <a:pt x="21554" y="0"/>
                        </a:cubicBezTo>
                        <a:lnTo>
                          <a:pt x="99282" y="0"/>
                        </a:lnTo>
                        <a:cubicBezTo>
                          <a:pt x="111185" y="0"/>
                          <a:pt x="120836" y="9651"/>
                          <a:pt x="120836" y="21554"/>
                        </a:cubicBezTo>
                        <a:cubicBezTo>
                          <a:pt x="120836" y="33457"/>
                          <a:pt x="111185" y="43107"/>
                          <a:pt x="99282" y="43107"/>
                        </a:cubicBezTo>
                        <a:close/>
                      </a:path>
                    </a:pathLst>
                  </a:custGeom>
                  <a:solidFill>
                    <a:srgbClr val="EF463C"/>
                  </a:solidFill>
                  <a:ln w="2667" cap="flat">
                    <a:noFill/>
                    <a:prstDash val="solid"/>
                    <a:miter/>
                  </a:ln>
                </p:spPr>
                <p:txBody>
                  <a:bodyPr rtlCol="0" anchor="ctr"/>
                  <a:lstStyle/>
                  <a:p>
                    <a:endParaRPr lang="en-MY"/>
                  </a:p>
                </p:txBody>
              </p:sp>
              <p:sp>
                <p:nvSpPr>
                  <p:cNvPr id="629" name="Freeform: Shape 628">
                    <a:extLst>
                      <a:ext uri="{FF2B5EF4-FFF2-40B4-BE49-F238E27FC236}">
                        <a16:creationId xmlns:a16="http://schemas.microsoft.com/office/drawing/2014/main" id="{14368FFF-6117-CB66-9FBD-97674CBA6EA6}"/>
                      </a:ext>
                    </a:extLst>
                  </p:cNvPr>
                  <p:cNvSpPr/>
                  <p:nvPr/>
                </p:nvSpPr>
                <p:spPr>
                  <a:xfrm>
                    <a:off x="1915154" y="2109268"/>
                    <a:ext cx="140341" cy="136354"/>
                  </a:xfrm>
                  <a:custGeom>
                    <a:avLst/>
                    <a:gdLst>
                      <a:gd name="connsiteX0" fmla="*/ 118788 w 140341"/>
                      <a:gd name="connsiteY0" fmla="*/ 136354 h 136354"/>
                      <a:gd name="connsiteX1" fmla="*/ 21554 w 140341"/>
                      <a:gd name="connsiteY1" fmla="*/ 136354 h 136354"/>
                      <a:gd name="connsiteX2" fmla="*/ 0 w 140341"/>
                      <a:gd name="connsiteY2" fmla="*/ 114801 h 136354"/>
                      <a:gd name="connsiteX3" fmla="*/ 0 w 140341"/>
                      <a:gd name="connsiteY3" fmla="*/ 21554 h 136354"/>
                      <a:gd name="connsiteX4" fmla="*/ 21554 w 140341"/>
                      <a:gd name="connsiteY4" fmla="*/ 0 h 136354"/>
                      <a:gd name="connsiteX5" fmla="*/ 43107 w 140341"/>
                      <a:gd name="connsiteY5" fmla="*/ 21554 h 136354"/>
                      <a:gd name="connsiteX6" fmla="*/ 43107 w 140341"/>
                      <a:gd name="connsiteY6" fmla="*/ 93247 h 136354"/>
                      <a:gd name="connsiteX7" fmla="*/ 97234 w 140341"/>
                      <a:gd name="connsiteY7" fmla="*/ 93247 h 136354"/>
                      <a:gd name="connsiteX8" fmla="*/ 97234 w 140341"/>
                      <a:gd name="connsiteY8" fmla="*/ 22955 h 136354"/>
                      <a:gd name="connsiteX9" fmla="*/ 118788 w 140341"/>
                      <a:gd name="connsiteY9" fmla="*/ 1401 h 136354"/>
                      <a:gd name="connsiteX10" fmla="*/ 140342 w 140341"/>
                      <a:gd name="connsiteY10" fmla="*/ 22955 h 136354"/>
                      <a:gd name="connsiteX11" fmla="*/ 140342 w 140341"/>
                      <a:gd name="connsiteY11" fmla="*/ 114801 h 136354"/>
                      <a:gd name="connsiteX12" fmla="*/ 118788 w 140341"/>
                      <a:gd name="connsiteY12" fmla="*/ 136354 h 13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341" h="136354">
                        <a:moveTo>
                          <a:pt x="118788" y="136354"/>
                        </a:moveTo>
                        <a:lnTo>
                          <a:pt x="21554" y="136354"/>
                        </a:lnTo>
                        <a:cubicBezTo>
                          <a:pt x="9650" y="136354"/>
                          <a:pt x="0" y="126704"/>
                          <a:pt x="0" y="114801"/>
                        </a:cubicBezTo>
                        <a:lnTo>
                          <a:pt x="0" y="21554"/>
                        </a:lnTo>
                        <a:cubicBezTo>
                          <a:pt x="0" y="9651"/>
                          <a:pt x="9650" y="0"/>
                          <a:pt x="21554" y="0"/>
                        </a:cubicBezTo>
                        <a:cubicBezTo>
                          <a:pt x="33458" y="0"/>
                          <a:pt x="43107" y="9651"/>
                          <a:pt x="43107" y="21554"/>
                        </a:cubicBezTo>
                        <a:lnTo>
                          <a:pt x="43107" y="93247"/>
                        </a:lnTo>
                        <a:lnTo>
                          <a:pt x="97234" y="93247"/>
                        </a:lnTo>
                        <a:lnTo>
                          <a:pt x="97234" y="22955"/>
                        </a:lnTo>
                        <a:cubicBezTo>
                          <a:pt x="97234" y="11052"/>
                          <a:pt x="106885" y="1401"/>
                          <a:pt x="118788" y="1401"/>
                        </a:cubicBezTo>
                        <a:cubicBezTo>
                          <a:pt x="130691" y="1401"/>
                          <a:pt x="140342" y="11052"/>
                          <a:pt x="140342" y="22955"/>
                        </a:cubicBezTo>
                        <a:lnTo>
                          <a:pt x="140342" y="114801"/>
                        </a:lnTo>
                        <a:cubicBezTo>
                          <a:pt x="140342" y="126704"/>
                          <a:pt x="130691" y="136354"/>
                          <a:pt x="118788" y="136354"/>
                        </a:cubicBezTo>
                        <a:close/>
                      </a:path>
                    </a:pathLst>
                  </a:custGeom>
                  <a:solidFill>
                    <a:srgbClr val="C42828"/>
                  </a:solidFill>
                  <a:ln w="2667" cap="flat">
                    <a:noFill/>
                    <a:prstDash val="solid"/>
                    <a:miter/>
                  </a:ln>
                </p:spPr>
                <p:txBody>
                  <a:bodyPr rtlCol="0" anchor="ctr"/>
                  <a:lstStyle/>
                  <a:p>
                    <a:endParaRPr lang="en-MY"/>
                  </a:p>
                </p:txBody>
              </p:sp>
            </p:grpSp>
            <p:sp>
              <p:nvSpPr>
                <p:cNvPr id="622" name="Freeform: Shape 621">
                  <a:extLst>
                    <a:ext uri="{FF2B5EF4-FFF2-40B4-BE49-F238E27FC236}">
                      <a16:creationId xmlns:a16="http://schemas.microsoft.com/office/drawing/2014/main" id="{35552955-9004-CD1E-8FA1-6383F5BF4503}"/>
                    </a:ext>
                  </a:extLst>
                </p:cNvPr>
                <p:cNvSpPr/>
                <p:nvPr/>
              </p:nvSpPr>
              <p:spPr>
                <a:xfrm>
                  <a:off x="2078461" y="1845892"/>
                  <a:ext cx="77396" cy="77393"/>
                </a:xfrm>
                <a:custGeom>
                  <a:avLst/>
                  <a:gdLst>
                    <a:gd name="connsiteX0" fmla="*/ 21543 w 77396"/>
                    <a:gd name="connsiteY0" fmla="*/ 77394 h 77393"/>
                    <a:gd name="connsiteX1" fmla="*/ 0 w 77396"/>
                    <a:gd name="connsiteY1" fmla="*/ 55830 h 77393"/>
                    <a:gd name="connsiteX2" fmla="*/ 6321 w 77396"/>
                    <a:gd name="connsiteY2" fmla="*/ 40591 h 77393"/>
                    <a:gd name="connsiteX3" fmla="*/ 40591 w 77396"/>
                    <a:gd name="connsiteY3" fmla="*/ 6320 h 77393"/>
                    <a:gd name="connsiteX4" fmla="*/ 71076 w 77396"/>
                    <a:gd name="connsiteY4" fmla="*/ 6307 h 77393"/>
                    <a:gd name="connsiteX5" fmla="*/ 71090 w 77396"/>
                    <a:gd name="connsiteY5" fmla="*/ 36792 h 77393"/>
                    <a:gd name="connsiteX6" fmla="*/ 36792 w 77396"/>
                    <a:gd name="connsiteY6" fmla="*/ 71089 h 77393"/>
                    <a:gd name="connsiteX7" fmla="*/ 21543 w 77396"/>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6" h="77393">
                      <a:moveTo>
                        <a:pt x="21543" y="77394"/>
                      </a:moveTo>
                      <a:cubicBezTo>
                        <a:pt x="9640" y="77388"/>
                        <a:pt x="-5" y="67734"/>
                        <a:pt x="0" y="55830"/>
                      </a:cubicBezTo>
                      <a:cubicBezTo>
                        <a:pt x="3" y="50113"/>
                        <a:pt x="2277" y="44631"/>
                        <a:pt x="6321" y="40591"/>
                      </a:cubicBezTo>
                      <a:lnTo>
                        <a:pt x="40591" y="6320"/>
                      </a:lnTo>
                      <a:cubicBezTo>
                        <a:pt x="49005" y="-2101"/>
                        <a:pt x="62654" y="-2108"/>
                        <a:pt x="71076" y="6307"/>
                      </a:cubicBezTo>
                      <a:cubicBezTo>
                        <a:pt x="79498" y="14722"/>
                        <a:pt x="79504" y="28370"/>
                        <a:pt x="71090" y="36792"/>
                      </a:cubicBezTo>
                      <a:lnTo>
                        <a:pt x="36792" y="71089"/>
                      </a:lnTo>
                      <a:cubicBezTo>
                        <a:pt x="32746" y="75130"/>
                        <a:pt x="27260" y="77398"/>
                        <a:pt x="21543" y="77394"/>
                      </a:cubicBezTo>
                      <a:close/>
                    </a:path>
                  </a:pathLst>
                </a:custGeom>
                <a:solidFill>
                  <a:srgbClr val="EF463C"/>
                </a:solidFill>
                <a:ln w="2667" cap="flat">
                  <a:noFill/>
                  <a:prstDash val="solid"/>
                  <a:miter/>
                </a:ln>
              </p:spPr>
              <p:txBody>
                <a:bodyPr rtlCol="0" anchor="ctr"/>
                <a:lstStyle/>
                <a:p>
                  <a:endParaRPr lang="en-MY"/>
                </a:p>
              </p:txBody>
            </p:sp>
            <p:sp>
              <p:nvSpPr>
                <p:cNvPr id="623" name="Freeform: Shape 622">
                  <a:extLst>
                    <a:ext uri="{FF2B5EF4-FFF2-40B4-BE49-F238E27FC236}">
                      <a16:creationId xmlns:a16="http://schemas.microsoft.com/office/drawing/2014/main" id="{1687F9F7-319F-2301-7725-E6605EA50423}"/>
                    </a:ext>
                  </a:extLst>
                </p:cNvPr>
                <p:cNvSpPr/>
                <p:nvPr/>
              </p:nvSpPr>
              <p:spPr>
                <a:xfrm>
                  <a:off x="1811694" y="1845165"/>
                  <a:ext cx="77397" cy="77393"/>
                </a:xfrm>
                <a:custGeom>
                  <a:avLst/>
                  <a:gdLst>
                    <a:gd name="connsiteX0" fmla="*/ 55854 w 77397"/>
                    <a:gd name="connsiteY0" fmla="*/ 77394 h 77393"/>
                    <a:gd name="connsiteX1" fmla="*/ 40604 w 77397"/>
                    <a:gd name="connsiteY1" fmla="*/ 71089 h 77393"/>
                    <a:gd name="connsiteX2" fmla="*/ 6307 w 77397"/>
                    <a:gd name="connsiteY2" fmla="*/ 36792 h 77393"/>
                    <a:gd name="connsiteX3" fmla="*/ 6320 w 77397"/>
                    <a:gd name="connsiteY3" fmla="*/ 6307 h 77393"/>
                    <a:gd name="connsiteX4" fmla="*/ 36805 w 77397"/>
                    <a:gd name="connsiteY4" fmla="*/ 6320 h 77393"/>
                    <a:gd name="connsiteX5" fmla="*/ 71103 w 77397"/>
                    <a:gd name="connsiteY5" fmla="*/ 40618 h 77393"/>
                    <a:gd name="connsiteX6" fmla="*/ 71066 w 77397"/>
                    <a:gd name="connsiteY6" fmla="*/ 71099 h 77393"/>
                    <a:gd name="connsiteX7" fmla="*/ 55854 w 77397"/>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7" h="77393">
                      <a:moveTo>
                        <a:pt x="55854" y="77394"/>
                      </a:moveTo>
                      <a:cubicBezTo>
                        <a:pt x="50135" y="77398"/>
                        <a:pt x="44650" y="75130"/>
                        <a:pt x="40604" y="71089"/>
                      </a:cubicBezTo>
                      <a:lnTo>
                        <a:pt x="6307" y="36792"/>
                      </a:lnTo>
                      <a:cubicBezTo>
                        <a:pt x="-2108" y="28370"/>
                        <a:pt x="-2101" y="14722"/>
                        <a:pt x="6320" y="6307"/>
                      </a:cubicBezTo>
                      <a:cubicBezTo>
                        <a:pt x="14742" y="-2108"/>
                        <a:pt x="28391" y="-2101"/>
                        <a:pt x="36805" y="6320"/>
                      </a:cubicBezTo>
                      <a:lnTo>
                        <a:pt x="71103" y="40618"/>
                      </a:lnTo>
                      <a:cubicBezTo>
                        <a:pt x="79510" y="49045"/>
                        <a:pt x="79493" y="62692"/>
                        <a:pt x="71066" y="71099"/>
                      </a:cubicBezTo>
                      <a:cubicBezTo>
                        <a:pt x="67028" y="75128"/>
                        <a:pt x="61558" y="77391"/>
                        <a:pt x="55854" y="77394"/>
                      </a:cubicBezTo>
                      <a:close/>
                    </a:path>
                  </a:pathLst>
                </a:custGeom>
                <a:solidFill>
                  <a:srgbClr val="EF463C"/>
                </a:solidFill>
                <a:ln w="2667" cap="flat">
                  <a:noFill/>
                  <a:prstDash val="solid"/>
                  <a:miter/>
                </a:ln>
              </p:spPr>
              <p:txBody>
                <a:bodyPr rtlCol="0" anchor="ctr"/>
                <a:lstStyle/>
                <a:p>
                  <a:endParaRPr lang="en-MY"/>
                </a:p>
              </p:txBody>
            </p:sp>
            <p:sp>
              <p:nvSpPr>
                <p:cNvPr id="624" name="Freeform: Shape 623">
                  <a:extLst>
                    <a:ext uri="{FF2B5EF4-FFF2-40B4-BE49-F238E27FC236}">
                      <a16:creationId xmlns:a16="http://schemas.microsoft.com/office/drawing/2014/main" id="{BB6E51B9-DEC8-90FD-28CD-E9EF46027AB7}"/>
                    </a:ext>
                  </a:extLst>
                </p:cNvPr>
                <p:cNvSpPr/>
                <p:nvPr/>
              </p:nvSpPr>
              <p:spPr>
                <a:xfrm>
                  <a:off x="1964108" y="1793479"/>
                  <a:ext cx="43107" cy="91603"/>
                </a:xfrm>
                <a:custGeom>
                  <a:avLst/>
                  <a:gdLst>
                    <a:gd name="connsiteX0" fmla="*/ 21554 w 43107"/>
                    <a:gd name="connsiteY0" fmla="*/ 91603 h 91603"/>
                    <a:gd name="connsiteX1" fmla="*/ 0 w 43107"/>
                    <a:gd name="connsiteY1" fmla="*/ 70050 h 91603"/>
                    <a:gd name="connsiteX2" fmla="*/ 0 w 43107"/>
                    <a:gd name="connsiteY2" fmla="*/ 21554 h 91603"/>
                    <a:gd name="connsiteX3" fmla="*/ 21554 w 43107"/>
                    <a:gd name="connsiteY3" fmla="*/ 0 h 91603"/>
                    <a:gd name="connsiteX4" fmla="*/ 43107 w 43107"/>
                    <a:gd name="connsiteY4" fmla="*/ 21554 h 91603"/>
                    <a:gd name="connsiteX5" fmla="*/ 43107 w 43107"/>
                    <a:gd name="connsiteY5" fmla="*/ 70050 h 91603"/>
                    <a:gd name="connsiteX6" fmla="*/ 21554 w 43107"/>
                    <a:gd name="connsiteY6" fmla="*/ 91603 h 91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107" h="91603">
                      <a:moveTo>
                        <a:pt x="21554" y="91603"/>
                      </a:moveTo>
                      <a:cubicBezTo>
                        <a:pt x="9650" y="91603"/>
                        <a:pt x="0" y="81954"/>
                        <a:pt x="0" y="70050"/>
                      </a:cubicBezTo>
                      <a:lnTo>
                        <a:pt x="0" y="21554"/>
                      </a:lnTo>
                      <a:cubicBezTo>
                        <a:pt x="0" y="9650"/>
                        <a:pt x="9650" y="0"/>
                        <a:pt x="21554" y="0"/>
                      </a:cubicBezTo>
                      <a:cubicBezTo>
                        <a:pt x="33458" y="0"/>
                        <a:pt x="43107" y="9650"/>
                        <a:pt x="43107" y="21554"/>
                      </a:cubicBezTo>
                      <a:lnTo>
                        <a:pt x="43107" y="70050"/>
                      </a:lnTo>
                      <a:cubicBezTo>
                        <a:pt x="43107" y="81954"/>
                        <a:pt x="33458" y="91603"/>
                        <a:pt x="21554" y="91603"/>
                      </a:cubicBezTo>
                      <a:close/>
                    </a:path>
                  </a:pathLst>
                </a:custGeom>
                <a:solidFill>
                  <a:srgbClr val="EF463C"/>
                </a:solidFill>
                <a:ln w="2667" cap="flat">
                  <a:noFill/>
                  <a:prstDash val="solid"/>
                  <a:miter/>
                </a:ln>
              </p:spPr>
              <p:txBody>
                <a:bodyPr rtlCol="0" anchor="ctr"/>
                <a:lstStyle/>
                <a:p>
                  <a:endParaRPr lang="en-MY"/>
                </a:p>
              </p:txBody>
            </p:sp>
            <p:sp>
              <p:nvSpPr>
                <p:cNvPr id="625" name="Freeform: Shape 624">
                  <a:extLst>
                    <a:ext uri="{FF2B5EF4-FFF2-40B4-BE49-F238E27FC236}">
                      <a16:creationId xmlns:a16="http://schemas.microsoft.com/office/drawing/2014/main" id="{88DF5A93-3138-723D-61DC-FAB4D0E50D45}"/>
                    </a:ext>
                  </a:extLst>
                </p:cNvPr>
                <p:cNvSpPr/>
                <p:nvPr/>
              </p:nvSpPr>
              <p:spPr>
                <a:xfrm>
                  <a:off x="2126354"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1" y="43107"/>
                        <a:pt x="0" y="33458"/>
                        <a:pt x="0" y="21554"/>
                      </a:cubicBezTo>
                      <a:cubicBezTo>
                        <a:pt x="0" y="9650"/>
                        <a:pt x="9651" y="0"/>
                        <a:pt x="21554" y="0"/>
                      </a:cubicBezTo>
                      <a:lnTo>
                        <a:pt x="61967" y="0"/>
                      </a:lnTo>
                      <a:cubicBezTo>
                        <a:pt x="73870" y="0"/>
                        <a:pt x="83521" y="9650"/>
                        <a:pt x="83521" y="21554"/>
                      </a:cubicBezTo>
                      <a:cubicBezTo>
                        <a:pt x="83521" y="33458"/>
                        <a:pt x="73870" y="43107"/>
                        <a:pt x="61967" y="43107"/>
                      </a:cubicBezTo>
                      <a:close/>
                    </a:path>
                  </a:pathLst>
                </a:custGeom>
                <a:solidFill>
                  <a:srgbClr val="EF463C"/>
                </a:solidFill>
                <a:ln w="2667" cap="flat">
                  <a:noFill/>
                  <a:prstDash val="solid"/>
                  <a:miter/>
                </a:ln>
              </p:spPr>
              <p:txBody>
                <a:bodyPr rtlCol="0" anchor="ctr"/>
                <a:lstStyle/>
                <a:p>
                  <a:endParaRPr lang="en-MY"/>
                </a:p>
              </p:txBody>
            </p:sp>
          </p:grpSp>
        </p:grpSp>
      </p:grpSp>
    </p:spTree>
    <p:extLst>
      <p:ext uri="{BB962C8B-B14F-4D97-AF65-F5344CB8AC3E}">
        <p14:creationId xmlns:p14="http://schemas.microsoft.com/office/powerpoint/2010/main" val="2696111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CAA314C-5D23-5817-1808-E5D7F24909A9}"/>
            </a:ext>
          </a:extLst>
        </p:cNvPr>
        <p:cNvGrpSpPr/>
        <p:nvPr/>
      </p:nvGrpSpPr>
      <p:grpSpPr>
        <a:xfrm>
          <a:off x="0" y="0"/>
          <a:ext cx="0" cy="0"/>
          <a:chOff x="0" y="0"/>
          <a:chExt cx="0" cy="0"/>
        </a:xfrm>
      </p:grpSpPr>
      <p:grpSp>
        <p:nvGrpSpPr>
          <p:cNvPr id="507" name="Group 506">
            <a:extLst>
              <a:ext uri="{FF2B5EF4-FFF2-40B4-BE49-F238E27FC236}">
                <a16:creationId xmlns:a16="http://schemas.microsoft.com/office/drawing/2014/main" id="{FE5F0306-00F3-7310-FFB2-E4E5E2764861}"/>
              </a:ext>
            </a:extLst>
          </p:cNvPr>
          <p:cNvGrpSpPr/>
          <p:nvPr/>
        </p:nvGrpSpPr>
        <p:grpSpPr>
          <a:xfrm>
            <a:off x="10916676" y="2241576"/>
            <a:ext cx="1275324" cy="1365966"/>
            <a:chOff x="10916676" y="2241576"/>
            <a:chExt cx="1275324" cy="1365966"/>
          </a:xfrm>
        </p:grpSpPr>
        <p:grpSp>
          <p:nvGrpSpPr>
            <p:cNvPr id="500" name="Group 499">
              <a:extLst>
                <a:ext uri="{FF2B5EF4-FFF2-40B4-BE49-F238E27FC236}">
                  <a16:creationId xmlns:a16="http://schemas.microsoft.com/office/drawing/2014/main" id="{106B5016-2C6C-1E8F-DA50-58C46FEC1D5A}"/>
                </a:ext>
              </a:extLst>
            </p:cNvPr>
            <p:cNvGrpSpPr/>
            <p:nvPr/>
          </p:nvGrpSpPr>
          <p:grpSpPr>
            <a:xfrm>
              <a:off x="10916676" y="2241576"/>
              <a:ext cx="1275324" cy="1365966"/>
              <a:chOff x="10916676" y="2241576"/>
              <a:chExt cx="1275324" cy="1365966"/>
            </a:xfrm>
          </p:grpSpPr>
          <p:sp>
            <p:nvSpPr>
              <p:cNvPr id="477" name="Arrow: Chevron 26">
                <a:extLst>
                  <a:ext uri="{FF2B5EF4-FFF2-40B4-BE49-F238E27FC236}">
                    <a16:creationId xmlns:a16="http://schemas.microsoft.com/office/drawing/2014/main" id="{00E42A17-4EE7-F4E1-3D30-F958D091F1BF}"/>
                  </a:ext>
                </a:extLst>
              </p:cNvPr>
              <p:cNvSpPr/>
              <p:nvPr/>
            </p:nvSpPr>
            <p:spPr>
              <a:xfrm>
                <a:off x="11066350" y="3197853"/>
                <a:ext cx="1125650" cy="409689"/>
              </a:xfrm>
              <a:prstGeom prst="chevron">
                <a:avLst>
                  <a:gd name="adj" fmla="val 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Operate</a:t>
                </a:r>
              </a:p>
            </p:txBody>
          </p:sp>
          <p:sp>
            <p:nvSpPr>
              <p:cNvPr id="478" name="Arrow: Chevron 283">
                <a:extLst>
                  <a:ext uri="{FF2B5EF4-FFF2-40B4-BE49-F238E27FC236}">
                    <a16:creationId xmlns:a16="http://schemas.microsoft.com/office/drawing/2014/main" id="{CB6F4934-4C64-22D3-CB25-BF303A08A653}"/>
                  </a:ext>
                </a:extLst>
              </p:cNvPr>
              <p:cNvSpPr/>
              <p:nvPr/>
            </p:nvSpPr>
            <p:spPr>
              <a:xfrm>
                <a:off x="10916676" y="2241576"/>
                <a:ext cx="1275324" cy="964154"/>
              </a:xfrm>
              <a:prstGeom prst="chevron">
                <a:avLst>
                  <a:gd name="adj" fmla="val 0"/>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20040" tIns="59436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Run</a:t>
                </a:r>
              </a:p>
            </p:txBody>
          </p:sp>
        </p:grpSp>
        <p:grpSp>
          <p:nvGrpSpPr>
            <p:cNvPr id="499" name="Group 498">
              <a:extLst>
                <a:ext uri="{FF2B5EF4-FFF2-40B4-BE49-F238E27FC236}">
                  <a16:creationId xmlns:a16="http://schemas.microsoft.com/office/drawing/2014/main" id="{07E172ED-767F-6B1A-D9AB-9CE696D1B5C7}"/>
                </a:ext>
              </a:extLst>
            </p:cNvPr>
            <p:cNvGrpSpPr/>
            <p:nvPr/>
          </p:nvGrpSpPr>
          <p:grpSpPr>
            <a:xfrm>
              <a:off x="11474566" y="2369261"/>
              <a:ext cx="471163" cy="471791"/>
              <a:chOff x="11474566" y="2369261"/>
              <a:chExt cx="471163" cy="471791"/>
            </a:xfrm>
          </p:grpSpPr>
          <p:sp>
            <p:nvSpPr>
              <p:cNvPr id="480" name="Oval 479">
                <a:extLst>
                  <a:ext uri="{FF2B5EF4-FFF2-40B4-BE49-F238E27FC236}">
                    <a16:creationId xmlns:a16="http://schemas.microsoft.com/office/drawing/2014/main" id="{6F0D59F9-B938-075C-601A-D3360DBF8253}"/>
                  </a:ext>
                </a:extLst>
              </p:cNvPr>
              <p:cNvSpPr/>
              <p:nvPr/>
            </p:nvSpPr>
            <p:spPr>
              <a:xfrm>
                <a:off x="11474566" y="2369261"/>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481" name="Group 480">
                <a:extLst>
                  <a:ext uri="{FF2B5EF4-FFF2-40B4-BE49-F238E27FC236}">
                    <a16:creationId xmlns:a16="http://schemas.microsoft.com/office/drawing/2014/main" id="{E6A7004F-E4CF-5041-5DB2-0E6A25B8B0CD}"/>
                  </a:ext>
                </a:extLst>
              </p:cNvPr>
              <p:cNvGrpSpPr/>
              <p:nvPr/>
            </p:nvGrpSpPr>
            <p:grpSpPr>
              <a:xfrm>
                <a:off x="11571620" y="2470200"/>
                <a:ext cx="277151" cy="269933"/>
                <a:chOff x="11570793" y="2043116"/>
                <a:chExt cx="277520" cy="269933"/>
              </a:xfrm>
              <a:solidFill>
                <a:schemeClr val="bg1">
                  <a:lumMod val="75000"/>
                </a:schemeClr>
              </a:solidFill>
            </p:grpSpPr>
            <p:sp>
              <p:nvSpPr>
                <p:cNvPr id="482" name="Freeform 127">
                  <a:extLst>
                    <a:ext uri="{FF2B5EF4-FFF2-40B4-BE49-F238E27FC236}">
                      <a16:creationId xmlns:a16="http://schemas.microsoft.com/office/drawing/2014/main" id="{A56CFDEE-2FDD-08FC-A1DC-AAFC7877D12E}"/>
                    </a:ext>
                  </a:extLst>
                </p:cNvPr>
                <p:cNvSpPr/>
                <p:nvPr/>
              </p:nvSpPr>
              <p:spPr>
                <a:xfrm>
                  <a:off x="11570793" y="2043116"/>
                  <a:ext cx="179741" cy="226257"/>
                </a:xfrm>
                <a:custGeom>
                  <a:avLst/>
                  <a:gdLst>
                    <a:gd name="connsiteX0" fmla="*/ 41995 w 179741"/>
                    <a:gd name="connsiteY0" fmla="*/ 226257 h 226257"/>
                    <a:gd name="connsiteX1" fmla="*/ 31425 w 179741"/>
                    <a:gd name="connsiteY1" fmla="*/ 221343 h 226257"/>
                    <a:gd name="connsiteX2" fmla="*/ 48307 w 179741"/>
                    <a:gd name="connsiteY2" fmla="*/ 31424 h 226257"/>
                    <a:gd name="connsiteX3" fmla="*/ 168886 w 179741"/>
                    <a:gd name="connsiteY3" fmla="*/ 4375 h 226257"/>
                    <a:gd name="connsiteX4" fmla="*/ 179422 w 179741"/>
                    <a:gd name="connsiteY4" fmla="*/ 20793 h 226257"/>
                    <a:gd name="connsiteX5" fmla="*/ 163005 w 179741"/>
                    <a:gd name="connsiteY5" fmla="*/ 31329 h 226257"/>
                    <a:gd name="connsiteX6" fmla="*/ 161989 w 179741"/>
                    <a:gd name="connsiteY6" fmla="*/ 31067 h 226257"/>
                    <a:gd name="connsiteX7" fmla="*/ 31017 w 179741"/>
                    <a:gd name="connsiteY7" fmla="*/ 107371 h 226257"/>
                    <a:gd name="connsiteX8" fmla="*/ 52548 w 179741"/>
                    <a:gd name="connsiteY8" fmla="*/ 203600 h 226257"/>
                    <a:gd name="connsiteX9" fmla="*/ 50841 w 179741"/>
                    <a:gd name="connsiteY9" fmla="*/ 223033 h 226257"/>
                    <a:gd name="connsiteX10" fmla="*/ 41995 w 179741"/>
                    <a:gd name="connsiteY10" fmla="*/ 226257 h 22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41" h="226257">
                      <a:moveTo>
                        <a:pt x="41995" y="226257"/>
                      </a:moveTo>
                      <a:cubicBezTo>
                        <a:pt x="37919" y="226261"/>
                        <a:pt x="34050" y="224462"/>
                        <a:pt x="31425" y="221343"/>
                      </a:cubicBezTo>
                      <a:cubicBezTo>
                        <a:pt x="-16358" y="164236"/>
                        <a:pt x="-8799" y="79207"/>
                        <a:pt x="48307" y="31424"/>
                      </a:cubicBezTo>
                      <a:cubicBezTo>
                        <a:pt x="81759" y="3434"/>
                        <a:pt x="126684" y="-6644"/>
                        <a:pt x="168886" y="4375"/>
                      </a:cubicBezTo>
                      <a:cubicBezTo>
                        <a:pt x="176330" y="5999"/>
                        <a:pt x="181046" y="13350"/>
                        <a:pt x="179422" y="20793"/>
                      </a:cubicBezTo>
                      <a:cubicBezTo>
                        <a:pt x="177798" y="28236"/>
                        <a:pt x="170447" y="32954"/>
                        <a:pt x="163005" y="31329"/>
                      </a:cubicBezTo>
                      <a:cubicBezTo>
                        <a:pt x="162663" y="31255"/>
                        <a:pt x="162324" y="31167"/>
                        <a:pt x="161989" y="31067"/>
                      </a:cubicBezTo>
                      <a:cubicBezTo>
                        <a:pt x="104751" y="15971"/>
                        <a:pt x="46113" y="50133"/>
                        <a:pt x="31017" y="107371"/>
                      </a:cubicBezTo>
                      <a:cubicBezTo>
                        <a:pt x="22136" y="141041"/>
                        <a:pt x="30166" y="176925"/>
                        <a:pt x="52548" y="203600"/>
                      </a:cubicBezTo>
                      <a:cubicBezTo>
                        <a:pt x="57443" y="209439"/>
                        <a:pt x="56678" y="218140"/>
                        <a:pt x="50841" y="223033"/>
                      </a:cubicBezTo>
                      <a:cubicBezTo>
                        <a:pt x="48361" y="225113"/>
                        <a:pt x="45231" y="226254"/>
                        <a:pt x="41995" y="226257"/>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83" name="Freeform 128">
                  <a:extLst>
                    <a:ext uri="{FF2B5EF4-FFF2-40B4-BE49-F238E27FC236}">
                      <a16:creationId xmlns:a16="http://schemas.microsoft.com/office/drawing/2014/main" id="{362C6672-7765-775B-FEE5-2338DAF882D8}"/>
                    </a:ext>
                  </a:extLst>
                </p:cNvPr>
                <p:cNvSpPr/>
                <p:nvPr/>
              </p:nvSpPr>
              <p:spPr>
                <a:xfrm>
                  <a:off x="11594873" y="2243457"/>
                  <a:ext cx="54073" cy="54073"/>
                </a:xfrm>
                <a:custGeom>
                  <a:avLst/>
                  <a:gdLst>
                    <a:gd name="connsiteX0" fmla="*/ 27054 w 54073"/>
                    <a:gd name="connsiteY0" fmla="*/ 54074 h 54073"/>
                    <a:gd name="connsiteX1" fmla="*/ 0 w 54073"/>
                    <a:gd name="connsiteY1" fmla="*/ 27054 h 54073"/>
                    <a:gd name="connsiteX2" fmla="*/ 27020 w 54073"/>
                    <a:gd name="connsiteY2" fmla="*/ 0 h 54073"/>
                    <a:gd name="connsiteX3" fmla="*/ 54074 w 54073"/>
                    <a:gd name="connsiteY3" fmla="*/ 27020 h 54073"/>
                    <a:gd name="connsiteX4" fmla="*/ 54074 w 54073"/>
                    <a:gd name="connsiteY4" fmla="*/ 27037 h 54073"/>
                    <a:gd name="connsiteX5" fmla="*/ 27054 w 54073"/>
                    <a:gd name="connsiteY5" fmla="*/ 54074 h 54073"/>
                    <a:gd name="connsiteX6" fmla="*/ 27054 w 54073"/>
                    <a:gd name="connsiteY6" fmla="*/ 26485 h 54073"/>
                    <a:gd name="connsiteX7" fmla="*/ 26486 w 54073"/>
                    <a:gd name="connsiteY7" fmla="*/ 27020 h 54073"/>
                    <a:gd name="connsiteX8" fmla="*/ 26485 w 54073"/>
                    <a:gd name="connsiteY8" fmla="*/ 27037 h 54073"/>
                    <a:gd name="connsiteX9" fmla="*/ 26947 w 54073"/>
                    <a:gd name="connsiteY9" fmla="*/ 27696 h 54073"/>
                    <a:gd name="connsiteX10" fmla="*/ 27606 w 54073"/>
                    <a:gd name="connsiteY10" fmla="*/ 27234 h 54073"/>
                    <a:gd name="connsiteX11" fmla="*/ 27606 w 54073"/>
                    <a:gd name="connsiteY11" fmla="*/ 27037 h 54073"/>
                    <a:gd name="connsiteX12" fmla="*/ 27054 w 54073"/>
                    <a:gd name="connsiteY12"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073" h="54073">
                      <a:moveTo>
                        <a:pt x="27054" y="54074"/>
                      </a:moveTo>
                      <a:cubicBezTo>
                        <a:pt x="12122" y="54084"/>
                        <a:pt x="9" y="41987"/>
                        <a:pt x="0" y="27054"/>
                      </a:cubicBezTo>
                      <a:cubicBezTo>
                        <a:pt x="-9" y="12122"/>
                        <a:pt x="12088" y="10"/>
                        <a:pt x="27020" y="0"/>
                      </a:cubicBezTo>
                      <a:cubicBezTo>
                        <a:pt x="41952" y="-10"/>
                        <a:pt x="54064" y="12087"/>
                        <a:pt x="54074" y="27020"/>
                      </a:cubicBezTo>
                      <a:cubicBezTo>
                        <a:pt x="54074" y="27025"/>
                        <a:pt x="54074" y="27032"/>
                        <a:pt x="54074" y="27037"/>
                      </a:cubicBezTo>
                      <a:cubicBezTo>
                        <a:pt x="54064" y="41959"/>
                        <a:pt x="41976" y="54055"/>
                        <a:pt x="27054" y="54074"/>
                      </a:cubicBezTo>
                      <a:close/>
                      <a:moveTo>
                        <a:pt x="27054" y="26485"/>
                      </a:moveTo>
                      <a:cubicBezTo>
                        <a:pt x="26750" y="26475"/>
                        <a:pt x="26495" y="26715"/>
                        <a:pt x="26486" y="27020"/>
                      </a:cubicBezTo>
                      <a:cubicBezTo>
                        <a:pt x="26485" y="27025"/>
                        <a:pt x="26485" y="27032"/>
                        <a:pt x="26485" y="27037"/>
                      </a:cubicBezTo>
                      <a:cubicBezTo>
                        <a:pt x="26431" y="27346"/>
                        <a:pt x="26637" y="27642"/>
                        <a:pt x="26947" y="27696"/>
                      </a:cubicBezTo>
                      <a:cubicBezTo>
                        <a:pt x="27256" y="27751"/>
                        <a:pt x="27552" y="27544"/>
                        <a:pt x="27606" y="27234"/>
                      </a:cubicBezTo>
                      <a:cubicBezTo>
                        <a:pt x="27618" y="27170"/>
                        <a:pt x="27618" y="27103"/>
                        <a:pt x="27606" y="27037"/>
                      </a:cubicBezTo>
                      <a:cubicBezTo>
                        <a:pt x="27606" y="26732"/>
                        <a:pt x="27359" y="26485"/>
                        <a:pt x="27054" y="26485"/>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84" name="Freeform 129">
                  <a:extLst>
                    <a:ext uri="{FF2B5EF4-FFF2-40B4-BE49-F238E27FC236}">
                      <a16:creationId xmlns:a16="http://schemas.microsoft.com/office/drawing/2014/main" id="{C887AD89-20A3-574D-DDDC-5030CC532E3D}"/>
                    </a:ext>
                  </a:extLst>
                </p:cNvPr>
                <p:cNvSpPr/>
                <p:nvPr/>
              </p:nvSpPr>
              <p:spPr>
                <a:xfrm>
                  <a:off x="11669487" y="2086914"/>
                  <a:ext cx="178826" cy="226135"/>
                </a:xfrm>
                <a:custGeom>
                  <a:avLst/>
                  <a:gdLst>
                    <a:gd name="connsiteX0" fmla="*/ 44069 w 178826"/>
                    <a:gd name="connsiteY0" fmla="*/ 226136 h 226135"/>
                    <a:gd name="connsiteX1" fmla="*/ 9842 w 178826"/>
                    <a:gd name="connsiteY1" fmla="*/ 221739 h 226135"/>
                    <a:gd name="connsiteX2" fmla="*/ 583 w 178826"/>
                    <a:gd name="connsiteY2" fmla="*/ 204568 h 226135"/>
                    <a:gd name="connsiteX3" fmla="*/ 16739 w 178826"/>
                    <a:gd name="connsiteY3" fmla="*/ 195047 h 226135"/>
                    <a:gd name="connsiteX4" fmla="*/ 147712 w 178826"/>
                    <a:gd name="connsiteY4" fmla="*/ 118743 h 226135"/>
                    <a:gd name="connsiteX5" fmla="*/ 126180 w 178826"/>
                    <a:gd name="connsiteY5" fmla="*/ 22514 h 226135"/>
                    <a:gd name="connsiteX6" fmla="*/ 128151 w 178826"/>
                    <a:gd name="connsiteY6" fmla="*/ 3105 h 226135"/>
                    <a:gd name="connsiteX7" fmla="*/ 147303 w 178826"/>
                    <a:gd name="connsiteY7" fmla="*/ 4771 h 226135"/>
                    <a:gd name="connsiteX8" fmla="*/ 130681 w 178826"/>
                    <a:gd name="connsiteY8" fmla="*/ 194616 h 226135"/>
                    <a:gd name="connsiteX9" fmla="*/ 44069 w 178826"/>
                    <a:gd name="connsiteY9" fmla="*/ 226136 h 22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8826" h="226135">
                      <a:moveTo>
                        <a:pt x="44069" y="226136"/>
                      </a:moveTo>
                      <a:cubicBezTo>
                        <a:pt x="32519" y="226134"/>
                        <a:pt x="21017" y="224656"/>
                        <a:pt x="9842" y="221739"/>
                      </a:cubicBezTo>
                      <a:cubicBezTo>
                        <a:pt x="2543" y="219554"/>
                        <a:pt x="-1602" y="211866"/>
                        <a:pt x="583" y="204568"/>
                      </a:cubicBezTo>
                      <a:cubicBezTo>
                        <a:pt x="2651" y="197659"/>
                        <a:pt x="9693" y="193509"/>
                        <a:pt x="16739" y="195047"/>
                      </a:cubicBezTo>
                      <a:cubicBezTo>
                        <a:pt x="73977" y="210143"/>
                        <a:pt x="132615" y="175981"/>
                        <a:pt x="147712" y="118743"/>
                      </a:cubicBezTo>
                      <a:cubicBezTo>
                        <a:pt x="156592" y="85073"/>
                        <a:pt x="148563" y="49188"/>
                        <a:pt x="126180" y="22514"/>
                      </a:cubicBezTo>
                      <a:cubicBezTo>
                        <a:pt x="121364" y="16610"/>
                        <a:pt x="122247" y="7921"/>
                        <a:pt x="128151" y="3105"/>
                      </a:cubicBezTo>
                      <a:cubicBezTo>
                        <a:pt x="133934" y="-1612"/>
                        <a:pt x="142421" y="-874"/>
                        <a:pt x="147303" y="4771"/>
                      </a:cubicBezTo>
                      <a:cubicBezTo>
                        <a:pt x="195137" y="61785"/>
                        <a:pt x="187695" y="146780"/>
                        <a:pt x="130681" y="194616"/>
                      </a:cubicBezTo>
                      <a:cubicBezTo>
                        <a:pt x="106413" y="214976"/>
                        <a:pt x="75748" y="226136"/>
                        <a:pt x="44069" y="226136"/>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85" name="Freeform 130">
                  <a:extLst>
                    <a:ext uri="{FF2B5EF4-FFF2-40B4-BE49-F238E27FC236}">
                      <a16:creationId xmlns:a16="http://schemas.microsoft.com/office/drawing/2014/main" id="{403A47A4-A8D4-36A2-97F4-4F08EC11E61F}"/>
                    </a:ext>
                  </a:extLst>
                </p:cNvPr>
                <p:cNvSpPr/>
                <p:nvPr/>
              </p:nvSpPr>
              <p:spPr>
                <a:xfrm>
                  <a:off x="11770096" y="2058595"/>
                  <a:ext cx="54074" cy="54073"/>
                </a:xfrm>
                <a:custGeom>
                  <a:avLst/>
                  <a:gdLst>
                    <a:gd name="connsiteX0" fmla="*/ 26985 w 54074"/>
                    <a:gd name="connsiteY0" fmla="*/ 54074 h 54073"/>
                    <a:gd name="connsiteX1" fmla="*/ 0 w 54074"/>
                    <a:gd name="connsiteY1" fmla="*/ 26985 h 54073"/>
                    <a:gd name="connsiteX2" fmla="*/ 27089 w 54074"/>
                    <a:gd name="connsiteY2" fmla="*/ 0 h 54073"/>
                    <a:gd name="connsiteX3" fmla="*/ 54074 w 54074"/>
                    <a:gd name="connsiteY3" fmla="*/ 27054 h 54073"/>
                    <a:gd name="connsiteX4" fmla="*/ 26985 w 54074"/>
                    <a:gd name="connsiteY4" fmla="*/ 54074 h 54073"/>
                    <a:gd name="connsiteX5" fmla="*/ 26985 w 54074"/>
                    <a:gd name="connsiteY5" fmla="*/ 26485 h 54073"/>
                    <a:gd name="connsiteX6" fmla="*/ 26434 w 54074"/>
                    <a:gd name="connsiteY6" fmla="*/ 27054 h 54073"/>
                    <a:gd name="connsiteX7" fmla="*/ 27092 w 54074"/>
                    <a:gd name="connsiteY7" fmla="*/ 27516 h 54073"/>
                    <a:gd name="connsiteX8" fmla="*/ 27554 w 54074"/>
                    <a:gd name="connsiteY8" fmla="*/ 27054 h 54073"/>
                    <a:gd name="connsiteX9" fmla="*/ 26985 w 54074"/>
                    <a:gd name="connsiteY9"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74" h="54073">
                      <a:moveTo>
                        <a:pt x="26985" y="54074"/>
                      </a:moveTo>
                      <a:cubicBezTo>
                        <a:pt x="12053" y="54045"/>
                        <a:pt x="-29" y="41917"/>
                        <a:pt x="0" y="26985"/>
                      </a:cubicBezTo>
                      <a:cubicBezTo>
                        <a:pt x="29" y="12053"/>
                        <a:pt x="12156" y="-29"/>
                        <a:pt x="27089" y="0"/>
                      </a:cubicBezTo>
                      <a:cubicBezTo>
                        <a:pt x="42007" y="29"/>
                        <a:pt x="54083" y="12135"/>
                        <a:pt x="54074" y="27054"/>
                      </a:cubicBezTo>
                      <a:cubicBezTo>
                        <a:pt x="54055" y="41996"/>
                        <a:pt x="41926" y="54093"/>
                        <a:pt x="26985" y="54074"/>
                      </a:cubicBezTo>
                      <a:close/>
                      <a:moveTo>
                        <a:pt x="26985" y="26485"/>
                      </a:moveTo>
                      <a:cubicBezTo>
                        <a:pt x="26678" y="26494"/>
                        <a:pt x="26434" y="26746"/>
                        <a:pt x="26434" y="27054"/>
                      </a:cubicBezTo>
                      <a:cubicBezTo>
                        <a:pt x="26489" y="27364"/>
                        <a:pt x="26784" y="27570"/>
                        <a:pt x="27092" y="27516"/>
                      </a:cubicBezTo>
                      <a:cubicBezTo>
                        <a:pt x="27328" y="27474"/>
                        <a:pt x="27513" y="27290"/>
                        <a:pt x="27554" y="27054"/>
                      </a:cubicBezTo>
                      <a:cubicBezTo>
                        <a:pt x="27554" y="26740"/>
                        <a:pt x="27299" y="26485"/>
                        <a:pt x="26985" y="26485"/>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486" name="Graphic 336">
                  <a:extLst>
                    <a:ext uri="{FF2B5EF4-FFF2-40B4-BE49-F238E27FC236}">
                      <a16:creationId xmlns:a16="http://schemas.microsoft.com/office/drawing/2014/main" id="{C56F1E98-2058-7252-AD21-73F814F3D458}"/>
                    </a:ext>
                  </a:extLst>
                </p:cNvPr>
                <p:cNvGrpSpPr/>
                <p:nvPr/>
              </p:nvGrpSpPr>
              <p:grpSpPr>
                <a:xfrm>
                  <a:off x="11642426" y="2109389"/>
                  <a:ext cx="134189" cy="138120"/>
                  <a:chOff x="11642426" y="2109389"/>
                  <a:chExt cx="134189" cy="138120"/>
                </a:xfrm>
                <a:grpFill/>
              </p:grpSpPr>
              <p:sp>
                <p:nvSpPr>
                  <p:cNvPr id="487" name="Freeform 132">
                    <a:extLst>
                      <a:ext uri="{FF2B5EF4-FFF2-40B4-BE49-F238E27FC236}">
                        <a16:creationId xmlns:a16="http://schemas.microsoft.com/office/drawing/2014/main" id="{BFAC6C79-2D74-BA7B-9261-0F9ABD823227}"/>
                      </a:ext>
                    </a:extLst>
                  </p:cNvPr>
                  <p:cNvSpPr/>
                  <p:nvPr/>
                </p:nvSpPr>
                <p:spPr>
                  <a:xfrm>
                    <a:off x="11681787" y="2109389"/>
                    <a:ext cx="34081" cy="51112"/>
                  </a:xfrm>
                  <a:custGeom>
                    <a:avLst/>
                    <a:gdLst>
                      <a:gd name="connsiteX0" fmla="*/ 20338 w 34081"/>
                      <a:gd name="connsiteY0" fmla="*/ 51112 h 51112"/>
                      <a:gd name="connsiteX1" fmla="*/ 7060 w 34081"/>
                      <a:gd name="connsiteY1" fmla="*/ 41008 h 51112"/>
                      <a:gd name="connsiteX2" fmla="*/ 318 w 34081"/>
                      <a:gd name="connsiteY2" fmla="*/ 16730 h 51112"/>
                      <a:gd name="connsiteX3" fmla="*/ 10864 w 34081"/>
                      <a:gd name="connsiteY3" fmla="*/ 317 h 51112"/>
                      <a:gd name="connsiteX4" fmla="*/ 26855 w 34081"/>
                      <a:gd name="connsiteY4" fmla="*/ 9350 h 51112"/>
                      <a:gd name="connsiteX5" fmla="*/ 33580 w 34081"/>
                      <a:gd name="connsiteY5" fmla="*/ 33628 h 51112"/>
                      <a:gd name="connsiteX6" fmla="*/ 24028 w 34081"/>
                      <a:gd name="connsiteY6" fmla="*/ 50578 h 51112"/>
                      <a:gd name="connsiteX7" fmla="*/ 20338 w 34081"/>
                      <a:gd name="connsiteY7" fmla="*/ 51112 h 51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081" h="51112">
                        <a:moveTo>
                          <a:pt x="20338" y="51112"/>
                        </a:moveTo>
                        <a:cubicBezTo>
                          <a:pt x="14146" y="51106"/>
                          <a:pt x="8717" y="46974"/>
                          <a:pt x="7060" y="41008"/>
                        </a:cubicBezTo>
                        <a:lnTo>
                          <a:pt x="318" y="16730"/>
                        </a:lnTo>
                        <a:cubicBezTo>
                          <a:pt x="-1302" y="9286"/>
                          <a:pt x="3420" y="1938"/>
                          <a:pt x="10864" y="317"/>
                        </a:cubicBezTo>
                        <a:cubicBezTo>
                          <a:pt x="17715" y="-1174"/>
                          <a:pt x="24595" y="2712"/>
                          <a:pt x="26855" y="9350"/>
                        </a:cubicBezTo>
                        <a:lnTo>
                          <a:pt x="33580" y="33628"/>
                        </a:lnTo>
                        <a:cubicBezTo>
                          <a:pt x="35601" y="40944"/>
                          <a:pt x="31332" y="48518"/>
                          <a:pt x="24028" y="50578"/>
                        </a:cubicBezTo>
                        <a:cubicBezTo>
                          <a:pt x="22826" y="50916"/>
                          <a:pt x="21586" y="51096"/>
                          <a:pt x="20338" y="51112"/>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88" name="Freeform 133">
                    <a:extLst>
                      <a:ext uri="{FF2B5EF4-FFF2-40B4-BE49-F238E27FC236}">
                        <a16:creationId xmlns:a16="http://schemas.microsoft.com/office/drawing/2014/main" id="{84D585EE-1B3A-A869-B3F8-EA59455B756A}"/>
                      </a:ext>
                    </a:extLst>
                  </p:cNvPr>
                  <p:cNvSpPr/>
                  <p:nvPr/>
                </p:nvSpPr>
                <p:spPr>
                  <a:xfrm>
                    <a:off x="11712355" y="2115152"/>
                    <a:ext cx="40560" cy="48969"/>
                  </a:xfrm>
                  <a:custGeom>
                    <a:avLst/>
                    <a:gdLst>
                      <a:gd name="connsiteX0" fmla="*/ 13789 w 40560"/>
                      <a:gd name="connsiteY0" fmla="*/ 48970 h 48969"/>
                      <a:gd name="connsiteX1" fmla="*/ 0 w 40560"/>
                      <a:gd name="connsiteY1" fmla="*/ 35170 h 48969"/>
                      <a:gd name="connsiteX2" fmla="*/ 2012 w 40560"/>
                      <a:gd name="connsiteY2" fmla="*/ 28002 h 48969"/>
                      <a:gd name="connsiteX3" fmla="*/ 15134 w 40560"/>
                      <a:gd name="connsiteY3" fmla="*/ 6379 h 48969"/>
                      <a:gd name="connsiteX4" fmla="*/ 34182 w 40560"/>
                      <a:gd name="connsiteY4" fmla="*/ 2165 h 48969"/>
                      <a:gd name="connsiteX5" fmla="*/ 38722 w 40560"/>
                      <a:gd name="connsiteY5" fmla="*/ 20674 h 48969"/>
                      <a:gd name="connsiteX6" fmla="*/ 25600 w 40560"/>
                      <a:gd name="connsiteY6" fmla="*/ 42331 h 48969"/>
                      <a:gd name="connsiteX7" fmla="*/ 13789 w 40560"/>
                      <a:gd name="connsiteY7" fmla="*/ 48970 h 4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60" h="48969">
                        <a:moveTo>
                          <a:pt x="13789" y="48970"/>
                        </a:moveTo>
                        <a:cubicBezTo>
                          <a:pt x="6170" y="48967"/>
                          <a:pt x="-3" y="42788"/>
                          <a:pt x="0" y="35170"/>
                        </a:cubicBezTo>
                        <a:cubicBezTo>
                          <a:pt x="1" y="32641"/>
                          <a:pt x="697" y="30162"/>
                          <a:pt x="2012" y="28002"/>
                        </a:cubicBezTo>
                        <a:lnTo>
                          <a:pt x="15134" y="6379"/>
                        </a:lnTo>
                        <a:cubicBezTo>
                          <a:pt x="19231" y="-44"/>
                          <a:pt x="27757" y="-1931"/>
                          <a:pt x="34182" y="2165"/>
                        </a:cubicBezTo>
                        <a:cubicBezTo>
                          <a:pt x="40398" y="6130"/>
                          <a:pt x="42398" y="14282"/>
                          <a:pt x="38722" y="20674"/>
                        </a:cubicBezTo>
                        <a:lnTo>
                          <a:pt x="25600" y="42331"/>
                        </a:lnTo>
                        <a:cubicBezTo>
                          <a:pt x="23096" y="46458"/>
                          <a:pt x="18616" y="48976"/>
                          <a:pt x="13789" y="48970"/>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90" name="Freeform 134">
                    <a:extLst>
                      <a:ext uri="{FF2B5EF4-FFF2-40B4-BE49-F238E27FC236}">
                        <a16:creationId xmlns:a16="http://schemas.microsoft.com/office/drawing/2014/main" id="{FDC885AA-8FAE-4D47-9D84-159BEA0BED59}"/>
                      </a:ext>
                    </a:extLst>
                  </p:cNvPr>
                  <p:cNvSpPr/>
                  <p:nvPr/>
                </p:nvSpPr>
                <p:spPr>
                  <a:xfrm>
                    <a:off x="11730312" y="2152481"/>
                    <a:ext cx="46303" cy="31384"/>
                  </a:xfrm>
                  <a:custGeom>
                    <a:avLst/>
                    <a:gdLst>
                      <a:gd name="connsiteX0" fmla="*/ 13954 w 46303"/>
                      <a:gd name="connsiteY0" fmla="*/ 31384 h 31384"/>
                      <a:gd name="connsiteX1" fmla="*/ 1 w 46303"/>
                      <a:gd name="connsiteY1" fmla="*/ 17750 h 31384"/>
                      <a:gd name="connsiteX2" fmla="*/ 11230 w 46303"/>
                      <a:gd name="connsiteY2" fmla="*/ 4037 h 31384"/>
                      <a:gd name="connsiteX3" fmla="*/ 29749 w 46303"/>
                      <a:gd name="connsiteY3" fmla="*/ 278 h 31384"/>
                      <a:gd name="connsiteX4" fmla="*/ 46026 w 46303"/>
                      <a:gd name="connsiteY4" fmla="*/ 11072 h 31384"/>
                      <a:gd name="connsiteX5" fmla="*/ 35232 w 46303"/>
                      <a:gd name="connsiteY5" fmla="*/ 27349 h 31384"/>
                      <a:gd name="connsiteX6" fmla="*/ 16713 w 46303"/>
                      <a:gd name="connsiteY6" fmla="*/ 31108 h 31384"/>
                      <a:gd name="connsiteX7" fmla="*/ 13954 w 46303"/>
                      <a:gd name="connsiteY7" fmla="*/ 31384 h 3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303" h="31384">
                        <a:moveTo>
                          <a:pt x="13954" y="31384"/>
                        </a:moveTo>
                        <a:cubicBezTo>
                          <a:pt x="6336" y="31472"/>
                          <a:pt x="89" y="25368"/>
                          <a:pt x="1" y="17750"/>
                        </a:cubicBezTo>
                        <a:cubicBezTo>
                          <a:pt x="-77" y="11061"/>
                          <a:pt x="4657" y="5280"/>
                          <a:pt x="11230" y="4037"/>
                        </a:cubicBezTo>
                        <a:lnTo>
                          <a:pt x="29749" y="278"/>
                        </a:lnTo>
                        <a:cubicBezTo>
                          <a:pt x="37224" y="-1237"/>
                          <a:pt x="44512" y="3596"/>
                          <a:pt x="46026" y="11072"/>
                        </a:cubicBezTo>
                        <a:cubicBezTo>
                          <a:pt x="47540" y="18547"/>
                          <a:pt x="42707" y="25835"/>
                          <a:pt x="35232" y="27349"/>
                        </a:cubicBezTo>
                        <a:lnTo>
                          <a:pt x="16713" y="31108"/>
                        </a:lnTo>
                        <a:cubicBezTo>
                          <a:pt x="15804" y="31292"/>
                          <a:pt x="14880" y="31385"/>
                          <a:pt x="13954" y="31384"/>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91" name="Freeform 135">
                    <a:extLst>
                      <a:ext uri="{FF2B5EF4-FFF2-40B4-BE49-F238E27FC236}">
                        <a16:creationId xmlns:a16="http://schemas.microsoft.com/office/drawing/2014/main" id="{AB937A35-AC62-1FBB-8ED0-6A7B9F4C431E}"/>
                      </a:ext>
                    </a:extLst>
                  </p:cNvPr>
                  <p:cNvSpPr/>
                  <p:nvPr/>
                </p:nvSpPr>
                <p:spPr>
                  <a:xfrm>
                    <a:off x="11725062" y="2181654"/>
                    <a:ext cx="46842" cy="39214"/>
                  </a:xfrm>
                  <a:custGeom>
                    <a:avLst/>
                    <a:gdLst>
                      <a:gd name="connsiteX0" fmla="*/ 33016 w 46842"/>
                      <a:gd name="connsiteY0" fmla="*/ 39215 h 39214"/>
                      <a:gd name="connsiteX1" fmla="*/ 25895 w 46842"/>
                      <a:gd name="connsiteY1" fmla="*/ 37232 h 39214"/>
                      <a:gd name="connsiteX2" fmla="*/ 6669 w 46842"/>
                      <a:gd name="connsiteY2" fmla="*/ 25610 h 39214"/>
                      <a:gd name="connsiteX3" fmla="*/ 1987 w 46842"/>
                      <a:gd name="connsiteY3" fmla="*/ 6669 h 39214"/>
                      <a:gd name="connsiteX4" fmla="*/ 20929 w 46842"/>
                      <a:gd name="connsiteY4" fmla="*/ 1987 h 39214"/>
                      <a:gd name="connsiteX5" fmla="*/ 40172 w 46842"/>
                      <a:gd name="connsiteY5" fmla="*/ 13609 h 39214"/>
                      <a:gd name="connsiteX6" fmla="*/ 44858 w 46842"/>
                      <a:gd name="connsiteY6" fmla="*/ 32545 h 39214"/>
                      <a:gd name="connsiteX7" fmla="*/ 33016 w 46842"/>
                      <a:gd name="connsiteY7" fmla="*/ 39215 h 3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842" h="39214">
                        <a:moveTo>
                          <a:pt x="33016" y="39215"/>
                        </a:moveTo>
                        <a:cubicBezTo>
                          <a:pt x="30505" y="39215"/>
                          <a:pt x="28043" y="38529"/>
                          <a:pt x="25895" y="37232"/>
                        </a:cubicBezTo>
                        <a:lnTo>
                          <a:pt x="6669" y="25610"/>
                        </a:lnTo>
                        <a:cubicBezTo>
                          <a:pt x="145" y="21672"/>
                          <a:pt x="-1951" y="13192"/>
                          <a:pt x="1987" y="6669"/>
                        </a:cubicBezTo>
                        <a:cubicBezTo>
                          <a:pt x="5925" y="145"/>
                          <a:pt x="14406" y="-1951"/>
                          <a:pt x="20929" y="1987"/>
                        </a:cubicBezTo>
                        <a:lnTo>
                          <a:pt x="40172" y="13609"/>
                        </a:lnTo>
                        <a:cubicBezTo>
                          <a:pt x="46695" y="17544"/>
                          <a:pt x="48793" y="26022"/>
                          <a:pt x="44858" y="32545"/>
                        </a:cubicBezTo>
                        <a:cubicBezTo>
                          <a:pt x="42355" y="36694"/>
                          <a:pt x="37860" y="39225"/>
                          <a:pt x="33016" y="39215"/>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92" name="Freeform 136">
                    <a:extLst>
                      <a:ext uri="{FF2B5EF4-FFF2-40B4-BE49-F238E27FC236}">
                        <a16:creationId xmlns:a16="http://schemas.microsoft.com/office/drawing/2014/main" id="{F6469E99-CA88-58CD-2627-B0B68CE30819}"/>
                      </a:ext>
                    </a:extLst>
                  </p:cNvPr>
                  <p:cNvSpPr/>
                  <p:nvPr/>
                </p:nvSpPr>
                <p:spPr>
                  <a:xfrm>
                    <a:off x="11702289" y="2201764"/>
                    <a:ext cx="31987" cy="45745"/>
                  </a:xfrm>
                  <a:custGeom>
                    <a:avLst/>
                    <a:gdLst>
                      <a:gd name="connsiteX0" fmla="*/ 18182 w 31987"/>
                      <a:gd name="connsiteY0" fmla="*/ 45745 h 45745"/>
                      <a:gd name="connsiteX1" fmla="*/ 4784 w 31987"/>
                      <a:gd name="connsiteY1" fmla="*/ 35192 h 45745"/>
                      <a:gd name="connsiteX2" fmla="*/ 387 w 31987"/>
                      <a:gd name="connsiteY2" fmla="*/ 17036 h 45745"/>
                      <a:gd name="connsiteX3" fmla="*/ 10569 w 31987"/>
                      <a:gd name="connsiteY3" fmla="*/ 388 h 45745"/>
                      <a:gd name="connsiteX4" fmla="*/ 27217 w 31987"/>
                      <a:gd name="connsiteY4" fmla="*/ 10570 h 45745"/>
                      <a:gd name="connsiteX5" fmla="*/ 31597 w 31987"/>
                      <a:gd name="connsiteY5" fmla="*/ 28709 h 45745"/>
                      <a:gd name="connsiteX6" fmla="*/ 21437 w 31987"/>
                      <a:gd name="connsiteY6" fmla="*/ 45362 h 45745"/>
                      <a:gd name="connsiteX7" fmla="*/ 21424 w 31987"/>
                      <a:gd name="connsiteY7" fmla="*/ 45366 h 45745"/>
                      <a:gd name="connsiteX8" fmla="*/ 18182 w 31987"/>
                      <a:gd name="connsiteY8" fmla="*/ 45745 h 4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87" h="45745">
                        <a:moveTo>
                          <a:pt x="18182" y="45745"/>
                        </a:moveTo>
                        <a:cubicBezTo>
                          <a:pt x="11816" y="45740"/>
                          <a:pt x="6280" y="41379"/>
                          <a:pt x="4784" y="35192"/>
                        </a:cubicBezTo>
                        <a:lnTo>
                          <a:pt x="387" y="17036"/>
                        </a:lnTo>
                        <a:cubicBezTo>
                          <a:pt x="-1398" y="9626"/>
                          <a:pt x="3160" y="2174"/>
                          <a:pt x="10569" y="388"/>
                        </a:cubicBezTo>
                        <a:cubicBezTo>
                          <a:pt x="17978" y="-1399"/>
                          <a:pt x="25432" y="3160"/>
                          <a:pt x="27217" y="10570"/>
                        </a:cubicBezTo>
                        <a:lnTo>
                          <a:pt x="31597" y="28709"/>
                        </a:lnTo>
                        <a:cubicBezTo>
                          <a:pt x="33390" y="36113"/>
                          <a:pt x="28842" y="43569"/>
                          <a:pt x="21437" y="45362"/>
                        </a:cubicBezTo>
                        <a:cubicBezTo>
                          <a:pt x="21432" y="45364"/>
                          <a:pt x="21428" y="45364"/>
                          <a:pt x="21424" y="45366"/>
                        </a:cubicBezTo>
                        <a:cubicBezTo>
                          <a:pt x="20362" y="45618"/>
                          <a:pt x="19274" y="45745"/>
                          <a:pt x="18182" y="45745"/>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93" name="Freeform 137">
                    <a:extLst>
                      <a:ext uri="{FF2B5EF4-FFF2-40B4-BE49-F238E27FC236}">
                        <a16:creationId xmlns:a16="http://schemas.microsoft.com/office/drawing/2014/main" id="{FD2471D2-ACEC-3562-19D1-178ABD61AD08}"/>
                      </a:ext>
                    </a:extLst>
                  </p:cNvPr>
                  <p:cNvSpPr/>
                  <p:nvPr/>
                </p:nvSpPr>
                <p:spPr>
                  <a:xfrm>
                    <a:off x="11665963" y="2194759"/>
                    <a:ext cx="38617" cy="46490"/>
                  </a:xfrm>
                  <a:custGeom>
                    <a:avLst/>
                    <a:gdLst>
                      <a:gd name="connsiteX0" fmla="*/ 13746 w 38617"/>
                      <a:gd name="connsiteY0" fmla="*/ 46490 h 46490"/>
                      <a:gd name="connsiteX1" fmla="*/ 0 w 38617"/>
                      <a:gd name="connsiteY1" fmla="*/ 32648 h 46490"/>
                      <a:gd name="connsiteX2" fmla="*/ 1848 w 38617"/>
                      <a:gd name="connsiteY2" fmla="*/ 25799 h 46490"/>
                      <a:gd name="connsiteX3" fmla="*/ 12815 w 38617"/>
                      <a:gd name="connsiteY3" fmla="*/ 7004 h 46490"/>
                      <a:gd name="connsiteX4" fmla="*/ 31613 w 38617"/>
                      <a:gd name="connsiteY4" fmla="*/ 1791 h 46490"/>
                      <a:gd name="connsiteX5" fmla="*/ 36827 w 38617"/>
                      <a:gd name="connsiteY5" fmla="*/ 20590 h 46490"/>
                      <a:gd name="connsiteX6" fmla="*/ 36645 w 38617"/>
                      <a:gd name="connsiteY6" fmla="*/ 20902 h 46490"/>
                      <a:gd name="connsiteX7" fmla="*/ 25678 w 38617"/>
                      <a:gd name="connsiteY7" fmla="*/ 39714 h 46490"/>
                      <a:gd name="connsiteX8" fmla="*/ 13746 w 38617"/>
                      <a:gd name="connsiteY8" fmla="*/ 46490 h 46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17" h="46490">
                        <a:moveTo>
                          <a:pt x="13746" y="46490"/>
                        </a:moveTo>
                        <a:cubicBezTo>
                          <a:pt x="6128" y="46463"/>
                          <a:pt x="-27" y="40266"/>
                          <a:pt x="0" y="32648"/>
                        </a:cubicBezTo>
                        <a:cubicBezTo>
                          <a:pt x="9" y="30242"/>
                          <a:pt x="646" y="27882"/>
                          <a:pt x="1848" y="25799"/>
                        </a:cubicBezTo>
                        <a:lnTo>
                          <a:pt x="12815" y="7004"/>
                        </a:lnTo>
                        <a:cubicBezTo>
                          <a:pt x="16566" y="373"/>
                          <a:pt x="24983" y="-1961"/>
                          <a:pt x="31613" y="1791"/>
                        </a:cubicBezTo>
                        <a:cubicBezTo>
                          <a:pt x="38244" y="5542"/>
                          <a:pt x="40578" y="13958"/>
                          <a:pt x="36827" y="20590"/>
                        </a:cubicBezTo>
                        <a:cubicBezTo>
                          <a:pt x="36767" y="20695"/>
                          <a:pt x="36707" y="20798"/>
                          <a:pt x="36645" y="20902"/>
                        </a:cubicBezTo>
                        <a:lnTo>
                          <a:pt x="25678" y="39714"/>
                        </a:lnTo>
                        <a:cubicBezTo>
                          <a:pt x="23186" y="43932"/>
                          <a:pt x="18644" y="46511"/>
                          <a:pt x="13746" y="46490"/>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94" name="Freeform 138">
                    <a:extLst>
                      <a:ext uri="{FF2B5EF4-FFF2-40B4-BE49-F238E27FC236}">
                        <a16:creationId xmlns:a16="http://schemas.microsoft.com/office/drawing/2014/main" id="{0741848A-32A3-B109-E211-914CA46A9E42}"/>
                      </a:ext>
                    </a:extLst>
                  </p:cNvPr>
                  <p:cNvSpPr/>
                  <p:nvPr/>
                </p:nvSpPr>
                <p:spPr>
                  <a:xfrm>
                    <a:off x="11642426" y="2171965"/>
                    <a:ext cx="48292" cy="33233"/>
                  </a:xfrm>
                  <a:custGeom>
                    <a:avLst/>
                    <a:gdLst>
                      <a:gd name="connsiteX0" fmla="*/ 13781 w 48292"/>
                      <a:gd name="connsiteY0" fmla="*/ 33230 h 33233"/>
                      <a:gd name="connsiteX1" fmla="*/ 0 w 48292"/>
                      <a:gd name="connsiteY1" fmla="*/ 19422 h 33233"/>
                      <a:gd name="connsiteX2" fmla="*/ 10177 w 48292"/>
                      <a:gd name="connsiteY2" fmla="*/ 6124 h 33233"/>
                      <a:gd name="connsiteX3" fmla="*/ 30696 w 48292"/>
                      <a:gd name="connsiteY3" fmla="*/ 537 h 33233"/>
                      <a:gd name="connsiteX4" fmla="*/ 47756 w 48292"/>
                      <a:gd name="connsiteY4" fmla="*/ 9999 h 33233"/>
                      <a:gd name="connsiteX5" fmla="*/ 38294 w 48292"/>
                      <a:gd name="connsiteY5" fmla="*/ 27059 h 33233"/>
                      <a:gd name="connsiteX6" fmla="*/ 37921 w 48292"/>
                      <a:gd name="connsiteY6" fmla="*/ 27160 h 33233"/>
                      <a:gd name="connsiteX7" fmla="*/ 17402 w 48292"/>
                      <a:gd name="connsiteY7" fmla="*/ 32833 h 33233"/>
                      <a:gd name="connsiteX8" fmla="*/ 13781 w 48292"/>
                      <a:gd name="connsiteY8" fmla="*/ 33230 h 3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92" h="33233">
                        <a:moveTo>
                          <a:pt x="13781" y="33230"/>
                        </a:moveTo>
                        <a:cubicBezTo>
                          <a:pt x="6162" y="33223"/>
                          <a:pt x="-8" y="27040"/>
                          <a:pt x="0" y="19422"/>
                        </a:cubicBezTo>
                        <a:cubicBezTo>
                          <a:pt x="6" y="13201"/>
                          <a:pt x="4174" y="7755"/>
                          <a:pt x="10177" y="6124"/>
                        </a:cubicBezTo>
                        <a:lnTo>
                          <a:pt x="30696" y="537"/>
                        </a:lnTo>
                        <a:cubicBezTo>
                          <a:pt x="38020" y="-1561"/>
                          <a:pt x="45658" y="2675"/>
                          <a:pt x="47756" y="9999"/>
                        </a:cubicBezTo>
                        <a:cubicBezTo>
                          <a:pt x="49854" y="17323"/>
                          <a:pt x="45618" y="24961"/>
                          <a:pt x="38294" y="27059"/>
                        </a:cubicBezTo>
                        <a:cubicBezTo>
                          <a:pt x="38170" y="27094"/>
                          <a:pt x="38046" y="27128"/>
                          <a:pt x="37921" y="27160"/>
                        </a:cubicBezTo>
                        <a:lnTo>
                          <a:pt x="17402" y="32833"/>
                        </a:lnTo>
                        <a:cubicBezTo>
                          <a:pt x="16217" y="33124"/>
                          <a:pt x="15000" y="33257"/>
                          <a:pt x="13781" y="33230"/>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95" name="Freeform 139">
                    <a:extLst>
                      <a:ext uri="{FF2B5EF4-FFF2-40B4-BE49-F238E27FC236}">
                        <a16:creationId xmlns:a16="http://schemas.microsoft.com/office/drawing/2014/main" id="{4789F074-A537-6DDA-B722-9768982BD062}"/>
                      </a:ext>
                    </a:extLst>
                  </p:cNvPr>
                  <p:cNvSpPr/>
                  <p:nvPr/>
                </p:nvSpPr>
                <p:spPr>
                  <a:xfrm>
                    <a:off x="11647198" y="2133707"/>
                    <a:ext cx="47286" cy="40433"/>
                  </a:xfrm>
                  <a:custGeom>
                    <a:avLst/>
                    <a:gdLst>
                      <a:gd name="connsiteX0" fmla="*/ 33390 w 47286"/>
                      <a:gd name="connsiteY0" fmla="*/ 40434 h 40433"/>
                      <a:gd name="connsiteX1" fmla="*/ 25872 w 47286"/>
                      <a:gd name="connsiteY1" fmla="*/ 38192 h 40433"/>
                      <a:gd name="connsiteX2" fmla="*/ 6267 w 47286"/>
                      <a:gd name="connsiteY2" fmla="*/ 25363 h 40433"/>
                      <a:gd name="connsiteX3" fmla="*/ 2240 w 47286"/>
                      <a:gd name="connsiteY3" fmla="*/ 6267 h 40433"/>
                      <a:gd name="connsiteX4" fmla="*/ 21337 w 47286"/>
                      <a:gd name="connsiteY4" fmla="*/ 2240 h 40433"/>
                      <a:gd name="connsiteX5" fmla="*/ 41028 w 47286"/>
                      <a:gd name="connsiteY5" fmla="*/ 15086 h 40433"/>
                      <a:gd name="connsiteX6" fmla="*/ 45043 w 47286"/>
                      <a:gd name="connsiteY6" fmla="*/ 34177 h 40433"/>
                      <a:gd name="connsiteX7" fmla="*/ 33476 w 47286"/>
                      <a:gd name="connsiteY7" fmla="*/ 40434 h 4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286" h="40433">
                        <a:moveTo>
                          <a:pt x="33390" y="40434"/>
                        </a:moveTo>
                        <a:cubicBezTo>
                          <a:pt x="30720" y="40430"/>
                          <a:pt x="28108" y="39651"/>
                          <a:pt x="25872" y="38192"/>
                        </a:cubicBezTo>
                        <a:lnTo>
                          <a:pt x="6267" y="25363"/>
                        </a:lnTo>
                        <a:cubicBezTo>
                          <a:pt x="-119" y="21202"/>
                          <a:pt x="-1921" y="12652"/>
                          <a:pt x="2240" y="6267"/>
                        </a:cubicBezTo>
                        <a:cubicBezTo>
                          <a:pt x="6402" y="-119"/>
                          <a:pt x="14952" y="-1921"/>
                          <a:pt x="21337" y="2240"/>
                        </a:cubicBezTo>
                        <a:lnTo>
                          <a:pt x="41028" y="15086"/>
                        </a:lnTo>
                        <a:cubicBezTo>
                          <a:pt x="47409" y="19249"/>
                          <a:pt x="49206" y="27797"/>
                          <a:pt x="45043" y="34177"/>
                        </a:cubicBezTo>
                        <a:cubicBezTo>
                          <a:pt x="42494" y="38085"/>
                          <a:pt x="38142" y="40439"/>
                          <a:pt x="33476" y="40434"/>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96" name="Freeform 140">
                    <a:extLst>
                      <a:ext uri="{FF2B5EF4-FFF2-40B4-BE49-F238E27FC236}">
                        <a16:creationId xmlns:a16="http://schemas.microsoft.com/office/drawing/2014/main" id="{0120C3CD-EE49-2902-C7DE-7B1963DEDD02}"/>
                      </a:ext>
                    </a:extLst>
                  </p:cNvPr>
                  <p:cNvSpPr/>
                  <p:nvPr/>
                </p:nvSpPr>
                <p:spPr>
                  <a:xfrm>
                    <a:off x="11662660" y="2132016"/>
                    <a:ext cx="94148" cy="94146"/>
                  </a:xfrm>
                  <a:custGeom>
                    <a:avLst/>
                    <a:gdLst>
                      <a:gd name="connsiteX0" fmla="*/ 47086 w 94148"/>
                      <a:gd name="connsiteY0" fmla="*/ 94147 h 94146"/>
                      <a:gd name="connsiteX1" fmla="*/ 0 w 94148"/>
                      <a:gd name="connsiteY1" fmla="*/ 47086 h 94146"/>
                      <a:gd name="connsiteX2" fmla="*/ 47061 w 94148"/>
                      <a:gd name="connsiteY2" fmla="*/ 0 h 94146"/>
                      <a:gd name="connsiteX3" fmla="*/ 92900 w 94148"/>
                      <a:gd name="connsiteY3" fmla="*/ 36314 h 94146"/>
                      <a:gd name="connsiteX4" fmla="*/ 92900 w 94148"/>
                      <a:gd name="connsiteY4" fmla="*/ 36314 h 94146"/>
                      <a:gd name="connsiteX5" fmla="*/ 57755 w 94148"/>
                      <a:gd name="connsiteY5" fmla="*/ 92910 h 94146"/>
                      <a:gd name="connsiteX6" fmla="*/ 47086 w 94148"/>
                      <a:gd name="connsiteY6" fmla="*/ 94147 h 94146"/>
                      <a:gd name="connsiteX7" fmla="*/ 47086 w 94148"/>
                      <a:gd name="connsiteY7" fmla="*/ 27589 h 94146"/>
                      <a:gd name="connsiteX8" fmla="*/ 42620 w 94148"/>
                      <a:gd name="connsiteY8" fmla="*/ 28106 h 94146"/>
                      <a:gd name="connsiteX9" fmla="*/ 28110 w 94148"/>
                      <a:gd name="connsiteY9" fmla="*/ 51531 h 94146"/>
                      <a:gd name="connsiteX10" fmla="*/ 51535 w 94148"/>
                      <a:gd name="connsiteY10" fmla="*/ 66041 h 94146"/>
                      <a:gd name="connsiteX11" fmla="*/ 66043 w 94148"/>
                      <a:gd name="connsiteY11" fmla="*/ 42671 h 94146"/>
                      <a:gd name="connsiteX12" fmla="*/ 66036 w 94148"/>
                      <a:gd name="connsiteY12" fmla="*/ 42642 h 94146"/>
                      <a:gd name="connsiteX13" fmla="*/ 66036 w 94148"/>
                      <a:gd name="connsiteY13" fmla="*/ 42642 h 94146"/>
                      <a:gd name="connsiteX14" fmla="*/ 47086 w 94148"/>
                      <a:gd name="connsiteY14" fmla="*/ 27589 h 9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148" h="94146">
                        <a:moveTo>
                          <a:pt x="47086" y="94147"/>
                        </a:moveTo>
                        <a:cubicBezTo>
                          <a:pt x="21088" y="94154"/>
                          <a:pt x="7" y="73084"/>
                          <a:pt x="0" y="47086"/>
                        </a:cubicBezTo>
                        <a:cubicBezTo>
                          <a:pt x="-7" y="21088"/>
                          <a:pt x="21063" y="7"/>
                          <a:pt x="47061" y="0"/>
                        </a:cubicBezTo>
                        <a:cubicBezTo>
                          <a:pt x="68919" y="-6"/>
                          <a:pt x="87905" y="15035"/>
                          <a:pt x="92900" y="36314"/>
                        </a:cubicBezTo>
                        <a:lnTo>
                          <a:pt x="92900" y="36314"/>
                        </a:lnTo>
                        <a:cubicBezTo>
                          <a:pt x="98823" y="61647"/>
                          <a:pt x="83089" y="86986"/>
                          <a:pt x="57755" y="92910"/>
                        </a:cubicBezTo>
                        <a:cubicBezTo>
                          <a:pt x="54257" y="93728"/>
                          <a:pt x="50678" y="94143"/>
                          <a:pt x="47086" y="94147"/>
                        </a:cubicBezTo>
                        <a:close/>
                        <a:moveTo>
                          <a:pt x="47086" y="27589"/>
                        </a:moveTo>
                        <a:cubicBezTo>
                          <a:pt x="45582" y="27592"/>
                          <a:pt x="44084" y="27766"/>
                          <a:pt x="42620" y="28106"/>
                        </a:cubicBezTo>
                        <a:cubicBezTo>
                          <a:pt x="32145" y="30568"/>
                          <a:pt x="25648" y="41055"/>
                          <a:pt x="28110" y="51531"/>
                        </a:cubicBezTo>
                        <a:cubicBezTo>
                          <a:pt x="30572" y="62006"/>
                          <a:pt x="41059" y="68503"/>
                          <a:pt x="51535" y="66041"/>
                        </a:cubicBezTo>
                        <a:cubicBezTo>
                          <a:pt x="61994" y="63594"/>
                          <a:pt x="68490" y="53131"/>
                          <a:pt x="66043" y="42671"/>
                        </a:cubicBezTo>
                        <a:cubicBezTo>
                          <a:pt x="66041" y="42662"/>
                          <a:pt x="66038" y="42652"/>
                          <a:pt x="66036" y="42642"/>
                        </a:cubicBezTo>
                        <a:lnTo>
                          <a:pt x="66036" y="42642"/>
                        </a:lnTo>
                        <a:cubicBezTo>
                          <a:pt x="63973" y="33838"/>
                          <a:pt x="56129" y="27606"/>
                          <a:pt x="47086" y="27589"/>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grpSp>
        <p:nvGrpSpPr>
          <p:cNvPr id="510" name="Group 509">
            <a:extLst>
              <a:ext uri="{FF2B5EF4-FFF2-40B4-BE49-F238E27FC236}">
                <a16:creationId xmlns:a16="http://schemas.microsoft.com/office/drawing/2014/main" id="{A4B528B3-6FD7-76E2-BF91-E611A8CE187D}"/>
              </a:ext>
            </a:extLst>
          </p:cNvPr>
          <p:cNvGrpSpPr/>
          <p:nvPr/>
        </p:nvGrpSpPr>
        <p:grpSpPr>
          <a:xfrm>
            <a:off x="1090377" y="2241576"/>
            <a:ext cx="1641476" cy="1365966"/>
            <a:chOff x="1090377" y="2241576"/>
            <a:chExt cx="1641476" cy="1365966"/>
          </a:xfrm>
        </p:grpSpPr>
        <p:grpSp>
          <p:nvGrpSpPr>
            <p:cNvPr id="506" name="Group 505">
              <a:extLst>
                <a:ext uri="{FF2B5EF4-FFF2-40B4-BE49-F238E27FC236}">
                  <a16:creationId xmlns:a16="http://schemas.microsoft.com/office/drawing/2014/main" id="{AB5B09AE-41C2-070E-1523-C9173C9CE6CC}"/>
                </a:ext>
              </a:extLst>
            </p:cNvPr>
            <p:cNvGrpSpPr/>
            <p:nvPr/>
          </p:nvGrpSpPr>
          <p:grpSpPr>
            <a:xfrm>
              <a:off x="1090377" y="2241576"/>
              <a:ext cx="1641476" cy="1365966"/>
              <a:chOff x="1090377" y="2241576"/>
              <a:chExt cx="1641476" cy="1365966"/>
            </a:xfrm>
          </p:grpSpPr>
          <p:sp>
            <p:nvSpPr>
              <p:cNvPr id="13" name="Arrow: Chevron 288">
                <a:extLst>
                  <a:ext uri="{FF2B5EF4-FFF2-40B4-BE49-F238E27FC236}">
                    <a16:creationId xmlns:a16="http://schemas.microsoft.com/office/drawing/2014/main" id="{AA8F91F8-F821-7A5F-0A29-98D6D4BC015A}"/>
                  </a:ext>
                </a:extLst>
              </p:cNvPr>
              <p:cNvSpPr/>
              <p:nvPr/>
            </p:nvSpPr>
            <p:spPr>
              <a:xfrm>
                <a:off x="1742069" y="3197853"/>
                <a:ext cx="800139"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13716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65000"/>
                      </a:schemeClr>
                    </a:solidFill>
                    <a:effectLst/>
                    <a:uLnTx/>
                    <a:uFillTx/>
                    <a:latin typeface="Century Gothic" panose="020F0302020204030204"/>
                    <a:ea typeface="+mn-ea"/>
                    <a:cs typeface="+mn-cs"/>
                  </a:rPr>
                  <a:t>Plan</a:t>
                </a:r>
              </a:p>
            </p:txBody>
          </p:sp>
          <p:sp>
            <p:nvSpPr>
              <p:cNvPr id="14" name="Arrow: Pentagon 14">
                <a:extLst>
                  <a:ext uri="{FF2B5EF4-FFF2-40B4-BE49-F238E27FC236}">
                    <a16:creationId xmlns:a16="http://schemas.microsoft.com/office/drawing/2014/main" id="{19039A53-77F4-878A-8C08-944FF6DE986B}"/>
                  </a:ext>
                </a:extLst>
              </p:cNvPr>
              <p:cNvSpPr/>
              <p:nvPr/>
            </p:nvSpPr>
            <p:spPr>
              <a:xfrm>
                <a:off x="1120126" y="3198157"/>
                <a:ext cx="732384" cy="408495"/>
              </a:xfrm>
              <a:prstGeom prst="homePlate">
                <a:avLst>
                  <a:gd name="adj" fmla="val 17926"/>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9144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Prep</a:t>
                </a:r>
              </a:p>
            </p:txBody>
          </p:sp>
          <p:sp>
            <p:nvSpPr>
              <p:cNvPr id="15" name="Arrow: Pentagon 277">
                <a:extLst>
                  <a:ext uri="{FF2B5EF4-FFF2-40B4-BE49-F238E27FC236}">
                    <a16:creationId xmlns:a16="http://schemas.microsoft.com/office/drawing/2014/main" id="{7DDEB333-56FE-9CFC-FDAC-523C32E671B5}"/>
                  </a:ext>
                </a:extLst>
              </p:cNvPr>
              <p:cNvSpPr/>
              <p:nvPr/>
            </p:nvSpPr>
            <p:spPr>
              <a:xfrm>
                <a:off x="1090377" y="2241576"/>
                <a:ext cx="1641476" cy="964154"/>
              </a:xfrm>
              <a:prstGeom prst="homePlate">
                <a:avLst>
                  <a:gd name="adj" fmla="val 30009"/>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21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entury Gothic" panose="020F0302020204030204"/>
                    <a:ea typeface="+mn-ea"/>
                    <a:cs typeface="+mn-cs"/>
                  </a:rPr>
                  <a:t>Initiate</a:t>
                </a:r>
              </a:p>
            </p:txBody>
          </p:sp>
        </p:grpSp>
        <p:grpSp>
          <p:nvGrpSpPr>
            <p:cNvPr id="505" name="Group 504">
              <a:extLst>
                <a:ext uri="{FF2B5EF4-FFF2-40B4-BE49-F238E27FC236}">
                  <a16:creationId xmlns:a16="http://schemas.microsoft.com/office/drawing/2014/main" id="{69BBC4B5-363F-50D3-A1C6-59D3346E3F65}"/>
                </a:ext>
              </a:extLst>
            </p:cNvPr>
            <p:cNvGrpSpPr/>
            <p:nvPr/>
          </p:nvGrpSpPr>
          <p:grpSpPr>
            <a:xfrm>
              <a:off x="1664848" y="2363819"/>
              <a:ext cx="471163" cy="471791"/>
              <a:chOff x="1664848" y="2363819"/>
              <a:chExt cx="471163" cy="471791"/>
            </a:xfrm>
          </p:grpSpPr>
          <p:sp>
            <p:nvSpPr>
              <p:cNvPr id="17" name="Oval 16">
                <a:extLst>
                  <a:ext uri="{FF2B5EF4-FFF2-40B4-BE49-F238E27FC236}">
                    <a16:creationId xmlns:a16="http://schemas.microsoft.com/office/drawing/2014/main" id="{ECCC3C6E-6EAC-0B14-7C21-A14FA5922C6D}"/>
                  </a:ext>
                </a:extLst>
              </p:cNvPr>
              <p:cNvSpPr/>
              <p:nvPr/>
            </p:nvSpPr>
            <p:spPr>
              <a:xfrm>
                <a:off x="1664848" y="2363819"/>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18" name="Group 17">
                <a:extLst>
                  <a:ext uri="{FF2B5EF4-FFF2-40B4-BE49-F238E27FC236}">
                    <a16:creationId xmlns:a16="http://schemas.microsoft.com/office/drawing/2014/main" id="{68C53D3B-CC61-08BC-3FAA-E3FA501F235C}"/>
                  </a:ext>
                </a:extLst>
              </p:cNvPr>
              <p:cNvGrpSpPr/>
              <p:nvPr/>
            </p:nvGrpSpPr>
            <p:grpSpPr>
              <a:xfrm>
                <a:off x="1774910" y="2468040"/>
                <a:ext cx="251038" cy="260212"/>
                <a:chOff x="738790" y="2040956"/>
                <a:chExt cx="251373" cy="260212"/>
              </a:xfrm>
              <a:solidFill>
                <a:schemeClr val="bg1">
                  <a:lumMod val="75000"/>
                </a:schemeClr>
              </a:solidFill>
            </p:grpSpPr>
            <p:sp>
              <p:nvSpPr>
                <p:cNvPr id="19" name="Freeform 176">
                  <a:extLst>
                    <a:ext uri="{FF2B5EF4-FFF2-40B4-BE49-F238E27FC236}">
                      <a16:creationId xmlns:a16="http://schemas.microsoft.com/office/drawing/2014/main" id="{28F8AEB4-BF06-2FD9-270D-9EB59132A2E0}"/>
                    </a:ext>
                  </a:extLst>
                </p:cNvPr>
                <p:cNvSpPr/>
                <p:nvPr/>
              </p:nvSpPr>
              <p:spPr>
                <a:xfrm>
                  <a:off x="738790" y="2134679"/>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4"/>
                        <a:pt x="5614" y="0"/>
                        <a:pt x="12540" y="0"/>
                      </a:cubicBezTo>
                      <a:lnTo>
                        <a:pt x="65163" y="0"/>
                      </a:lnTo>
                      <a:cubicBezTo>
                        <a:pt x="72089" y="0"/>
                        <a:pt x="77703" y="5614"/>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0" name="Freeform 177">
                  <a:extLst>
                    <a:ext uri="{FF2B5EF4-FFF2-40B4-BE49-F238E27FC236}">
                      <a16:creationId xmlns:a16="http://schemas.microsoft.com/office/drawing/2014/main" id="{76F3F26F-FD1B-616F-27C5-F7E4CC25AC69}"/>
                    </a:ext>
                  </a:extLst>
                </p:cNvPr>
                <p:cNvSpPr/>
                <p:nvPr/>
              </p:nvSpPr>
              <p:spPr>
                <a:xfrm>
                  <a:off x="738790" y="2223465"/>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5"/>
                        <a:pt x="5614" y="0"/>
                        <a:pt x="12540" y="0"/>
                      </a:cubicBezTo>
                      <a:lnTo>
                        <a:pt x="65163" y="0"/>
                      </a:lnTo>
                      <a:cubicBezTo>
                        <a:pt x="72089" y="0"/>
                        <a:pt x="77703" y="5615"/>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1" name="Freeform 178">
                  <a:extLst>
                    <a:ext uri="{FF2B5EF4-FFF2-40B4-BE49-F238E27FC236}">
                      <a16:creationId xmlns:a16="http://schemas.microsoft.com/office/drawing/2014/main" id="{AAE486F2-8DC5-57E9-57A2-ED4577042C80}"/>
                    </a:ext>
                  </a:extLst>
                </p:cNvPr>
                <p:cNvSpPr/>
                <p:nvPr/>
              </p:nvSpPr>
              <p:spPr>
                <a:xfrm>
                  <a:off x="791413" y="2082057"/>
                  <a:ext cx="86732" cy="104006"/>
                </a:xfrm>
                <a:custGeom>
                  <a:avLst/>
                  <a:gdLst>
                    <a:gd name="connsiteX0" fmla="*/ 74192 w 86732"/>
                    <a:gd name="connsiteY0" fmla="*/ 104006 h 104006"/>
                    <a:gd name="connsiteX1" fmla="*/ 12540 w 86732"/>
                    <a:gd name="connsiteY1" fmla="*/ 104006 h 104006"/>
                    <a:gd name="connsiteX2" fmla="*/ 0 w 86732"/>
                    <a:gd name="connsiteY2" fmla="*/ 91466 h 104006"/>
                    <a:gd name="connsiteX3" fmla="*/ 12540 w 86732"/>
                    <a:gd name="connsiteY3" fmla="*/ 78926 h 104006"/>
                    <a:gd name="connsiteX4" fmla="*/ 61651 w 86732"/>
                    <a:gd name="connsiteY4" fmla="*/ 78926 h 104006"/>
                    <a:gd name="connsiteX5" fmla="*/ 61651 w 86732"/>
                    <a:gd name="connsiteY5" fmla="*/ 12540 h 104006"/>
                    <a:gd name="connsiteX6" fmla="*/ 74192 w 86732"/>
                    <a:gd name="connsiteY6" fmla="*/ 0 h 104006"/>
                    <a:gd name="connsiteX7" fmla="*/ 86732 w 86732"/>
                    <a:gd name="connsiteY7" fmla="*/ 12540 h 104006"/>
                    <a:gd name="connsiteX8" fmla="*/ 86732 w 86732"/>
                    <a:gd name="connsiteY8" fmla="*/ 91466 h 104006"/>
                    <a:gd name="connsiteX9" fmla="*/ 74192 w 86732"/>
                    <a:gd name="connsiteY9" fmla="*/ 104006 h 10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732" h="104006">
                      <a:moveTo>
                        <a:pt x="74192" y="104006"/>
                      </a:moveTo>
                      <a:lnTo>
                        <a:pt x="12540" y="104006"/>
                      </a:lnTo>
                      <a:cubicBezTo>
                        <a:pt x="5614" y="104006"/>
                        <a:pt x="0" y="98392"/>
                        <a:pt x="0" y="91466"/>
                      </a:cubicBezTo>
                      <a:cubicBezTo>
                        <a:pt x="0" y="84540"/>
                        <a:pt x="5614" y="78926"/>
                        <a:pt x="12540" y="78926"/>
                      </a:cubicBezTo>
                      <a:lnTo>
                        <a:pt x="61651" y="78926"/>
                      </a:lnTo>
                      <a:lnTo>
                        <a:pt x="61651" y="12540"/>
                      </a:lnTo>
                      <a:cubicBezTo>
                        <a:pt x="61651" y="5614"/>
                        <a:pt x="67266" y="0"/>
                        <a:pt x="74192" y="0"/>
                      </a:cubicBezTo>
                      <a:cubicBezTo>
                        <a:pt x="81118" y="0"/>
                        <a:pt x="86732" y="5614"/>
                        <a:pt x="86732" y="12540"/>
                      </a:cubicBezTo>
                      <a:lnTo>
                        <a:pt x="86732" y="91466"/>
                      </a:lnTo>
                      <a:cubicBezTo>
                        <a:pt x="86732" y="98392"/>
                        <a:pt x="81118" y="104006"/>
                        <a:pt x="74192" y="104006"/>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2" name="Freeform 179">
                  <a:extLst>
                    <a:ext uri="{FF2B5EF4-FFF2-40B4-BE49-F238E27FC236}">
                      <a16:creationId xmlns:a16="http://schemas.microsoft.com/office/drawing/2014/main" id="{28D9AD5A-5634-45C9-513D-A7DF0DF4E75C}"/>
                    </a:ext>
                  </a:extLst>
                </p:cNvPr>
                <p:cNvSpPr/>
                <p:nvPr/>
              </p:nvSpPr>
              <p:spPr>
                <a:xfrm>
                  <a:off x="853064" y="2160983"/>
                  <a:ext cx="62701" cy="25080"/>
                </a:xfrm>
                <a:custGeom>
                  <a:avLst/>
                  <a:gdLst>
                    <a:gd name="connsiteX0" fmla="*/ 50161 w 62701"/>
                    <a:gd name="connsiteY0" fmla="*/ 25081 h 25080"/>
                    <a:gd name="connsiteX1" fmla="*/ 12540 w 62701"/>
                    <a:gd name="connsiteY1" fmla="*/ 25081 h 25080"/>
                    <a:gd name="connsiteX2" fmla="*/ 0 w 62701"/>
                    <a:gd name="connsiteY2" fmla="*/ 12540 h 25080"/>
                    <a:gd name="connsiteX3" fmla="*/ 12540 w 62701"/>
                    <a:gd name="connsiteY3" fmla="*/ 0 h 25080"/>
                    <a:gd name="connsiteX4" fmla="*/ 50161 w 62701"/>
                    <a:gd name="connsiteY4" fmla="*/ 0 h 25080"/>
                    <a:gd name="connsiteX5" fmla="*/ 62702 w 62701"/>
                    <a:gd name="connsiteY5" fmla="*/ 12540 h 25080"/>
                    <a:gd name="connsiteX6" fmla="*/ 50161 w 62701"/>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01" h="25080">
                      <a:moveTo>
                        <a:pt x="50161" y="25081"/>
                      </a:moveTo>
                      <a:lnTo>
                        <a:pt x="12540" y="25081"/>
                      </a:lnTo>
                      <a:cubicBezTo>
                        <a:pt x="5614" y="25081"/>
                        <a:pt x="0" y="19466"/>
                        <a:pt x="0" y="12540"/>
                      </a:cubicBezTo>
                      <a:cubicBezTo>
                        <a:pt x="0" y="5614"/>
                        <a:pt x="5614" y="0"/>
                        <a:pt x="12540" y="0"/>
                      </a:cubicBezTo>
                      <a:lnTo>
                        <a:pt x="50161" y="0"/>
                      </a:lnTo>
                      <a:cubicBezTo>
                        <a:pt x="57087" y="0"/>
                        <a:pt x="62702" y="5614"/>
                        <a:pt x="62702" y="12540"/>
                      </a:cubicBezTo>
                      <a:cubicBezTo>
                        <a:pt x="62702" y="19466"/>
                        <a:pt x="57087" y="25081"/>
                        <a:pt x="50161" y="25081"/>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3" name="Freeform 180">
                  <a:extLst>
                    <a:ext uri="{FF2B5EF4-FFF2-40B4-BE49-F238E27FC236}">
                      <a16:creationId xmlns:a16="http://schemas.microsoft.com/office/drawing/2014/main" id="{66313F27-D076-71CD-E7AD-AA0437F3708E}"/>
                    </a:ext>
                  </a:extLst>
                </p:cNvPr>
                <p:cNvSpPr/>
                <p:nvPr/>
              </p:nvSpPr>
              <p:spPr>
                <a:xfrm>
                  <a:off x="791413" y="2198196"/>
                  <a:ext cx="161550" cy="76668"/>
                </a:xfrm>
                <a:custGeom>
                  <a:avLst/>
                  <a:gdLst>
                    <a:gd name="connsiteX0" fmla="*/ 149011 w 161550"/>
                    <a:gd name="connsiteY0" fmla="*/ 76669 h 76668"/>
                    <a:gd name="connsiteX1" fmla="*/ 12540 w 161550"/>
                    <a:gd name="connsiteY1" fmla="*/ 76669 h 76668"/>
                    <a:gd name="connsiteX2" fmla="*/ 0 w 161550"/>
                    <a:gd name="connsiteY2" fmla="*/ 64128 h 76668"/>
                    <a:gd name="connsiteX3" fmla="*/ 12540 w 161550"/>
                    <a:gd name="connsiteY3" fmla="*/ 51588 h 76668"/>
                    <a:gd name="connsiteX4" fmla="*/ 136470 w 161550"/>
                    <a:gd name="connsiteY4" fmla="*/ 51588 h 76668"/>
                    <a:gd name="connsiteX5" fmla="*/ 136470 w 161550"/>
                    <a:gd name="connsiteY5" fmla="*/ 12540 h 76668"/>
                    <a:gd name="connsiteX6" fmla="*/ 149011 w 161550"/>
                    <a:gd name="connsiteY6" fmla="*/ 0 h 76668"/>
                    <a:gd name="connsiteX7" fmla="*/ 161551 w 161550"/>
                    <a:gd name="connsiteY7" fmla="*/ 12540 h 76668"/>
                    <a:gd name="connsiteX8" fmla="*/ 161551 w 161550"/>
                    <a:gd name="connsiteY8" fmla="*/ 64128 h 76668"/>
                    <a:gd name="connsiteX9" fmla="*/ 149011 w 161550"/>
                    <a:gd name="connsiteY9" fmla="*/ 76669 h 7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550" h="76668">
                      <a:moveTo>
                        <a:pt x="149011" y="76669"/>
                      </a:moveTo>
                      <a:lnTo>
                        <a:pt x="12540" y="76669"/>
                      </a:lnTo>
                      <a:cubicBezTo>
                        <a:pt x="5614" y="76669"/>
                        <a:pt x="0" y="71054"/>
                        <a:pt x="0" y="64128"/>
                      </a:cubicBezTo>
                      <a:cubicBezTo>
                        <a:pt x="0" y="57203"/>
                        <a:pt x="5614" y="51588"/>
                        <a:pt x="12540" y="51588"/>
                      </a:cubicBezTo>
                      <a:lnTo>
                        <a:pt x="136470" y="51588"/>
                      </a:lnTo>
                      <a:lnTo>
                        <a:pt x="136470" y="12540"/>
                      </a:lnTo>
                      <a:cubicBezTo>
                        <a:pt x="136470" y="5615"/>
                        <a:pt x="142085" y="0"/>
                        <a:pt x="149011" y="0"/>
                      </a:cubicBezTo>
                      <a:cubicBezTo>
                        <a:pt x="155936" y="0"/>
                        <a:pt x="161551" y="5615"/>
                        <a:pt x="161551" y="12540"/>
                      </a:cubicBezTo>
                      <a:lnTo>
                        <a:pt x="161551" y="64128"/>
                      </a:lnTo>
                      <a:cubicBezTo>
                        <a:pt x="161551" y="71054"/>
                        <a:pt x="155936" y="76669"/>
                        <a:pt x="149011" y="76669"/>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4" name="Freeform 181">
                  <a:extLst>
                    <a:ext uri="{FF2B5EF4-FFF2-40B4-BE49-F238E27FC236}">
                      <a16:creationId xmlns:a16="http://schemas.microsoft.com/office/drawing/2014/main" id="{21E5A50A-2038-96BD-0EBA-4DC3DA98FF07}"/>
                    </a:ext>
                  </a:extLst>
                </p:cNvPr>
                <p:cNvSpPr/>
                <p:nvPr/>
              </p:nvSpPr>
              <p:spPr>
                <a:xfrm>
                  <a:off x="890683" y="2123775"/>
                  <a:ext cx="99480" cy="99501"/>
                </a:xfrm>
                <a:custGeom>
                  <a:avLst/>
                  <a:gdLst>
                    <a:gd name="connsiteX0" fmla="*/ 49740 w 99480"/>
                    <a:gd name="connsiteY0" fmla="*/ 99502 h 99501"/>
                    <a:gd name="connsiteX1" fmla="*/ 40868 w 99480"/>
                    <a:gd name="connsiteY1" fmla="*/ 95834 h 99501"/>
                    <a:gd name="connsiteX2" fmla="*/ 3670 w 99480"/>
                    <a:gd name="connsiteY2" fmla="*/ 58620 h 99501"/>
                    <a:gd name="connsiteX3" fmla="*/ 3670 w 99480"/>
                    <a:gd name="connsiteY3" fmla="*/ 40891 h 99501"/>
                    <a:gd name="connsiteX4" fmla="*/ 40868 w 99480"/>
                    <a:gd name="connsiteY4" fmla="*/ 3678 h 99501"/>
                    <a:gd name="connsiteX5" fmla="*/ 58603 w 99480"/>
                    <a:gd name="connsiteY5" fmla="*/ 3668 h 99501"/>
                    <a:gd name="connsiteX6" fmla="*/ 58613 w 99480"/>
                    <a:gd name="connsiteY6" fmla="*/ 3678 h 99501"/>
                    <a:gd name="connsiteX7" fmla="*/ 95811 w 99480"/>
                    <a:gd name="connsiteY7" fmla="*/ 40891 h 99501"/>
                    <a:gd name="connsiteX8" fmla="*/ 95811 w 99480"/>
                    <a:gd name="connsiteY8" fmla="*/ 58620 h 99501"/>
                    <a:gd name="connsiteX9" fmla="*/ 58613 w 99480"/>
                    <a:gd name="connsiteY9" fmla="*/ 95834 h 99501"/>
                    <a:gd name="connsiteX10" fmla="*/ 49740 w 99480"/>
                    <a:gd name="connsiteY10" fmla="*/ 99502 h 99501"/>
                    <a:gd name="connsiteX11" fmla="*/ 30272 w 99480"/>
                    <a:gd name="connsiteY11" fmla="*/ 49748 h 99501"/>
                    <a:gd name="connsiteX12" fmla="*/ 49740 w 99480"/>
                    <a:gd name="connsiteY12" fmla="*/ 69233 h 99501"/>
                    <a:gd name="connsiteX13" fmla="*/ 69209 w 99480"/>
                    <a:gd name="connsiteY13" fmla="*/ 49748 h 99501"/>
                    <a:gd name="connsiteX14" fmla="*/ 49740 w 99480"/>
                    <a:gd name="connsiteY14" fmla="*/ 30279 h 9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480" h="99501">
                      <a:moveTo>
                        <a:pt x="49740" y="99502"/>
                      </a:moveTo>
                      <a:cubicBezTo>
                        <a:pt x="46414" y="99505"/>
                        <a:pt x="43223" y="98185"/>
                        <a:pt x="40868" y="95834"/>
                      </a:cubicBezTo>
                      <a:lnTo>
                        <a:pt x="3670" y="58620"/>
                      </a:lnTo>
                      <a:cubicBezTo>
                        <a:pt x="-1223" y="53724"/>
                        <a:pt x="-1223" y="45788"/>
                        <a:pt x="3670" y="40891"/>
                      </a:cubicBezTo>
                      <a:lnTo>
                        <a:pt x="40868" y="3678"/>
                      </a:lnTo>
                      <a:cubicBezTo>
                        <a:pt x="45762" y="-1222"/>
                        <a:pt x="53703" y="-1227"/>
                        <a:pt x="58603" y="3668"/>
                      </a:cubicBezTo>
                      <a:cubicBezTo>
                        <a:pt x="58607" y="3671"/>
                        <a:pt x="58610" y="3675"/>
                        <a:pt x="58613" y="3678"/>
                      </a:cubicBezTo>
                      <a:lnTo>
                        <a:pt x="95811" y="40891"/>
                      </a:lnTo>
                      <a:cubicBezTo>
                        <a:pt x="100704" y="45788"/>
                        <a:pt x="100704" y="53724"/>
                        <a:pt x="95811" y="58620"/>
                      </a:cubicBezTo>
                      <a:lnTo>
                        <a:pt x="58613" y="95834"/>
                      </a:lnTo>
                      <a:cubicBezTo>
                        <a:pt x="56258" y="98185"/>
                        <a:pt x="53067" y="99505"/>
                        <a:pt x="49740" y="99502"/>
                      </a:cubicBezTo>
                      <a:close/>
                      <a:moveTo>
                        <a:pt x="30272" y="49748"/>
                      </a:moveTo>
                      <a:lnTo>
                        <a:pt x="49740" y="69233"/>
                      </a:lnTo>
                      <a:lnTo>
                        <a:pt x="69209" y="49748"/>
                      </a:lnTo>
                      <a:lnTo>
                        <a:pt x="49740" y="30279"/>
                      </a:ln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5" name="Freeform 182">
                  <a:extLst>
                    <a:ext uri="{FF2B5EF4-FFF2-40B4-BE49-F238E27FC236}">
                      <a16:creationId xmlns:a16="http://schemas.microsoft.com/office/drawing/2014/main" id="{1F179D84-C43B-D1E1-2EFC-875A5D663507}"/>
                    </a:ext>
                  </a:extLst>
                </p:cNvPr>
                <p:cNvSpPr/>
                <p:nvPr/>
              </p:nvSpPr>
              <p:spPr>
                <a:xfrm>
                  <a:off x="786397" y="2040956"/>
                  <a:ext cx="158321" cy="66181"/>
                </a:xfrm>
                <a:custGeom>
                  <a:avLst/>
                  <a:gdLst>
                    <a:gd name="connsiteX0" fmla="*/ 145781 w 158321"/>
                    <a:gd name="connsiteY0" fmla="*/ 66182 h 66181"/>
                    <a:gd name="connsiteX1" fmla="*/ 12540 w 158321"/>
                    <a:gd name="connsiteY1" fmla="*/ 66182 h 66181"/>
                    <a:gd name="connsiteX2" fmla="*/ 0 w 158321"/>
                    <a:gd name="connsiteY2" fmla="*/ 53641 h 66181"/>
                    <a:gd name="connsiteX3" fmla="*/ 0 w 158321"/>
                    <a:gd name="connsiteY3" fmla="*/ 12540 h 66181"/>
                    <a:gd name="connsiteX4" fmla="*/ 12540 w 158321"/>
                    <a:gd name="connsiteY4" fmla="*/ 0 h 66181"/>
                    <a:gd name="connsiteX5" fmla="*/ 145781 w 158321"/>
                    <a:gd name="connsiteY5" fmla="*/ 0 h 66181"/>
                    <a:gd name="connsiteX6" fmla="*/ 158322 w 158321"/>
                    <a:gd name="connsiteY6" fmla="*/ 12540 h 66181"/>
                    <a:gd name="connsiteX7" fmla="*/ 158322 w 158321"/>
                    <a:gd name="connsiteY7" fmla="*/ 53641 h 66181"/>
                    <a:gd name="connsiteX8" fmla="*/ 145781 w 158321"/>
                    <a:gd name="connsiteY8" fmla="*/ 66182 h 66181"/>
                    <a:gd name="connsiteX9" fmla="*/ 25081 w 158321"/>
                    <a:gd name="connsiteY9" fmla="*/ 41101 h 66181"/>
                    <a:gd name="connsiteX10" fmla="*/ 133241 w 158321"/>
                    <a:gd name="connsiteY10" fmla="*/ 41101 h 66181"/>
                    <a:gd name="connsiteX11" fmla="*/ 133241 w 158321"/>
                    <a:gd name="connsiteY11" fmla="*/ 25081 h 66181"/>
                    <a:gd name="connsiteX12" fmla="*/ 25081 w 158321"/>
                    <a:gd name="connsiteY12" fmla="*/ 25081 h 6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321" h="66181">
                      <a:moveTo>
                        <a:pt x="145781" y="66182"/>
                      </a:moveTo>
                      <a:lnTo>
                        <a:pt x="12540" y="66182"/>
                      </a:lnTo>
                      <a:cubicBezTo>
                        <a:pt x="5614" y="66182"/>
                        <a:pt x="0" y="60567"/>
                        <a:pt x="0" y="53641"/>
                      </a:cubicBezTo>
                      <a:lnTo>
                        <a:pt x="0" y="12540"/>
                      </a:lnTo>
                      <a:cubicBezTo>
                        <a:pt x="0" y="5614"/>
                        <a:pt x="5614" y="0"/>
                        <a:pt x="12540" y="0"/>
                      </a:cubicBezTo>
                      <a:lnTo>
                        <a:pt x="145781" y="0"/>
                      </a:lnTo>
                      <a:cubicBezTo>
                        <a:pt x="152707" y="0"/>
                        <a:pt x="158322" y="5614"/>
                        <a:pt x="158322" y="12540"/>
                      </a:cubicBezTo>
                      <a:lnTo>
                        <a:pt x="158322" y="53641"/>
                      </a:lnTo>
                      <a:cubicBezTo>
                        <a:pt x="158322" y="60567"/>
                        <a:pt x="152707" y="66182"/>
                        <a:pt x="145781" y="66182"/>
                      </a:cubicBezTo>
                      <a:close/>
                      <a:moveTo>
                        <a:pt x="25081" y="41101"/>
                      </a:moveTo>
                      <a:lnTo>
                        <a:pt x="133241" y="41101"/>
                      </a:lnTo>
                      <a:lnTo>
                        <a:pt x="133241" y="25081"/>
                      </a:lnTo>
                      <a:lnTo>
                        <a:pt x="25081" y="25081"/>
                      </a:ln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sp>
        <p:nvSpPr>
          <p:cNvPr id="6" name="Title 5">
            <a:extLst>
              <a:ext uri="{FF2B5EF4-FFF2-40B4-BE49-F238E27FC236}">
                <a16:creationId xmlns:a16="http://schemas.microsoft.com/office/drawing/2014/main" id="{3489F6B8-4952-62B9-A112-3C2F54826E8D}"/>
              </a:ext>
            </a:extLst>
          </p:cNvPr>
          <p:cNvSpPr>
            <a:spLocks noGrp="1"/>
          </p:cNvSpPr>
          <p:nvPr>
            <p:ph type="ctrTitle"/>
          </p:nvPr>
        </p:nvSpPr>
        <p:spPr/>
        <p:txBody>
          <a:bodyPr/>
          <a:lstStyle/>
          <a:p>
            <a:r>
              <a:rPr lang="nl-BE"/>
              <a:t>project phases</a:t>
            </a:r>
            <a:endParaRPr lang="en-US"/>
          </a:p>
        </p:txBody>
      </p:sp>
      <p:grpSp>
        <p:nvGrpSpPr>
          <p:cNvPr id="2" name="Group 1">
            <a:extLst>
              <a:ext uri="{FF2B5EF4-FFF2-40B4-BE49-F238E27FC236}">
                <a16:creationId xmlns:a16="http://schemas.microsoft.com/office/drawing/2014/main" id="{AF292AEE-A585-5F8A-8E18-ED4BD5D63251}"/>
              </a:ext>
            </a:extLst>
          </p:cNvPr>
          <p:cNvGrpSpPr/>
          <p:nvPr/>
        </p:nvGrpSpPr>
        <p:grpSpPr>
          <a:xfrm>
            <a:off x="10667997" y="-3"/>
            <a:ext cx="1143475" cy="828677"/>
            <a:chOff x="10667997" y="-3"/>
            <a:chExt cx="1143475" cy="828677"/>
          </a:xfrm>
        </p:grpSpPr>
        <p:sp>
          <p:nvSpPr>
            <p:cNvPr id="3" name="Round Same-side Corner of Rectangle 3">
              <a:extLst>
                <a:ext uri="{FF2B5EF4-FFF2-40B4-BE49-F238E27FC236}">
                  <a16:creationId xmlns:a16="http://schemas.microsoft.com/office/drawing/2014/main" id="{A929A6FA-A698-4D05-33D9-A792D8EDDC31}"/>
                </a:ext>
              </a:extLst>
            </p:cNvPr>
            <p:cNvSpPr/>
            <p:nvPr/>
          </p:nvSpPr>
          <p:spPr>
            <a:xfrm rot="10800000">
              <a:off x="10667997" y="-3"/>
              <a:ext cx="1143475" cy="828677"/>
            </a:xfrm>
            <a:prstGeom prst="round2SameRect">
              <a:avLst/>
            </a:prstGeom>
            <a:solidFill>
              <a:schemeClr val="bg1"/>
            </a:solidFill>
            <a:ln>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4" name="Picture 3">
              <a:extLst>
                <a:ext uri="{FF2B5EF4-FFF2-40B4-BE49-F238E27FC236}">
                  <a16:creationId xmlns:a16="http://schemas.microsoft.com/office/drawing/2014/main" id="{66C161D9-912B-3BED-3E1C-5466C8075B60}"/>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0957794" y="135851"/>
              <a:ext cx="563880" cy="563880"/>
            </a:xfrm>
            <a:prstGeom prst="rect">
              <a:avLst/>
            </a:prstGeom>
          </p:spPr>
        </p:pic>
      </p:grpSp>
      <p:grpSp>
        <p:nvGrpSpPr>
          <p:cNvPr id="5" name="Group 4">
            <a:extLst>
              <a:ext uri="{FF2B5EF4-FFF2-40B4-BE49-F238E27FC236}">
                <a16:creationId xmlns:a16="http://schemas.microsoft.com/office/drawing/2014/main" id="{3804B0EE-5251-0538-3985-8BCD3F4022B5}"/>
              </a:ext>
            </a:extLst>
          </p:cNvPr>
          <p:cNvGrpSpPr/>
          <p:nvPr/>
        </p:nvGrpSpPr>
        <p:grpSpPr>
          <a:xfrm>
            <a:off x="0" y="2241576"/>
            <a:ext cx="1405182" cy="2525537"/>
            <a:chOff x="0" y="2241576"/>
            <a:chExt cx="1405182" cy="2525537"/>
          </a:xfrm>
        </p:grpSpPr>
        <p:cxnSp>
          <p:nvCxnSpPr>
            <p:cNvPr id="386" name="Straight Connector 385">
              <a:extLst>
                <a:ext uri="{FF2B5EF4-FFF2-40B4-BE49-F238E27FC236}">
                  <a16:creationId xmlns:a16="http://schemas.microsoft.com/office/drawing/2014/main" id="{7E6A4202-79A6-3A3F-32CC-3713F3030E29}"/>
                </a:ext>
              </a:extLst>
            </p:cNvPr>
            <p:cNvCxnSpPr>
              <a:cxnSpLocks/>
            </p:cNvCxnSpPr>
            <p:nvPr/>
          </p:nvCxnSpPr>
          <p:spPr>
            <a:xfrm>
              <a:off x="11225" y="3643540"/>
              <a:ext cx="0" cy="1123200"/>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sp>
          <p:nvSpPr>
            <p:cNvPr id="387" name="TextBox 386">
              <a:extLst>
                <a:ext uri="{FF2B5EF4-FFF2-40B4-BE49-F238E27FC236}">
                  <a16:creationId xmlns:a16="http://schemas.microsoft.com/office/drawing/2014/main" id="{48D815A2-8095-7739-5C28-B0FC79BB5B80}"/>
                </a:ext>
              </a:extLst>
            </p:cNvPr>
            <p:cNvSpPr txBox="1"/>
            <p:nvPr/>
          </p:nvSpPr>
          <p:spPr>
            <a:xfrm>
              <a:off x="51893" y="3712978"/>
              <a:ext cx="1332348" cy="1054135"/>
            </a:xfrm>
            <a:prstGeom prst="rect">
              <a:avLst/>
            </a:prstGeom>
            <a:solidFill>
              <a:srgbClr val="FFFFFF"/>
            </a:solidFill>
          </p:spPr>
          <p:txBody>
            <a:bodyPr wrap="square" lIns="0" tIns="0" rIns="0" bIns="0" rtlCol="0">
              <a:spAutoFit/>
            </a:bodyPr>
            <a:lstStyle/>
            <a:p>
              <a:pPr>
                <a:spcAft>
                  <a:spcPts val="300"/>
                </a:spcAft>
              </a:pPr>
              <a:r>
                <a:rPr lang="en-US" sz="1000" b="1">
                  <a:solidFill>
                    <a:schemeClr val="tx2"/>
                  </a:solidFill>
                </a:rPr>
                <a:t>Pre-project</a:t>
              </a:r>
            </a:p>
            <a:p>
              <a:r>
                <a:rPr lang="en-US" sz="800"/>
                <a:t>The prior collaborative work by the customer and delaware with the end goal of reaching an agreement for undertaking the project (aka pre-sales phase)</a:t>
              </a:r>
              <a:endParaRPr lang="nl-BE" sz="800"/>
            </a:p>
          </p:txBody>
        </p:sp>
        <p:sp>
          <p:nvSpPr>
            <p:cNvPr id="489" name="Rectangle 488">
              <a:extLst>
                <a:ext uri="{FF2B5EF4-FFF2-40B4-BE49-F238E27FC236}">
                  <a16:creationId xmlns:a16="http://schemas.microsoft.com/office/drawing/2014/main" id="{4A652B63-B394-5982-E5A0-9134A1E0C317}"/>
                </a:ext>
              </a:extLst>
            </p:cNvPr>
            <p:cNvSpPr/>
            <p:nvPr/>
          </p:nvSpPr>
          <p:spPr>
            <a:xfrm>
              <a:off x="1" y="3199852"/>
              <a:ext cx="1120125" cy="410400"/>
            </a:xfrm>
            <a:prstGeom prst="rect">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Pre-Project</a:t>
              </a:r>
            </a:p>
          </p:txBody>
        </p:sp>
        <p:sp>
          <p:nvSpPr>
            <p:cNvPr id="606" name="Arrow: Pentagon 277">
              <a:extLst>
                <a:ext uri="{FF2B5EF4-FFF2-40B4-BE49-F238E27FC236}">
                  <a16:creationId xmlns:a16="http://schemas.microsoft.com/office/drawing/2014/main" id="{17F7CB12-61AB-83D7-ABE8-7DE7962F6E63}"/>
                </a:ext>
              </a:extLst>
            </p:cNvPr>
            <p:cNvSpPr/>
            <p:nvPr/>
          </p:nvSpPr>
          <p:spPr>
            <a:xfrm>
              <a:off x="0" y="2241576"/>
              <a:ext cx="1405182" cy="964154"/>
            </a:xfrm>
            <a:prstGeom prst="homePlate">
              <a:avLst>
                <a:gd name="adj" fmla="val 30009"/>
              </a:avLst>
            </a:prstGeom>
            <a:gradFill>
              <a:gsLst>
                <a:gs pos="0">
                  <a:schemeClr val="bg2">
                    <a:lumMod val="50000"/>
                  </a:schemeClr>
                </a:gs>
                <a:gs pos="10000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Discover</a:t>
              </a:r>
            </a:p>
          </p:txBody>
        </p:sp>
        <p:grpSp>
          <p:nvGrpSpPr>
            <p:cNvPr id="607" name="Group 606">
              <a:extLst>
                <a:ext uri="{FF2B5EF4-FFF2-40B4-BE49-F238E27FC236}">
                  <a16:creationId xmlns:a16="http://schemas.microsoft.com/office/drawing/2014/main" id="{D1C5A2DF-E061-A7F6-E9B3-C0361A206DF6}"/>
                </a:ext>
              </a:extLst>
            </p:cNvPr>
            <p:cNvGrpSpPr/>
            <p:nvPr/>
          </p:nvGrpSpPr>
          <p:grpSpPr>
            <a:xfrm>
              <a:off x="448897" y="2363819"/>
              <a:ext cx="471163" cy="471791"/>
              <a:chOff x="1650814" y="1570462"/>
              <a:chExt cx="471791" cy="471791"/>
            </a:xfrm>
          </p:grpSpPr>
          <p:sp>
            <p:nvSpPr>
              <p:cNvPr id="618" name="Oval 617">
                <a:extLst>
                  <a:ext uri="{FF2B5EF4-FFF2-40B4-BE49-F238E27FC236}">
                    <a16:creationId xmlns:a16="http://schemas.microsoft.com/office/drawing/2014/main" id="{EE2B1DBC-8A0D-0636-0211-315068DC6633}"/>
                  </a:ext>
                </a:extLst>
              </p:cNvPr>
              <p:cNvSpPr/>
              <p:nvPr/>
            </p:nvSpPr>
            <p:spPr>
              <a:xfrm>
                <a:off x="1650814"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619" name="Graphic 43">
                <a:extLst>
                  <a:ext uri="{FF2B5EF4-FFF2-40B4-BE49-F238E27FC236}">
                    <a16:creationId xmlns:a16="http://schemas.microsoft.com/office/drawing/2014/main" id="{0882F63C-B5DD-D5A4-2EEC-0B4884AC1B96}"/>
                  </a:ext>
                </a:extLst>
              </p:cNvPr>
              <p:cNvGrpSpPr/>
              <p:nvPr/>
            </p:nvGrpSpPr>
            <p:grpSpPr>
              <a:xfrm>
                <a:off x="1750604" y="1669584"/>
                <a:ext cx="272210" cy="273546"/>
                <a:chOff x="1759940" y="1793479"/>
                <a:chExt cx="449934" cy="452143"/>
              </a:xfrm>
            </p:grpSpPr>
            <p:sp>
              <p:nvSpPr>
                <p:cNvPr id="620" name="Freeform: Shape 619">
                  <a:extLst>
                    <a:ext uri="{FF2B5EF4-FFF2-40B4-BE49-F238E27FC236}">
                      <a16:creationId xmlns:a16="http://schemas.microsoft.com/office/drawing/2014/main" id="{9EA11B6C-E11C-740C-15E2-27AF9E43D304}"/>
                    </a:ext>
                  </a:extLst>
                </p:cNvPr>
                <p:cNvSpPr/>
                <p:nvPr/>
              </p:nvSpPr>
              <p:spPr>
                <a:xfrm>
                  <a:off x="1759940"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0" y="43107"/>
                        <a:pt x="0" y="33458"/>
                        <a:pt x="0" y="21554"/>
                      </a:cubicBezTo>
                      <a:cubicBezTo>
                        <a:pt x="0" y="9650"/>
                        <a:pt x="9650" y="0"/>
                        <a:pt x="21554" y="0"/>
                      </a:cubicBezTo>
                      <a:lnTo>
                        <a:pt x="61967" y="0"/>
                      </a:lnTo>
                      <a:cubicBezTo>
                        <a:pt x="73871" y="0"/>
                        <a:pt x="83521" y="9650"/>
                        <a:pt x="83521" y="21554"/>
                      </a:cubicBezTo>
                      <a:cubicBezTo>
                        <a:pt x="83521" y="33458"/>
                        <a:pt x="73871" y="43107"/>
                        <a:pt x="61967" y="43107"/>
                      </a:cubicBezTo>
                      <a:close/>
                    </a:path>
                  </a:pathLst>
                </a:custGeom>
                <a:solidFill>
                  <a:srgbClr val="EF463C"/>
                </a:solidFill>
                <a:ln w="2667" cap="flat">
                  <a:noFill/>
                  <a:prstDash val="solid"/>
                  <a:miter/>
                </a:ln>
              </p:spPr>
              <p:txBody>
                <a:bodyPr rtlCol="0" anchor="ctr"/>
                <a:lstStyle/>
                <a:p>
                  <a:endParaRPr lang="en-MY"/>
                </a:p>
              </p:txBody>
            </p:sp>
            <p:grpSp>
              <p:nvGrpSpPr>
                <p:cNvPr id="621" name="Graphic 43">
                  <a:extLst>
                    <a:ext uri="{FF2B5EF4-FFF2-40B4-BE49-F238E27FC236}">
                      <a16:creationId xmlns:a16="http://schemas.microsoft.com/office/drawing/2014/main" id="{764F76C2-F125-D83F-000E-175592CDEC24}"/>
                    </a:ext>
                  </a:extLst>
                </p:cNvPr>
                <p:cNvGrpSpPr/>
                <p:nvPr/>
              </p:nvGrpSpPr>
              <p:grpSpPr>
                <a:xfrm>
                  <a:off x="1853403" y="1895374"/>
                  <a:ext cx="263656" cy="350248"/>
                  <a:chOff x="1853403" y="1895374"/>
                  <a:chExt cx="263656" cy="350248"/>
                </a:xfrm>
              </p:grpSpPr>
              <p:sp>
                <p:nvSpPr>
                  <p:cNvPr id="626" name="Freeform: Shape 625">
                    <a:extLst>
                      <a:ext uri="{FF2B5EF4-FFF2-40B4-BE49-F238E27FC236}">
                        <a16:creationId xmlns:a16="http://schemas.microsoft.com/office/drawing/2014/main" id="{4F232F77-AA1E-EF81-97D2-D1957942463C}"/>
                      </a:ext>
                    </a:extLst>
                  </p:cNvPr>
                  <p:cNvSpPr/>
                  <p:nvPr/>
                </p:nvSpPr>
                <p:spPr>
                  <a:xfrm>
                    <a:off x="1853403" y="1895374"/>
                    <a:ext cx="263656" cy="256435"/>
                  </a:xfrm>
                  <a:custGeom>
                    <a:avLst/>
                    <a:gdLst>
                      <a:gd name="connsiteX0" fmla="*/ 182506 w 263656"/>
                      <a:gd name="connsiteY0" fmla="*/ 256436 h 256435"/>
                      <a:gd name="connsiteX1" fmla="*/ 160954 w 263656"/>
                      <a:gd name="connsiteY1" fmla="*/ 234879 h 256435"/>
                      <a:gd name="connsiteX2" fmla="*/ 174936 w 263656"/>
                      <a:gd name="connsiteY2" fmla="*/ 214702 h 256435"/>
                      <a:gd name="connsiteX3" fmla="*/ 220549 w 263656"/>
                      <a:gd name="connsiteY3" fmla="*/ 128891 h 256435"/>
                      <a:gd name="connsiteX4" fmla="*/ 131828 w 263656"/>
                      <a:gd name="connsiteY4" fmla="*/ 43107 h 256435"/>
                      <a:gd name="connsiteX5" fmla="*/ 43107 w 263656"/>
                      <a:gd name="connsiteY5" fmla="*/ 128891 h 256435"/>
                      <a:gd name="connsiteX6" fmla="*/ 90310 w 263656"/>
                      <a:gd name="connsiteY6" fmla="*/ 214271 h 256435"/>
                      <a:gd name="connsiteX7" fmla="*/ 103140 w 263656"/>
                      <a:gd name="connsiteY7" fmla="*/ 241922 h 256435"/>
                      <a:gd name="connsiteX8" fmla="*/ 75490 w 263656"/>
                      <a:gd name="connsiteY8" fmla="*/ 254752 h 256435"/>
                      <a:gd name="connsiteX9" fmla="*/ 74630 w 263656"/>
                      <a:gd name="connsiteY9" fmla="*/ 254415 h 256435"/>
                      <a:gd name="connsiteX10" fmla="*/ 0 w 263656"/>
                      <a:gd name="connsiteY10" fmla="*/ 128891 h 256435"/>
                      <a:gd name="connsiteX11" fmla="*/ 131828 w 263656"/>
                      <a:gd name="connsiteY11" fmla="*/ 0 h 256435"/>
                      <a:gd name="connsiteX12" fmla="*/ 263656 w 263656"/>
                      <a:gd name="connsiteY12" fmla="*/ 128891 h 256435"/>
                      <a:gd name="connsiteX13" fmla="*/ 190077 w 263656"/>
                      <a:gd name="connsiteY13" fmla="*/ 255062 h 256435"/>
                      <a:gd name="connsiteX14" fmla="*/ 182506 w 263656"/>
                      <a:gd name="connsiteY14" fmla="*/ 256436 h 25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656" h="256435">
                        <a:moveTo>
                          <a:pt x="182506" y="256436"/>
                        </a:moveTo>
                        <a:cubicBezTo>
                          <a:pt x="170603" y="256436"/>
                          <a:pt x="160953" y="246785"/>
                          <a:pt x="160954" y="234879"/>
                        </a:cubicBezTo>
                        <a:cubicBezTo>
                          <a:pt x="160955" y="225897"/>
                          <a:pt x="166527" y="217857"/>
                          <a:pt x="174936" y="214702"/>
                        </a:cubicBezTo>
                        <a:cubicBezTo>
                          <a:pt x="205192" y="203360"/>
                          <a:pt x="220549" y="174478"/>
                          <a:pt x="220549" y="128891"/>
                        </a:cubicBezTo>
                        <a:cubicBezTo>
                          <a:pt x="220549" y="79183"/>
                          <a:pt x="183234" y="43107"/>
                          <a:pt x="131828" y="43107"/>
                        </a:cubicBezTo>
                        <a:cubicBezTo>
                          <a:pt x="80422" y="43107"/>
                          <a:pt x="43107" y="79183"/>
                          <a:pt x="43107" y="128891"/>
                        </a:cubicBezTo>
                        <a:cubicBezTo>
                          <a:pt x="43107" y="159417"/>
                          <a:pt x="51190" y="198941"/>
                          <a:pt x="90310" y="214271"/>
                        </a:cubicBezTo>
                        <a:cubicBezTo>
                          <a:pt x="101488" y="218364"/>
                          <a:pt x="107233" y="230744"/>
                          <a:pt x="103140" y="241922"/>
                        </a:cubicBezTo>
                        <a:cubicBezTo>
                          <a:pt x="99048" y="253100"/>
                          <a:pt x="86669" y="258844"/>
                          <a:pt x="75490" y="254752"/>
                        </a:cubicBezTo>
                        <a:cubicBezTo>
                          <a:pt x="75201" y="254644"/>
                          <a:pt x="74914" y="254533"/>
                          <a:pt x="74630" y="254415"/>
                        </a:cubicBezTo>
                        <a:cubicBezTo>
                          <a:pt x="26511" y="235555"/>
                          <a:pt x="0" y="191020"/>
                          <a:pt x="0" y="128891"/>
                        </a:cubicBezTo>
                        <a:cubicBezTo>
                          <a:pt x="0" y="55393"/>
                          <a:pt x="56579" y="0"/>
                          <a:pt x="131828" y="0"/>
                        </a:cubicBezTo>
                        <a:cubicBezTo>
                          <a:pt x="207078" y="0"/>
                          <a:pt x="263656" y="55474"/>
                          <a:pt x="263656" y="128891"/>
                        </a:cubicBezTo>
                        <a:cubicBezTo>
                          <a:pt x="263656" y="210364"/>
                          <a:pt x="223647" y="242480"/>
                          <a:pt x="190077" y="255062"/>
                        </a:cubicBezTo>
                        <a:cubicBezTo>
                          <a:pt x="187655" y="255970"/>
                          <a:pt x="185093" y="256436"/>
                          <a:pt x="182506" y="256436"/>
                        </a:cubicBezTo>
                        <a:close/>
                      </a:path>
                    </a:pathLst>
                  </a:custGeom>
                  <a:solidFill>
                    <a:srgbClr val="C42828"/>
                  </a:solidFill>
                  <a:ln w="2667" cap="flat">
                    <a:noFill/>
                    <a:prstDash val="solid"/>
                    <a:miter/>
                  </a:ln>
                </p:spPr>
                <p:txBody>
                  <a:bodyPr rtlCol="0" anchor="ctr"/>
                  <a:lstStyle/>
                  <a:p>
                    <a:endParaRPr lang="en-MY"/>
                  </a:p>
                </p:txBody>
              </p:sp>
              <p:sp>
                <p:nvSpPr>
                  <p:cNvPr id="627" name="Freeform: Shape 626">
                    <a:extLst>
                      <a:ext uri="{FF2B5EF4-FFF2-40B4-BE49-F238E27FC236}">
                        <a16:creationId xmlns:a16="http://schemas.microsoft.com/office/drawing/2014/main" id="{BCBF2C98-9866-B09A-6052-7818D7089928}"/>
                      </a:ext>
                    </a:extLst>
                  </p:cNvPr>
                  <p:cNvSpPr/>
                  <p:nvPr/>
                </p:nvSpPr>
                <p:spPr>
                  <a:xfrm>
                    <a:off x="1923883" y="2151082"/>
                    <a:ext cx="122883" cy="43107"/>
                  </a:xfrm>
                  <a:custGeom>
                    <a:avLst/>
                    <a:gdLst>
                      <a:gd name="connsiteX0" fmla="*/ 101330 w 122883"/>
                      <a:gd name="connsiteY0" fmla="*/ 43107 h 43107"/>
                      <a:gd name="connsiteX1" fmla="*/ 21554 w 122883"/>
                      <a:gd name="connsiteY1" fmla="*/ 43107 h 43107"/>
                      <a:gd name="connsiteX2" fmla="*/ 0 w 122883"/>
                      <a:gd name="connsiteY2" fmla="*/ 21554 h 43107"/>
                      <a:gd name="connsiteX3" fmla="*/ 21554 w 122883"/>
                      <a:gd name="connsiteY3" fmla="*/ 0 h 43107"/>
                      <a:gd name="connsiteX4" fmla="*/ 101330 w 122883"/>
                      <a:gd name="connsiteY4" fmla="*/ 0 h 43107"/>
                      <a:gd name="connsiteX5" fmla="*/ 122883 w 122883"/>
                      <a:gd name="connsiteY5" fmla="*/ 21554 h 43107"/>
                      <a:gd name="connsiteX6" fmla="*/ 101330 w 122883"/>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883" h="43107">
                        <a:moveTo>
                          <a:pt x="101330" y="43107"/>
                        </a:moveTo>
                        <a:lnTo>
                          <a:pt x="21554" y="43107"/>
                        </a:lnTo>
                        <a:cubicBezTo>
                          <a:pt x="9650" y="43107"/>
                          <a:pt x="0" y="33457"/>
                          <a:pt x="0" y="21554"/>
                        </a:cubicBezTo>
                        <a:cubicBezTo>
                          <a:pt x="0" y="9651"/>
                          <a:pt x="9650" y="0"/>
                          <a:pt x="21554" y="0"/>
                        </a:cubicBezTo>
                        <a:lnTo>
                          <a:pt x="101330" y="0"/>
                        </a:lnTo>
                        <a:cubicBezTo>
                          <a:pt x="113233" y="0"/>
                          <a:pt x="122883" y="9651"/>
                          <a:pt x="122883" y="21554"/>
                        </a:cubicBezTo>
                        <a:cubicBezTo>
                          <a:pt x="122883" y="33457"/>
                          <a:pt x="113233" y="43107"/>
                          <a:pt x="101330" y="43107"/>
                        </a:cubicBezTo>
                        <a:close/>
                      </a:path>
                    </a:pathLst>
                  </a:custGeom>
                  <a:solidFill>
                    <a:srgbClr val="EF463C"/>
                  </a:solidFill>
                  <a:ln w="2667" cap="flat">
                    <a:noFill/>
                    <a:prstDash val="solid"/>
                    <a:miter/>
                  </a:ln>
                </p:spPr>
                <p:txBody>
                  <a:bodyPr rtlCol="0" anchor="ctr"/>
                  <a:lstStyle/>
                  <a:p>
                    <a:endParaRPr lang="en-MY"/>
                  </a:p>
                </p:txBody>
              </p:sp>
              <p:sp>
                <p:nvSpPr>
                  <p:cNvPr id="628" name="Freeform: Shape 627">
                    <a:extLst>
                      <a:ext uri="{FF2B5EF4-FFF2-40B4-BE49-F238E27FC236}">
                        <a16:creationId xmlns:a16="http://schemas.microsoft.com/office/drawing/2014/main" id="{AD8C4D7E-3B25-8717-3A67-811B73CF0981}"/>
                      </a:ext>
                    </a:extLst>
                  </p:cNvPr>
                  <p:cNvSpPr/>
                  <p:nvPr/>
                </p:nvSpPr>
                <p:spPr>
                  <a:xfrm>
                    <a:off x="1923883" y="2202515"/>
                    <a:ext cx="120835" cy="43107"/>
                  </a:xfrm>
                  <a:custGeom>
                    <a:avLst/>
                    <a:gdLst>
                      <a:gd name="connsiteX0" fmla="*/ 99282 w 120835"/>
                      <a:gd name="connsiteY0" fmla="*/ 43107 h 43107"/>
                      <a:gd name="connsiteX1" fmla="*/ 21554 w 120835"/>
                      <a:gd name="connsiteY1" fmla="*/ 43107 h 43107"/>
                      <a:gd name="connsiteX2" fmla="*/ 0 w 120835"/>
                      <a:gd name="connsiteY2" fmla="*/ 21554 h 43107"/>
                      <a:gd name="connsiteX3" fmla="*/ 21554 w 120835"/>
                      <a:gd name="connsiteY3" fmla="*/ 0 h 43107"/>
                      <a:gd name="connsiteX4" fmla="*/ 99282 w 120835"/>
                      <a:gd name="connsiteY4" fmla="*/ 0 h 43107"/>
                      <a:gd name="connsiteX5" fmla="*/ 120836 w 120835"/>
                      <a:gd name="connsiteY5" fmla="*/ 21554 h 43107"/>
                      <a:gd name="connsiteX6" fmla="*/ 99282 w 120835"/>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35" h="43107">
                        <a:moveTo>
                          <a:pt x="99282" y="43107"/>
                        </a:moveTo>
                        <a:lnTo>
                          <a:pt x="21554" y="43107"/>
                        </a:lnTo>
                        <a:cubicBezTo>
                          <a:pt x="9650" y="43107"/>
                          <a:pt x="0" y="33457"/>
                          <a:pt x="0" y="21554"/>
                        </a:cubicBezTo>
                        <a:cubicBezTo>
                          <a:pt x="0" y="9651"/>
                          <a:pt x="9650" y="0"/>
                          <a:pt x="21554" y="0"/>
                        </a:cubicBezTo>
                        <a:lnTo>
                          <a:pt x="99282" y="0"/>
                        </a:lnTo>
                        <a:cubicBezTo>
                          <a:pt x="111185" y="0"/>
                          <a:pt x="120836" y="9651"/>
                          <a:pt x="120836" y="21554"/>
                        </a:cubicBezTo>
                        <a:cubicBezTo>
                          <a:pt x="120836" y="33457"/>
                          <a:pt x="111185" y="43107"/>
                          <a:pt x="99282" y="43107"/>
                        </a:cubicBezTo>
                        <a:close/>
                      </a:path>
                    </a:pathLst>
                  </a:custGeom>
                  <a:solidFill>
                    <a:srgbClr val="EF463C"/>
                  </a:solidFill>
                  <a:ln w="2667" cap="flat">
                    <a:noFill/>
                    <a:prstDash val="solid"/>
                    <a:miter/>
                  </a:ln>
                </p:spPr>
                <p:txBody>
                  <a:bodyPr rtlCol="0" anchor="ctr"/>
                  <a:lstStyle/>
                  <a:p>
                    <a:endParaRPr lang="en-MY"/>
                  </a:p>
                </p:txBody>
              </p:sp>
              <p:sp>
                <p:nvSpPr>
                  <p:cNvPr id="629" name="Freeform: Shape 628">
                    <a:extLst>
                      <a:ext uri="{FF2B5EF4-FFF2-40B4-BE49-F238E27FC236}">
                        <a16:creationId xmlns:a16="http://schemas.microsoft.com/office/drawing/2014/main" id="{11102B90-F6A9-5DAB-0281-6F2B2BCD336E}"/>
                      </a:ext>
                    </a:extLst>
                  </p:cNvPr>
                  <p:cNvSpPr/>
                  <p:nvPr/>
                </p:nvSpPr>
                <p:spPr>
                  <a:xfrm>
                    <a:off x="1915154" y="2109268"/>
                    <a:ext cx="140341" cy="136354"/>
                  </a:xfrm>
                  <a:custGeom>
                    <a:avLst/>
                    <a:gdLst>
                      <a:gd name="connsiteX0" fmla="*/ 118788 w 140341"/>
                      <a:gd name="connsiteY0" fmla="*/ 136354 h 136354"/>
                      <a:gd name="connsiteX1" fmla="*/ 21554 w 140341"/>
                      <a:gd name="connsiteY1" fmla="*/ 136354 h 136354"/>
                      <a:gd name="connsiteX2" fmla="*/ 0 w 140341"/>
                      <a:gd name="connsiteY2" fmla="*/ 114801 h 136354"/>
                      <a:gd name="connsiteX3" fmla="*/ 0 w 140341"/>
                      <a:gd name="connsiteY3" fmla="*/ 21554 h 136354"/>
                      <a:gd name="connsiteX4" fmla="*/ 21554 w 140341"/>
                      <a:gd name="connsiteY4" fmla="*/ 0 h 136354"/>
                      <a:gd name="connsiteX5" fmla="*/ 43107 w 140341"/>
                      <a:gd name="connsiteY5" fmla="*/ 21554 h 136354"/>
                      <a:gd name="connsiteX6" fmla="*/ 43107 w 140341"/>
                      <a:gd name="connsiteY6" fmla="*/ 93247 h 136354"/>
                      <a:gd name="connsiteX7" fmla="*/ 97234 w 140341"/>
                      <a:gd name="connsiteY7" fmla="*/ 93247 h 136354"/>
                      <a:gd name="connsiteX8" fmla="*/ 97234 w 140341"/>
                      <a:gd name="connsiteY8" fmla="*/ 22955 h 136354"/>
                      <a:gd name="connsiteX9" fmla="*/ 118788 w 140341"/>
                      <a:gd name="connsiteY9" fmla="*/ 1401 h 136354"/>
                      <a:gd name="connsiteX10" fmla="*/ 140342 w 140341"/>
                      <a:gd name="connsiteY10" fmla="*/ 22955 h 136354"/>
                      <a:gd name="connsiteX11" fmla="*/ 140342 w 140341"/>
                      <a:gd name="connsiteY11" fmla="*/ 114801 h 136354"/>
                      <a:gd name="connsiteX12" fmla="*/ 118788 w 140341"/>
                      <a:gd name="connsiteY12" fmla="*/ 136354 h 13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341" h="136354">
                        <a:moveTo>
                          <a:pt x="118788" y="136354"/>
                        </a:moveTo>
                        <a:lnTo>
                          <a:pt x="21554" y="136354"/>
                        </a:lnTo>
                        <a:cubicBezTo>
                          <a:pt x="9650" y="136354"/>
                          <a:pt x="0" y="126704"/>
                          <a:pt x="0" y="114801"/>
                        </a:cubicBezTo>
                        <a:lnTo>
                          <a:pt x="0" y="21554"/>
                        </a:lnTo>
                        <a:cubicBezTo>
                          <a:pt x="0" y="9651"/>
                          <a:pt x="9650" y="0"/>
                          <a:pt x="21554" y="0"/>
                        </a:cubicBezTo>
                        <a:cubicBezTo>
                          <a:pt x="33458" y="0"/>
                          <a:pt x="43107" y="9651"/>
                          <a:pt x="43107" y="21554"/>
                        </a:cubicBezTo>
                        <a:lnTo>
                          <a:pt x="43107" y="93247"/>
                        </a:lnTo>
                        <a:lnTo>
                          <a:pt x="97234" y="93247"/>
                        </a:lnTo>
                        <a:lnTo>
                          <a:pt x="97234" y="22955"/>
                        </a:lnTo>
                        <a:cubicBezTo>
                          <a:pt x="97234" y="11052"/>
                          <a:pt x="106885" y="1401"/>
                          <a:pt x="118788" y="1401"/>
                        </a:cubicBezTo>
                        <a:cubicBezTo>
                          <a:pt x="130691" y="1401"/>
                          <a:pt x="140342" y="11052"/>
                          <a:pt x="140342" y="22955"/>
                        </a:cubicBezTo>
                        <a:lnTo>
                          <a:pt x="140342" y="114801"/>
                        </a:lnTo>
                        <a:cubicBezTo>
                          <a:pt x="140342" y="126704"/>
                          <a:pt x="130691" y="136354"/>
                          <a:pt x="118788" y="136354"/>
                        </a:cubicBezTo>
                        <a:close/>
                      </a:path>
                    </a:pathLst>
                  </a:custGeom>
                  <a:solidFill>
                    <a:srgbClr val="C42828"/>
                  </a:solidFill>
                  <a:ln w="2667" cap="flat">
                    <a:noFill/>
                    <a:prstDash val="solid"/>
                    <a:miter/>
                  </a:ln>
                </p:spPr>
                <p:txBody>
                  <a:bodyPr rtlCol="0" anchor="ctr"/>
                  <a:lstStyle/>
                  <a:p>
                    <a:endParaRPr lang="en-MY"/>
                  </a:p>
                </p:txBody>
              </p:sp>
            </p:grpSp>
            <p:sp>
              <p:nvSpPr>
                <p:cNvPr id="622" name="Freeform: Shape 621">
                  <a:extLst>
                    <a:ext uri="{FF2B5EF4-FFF2-40B4-BE49-F238E27FC236}">
                      <a16:creationId xmlns:a16="http://schemas.microsoft.com/office/drawing/2014/main" id="{404A824B-F504-6854-C66D-95C14E40B46B}"/>
                    </a:ext>
                  </a:extLst>
                </p:cNvPr>
                <p:cNvSpPr/>
                <p:nvPr/>
              </p:nvSpPr>
              <p:spPr>
                <a:xfrm>
                  <a:off x="2078461" y="1845892"/>
                  <a:ext cx="77396" cy="77393"/>
                </a:xfrm>
                <a:custGeom>
                  <a:avLst/>
                  <a:gdLst>
                    <a:gd name="connsiteX0" fmla="*/ 21543 w 77396"/>
                    <a:gd name="connsiteY0" fmla="*/ 77394 h 77393"/>
                    <a:gd name="connsiteX1" fmla="*/ 0 w 77396"/>
                    <a:gd name="connsiteY1" fmla="*/ 55830 h 77393"/>
                    <a:gd name="connsiteX2" fmla="*/ 6321 w 77396"/>
                    <a:gd name="connsiteY2" fmla="*/ 40591 h 77393"/>
                    <a:gd name="connsiteX3" fmla="*/ 40591 w 77396"/>
                    <a:gd name="connsiteY3" fmla="*/ 6320 h 77393"/>
                    <a:gd name="connsiteX4" fmla="*/ 71076 w 77396"/>
                    <a:gd name="connsiteY4" fmla="*/ 6307 h 77393"/>
                    <a:gd name="connsiteX5" fmla="*/ 71090 w 77396"/>
                    <a:gd name="connsiteY5" fmla="*/ 36792 h 77393"/>
                    <a:gd name="connsiteX6" fmla="*/ 36792 w 77396"/>
                    <a:gd name="connsiteY6" fmla="*/ 71089 h 77393"/>
                    <a:gd name="connsiteX7" fmla="*/ 21543 w 77396"/>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6" h="77393">
                      <a:moveTo>
                        <a:pt x="21543" y="77394"/>
                      </a:moveTo>
                      <a:cubicBezTo>
                        <a:pt x="9640" y="77388"/>
                        <a:pt x="-5" y="67734"/>
                        <a:pt x="0" y="55830"/>
                      </a:cubicBezTo>
                      <a:cubicBezTo>
                        <a:pt x="3" y="50113"/>
                        <a:pt x="2277" y="44631"/>
                        <a:pt x="6321" y="40591"/>
                      </a:cubicBezTo>
                      <a:lnTo>
                        <a:pt x="40591" y="6320"/>
                      </a:lnTo>
                      <a:cubicBezTo>
                        <a:pt x="49005" y="-2101"/>
                        <a:pt x="62654" y="-2108"/>
                        <a:pt x="71076" y="6307"/>
                      </a:cubicBezTo>
                      <a:cubicBezTo>
                        <a:pt x="79498" y="14722"/>
                        <a:pt x="79504" y="28370"/>
                        <a:pt x="71090" y="36792"/>
                      </a:cubicBezTo>
                      <a:lnTo>
                        <a:pt x="36792" y="71089"/>
                      </a:lnTo>
                      <a:cubicBezTo>
                        <a:pt x="32746" y="75130"/>
                        <a:pt x="27260" y="77398"/>
                        <a:pt x="21543" y="77394"/>
                      </a:cubicBezTo>
                      <a:close/>
                    </a:path>
                  </a:pathLst>
                </a:custGeom>
                <a:solidFill>
                  <a:srgbClr val="EF463C"/>
                </a:solidFill>
                <a:ln w="2667" cap="flat">
                  <a:noFill/>
                  <a:prstDash val="solid"/>
                  <a:miter/>
                </a:ln>
              </p:spPr>
              <p:txBody>
                <a:bodyPr rtlCol="0" anchor="ctr"/>
                <a:lstStyle/>
                <a:p>
                  <a:endParaRPr lang="en-MY"/>
                </a:p>
              </p:txBody>
            </p:sp>
            <p:sp>
              <p:nvSpPr>
                <p:cNvPr id="623" name="Freeform: Shape 622">
                  <a:extLst>
                    <a:ext uri="{FF2B5EF4-FFF2-40B4-BE49-F238E27FC236}">
                      <a16:creationId xmlns:a16="http://schemas.microsoft.com/office/drawing/2014/main" id="{7425579D-7BB2-2E5A-C398-7D9B03498139}"/>
                    </a:ext>
                  </a:extLst>
                </p:cNvPr>
                <p:cNvSpPr/>
                <p:nvPr/>
              </p:nvSpPr>
              <p:spPr>
                <a:xfrm>
                  <a:off x="1811694" y="1845165"/>
                  <a:ext cx="77397" cy="77393"/>
                </a:xfrm>
                <a:custGeom>
                  <a:avLst/>
                  <a:gdLst>
                    <a:gd name="connsiteX0" fmla="*/ 55854 w 77397"/>
                    <a:gd name="connsiteY0" fmla="*/ 77394 h 77393"/>
                    <a:gd name="connsiteX1" fmla="*/ 40604 w 77397"/>
                    <a:gd name="connsiteY1" fmla="*/ 71089 h 77393"/>
                    <a:gd name="connsiteX2" fmla="*/ 6307 w 77397"/>
                    <a:gd name="connsiteY2" fmla="*/ 36792 h 77393"/>
                    <a:gd name="connsiteX3" fmla="*/ 6320 w 77397"/>
                    <a:gd name="connsiteY3" fmla="*/ 6307 h 77393"/>
                    <a:gd name="connsiteX4" fmla="*/ 36805 w 77397"/>
                    <a:gd name="connsiteY4" fmla="*/ 6320 h 77393"/>
                    <a:gd name="connsiteX5" fmla="*/ 71103 w 77397"/>
                    <a:gd name="connsiteY5" fmla="*/ 40618 h 77393"/>
                    <a:gd name="connsiteX6" fmla="*/ 71066 w 77397"/>
                    <a:gd name="connsiteY6" fmla="*/ 71099 h 77393"/>
                    <a:gd name="connsiteX7" fmla="*/ 55854 w 77397"/>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7" h="77393">
                      <a:moveTo>
                        <a:pt x="55854" y="77394"/>
                      </a:moveTo>
                      <a:cubicBezTo>
                        <a:pt x="50135" y="77398"/>
                        <a:pt x="44650" y="75130"/>
                        <a:pt x="40604" y="71089"/>
                      </a:cubicBezTo>
                      <a:lnTo>
                        <a:pt x="6307" y="36792"/>
                      </a:lnTo>
                      <a:cubicBezTo>
                        <a:pt x="-2108" y="28370"/>
                        <a:pt x="-2101" y="14722"/>
                        <a:pt x="6320" y="6307"/>
                      </a:cubicBezTo>
                      <a:cubicBezTo>
                        <a:pt x="14742" y="-2108"/>
                        <a:pt x="28391" y="-2101"/>
                        <a:pt x="36805" y="6320"/>
                      </a:cubicBezTo>
                      <a:lnTo>
                        <a:pt x="71103" y="40618"/>
                      </a:lnTo>
                      <a:cubicBezTo>
                        <a:pt x="79510" y="49045"/>
                        <a:pt x="79493" y="62692"/>
                        <a:pt x="71066" y="71099"/>
                      </a:cubicBezTo>
                      <a:cubicBezTo>
                        <a:pt x="67028" y="75128"/>
                        <a:pt x="61558" y="77391"/>
                        <a:pt x="55854" y="77394"/>
                      </a:cubicBezTo>
                      <a:close/>
                    </a:path>
                  </a:pathLst>
                </a:custGeom>
                <a:solidFill>
                  <a:srgbClr val="EF463C"/>
                </a:solidFill>
                <a:ln w="2667" cap="flat">
                  <a:noFill/>
                  <a:prstDash val="solid"/>
                  <a:miter/>
                </a:ln>
              </p:spPr>
              <p:txBody>
                <a:bodyPr rtlCol="0" anchor="ctr"/>
                <a:lstStyle/>
                <a:p>
                  <a:endParaRPr lang="en-MY"/>
                </a:p>
              </p:txBody>
            </p:sp>
            <p:sp>
              <p:nvSpPr>
                <p:cNvPr id="624" name="Freeform: Shape 623">
                  <a:extLst>
                    <a:ext uri="{FF2B5EF4-FFF2-40B4-BE49-F238E27FC236}">
                      <a16:creationId xmlns:a16="http://schemas.microsoft.com/office/drawing/2014/main" id="{74903419-37D9-E0FE-93E0-379481DFAE76}"/>
                    </a:ext>
                  </a:extLst>
                </p:cNvPr>
                <p:cNvSpPr/>
                <p:nvPr/>
              </p:nvSpPr>
              <p:spPr>
                <a:xfrm>
                  <a:off x="1964108" y="1793479"/>
                  <a:ext cx="43107" cy="91603"/>
                </a:xfrm>
                <a:custGeom>
                  <a:avLst/>
                  <a:gdLst>
                    <a:gd name="connsiteX0" fmla="*/ 21554 w 43107"/>
                    <a:gd name="connsiteY0" fmla="*/ 91603 h 91603"/>
                    <a:gd name="connsiteX1" fmla="*/ 0 w 43107"/>
                    <a:gd name="connsiteY1" fmla="*/ 70050 h 91603"/>
                    <a:gd name="connsiteX2" fmla="*/ 0 w 43107"/>
                    <a:gd name="connsiteY2" fmla="*/ 21554 h 91603"/>
                    <a:gd name="connsiteX3" fmla="*/ 21554 w 43107"/>
                    <a:gd name="connsiteY3" fmla="*/ 0 h 91603"/>
                    <a:gd name="connsiteX4" fmla="*/ 43107 w 43107"/>
                    <a:gd name="connsiteY4" fmla="*/ 21554 h 91603"/>
                    <a:gd name="connsiteX5" fmla="*/ 43107 w 43107"/>
                    <a:gd name="connsiteY5" fmla="*/ 70050 h 91603"/>
                    <a:gd name="connsiteX6" fmla="*/ 21554 w 43107"/>
                    <a:gd name="connsiteY6" fmla="*/ 91603 h 91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107" h="91603">
                      <a:moveTo>
                        <a:pt x="21554" y="91603"/>
                      </a:moveTo>
                      <a:cubicBezTo>
                        <a:pt x="9650" y="91603"/>
                        <a:pt x="0" y="81954"/>
                        <a:pt x="0" y="70050"/>
                      </a:cubicBezTo>
                      <a:lnTo>
                        <a:pt x="0" y="21554"/>
                      </a:lnTo>
                      <a:cubicBezTo>
                        <a:pt x="0" y="9650"/>
                        <a:pt x="9650" y="0"/>
                        <a:pt x="21554" y="0"/>
                      </a:cubicBezTo>
                      <a:cubicBezTo>
                        <a:pt x="33458" y="0"/>
                        <a:pt x="43107" y="9650"/>
                        <a:pt x="43107" y="21554"/>
                      </a:cubicBezTo>
                      <a:lnTo>
                        <a:pt x="43107" y="70050"/>
                      </a:lnTo>
                      <a:cubicBezTo>
                        <a:pt x="43107" y="81954"/>
                        <a:pt x="33458" y="91603"/>
                        <a:pt x="21554" y="91603"/>
                      </a:cubicBezTo>
                      <a:close/>
                    </a:path>
                  </a:pathLst>
                </a:custGeom>
                <a:solidFill>
                  <a:srgbClr val="EF463C"/>
                </a:solidFill>
                <a:ln w="2667" cap="flat">
                  <a:noFill/>
                  <a:prstDash val="solid"/>
                  <a:miter/>
                </a:ln>
              </p:spPr>
              <p:txBody>
                <a:bodyPr rtlCol="0" anchor="ctr"/>
                <a:lstStyle/>
                <a:p>
                  <a:endParaRPr lang="en-MY"/>
                </a:p>
              </p:txBody>
            </p:sp>
            <p:sp>
              <p:nvSpPr>
                <p:cNvPr id="625" name="Freeform: Shape 624">
                  <a:extLst>
                    <a:ext uri="{FF2B5EF4-FFF2-40B4-BE49-F238E27FC236}">
                      <a16:creationId xmlns:a16="http://schemas.microsoft.com/office/drawing/2014/main" id="{8E2AF167-AE62-98CE-F636-7EA6EA0545B6}"/>
                    </a:ext>
                  </a:extLst>
                </p:cNvPr>
                <p:cNvSpPr/>
                <p:nvPr/>
              </p:nvSpPr>
              <p:spPr>
                <a:xfrm>
                  <a:off x="2126354"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1" y="43107"/>
                        <a:pt x="0" y="33458"/>
                        <a:pt x="0" y="21554"/>
                      </a:cubicBezTo>
                      <a:cubicBezTo>
                        <a:pt x="0" y="9650"/>
                        <a:pt x="9651" y="0"/>
                        <a:pt x="21554" y="0"/>
                      </a:cubicBezTo>
                      <a:lnTo>
                        <a:pt x="61967" y="0"/>
                      </a:lnTo>
                      <a:cubicBezTo>
                        <a:pt x="73870" y="0"/>
                        <a:pt x="83521" y="9650"/>
                        <a:pt x="83521" y="21554"/>
                      </a:cubicBezTo>
                      <a:cubicBezTo>
                        <a:pt x="83521" y="33458"/>
                        <a:pt x="73870" y="43107"/>
                        <a:pt x="61967" y="43107"/>
                      </a:cubicBezTo>
                      <a:close/>
                    </a:path>
                  </a:pathLst>
                </a:custGeom>
                <a:solidFill>
                  <a:srgbClr val="EF463C"/>
                </a:solidFill>
                <a:ln w="2667" cap="flat">
                  <a:noFill/>
                  <a:prstDash val="solid"/>
                  <a:miter/>
                </a:ln>
              </p:spPr>
              <p:txBody>
                <a:bodyPr rtlCol="0" anchor="ctr"/>
                <a:lstStyle/>
                <a:p>
                  <a:endParaRPr lang="en-MY"/>
                </a:p>
              </p:txBody>
            </p:sp>
          </p:grpSp>
        </p:grpSp>
      </p:grpSp>
      <p:grpSp>
        <p:nvGrpSpPr>
          <p:cNvPr id="498" name="Group 497">
            <a:extLst>
              <a:ext uri="{FF2B5EF4-FFF2-40B4-BE49-F238E27FC236}">
                <a16:creationId xmlns:a16="http://schemas.microsoft.com/office/drawing/2014/main" id="{40BE0BE6-4784-7160-7E9F-275DBD25D6A4}"/>
              </a:ext>
            </a:extLst>
          </p:cNvPr>
          <p:cNvGrpSpPr/>
          <p:nvPr/>
        </p:nvGrpSpPr>
        <p:grpSpPr>
          <a:xfrm>
            <a:off x="2432465" y="2241576"/>
            <a:ext cx="2601223" cy="1365966"/>
            <a:chOff x="2432465" y="2241576"/>
            <a:chExt cx="2601223" cy="1365966"/>
          </a:xfrm>
        </p:grpSpPr>
        <p:sp>
          <p:nvSpPr>
            <p:cNvPr id="31" name="Arrow: Chevron 284">
              <a:extLst>
                <a:ext uri="{FF2B5EF4-FFF2-40B4-BE49-F238E27FC236}">
                  <a16:creationId xmlns:a16="http://schemas.microsoft.com/office/drawing/2014/main" id="{2C287C6A-EA82-151E-6A18-00828D427586}"/>
                </a:ext>
              </a:extLst>
            </p:cNvPr>
            <p:cNvSpPr/>
            <p:nvPr/>
          </p:nvSpPr>
          <p:spPr>
            <a:xfrm>
              <a:off x="3208888" y="3197853"/>
              <a:ext cx="1634664"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432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F2S/BBP</a:t>
              </a:r>
            </a:p>
          </p:txBody>
        </p:sp>
        <p:sp>
          <p:nvSpPr>
            <p:cNvPr id="32" name="Arrow: Chevron 287">
              <a:extLst>
                <a:ext uri="{FF2B5EF4-FFF2-40B4-BE49-F238E27FC236}">
                  <a16:creationId xmlns:a16="http://schemas.microsoft.com/office/drawing/2014/main" id="{47BC0B7F-736D-7204-639C-B4E3430ECDD0}"/>
                </a:ext>
              </a:extLst>
            </p:cNvPr>
            <p:cNvSpPr/>
            <p:nvPr/>
          </p:nvSpPr>
          <p:spPr>
            <a:xfrm>
              <a:off x="2441619" y="3197853"/>
              <a:ext cx="1225818"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65000"/>
                    </a:schemeClr>
                  </a:solidFill>
                  <a:effectLst/>
                  <a:uLnTx/>
                  <a:uFillTx/>
                  <a:latin typeface="Century Gothic" panose="020F0302020204030204"/>
                  <a:ea typeface="+mn-ea"/>
                  <a:cs typeface="+mn-cs"/>
                </a:rPr>
                <a:t>Inception</a:t>
              </a:r>
              <a:endPar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endParaRPr>
            </a:p>
          </p:txBody>
        </p:sp>
        <p:sp>
          <p:nvSpPr>
            <p:cNvPr id="33" name="Arrow: Chevron 278">
              <a:extLst>
                <a:ext uri="{FF2B5EF4-FFF2-40B4-BE49-F238E27FC236}">
                  <a16:creationId xmlns:a16="http://schemas.microsoft.com/office/drawing/2014/main" id="{CD12FC4A-8ACA-F7F3-4B96-DED4DEF88876}"/>
                </a:ext>
              </a:extLst>
            </p:cNvPr>
            <p:cNvSpPr/>
            <p:nvPr/>
          </p:nvSpPr>
          <p:spPr>
            <a:xfrm>
              <a:off x="2432465" y="2241576"/>
              <a:ext cx="2601223" cy="964154"/>
            </a:xfrm>
            <a:prstGeom prst="chevron">
              <a:avLst>
                <a:gd name="adj" fmla="val 29545"/>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Explore</a:t>
              </a:r>
            </a:p>
          </p:txBody>
        </p:sp>
        <p:grpSp>
          <p:nvGrpSpPr>
            <p:cNvPr id="497" name="Group 496">
              <a:extLst>
                <a:ext uri="{FF2B5EF4-FFF2-40B4-BE49-F238E27FC236}">
                  <a16:creationId xmlns:a16="http://schemas.microsoft.com/office/drawing/2014/main" id="{A4C27C41-AC17-7DD6-455C-54F8176C76F9}"/>
                </a:ext>
              </a:extLst>
            </p:cNvPr>
            <p:cNvGrpSpPr/>
            <p:nvPr/>
          </p:nvGrpSpPr>
          <p:grpSpPr>
            <a:xfrm>
              <a:off x="3424308" y="2369261"/>
              <a:ext cx="471163" cy="471791"/>
              <a:chOff x="3424308" y="2369261"/>
              <a:chExt cx="471163" cy="471791"/>
            </a:xfrm>
          </p:grpSpPr>
          <p:sp>
            <p:nvSpPr>
              <p:cNvPr id="35" name="Oval 34">
                <a:extLst>
                  <a:ext uri="{FF2B5EF4-FFF2-40B4-BE49-F238E27FC236}">
                    <a16:creationId xmlns:a16="http://schemas.microsoft.com/office/drawing/2014/main" id="{E5FC7724-78A0-533B-F032-BF40ACDE6C95}"/>
                  </a:ext>
                </a:extLst>
              </p:cNvPr>
              <p:cNvSpPr/>
              <p:nvPr/>
            </p:nvSpPr>
            <p:spPr>
              <a:xfrm>
                <a:off x="3424308" y="2369261"/>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36" name="Graphic 330">
                <a:extLst>
                  <a:ext uri="{FF2B5EF4-FFF2-40B4-BE49-F238E27FC236}">
                    <a16:creationId xmlns:a16="http://schemas.microsoft.com/office/drawing/2014/main" id="{AC5E6117-008B-B02E-0DFC-F36760FE0A4D}"/>
                  </a:ext>
                </a:extLst>
              </p:cNvPr>
              <p:cNvGrpSpPr/>
              <p:nvPr/>
            </p:nvGrpSpPr>
            <p:grpSpPr>
              <a:xfrm>
                <a:off x="3529178" y="2474297"/>
                <a:ext cx="261425" cy="261748"/>
                <a:chOff x="2905403" y="2047213"/>
                <a:chExt cx="261773" cy="261748"/>
              </a:xfrm>
              <a:solidFill>
                <a:schemeClr val="bg1">
                  <a:lumMod val="75000"/>
                </a:schemeClr>
              </a:solidFill>
            </p:grpSpPr>
            <p:sp>
              <p:nvSpPr>
                <p:cNvPr id="37" name="Freeform 170">
                  <a:extLst>
                    <a:ext uri="{FF2B5EF4-FFF2-40B4-BE49-F238E27FC236}">
                      <a16:creationId xmlns:a16="http://schemas.microsoft.com/office/drawing/2014/main" id="{EAFC8AEF-90F5-7251-29FD-0A146E05B949}"/>
                    </a:ext>
                  </a:extLst>
                </p:cNvPr>
                <p:cNvSpPr/>
                <p:nvPr/>
              </p:nvSpPr>
              <p:spPr>
                <a:xfrm>
                  <a:off x="2905403" y="2197919"/>
                  <a:ext cx="111010" cy="111042"/>
                </a:xfrm>
                <a:custGeom>
                  <a:avLst/>
                  <a:gdLst>
                    <a:gd name="connsiteX0" fmla="*/ 12535 w 111010"/>
                    <a:gd name="connsiteY0" fmla="*/ 111042 h 111042"/>
                    <a:gd name="connsiteX1" fmla="*/ 0 w 111010"/>
                    <a:gd name="connsiteY1" fmla="*/ 98495 h 111042"/>
                    <a:gd name="connsiteX2" fmla="*/ 3662 w 111010"/>
                    <a:gd name="connsiteY2" fmla="*/ 89645 h 111042"/>
                    <a:gd name="connsiteX3" fmla="*/ 88890 w 111010"/>
                    <a:gd name="connsiteY3" fmla="*/ 4449 h 111042"/>
                    <a:gd name="connsiteX4" fmla="*/ 106562 w 111010"/>
                    <a:gd name="connsiteY4" fmla="*/ 2960 h 111042"/>
                    <a:gd name="connsiteX5" fmla="*/ 108051 w 111010"/>
                    <a:gd name="connsiteY5" fmla="*/ 20632 h 111042"/>
                    <a:gd name="connsiteX6" fmla="*/ 106587 w 111010"/>
                    <a:gd name="connsiteY6" fmla="*/ 22100 h 111042"/>
                    <a:gd name="connsiteX7" fmla="*/ 21407 w 111010"/>
                    <a:gd name="connsiteY7" fmla="*/ 107327 h 111042"/>
                    <a:gd name="connsiteX8" fmla="*/ 12535 w 111010"/>
                    <a:gd name="connsiteY8" fmla="*/ 111042 h 11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010" h="111042">
                      <a:moveTo>
                        <a:pt x="12535" y="111042"/>
                      </a:moveTo>
                      <a:cubicBezTo>
                        <a:pt x="5609" y="111039"/>
                        <a:pt x="-3" y="105422"/>
                        <a:pt x="0" y="98495"/>
                      </a:cubicBezTo>
                      <a:cubicBezTo>
                        <a:pt x="2" y="95177"/>
                        <a:pt x="1318" y="91995"/>
                        <a:pt x="3662" y="89645"/>
                      </a:cubicBezTo>
                      <a:lnTo>
                        <a:pt x="88890" y="4449"/>
                      </a:lnTo>
                      <a:cubicBezTo>
                        <a:pt x="93358" y="-842"/>
                        <a:pt x="101270" y="-1509"/>
                        <a:pt x="106562" y="2960"/>
                      </a:cubicBezTo>
                      <a:cubicBezTo>
                        <a:pt x="111853" y="7429"/>
                        <a:pt x="112520" y="15340"/>
                        <a:pt x="108051" y="20632"/>
                      </a:cubicBezTo>
                      <a:cubicBezTo>
                        <a:pt x="107604" y="21161"/>
                        <a:pt x="107115" y="21651"/>
                        <a:pt x="106587" y="22100"/>
                      </a:cubicBezTo>
                      <a:lnTo>
                        <a:pt x="21407" y="107327"/>
                      </a:lnTo>
                      <a:cubicBezTo>
                        <a:pt x="19061" y="109696"/>
                        <a:pt x="15868" y="111033"/>
                        <a:pt x="12535" y="111042"/>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8" name="Freeform 171">
                  <a:extLst>
                    <a:ext uri="{FF2B5EF4-FFF2-40B4-BE49-F238E27FC236}">
                      <a16:creationId xmlns:a16="http://schemas.microsoft.com/office/drawing/2014/main" id="{BC3D8E7A-D034-2E61-D165-90D3A60AB9EF}"/>
                    </a:ext>
                  </a:extLst>
                </p:cNvPr>
                <p:cNvSpPr/>
                <p:nvPr/>
              </p:nvSpPr>
              <p:spPr>
                <a:xfrm>
                  <a:off x="2964682" y="2047213"/>
                  <a:ext cx="202495" cy="202495"/>
                </a:xfrm>
                <a:custGeom>
                  <a:avLst/>
                  <a:gdLst>
                    <a:gd name="connsiteX0" fmla="*/ 101263 w 202495"/>
                    <a:gd name="connsiteY0" fmla="*/ 202495 h 202495"/>
                    <a:gd name="connsiteX1" fmla="*/ 0 w 202495"/>
                    <a:gd name="connsiteY1" fmla="*/ 101263 h 202495"/>
                    <a:gd name="connsiteX2" fmla="*/ 101232 w 202495"/>
                    <a:gd name="connsiteY2" fmla="*/ 0 h 202495"/>
                    <a:gd name="connsiteX3" fmla="*/ 202495 w 202495"/>
                    <a:gd name="connsiteY3" fmla="*/ 101232 h 202495"/>
                    <a:gd name="connsiteX4" fmla="*/ 202495 w 202495"/>
                    <a:gd name="connsiteY4" fmla="*/ 101248 h 202495"/>
                    <a:gd name="connsiteX5" fmla="*/ 101263 w 202495"/>
                    <a:gd name="connsiteY5" fmla="*/ 202495 h 202495"/>
                    <a:gd name="connsiteX6" fmla="*/ 101263 w 202495"/>
                    <a:gd name="connsiteY6" fmla="*/ 25096 h 202495"/>
                    <a:gd name="connsiteX7" fmla="*/ 25081 w 202495"/>
                    <a:gd name="connsiteY7" fmla="*/ 101248 h 202495"/>
                    <a:gd name="connsiteX8" fmla="*/ 101232 w 202495"/>
                    <a:gd name="connsiteY8" fmla="*/ 177430 h 202495"/>
                    <a:gd name="connsiteX9" fmla="*/ 177415 w 202495"/>
                    <a:gd name="connsiteY9" fmla="*/ 101279 h 202495"/>
                    <a:gd name="connsiteX10" fmla="*/ 177415 w 202495"/>
                    <a:gd name="connsiteY10" fmla="*/ 101248 h 202495"/>
                    <a:gd name="connsiteX11" fmla="*/ 101263 w 202495"/>
                    <a:gd name="connsiteY11" fmla="*/ 25049 h 202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495" h="202495">
                      <a:moveTo>
                        <a:pt x="101263" y="202495"/>
                      </a:moveTo>
                      <a:cubicBezTo>
                        <a:pt x="45346" y="202505"/>
                        <a:pt x="9" y="157181"/>
                        <a:pt x="0" y="101263"/>
                      </a:cubicBezTo>
                      <a:cubicBezTo>
                        <a:pt x="-9" y="45346"/>
                        <a:pt x="45314" y="9"/>
                        <a:pt x="101232" y="0"/>
                      </a:cubicBezTo>
                      <a:cubicBezTo>
                        <a:pt x="157149" y="-9"/>
                        <a:pt x="202486" y="45314"/>
                        <a:pt x="202495" y="101232"/>
                      </a:cubicBezTo>
                      <a:cubicBezTo>
                        <a:pt x="202495" y="101237"/>
                        <a:pt x="202495" y="101242"/>
                        <a:pt x="202495" y="101248"/>
                      </a:cubicBezTo>
                      <a:cubicBezTo>
                        <a:pt x="202434" y="157134"/>
                        <a:pt x="157149" y="202426"/>
                        <a:pt x="101263" y="202495"/>
                      </a:cubicBezTo>
                      <a:close/>
                      <a:moveTo>
                        <a:pt x="101263" y="25096"/>
                      </a:moveTo>
                      <a:cubicBezTo>
                        <a:pt x="59197" y="25088"/>
                        <a:pt x="25089" y="59182"/>
                        <a:pt x="25081" y="101248"/>
                      </a:cubicBezTo>
                      <a:cubicBezTo>
                        <a:pt x="25072" y="143313"/>
                        <a:pt x="59166" y="177421"/>
                        <a:pt x="101232" y="177430"/>
                      </a:cubicBezTo>
                      <a:cubicBezTo>
                        <a:pt x="143298" y="177440"/>
                        <a:pt x="177405" y="143345"/>
                        <a:pt x="177415" y="101279"/>
                      </a:cubicBezTo>
                      <a:cubicBezTo>
                        <a:pt x="177415" y="101268"/>
                        <a:pt x="177415" y="101258"/>
                        <a:pt x="177415" y="101248"/>
                      </a:cubicBezTo>
                      <a:cubicBezTo>
                        <a:pt x="177388" y="59194"/>
                        <a:pt x="143317" y="25101"/>
                        <a:pt x="101263" y="25049"/>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9" name="Freeform 172">
                  <a:extLst>
                    <a:ext uri="{FF2B5EF4-FFF2-40B4-BE49-F238E27FC236}">
                      <a16:creationId xmlns:a16="http://schemas.microsoft.com/office/drawing/2014/main" id="{B4A67E5E-D0A1-CF27-2214-3FC99E6A1648}"/>
                    </a:ext>
                  </a:extLst>
                </p:cNvPr>
                <p:cNvSpPr/>
                <p:nvPr/>
              </p:nvSpPr>
              <p:spPr>
                <a:xfrm>
                  <a:off x="3052606" y="2106356"/>
                  <a:ext cx="25080" cy="84208"/>
                </a:xfrm>
                <a:custGeom>
                  <a:avLst/>
                  <a:gdLst>
                    <a:gd name="connsiteX0" fmla="*/ 12540 w 25080"/>
                    <a:gd name="connsiteY0" fmla="*/ 84208 h 84208"/>
                    <a:gd name="connsiteX1" fmla="*/ 0 w 25080"/>
                    <a:gd name="connsiteY1" fmla="*/ 71668 h 84208"/>
                    <a:gd name="connsiteX2" fmla="*/ 0 w 25080"/>
                    <a:gd name="connsiteY2" fmla="*/ 12540 h 84208"/>
                    <a:gd name="connsiteX3" fmla="*/ 12540 w 25080"/>
                    <a:gd name="connsiteY3" fmla="*/ 0 h 84208"/>
                    <a:gd name="connsiteX4" fmla="*/ 25081 w 25080"/>
                    <a:gd name="connsiteY4" fmla="*/ 12540 h 84208"/>
                    <a:gd name="connsiteX5" fmla="*/ 25081 w 25080"/>
                    <a:gd name="connsiteY5" fmla="*/ 71668 h 84208"/>
                    <a:gd name="connsiteX6" fmla="*/ 12540 w 25080"/>
                    <a:gd name="connsiteY6" fmla="*/ 84208 h 84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80" h="84208">
                      <a:moveTo>
                        <a:pt x="12540" y="84208"/>
                      </a:moveTo>
                      <a:cubicBezTo>
                        <a:pt x="5615" y="84208"/>
                        <a:pt x="0" y="78594"/>
                        <a:pt x="0" y="71668"/>
                      </a:cubicBezTo>
                      <a:lnTo>
                        <a:pt x="0" y="12540"/>
                      </a:lnTo>
                      <a:cubicBezTo>
                        <a:pt x="0" y="5614"/>
                        <a:pt x="5615" y="0"/>
                        <a:pt x="12540" y="0"/>
                      </a:cubicBezTo>
                      <a:cubicBezTo>
                        <a:pt x="19466" y="0"/>
                        <a:pt x="25081" y="5614"/>
                        <a:pt x="25081" y="12540"/>
                      </a:cubicBezTo>
                      <a:lnTo>
                        <a:pt x="25081" y="71668"/>
                      </a:lnTo>
                      <a:cubicBezTo>
                        <a:pt x="25081" y="78594"/>
                        <a:pt x="19466" y="84208"/>
                        <a:pt x="12540" y="84208"/>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0" name="Freeform 173">
                  <a:extLst>
                    <a:ext uri="{FF2B5EF4-FFF2-40B4-BE49-F238E27FC236}">
                      <a16:creationId xmlns:a16="http://schemas.microsoft.com/office/drawing/2014/main" id="{877A1926-4481-3A71-FE91-D4295603D37E}"/>
                    </a:ext>
                  </a:extLst>
                </p:cNvPr>
                <p:cNvSpPr/>
                <p:nvPr/>
              </p:nvSpPr>
              <p:spPr>
                <a:xfrm>
                  <a:off x="3023826" y="2135121"/>
                  <a:ext cx="84224" cy="25080"/>
                </a:xfrm>
                <a:custGeom>
                  <a:avLst/>
                  <a:gdLst>
                    <a:gd name="connsiteX0" fmla="*/ 71684 w 84224"/>
                    <a:gd name="connsiteY0" fmla="*/ 25081 h 25080"/>
                    <a:gd name="connsiteX1" fmla="*/ 12540 w 84224"/>
                    <a:gd name="connsiteY1" fmla="*/ 25081 h 25080"/>
                    <a:gd name="connsiteX2" fmla="*/ 0 w 84224"/>
                    <a:gd name="connsiteY2" fmla="*/ 12540 h 25080"/>
                    <a:gd name="connsiteX3" fmla="*/ 12540 w 84224"/>
                    <a:gd name="connsiteY3" fmla="*/ 0 h 25080"/>
                    <a:gd name="connsiteX4" fmla="*/ 71684 w 84224"/>
                    <a:gd name="connsiteY4" fmla="*/ 0 h 25080"/>
                    <a:gd name="connsiteX5" fmla="*/ 84224 w 84224"/>
                    <a:gd name="connsiteY5" fmla="*/ 12540 h 25080"/>
                    <a:gd name="connsiteX6" fmla="*/ 71684 w 8422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224" h="25080">
                      <a:moveTo>
                        <a:pt x="71684" y="25081"/>
                      </a:moveTo>
                      <a:lnTo>
                        <a:pt x="12540" y="25081"/>
                      </a:lnTo>
                      <a:cubicBezTo>
                        <a:pt x="5614" y="25081"/>
                        <a:pt x="0" y="19466"/>
                        <a:pt x="0" y="12540"/>
                      </a:cubicBezTo>
                      <a:cubicBezTo>
                        <a:pt x="0" y="5614"/>
                        <a:pt x="5614" y="0"/>
                        <a:pt x="12540" y="0"/>
                      </a:cubicBezTo>
                      <a:lnTo>
                        <a:pt x="71684" y="0"/>
                      </a:lnTo>
                      <a:cubicBezTo>
                        <a:pt x="78609" y="0"/>
                        <a:pt x="84224" y="5614"/>
                        <a:pt x="84224" y="12540"/>
                      </a:cubicBezTo>
                      <a:cubicBezTo>
                        <a:pt x="84224" y="19466"/>
                        <a:pt x="78609" y="25081"/>
                        <a:pt x="71684" y="25081"/>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509" name="Group 508">
            <a:extLst>
              <a:ext uri="{FF2B5EF4-FFF2-40B4-BE49-F238E27FC236}">
                <a16:creationId xmlns:a16="http://schemas.microsoft.com/office/drawing/2014/main" id="{97F3DB6D-82E2-7260-FEF3-282138423782}"/>
              </a:ext>
            </a:extLst>
          </p:cNvPr>
          <p:cNvGrpSpPr/>
          <p:nvPr/>
        </p:nvGrpSpPr>
        <p:grpSpPr>
          <a:xfrm>
            <a:off x="4748633" y="2241576"/>
            <a:ext cx="4663391" cy="1365967"/>
            <a:chOff x="4748633" y="2241576"/>
            <a:chExt cx="4663391" cy="1365967"/>
          </a:xfrm>
        </p:grpSpPr>
        <p:grpSp>
          <p:nvGrpSpPr>
            <p:cNvPr id="504" name="Group 503">
              <a:extLst>
                <a:ext uri="{FF2B5EF4-FFF2-40B4-BE49-F238E27FC236}">
                  <a16:creationId xmlns:a16="http://schemas.microsoft.com/office/drawing/2014/main" id="{651DEBF5-1078-7DFF-D9DE-56D8976AF30B}"/>
                </a:ext>
              </a:extLst>
            </p:cNvPr>
            <p:cNvGrpSpPr/>
            <p:nvPr/>
          </p:nvGrpSpPr>
          <p:grpSpPr>
            <a:xfrm>
              <a:off x="4748633" y="2241576"/>
              <a:ext cx="4663391" cy="1365967"/>
              <a:chOff x="4748633" y="2241576"/>
              <a:chExt cx="4663391" cy="1365967"/>
            </a:xfrm>
          </p:grpSpPr>
          <p:sp>
            <p:nvSpPr>
              <p:cNvPr id="48" name="Arrow: Chevron 22">
                <a:extLst>
                  <a:ext uri="{FF2B5EF4-FFF2-40B4-BE49-F238E27FC236}">
                    <a16:creationId xmlns:a16="http://schemas.microsoft.com/office/drawing/2014/main" id="{266EB357-282E-0266-4C59-E2FCA880E3E3}"/>
                  </a:ext>
                </a:extLst>
              </p:cNvPr>
              <p:cNvSpPr/>
              <p:nvPr/>
            </p:nvSpPr>
            <p:spPr>
              <a:xfrm>
                <a:off x="4748633" y="3197853"/>
                <a:ext cx="2666844" cy="409690"/>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Realization</a:t>
                </a:r>
              </a:p>
            </p:txBody>
          </p:sp>
          <p:sp>
            <p:nvSpPr>
              <p:cNvPr id="49" name="Arrow: Chevron 274">
                <a:extLst>
                  <a:ext uri="{FF2B5EF4-FFF2-40B4-BE49-F238E27FC236}">
                    <a16:creationId xmlns:a16="http://schemas.microsoft.com/office/drawing/2014/main" id="{90371559-C0C0-9365-E364-41DBA6C46E8D}"/>
                  </a:ext>
                </a:extLst>
              </p:cNvPr>
              <p:cNvSpPr/>
              <p:nvPr/>
            </p:nvSpPr>
            <p:spPr>
              <a:xfrm>
                <a:off x="8266342" y="3197853"/>
                <a:ext cx="978242" cy="409690"/>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000" b="1" dirty="0">
                    <a:solidFill>
                      <a:schemeClr val="bg1">
                        <a:lumMod val="65000"/>
                      </a:schemeClr>
                    </a:solidFill>
                    <a:latin typeface="Century Gothic" panose="020F0302020204030204"/>
                  </a:rPr>
                  <a:t>BRT</a:t>
                </a:r>
                <a:endPar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endParaRPr>
              </a:p>
            </p:txBody>
          </p:sp>
          <p:sp>
            <p:nvSpPr>
              <p:cNvPr id="50" name="Arrow: Chevron 273">
                <a:extLst>
                  <a:ext uri="{FF2B5EF4-FFF2-40B4-BE49-F238E27FC236}">
                    <a16:creationId xmlns:a16="http://schemas.microsoft.com/office/drawing/2014/main" id="{EE37FC1E-3904-A2F8-495C-DFB2423D00C3}"/>
                  </a:ext>
                </a:extLst>
              </p:cNvPr>
              <p:cNvSpPr/>
              <p:nvPr/>
            </p:nvSpPr>
            <p:spPr>
              <a:xfrm>
                <a:off x="7323214" y="3197853"/>
                <a:ext cx="1045211"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65000"/>
                      </a:schemeClr>
                    </a:solidFill>
                    <a:effectLst/>
                    <a:uLnTx/>
                    <a:uFillTx/>
                    <a:latin typeface="Century Gothic" panose="020F0302020204030204"/>
                    <a:ea typeface="+mn-ea"/>
                    <a:cs typeface="+mn-cs"/>
                  </a:rPr>
                  <a:t>SIT</a:t>
                </a:r>
              </a:p>
            </p:txBody>
          </p:sp>
          <p:sp>
            <p:nvSpPr>
              <p:cNvPr id="51" name="Arrow: Chevron 279">
                <a:extLst>
                  <a:ext uri="{FF2B5EF4-FFF2-40B4-BE49-F238E27FC236}">
                    <a16:creationId xmlns:a16="http://schemas.microsoft.com/office/drawing/2014/main" id="{8222478E-A90C-7E02-37B6-53BDAD3E258E}"/>
                  </a:ext>
                </a:extLst>
              </p:cNvPr>
              <p:cNvSpPr/>
              <p:nvPr/>
            </p:nvSpPr>
            <p:spPr>
              <a:xfrm>
                <a:off x="4748633" y="2241576"/>
                <a:ext cx="4663391" cy="964154"/>
              </a:xfrm>
              <a:prstGeom prst="chevron">
                <a:avLst>
                  <a:gd name="adj" fmla="val 28502"/>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Execute</a:t>
                </a:r>
              </a:p>
            </p:txBody>
          </p:sp>
        </p:grpSp>
        <p:grpSp>
          <p:nvGrpSpPr>
            <p:cNvPr id="503" name="Group 502">
              <a:extLst>
                <a:ext uri="{FF2B5EF4-FFF2-40B4-BE49-F238E27FC236}">
                  <a16:creationId xmlns:a16="http://schemas.microsoft.com/office/drawing/2014/main" id="{98D8C3CF-1999-D64F-C5BD-94BB0C437836}"/>
                </a:ext>
              </a:extLst>
            </p:cNvPr>
            <p:cNvGrpSpPr/>
            <p:nvPr/>
          </p:nvGrpSpPr>
          <p:grpSpPr>
            <a:xfrm>
              <a:off x="6831073" y="2369261"/>
              <a:ext cx="471163" cy="471791"/>
              <a:chOff x="6831073" y="2369261"/>
              <a:chExt cx="471163" cy="471791"/>
            </a:xfrm>
          </p:grpSpPr>
          <p:sp>
            <p:nvSpPr>
              <p:cNvPr id="54" name="Oval 53">
                <a:extLst>
                  <a:ext uri="{FF2B5EF4-FFF2-40B4-BE49-F238E27FC236}">
                    <a16:creationId xmlns:a16="http://schemas.microsoft.com/office/drawing/2014/main" id="{0E3B3A3C-A538-2D7C-DD5A-B465F36E3C71}"/>
                  </a:ext>
                </a:extLst>
              </p:cNvPr>
              <p:cNvSpPr/>
              <p:nvPr/>
            </p:nvSpPr>
            <p:spPr>
              <a:xfrm>
                <a:off x="6831073" y="2369261"/>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55" name="Group 54">
                <a:extLst>
                  <a:ext uri="{FF2B5EF4-FFF2-40B4-BE49-F238E27FC236}">
                    <a16:creationId xmlns:a16="http://schemas.microsoft.com/office/drawing/2014/main" id="{1C462521-B744-8C1D-EA12-997D6C1CB59B}"/>
                  </a:ext>
                </a:extLst>
              </p:cNvPr>
              <p:cNvGrpSpPr/>
              <p:nvPr/>
            </p:nvGrpSpPr>
            <p:grpSpPr>
              <a:xfrm>
                <a:off x="6939507" y="2475833"/>
                <a:ext cx="254219" cy="258644"/>
                <a:chOff x="6566257" y="2048749"/>
                <a:chExt cx="254558" cy="258644"/>
              </a:xfrm>
              <a:solidFill>
                <a:schemeClr val="bg1">
                  <a:lumMod val="75000"/>
                </a:schemeClr>
              </a:solidFill>
            </p:grpSpPr>
            <p:grpSp>
              <p:nvGrpSpPr>
                <p:cNvPr id="56" name="Graphic 332">
                  <a:extLst>
                    <a:ext uri="{FF2B5EF4-FFF2-40B4-BE49-F238E27FC236}">
                      <a16:creationId xmlns:a16="http://schemas.microsoft.com/office/drawing/2014/main" id="{C0574D0D-2657-A6D9-8B0C-086756D5D36D}"/>
                    </a:ext>
                  </a:extLst>
                </p:cNvPr>
                <p:cNvGrpSpPr/>
                <p:nvPr/>
              </p:nvGrpSpPr>
              <p:grpSpPr>
                <a:xfrm>
                  <a:off x="6566257" y="2086119"/>
                  <a:ext cx="135075" cy="185001"/>
                  <a:chOff x="6566257" y="2086119"/>
                  <a:chExt cx="135075" cy="185001"/>
                </a:xfrm>
                <a:grpFill/>
              </p:grpSpPr>
              <p:sp>
                <p:nvSpPr>
                  <p:cNvPr id="454" name="Freeform 164">
                    <a:extLst>
                      <a:ext uri="{FF2B5EF4-FFF2-40B4-BE49-F238E27FC236}">
                        <a16:creationId xmlns:a16="http://schemas.microsoft.com/office/drawing/2014/main" id="{DB2828C6-A404-5185-869F-270B2A0F1663}"/>
                      </a:ext>
                    </a:extLst>
                  </p:cNvPr>
                  <p:cNvSpPr/>
                  <p:nvPr/>
                </p:nvSpPr>
                <p:spPr>
                  <a:xfrm>
                    <a:off x="6566257" y="2086119"/>
                    <a:ext cx="135075" cy="131501"/>
                  </a:xfrm>
                  <a:custGeom>
                    <a:avLst/>
                    <a:gdLst>
                      <a:gd name="connsiteX0" fmla="*/ 92814 w 135075"/>
                      <a:gd name="connsiteY0" fmla="*/ 131501 h 131501"/>
                      <a:gd name="connsiteX1" fmla="*/ 80275 w 135075"/>
                      <a:gd name="connsiteY1" fmla="*/ 118959 h 131501"/>
                      <a:gd name="connsiteX2" fmla="*/ 88409 w 135075"/>
                      <a:gd name="connsiteY2" fmla="*/ 107220 h 131501"/>
                      <a:gd name="connsiteX3" fmla="*/ 109994 w 135075"/>
                      <a:gd name="connsiteY3" fmla="*/ 66088 h 131501"/>
                      <a:gd name="connsiteX4" fmla="*/ 67545 w 135075"/>
                      <a:gd name="connsiteY4" fmla="*/ 25081 h 131501"/>
                      <a:gd name="connsiteX5" fmla="*/ 25081 w 135075"/>
                      <a:gd name="connsiteY5" fmla="*/ 66088 h 131501"/>
                      <a:gd name="connsiteX6" fmla="*/ 47481 w 135075"/>
                      <a:gd name="connsiteY6" fmla="*/ 107016 h 131501"/>
                      <a:gd name="connsiteX7" fmla="*/ 53935 w 135075"/>
                      <a:gd name="connsiteY7" fmla="*/ 123535 h 131501"/>
                      <a:gd name="connsiteX8" fmla="*/ 38358 w 135075"/>
                      <a:gd name="connsiteY8" fmla="*/ 130357 h 131501"/>
                      <a:gd name="connsiteX9" fmla="*/ 0 w 135075"/>
                      <a:gd name="connsiteY9" fmla="*/ 66088 h 131501"/>
                      <a:gd name="connsiteX10" fmla="*/ 67545 w 135075"/>
                      <a:gd name="connsiteY10" fmla="*/ 0 h 131501"/>
                      <a:gd name="connsiteX11" fmla="*/ 135075 w 135075"/>
                      <a:gd name="connsiteY11" fmla="*/ 66088 h 131501"/>
                      <a:gd name="connsiteX12" fmla="*/ 97219 w 135075"/>
                      <a:gd name="connsiteY12" fmla="*/ 130702 h 131501"/>
                      <a:gd name="connsiteX13" fmla="*/ 92814 w 135075"/>
                      <a:gd name="connsiteY13" fmla="*/ 131501 h 131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5075" h="131501">
                        <a:moveTo>
                          <a:pt x="92814" y="131501"/>
                        </a:moveTo>
                        <a:cubicBezTo>
                          <a:pt x="85888" y="131501"/>
                          <a:pt x="80274" y="125886"/>
                          <a:pt x="80275" y="118959"/>
                        </a:cubicBezTo>
                        <a:cubicBezTo>
                          <a:pt x="80275" y="113733"/>
                          <a:pt x="83517" y="109056"/>
                          <a:pt x="88409" y="107220"/>
                        </a:cubicBezTo>
                        <a:cubicBezTo>
                          <a:pt x="109994" y="99116"/>
                          <a:pt x="109994" y="74302"/>
                          <a:pt x="109994" y="66088"/>
                        </a:cubicBezTo>
                        <a:cubicBezTo>
                          <a:pt x="109994" y="42324"/>
                          <a:pt x="92140" y="25081"/>
                          <a:pt x="67545" y="25081"/>
                        </a:cubicBezTo>
                        <a:cubicBezTo>
                          <a:pt x="42951" y="25081"/>
                          <a:pt x="25081" y="42324"/>
                          <a:pt x="25081" y="66088"/>
                        </a:cubicBezTo>
                        <a:cubicBezTo>
                          <a:pt x="25081" y="80760"/>
                          <a:pt x="28968" y="99774"/>
                          <a:pt x="47481" y="107016"/>
                        </a:cubicBezTo>
                        <a:cubicBezTo>
                          <a:pt x="53825" y="109795"/>
                          <a:pt x="56714" y="117191"/>
                          <a:pt x="53935" y="123535"/>
                        </a:cubicBezTo>
                        <a:cubicBezTo>
                          <a:pt x="51313" y="129520"/>
                          <a:pt x="44535" y="132489"/>
                          <a:pt x="38358" y="130357"/>
                        </a:cubicBezTo>
                        <a:cubicBezTo>
                          <a:pt x="13669" y="120701"/>
                          <a:pt x="0" y="97862"/>
                          <a:pt x="0" y="66088"/>
                        </a:cubicBezTo>
                        <a:cubicBezTo>
                          <a:pt x="0" y="28467"/>
                          <a:pt x="29031" y="0"/>
                          <a:pt x="67545" y="0"/>
                        </a:cubicBezTo>
                        <a:cubicBezTo>
                          <a:pt x="106060" y="0"/>
                          <a:pt x="135075" y="28467"/>
                          <a:pt x="135075" y="66088"/>
                        </a:cubicBezTo>
                        <a:cubicBezTo>
                          <a:pt x="135075" y="98598"/>
                          <a:pt x="121641" y="121547"/>
                          <a:pt x="97219" y="130702"/>
                        </a:cubicBezTo>
                        <a:cubicBezTo>
                          <a:pt x="95809" y="131224"/>
                          <a:pt x="94318" y="131495"/>
                          <a:pt x="92814" y="131501"/>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55" name="Freeform 165">
                    <a:extLst>
                      <a:ext uri="{FF2B5EF4-FFF2-40B4-BE49-F238E27FC236}">
                        <a16:creationId xmlns:a16="http://schemas.microsoft.com/office/drawing/2014/main" id="{349F08D7-32C3-395C-984D-AB838CCF8D2F}"/>
                      </a:ext>
                    </a:extLst>
                  </p:cNvPr>
                  <p:cNvSpPr/>
                  <p:nvPr/>
                </p:nvSpPr>
                <p:spPr>
                  <a:xfrm>
                    <a:off x="6601417" y="2210096"/>
                    <a:ext cx="64864" cy="25080"/>
                  </a:xfrm>
                  <a:custGeom>
                    <a:avLst/>
                    <a:gdLst>
                      <a:gd name="connsiteX0" fmla="*/ 52325 w 64864"/>
                      <a:gd name="connsiteY0" fmla="*/ 25081 h 25080"/>
                      <a:gd name="connsiteX1" fmla="*/ 12540 w 64864"/>
                      <a:gd name="connsiteY1" fmla="*/ 25081 h 25080"/>
                      <a:gd name="connsiteX2" fmla="*/ 0 w 64864"/>
                      <a:gd name="connsiteY2" fmla="*/ 12540 h 25080"/>
                      <a:gd name="connsiteX3" fmla="*/ 12540 w 64864"/>
                      <a:gd name="connsiteY3" fmla="*/ 0 h 25080"/>
                      <a:gd name="connsiteX4" fmla="*/ 52325 w 64864"/>
                      <a:gd name="connsiteY4" fmla="*/ 0 h 25080"/>
                      <a:gd name="connsiteX5" fmla="*/ 64865 w 64864"/>
                      <a:gd name="connsiteY5" fmla="*/ 12540 h 25080"/>
                      <a:gd name="connsiteX6" fmla="*/ 52325 w 6486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64" h="25080">
                        <a:moveTo>
                          <a:pt x="52325" y="25081"/>
                        </a:moveTo>
                        <a:lnTo>
                          <a:pt x="12540" y="25081"/>
                        </a:lnTo>
                        <a:cubicBezTo>
                          <a:pt x="5614" y="25081"/>
                          <a:pt x="0" y="19466"/>
                          <a:pt x="0" y="12540"/>
                        </a:cubicBezTo>
                        <a:cubicBezTo>
                          <a:pt x="0" y="5615"/>
                          <a:pt x="5614" y="0"/>
                          <a:pt x="12540" y="0"/>
                        </a:cubicBezTo>
                        <a:lnTo>
                          <a:pt x="52325" y="0"/>
                        </a:lnTo>
                        <a:cubicBezTo>
                          <a:pt x="59250" y="0"/>
                          <a:pt x="64865" y="5615"/>
                          <a:pt x="64865" y="12540"/>
                        </a:cubicBezTo>
                        <a:cubicBezTo>
                          <a:pt x="64865" y="19466"/>
                          <a:pt x="59250" y="25081"/>
                          <a:pt x="52325" y="25081"/>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56" name="Freeform 166">
                    <a:extLst>
                      <a:ext uri="{FF2B5EF4-FFF2-40B4-BE49-F238E27FC236}">
                        <a16:creationId xmlns:a16="http://schemas.microsoft.com/office/drawing/2014/main" id="{4EBC7939-EBE9-3F26-DED5-5F7421D5169F}"/>
                      </a:ext>
                    </a:extLst>
                  </p:cNvPr>
                  <p:cNvSpPr/>
                  <p:nvPr/>
                </p:nvSpPr>
                <p:spPr>
                  <a:xfrm>
                    <a:off x="6601417" y="2246040"/>
                    <a:ext cx="63846" cy="25080"/>
                  </a:xfrm>
                  <a:custGeom>
                    <a:avLst/>
                    <a:gdLst>
                      <a:gd name="connsiteX0" fmla="*/ 51306 w 63846"/>
                      <a:gd name="connsiteY0" fmla="*/ 25081 h 25080"/>
                      <a:gd name="connsiteX1" fmla="*/ 12540 w 63846"/>
                      <a:gd name="connsiteY1" fmla="*/ 25081 h 25080"/>
                      <a:gd name="connsiteX2" fmla="*/ 0 w 63846"/>
                      <a:gd name="connsiteY2" fmla="*/ 12540 h 25080"/>
                      <a:gd name="connsiteX3" fmla="*/ 12540 w 63846"/>
                      <a:gd name="connsiteY3" fmla="*/ 0 h 25080"/>
                      <a:gd name="connsiteX4" fmla="*/ 51306 w 63846"/>
                      <a:gd name="connsiteY4" fmla="*/ 0 h 25080"/>
                      <a:gd name="connsiteX5" fmla="*/ 63846 w 63846"/>
                      <a:gd name="connsiteY5" fmla="*/ 12540 h 25080"/>
                      <a:gd name="connsiteX6" fmla="*/ 51306 w 63846"/>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846" h="25080">
                        <a:moveTo>
                          <a:pt x="51306" y="25081"/>
                        </a:moveTo>
                        <a:lnTo>
                          <a:pt x="12540" y="25081"/>
                        </a:lnTo>
                        <a:cubicBezTo>
                          <a:pt x="5614" y="25081"/>
                          <a:pt x="0" y="19466"/>
                          <a:pt x="0" y="12540"/>
                        </a:cubicBezTo>
                        <a:cubicBezTo>
                          <a:pt x="0" y="5615"/>
                          <a:pt x="5614" y="0"/>
                          <a:pt x="12540" y="0"/>
                        </a:cubicBezTo>
                        <a:lnTo>
                          <a:pt x="51306" y="0"/>
                        </a:lnTo>
                        <a:cubicBezTo>
                          <a:pt x="58232" y="0"/>
                          <a:pt x="63846" y="5615"/>
                          <a:pt x="63846" y="12540"/>
                        </a:cubicBezTo>
                        <a:cubicBezTo>
                          <a:pt x="63846" y="19466"/>
                          <a:pt x="58232" y="25081"/>
                          <a:pt x="51306" y="25081"/>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57" name="Freeform 167">
                    <a:extLst>
                      <a:ext uri="{FF2B5EF4-FFF2-40B4-BE49-F238E27FC236}">
                        <a16:creationId xmlns:a16="http://schemas.microsoft.com/office/drawing/2014/main" id="{590517D5-90C7-6A8B-CB82-899CA411DDBF}"/>
                      </a:ext>
                    </a:extLst>
                  </p:cNvPr>
                  <p:cNvSpPr/>
                  <p:nvPr/>
                </p:nvSpPr>
                <p:spPr>
                  <a:xfrm>
                    <a:off x="6597059" y="2192744"/>
                    <a:ext cx="73564" cy="78377"/>
                  </a:xfrm>
                  <a:custGeom>
                    <a:avLst/>
                    <a:gdLst>
                      <a:gd name="connsiteX0" fmla="*/ 61024 w 73564"/>
                      <a:gd name="connsiteY0" fmla="*/ 78377 h 78377"/>
                      <a:gd name="connsiteX1" fmla="*/ 12540 w 73564"/>
                      <a:gd name="connsiteY1" fmla="*/ 78377 h 78377"/>
                      <a:gd name="connsiteX2" fmla="*/ 0 w 73564"/>
                      <a:gd name="connsiteY2" fmla="*/ 65837 h 78377"/>
                      <a:gd name="connsiteX3" fmla="*/ 0 w 73564"/>
                      <a:gd name="connsiteY3" fmla="*/ 12540 h 78377"/>
                      <a:gd name="connsiteX4" fmla="*/ 12540 w 73564"/>
                      <a:gd name="connsiteY4" fmla="*/ 0 h 78377"/>
                      <a:gd name="connsiteX5" fmla="*/ 25081 w 73564"/>
                      <a:gd name="connsiteY5" fmla="*/ 12540 h 78377"/>
                      <a:gd name="connsiteX6" fmla="*/ 25081 w 73564"/>
                      <a:gd name="connsiteY6" fmla="*/ 53296 h 78377"/>
                      <a:gd name="connsiteX7" fmla="*/ 48484 w 73564"/>
                      <a:gd name="connsiteY7" fmla="*/ 53296 h 78377"/>
                      <a:gd name="connsiteX8" fmla="*/ 48484 w 73564"/>
                      <a:gd name="connsiteY8" fmla="*/ 13308 h 78377"/>
                      <a:gd name="connsiteX9" fmla="*/ 61024 w 73564"/>
                      <a:gd name="connsiteY9" fmla="*/ 768 h 78377"/>
                      <a:gd name="connsiteX10" fmla="*/ 73565 w 73564"/>
                      <a:gd name="connsiteY10" fmla="*/ 13308 h 78377"/>
                      <a:gd name="connsiteX11" fmla="*/ 73565 w 73564"/>
                      <a:gd name="connsiteY11" fmla="*/ 65837 h 78377"/>
                      <a:gd name="connsiteX12" fmla="*/ 61024 w 73564"/>
                      <a:gd name="connsiteY12" fmla="*/ 78377 h 7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564" h="78377">
                        <a:moveTo>
                          <a:pt x="61024" y="78377"/>
                        </a:moveTo>
                        <a:lnTo>
                          <a:pt x="12540" y="78377"/>
                        </a:lnTo>
                        <a:cubicBezTo>
                          <a:pt x="5614" y="78377"/>
                          <a:pt x="0" y="72762"/>
                          <a:pt x="0" y="65837"/>
                        </a:cubicBezTo>
                        <a:lnTo>
                          <a:pt x="0" y="12540"/>
                        </a:lnTo>
                        <a:cubicBezTo>
                          <a:pt x="0" y="5615"/>
                          <a:pt x="5614" y="0"/>
                          <a:pt x="12540" y="0"/>
                        </a:cubicBezTo>
                        <a:cubicBezTo>
                          <a:pt x="19466" y="0"/>
                          <a:pt x="25081" y="5615"/>
                          <a:pt x="25081" y="12540"/>
                        </a:cubicBezTo>
                        <a:lnTo>
                          <a:pt x="25081" y="53296"/>
                        </a:lnTo>
                        <a:lnTo>
                          <a:pt x="48484" y="53296"/>
                        </a:lnTo>
                        <a:lnTo>
                          <a:pt x="48484" y="13308"/>
                        </a:lnTo>
                        <a:cubicBezTo>
                          <a:pt x="48484" y="6383"/>
                          <a:pt x="54099" y="768"/>
                          <a:pt x="61024" y="768"/>
                        </a:cubicBezTo>
                        <a:cubicBezTo>
                          <a:pt x="67950" y="768"/>
                          <a:pt x="73565" y="6383"/>
                          <a:pt x="73565" y="13308"/>
                        </a:cubicBezTo>
                        <a:lnTo>
                          <a:pt x="73565" y="65837"/>
                        </a:lnTo>
                        <a:cubicBezTo>
                          <a:pt x="73565" y="72762"/>
                          <a:pt x="67950" y="78377"/>
                          <a:pt x="61024" y="78377"/>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57" name="Freeform 151">
                  <a:extLst>
                    <a:ext uri="{FF2B5EF4-FFF2-40B4-BE49-F238E27FC236}">
                      <a16:creationId xmlns:a16="http://schemas.microsoft.com/office/drawing/2014/main" id="{DADD1CFC-F8A0-A4F4-5820-9C266EB174F4}"/>
                    </a:ext>
                  </a:extLst>
                </p:cNvPr>
                <p:cNvSpPr/>
                <p:nvPr/>
              </p:nvSpPr>
              <p:spPr>
                <a:xfrm>
                  <a:off x="6621779" y="2048749"/>
                  <a:ext cx="180740" cy="115668"/>
                </a:xfrm>
                <a:custGeom>
                  <a:avLst/>
                  <a:gdLst>
                    <a:gd name="connsiteX0" fmla="*/ 138054 w 180740"/>
                    <a:gd name="connsiteY0" fmla="*/ 115669 h 115668"/>
                    <a:gd name="connsiteX1" fmla="*/ 125513 w 180740"/>
                    <a:gd name="connsiteY1" fmla="*/ 103129 h 115668"/>
                    <a:gd name="connsiteX2" fmla="*/ 125513 w 180740"/>
                    <a:gd name="connsiteY2" fmla="*/ 25081 h 115668"/>
                    <a:gd name="connsiteX3" fmla="*/ 25081 w 180740"/>
                    <a:gd name="connsiteY3" fmla="*/ 25081 h 115668"/>
                    <a:gd name="connsiteX4" fmla="*/ 25081 w 180740"/>
                    <a:gd name="connsiteY4" fmla="*/ 49754 h 115668"/>
                    <a:gd name="connsiteX5" fmla="*/ 12540 w 180740"/>
                    <a:gd name="connsiteY5" fmla="*/ 62294 h 115668"/>
                    <a:gd name="connsiteX6" fmla="*/ 0 w 180740"/>
                    <a:gd name="connsiteY6" fmla="*/ 49754 h 115668"/>
                    <a:gd name="connsiteX7" fmla="*/ 0 w 180740"/>
                    <a:gd name="connsiteY7" fmla="*/ 12540 h 115668"/>
                    <a:gd name="connsiteX8" fmla="*/ 12540 w 180740"/>
                    <a:gd name="connsiteY8" fmla="*/ 0 h 115668"/>
                    <a:gd name="connsiteX9" fmla="*/ 138054 w 180740"/>
                    <a:gd name="connsiteY9" fmla="*/ 0 h 115668"/>
                    <a:gd name="connsiteX10" fmla="*/ 150594 w 180740"/>
                    <a:gd name="connsiteY10" fmla="*/ 12540 h 115668"/>
                    <a:gd name="connsiteX11" fmla="*/ 150594 w 180740"/>
                    <a:gd name="connsiteY11" fmla="*/ 72844 h 115668"/>
                    <a:gd name="connsiteX12" fmla="*/ 158792 w 180740"/>
                    <a:gd name="connsiteY12" fmla="*/ 64724 h 115668"/>
                    <a:gd name="connsiteX13" fmla="*/ 176491 w 180740"/>
                    <a:gd name="connsiteY13" fmla="*/ 63608 h 115668"/>
                    <a:gd name="connsiteX14" fmla="*/ 177607 w 180740"/>
                    <a:gd name="connsiteY14" fmla="*/ 81308 h 115668"/>
                    <a:gd name="connsiteX15" fmla="*/ 176458 w 180740"/>
                    <a:gd name="connsiteY15" fmla="*/ 82453 h 115668"/>
                    <a:gd name="connsiteX16" fmla="*/ 146926 w 180740"/>
                    <a:gd name="connsiteY16" fmla="*/ 111985 h 115668"/>
                    <a:gd name="connsiteX17" fmla="*/ 138054 w 180740"/>
                    <a:gd name="connsiteY17" fmla="*/ 115669 h 11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740" h="115668">
                      <a:moveTo>
                        <a:pt x="138054" y="115669"/>
                      </a:moveTo>
                      <a:cubicBezTo>
                        <a:pt x="131128" y="115669"/>
                        <a:pt x="125513" y="110055"/>
                        <a:pt x="125513" y="103129"/>
                      </a:cubicBezTo>
                      <a:lnTo>
                        <a:pt x="125513" y="25081"/>
                      </a:lnTo>
                      <a:lnTo>
                        <a:pt x="25081" y="25081"/>
                      </a:lnTo>
                      <a:lnTo>
                        <a:pt x="25081" y="49754"/>
                      </a:lnTo>
                      <a:cubicBezTo>
                        <a:pt x="25081" y="56680"/>
                        <a:pt x="19466" y="62294"/>
                        <a:pt x="12540" y="62294"/>
                      </a:cubicBezTo>
                      <a:cubicBezTo>
                        <a:pt x="5614" y="62294"/>
                        <a:pt x="0" y="56680"/>
                        <a:pt x="0" y="49754"/>
                      </a:cubicBezTo>
                      <a:lnTo>
                        <a:pt x="0" y="12540"/>
                      </a:lnTo>
                      <a:cubicBezTo>
                        <a:pt x="0" y="5615"/>
                        <a:pt x="5614" y="0"/>
                        <a:pt x="12540" y="0"/>
                      </a:cubicBezTo>
                      <a:lnTo>
                        <a:pt x="138054" y="0"/>
                      </a:lnTo>
                      <a:cubicBezTo>
                        <a:pt x="144979" y="0"/>
                        <a:pt x="150594" y="5615"/>
                        <a:pt x="150594" y="12540"/>
                      </a:cubicBezTo>
                      <a:lnTo>
                        <a:pt x="150594" y="72844"/>
                      </a:lnTo>
                      <a:lnTo>
                        <a:pt x="158792" y="64724"/>
                      </a:lnTo>
                      <a:cubicBezTo>
                        <a:pt x="163371" y="59528"/>
                        <a:pt x="171296" y="59029"/>
                        <a:pt x="176491" y="63608"/>
                      </a:cubicBezTo>
                      <a:cubicBezTo>
                        <a:pt x="181688" y="68188"/>
                        <a:pt x="182188" y="76112"/>
                        <a:pt x="177607" y="81308"/>
                      </a:cubicBezTo>
                      <a:cubicBezTo>
                        <a:pt x="177250" y="81714"/>
                        <a:pt x="176866" y="82096"/>
                        <a:pt x="176458" y="82453"/>
                      </a:cubicBezTo>
                      <a:lnTo>
                        <a:pt x="146926" y="111985"/>
                      </a:lnTo>
                      <a:cubicBezTo>
                        <a:pt x="144574" y="114342"/>
                        <a:pt x="141383" y="115667"/>
                        <a:pt x="138054" y="115669"/>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8" name="Freeform 152">
                  <a:extLst>
                    <a:ext uri="{FF2B5EF4-FFF2-40B4-BE49-F238E27FC236}">
                      <a16:creationId xmlns:a16="http://schemas.microsoft.com/office/drawing/2014/main" id="{50DD2ACA-DBE1-F585-36EB-831EF1C82F28}"/>
                    </a:ext>
                  </a:extLst>
                </p:cNvPr>
                <p:cNvSpPr/>
                <p:nvPr/>
              </p:nvSpPr>
              <p:spPr>
                <a:xfrm>
                  <a:off x="6602514" y="2254254"/>
                  <a:ext cx="62701" cy="53139"/>
                </a:xfrm>
                <a:custGeom>
                  <a:avLst/>
                  <a:gdLst>
                    <a:gd name="connsiteX0" fmla="*/ 31351 w 62701"/>
                    <a:gd name="connsiteY0" fmla="*/ 53140 h 53139"/>
                    <a:gd name="connsiteX1" fmla="*/ 0 w 62701"/>
                    <a:gd name="connsiteY1" fmla="*/ 21789 h 53139"/>
                    <a:gd name="connsiteX2" fmla="*/ 0 w 62701"/>
                    <a:gd name="connsiteY2" fmla="*/ 12540 h 53139"/>
                    <a:gd name="connsiteX3" fmla="*/ 12540 w 62701"/>
                    <a:gd name="connsiteY3" fmla="*/ 0 h 53139"/>
                    <a:gd name="connsiteX4" fmla="*/ 25081 w 62701"/>
                    <a:gd name="connsiteY4" fmla="*/ 12540 h 53139"/>
                    <a:gd name="connsiteX5" fmla="*/ 25081 w 62701"/>
                    <a:gd name="connsiteY5" fmla="*/ 21789 h 53139"/>
                    <a:gd name="connsiteX6" fmla="*/ 31351 w 62701"/>
                    <a:gd name="connsiteY6" fmla="*/ 28059 h 53139"/>
                    <a:gd name="connsiteX7" fmla="*/ 37621 w 62701"/>
                    <a:gd name="connsiteY7" fmla="*/ 21789 h 53139"/>
                    <a:gd name="connsiteX8" fmla="*/ 37621 w 62701"/>
                    <a:gd name="connsiteY8" fmla="*/ 12540 h 53139"/>
                    <a:gd name="connsiteX9" fmla="*/ 50161 w 62701"/>
                    <a:gd name="connsiteY9" fmla="*/ 0 h 53139"/>
                    <a:gd name="connsiteX10" fmla="*/ 62702 w 62701"/>
                    <a:gd name="connsiteY10" fmla="*/ 12540 h 53139"/>
                    <a:gd name="connsiteX11" fmla="*/ 62702 w 62701"/>
                    <a:gd name="connsiteY11" fmla="*/ 21789 h 53139"/>
                    <a:gd name="connsiteX12" fmla="*/ 31351 w 62701"/>
                    <a:gd name="connsiteY12" fmla="*/ 53140 h 5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701" h="53139">
                      <a:moveTo>
                        <a:pt x="31351" y="53140"/>
                      </a:moveTo>
                      <a:cubicBezTo>
                        <a:pt x="14036" y="53140"/>
                        <a:pt x="0" y="39104"/>
                        <a:pt x="0" y="21789"/>
                      </a:cubicBezTo>
                      <a:lnTo>
                        <a:pt x="0" y="12540"/>
                      </a:lnTo>
                      <a:cubicBezTo>
                        <a:pt x="0" y="5615"/>
                        <a:pt x="5614" y="0"/>
                        <a:pt x="12540" y="0"/>
                      </a:cubicBezTo>
                      <a:cubicBezTo>
                        <a:pt x="19466" y="0"/>
                        <a:pt x="25081" y="5615"/>
                        <a:pt x="25081" y="12540"/>
                      </a:cubicBezTo>
                      <a:lnTo>
                        <a:pt x="25081" y="21789"/>
                      </a:lnTo>
                      <a:cubicBezTo>
                        <a:pt x="25081" y="25252"/>
                        <a:pt x="27888" y="28059"/>
                        <a:pt x="31351" y="28059"/>
                      </a:cubicBezTo>
                      <a:cubicBezTo>
                        <a:pt x="34814" y="28059"/>
                        <a:pt x="37621" y="25252"/>
                        <a:pt x="37621" y="21789"/>
                      </a:cubicBezTo>
                      <a:lnTo>
                        <a:pt x="37621" y="12540"/>
                      </a:lnTo>
                      <a:cubicBezTo>
                        <a:pt x="37621" y="5615"/>
                        <a:pt x="43235" y="0"/>
                        <a:pt x="50161" y="0"/>
                      </a:cubicBezTo>
                      <a:cubicBezTo>
                        <a:pt x="57087" y="0"/>
                        <a:pt x="62702" y="5615"/>
                        <a:pt x="62702" y="12540"/>
                      </a:cubicBezTo>
                      <a:lnTo>
                        <a:pt x="62702" y="21789"/>
                      </a:lnTo>
                      <a:cubicBezTo>
                        <a:pt x="62702" y="39104"/>
                        <a:pt x="48665" y="53140"/>
                        <a:pt x="31351" y="53140"/>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59" name="Graphic 332">
                  <a:extLst>
                    <a:ext uri="{FF2B5EF4-FFF2-40B4-BE49-F238E27FC236}">
                      <a16:creationId xmlns:a16="http://schemas.microsoft.com/office/drawing/2014/main" id="{0D730C2E-C6D9-8770-E1C0-9718B9932AAC}"/>
                    </a:ext>
                  </a:extLst>
                </p:cNvPr>
                <p:cNvGrpSpPr/>
                <p:nvPr/>
              </p:nvGrpSpPr>
              <p:grpSpPr>
                <a:xfrm>
                  <a:off x="6698915" y="2181138"/>
                  <a:ext cx="121900" cy="126255"/>
                  <a:chOff x="6698915" y="2181138"/>
                  <a:chExt cx="121900" cy="126255"/>
                </a:xfrm>
                <a:grpFill/>
              </p:grpSpPr>
              <p:sp>
                <p:nvSpPr>
                  <p:cNvPr id="61" name="Freeform 155">
                    <a:extLst>
                      <a:ext uri="{FF2B5EF4-FFF2-40B4-BE49-F238E27FC236}">
                        <a16:creationId xmlns:a16="http://schemas.microsoft.com/office/drawing/2014/main" id="{49D6141A-8FAF-3D14-CD7A-45032BDEB88E}"/>
                      </a:ext>
                    </a:extLst>
                  </p:cNvPr>
                  <p:cNvSpPr/>
                  <p:nvPr/>
                </p:nvSpPr>
                <p:spPr>
                  <a:xfrm>
                    <a:off x="6734527" y="2181138"/>
                    <a:ext cx="31221" cy="47157"/>
                  </a:xfrm>
                  <a:custGeom>
                    <a:avLst/>
                    <a:gdLst>
                      <a:gd name="connsiteX0" fmla="*/ 18675 w 31221"/>
                      <a:gd name="connsiteY0" fmla="*/ 47157 h 47157"/>
                      <a:gd name="connsiteX1" fmla="*/ 6589 w 31221"/>
                      <a:gd name="connsiteY1" fmla="*/ 37971 h 47157"/>
                      <a:gd name="connsiteX2" fmla="*/ 460 w 31221"/>
                      <a:gd name="connsiteY2" fmla="*/ 15900 h 47157"/>
                      <a:gd name="connsiteX3" fmla="*/ 9191 w 31221"/>
                      <a:gd name="connsiteY3" fmla="*/ 460 h 47157"/>
                      <a:gd name="connsiteX4" fmla="*/ 24632 w 31221"/>
                      <a:gd name="connsiteY4" fmla="*/ 9191 h 47157"/>
                      <a:gd name="connsiteX5" fmla="*/ 30761 w 31221"/>
                      <a:gd name="connsiteY5" fmla="*/ 31262 h 47157"/>
                      <a:gd name="connsiteX6" fmla="*/ 22034 w 31221"/>
                      <a:gd name="connsiteY6" fmla="*/ 46701 h 47157"/>
                      <a:gd name="connsiteX7" fmla="*/ 22030 w 31221"/>
                      <a:gd name="connsiteY7" fmla="*/ 46703 h 47157"/>
                      <a:gd name="connsiteX8" fmla="*/ 18675 w 31221"/>
                      <a:gd name="connsiteY8" fmla="*/ 47157 h 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21" h="47157">
                        <a:moveTo>
                          <a:pt x="18675" y="47157"/>
                        </a:moveTo>
                        <a:cubicBezTo>
                          <a:pt x="13040" y="47159"/>
                          <a:pt x="8097" y="43401"/>
                          <a:pt x="6589" y="37971"/>
                        </a:cubicBezTo>
                        <a:lnTo>
                          <a:pt x="460" y="15900"/>
                        </a:lnTo>
                        <a:cubicBezTo>
                          <a:pt x="-1393" y="9226"/>
                          <a:pt x="2517" y="2313"/>
                          <a:pt x="9191" y="460"/>
                        </a:cubicBezTo>
                        <a:cubicBezTo>
                          <a:pt x="15866" y="-1393"/>
                          <a:pt x="22779" y="2517"/>
                          <a:pt x="24632" y="9191"/>
                        </a:cubicBezTo>
                        <a:lnTo>
                          <a:pt x="30761" y="31262"/>
                        </a:lnTo>
                        <a:cubicBezTo>
                          <a:pt x="32614" y="37935"/>
                          <a:pt x="28707" y="44848"/>
                          <a:pt x="22034" y="46701"/>
                        </a:cubicBezTo>
                        <a:cubicBezTo>
                          <a:pt x="22033" y="46701"/>
                          <a:pt x="22031" y="46703"/>
                          <a:pt x="22030" y="46703"/>
                        </a:cubicBezTo>
                        <a:cubicBezTo>
                          <a:pt x="20935" y="46997"/>
                          <a:pt x="19808" y="47151"/>
                          <a:pt x="18675" y="47157"/>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2" name="Freeform 156">
                    <a:extLst>
                      <a:ext uri="{FF2B5EF4-FFF2-40B4-BE49-F238E27FC236}">
                        <a16:creationId xmlns:a16="http://schemas.microsoft.com/office/drawing/2014/main" id="{6CE920C9-1776-2F39-CB39-B3C0C44942E5}"/>
                      </a:ext>
                    </a:extLst>
                  </p:cNvPr>
                  <p:cNvSpPr/>
                  <p:nvPr/>
                </p:nvSpPr>
                <p:spPr>
                  <a:xfrm>
                    <a:off x="6762486" y="2187024"/>
                    <a:ext cx="36918" cy="44563"/>
                  </a:xfrm>
                  <a:custGeom>
                    <a:avLst/>
                    <a:gdLst>
                      <a:gd name="connsiteX0" fmla="*/ 12536 w 36918"/>
                      <a:gd name="connsiteY0" fmla="*/ 44564 h 44563"/>
                      <a:gd name="connsiteX1" fmla="*/ 0 w 36918"/>
                      <a:gd name="connsiteY1" fmla="*/ 32019 h 44563"/>
                      <a:gd name="connsiteX2" fmla="*/ 1829 w 36918"/>
                      <a:gd name="connsiteY2" fmla="*/ 25502 h 44563"/>
                      <a:gd name="connsiteX3" fmla="*/ 13774 w 36918"/>
                      <a:gd name="connsiteY3" fmla="*/ 5845 h 44563"/>
                      <a:gd name="connsiteX4" fmla="*/ 31073 w 36918"/>
                      <a:gd name="connsiteY4" fmla="*/ 1939 h 44563"/>
                      <a:gd name="connsiteX5" fmla="*/ 35202 w 36918"/>
                      <a:gd name="connsiteY5" fmla="*/ 18872 h 44563"/>
                      <a:gd name="connsiteX6" fmla="*/ 23258 w 36918"/>
                      <a:gd name="connsiteY6" fmla="*/ 38529 h 44563"/>
                      <a:gd name="connsiteX7" fmla="*/ 12536 w 36918"/>
                      <a:gd name="connsiteY7" fmla="*/ 44564 h 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18" h="44563">
                        <a:moveTo>
                          <a:pt x="12536" y="44564"/>
                        </a:moveTo>
                        <a:cubicBezTo>
                          <a:pt x="5610" y="44561"/>
                          <a:pt x="-2" y="38944"/>
                          <a:pt x="0" y="32019"/>
                        </a:cubicBezTo>
                        <a:cubicBezTo>
                          <a:pt x="2" y="29719"/>
                          <a:pt x="635" y="27465"/>
                          <a:pt x="1829" y="25502"/>
                        </a:cubicBezTo>
                        <a:lnTo>
                          <a:pt x="13774" y="5845"/>
                        </a:lnTo>
                        <a:cubicBezTo>
                          <a:pt x="17472" y="-10"/>
                          <a:pt x="25217" y="-1759"/>
                          <a:pt x="31073" y="1939"/>
                        </a:cubicBezTo>
                        <a:cubicBezTo>
                          <a:pt x="36787" y="5549"/>
                          <a:pt x="38613" y="13037"/>
                          <a:pt x="35202" y="18872"/>
                        </a:cubicBezTo>
                        <a:lnTo>
                          <a:pt x="23258" y="38529"/>
                        </a:lnTo>
                        <a:cubicBezTo>
                          <a:pt x="20985" y="42277"/>
                          <a:pt x="16918" y="44564"/>
                          <a:pt x="12536" y="44564"/>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3" name="Freeform 157">
                    <a:extLst>
                      <a:ext uri="{FF2B5EF4-FFF2-40B4-BE49-F238E27FC236}">
                        <a16:creationId xmlns:a16="http://schemas.microsoft.com/office/drawing/2014/main" id="{9B9FBD9B-E904-6C9F-0AF0-6CEF84DF5635}"/>
                      </a:ext>
                    </a:extLst>
                  </p:cNvPr>
                  <p:cNvSpPr/>
                  <p:nvPr/>
                </p:nvSpPr>
                <p:spPr>
                  <a:xfrm>
                    <a:off x="6779022" y="2221060"/>
                    <a:ext cx="41793" cy="28475"/>
                  </a:xfrm>
                  <a:custGeom>
                    <a:avLst/>
                    <a:gdLst>
                      <a:gd name="connsiteX0" fmla="*/ 12522 w 41793"/>
                      <a:gd name="connsiteY0" fmla="*/ 28475 h 28475"/>
                      <a:gd name="connsiteX1" fmla="*/ 0 w 41793"/>
                      <a:gd name="connsiteY1" fmla="*/ 15916 h 28475"/>
                      <a:gd name="connsiteX2" fmla="*/ 10045 w 41793"/>
                      <a:gd name="connsiteY2" fmla="*/ 3646 h 28475"/>
                      <a:gd name="connsiteX3" fmla="*/ 26880 w 41793"/>
                      <a:gd name="connsiteY3" fmla="*/ 228 h 28475"/>
                      <a:gd name="connsiteX4" fmla="*/ 41565 w 41793"/>
                      <a:gd name="connsiteY4" fmla="*/ 10173 h 28475"/>
                      <a:gd name="connsiteX5" fmla="*/ 31865 w 41793"/>
                      <a:gd name="connsiteY5" fmla="*/ 24807 h 28475"/>
                      <a:gd name="connsiteX6" fmla="*/ 15030 w 41793"/>
                      <a:gd name="connsiteY6" fmla="*/ 28225 h 28475"/>
                      <a:gd name="connsiteX7" fmla="*/ 12522 w 41793"/>
                      <a:gd name="connsiteY7" fmla="*/ 28475 h 2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93" h="28475">
                        <a:moveTo>
                          <a:pt x="12522" y="28475"/>
                        </a:moveTo>
                        <a:cubicBezTo>
                          <a:pt x="5596" y="28464"/>
                          <a:pt x="-11" y="22842"/>
                          <a:pt x="0" y="15916"/>
                        </a:cubicBezTo>
                        <a:cubicBezTo>
                          <a:pt x="9" y="9960"/>
                          <a:pt x="4207" y="4831"/>
                          <a:pt x="10045" y="3646"/>
                        </a:cubicBezTo>
                        <a:lnTo>
                          <a:pt x="26880" y="228"/>
                        </a:lnTo>
                        <a:cubicBezTo>
                          <a:pt x="33682" y="-1081"/>
                          <a:pt x="40256" y="3371"/>
                          <a:pt x="41565" y="10173"/>
                        </a:cubicBezTo>
                        <a:cubicBezTo>
                          <a:pt x="42855" y="16877"/>
                          <a:pt x="38544" y="23384"/>
                          <a:pt x="31865" y="24807"/>
                        </a:cubicBezTo>
                        <a:lnTo>
                          <a:pt x="15030" y="28225"/>
                        </a:lnTo>
                        <a:cubicBezTo>
                          <a:pt x="14205" y="28394"/>
                          <a:pt x="13363" y="28477"/>
                          <a:pt x="12522" y="28475"/>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48" name="Freeform 158">
                    <a:extLst>
                      <a:ext uri="{FF2B5EF4-FFF2-40B4-BE49-F238E27FC236}">
                        <a16:creationId xmlns:a16="http://schemas.microsoft.com/office/drawing/2014/main" id="{2B223C1B-A5C0-FF11-E99A-8F5893CFACAC}"/>
                      </a:ext>
                    </a:extLst>
                  </p:cNvPr>
                  <p:cNvSpPr/>
                  <p:nvPr/>
                </p:nvSpPr>
                <p:spPr>
                  <a:xfrm>
                    <a:off x="6774727" y="2247949"/>
                    <a:ext cx="41840" cy="35226"/>
                  </a:xfrm>
                  <a:custGeom>
                    <a:avLst/>
                    <a:gdLst>
                      <a:gd name="connsiteX0" fmla="*/ 29357 w 41840"/>
                      <a:gd name="connsiteY0" fmla="*/ 35226 h 35226"/>
                      <a:gd name="connsiteX1" fmla="*/ 22883 w 41840"/>
                      <a:gd name="connsiteY1" fmla="*/ 33408 h 35226"/>
                      <a:gd name="connsiteX2" fmla="*/ 5390 w 41840"/>
                      <a:gd name="connsiteY2" fmla="*/ 22843 h 35226"/>
                      <a:gd name="connsiteX3" fmla="*/ 2240 w 41840"/>
                      <a:gd name="connsiteY3" fmla="*/ 5390 h 35226"/>
                      <a:gd name="connsiteX4" fmla="*/ 18385 w 41840"/>
                      <a:gd name="connsiteY4" fmla="*/ 1446 h 35226"/>
                      <a:gd name="connsiteX5" fmla="*/ 35878 w 41840"/>
                      <a:gd name="connsiteY5" fmla="*/ 12011 h 35226"/>
                      <a:gd name="connsiteX6" fmla="*/ 39973 w 41840"/>
                      <a:gd name="connsiteY6" fmla="*/ 29267 h 35226"/>
                      <a:gd name="connsiteX7" fmla="*/ 29357 w 41840"/>
                      <a:gd name="connsiteY7" fmla="*/ 35226 h 3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40" h="35226">
                        <a:moveTo>
                          <a:pt x="29357" y="35226"/>
                        </a:moveTo>
                        <a:cubicBezTo>
                          <a:pt x="27073" y="35222"/>
                          <a:pt x="24835" y="34592"/>
                          <a:pt x="22883" y="33408"/>
                        </a:cubicBezTo>
                        <a:lnTo>
                          <a:pt x="5390" y="22843"/>
                        </a:lnTo>
                        <a:cubicBezTo>
                          <a:pt x="-299" y="18893"/>
                          <a:pt x="-1710" y="11080"/>
                          <a:pt x="2240" y="5390"/>
                        </a:cubicBezTo>
                        <a:cubicBezTo>
                          <a:pt x="5852" y="186"/>
                          <a:pt x="12779" y="-1506"/>
                          <a:pt x="18385" y="1446"/>
                        </a:cubicBezTo>
                        <a:lnTo>
                          <a:pt x="35878" y="12011"/>
                        </a:lnTo>
                        <a:cubicBezTo>
                          <a:pt x="41774" y="15645"/>
                          <a:pt x="43608" y="23371"/>
                          <a:pt x="39973" y="29267"/>
                        </a:cubicBezTo>
                        <a:cubicBezTo>
                          <a:pt x="37701" y="32954"/>
                          <a:pt x="33687" y="35206"/>
                          <a:pt x="29357" y="35226"/>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49" name="Freeform 159">
                    <a:extLst>
                      <a:ext uri="{FF2B5EF4-FFF2-40B4-BE49-F238E27FC236}">
                        <a16:creationId xmlns:a16="http://schemas.microsoft.com/office/drawing/2014/main" id="{EAD18F86-5BB3-1542-517A-DC95E9BA607A}"/>
                      </a:ext>
                    </a:extLst>
                  </p:cNvPr>
                  <p:cNvSpPr/>
                  <p:nvPr/>
                </p:nvSpPr>
                <p:spPr>
                  <a:xfrm>
                    <a:off x="6753280" y="2265531"/>
                    <a:ext cx="29214" cy="41862"/>
                  </a:xfrm>
                  <a:custGeom>
                    <a:avLst/>
                    <a:gdLst>
                      <a:gd name="connsiteX0" fmla="*/ 16585 w 29214"/>
                      <a:gd name="connsiteY0" fmla="*/ 41863 h 41862"/>
                      <a:gd name="connsiteX1" fmla="*/ 4405 w 29214"/>
                      <a:gd name="connsiteY1" fmla="*/ 32269 h 41862"/>
                      <a:gd name="connsiteX2" fmla="*/ 423 w 29214"/>
                      <a:gd name="connsiteY2" fmla="*/ 15763 h 41862"/>
                      <a:gd name="connsiteX3" fmla="*/ 9324 w 29214"/>
                      <a:gd name="connsiteY3" fmla="*/ 423 h 41862"/>
                      <a:gd name="connsiteX4" fmla="*/ 24664 w 29214"/>
                      <a:gd name="connsiteY4" fmla="*/ 9325 h 41862"/>
                      <a:gd name="connsiteX5" fmla="*/ 24799 w 29214"/>
                      <a:gd name="connsiteY5" fmla="*/ 9885 h 41862"/>
                      <a:gd name="connsiteX6" fmla="*/ 28858 w 29214"/>
                      <a:gd name="connsiteY6" fmla="*/ 26375 h 41862"/>
                      <a:gd name="connsiteX7" fmla="*/ 19626 w 29214"/>
                      <a:gd name="connsiteY7" fmla="*/ 41518 h 41862"/>
                      <a:gd name="connsiteX8" fmla="*/ 19626 w 29214"/>
                      <a:gd name="connsiteY8" fmla="*/ 41518 h 41862"/>
                      <a:gd name="connsiteX9" fmla="*/ 16585 w 29214"/>
                      <a:gd name="connsiteY9" fmla="*/ 41863 h 41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214" h="41862">
                        <a:moveTo>
                          <a:pt x="16585" y="41863"/>
                        </a:moveTo>
                        <a:cubicBezTo>
                          <a:pt x="10797" y="41858"/>
                          <a:pt x="5765" y="37894"/>
                          <a:pt x="4405" y="32269"/>
                        </a:cubicBezTo>
                        <a:lnTo>
                          <a:pt x="423" y="15763"/>
                        </a:lnTo>
                        <a:cubicBezTo>
                          <a:pt x="-1354" y="9070"/>
                          <a:pt x="2630" y="2202"/>
                          <a:pt x="9324" y="423"/>
                        </a:cubicBezTo>
                        <a:cubicBezTo>
                          <a:pt x="16019" y="-1354"/>
                          <a:pt x="22886" y="2632"/>
                          <a:pt x="24664" y="9325"/>
                        </a:cubicBezTo>
                        <a:cubicBezTo>
                          <a:pt x="24712" y="9510"/>
                          <a:pt x="24758" y="9697"/>
                          <a:pt x="24799" y="9885"/>
                        </a:cubicBezTo>
                        <a:lnTo>
                          <a:pt x="28858" y="26375"/>
                        </a:lnTo>
                        <a:cubicBezTo>
                          <a:pt x="30490" y="33106"/>
                          <a:pt x="26357" y="39886"/>
                          <a:pt x="19626" y="41518"/>
                        </a:cubicBezTo>
                        <a:cubicBezTo>
                          <a:pt x="19626" y="41518"/>
                          <a:pt x="19626" y="41518"/>
                          <a:pt x="19626" y="41518"/>
                        </a:cubicBezTo>
                        <a:cubicBezTo>
                          <a:pt x="18629" y="41753"/>
                          <a:pt x="17608" y="41869"/>
                          <a:pt x="16585" y="41863"/>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50" name="Freeform 160">
                    <a:extLst>
                      <a:ext uri="{FF2B5EF4-FFF2-40B4-BE49-F238E27FC236}">
                        <a16:creationId xmlns:a16="http://schemas.microsoft.com/office/drawing/2014/main" id="{73A8CEE8-EA9D-DEE3-46BE-76794D780208}"/>
                      </a:ext>
                    </a:extLst>
                  </p:cNvPr>
                  <p:cNvSpPr/>
                  <p:nvPr/>
                </p:nvSpPr>
                <p:spPr>
                  <a:xfrm>
                    <a:off x="6720312" y="2259509"/>
                    <a:ext cx="35042" cy="42194"/>
                  </a:xfrm>
                  <a:custGeom>
                    <a:avLst/>
                    <a:gdLst>
                      <a:gd name="connsiteX0" fmla="*/ 12497 w 35042"/>
                      <a:gd name="connsiteY0" fmla="*/ 42195 h 42194"/>
                      <a:gd name="connsiteX1" fmla="*/ 0 w 35042"/>
                      <a:gd name="connsiteY1" fmla="*/ 29611 h 42194"/>
                      <a:gd name="connsiteX2" fmla="*/ 1680 w 35042"/>
                      <a:gd name="connsiteY2" fmla="*/ 23384 h 42194"/>
                      <a:gd name="connsiteX3" fmla="*/ 11666 w 35042"/>
                      <a:gd name="connsiteY3" fmla="*/ 6220 h 42194"/>
                      <a:gd name="connsiteX4" fmla="*/ 28822 w 35042"/>
                      <a:gd name="connsiteY4" fmla="*/ 1713 h 42194"/>
                      <a:gd name="connsiteX5" fmla="*/ 33329 w 35042"/>
                      <a:gd name="connsiteY5" fmla="*/ 18870 h 42194"/>
                      <a:gd name="connsiteX6" fmla="*/ 23344 w 35042"/>
                      <a:gd name="connsiteY6" fmla="*/ 35972 h 42194"/>
                      <a:gd name="connsiteX7" fmla="*/ 12497 w 35042"/>
                      <a:gd name="connsiteY7" fmla="*/ 42195 h 4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42" h="42194">
                        <a:moveTo>
                          <a:pt x="12497" y="42195"/>
                        </a:moveTo>
                        <a:cubicBezTo>
                          <a:pt x="5571" y="42170"/>
                          <a:pt x="-23" y="36536"/>
                          <a:pt x="0" y="29611"/>
                        </a:cubicBezTo>
                        <a:cubicBezTo>
                          <a:pt x="8" y="27424"/>
                          <a:pt x="588" y="25278"/>
                          <a:pt x="1680" y="23384"/>
                        </a:cubicBezTo>
                        <a:lnTo>
                          <a:pt x="11666" y="6220"/>
                        </a:lnTo>
                        <a:cubicBezTo>
                          <a:pt x="15158" y="238"/>
                          <a:pt x="22841" y="-1779"/>
                          <a:pt x="28822" y="1713"/>
                        </a:cubicBezTo>
                        <a:cubicBezTo>
                          <a:pt x="34804" y="5206"/>
                          <a:pt x="36822" y="12888"/>
                          <a:pt x="33329" y="18870"/>
                        </a:cubicBezTo>
                        <a:lnTo>
                          <a:pt x="23344" y="35972"/>
                        </a:lnTo>
                        <a:cubicBezTo>
                          <a:pt x="21095" y="39829"/>
                          <a:pt x="16962" y="42200"/>
                          <a:pt x="12497" y="42195"/>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51" name="Freeform 161">
                    <a:extLst>
                      <a:ext uri="{FF2B5EF4-FFF2-40B4-BE49-F238E27FC236}">
                        <a16:creationId xmlns:a16="http://schemas.microsoft.com/office/drawing/2014/main" id="{76B17C0B-0DD2-70EB-B0ED-21351577E77C}"/>
                      </a:ext>
                    </a:extLst>
                  </p:cNvPr>
                  <p:cNvSpPr/>
                  <p:nvPr/>
                </p:nvSpPr>
                <p:spPr>
                  <a:xfrm>
                    <a:off x="6698915" y="2238810"/>
                    <a:ext cx="43578" cy="30116"/>
                  </a:xfrm>
                  <a:custGeom>
                    <a:avLst/>
                    <a:gdLst>
                      <a:gd name="connsiteX0" fmla="*/ 12528 w 43578"/>
                      <a:gd name="connsiteY0" fmla="*/ 30116 h 30116"/>
                      <a:gd name="connsiteX1" fmla="*/ 0 w 43578"/>
                      <a:gd name="connsiteY1" fmla="*/ 17563 h 30116"/>
                      <a:gd name="connsiteX2" fmla="*/ 9252 w 43578"/>
                      <a:gd name="connsiteY2" fmla="*/ 5475 h 30116"/>
                      <a:gd name="connsiteX3" fmla="*/ 27921 w 43578"/>
                      <a:gd name="connsiteY3" fmla="*/ 396 h 30116"/>
                      <a:gd name="connsiteX4" fmla="*/ 43183 w 43578"/>
                      <a:gd name="connsiteY4" fmla="*/ 9429 h 30116"/>
                      <a:gd name="connsiteX5" fmla="*/ 34489 w 43578"/>
                      <a:gd name="connsiteY5" fmla="*/ 24599 h 30116"/>
                      <a:gd name="connsiteX6" fmla="*/ 15820 w 43578"/>
                      <a:gd name="connsiteY6" fmla="*/ 29677 h 30116"/>
                      <a:gd name="connsiteX7" fmla="*/ 12528 w 43578"/>
                      <a:gd name="connsiteY7" fmla="*/ 30116 h 3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8" h="30116">
                        <a:moveTo>
                          <a:pt x="12528" y="30116"/>
                        </a:moveTo>
                        <a:cubicBezTo>
                          <a:pt x="5602" y="30110"/>
                          <a:pt x="-7" y="24489"/>
                          <a:pt x="0" y="17563"/>
                        </a:cubicBezTo>
                        <a:cubicBezTo>
                          <a:pt x="6" y="11909"/>
                          <a:pt x="3795" y="6957"/>
                          <a:pt x="9252" y="5475"/>
                        </a:cubicBezTo>
                        <a:lnTo>
                          <a:pt x="27921" y="396"/>
                        </a:lnTo>
                        <a:cubicBezTo>
                          <a:pt x="34630" y="-1324"/>
                          <a:pt x="41463" y="2720"/>
                          <a:pt x="43183" y="9429"/>
                        </a:cubicBezTo>
                        <a:cubicBezTo>
                          <a:pt x="44869" y="16005"/>
                          <a:pt x="41015" y="22729"/>
                          <a:pt x="34489" y="24599"/>
                        </a:cubicBezTo>
                        <a:lnTo>
                          <a:pt x="15820" y="29677"/>
                        </a:lnTo>
                        <a:cubicBezTo>
                          <a:pt x="14747" y="29969"/>
                          <a:pt x="13640" y="30116"/>
                          <a:pt x="12528" y="30116"/>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52" name="Freeform 162">
                    <a:extLst>
                      <a:ext uri="{FF2B5EF4-FFF2-40B4-BE49-F238E27FC236}">
                        <a16:creationId xmlns:a16="http://schemas.microsoft.com/office/drawing/2014/main" id="{F72B2F8D-C611-BDBB-2038-C0A0688EA091}"/>
                      </a:ext>
                    </a:extLst>
                  </p:cNvPr>
                  <p:cNvSpPr/>
                  <p:nvPr/>
                </p:nvSpPr>
                <p:spPr>
                  <a:xfrm>
                    <a:off x="6703187" y="2203941"/>
                    <a:ext cx="43000" cy="36753"/>
                  </a:xfrm>
                  <a:custGeom>
                    <a:avLst/>
                    <a:gdLst>
                      <a:gd name="connsiteX0" fmla="*/ 30436 w 43000"/>
                      <a:gd name="connsiteY0" fmla="*/ 36754 h 36753"/>
                      <a:gd name="connsiteX1" fmla="*/ 23602 w 43000"/>
                      <a:gd name="connsiteY1" fmla="*/ 34716 h 36753"/>
                      <a:gd name="connsiteX2" fmla="*/ 5700 w 43000"/>
                      <a:gd name="connsiteY2" fmla="*/ 23053 h 36753"/>
                      <a:gd name="connsiteX3" fmla="*/ 2032 w 43000"/>
                      <a:gd name="connsiteY3" fmla="*/ 5701 h 36753"/>
                      <a:gd name="connsiteX4" fmla="*/ 19385 w 43000"/>
                      <a:gd name="connsiteY4" fmla="*/ 2033 h 36753"/>
                      <a:gd name="connsiteX5" fmla="*/ 37286 w 43000"/>
                      <a:gd name="connsiteY5" fmla="*/ 13695 h 36753"/>
                      <a:gd name="connsiteX6" fmla="*/ 40976 w 43000"/>
                      <a:gd name="connsiteY6" fmla="*/ 31042 h 36753"/>
                      <a:gd name="connsiteX7" fmla="*/ 30436 w 43000"/>
                      <a:gd name="connsiteY7" fmla="*/ 36754 h 36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000" h="36753">
                        <a:moveTo>
                          <a:pt x="30436" y="36754"/>
                        </a:moveTo>
                        <a:cubicBezTo>
                          <a:pt x="28008" y="36751"/>
                          <a:pt x="25635" y="36042"/>
                          <a:pt x="23602" y="34716"/>
                        </a:cubicBezTo>
                        <a:lnTo>
                          <a:pt x="5700" y="23053"/>
                        </a:lnTo>
                        <a:cubicBezTo>
                          <a:pt x="-104" y="19274"/>
                          <a:pt x="-1746" y="11505"/>
                          <a:pt x="2032" y="5701"/>
                        </a:cubicBezTo>
                        <a:cubicBezTo>
                          <a:pt x="5811" y="-104"/>
                          <a:pt x="13581" y="-1747"/>
                          <a:pt x="19385" y="2033"/>
                        </a:cubicBezTo>
                        <a:lnTo>
                          <a:pt x="37286" y="13695"/>
                        </a:lnTo>
                        <a:cubicBezTo>
                          <a:pt x="43096" y="17467"/>
                          <a:pt x="44748" y="25232"/>
                          <a:pt x="40976" y="31042"/>
                        </a:cubicBezTo>
                        <a:cubicBezTo>
                          <a:pt x="38660" y="34611"/>
                          <a:pt x="34691" y="36762"/>
                          <a:pt x="30436" y="36754"/>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53" name="Freeform 163">
                    <a:extLst>
                      <a:ext uri="{FF2B5EF4-FFF2-40B4-BE49-F238E27FC236}">
                        <a16:creationId xmlns:a16="http://schemas.microsoft.com/office/drawing/2014/main" id="{67FB4FBC-26E0-81B0-696E-72893BDD6968}"/>
                      </a:ext>
                    </a:extLst>
                  </p:cNvPr>
                  <p:cNvSpPr/>
                  <p:nvPr/>
                </p:nvSpPr>
                <p:spPr>
                  <a:xfrm>
                    <a:off x="6717310" y="2202400"/>
                    <a:ext cx="85595" cy="85587"/>
                  </a:xfrm>
                  <a:custGeom>
                    <a:avLst/>
                    <a:gdLst>
                      <a:gd name="connsiteX0" fmla="*/ 42727 w 85595"/>
                      <a:gd name="connsiteY0" fmla="*/ 85588 h 85587"/>
                      <a:gd name="connsiteX1" fmla="*/ 0 w 85595"/>
                      <a:gd name="connsiteY1" fmla="*/ 42727 h 85587"/>
                      <a:gd name="connsiteX2" fmla="*/ 42860 w 85595"/>
                      <a:gd name="connsiteY2" fmla="*/ 0 h 85587"/>
                      <a:gd name="connsiteX3" fmla="*/ 84455 w 85595"/>
                      <a:gd name="connsiteY3" fmla="*/ 33013 h 85587"/>
                      <a:gd name="connsiteX4" fmla="*/ 84455 w 85595"/>
                      <a:gd name="connsiteY4" fmla="*/ 33013 h 85587"/>
                      <a:gd name="connsiteX5" fmla="*/ 52586 w 85595"/>
                      <a:gd name="connsiteY5" fmla="*/ 84444 h 85587"/>
                      <a:gd name="connsiteX6" fmla="*/ 42727 w 85595"/>
                      <a:gd name="connsiteY6" fmla="*/ 85588 h 85587"/>
                      <a:gd name="connsiteX7" fmla="*/ 42883 w 85595"/>
                      <a:gd name="connsiteY7" fmla="*/ 25049 h 85587"/>
                      <a:gd name="connsiteX8" fmla="*/ 38808 w 85595"/>
                      <a:gd name="connsiteY8" fmla="*/ 25520 h 85587"/>
                      <a:gd name="connsiteX9" fmla="*/ 25664 w 85595"/>
                      <a:gd name="connsiteY9" fmla="*/ 46818 h 85587"/>
                      <a:gd name="connsiteX10" fmla="*/ 46962 w 85595"/>
                      <a:gd name="connsiteY10" fmla="*/ 59963 h 85587"/>
                      <a:gd name="connsiteX11" fmla="*/ 60126 w 85595"/>
                      <a:gd name="connsiteY11" fmla="*/ 38750 h 85587"/>
                      <a:gd name="connsiteX12" fmla="*/ 60126 w 85595"/>
                      <a:gd name="connsiteY12" fmla="*/ 38750 h 85587"/>
                      <a:gd name="connsiteX13" fmla="*/ 42883 w 85595"/>
                      <a:gd name="connsiteY13" fmla="*/ 25049 h 8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595" h="85587">
                        <a:moveTo>
                          <a:pt x="42727" y="85588"/>
                        </a:moveTo>
                        <a:cubicBezTo>
                          <a:pt x="19093" y="85550"/>
                          <a:pt x="-38" y="66362"/>
                          <a:pt x="0" y="42727"/>
                        </a:cubicBezTo>
                        <a:cubicBezTo>
                          <a:pt x="36" y="19093"/>
                          <a:pt x="19226" y="-38"/>
                          <a:pt x="42860" y="0"/>
                        </a:cubicBezTo>
                        <a:cubicBezTo>
                          <a:pt x="62702" y="31"/>
                          <a:pt x="79920" y="13697"/>
                          <a:pt x="84455" y="33013"/>
                        </a:cubicBezTo>
                        <a:lnTo>
                          <a:pt x="84455" y="33013"/>
                        </a:lnTo>
                        <a:cubicBezTo>
                          <a:pt x="89850" y="56015"/>
                          <a:pt x="75585" y="79036"/>
                          <a:pt x="52586" y="84444"/>
                        </a:cubicBezTo>
                        <a:cubicBezTo>
                          <a:pt x="49354" y="85202"/>
                          <a:pt x="46047" y="85586"/>
                          <a:pt x="42727" y="85588"/>
                        </a:cubicBezTo>
                        <a:close/>
                        <a:moveTo>
                          <a:pt x="42883" y="25049"/>
                        </a:moveTo>
                        <a:cubicBezTo>
                          <a:pt x="41512" y="25051"/>
                          <a:pt x="40143" y="25209"/>
                          <a:pt x="38808" y="25520"/>
                        </a:cubicBezTo>
                        <a:cubicBezTo>
                          <a:pt x="29296" y="27771"/>
                          <a:pt x="23411" y="37308"/>
                          <a:pt x="25664" y="46818"/>
                        </a:cubicBezTo>
                        <a:cubicBezTo>
                          <a:pt x="27915" y="56330"/>
                          <a:pt x="37450" y="62214"/>
                          <a:pt x="46962" y="59963"/>
                        </a:cubicBezTo>
                        <a:cubicBezTo>
                          <a:pt x="56439" y="57719"/>
                          <a:pt x="62322" y="48238"/>
                          <a:pt x="60126" y="38750"/>
                        </a:cubicBezTo>
                        <a:lnTo>
                          <a:pt x="60126" y="38750"/>
                        </a:lnTo>
                        <a:cubicBezTo>
                          <a:pt x="58252" y="30736"/>
                          <a:pt x="51113" y="25065"/>
                          <a:pt x="42883" y="25049"/>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60" name="Freeform 154">
                  <a:extLst>
                    <a:ext uri="{FF2B5EF4-FFF2-40B4-BE49-F238E27FC236}">
                      <a16:creationId xmlns:a16="http://schemas.microsoft.com/office/drawing/2014/main" id="{D25F9217-2728-8E1A-862D-609AFEA1C658}"/>
                    </a:ext>
                  </a:extLst>
                </p:cNvPr>
                <p:cNvSpPr/>
                <p:nvPr/>
              </p:nvSpPr>
              <p:spPr>
                <a:xfrm>
                  <a:off x="6717586" y="2109858"/>
                  <a:ext cx="54608" cy="54606"/>
                </a:xfrm>
                <a:custGeom>
                  <a:avLst/>
                  <a:gdLst>
                    <a:gd name="connsiteX0" fmla="*/ 42074 w 54608"/>
                    <a:gd name="connsiteY0" fmla="*/ 54607 h 54606"/>
                    <a:gd name="connsiteX1" fmla="*/ 33202 w 54608"/>
                    <a:gd name="connsiteY1" fmla="*/ 50939 h 54606"/>
                    <a:gd name="connsiteX2" fmla="*/ 3669 w 54608"/>
                    <a:gd name="connsiteY2" fmla="*/ 21406 h 54606"/>
                    <a:gd name="connsiteX3" fmla="*/ 3677 w 54608"/>
                    <a:gd name="connsiteY3" fmla="*/ 3669 h 54606"/>
                    <a:gd name="connsiteX4" fmla="*/ 21414 w 54608"/>
                    <a:gd name="connsiteY4" fmla="*/ 3677 h 54606"/>
                    <a:gd name="connsiteX5" fmla="*/ 50931 w 54608"/>
                    <a:gd name="connsiteY5" fmla="*/ 33194 h 54606"/>
                    <a:gd name="connsiteX6" fmla="*/ 50940 w 54608"/>
                    <a:gd name="connsiteY6" fmla="*/ 50929 h 54606"/>
                    <a:gd name="connsiteX7" fmla="*/ 42074 w 54608"/>
                    <a:gd name="connsiteY7" fmla="*/ 54607 h 5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608" h="54606">
                      <a:moveTo>
                        <a:pt x="42074" y="54607"/>
                      </a:moveTo>
                      <a:cubicBezTo>
                        <a:pt x="38748" y="54609"/>
                        <a:pt x="35556" y="53290"/>
                        <a:pt x="33202" y="50939"/>
                      </a:cubicBezTo>
                      <a:lnTo>
                        <a:pt x="3669" y="21406"/>
                      </a:lnTo>
                      <a:cubicBezTo>
                        <a:pt x="-1226" y="16506"/>
                        <a:pt x="-1223" y="8565"/>
                        <a:pt x="3677" y="3669"/>
                      </a:cubicBezTo>
                      <a:cubicBezTo>
                        <a:pt x="8577" y="-1226"/>
                        <a:pt x="16519" y="-1223"/>
                        <a:pt x="21414" y="3677"/>
                      </a:cubicBezTo>
                      <a:lnTo>
                        <a:pt x="50931" y="33194"/>
                      </a:lnTo>
                      <a:cubicBezTo>
                        <a:pt x="55831" y="38089"/>
                        <a:pt x="55836" y="46029"/>
                        <a:pt x="50940" y="50929"/>
                      </a:cubicBezTo>
                      <a:cubicBezTo>
                        <a:pt x="48590" y="53282"/>
                        <a:pt x="45401" y="54605"/>
                        <a:pt x="42074" y="54607"/>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508" name="Group 507">
            <a:extLst>
              <a:ext uri="{FF2B5EF4-FFF2-40B4-BE49-F238E27FC236}">
                <a16:creationId xmlns:a16="http://schemas.microsoft.com/office/drawing/2014/main" id="{5FB8F1F8-6D74-1944-349A-E5703A5D4AA7}"/>
              </a:ext>
            </a:extLst>
          </p:cNvPr>
          <p:cNvGrpSpPr/>
          <p:nvPr/>
        </p:nvGrpSpPr>
        <p:grpSpPr>
          <a:xfrm>
            <a:off x="9135694" y="2241576"/>
            <a:ext cx="2194194" cy="1365967"/>
            <a:chOff x="9135694" y="2241576"/>
            <a:chExt cx="2194194" cy="1365967"/>
          </a:xfrm>
        </p:grpSpPr>
        <p:grpSp>
          <p:nvGrpSpPr>
            <p:cNvPr id="502" name="Group 501">
              <a:extLst>
                <a:ext uri="{FF2B5EF4-FFF2-40B4-BE49-F238E27FC236}">
                  <a16:creationId xmlns:a16="http://schemas.microsoft.com/office/drawing/2014/main" id="{1E008895-20C1-0C86-62C1-4C17127B9A76}"/>
                </a:ext>
              </a:extLst>
            </p:cNvPr>
            <p:cNvGrpSpPr/>
            <p:nvPr/>
          </p:nvGrpSpPr>
          <p:grpSpPr>
            <a:xfrm>
              <a:off x="9135694" y="2241576"/>
              <a:ext cx="2194194" cy="1365967"/>
              <a:chOff x="9135694" y="2241576"/>
              <a:chExt cx="2194194" cy="1365967"/>
            </a:xfrm>
          </p:grpSpPr>
          <p:sp>
            <p:nvSpPr>
              <p:cNvPr id="463" name="5-Point Star 266">
                <a:extLst>
                  <a:ext uri="{FF2B5EF4-FFF2-40B4-BE49-F238E27FC236}">
                    <a16:creationId xmlns:a16="http://schemas.microsoft.com/office/drawing/2014/main" id="{7D4FCAF7-452B-E0EE-BF68-22E6F3BADDAF}"/>
                  </a:ext>
                </a:extLst>
              </p:cNvPr>
              <p:cNvSpPr/>
              <p:nvPr/>
            </p:nvSpPr>
            <p:spPr>
              <a:xfrm>
                <a:off x="10248052" y="3233793"/>
                <a:ext cx="228607" cy="228912"/>
              </a:xfrm>
              <a:prstGeom prst="star5">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64" name="Arrow: Chevron 23">
                <a:extLst>
                  <a:ext uri="{FF2B5EF4-FFF2-40B4-BE49-F238E27FC236}">
                    <a16:creationId xmlns:a16="http://schemas.microsoft.com/office/drawing/2014/main" id="{206ADFED-2B2C-B359-97AA-6DF41167ADD4}"/>
                  </a:ext>
                </a:extLst>
              </p:cNvPr>
              <p:cNvSpPr/>
              <p:nvPr/>
            </p:nvSpPr>
            <p:spPr>
              <a:xfrm>
                <a:off x="9141959" y="3197853"/>
                <a:ext cx="1169642" cy="409690"/>
              </a:xfrm>
              <a:prstGeom prst="chevron">
                <a:avLst>
                  <a:gd name="adj" fmla="val 24644"/>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Final </a:t>
                </a:r>
                <a:b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b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Prep</a:t>
                </a:r>
              </a:p>
            </p:txBody>
          </p:sp>
          <p:sp>
            <p:nvSpPr>
              <p:cNvPr id="465" name="Arrow: Chevron 25">
                <a:extLst>
                  <a:ext uri="{FF2B5EF4-FFF2-40B4-BE49-F238E27FC236}">
                    <a16:creationId xmlns:a16="http://schemas.microsoft.com/office/drawing/2014/main" id="{AB34D28A-5B96-7663-848B-4EF075788D2A}"/>
                  </a:ext>
                </a:extLst>
              </p:cNvPr>
              <p:cNvSpPr/>
              <p:nvPr/>
            </p:nvSpPr>
            <p:spPr>
              <a:xfrm>
                <a:off x="10054107" y="3197853"/>
                <a:ext cx="1103496" cy="409689"/>
              </a:xfrm>
              <a:prstGeom prst="chevron">
                <a:avLst>
                  <a:gd name="adj" fmla="val 24644"/>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65000"/>
                      </a:schemeClr>
                    </a:solidFill>
                    <a:effectLst/>
                    <a:uLnTx/>
                    <a:uFillTx/>
                    <a:latin typeface="Century Gothic" panose="020F0302020204030204"/>
                    <a:ea typeface="+mn-ea"/>
                    <a:cs typeface="+mn-cs"/>
                  </a:rPr>
                  <a:t>Go Live</a:t>
                </a:r>
              </a:p>
            </p:txBody>
          </p:sp>
          <p:sp>
            <p:nvSpPr>
              <p:cNvPr id="466" name="Arrow: Chevron 282">
                <a:extLst>
                  <a:ext uri="{FF2B5EF4-FFF2-40B4-BE49-F238E27FC236}">
                    <a16:creationId xmlns:a16="http://schemas.microsoft.com/office/drawing/2014/main" id="{992829CB-E996-C9CF-3C53-62712D15D2B1}"/>
                  </a:ext>
                </a:extLst>
              </p:cNvPr>
              <p:cNvSpPr/>
              <p:nvPr/>
            </p:nvSpPr>
            <p:spPr>
              <a:xfrm>
                <a:off x="9135694" y="2241576"/>
                <a:ext cx="2194194" cy="964154"/>
              </a:xfrm>
              <a:prstGeom prst="chevron">
                <a:avLst>
                  <a:gd name="adj" fmla="val 27951"/>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144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Deploy</a:t>
                </a:r>
              </a:p>
            </p:txBody>
          </p:sp>
        </p:grpSp>
        <p:grpSp>
          <p:nvGrpSpPr>
            <p:cNvPr id="501" name="Group 500">
              <a:extLst>
                <a:ext uri="{FF2B5EF4-FFF2-40B4-BE49-F238E27FC236}">
                  <a16:creationId xmlns:a16="http://schemas.microsoft.com/office/drawing/2014/main" id="{D10CD1D2-2CDD-CB82-F3F9-A956E6400202}"/>
                </a:ext>
              </a:extLst>
            </p:cNvPr>
            <p:cNvGrpSpPr/>
            <p:nvPr/>
          </p:nvGrpSpPr>
          <p:grpSpPr>
            <a:xfrm>
              <a:off x="9964697" y="2369261"/>
              <a:ext cx="471163" cy="471791"/>
              <a:chOff x="9964697" y="2369261"/>
              <a:chExt cx="471163" cy="471791"/>
            </a:xfrm>
          </p:grpSpPr>
          <p:sp>
            <p:nvSpPr>
              <p:cNvPr id="468" name="Oval 467">
                <a:extLst>
                  <a:ext uri="{FF2B5EF4-FFF2-40B4-BE49-F238E27FC236}">
                    <a16:creationId xmlns:a16="http://schemas.microsoft.com/office/drawing/2014/main" id="{42ECAED6-8F12-290E-515D-51250CFFD040}"/>
                  </a:ext>
                </a:extLst>
              </p:cNvPr>
              <p:cNvSpPr/>
              <p:nvPr/>
            </p:nvSpPr>
            <p:spPr>
              <a:xfrm>
                <a:off x="9964697" y="2369261"/>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469" name="Graphic 334">
                <a:extLst>
                  <a:ext uri="{FF2B5EF4-FFF2-40B4-BE49-F238E27FC236}">
                    <a16:creationId xmlns:a16="http://schemas.microsoft.com/office/drawing/2014/main" id="{D67127A7-DC9C-3D2E-3B9A-655E872A2D7D}"/>
                  </a:ext>
                </a:extLst>
              </p:cNvPr>
              <p:cNvGrpSpPr/>
              <p:nvPr/>
            </p:nvGrpSpPr>
            <p:grpSpPr>
              <a:xfrm>
                <a:off x="10098279" y="2464019"/>
                <a:ext cx="204106" cy="282424"/>
                <a:chOff x="9951565" y="2036935"/>
                <a:chExt cx="204378" cy="282424"/>
              </a:xfrm>
              <a:solidFill>
                <a:schemeClr val="bg1">
                  <a:lumMod val="75000"/>
                </a:schemeClr>
              </a:solidFill>
            </p:grpSpPr>
            <p:sp>
              <p:nvSpPr>
                <p:cNvPr id="470" name="Freeform 143">
                  <a:extLst>
                    <a:ext uri="{FF2B5EF4-FFF2-40B4-BE49-F238E27FC236}">
                      <a16:creationId xmlns:a16="http://schemas.microsoft.com/office/drawing/2014/main" id="{11F9D0CA-6A56-CC53-6CC7-850F58DAA4A2}"/>
                    </a:ext>
                  </a:extLst>
                </p:cNvPr>
                <p:cNvSpPr/>
                <p:nvPr/>
              </p:nvSpPr>
              <p:spPr>
                <a:xfrm>
                  <a:off x="10075099" y="2179856"/>
                  <a:ext cx="80844" cy="136661"/>
                </a:xfrm>
                <a:custGeom>
                  <a:avLst/>
                  <a:gdLst>
                    <a:gd name="connsiteX0" fmla="*/ 56016 w 80844"/>
                    <a:gd name="connsiteY0" fmla="*/ 136661 h 136661"/>
                    <a:gd name="connsiteX1" fmla="*/ 24749 w 80844"/>
                    <a:gd name="connsiteY1" fmla="*/ 114256 h 136661"/>
                    <a:gd name="connsiteX2" fmla="*/ 1674 w 80844"/>
                    <a:gd name="connsiteY2" fmla="*/ 91516 h 136661"/>
                    <a:gd name="connsiteX3" fmla="*/ 2510 w 80844"/>
                    <a:gd name="connsiteY3" fmla="*/ 77136 h 136661"/>
                    <a:gd name="connsiteX4" fmla="*/ 28762 w 80844"/>
                    <a:gd name="connsiteY4" fmla="*/ 12261 h 136661"/>
                    <a:gd name="connsiteX5" fmla="*/ 43141 w 80844"/>
                    <a:gd name="connsiteY5" fmla="*/ 55 h 136661"/>
                    <a:gd name="connsiteX6" fmla="*/ 50331 w 80844"/>
                    <a:gd name="connsiteY6" fmla="*/ 2897 h 136661"/>
                    <a:gd name="connsiteX7" fmla="*/ 79759 w 80844"/>
                    <a:gd name="connsiteY7" fmla="*/ 46371 h 136661"/>
                    <a:gd name="connsiteX8" fmla="*/ 76749 w 80844"/>
                    <a:gd name="connsiteY8" fmla="*/ 92017 h 136661"/>
                    <a:gd name="connsiteX9" fmla="*/ 67720 w 80844"/>
                    <a:gd name="connsiteY9" fmla="*/ 130642 h 136661"/>
                    <a:gd name="connsiteX10" fmla="*/ 57688 w 80844"/>
                    <a:gd name="connsiteY10" fmla="*/ 136494 h 136661"/>
                    <a:gd name="connsiteX11" fmla="*/ 56016 w 80844"/>
                    <a:gd name="connsiteY11" fmla="*/ 136661 h 136661"/>
                    <a:gd name="connsiteX12" fmla="*/ 30768 w 80844"/>
                    <a:gd name="connsiteY12" fmla="*/ 83156 h 136661"/>
                    <a:gd name="connsiteX13" fmla="*/ 48324 w 80844"/>
                    <a:gd name="connsiteY13" fmla="*/ 99374 h 136661"/>
                    <a:gd name="connsiteX14" fmla="*/ 54009 w 80844"/>
                    <a:gd name="connsiteY14" fmla="*/ 53728 h 136661"/>
                    <a:gd name="connsiteX15" fmla="*/ 49662 w 80844"/>
                    <a:gd name="connsiteY15" fmla="*/ 43194 h 136661"/>
                    <a:gd name="connsiteX16" fmla="*/ 30768 w 80844"/>
                    <a:gd name="connsiteY16" fmla="*/ 83156 h 136661"/>
                    <a:gd name="connsiteX17" fmla="*/ 30768 w 80844"/>
                    <a:gd name="connsiteY17" fmla="*/ 83156 h 136661"/>
                    <a:gd name="connsiteX18" fmla="*/ 24247 w 80844"/>
                    <a:gd name="connsiteY18" fmla="*/ 92686 h 136661"/>
                    <a:gd name="connsiteX19" fmla="*/ 24247 w 80844"/>
                    <a:gd name="connsiteY19" fmla="*/ 92686 h 136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0844" h="136661">
                      <a:moveTo>
                        <a:pt x="56016" y="136661"/>
                      </a:moveTo>
                      <a:cubicBezTo>
                        <a:pt x="50498" y="136661"/>
                        <a:pt x="45984" y="133651"/>
                        <a:pt x="24749" y="114256"/>
                      </a:cubicBezTo>
                      <a:cubicBezTo>
                        <a:pt x="3179" y="94526"/>
                        <a:pt x="2510" y="93188"/>
                        <a:pt x="1674" y="91516"/>
                      </a:cubicBezTo>
                      <a:cubicBezTo>
                        <a:pt x="-834" y="87001"/>
                        <a:pt x="-499" y="81484"/>
                        <a:pt x="2510" y="77136"/>
                      </a:cubicBezTo>
                      <a:cubicBezTo>
                        <a:pt x="17726" y="55901"/>
                        <a:pt x="27089" y="32827"/>
                        <a:pt x="28762" y="12261"/>
                      </a:cubicBezTo>
                      <a:cubicBezTo>
                        <a:pt x="29430" y="4904"/>
                        <a:pt x="35784" y="-614"/>
                        <a:pt x="43141" y="55"/>
                      </a:cubicBezTo>
                      <a:cubicBezTo>
                        <a:pt x="45816" y="222"/>
                        <a:pt x="48324" y="1225"/>
                        <a:pt x="50331" y="2897"/>
                      </a:cubicBezTo>
                      <a:cubicBezTo>
                        <a:pt x="64209" y="14100"/>
                        <a:pt x="74408" y="29316"/>
                        <a:pt x="79759" y="46371"/>
                      </a:cubicBezTo>
                      <a:cubicBezTo>
                        <a:pt x="80762" y="49547"/>
                        <a:pt x="82601" y="56236"/>
                        <a:pt x="76749" y="92017"/>
                      </a:cubicBezTo>
                      <a:cubicBezTo>
                        <a:pt x="71064" y="125793"/>
                        <a:pt x="68891" y="129137"/>
                        <a:pt x="67720" y="130642"/>
                      </a:cubicBezTo>
                      <a:cubicBezTo>
                        <a:pt x="65379" y="133986"/>
                        <a:pt x="61701" y="136159"/>
                        <a:pt x="57688" y="136494"/>
                      </a:cubicBezTo>
                      <a:cubicBezTo>
                        <a:pt x="57019" y="136494"/>
                        <a:pt x="56518" y="136661"/>
                        <a:pt x="56016" y="136661"/>
                      </a:cubicBezTo>
                      <a:close/>
                      <a:moveTo>
                        <a:pt x="30768" y="83156"/>
                      </a:moveTo>
                      <a:cubicBezTo>
                        <a:pt x="35784" y="87837"/>
                        <a:pt x="42305" y="94024"/>
                        <a:pt x="48324" y="99374"/>
                      </a:cubicBezTo>
                      <a:cubicBezTo>
                        <a:pt x="51501" y="82320"/>
                        <a:pt x="54845" y="59747"/>
                        <a:pt x="54009" y="53728"/>
                      </a:cubicBezTo>
                      <a:cubicBezTo>
                        <a:pt x="52839" y="50049"/>
                        <a:pt x="51501" y="46538"/>
                        <a:pt x="49662" y="43194"/>
                      </a:cubicBezTo>
                      <a:cubicBezTo>
                        <a:pt x="45148" y="57239"/>
                        <a:pt x="38794" y="70615"/>
                        <a:pt x="30768" y="83156"/>
                      </a:cubicBezTo>
                      <a:lnTo>
                        <a:pt x="30768" y="83156"/>
                      </a:lnTo>
                      <a:close/>
                      <a:moveTo>
                        <a:pt x="24247" y="92686"/>
                      </a:moveTo>
                      <a:lnTo>
                        <a:pt x="24247" y="92686"/>
                      </a:lnTo>
                      <a:close/>
                    </a:path>
                  </a:pathLst>
                </a:custGeom>
                <a:grp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71" name="Freeform 144">
                  <a:extLst>
                    <a:ext uri="{FF2B5EF4-FFF2-40B4-BE49-F238E27FC236}">
                      <a16:creationId xmlns:a16="http://schemas.microsoft.com/office/drawing/2014/main" id="{FE143AC2-0C3E-F3C9-44D0-AF8B6C52AE92}"/>
                    </a:ext>
                  </a:extLst>
                </p:cNvPr>
                <p:cNvSpPr/>
                <p:nvPr/>
              </p:nvSpPr>
              <p:spPr>
                <a:xfrm>
                  <a:off x="9951565" y="2182212"/>
                  <a:ext cx="80901" cy="136478"/>
                </a:xfrm>
                <a:custGeom>
                  <a:avLst/>
                  <a:gdLst>
                    <a:gd name="connsiteX0" fmla="*/ 24718 w 80901"/>
                    <a:gd name="connsiteY0" fmla="*/ 136479 h 136478"/>
                    <a:gd name="connsiteX1" fmla="*/ 23214 w 80901"/>
                    <a:gd name="connsiteY1" fmla="*/ 136479 h 136478"/>
                    <a:gd name="connsiteX2" fmla="*/ 13181 w 80901"/>
                    <a:gd name="connsiteY2" fmla="*/ 130627 h 136478"/>
                    <a:gd name="connsiteX3" fmla="*/ 4152 w 80901"/>
                    <a:gd name="connsiteY3" fmla="*/ 92003 h 136478"/>
                    <a:gd name="connsiteX4" fmla="*/ 1143 w 80901"/>
                    <a:gd name="connsiteY4" fmla="*/ 46356 h 136478"/>
                    <a:gd name="connsiteX5" fmla="*/ 1143 w 80901"/>
                    <a:gd name="connsiteY5" fmla="*/ 46356 h 136478"/>
                    <a:gd name="connsiteX6" fmla="*/ 30571 w 80901"/>
                    <a:gd name="connsiteY6" fmla="*/ 2882 h 136478"/>
                    <a:gd name="connsiteX7" fmla="*/ 49297 w 80901"/>
                    <a:gd name="connsiteY7" fmla="*/ 5056 h 136478"/>
                    <a:gd name="connsiteX8" fmla="*/ 52140 w 80901"/>
                    <a:gd name="connsiteY8" fmla="*/ 12246 h 136478"/>
                    <a:gd name="connsiteX9" fmla="*/ 78391 w 80901"/>
                    <a:gd name="connsiteY9" fmla="*/ 77121 h 136478"/>
                    <a:gd name="connsiteX10" fmla="*/ 79227 w 80901"/>
                    <a:gd name="connsiteY10" fmla="*/ 91501 h 136478"/>
                    <a:gd name="connsiteX11" fmla="*/ 56153 w 80901"/>
                    <a:gd name="connsiteY11" fmla="*/ 114241 h 136478"/>
                    <a:gd name="connsiteX12" fmla="*/ 24718 w 80901"/>
                    <a:gd name="connsiteY12" fmla="*/ 136479 h 136478"/>
                    <a:gd name="connsiteX13" fmla="*/ 26725 w 80901"/>
                    <a:gd name="connsiteY13" fmla="*/ 53545 h 136478"/>
                    <a:gd name="connsiteX14" fmla="*/ 32410 w 80901"/>
                    <a:gd name="connsiteY14" fmla="*/ 99192 h 136478"/>
                    <a:gd name="connsiteX15" fmla="*/ 49966 w 80901"/>
                    <a:gd name="connsiteY15" fmla="*/ 82973 h 136478"/>
                    <a:gd name="connsiteX16" fmla="*/ 31072 w 80901"/>
                    <a:gd name="connsiteY16" fmla="*/ 43012 h 136478"/>
                    <a:gd name="connsiteX17" fmla="*/ 26725 w 80901"/>
                    <a:gd name="connsiteY17" fmla="*/ 53545 h 136478"/>
                    <a:gd name="connsiteX18" fmla="*/ 56487 w 80901"/>
                    <a:gd name="connsiteY18" fmla="*/ 92671 h 136478"/>
                    <a:gd name="connsiteX19" fmla="*/ 56487 w 80901"/>
                    <a:gd name="connsiteY19" fmla="*/ 92671 h 136478"/>
                    <a:gd name="connsiteX20" fmla="*/ 26558 w 80901"/>
                    <a:gd name="connsiteY20" fmla="*/ 53880 h 136478"/>
                    <a:gd name="connsiteX21" fmla="*/ 26558 w 80901"/>
                    <a:gd name="connsiteY21" fmla="*/ 53880 h 136478"/>
                    <a:gd name="connsiteX22" fmla="*/ 26558 w 80901"/>
                    <a:gd name="connsiteY22" fmla="*/ 53880 h 136478"/>
                    <a:gd name="connsiteX23" fmla="*/ 13850 w 80901"/>
                    <a:gd name="connsiteY23" fmla="*/ 50034 h 136478"/>
                    <a:gd name="connsiteX24" fmla="*/ 13850 w 80901"/>
                    <a:gd name="connsiteY24" fmla="*/ 50034 h 13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0901" h="136478">
                      <a:moveTo>
                        <a:pt x="24718" y="136479"/>
                      </a:moveTo>
                      <a:cubicBezTo>
                        <a:pt x="24217" y="136479"/>
                        <a:pt x="23715" y="136479"/>
                        <a:pt x="23214" y="136479"/>
                      </a:cubicBezTo>
                      <a:cubicBezTo>
                        <a:pt x="19201" y="136145"/>
                        <a:pt x="15522" y="133971"/>
                        <a:pt x="13181" y="130627"/>
                      </a:cubicBezTo>
                      <a:cubicBezTo>
                        <a:pt x="12011" y="128955"/>
                        <a:pt x="9837" y="125778"/>
                        <a:pt x="4152" y="92003"/>
                      </a:cubicBezTo>
                      <a:cubicBezTo>
                        <a:pt x="-1867" y="56221"/>
                        <a:pt x="139" y="49533"/>
                        <a:pt x="1143" y="46356"/>
                      </a:cubicBezTo>
                      <a:lnTo>
                        <a:pt x="1143" y="46356"/>
                      </a:lnTo>
                      <a:cubicBezTo>
                        <a:pt x="6493" y="29301"/>
                        <a:pt x="16693" y="14085"/>
                        <a:pt x="30571" y="2882"/>
                      </a:cubicBezTo>
                      <a:cubicBezTo>
                        <a:pt x="36423" y="-1632"/>
                        <a:pt x="44783" y="-796"/>
                        <a:pt x="49297" y="5056"/>
                      </a:cubicBezTo>
                      <a:cubicBezTo>
                        <a:pt x="50969" y="7063"/>
                        <a:pt x="51973" y="9571"/>
                        <a:pt x="52140" y="12246"/>
                      </a:cubicBezTo>
                      <a:cubicBezTo>
                        <a:pt x="53812" y="32812"/>
                        <a:pt x="63175" y="55886"/>
                        <a:pt x="78391" y="77121"/>
                      </a:cubicBezTo>
                      <a:cubicBezTo>
                        <a:pt x="81401" y="81301"/>
                        <a:pt x="81735" y="86986"/>
                        <a:pt x="79227" y="91501"/>
                      </a:cubicBezTo>
                      <a:cubicBezTo>
                        <a:pt x="78391" y="93006"/>
                        <a:pt x="77555" y="94343"/>
                        <a:pt x="56153" y="114241"/>
                      </a:cubicBezTo>
                      <a:cubicBezTo>
                        <a:pt x="34751" y="133469"/>
                        <a:pt x="30236" y="136479"/>
                        <a:pt x="24718" y="136479"/>
                      </a:cubicBezTo>
                      <a:close/>
                      <a:moveTo>
                        <a:pt x="26725" y="53545"/>
                      </a:moveTo>
                      <a:cubicBezTo>
                        <a:pt x="25889" y="59565"/>
                        <a:pt x="29400" y="82137"/>
                        <a:pt x="32410" y="99192"/>
                      </a:cubicBezTo>
                      <a:cubicBezTo>
                        <a:pt x="38262" y="93842"/>
                        <a:pt x="44950" y="87655"/>
                        <a:pt x="49966" y="82973"/>
                      </a:cubicBezTo>
                      <a:cubicBezTo>
                        <a:pt x="41940" y="70600"/>
                        <a:pt x="35587" y="57057"/>
                        <a:pt x="31072" y="43012"/>
                      </a:cubicBezTo>
                      <a:cubicBezTo>
                        <a:pt x="29233" y="46356"/>
                        <a:pt x="27728" y="49867"/>
                        <a:pt x="26725" y="53545"/>
                      </a:cubicBezTo>
                      <a:close/>
                      <a:moveTo>
                        <a:pt x="56487" y="92671"/>
                      </a:moveTo>
                      <a:lnTo>
                        <a:pt x="56487" y="92671"/>
                      </a:lnTo>
                      <a:close/>
                      <a:moveTo>
                        <a:pt x="26558" y="53880"/>
                      </a:moveTo>
                      <a:lnTo>
                        <a:pt x="26558" y="53880"/>
                      </a:lnTo>
                      <a:lnTo>
                        <a:pt x="26558" y="53880"/>
                      </a:lnTo>
                      <a:close/>
                      <a:moveTo>
                        <a:pt x="13850" y="50034"/>
                      </a:moveTo>
                      <a:lnTo>
                        <a:pt x="13850" y="50034"/>
                      </a:lnTo>
                      <a:close/>
                    </a:path>
                  </a:pathLst>
                </a:custGeom>
                <a:grp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72" name="Freeform 145">
                  <a:extLst>
                    <a:ext uri="{FF2B5EF4-FFF2-40B4-BE49-F238E27FC236}">
                      <a16:creationId xmlns:a16="http://schemas.microsoft.com/office/drawing/2014/main" id="{E693FEDB-16EB-3B73-957A-A72402EFE8EA}"/>
                    </a:ext>
                  </a:extLst>
                </p:cNvPr>
                <p:cNvSpPr/>
                <p:nvPr/>
              </p:nvSpPr>
              <p:spPr>
                <a:xfrm>
                  <a:off x="9976589" y="2036935"/>
                  <a:ext cx="153728" cy="247979"/>
                </a:xfrm>
                <a:custGeom>
                  <a:avLst/>
                  <a:gdLst>
                    <a:gd name="connsiteX0" fmla="*/ 107040 w 153728"/>
                    <a:gd name="connsiteY0" fmla="*/ 247980 h 247979"/>
                    <a:gd name="connsiteX1" fmla="*/ 46847 w 153728"/>
                    <a:gd name="connsiteY1" fmla="*/ 247980 h 247979"/>
                    <a:gd name="connsiteX2" fmla="*/ 36814 w 153728"/>
                    <a:gd name="connsiteY2" fmla="*/ 243465 h 247979"/>
                    <a:gd name="connsiteX3" fmla="*/ 1200 w 153728"/>
                    <a:gd name="connsiteY3" fmla="*/ 167053 h 247979"/>
                    <a:gd name="connsiteX4" fmla="*/ 11734 w 153728"/>
                    <a:gd name="connsiteY4" fmla="*/ 92814 h 247979"/>
                    <a:gd name="connsiteX5" fmla="*/ 42834 w 153728"/>
                    <a:gd name="connsiteY5" fmla="*/ 32286 h 247979"/>
                    <a:gd name="connsiteX6" fmla="*/ 76442 w 153728"/>
                    <a:gd name="connsiteY6" fmla="*/ 16 h 247979"/>
                    <a:gd name="connsiteX7" fmla="*/ 100018 w 153728"/>
                    <a:gd name="connsiteY7" fmla="*/ 18241 h 247979"/>
                    <a:gd name="connsiteX8" fmla="*/ 111053 w 153728"/>
                    <a:gd name="connsiteY8" fmla="*/ 31952 h 247979"/>
                    <a:gd name="connsiteX9" fmla="*/ 111221 w 153728"/>
                    <a:gd name="connsiteY9" fmla="*/ 32119 h 247979"/>
                    <a:gd name="connsiteX10" fmla="*/ 152854 w 153728"/>
                    <a:gd name="connsiteY10" fmla="*/ 166217 h 247979"/>
                    <a:gd name="connsiteX11" fmla="*/ 152687 w 153728"/>
                    <a:gd name="connsiteY11" fmla="*/ 167053 h 247979"/>
                    <a:gd name="connsiteX12" fmla="*/ 117240 w 153728"/>
                    <a:gd name="connsiteY12" fmla="*/ 243131 h 247979"/>
                    <a:gd name="connsiteX13" fmla="*/ 107040 w 153728"/>
                    <a:gd name="connsiteY13" fmla="*/ 247980 h 247979"/>
                    <a:gd name="connsiteX14" fmla="*/ 53368 w 153728"/>
                    <a:gd name="connsiteY14" fmla="*/ 221227 h 247979"/>
                    <a:gd name="connsiteX15" fmla="*/ 100352 w 153728"/>
                    <a:gd name="connsiteY15" fmla="*/ 221227 h 247979"/>
                    <a:gd name="connsiteX16" fmla="*/ 126269 w 153728"/>
                    <a:gd name="connsiteY16" fmla="*/ 163040 h 247979"/>
                    <a:gd name="connsiteX17" fmla="*/ 89818 w 153728"/>
                    <a:gd name="connsiteY17" fmla="*/ 48170 h 247979"/>
                    <a:gd name="connsiteX18" fmla="*/ 76776 w 153728"/>
                    <a:gd name="connsiteY18" fmla="*/ 31952 h 247979"/>
                    <a:gd name="connsiteX19" fmla="*/ 64403 w 153728"/>
                    <a:gd name="connsiteY19" fmla="*/ 48003 h 247979"/>
                    <a:gd name="connsiteX20" fmla="*/ 27618 w 153728"/>
                    <a:gd name="connsiteY20" fmla="*/ 162706 h 247979"/>
                    <a:gd name="connsiteX21" fmla="*/ 53368 w 153728"/>
                    <a:gd name="connsiteY21" fmla="*/ 221227 h 247979"/>
                    <a:gd name="connsiteX22" fmla="*/ 139478 w 153728"/>
                    <a:gd name="connsiteY22" fmla="*/ 164712 h 247979"/>
                    <a:gd name="connsiteX23" fmla="*/ 139478 w 153728"/>
                    <a:gd name="connsiteY23" fmla="*/ 164712 h 247979"/>
                    <a:gd name="connsiteX24" fmla="*/ 139478 w 153728"/>
                    <a:gd name="connsiteY24" fmla="*/ 164712 h 247979"/>
                    <a:gd name="connsiteX25" fmla="*/ 83130 w 153728"/>
                    <a:gd name="connsiteY25" fmla="*/ 24929 h 247979"/>
                    <a:gd name="connsiteX26" fmla="*/ 83130 w 153728"/>
                    <a:gd name="connsiteY26" fmla="*/ 24929 h 247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3728" h="247979">
                      <a:moveTo>
                        <a:pt x="107040" y="247980"/>
                      </a:moveTo>
                      <a:lnTo>
                        <a:pt x="46847" y="247980"/>
                      </a:lnTo>
                      <a:cubicBezTo>
                        <a:pt x="43001" y="247980"/>
                        <a:pt x="39323" y="246308"/>
                        <a:pt x="36814" y="243465"/>
                      </a:cubicBezTo>
                      <a:cubicBezTo>
                        <a:pt x="35644" y="242128"/>
                        <a:pt x="8222" y="210359"/>
                        <a:pt x="1200" y="167053"/>
                      </a:cubicBezTo>
                      <a:cubicBezTo>
                        <a:pt x="-2980" y="141471"/>
                        <a:pt x="4544" y="112544"/>
                        <a:pt x="11734" y="92814"/>
                      </a:cubicBezTo>
                      <a:cubicBezTo>
                        <a:pt x="19760" y="70409"/>
                        <a:pt x="31464" y="47669"/>
                        <a:pt x="42834" y="32286"/>
                      </a:cubicBezTo>
                      <a:cubicBezTo>
                        <a:pt x="65908" y="183"/>
                        <a:pt x="71091" y="16"/>
                        <a:pt x="76442" y="16"/>
                      </a:cubicBezTo>
                      <a:cubicBezTo>
                        <a:pt x="84133" y="-319"/>
                        <a:pt x="88982" y="4697"/>
                        <a:pt x="100018" y="18241"/>
                      </a:cubicBezTo>
                      <a:cubicBezTo>
                        <a:pt x="105703" y="25096"/>
                        <a:pt x="110719" y="31784"/>
                        <a:pt x="111053" y="31952"/>
                      </a:cubicBezTo>
                      <a:cubicBezTo>
                        <a:pt x="111053" y="31952"/>
                        <a:pt x="111221" y="32119"/>
                        <a:pt x="111221" y="32119"/>
                      </a:cubicBezTo>
                      <a:cubicBezTo>
                        <a:pt x="129446" y="56698"/>
                        <a:pt x="159208" y="106692"/>
                        <a:pt x="152854" y="166217"/>
                      </a:cubicBezTo>
                      <a:cubicBezTo>
                        <a:pt x="152854" y="166551"/>
                        <a:pt x="152854" y="166719"/>
                        <a:pt x="152687" y="167053"/>
                      </a:cubicBezTo>
                      <a:cubicBezTo>
                        <a:pt x="145665" y="208520"/>
                        <a:pt x="118410" y="241793"/>
                        <a:pt x="117240" y="243131"/>
                      </a:cubicBezTo>
                      <a:cubicBezTo>
                        <a:pt x="114732" y="246141"/>
                        <a:pt x="111053" y="247980"/>
                        <a:pt x="107040" y="247980"/>
                      </a:cubicBezTo>
                      <a:close/>
                      <a:moveTo>
                        <a:pt x="53368" y="221227"/>
                      </a:moveTo>
                      <a:lnTo>
                        <a:pt x="100352" y="221227"/>
                      </a:lnTo>
                      <a:cubicBezTo>
                        <a:pt x="107208" y="211697"/>
                        <a:pt x="121754" y="188790"/>
                        <a:pt x="126269" y="163040"/>
                      </a:cubicBezTo>
                      <a:cubicBezTo>
                        <a:pt x="131452" y="112879"/>
                        <a:pt x="105703" y="69573"/>
                        <a:pt x="89818" y="48170"/>
                      </a:cubicBezTo>
                      <a:cubicBezTo>
                        <a:pt x="85638" y="42653"/>
                        <a:pt x="80622" y="36633"/>
                        <a:pt x="76776" y="31952"/>
                      </a:cubicBezTo>
                      <a:cubicBezTo>
                        <a:pt x="73098" y="36299"/>
                        <a:pt x="68583" y="42318"/>
                        <a:pt x="64403" y="48003"/>
                      </a:cubicBezTo>
                      <a:cubicBezTo>
                        <a:pt x="45676" y="73084"/>
                        <a:pt x="21933" y="128261"/>
                        <a:pt x="27618" y="162706"/>
                      </a:cubicBezTo>
                      <a:cubicBezTo>
                        <a:pt x="31966" y="189626"/>
                        <a:pt x="46512" y="212031"/>
                        <a:pt x="53368" y="221227"/>
                      </a:cubicBezTo>
                      <a:close/>
                      <a:moveTo>
                        <a:pt x="139478" y="164712"/>
                      </a:moveTo>
                      <a:lnTo>
                        <a:pt x="139478" y="164712"/>
                      </a:lnTo>
                      <a:lnTo>
                        <a:pt x="139478" y="164712"/>
                      </a:lnTo>
                      <a:close/>
                      <a:moveTo>
                        <a:pt x="83130" y="24929"/>
                      </a:moveTo>
                      <a:lnTo>
                        <a:pt x="83130" y="24929"/>
                      </a:lnTo>
                      <a:close/>
                    </a:path>
                  </a:pathLst>
                </a:custGeom>
                <a:grp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73" name="Freeform 146">
                  <a:extLst>
                    <a:ext uri="{FF2B5EF4-FFF2-40B4-BE49-F238E27FC236}">
                      <a16:creationId xmlns:a16="http://schemas.microsoft.com/office/drawing/2014/main" id="{0770E502-E369-3EB8-DD8E-22BF3553B7CE}"/>
                    </a:ext>
                  </a:extLst>
                </p:cNvPr>
                <p:cNvSpPr/>
                <p:nvPr/>
              </p:nvSpPr>
              <p:spPr>
                <a:xfrm>
                  <a:off x="10038985" y="2195628"/>
                  <a:ext cx="26752" cy="123731"/>
                </a:xfrm>
                <a:custGeom>
                  <a:avLst/>
                  <a:gdLst>
                    <a:gd name="connsiteX0" fmla="*/ 13376 w 26752"/>
                    <a:gd name="connsiteY0" fmla="*/ 123731 h 123731"/>
                    <a:gd name="connsiteX1" fmla="*/ 0 w 26752"/>
                    <a:gd name="connsiteY1" fmla="*/ 110355 h 123731"/>
                    <a:gd name="connsiteX2" fmla="*/ 0 w 26752"/>
                    <a:gd name="connsiteY2" fmla="*/ 13376 h 123731"/>
                    <a:gd name="connsiteX3" fmla="*/ 13376 w 26752"/>
                    <a:gd name="connsiteY3" fmla="*/ 0 h 123731"/>
                    <a:gd name="connsiteX4" fmla="*/ 26753 w 26752"/>
                    <a:gd name="connsiteY4" fmla="*/ 13376 h 123731"/>
                    <a:gd name="connsiteX5" fmla="*/ 26753 w 26752"/>
                    <a:gd name="connsiteY5" fmla="*/ 110355 h 123731"/>
                    <a:gd name="connsiteX6" fmla="*/ 13376 w 26752"/>
                    <a:gd name="connsiteY6" fmla="*/ 123731 h 12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52" h="123731">
                      <a:moveTo>
                        <a:pt x="13376" y="123731"/>
                      </a:moveTo>
                      <a:cubicBezTo>
                        <a:pt x="6019" y="123731"/>
                        <a:pt x="0" y="117712"/>
                        <a:pt x="0" y="110355"/>
                      </a:cubicBezTo>
                      <a:lnTo>
                        <a:pt x="0" y="13376"/>
                      </a:lnTo>
                      <a:cubicBezTo>
                        <a:pt x="0" y="6019"/>
                        <a:pt x="6019" y="0"/>
                        <a:pt x="13376" y="0"/>
                      </a:cubicBezTo>
                      <a:cubicBezTo>
                        <a:pt x="20733" y="0"/>
                        <a:pt x="26753" y="6019"/>
                        <a:pt x="26753" y="13376"/>
                      </a:cubicBezTo>
                      <a:lnTo>
                        <a:pt x="26753" y="110355"/>
                      </a:lnTo>
                      <a:cubicBezTo>
                        <a:pt x="26753" y="117712"/>
                        <a:pt x="20733" y="123731"/>
                        <a:pt x="13376" y="123731"/>
                      </a:cubicBezTo>
                      <a:close/>
                    </a:path>
                  </a:pathLst>
                </a:custGeom>
                <a:grp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74" name="Freeform 147">
                  <a:extLst>
                    <a:ext uri="{FF2B5EF4-FFF2-40B4-BE49-F238E27FC236}">
                      <a16:creationId xmlns:a16="http://schemas.microsoft.com/office/drawing/2014/main" id="{194190D5-B241-5302-0027-8A7169F06BAF}"/>
                    </a:ext>
                  </a:extLst>
                </p:cNvPr>
                <p:cNvSpPr/>
                <p:nvPr/>
              </p:nvSpPr>
              <p:spPr>
                <a:xfrm>
                  <a:off x="10019590" y="2116540"/>
                  <a:ext cx="68386" cy="68386"/>
                </a:xfrm>
                <a:custGeom>
                  <a:avLst/>
                  <a:gdLst>
                    <a:gd name="connsiteX0" fmla="*/ 34277 w 68386"/>
                    <a:gd name="connsiteY0" fmla="*/ 68387 h 68386"/>
                    <a:gd name="connsiteX1" fmla="*/ 0 w 68386"/>
                    <a:gd name="connsiteY1" fmla="*/ 34277 h 68386"/>
                    <a:gd name="connsiteX2" fmla="*/ 34110 w 68386"/>
                    <a:gd name="connsiteY2" fmla="*/ 0 h 68386"/>
                    <a:gd name="connsiteX3" fmla="*/ 68387 w 68386"/>
                    <a:gd name="connsiteY3" fmla="*/ 34110 h 68386"/>
                    <a:gd name="connsiteX4" fmla="*/ 68387 w 68386"/>
                    <a:gd name="connsiteY4" fmla="*/ 34110 h 68386"/>
                    <a:gd name="connsiteX5" fmla="*/ 34277 w 68386"/>
                    <a:gd name="connsiteY5" fmla="*/ 68387 h 68386"/>
                    <a:gd name="connsiteX6" fmla="*/ 34277 w 68386"/>
                    <a:gd name="connsiteY6" fmla="*/ 26753 h 68386"/>
                    <a:gd name="connsiteX7" fmla="*/ 26753 w 68386"/>
                    <a:gd name="connsiteY7" fmla="*/ 34110 h 68386"/>
                    <a:gd name="connsiteX8" fmla="*/ 34110 w 68386"/>
                    <a:gd name="connsiteY8" fmla="*/ 41634 h 68386"/>
                    <a:gd name="connsiteX9" fmla="*/ 41634 w 68386"/>
                    <a:gd name="connsiteY9" fmla="*/ 34277 h 68386"/>
                    <a:gd name="connsiteX10" fmla="*/ 41634 w 68386"/>
                    <a:gd name="connsiteY10" fmla="*/ 34277 h 68386"/>
                    <a:gd name="connsiteX11" fmla="*/ 34277 w 68386"/>
                    <a:gd name="connsiteY11" fmla="*/ 26753 h 6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386" h="68386">
                      <a:moveTo>
                        <a:pt x="34277" y="68387"/>
                      </a:moveTo>
                      <a:cubicBezTo>
                        <a:pt x="15383" y="68387"/>
                        <a:pt x="0" y="53004"/>
                        <a:pt x="0" y="34277"/>
                      </a:cubicBezTo>
                      <a:cubicBezTo>
                        <a:pt x="0" y="15550"/>
                        <a:pt x="15383" y="0"/>
                        <a:pt x="34110" y="0"/>
                      </a:cubicBezTo>
                      <a:cubicBezTo>
                        <a:pt x="52837" y="0"/>
                        <a:pt x="68387" y="15216"/>
                        <a:pt x="68387" y="34110"/>
                      </a:cubicBezTo>
                      <a:cubicBezTo>
                        <a:pt x="68387" y="34110"/>
                        <a:pt x="68387" y="34110"/>
                        <a:pt x="68387" y="34110"/>
                      </a:cubicBezTo>
                      <a:cubicBezTo>
                        <a:pt x="68387" y="53004"/>
                        <a:pt x="53004" y="68387"/>
                        <a:pt x="34277" y="68387"/>
                      </a:cubicBezTo>
                      <a:close/>
                      <a:moveTo>
                        <a:pt x="34277" y="26753"/>
                      </a:moveTo>
                      <a:cubicBezTo>
                        <a:pt x="30097" y="26753"/>
                        <a:pt x="26753" y="30097"/>
                        <a:pt x="26753" y="34110"/>
                      </a:cubicBezTo>
                      <a:cubicBezTo>
                        <a:pt x="26753" y="38290"/>
                        <a:pt x="30097" y="41634"/>
                        <a:pt x="34110" y="41634"/>
                      </a:cubicBezTo>
                      <a:cubicBezTo>
                        <a:pt x="38290" y="41634"/>
                        <a:pt x="41634" y="38290"/>
                        <a:pt x="41634" y="34277"/>
                      </a:cubicBezTo>
                      <a:cubicBezTo>
                        <a:pt x="41634" y="34277"/>
                        <a:pt x="41634" y="34277"/>
                        <a:pt x="41634" y="34277"/>
                      </a:cubicBezTo>
                      <a:cubicBezTo>
                        <a:pt x="41634" y="30097"/>
                        <a:pt x="38290" y="26753"/>
                        <a:pt x="34277" y="26753"/>
                      </a:cubicBezTo>
                      <a:close/>
                    </a:path>
                  </a:pathLst>
                </a:custGeom>
                <a:grp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spTree>
    <p:extLst>
      <p:ext uri="{BB962C8B-B14F-4D97-AF65-F5344CB8AC3E}">
        <p14:creationId xmlns:p14="http://schemas.microsoft.com/office/powerpoint/2010/main" val="3983828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DFA6AA2-D019-3D26-511E-A26473EA693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78BC80A-7EB0-FC0F-C1F3-A1BEBEB755D5}"/>
              </a:ext>
            </a:extLst>
          </p:cNvPr>
          <p:cNvSpPr>
            <a:spLocks noGrp="1"/>
          </p:cNvSpPr>
          <p:nvPr>
            <p:ph type="ctrTitle"/>
          </p:nvPr>
        </p:nvSpPr>
        <p:spPr/>
        <p:txBody>
          <a:bodyPr/>
          <a:lstStyle/>
          <a:p>
            <a:r>
              <a:rPr lang="nl-BE"/>
              <a:t>project phases</a:t>
            </a:r>
            <a:endParaRPr lang="en-US"/>
          </a:p>
        </p:txBody>
      </p:sp>
      <p:grpSp>
        <p:nvGrpSpPr>
          <p:cNvPr id="7" name="Group 6">
            <a:extLst>
              <a:ext uri="{FF2B5EF4-FFF2-40B4-BE49-F238E27FC236}">
                <a16:creationId xmlns:a16="http://schemas.microsoft.com/office/drawing/2014/main" id="{DD612956-0EA7-3974-FC8A-AE1156767ED8}"/>
              </a:ext>
            </a:extLst>
          </p:cNvPr>
          <p:cNvGrpSpPr/>
          <p:nvPr/>
        </p:nvGrpSpPr>
        <p:grpSpPr>
          <a:xfrm>
            <a:off x="1075577" y="1349611"/>
            <a:ext cx="2597077" cy="3417502"/>
            <a:chOff x="1075577" y="1349611"/>
            <a:chExt cx="2597077" cy="3417502"/>
          </a:xfrm>
        </p:grpSpPr>
        <p:cxnSp>
          <p:nvCxnSpPr>
            <p:cNvPr id="373" name="Straight Connector 372">
              <a:extLst>
                <a:ext uri="{FF2B5EF4-FFF2-40B4-BE49-F238E27FC236}">
                  <a16:creationId xmlns:a16="http://schemas.microsoft.com/office/drawing/2014/main" id="{DB198466-DC80-6653-968E-E93E04B51F38}"/>
                </a:ext>
              </a:extLst>
            </p:cNvPr>
            <p:cNvCxnSpPr>
              <a:cxnSpLocks/>
            </p:cNvCxnSpPr>
            <p:nvPr/>
          </p:nvCxnSpPr>
          <p:spPr>
            <a:xfrm>
              <a:off x="1761023" y="3643542"/>
              <a:ext cx="0" cy="1123571"/>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sp>
          <p:nvSpPr>
            <p:cNvPr id="374" name="TextBox 373">
              <a:extLst>
                <a:ext uri="{FF2B5EF4-FFF2-40B4-BE49-F238E27FC236}">
                  <a16:creationId xmlns:a16="http://schemas.microsoft.com/office/drawing/2014/main" id="{1A8E93F4-D0E0-CE14-67D2-2FE2DD967C73}"/>
                </a:ext>
              </a:extLst>
            </p:cNvPr>
            <p:cNvSpPr txBox="1"/>
            <p:nvPr/>
          </p:nvSpPr>
          <p:spPr>
            <a:xfrm>
              <a:off x="1152654" y="1349611"/>
              <a:ext cx="2520000" cy="684803"/>
            </a:xfrm>
            <a:prstGeom prst="rect">
              <a:avLst/>
            </a:prstGeom>
            <a:solidFill>
              <a:srgbClr val="FFFFFF"/>
            </a:solidFill>
          </p:spPr>
          <p:txBody>
            <a:bodyPr wrap="square" lIns="0" tIns="0" rIns="0" bIns="0" rtlCol="0">
              <a:spAutoFit/>
            </a:bodyPr>
            <a:lstStyle/>
            <a:p>
              <a:pPr>
                <a:spcAft>
                  <a:spcPts val="300"/>
                </a:spcAft>
              </a:pPr>
              <a:r>
                <a:rPr lang="en-US" sz="1000" b="1" dirty="0">
                  <a:solidFill>
                    <a:schemeClr val="tx2"/>
                  </a:solidFill>
                </a:rPr>
                <a:t>Preparation</a:t>
              </a:r>
            </a:p>
            <a:p>
              <a:r>
                <a:rPr lang="en-US" sz="800" dirty="0"/>
                <a:t>Collect and review all project info and agreements to understand and clarify the project context, objectives, scope, budget and all other agreements</a:t>
              </a:r>
              <a:endParaRPr lang="nl-BE" sz="800" dirty="0"/>
            </a:p>
          </p:txBody>
        </p:sp>
        <p:sp>
          <p:nvSpPr>
            <p:cNvPr id="375" name="TextBox 374">
              <a:extLst>
                <a:ext uri="{FF2B5EF4-FFF2-40B4-BE49-F238E27FC236}">
                  <a16:creationId xmlns:a16="http://schemas.microsoft.com/office/drawing/2014/main" id="{671732CD-4AFB-E3CF-6236-735439C3AA65}"/>
                </a:ext>
              </a:extLst>
            </p:cNvPr>
            <p:cNvSpPr txBox="1"/>
            <p:nvPr/>
          </p:nvSpPr>
          <p:spPr>
            <a:xfrm>
              <a:off x="1811380" y="3712978"/>
              <a:ext cx="1225186" cy="1054135"/>
            </a:xfrm>
            <a:prstGeom prst="rect">
              <a:avLst/>
            </a:prstGeom>
            <a:solidFill>
              <a:srgbClr val="FFFFFF"/>
            </a:solidFill>
          </p:spPr>
          <p:txBody>
            <a:bodyPr wrap="square" lIns="0" tIns="0" rIns="0" bIns="0" rtlCol="0">
              <a:spAutoFit/>
            </a:bodyPr>
            <a:lstStyle/>
            <a:p>
              <a:pPr>
                <a:spcAft>
                  <a:spcPts val="300"/>
                </a:spcAft>
              </a:pPr>
              <a:r>
                <a:rPr lang="en-US" sz="1000" b="1" dirty="0">
                  <a:solidFill>
                    <a:schemeClr val="tx2"/>
                  </a:solidFill>
                </a:rPr>
                <a:t>Initial plan</a:t>
              </a:r>
            </a:p>
            <a:p>
              <a:r>
                <a:rPr lang="en-US" sz="800" dirty="0"/>
                <a:t>Prepare for the effective start of the project. Elaborate project plan, governance structure, templates and tools, staffing and conduct a kick-off meeting</a:t>
              </a:r>
              <a:endParaRPr lang="nl-BE" sz="800" dirty="0"/>
            </a:p>
          </p:txBody>
        </p:sp>
        <p:cxnSp>
          <p:nvCxnSpPr>
            <p:cNvPr id="372" name="Straight Connector 371">
              <a:extLst>
                <a:ext uri="{FF2B5EF4-FFF2-40B4-BE49-F238E27FC236}">
                  <a16:creationId xmlns:a16="http://schemas.microsoft.com/office/drawing/2014/main" id="{08A644FD-E90A-4781-FBF9-0F84CA875CCA}"/>
                </a:ext>
              </a:extLst>
            </p:cNvPr>
            <p:cNvCxnSpPr>
              <a:cxnSpLocks/>
            </p:cNvCxnSpPr>
            <p:nvPr/>
          </p:nvCxnSpPr>
          <p:spPr>
            <a:xfrm>
              <a:off x="1075577" y="1383322"/>
              <a:ext cx="0" cy="602738"/>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sp>
          <p:nvSpPr>
            <p:cNvPr id="487" name="Arrow: Chevron 288">
              <a:extLst>
                <a:ext uri="{FF2B5EF4-FFF2-40B4-BE49-F238E27FC236}">
                  <a16:creationId xmlns:a16="http://schemas.microsoft.com/office/drawing/2014/main" id="{4751AF01-7FB5-8DB1-4FD6-BFAAE3B0ECE7}"/>
                </a:ext>
              </a:extLst>
            </p:cNvPr>
            <p:cNvSpPr/>
            <p:nvPr/>
          </p:nvSpPr>
          <p:spPr>
            <a:xfrm>
              <a:off x="1742069" y="3197853"/>
              <a:ext cx="800139"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13716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Plan</a:t>
              </a:r>
            </a:p>
          </p:txBody>
        </p:sp>
        <p:sp>
          <p:nvSpPr>
            <p:cNvPr id="488" name="Arrow: Pentagon 14">
              <a:extLst>
                <a:ext uri="{FF2B5EF4-FFF2-40B4-BE49-F238E27FC236}">
                  <a16:creationId xmlns:a16="http://schemas.microsoft.com/office/drawing/2014/main" id="{BA10DFB1-CA64-C16A-4EB4-D087353EEFF1}"/>
                </a:ext>
              </a:extLst>
            </p:cNvPr>
            <p:cNvSpPr/>
            <p:nvPr/>
          </p:nvSpPr>
          <p:spPr>
            <a:xfrm>
              <a:off x="1120126" y="3198157"/>
              <a:ext cx="732384" cy="408495"/>
            </a:xfrm>
            <a:prstGeom prst="homePlate">
              <a:avLst>
                <a:gd name="adj" fmla="val 17926"/>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9144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a:t>
              </a:r>
            </a:p>
          </p:txBody>
        </p:sp>
        <p:sp>
          <p:nvSpPr>
            <p:cNvPr id="605" name="Arrow: Pentagon 277">
              <a:extLst>
                <a:ext uri="{FF2B5EF4-FFF2-40B4-BE49-F238E27FC236}">
                  <a16:creationId xmlns:a16="http://schemas.microsoft.com/office/drawing/2014/main" id="{A2A96A2C-8146-B629-C61B-7A29EEE1D9FA}"/>
                </a:ext>
              </a:extLst>
            </p:cNvPr>
            <p:cNvSpPr/>
            <p:nvPr/>
          </p:nvSpPr>
          <p:spPr>
            <a:xfrm>
              <a:off x="1090377" y="2241576"/>
              <a:ext cx="1641476" cy="964154"/>
            </a:xfrm>
            <a:prstGeom prst="homePlate">
              <a:avLst>
                <a:gd name="adj" fmla="val 30009"/>
              </a:avLst>
            </a:prstGeom>
            <a:gradFill>
              <a:gsLst>
                <a:gs pos="0">
                  <a:schemeClr val="tx2"/>
                </a:gs>
                <a:gs pos="9900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21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Initiate</a:t>
              </a:r>
            </a:p>
          </p:txBody>
        </p:sp>
        <p:grpSp>
          <p:nvGrpSpPr>
            <p:cNvPr id="608" name="Group 607">
              <a:extLst>
                <a:ext uri="{FF2B5EF4-FFF2-40B4-BE49-F238E27FC236}">
                  <a16:creationId xmlns:a16="http://schemas.microsoft.com/office/drawing/2014/main" id="{193216E2-4201-FF70-A309-D40BB6674093}"/>
                </a:ext>
              </a:extLst>
            </p:cNvPr>
            <p:cNvGrpSpPr/>
            <p:nvPr/>
          </p:nvGrpSpPr>
          <p:grpSpPr>
            <a:xfrm>
              <a:off x="1664848" y="2363819"/>
              <a:ext cx="471163" cy="471791"/>
              <a:chOff x="433241" y="1570462"/>
              <a:chExt cx="471791" cy="471791"/>
            </a:xfrm>
          </p:grpSpPr>
          <p:sp>
            <p:nvSpPr>
              <p:cNvPr id="609" name="Oval 608">
                <a:extLst>
                  <a:ext uri="{FF2B5EF4-FFF2-40B4-BE49-F238E27FC236}">
                    <a16:creationId xmlns:a16="http://schemas.microsoft.com/office/drawing/2014/main" id="{79FB88EB-F986-C369-163B-2284FA967665}"/>
                  </a:ext>
                </a:extLst>
              </p:cNvPr>
              <p:cNvSpPr/>
              <p:nvPr/>
            </p:nvSpPr>
            <p:spPr>
              <a:xfrm>
                <a:off x="433241"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610" name="Group 609">
                <a:extLst>
                  <a:ext uri="{FF2B5EF4-FFF2-40B4-BE49-F238E27FC236}">
                    <a16:creationId xmlns:a16="http://schemas.microsoft.com/office/drawing/2014/main" id="{E8F2B50C-1C19-B873-B76E-2575F17F8117}"/>
                  </a:ext>
                </a:extLst>
              </p:cNvPr>
              <p:cNvGrpSpPr/>
              <p:nvPr/>
            </p:nvGrpSpPr>
            <p:grpSpPr>
              <a:xfrm>
                <a:off x="543450" y="1674683"/>
                <a:ext cx="251373" cy="260212"/>
                <a:chOff x="738790" y="2040956"/>
                <a:chExt cx="251373" cy="260212"/>
              </a:xfrm>
            </p:grpSpPr>
            <p:sp>
              <p:nvSpPr>
                <p:cNvPr id="611" name="Freeform 176">
                  <a:extLst>
                    <a:ext uri="{FF2B5EF4-FFF2-40B4-BE49-F238E27FC236}">
                      <a16:creationId xmlns:a16="http://schemas.microsoft.com/office/drawing/2014/main" id="{E2B1045F-BB88-8FB3-7FCC-B6727BD25F87}"/>
                    </a:ext>
                  </a:extLst>
                </p:cNvPr>
                <p:cNvSpPr/>
                <p:nvPr/>
              </p:nvSpPr>
              <p:spPr>
                <a:xfrm>
                  <a:off x="738790" y="2134679"/>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4"/>
                        <a:pt x="5614" y="0"/>
                        <a:pt x="12540" y="0"/>
                      </a:cubicBezTo>
                      <a:lnTo>
                        <a:pt x="65163" y="0"/>
                      </a:lnTo>
                      <a:cubicBezTo>
                        <a:pt x="72089" y="0"/>
                        <a:pt x="77703" y="5614"/>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12" name="Freeform 177">
                  <a:extLst>
                    <a:ext uri="{FF2B5EF4-FFF2-40B4-BE49-F238E27FC236}">
                      <a16:creationId xmlns:a16="http://schemas.microsoft.com/office/drawing/2014/main" id="{5DA836DE-9A5D-0150-FE6A-29AFC578F06F}"/>
                    </a:ext>
                  </a:extLst>
                </p:cNvPr>
                <p:cNvSpPr/>
                <p:nvPr/>
              </p:nvSpPr>
              <p:spPr>
                <a:xfrm>
                  <a:off x="738790" y="2223465"/>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5"/>
                        <a:pt x="5614" y="0"/>
                        <a:pt x="12540" y="0"/>
                      </a:cubicBezTo>
                      <a:lnTo>
                        <a:pt x="65163" y="0"/>
                      </a:lnTo>
                      <a:cubicBezTo>
                        <a:pt x="72089" y="0"/>
                        <a:pt x="77703" y="5615"/>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13" name="Freeform 178">
                  <a:extLst>
                    <a:ext uri="{FF2B5EF4-FFF2-40B4-BE49-F238E27FC236}">
                      <a16:creationId xmlns:a16="http://schemas.microsoft.com/office/drawing/2014/main" id="{F0D2ACEA-D9BF-446A-2CDE-AB05FD50D3BF}"/>
                    </a:ext>
                  </a:extLst>
                </p:cNvPr>
                <p:cNvSpPr/>
                <p:nvPr/>
              </p:nvSpPr>
              <p:spPr>
                <a:xfrm>
                  <a:off x="791413" y="2082057"/>
                  <a:ext cx="86732" cy="104006"/>
                </a:xfrm>
                <a:custGeom>
                  <a:avLst/>
                  <a:gdLst>
                    <a:gd name="connsiteX0" fmla="*/ 74192 w 86732"/>
                    <a:gd name="connsiteY0" fmla="*/ 104006 h 104006"/>
                    <a:gd name="connsiteX1" fmla="*/ 12540 w 86732"/>
                    <a:gd name="connsiteY1" fmla="*/ 104006 h 104006"/>
                    <a:gd name="connsiteX2" fmla="*/ 0 w 86732"/>
                    <a:gd name="connsiteY2" fmla="*/ 91466 h 104006"/>
                    <a:gd name="connsiteX3" fmla="*/ 12540 w 86732"/>
                    <a:gd name="connsiteY3" fmla="*/ 78926 h 104006"/>
                    <a:gd name="connsiteX4" fmla="*/ 61651 w 86732"/>
                    <a:gd name="connsiteY4" fmla="*/ 78926 h 104006"/>
                    <a:gd name="connsiteX5" fmla="*/ 61651 w 86732"/>
                    <a:gd name="connsiteY5" fmla="*/ 12540 h 104006"/>
                    <a:gd name="connsiteX6" fmla="*/ 74192 w 86732"/>
                    <a:gd name="connsiteY6" fmla="*/ 0 h 104006"/>
                    <a:gd name="connsiteX7" fmla="*/ 86732 w 86732"/>
                    <a:gd name="connsiteY7" fmla="*/ 12540 h 104006"/>
                    <a:gd name="connsiteX8" fmla="*/ 86732 w 86732"/>
                    <a:gd name="connsiteY8" fmla="*/ 91466 h 104006"/>
                    <a:gd name="connsiteX9" fmla="*/ 74192 w 86732"/>
                    <a:gd name="connsiteY9" fmla="*/ 104006 h 10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732" h="104006">
                      <a:moveTo>
                        <a:pt x="74192" y="104006"/>
                      </a:moveTo>
                      <a:lnTo>
                        <a:pt x="12540" y="104006"/>
                      </a:lnTo>
                      <a:cubicBezTo>
                        <a:pt x="5614" y="104006"/>
                        <a:pt x="0" y="98392"/>
                        <a:pt x="0" y="91466"/>
                      </a:cubicBezTo>
                      <a:cubicBezTo>
                        <a:pt x="0" y="84540"/>
                        <a:pt x="5614" y="78926"/>
                        <a:pt x="12540" y="78926"/>
                      </a:cubicBezTo>
                      <a:lnTo>
                        <a:pt x="61651" y="78926"/>
                      </a:lnTo>
                      <a:lnTo>
                        <a:pt x="61651" y="12540"/>
                      </a:lnTo>
                      <a:cubicBezTo>
                        <a:pt x="61651" y="5614"/>
                        <a:pt x="67266" y="0"/>
                        <a:pt x="74192" y="0"/>
                      </a:cubicBezTo>
                      <a:cubicBezTo>
                        <a:pt x="81118" y="0"/>
                        <a:pt x="86732" y="5614"/>
                        <a:pt x="86732" y="12540"/>
                      </a:cubicBezTo>
                      <a:lnTo>
                        <a:pt x="86732" y="91466"/>
                      </a:lnTo>
                      <a:cubicBezTo>
                        <a:pt x="86732" y="98392"/>
                        <a:pt x="81118" y="104006"/>
                        <a:pt x="74192" y="104006"/>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14" name="Freeform 179">
                  <a:extLst>
                    <a:ext uri="{FF2B5EF4-FFF2-40B4-BE49-F238E27FC236}">
                      <a16:creationId xmlns:a16="http://schemas.microsoft.com/office/drawing/2014/main" id="{8115FB3D-9D8E-AEDD-A76B-B5F689CB8F91}"/>
                    </a:ext>
                  </a:extLst>
                </p:cNvPr>
                <p:cNvSpPr/>
                <p:nvPr/>
              </p:nvSpPr>
              <p:spPr>
                <a:xfrm>
                  <a:off x="853064" y="2160983"/>
                  <a:ext cx="62701" cy="25080"/>
                </a:xfrm>
                <a:custGeom>
                  <a:avLst/>
                  <a:gdLst>
                    <a:gd name="connsiteX0" fmla="*/ 50161 w 62701"/>
                    <a:gd name="connsiteY0" fmla="*/ 25081 h 25080"/>
                    <a:gd name="connsiteX1" fmla="*/ 12540 w 62701"/>
                    <a:gd name="connsiteY1" fmla="*/ 25081 h 25080"/>
                    <a:gd name="connsiteX2" fmla="*/ 0 w 62701"/>
                    <a:gd name="connsiteY2" fmla="*/ 12540 h 25080"/>
                    <a:gd name="connsiteX3" fmla="*/ 12540 w 62701"/>
                    <a:gd name="connsiteY3" fmla="*/ 0 h 25080"/>
                    <a:gd name="connsiteX4" fmla="*/ 50161 w 62701"/>
                    <a:gd name="connsiteY4" fmla="*/ 0 h 25080"/>
                    <a:gd name="connsiteX5" fmla="*/ 62702 w 62701"/>
                    <a:gd name="connsiteY5" fmla="*/ 12540 h 25080"/>
                    <a:gd name="connsiteX6" fmla="*/ 50161 w 62701"/>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01" h="25080">
                      <a:moveTo>
                        <a:pt x="50161" y="25081"/>
                      </a:moveTo>
                      <a:lnTo>
                        <a:pt x="12540" y="25081"/>
                      </a:lnTo>
                      <a:cubicBezTo>
                        <a:pt x="5614" y="25081"/>
                        <a:pt x="0" y="19466"/>
                        <a:pt x="0" y="12540"/>
                      </a:cubicBezTo>
                      <a:cubicBezTo>
                        <a:pt x="0" y="5614"/>
                        <a:pt x="5614" y="0"/>
                        <a:pt x="12540" y="0"/>
                      </a:cubicBezTo>
                      <a:lnTo>
                        <a:pt x="50161" y="0"/>
                      </a:lnTo>
                      <a:cubicBezTo>
                        <a:pt x="57087" y="0"/>
                        <a:pt x="62702" y="5614"/>
                        <a:pt x="62702" y="12540"/>
                      </a:cubicBezTo>
                      <a:cubicBezTo>
                        <a:pt x="62702" y="19466"/>
                        <a:pt x="57087" y="25081"/>
                        <a:pt x="50161"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15" name="Freeform 180">
                  <a:extLst>
                    <a:ext uri="{FF2B5EF4-FFF2-40B4-BE49-F238E27FC236}">
                      <a16:creationId xmlns:a16="http://schemas.microsoft.com/office/drawing/2014/main" id="{DF139983-925C-BDC8-4C11-F93126A34236}"/>
                    </a:ext>
                  </a:extLst>
                </p:cNvPr>
                <p:cNvSpPr/>
                <p:nvPr/>
              </p:nvSpPr>
              <p:spPr>
                <a:xfrm>
                  <a:off x="791413" y="2198196"/>
                  <a:ext cx="161550" cy="76668"/>
                </a:xfrm>
                <a:custGeom>
                  <a:avLst/>
                  <a:gdLst>
                    <a:gd name="connsiteX0" fmla="*/ 149011 w 161550"/>
                    <a:gd name="connsiteY0" fmla="*/ 76669 h 76668"/>
                    <a:gd name="connsiteX1" fmla="*/ 12540 w 161550"/>
                    <a:gd name="connsiteY1" fmla="*/ 76669 h 76668"/>
                    <a:gd name="connsiteX2" fmla="*/ 0 w 161550"/>
                    <a:gd name="connsiteY2" fmla="*/ 64128 h 76668"/>
                    <a:gd name="connsiteX3" fmla="*/ 12540 w 161550"/>
                    <a:gd name="connsiteY3" fmla="*/ 51588 h 76668"/>
                    <a:gd name="connsiteX4" fmla="*/ 136470 w 161550"/>
                    <a:gd name="connsiteY4" fmla="*/ 51588 h 76668"/>
                    <a:gd name="connsiteX5" fmla="*/ 136470 w 161550"/>
                    <a:gd name="connsiteY5" fmla="*/ 12540 h 76668"/>
                    <a:gd name="connsiteX6" fmla="*/ 149011 w 161550"/>
                    <a:gd name="connsiteY6" fmla="*/ 0 h 76668"/>
                    <a:gd name="connsiteX7" fmla="*/ 161551 w 161550"/>
                    <a:gd name="connsiteY7" fmla="*/ 12540 h 76668"/>
                    <a:gd name="connsiteX8" fmla="*/ 161551 w 161550"/>
                    <a:gd name="connsiteY8" fmla="*/ 64128 h 76668"/>
                    <a:gd name="connsiteX9" fmla="*/ 149011 w 161550"/>
                    <a:gd name="connsiteY9" fmla="*/ 76669 h 7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550" h="76668">
                      <a:moveTo>
                        <a:pt x="149011" y="76669"/>
                      </a:moveTo>
                      <a:lnTo>
                        <a:pt x="12540" y="76669"/>
                      </a:lnTo>
                      <a:cubicBezTo>
                        <a:pt x="5614" y="76669"/>
                        <a:pt x="0" y="71054"/>
                        <a:pt x="0" y="64128"/>
                      </a:cubicBezTo>
                      <a:cubicBezTo>
                        <a:pt x="0" y="57203"/>
                        <a:pt x="5614" y="51588"/>
                        <a:pt x="12540" y="51588"/>
                      </a:cubicBezTo>
                      <a:lnTo>
                        <a:pt x="136470" y="51588"/>
                      </a:lnTo>
                      <a:lnTo>
                        <a:pt x="136470" y="12540"/>
                      </a:lnTo>
                      <a:cubicBezTo>
                        <a:pt x="136470" y="5615"/>
                        <a:pt x="142085" y="0"/>
                        <a:pt x="149011" y="0"/>
                      </a:cubicBezTo>
                      <a:cubicBezTo>
                        <a:pt x="155936" y="0"/>
                        <a:pt x="161551" y="5615"/>
                        <a:pt x="161551" y="12540"/>
                      </a:cubicBezTo>
                      <a:lnTo>
                        <a:pt x="161551" y="64128"/>
                      </a:lnTo>
                      <a:cubicBezTo>
                        <a:pt x="161551" y="71054"/>
                        <a:pt x="155936" y="76669"/>
                        <a:pt x="149011" y="76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16" name="Freeform 181">
                  <a:extLst>
                    <a:ext uri="{FF2B5EF4-FFF2-40B4-BE49-F238E27FC236}">
                      <a16:creationId xmlns:a16="http://schemas.microsoft.com/office/drawing/2014/main" id="{736115BC-90A7-FFF5-DC5F-3B4E3919C7F8}"/>
                    </a:ext>
                  </a:extLst>
                </p:cNvPr>
                <p:cNvSpPr/>
                <p:nvPr/>
              </p:nvSpPr>
              <p:spPr>
                <a:xfrm>
                  <a:off x="890683" y="2123775"/>
                  <a:ext cx="99480" cy="99501"/>
                </a:xfrm>
                <a:custGeom>
                  <a:avLst/>
                  <a:gdLst>
                    <a:gd name="connsiteX0" fmla="*/ 49740 w 99480"/>
                    <a:gd name="connsiteY0" fmla="*/ 99502 h 99501"/>
                    <a:gd name="connsiteX1" fmla="*/ 40868 w 99480"/>
                    <a:gd name="connsiteY1" fmla="*/ 95834 h 99501"/>
                    <a:gd name="connsiteX2" fmla="*/ 3670 w 99480"/>
                    <a:gd name="connsiteY2" fmla="*/ 58620 h 99501"/>
                    <a:gd name="connsiteX3" fmla="*/ 3670 w 99480"/>
                    <a:gd name="connsiteY3" fmla="*/ 40891 h 99501"/>
                    <a:gd name="connsiteX4" fmla="*/ 40868 w 99480"/>
                    <a:gd name="connsiteY4" fmla="*/ 3678 h 99501"/>
                    <a:gd name="connsiteX5" fmla="*/ 58603 w 99480"/>
                    <a:gd name="connsiteY5" fmla="*/ 3668 h 99501"/>
                    <a:gd name="connsiteX6" fmla="*/ 58613 w 99480"/>
                    <a:gd name="connsiteY6" fmla="*/ 3678 h 99501"/>
                    <a:gd name="connsiteX7" fmla="*/ 95811 w 99480"/>
                    <a:gd name="connsiteY7" fmla="*/ 40891 h 99501"/>
                    <a:gd name="connsiteX8" fmla="*/ 95811 w 99480"/>
                    <a:gd name="connsiteY8" fmla="*/ 58620 h 99501"/>
                    <a:gd name="connsiteX9" fmla="*/ 58613 w 99480"/>
                    <a:gd name="connsiteY9" fmla="*/ 95834 h 99501"/>
                    <a:gd name="connsiteX10" fmla="*/ 49740 w 99480"/>
                    <a:gd name="connsiteY10" fmla="*/ 99502 h 99501"/>
                    <a:gd name="connsiteX11" fmla="*/ 30272 w 99480"/>
                    <a:gd name="connsiteY11" fmla="*/ 49748 h 99501"/>
                    <a:gd name="connsiteX12" fmla="*/ 49740 w 99480"/>
                    <a:gd name="connsiteY12" fmla="*/ 69233 h 99501"/>
                    <a:gd name="connsiteX13" fmla="*/ 69209 w 99480"/>
                    <a:gd name="connsiteY13" fmla="*/ 49748 h 99501"/>
                    <a:gd name="connsiteX14" fmla="*/ 49740 w 99480"/>
                    <a:gd name="connsiteY14" fmla="*/ 30279 h 9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480" h="99501">
                      <a:moveTo>
                        <a:pt x="49740" y="99502"/>
                      </a:moveTo>
                      <a:cubicBezTo>
                        <a:pt x="46414" y="99505"/>
                        <a:pt x="43223" y="98185"/>
                        <a:pt x="40868" y="95834"/>
                      </a:cubicBezTo>
                      <a:lnTo>
                        <a:pt x="3670" y="58620"/>
                      </a:lnTo>
                      <a:cubicBezTo>
                        <a:pt x="-1223" y="53724"/>
                        <a:pt x="-1223" y="45788"/>
                        <a:pt x="3670" y="40891"/>
                      </a:cubicBezTo>
                      <a:lnTo>
                        <a:pt x="40868" y="3678"/>
                      </a:lnTo>
                      <a:cubicBezTo>
                        <a:pt x="45762" y="-1222"/>
                        <a:pt x="53703" y="-1227"/>
                        <a:pt x="58603" y="3668"/>
                      </a:cubicBezTo>
                      <a:cubicBezTo>
                        <a:pt x="58607" y="3671"/>
                        <a:pt x="58610" y="3675"/>
                        <a:pt x="58613" y="3678"/>
                      </a:cubicBezTo>
                      <a:lnTo>
                        <a:pt x="95811" y="40891"/>
                      </a:lnTo>
                      <a:cubicBezTo>
                        <a:pt x="100704" y="45788"/>
                        <a:pt x="100704" y="53724"/>
                        <a:pt x="95811" y="58620"/>
                      </a:cubicBezTo>
                      <a:lnTo>
                        <a:pt x="58613" y="95834"/>
                      </a:lnTo>
                      <a:cubicBezTo>
                        <a:pt x="56258" y="98185"/>
                        <a:pt x="53067" y="99505"/>
                        <a:pt x="49740" y="99502"/>
                      </a:cubicBezTo>
                      <a:close/>
                      <a:moveTo>
                        <a:pt x="30272" y="49748"/>
                      </a:moveTo>
                      <a:lnTo>
                        <a:pt x="49740" y="69233"/>
                      </a:lnTo>
                      <a:lnTo>
                        <a:pt x="69209" y="49748"/>
                      </a:lnTo>
                      <a:lnTo>
                        <a:pt x="49740" y="30279"/>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17" name="Freeform 182">
                  <a:extLst>
                    <a:ext uri="{FF2B5EF4-FFF2-40B4-BE49-F238E27FC236}">
                      <a16:creationId xmlns:a16="http://schemas.microsoft.com/office/drawing/2014/main" id="{510EECE4-A7E1-E0F3-D4B6-A1C1A7E77DA2}"/>
                    </a:ext>
                  </a:extLst>
                </p:cNvPr>
                <p:cNvSpPr/>
                <p:nvPr/>
              </p:nvSpPr>
              <p:spPr>
                <a:xfrm>
                  <a:off x="786397" y="2040956"/>
                  <a:ext cx="158321" cy="66181"/>
                </a:xfrm>
                <a:custGeom>
                  <a:avLst/>
                  <a:gdLst>
                    <a:gd name="connsiteX0" fmla="*/ 145781 w 158321"/>
                    <a:gd name="connsiteY0" fmla="*/ 66182 h 66181"/>
                    <a:gd name="connsiteX1" fmla="*/ 12540 w 158321"/>
                    <a:gd name="connsiteY1" fmla="*/ 66182 h 66181"/>
                    <a:gd name="connsiteX2" fmla="*/ 0 w 158321"/>
                    <a:gd name="connsiteY2" fmla="*/ 53641 h 66181"/>
                    <a:gd name="connsiteX3" fmla="*/ 0 w 158321"/>
                    <a:gd name="connsiteY3" fmla="*/ 12540 h 66181"/>
                    <a:gd name="connsiteX4" fmla="*/ 12540 w 158321"/>
                    <a:gd name="connsiteY4" fmla="*/ 0 h 66181"/>
                    <a:gd name="connsiteX5" fmla="*/ 145781 w 158321"/>
                    <a:gd name="connsiteY5" fmla="*/ 0 h 66181"/>
                    <a:gd name="connsiteX6" fmla="*/ 158322 w 158321"/>
                    <a:gd name="connsiteY6" fmla="*/ 12540 h 66181"/>
                    <a:gd name="connsiteX7" fmla="*/ 158322 w 158321"/>
                    <a:gd name="connsiteY7" fmla="*/ 53641 h 66181"/>
                    <a:gd name="connsiteX8" fmla="*/ 145781 w 158321"/>
                    <a:gd name="connsiteY8" fmla="*/ 66182 h 66181"/>
                    <a:gd name="connsiteX9" fmla="*/ 25081 w 158321"/>
                    <a:gd name="connsiteY9" fmla="*/ 41101 h 66181"/>
                    <a:gd name="connsiteX10" fmla="*/ 133241 w 158321"/>
                    <a:gd name="connsiteY10" fmla="*/ 41101 h 66181"/>
                    <a:gd name="connsiteX11" fmla="*/ 133241 w 158321"/>
                    <a:gd name="connsiteY11" fmla="*/ 25081 h 66181"/>
                    <a:gd name="connsiteX12" fmla="*/ 25081 w 158321"/>
                    <a:gd name="connsiteY12" fmla="*/ 25081 h 6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321" h="66181">
                      <a:moveTo>
                        <a:pt x="145781" y="66182"/>
                      </a:moveTo>
                      <a:lnTo>
                        <a:pt x="12540" y="66182"/>
                      </a:lnTo>
                      <a:cubicBezTo>
                        <a:pt x="5614" y="66182"/>
                        <a:pt x="0" y="60567"/>
                        <a:pt x="0" y="53641"/>
                      </a:cubicBezTo>
                      <a:lnTo>
                        <a:pt x="0" y="12540"/>
                      </a:lnTo>
                      <a:cubicBezTo>
                        <a:pt x="0" y="5614"/>
                        <a:pt x="5614" y="0"/>
                        <a:pt x="12540" y="0"/>
                      </a:cubicBezTo>
                      <a:lnTo>
                        <a:pt x="145781" y="0"/>
                      </a:lnTo>
                      <a:cubicBezTo>
                        <a:pt x="152707" y="0"/>
                        <a:pt x="158322" y="5614"/>
                        <a:pt x="158322" y="12540"/>
                      </a:cubicBezTo>
                      <a:lnTo>
                        <a:pt x="158322" y="53641"/>
                      </a:lnTo>
                      <a:cubicBezTo>
                        <a:pt x="158322" y="60567"/>
                        <a:pt x="152707" y="66182"/>
                        <a:pt x="145781" y="66182"/>
                      </a:cubicBezTo>
                      <a:close/>
                      <a:moveTo>
                        <a:pt x="25081" y="41101"/>
                      </a:moveTo>
                      <a:lnTo>
                        <a:pt x="133241" y="41101"/>
                      </a:lnTo>
                      <a:lnTo>
                        <a:pt x="133241" y="25081"/>
                      </a:lnTo>
                      <a:lnTo>
                        <a:pt x="25081" y="25081"/>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2" name="Group 1">
            <a:extLst>
              <a:ext uri="{FF2B5EF4-FFF2-40B4-BE49-F238E27FC236}">
                <a16:creationId xmlns:a16="http://schemas.microsoft.com/office/drawing/2014/main" id="{632B4C79-CA31-EFE4-04C1-02FCEA1E57F1}"/>
              </a:ext>
            </a:extLst>
          </p:cNvPr>
          <p:cNvGrpSpPr/>
          <p:nvPr/>
        </p:nvGrpSpPr>
        <p:grpSpPr>
          <a:xfrm>
            <a:off x="10667997" y="-3"/>
            <a:ext cx="1143475" cy="828677"/>
            <a:chOff x="10667997" y="-3"/>
            <a:chExt cx="1143475" cy="828677"/>
          </a:xfrm>
        </p:grpSpPr>
        <p:sp>
          <p:nvSpPr>
            <p:cNvPr id="3" name="Round Same-side Corner of Rectangle 3">
              <a:extLst>
                <a:ext uri="{FF2B5EF4-FFF2-40B4-BE49-F238E27FC236}">
                  <a16:creationId xmlns:a16="http://schemas.microsoft.com/office/drawing/2014/main" id="{E69A52D5-F2DB-D616-79EA-82A708C7C175}"/>
                </a:ext>
              </a:extLst>
            </p:cNvPr>
            <p:cNvSpPr/>
            <p:nvPr/>
          </p:nvSpPr>
          <p:spPr>
            <a:xfrm rot="10800000">
              <a:off x="10667997" y="-3"/>
              <a:ext cx="1143475" cy="828677"/>
            </a:xfrm>
            <a:prstGeom prst="round2SameRect">
              <a:avLst/>
            </a:prstGeom>
            <a:solidFill>
              <a:schemeClr val="bg1"/>
            </a:solidFill>
            <a:ln>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4" name="Picture 3">
              <a:extLst>
                <a:ext uri="{FF2B5EF4-FFF2-40B4-BE49-F238E27FC236}">
                  <a16:creationId xmlns:a16="http://schemas.microsoft.com/office/drawing/2014/main" id="{C4640955-F2FF-5E0C-0EFF-80D122916327}"/>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0957794" y="135851"/>
              <a:ext cx="563880" cy="563880"/>
            </a:xfrm>
            <a:prstGeom prst="rect">
              <a:avLst/>
            </a:prstGeom>
          </p:spPr>
        </p:pic>
      </p:grpSp>
      <p:grpSp>
        <p:nvGrpSpPr>
          <p:cNvPr id="481" name="Group 480">
            <a:extLst>
              <a:ext uri="{FF2B5EF4-FFF2-40B4-BE49-F238E27FC236}">
                <a16:creationId xmlns:a16="http://schemas.microsoft.com/office/drawing/2014/main" id="{7D5F2D9E-CF9B-3C7B-E4EC-543DEE830D6B}"/>
              </a:ext>
            </a:extLst>
          </p:cNvPr>
          <p:cNvGrpSpPr/>
          <p:nvPr/>
        </p:nvGrpSpPr>
        <p:grpSpPr>
          <a:xfrm>
            <a:off x="0" y="2241576"/>
            <a:ext cx="1405182" cy="1368676"/>
            <a:chOff x="0" y="2241576"/>
            <a:chExt cx="1405182" cy="1368676"/>
          </a:xfrm>
        </p:grpSpPr>
        <p:sp>
          <p:nvSpPr>
            <p:cNvPr id="489" name="Rectangle 488">
              <a:extLst>
                <a:ext uri="{FF2B5EF4-FFF2-40B4-BE49-F238E27FC236}">
                  <a16:creationId xmlns:a16="http://schemas.microsoft.com/office/drawing/2014/main" id="{69386972-87FC-F764-1F32-D3ADEF111B57}"/>
                </a:ext>
              </a:extLst>
            </p:cNvPr>
            <p:cNvSpPr/>
            <p:nvPr/>
          </p:nvSpPr>
          <p:spPr>
            <a:xfrm>
              <a:off x="1" y="3199852"/>
              <a:ext cx="1120125" cy="410400"/>
            </a:xfrm>
            <a:prstGeom prst="rect">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Pre-Project</a:t>
              </a:r>
            </a:p>
          </p:txBody>
        </p:sp>
        <p:sp>
          <p:nvSpPr>
            <p:cNvPr id="606" name="Arrow: Pentagon 277">
              <a:extLst>
                <a:ext uri="{FF2B5EF4-FFF2-40B4-BE49-F238E27FC236}">
                  <a16:creationId xmlns:a16="http://schemas.microsoft.com/office/drawing/2014/main" id="{740C1124-ABD5-F1F8-3269-6E49ACFE389F}"/>
                </a:ext>
              </a:extLst>
            </p:cNvPr>
            <p:cNvSpPr/>
            <p:nvPr/>
          </p:nvSpPr>
          <p:spPr>
            <a:xfrm>
              <a:off x="0" y="2241576"/>
              <a:ext cx="1405182" cy="964154"/>
            </a:xfrm>
            <a:prstGeom prst="homePlate">
              <a:avLst>
                <a:gd name="adj" fmla="val 30009"/>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Discover</a:t>
              </a:r>
            </a:p>
          </p:txBody>
        </p:sp>
        <p:sp>
          <p:nvSpPr>
            <p:cNvPr id="618" name="Oval 617">
              <a:extLst>
                <a:ext uri="{FF2B5EF4-FFF2-40B4-BE49-F238E27FC236}">
                  <a16:creationId xmlns:a16="http://schemas.microsoft.com/office/drawing/2014/main" id="{A5D77FB5-3159-56DF-E403-5E25313B988F}"/>
                </a:ext>
              </a:extLst>
            </p:cNvPr>
            <p:cNvSpPr/>
            <p:nvPr/>
          </p:nvSpPr>
          <p:spPr>
            <a:xfrm>
              <a:off x="448897" y="2363819"/>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619" name="Graphic 43">
              <a:extLst>
                <a:ext uri="{FF2B5EF4-FFF2-40B4-BE49-F238E27FC236}">
                  <a16:creationId xmlns:a16="http://schemas.microsoft.com/office/drawing/2014/main" id="{8AB89F00-2CEB-A42B-549F-160F9EF6AD1C}"/>
                </a:ext>
              </a:extLst>
            </p:cNvPr>
            <p:cNvGrpSpPr/>
            <p:nvPr/>
          </p:nvGrpSpPr>
          <p:grpSpPr>
            <a:xfrm>
              <a:off x="548554" y="2462941"/>
              <a:ext cx="271848" cy="273546"/>
              <a:chOff x="1759940" y="1793479"/>
              <a:chExt cx="449934" cy="452143"/>
            </a:xfrm>
            <a:solidFill>
              <a:schemeClr val="bg1">
                <a:lumMod val="75000"/>
              </a:schemeClr>
            </a:solidFill>
          </p:grpSpPr>
          <p:sp>
            <p:nvSpPr>
              <p:cNvPr id="620" name="Freeform: Shape 619">
                <a:extLst>
                  <a:ext uri="{FF2B5EF4-FFF2-40B4-BE49-F238E27FC236}">
                    <a16:creationId xmlns:a16="http://schemas.microsoft.com/office/drawing/2014/main" id="{B38228DB-30D8-733D-5574-B56B7E2DC631}"/>
                  </a:ext>
                </a:extLst>
              </p:cNvPr>
              <p:cNvSpPr/>
              <p:nvPr/>
            </p:nvSpPr>
            <p:spPr>
              <a:xfrm>
                <a:off x="1759940"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0" y="43107"/>
                      <a:pt x="0" y="33458"/>
                      <a:pt x="0" y="21554"/>
                    </a:cubicBezTo>
                    <a:cubicBezTo>
                      <a:pt x="0" y="9650"/>
                      <a:pt x="9650" y="0"/>
                      <a:pt x="21554" y="0"/>
                    </a:cubicBezTo>
                    <a:lnTo>
                      <a:pt x="61967" y="0"/>
                    </a:lnTo>
                    <a:cubicBezTo>
                      <a:pt x="73871" y="0"/>
                      <a:pt x="83521" y="9650"/>
                      <a:pt x="83521" y="21554"/>
                    </a:cubicBezTo>
                    <a:cubicBezTo>
                      <a:pt x="83521" y="33458"/>
                      <a:pt x="73871" y="43107"/>
                      <a:pt x="61967" y="43107"/>
                    </a:cubicBezTo>
                    <a:close/>
                  </a:path>
                </a:pathLst>
              </a:custGeom>
              <a:grpFill/>
              <a:ln w="2667" cap="flat">
                <a:noFill/>
                <a:prstDash val="solid"/>
                <a:miter/>
              </a:ln>
            </p:spPr>
            <p:txBody>
              <a:bodyPr rtlCol="0" anchor="ctr"/>
              <a:lstStyle/>
              <a:p>
                <a:endParaRPr lang="en-MY"/>
              </a:p>
            </p:txBody>
          </p:sp>
          <p:grpSp>
            <p:nvGrpSpPr>
              <p:cNvPr id="621" name="Graphic 43">
                <a:extLst>
                  <a:ext uri="{FF2B5EF4-FFF2-40B4-BE49-F238E27FC236}">
                    <a16:creationId xmlns:a16="http://schemas.microsoft.com/office/drawing/2014/main" id="{FD214422-B7E2-7C6A-9980-6E443AF9053A}"/>
                  </a:ext>
                </a:extLst>
              </p:cNvPr>
              <p:cNvGrpSpPr/>
              <p:nvPr/>
            </p:nvGrpSpPr>
            <p:grpSpPr>
              <a:xfrm>
                <a:off x="1853403" y="1895374"/>
                <a:ext cx="263656" cy="350248"/>
                <a:chOff x="1853403" y="1895374"/>
                <a:chExt cx="263656" cy="350248"/>
              </a:xfrm>
              <a:grpFill/>
            </p:grpSpPr>
            <p:sp>
              <p:nvSpPr>
                <p:cNvPr id="626" name="Freeform: Shape 625">
                  <a:extLst>
                    <a:ext uri="{FF2B5EF4-FFF2-40B4-BE49-F238E27FC236}">
                      <a16:creationId xmlns:a16="http://schemas.microsoft.com/office/drawing/2014/main" id="{A14C6FB3-0A1C-D4F2-E433-176C89779860}"/>
                    </a:ext>
                  </a:extLst>
                </p:cNvPr>
                <p:cNvSpPr/>
                <p:nvPr/>
              </p:nvSpPr>
              <p:spPr>
                <a:xfrm>
                  <a:off x="1853403" y="1895374"/>
                  <a:ext cx="263656" cy="256435"/>
                </a:xfrm>
                <a:custGeom>
                  <a:avLst/>
                  <a:gdLst>
                    <a:gd name="connsiteX0" fmla="*/ 182506 w 263656"/>
                    <a:gd name="connsiteY0" fmla="*/ 256436 h 256435"/>
                    <a:gd name="connsiteX1" fmla="*/ 160954 w 263656"/>
                    <a:gd name="connsiteY1" fmla="*/ 234879 h 256435"/>
                    <a:gd name="connsiteX2" fmla="*/ 174936 w 263656"/>
                    <a:gd name="connsiteY2" fmla="*/ 214702 h 256435"/>
                    <a:gd name="connsiteX3" fmla="*/ 220549 w 263656"/>
                    <a:gd name="connsiteY3" fmla="*/ 128891 h 256435"/>
                    <a:gd name="connsiteX4" fmla="*/ 131828 w 263656"/>
                    <a:gd name="connsiteY4" fmla="*/ 43107 h 256435"/>
                    <a:gd name="connsiteX5" fmla="*/ 43107 w 263656"/>
                    <a:gd name="connsiteY5" fmla="*/ 128891 h 256435"/>
                    <a:gd name="connsiteX6" fmla="*/ 90310 w 263656"/>
                    <a:gd name="connsiteY6" fmla="*/ 214271 h 256435"/>
                    <a:gd name="connsiteX7" fmla="*/ 103140 w 263656"/>
                    <a:gd name="connsiteY7" fmla="*/ 241922 h 256435"/>
                    <a:gd name="connsiteX8" fmla="*/ 75490 w 263656"/>
                    <a:gd name="connsiteY8" fmla="*/ 254752 h 256435"/>
                    <a:gd name="connsiteX9" fmla="*/ 74630 w 263656"/>
                    <a:gd name="connsiteY9" fmla="*/ 254415 h 256435"/>
                    <a:gd name="connsiteX10" fmla="*/ 0 w 263656"/>
                    <a:gd name="connsiteY10" fmla="*/ 128891 h 256435"/>
                    <a:gd name="connsiteX11" fmla="*/ 131828 w 263656"/>
                    <a:gd name="connsiteY11" fmla="*/ 0 h 256435"/>
                    <a:gd name="connsiteX12" fmla="*/ 263656 w 263656"/>
                    <a:gd name="connsiteY12" fmla="*/ 128891 h 256435"/>
                    <a:gd name="connsiteX13" fmla="*/ 190077 w 263656"/>
                    <a:gd name="connsiteY13" fmla="*/ 255062 h 256435"/>
                    <a:gd name="connsiteX14" fmla="*/ 182506 w 263656"/>
                    <a:gd name="connsiteY14" fmla="*/ 256436 h 25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656" h="256435">
                      <a:moveTo>
                        <a:pt x="182506" y="256436"/>
                      </a:moveTo>
                      <a:cubicBezTo>
                        <a:pt x="170603" y="256436"/>
                        <a:pt x="160953" y="246785"/>
                        <a:pt x="160954" y="234879"/>
                      </a:cubicBezTo>
                      <a:cubicBezTo>
                        <a:pt x="160955" y="225897"/>
                        <a:pt x="166527" y="217857"/>
                        <a:pt x="174936" y="214702"/>
                      </a:cubicBezTo>
                      <a:cubicBezTo>
                        <a:pt x="205192" y="203360"/>
                        <a:pt x="220549" y="174478"/>
                        <a:pt x="220549" y="128891"/>
                      </a:cubicBezTo>
                      <a:cubicBezTo>
                        <a:pt x="220549" y="79183"/>
                        <a:pt x="183234" y="43107"/>
                        <a:pt x="131828" y="43107"/>
                      </a:cubicBezTo>
                      <a:cubicBezTo>
                        <a:pt x="80422" y="43107"/>
                        <a:pt x="43107" y="79183"/>
                        <a:pt x="43107" y="128891"/>
                      </a:cubicBezTo>
                      <a:cubicBezTo>
                        <a:pt x="43107" y="159417"/>
                        <a:pt x="51190" y="198941"/>
                        <a:pt x="90310" y="214271"/>
                      </a:cubicBezTo>
                      <a:cubicBezTo>
                        <a:pt x="101488" y="218364"/>
                        <a:pt x="107233" y="230744"/>
                        <a:pt x="103140" y="241922"/>
                      </a:cubicBezTo>
                      <a:cubicBezTo>
                        <a:pt x="99048" y="253100"/>
                        <a:pt x="86669" y="258844"/>
                        <a:pt x="75490" y="254752"/>
                      </a:cubicBezTo>
                      <a:cubicBezTo>
                        <a:pt x="75201" y="254644"/>
                        <a:pt x="74914" y="254533"/>
                        <a:pt x="74630" y="254415"/>
                      </a:cubicBezTo>
                      <a:cubicBezTo>
                        <a:pt x="26511" y="235555"/>
                        <a:pt x="0" y="191020"/>
                        <a:pt x="0" y="128891"/>
                      </a:cubicBezTo>
                      <a:cubicBezTo>
                        <a:pt x="0" y="55393"/>
                        <a:pt x="56579" y="0"/>
                        <a:pt x="131828" y="0"/>
                      </a:cubicBezTo>
                      <a:cubicBezTo>
                        <a:pt x="207078" y="0"/>
                        <a:pt x="263656" y="55474"/>
                        <a:pt x="263656" y="128891"/>
                      </a:cubicBezTo>
                      <a:cubicBezTo>
                        <a:pt x="263656" y="210364"/>
                        <a:pt x="223647" y="242480"/>
                        <a:pt x="190077" y="255062"/>
                      </a:cubicBezTo>
                      <a:cubicBezTo>
                        <a:pt x="187655" y="255970"/>
                        <a:pt x="185093" y="256436"/>
                        <a:pt x="182506" y="256436"/>
                      </a:cubicBezTo>
                      <a:close/>
                    </a:path>
                  </a:pathLst>
                </a:custGeom>
                <a:grpFill/>
                <a:ln w="2667" cap="flat">
                  <a:noFill/>
                  <a:prstDash val="solid"/>
                  <a:miter/>
                </a:ln>
              </p:spPr>
              <p:txBody>
                <a:bodyPr rtlCol="0" anchor="ctr"/>
                <a:lstStyle/>
                <a:p>
                  <a:endParaRPr lang="en-MY"/>
                </a:p>
              </p:txBody>
            </p:sp>
            <p:sp>
              <p:nvSpPr>
                <p:cNvPr id="627" name="Freeform: Shape 626">
                  <a:extLst>
                    <a:ext uri="{FF2B5EF4-FFF2-40B4-BE49-F238E27FC236}">
                      <a16:creationId xmlns:a16="http://schemas.microsoft.com/office/drawing/2014/main" id="{65EBE899-03E2-F70C-25C0-2FD2C654BEE0}"/>
                    </a:ext>
                  </a:extLst>
                </p:cNvPr>
                <p:cNvSpPr/>
                <p:nvPr/>
              </p:nvSpPr>
              <p:spPr>
                <a:xfrm>
                  <a:off x="1923883" y="2151082"/>
                  <a:ext cx="122883" cy="43107"/>
                </a:xfrm>
                <a:custGeom>
                  <a:avLst/>
                  <a:gdLst>
                    <a:gd name="connsiteX0" fmla="*/ 101330 w 122883"/>
                    <a:gd name="connsiteY0" fmla="*/ 43107 h 43107"/>
                    <a:gd name="connsiteX1" fmla="*/ 21554 w 122883"/>
                    <a:gd name="connsiteY1" fmla="*/ 43107 h 43107"/>
                    <a:gd name="connsiteX2" fmla="*/ 0 w 122883"/>
                    <a:gd name="connsiteY2" fmla="*/ 21554 h 43107"/>
                    <a:gd name="connsiteX3" fmla="*/ 21554 w 122883"/>
                    <a:gd name="connsiteY3" fmla="*/ 0 h 43107"/>
                    <a:gd name="connsiteX4" fmla="*/ 101330 w 122883"/>
                    <a:gd name="connsiteY4" fmla="*/ 0 h 43107"/>
                    <a:gd name="connsiteX5" fmla="*/ 122883 w 122883"/>
                    <a:gd name="connsiteY5" fmla="*/ 21554 h 43107"/>
                    <a:gd name="connsiteX6" fmla="*/ 101330 w 122883"/>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883" h="43107">
                      <a:moveTo>
                        <a:pt x="101330" y="43107"/>
                      </a:moveTo>
                      <a:lnTo>
                        <a:pt x="21554" y="43107"/>
                      </a:lnTo>
                      <a:cubicBezTo>
                        <a:pt x="9650" y="43107"/>
                        <a:pt x="0" y="33457"/>
                        <a:pt x="0" y="21554"/>
                      </a:cubicBezTo>
                      <a:cubicBezTo>
                        <a:pt x="0" y="9651"/>
                        <a:pt x="9650" y="0"/>
                        <a:pt x="21554" y="0"/>
                      </a:cubicBezTo>
                      <a:lnTo>
                        <a:pt x="101330" y="0"/>
                      </a:lnTo>
                      <a:cubicBezTo>
                        <a:pt x="113233" y="0"/>
                        <a:pt x="122883" y="9651"/>
                        <a:pt x="122883" y="21554"/>
                      </a:cubicBezTo>
                      <a:cubicBezTo>
                        <a:pt x="122883" y="33457"/>
                        <a:pt x="113233" y="43107"/>
                        <a:pt x="101330" y="43107"/>
                      </a:cubicBezTo>
                      <a:close/>
                    </a:path>
                  </a:pathLst>
                </a:custGeom>
                <a:grpFill/>
                <a:ln w="2667" cap="flat">
                  <a:noFill/>
                  <a:prstDash val="solid"/>
                  <a:miter/>
                </a:ln>
              </p:spPr>
              <p:txBody>
                <a:bodyPr rtlCol="0" anchor="ctr"/>
                <a:lstStyle/>
                <a:p>
                  <a:endParaRPr lang="en-MY"/>
                </a:p>
              </p:txBody>
            </p:sp>
            <p:sp>
              <p:nvSpPr>
                <p:cNvPr id="628" name="Freeform: Shape 627">
                  <a:extLst>
                    <a:ext uri="{FF2B5EF4-FFF2-40B4-BE49-F238E27FC236}">
                      <a16:creationId xmlns:a16="http://schemas.microsoft.com/office/drawing/2014/main" id="{326D1637-436B-0ABA-0606-FB438339E85F}"/>
                    </a:ext>
                  </a:extLst>
                </p:cNvPr>
                <p:cNvSpPr/>
                <p:nvPr/>
              </p:nvSpPr>
              <p:spPr>
                <a:xfrm>
                  <a:off x="1923883" y="2202515"/>
                  <a:ext cx="120835" cy="43107"/>
                </a:xfrm>
                <a:custGeom>
                  <a:avLst/>
                  <a:gdLst>
                    <a:gd name="connsiteX0" fmla="*/ 99282 w 120835"/>
                    <a:gd name="connsiteY0" fmla="*/ 43107 h 43107"/>
                    <a:gd name="connsiteX1" fmla="*/ 21554 w 120835"/>
                    <a:gd name="connsiteY1" fmla="*/ 43107 h 43107"/>
                    <a:gd name="connsiteX2" fmla="*/ 0 w 120835"/>
                    <a:gd name="connsiteY2" fmla="*/ 21554 h 43107"/>
                    <a:gd name="connsiteX3" fmla="*/ 21554 w 120835"/>
                    <a:gd name="connsiteY3" fmla="*/ 0 h 43107"/>
                    <a:gd name="connsiteX4" fmla="*/ 99282 w 120835"/>
                    <a:gd name="connsiteY4" fmla="*/ 0 h 43107"/>
                    <a:gd name="connsiteX5" fmla="*/ 120836 w 120835"/>
                    <a:gd name="connsiteY5" fmla="*/ 21554 h 43107"/>
                    <a:gd name="connsiteX6" fmla="*/ 99282 w 120835"/>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35" h="43107">
                      <a:moveTo>
                        <a:pt x="99282" y="43107"/>
                      </a:moveTo>
                      <a:lnTo>
                        <a:pt x="21554" y="43107"/>
                      </a:lnTo>
                      <a:cubicBezTo>
                        <a:pt x="9650" y="43107"/>
                        <a:pt x="0" y="33457"/>
                        <a:pt x="0" y="21554"/>
                      </a:cubicBezTo>
                      <a:cubicBezTo>
                        <a:pt x="0" y="9651"/>
                        <a:pt x="9650" y="0"/>
                        <a:pt x="21554" y="0"/>
                      </a:cubicBezTo>
                      <a:lnTo>
                        <a:pt x="99282" y="0"/>
                      </a:lnTo>
                      <a:cubicBezTo>
                        <a:pt x="111185" y="0"/>
                        <a:pt x="120836" y="9651"/>
                        <a:pt x="120836" y="21554"/>
                      </a:cubicBezTo>
                      <a:cubicBezTo>
                        <a:pt x="120836" y="33457"/>
                        <a:pt x="111185" y="43107"/>
                        <a:pt x="99282" y="43107"/>
                      </a:cubicBezTo>
                      <a:close/>
                    </a:path>
                  </a:pathLst>
                </a:custGeom>
                <a:grpFill/>
                <a:ln w="2667" cap="flat">
                  <a:noFill/>
                  <a:prstDash val="solid"/>
                  <a:miter/>
                </a:ln>
              </p:spPr>
              <p:txBody>
                <a:bodyPr rtlCol="0" anchor="ctr"/>
                <a:lstStyle/>
                <a:p>
                  <a:endParaRPr lang="en-MY"/>
                </a:p>
              </p:txBody>
            </p:sp>
            <p:sp>
              <p:nvSpPr>
                <p:cNvPr id="629" name="Freeform: Shape 628">
                  <a:extLst>
                    <a:ext uri="{FF2B5EF4-FFF2-40B4-BE49-F238E27FC236}">
                      <a16:creationId xmlns:a16="http://schemas.microsoft.com/office/drawing/2014/main" id="{14368FFF-6117-CB66-9FBD-97674CBA6EA6}"/>
                    </a:ext>
                  </a:extLst>
                </p:cNvPr>
                <p:cNvSpPr/>
                <p:nvPr/>
              </p:nvSpPr>
              <p:spPr>
                <a:xfrm>
                  <a:off x="1915154" y="2109268"/>
                  <a:ext cx="140341" cy="136354"/>
                </a:xfrm>
                <a:custGeom>
                  <a:avLst/>
                  <a:gdLst>
                    <a:gd name="connsiteX0" fmla="*/ 118788 w 140341"/>
                    <a:gd name="connsiteY0" fmla="*/ 136354 h 136354"/>
                    <a:gd name="connsiteX1" fmla="*/ 21554 w 140341"/>
                    <a:gd name="connsiteY1" fmla="*/ 136354 h 136354"/>
                    <a:gd name="connsiteX2" fmla="*/ 0 w 140341"/>
                    <a:gd name="connsiteY2" fmla="*/ 114801 h 136354"/>
                    <a:gd name="connsiteX3" fmla="*/ 0 w 140341"/>
                    <a:gd name="connsiteY3" fmla="*/ 21554 h 136354"/>
                    <a:gd name="connsiteX4" fmla="*/ 21554 w 140341"/>
                    <a:gd name="connsiteY4" fmla="*/ 0 h 136354"/>
                    <a:gd name="connsiteX5" fmla="*/ 43107 w 140341"/>
                    <a:gd name="connsiteY5" fmla="*/ 21554 h 136354"/>
                    <a:gd name="connsiteX6" fmla="*/ 43107 w 140341"/>
                    <a:gd name="connsiteY6" fmla="*/ 93247 h 136354"/>
                    <a:gd name="connsiteX7" fmla="*/ 97234 w 140341"/>
                    <a:gd name="connsiteY7" fmla="*/ 93247 h 136354"/>
                    <a:gd name="connsiteX8" fmla="*/ 97234 w 140341"/>
                    <a:gd name="connsiteY8" fmla="*/ 22955 h 136354"/>
                    <a:gd name="connsiteX9" fmla="*/ 118788 w 140341"/>
                    <a:gd name="connsiteY9" fmla="*/ 1401 h 136354"/>
                    <a:gd name="connsiteX10" fmla="*/ 140342 w 140341"/>
                    <a:gd name="connsiteY10" fmla="*/ 22955 h 136354"/>
                    <a:gd name="connsiteX11" fmla="*/ 140342 w 140341"/>
                    <a:gd name="connsiteY11" fmla="*/ 114801 h 136354"/>
                    <a:gd name="connsiteX12" fmla="*/ 118788 w 140341"/>
                    <a:gd name="connsiteY12" fmla="*/ 136354 h 13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341" h="136354">
                      <a:moveTo>
                        <a:pt x="118788" y="136354"/>
                      </a:moveTo>
                      <a:lnTo>
                        <a:pt x="21554" y="136354"/>
                      </a:lnTo>
                      <a:cubicBezTo>
                        <a:pt x="9650" y="136354"/>
                        <a:pt x="0" y="126704"/>
                        <a:pt x="0" y="114801"/>
                      </a:cubicBezTo>
                      <a:lnTo>
                        <a:pt x="0" y="21554"/>
                      </a:lnTo>
                      <a:cubicBezTo>
                        <a:pt x="0" y="9651"/>
                        <a:pt x="9650" y="0"/>
                        <a:pt x="21554" y="0"/>
                      </a:cubicBezTo>
                      <a:cubicBezTo>
                        <a:pt x="33458" y="0"/>
                        <a:pt x="43107" y="9651"/>
                        <a:pt x="43107" y="21554"/>
                      </a:cubicBezTo>
                      <a:lnTo>
                        <a:pt x="43107" y="93247"/>
                      </a:lnTo>
                      <a:lnTo>
                        <a:pt x="97234" y="93247"/>
                      </a:lnTo>
                      <a:lnTo>
                        <a:pt x="97234" y="22955"/>
                      </a:lnTo>
                      <a:cubicBezTo>
                        <a:pt x="97234" y="11052"/>
                        <a:pt x="106885" y="1401"/>
                        <a:pt x="118788" y="1401"/>
                      </a:cubicBezTo>
                      <a:cubicBezTo>
                        <a:pt x="130691" y="1401"/>
                        <a:pt x="140342" y="11052"/>
                        <a:pt x="140342" y="22955"/>
                      </a:cubicBezTo>
                      <a:lnTo>
                        <a:pt x="140342" y="114801"/>
                      </a:lnTo>
                      <a:cubicBezTo>
                        <a:pt x="140342" y="126704"/>
                        <a:pt x="130691" y="136354"/>
                        <a:pt x="118788" y="136354"/>
                      </a:cubicBezTo>
                      <a:close/>
                    </a:path>
                  </a:pathLst>
                </a:custGeom>
                <a:grpFill/>
                <a:ln w="2667" cap="flat">
                  <a:noFill/>
                  <a:prstDash val="solid"/>
                  <a:miter/>
                </a:ln>
              </p:spPr>
              <p:txBody>
                <a:bodyPr rtlCol="0" anchor="ctr"/>
                <a:lstStyle/>
                <a:p>
                  <a:endParaRPr lang="en-MY"/>
                </a:p>
              </p:txBody>
            </p:sp>
          </p:grpSp>
          <p:sp>
            <p:nvSpPr>
              <p:cNvPr id="622" name="Freeform: Shape 621">
                <a:extLst>
                  <a:ext uri="{FF2B5EF4-FFF2-40B4-BE49-F238E27FC236}">
                    <a16:creationId xmlns:a16="http://schemas.microsoft.com/office/drawing/2014/main" id="{35552955-9004-CD1E-8FA1-6383F5BF4503}"/>
                  </a:ext>
                </a:extLst>
              </p:cNvPr>
              <p:cNvSpPr/>
              <p:nvPr/>
            </p:nvSpPr>
            <p:spPr>
              <a:xfrm>
                <a:off x="2078461" y="1845892"/>
                <a:ext cx="77396" cy="77393"/>
              </a:xfrm>
              <a:custGeom>
                <a:avLst/>
                <a:gdLst>
                  <a:gd name="connsiteX0" fmla="*/ 21543 w 77396"/>
                  <a:gd name="connsiteY0" fmla="*/ 77394 h 77393"/>
                  <a:gd name="connsiteX1" fmla="*/ 0 w 77396"/>
                  <a:gd name="connsiteY1" fmla="*/ 55830 h 77393"/>
                  <a:gd name="connsiteX2" fmla="*/ 6321 w 77396"/>
                  <a:gd name="connsiteY2" fmla="*/ 40591 h 77393"/>
                  <a:gd name="connsiteX3" fmla="*/ 40591 w 77396"/>
                  <a:gd name="connsiteY3" fmla="*/ 6320 h 77393"/>
                  <a:gd name="connsiteX4" fmla="*/ 71076 w 77396"/>
                  <a:gd name="connsiteY4" fmla="*/ 6307 h 77393"/>
                  <a:gd name="connsiteX5" fmla="*/ 71090 w 77396"/>
                  <a:gd name="connsiteY5" fmla="*/ 36792 h 77393"/>
                  <a:gd name="connsiteX6" fmla="*/ 36792 w 77396"/>
                  <a:gd name="connsiteY6" fmla="*/ 71089 h 77393"/>
                  <a:gd name="connsiteX7" fmla="*/ 21543 w 77396"/>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6" h="77393">
                    <a:moveTo>
                      <a:pt x="21543" y="77394"/>
                    </a:moveTo>
                    <a:cubicBezTo>
                      <a:pt x="9640" y="77388"/>
                      <a:pt x="-5" y="67734"/>
                      <a:pt x="0" y="55830"/>
                    </a:cubicBezTo>
                    <a:cubicBezTo>
                      <a:pt x="3" y="50113"/>
                      <a:pt x="2277" y="44631"/>
                      <a:pt x="6321" y="40591"/>
                    </a:cubicBezTo>
                    <a:lnTo>
                      <a:pt x="40591" y="6320"/>
                    </a:lnTo>
                    <a:cubicBezTo>
                      <a:pt x="49005" y="-2101"/>
                      <a:pt x="62654" y="-2108"/>
                      <a:pt x="71076" y="6307"/>
                    </a:cubicBezTo>
                    <a:cubicBezTo>
                      <a:pt x="79498" y="14722"/>
                      <a:pt x="79504" y="28370"/>
                      <a:pt x="71090" y="36792"/>
                    </a:cubicBezTo>
                    <a:lnTo>
                      <a:pt x="36792" y="71089"/>
                    </a:lnTo>
                    <a:cubicBezTo>
                      <a:pt x="32746" y="75130"/>
                      <a:pt x="27260" y="77398"/>
                      <a:pt x="21543" y="77394"/>
                    </a:cubicBezTo>
                    <a:close/>
                  </a:path>
                </a:pathLst>
              </a:custGeom>
              <a:grpFill/>
              <a:ln w="2667" cap="flat">
                <a:noFill/>
                <a:prstDash val="solid"/>
                <a:miter/>
              </a:ln>
            </p:spPr>
            <p:txBody>
              <a:bodyPr rtlCol="0" anchor="ctr"/>
              <a:lstStyle/>
              <a:p>
                <a:endParaRPr lang="en-MY"/>
              </a:p>
            </p:txBody>
          </p:sp>
          <p:sp>
            <p:nvSpPr>
              <p:cNvPr id="623" name="Freeform: Shape 622">
                <a:extLst>
                  <a:ext uri="{FF2B5EF4-FFF2-40B4-BE49-F238E27FC236}">
                    <a16:creationId xmlns:a16="http://schemas.microsoft.com/office/drawing/2014/main" id="{1687F9F7-319F-2301-7725-E6605EA50423}"/>
                  </a:ext>
                </a:extLst>
              </p:cNvPr>
              <p:cNvSpPr/>
              <p:nvPr/>
            </p:nvSpPr>
            <p:spPr>
              <a:xfrm>
                <a:off x="1811694" y="1845165"/>
                <a:ext cx="77397" cy="77393"/>
              </a:xfrm>
              <a:custGeom>
                <a:avLst/>
                <a:gdLst>
                  <a:gd name="connsiteX0" fmla="*/ 55854 w 77397"/>
                  <a:gd name="connsiteY0" fmla="*/ 77394 h 77393"/>
                  <a:gd name="connsiteX1" fmla="*/ 40604 w 77397"/>
                  <a:gd name="connsiteY1" fmla="*/ 71089 h 77393"/>
                  <a:gd name="connsiteX2" fmla="*/ 6307 w 77397"/>
                  <a:gd name="connsiteY2" fmla="*/ 36792 h 77393"/>
                  <a:gd name="connsiteX3" fmla="*/ 6320 w 77397"/>
                  <a:gd name="connsiteY3" fmla="*/ 6307 h 77393"/>
                  <a:gd name="connsiteX4" fmla="*/ 36805 w 77397"/>
                  <a:gd name="connsiteY4" fmla="*/ 6320 h 77393"/>
                  <a:gd name="connsiteX5" fmla="*/ 71103 w 77397"/>
                  <a:gd name="connsiteY5" fmla="*/ 40618 h 77393"/>
                  <a:gd name="connsiteX6" fmla="*/ 71066 w 77397"/>
                  <a:gd name="connsiteY6" fmla="*/ 71099 h 77393"/>
                  <a:gd name="connsiteX7" fmla="*/ 55854 w 77397"/>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7" h="77393">
                    <a:moveTo>
                      <a:pt x="55854" y="77394"/>
                    </a:moveTo>
                    <a:cubicBezTo>
                      <a:pt x="50135" y="77398"/>
                      <a:pt x="44650" y="75130"/>
                      <a:pt x="40604" y="71089"/>
                    </a:cubicBezTo>
                    <a:lnTo>
                      <a:pt x="6307" y="36792"/>
                    </a:lnTo>
                    <a:cubicBezTo>
                      <a:pt x="-2108" y="28370"/>
                      <a:pt x="-2101" y="14722"/>
                      <a:pt x="6320" y="6307"/>
                    </a:cubicBezTo>
                    <a:cubicBezTo>
                      <a:pt x="14742" y="-2108"/>
                      <a:pt x="28391" y="-2101"/>
                      <a:pt x="36805" y="6320"/>
                    </a:cubicBezTo>
                    <a:lnTo>
                      <a:pt x="71103" y="40618"/>
                    </a:lnTo>
                    <a:cubicBezTo>
                      <a:pt x="79510" y="49045"/>
                      <a:pt x="79493" y="62692"/>
                      <a:pt x="71066" y="71099"/>
                    </a:cubicBezTo>
                    <a:cubicBezTo>
                      <a:pt x="67028" y="75128"/>
                      <a:pt x="61558" y="77391"/>
                      <a:pt x="55854" y="77394"/>
                    </a:cubicBezTo>
                    <a:close/>
                  </a:path>
                </a:pathLst>
              </a:custGeom>
              <a:grpFill/>
              <a:ln w="2667" cap="flat">
                <a:noFill/>
                <a:prstDash val="solid"/>
                <a:miter/>
              </a:ln>
            </p:spPr>
            <p:txBody>
              <a:bodyPr rtlCol="0" anchor="ctr"/>
              <a:lstStyle/>
              <a:p>
                <a:endParaRPr lang="en-MY"/>
              </a:p>
            </p:txBody>
          </p:sp>
          <p:sp>
            <p:nvSpPr>
              <p:cNvPr id="624" name="Freeform: Shape 623">
                <a:extLst>
                  <a:ext uri="{FF2B5EF4-FFF2-40B4-BE49-F238E27FC236}">
                    <a16:creationId xmlns:a16="http://schemas.microsoft.com/office/drawing/2014/main" id="{BB6E51B9-DEC8-90FD-28CD-E9EF46027AB7}"/>
                  </a:ext>
                </a:extLst>
              </p:cNvPr>
              <p:cNvSpPr/>
              <p:nvPr/>
            </p:nvSpPr>
            <p:spPr>
              <a:xfrm>
                <a:off x="1964108" y="1793479"/>
                <a:ext cx="43107" cy="91603"/>
              </a:xfrm>
              <a:custGeom>
                <a:avLst/>
                <a:gdLst>
                  <a:gd name="connsiteX0" fmla="*/ 21554 w 43107"/>
                  <a:gd name="connsiteY0" fmla="*/ 91603 h 91603"/>
                  <a:gd name="connsiteX1" fmla="*/ 0 w 43107"/>
                  <a:gd name="connsiteY1" fmla="*/ 70050 h 91603"/>
                  <a:gd name="connsiteX2" fmla="*/ 0 w 43107"/>
                  <a:gd name="connsiteY2" fmla="*/ 21554 h 91603"/>
                  <a:gd name="connsiteX3" fmla="*/ 21554 w 43107"/>
                  <a:gd name="connsiteY3" fmla="*/ 0 h 91603"/>
                  <a:gd name="connsiteX4" fmla="*/ 43107 w 43107"/>
                  <a:gd name="connsiteY4" fmla="*/ 21554 h 91603"/>
                  <a:gd name="connsiteX5" fmla="*/ 43107 w 43107"/>
                  <a:gd name="connsiteY5" fmla="*/ 70050 h 91603"/>
                  <a:gd name="connsiteX6" fmla="*/ 21554 w 43107"/>
                  <a:gd name="connsiteY6" fmla="*/ 91603 h 91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107" h="91603">
                    <a:moveTo>
                      <a:pt x="21554" y="91603"/>
                    </a:moveTo>
                    <a:cubicBezTo>
                      <a:pt x="9650" y="91603"/>
                      <a:pt x="0" y="81954"/>
                      <a:pt x="0" y="70050"/>
                    </a:cubicBezTo>
                    <a:lnTo>
                      <a:pt x="0" y="21554"/>
                    </a:lnTo>
                    <a:cubicBezTo>
                      <a:pt x="0" y="9650"/>
                      <a:pt x="9650" y="0"/>
                      <a:pt x="21554" y="0"/>
                    </a:cubicBezTo>
                    <a:cubicBezTo>
                      <a:pt x="33458" y="0"/>
                      <a:pt x="43107" y="9650"/>
                      <a:pt x="43107" y="21554"/>
                    </a:cubicBezTo>
                    <a:lnTo>
                      <a:pt x="43107" y="70050"/>
                    </a:lnTo>
                    <a:cubicBezTo>
                      <a:pt x="43107" y="81954"/>
                      <a:pt x="33458" y="91603"/>
                      <a:pt x="21554" y="91603"/>
                    </a:cubicBezTo>
                    <a:close/>
                  </a:path>
                </a:pathLst>
              </a:custGeom>
              <a:grpFill/>
              <a:ln w="2667" cap="flat">
                <a:noFill/>
                <a:prstDash val="solid"/>
                <a:miter/>
              </a:ln>
            </p:spPr>
            <p:txBody>
              <a:bodyPr rtlCol="0" anchor="ctr"/>
              <a:lstStyle/>
              <a:p>
                <a:endParaRPr lang="en-MY"/>
              </a:p>
            </p:txBody>
          </p:sp>
          <p:sp>
            <p:nvSpPr>
              <p:cNvPr id="625" name="Freeform: Shape 624">
                <a:extLst>
                  <a:ext uri="{FF2B5EF4-FFF2-40B4-BE49-F238E27FC236}">
                    <a16:creationId xmlns:a16="http://schemas.microsoft.com/office/drawing/2014/main" id="{88DF5A93-3138-723D-61DC-FAB4D0E50D45}"/>
                  </a:ext>
                </a:extLst>
              </p:cNvPr>
              <p:cNvSpPr/>
              <p:nvPr/>
            </p:nvSpPr>
            <p:spPr>
              <a:xfrm>
                <a:off x="2126354"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1" y="43107"/>
                      <a:pt x="0" y="33458"/>
                      <a:pt x="0" y="21554"/>
                    </a:cubicBezTo>
                    <a:cubicBezTo>
                      <a:pt x="0" y="9650"/>
                      <a:pt x="9651" y="0"/>
                      <a:pt x="21554" y="0"/>
                    </a:cubicBezTo>
                    <a:lnTo>
                      <a:pt x="61967" y="0"/>
                    </a:lnTo>
                    <a:cubicBezTo>
                      <a:pt x="73870" y="0"/>
                      <a:pt x="83521" y="9650"/>
                      <a:pt x="83521" y="21554"/>
                    </a:cubicBezTo>
                    <a:cubicBezTo>
                      <a:pt x="83521" y="33458"/>
                      <a:pt x="73870" y="43107"/>
                      <a:pt x="61967" y="43107"/>
                    </a:cubicBezTo>
                    <a:close/>
                  </a:path>
                </a:pathLst>
              </a:custGeom>
              <a:grpFill/>
              <a:ln w="2667" cap="flat">
                <a:noFill/>
                <a:prstDash val="solid"/>
                <a:miter/>
              </a:ln>
            </p:spPr>
            <p:txBody>
              <a:bodyPr rtlCol="0" anchor="ctr"/>
              <a:lstStyle/>
              <a:p>
                <a:endParaRPr lang="en-MY"/>
              </a:p>
            </p:txBody>
          </p:sp>
        </p:grpSp>
      </p:grpSp>
      <p:grpSp>
        <p:nvGrpSpPr>
          <p:cNvPr id="328" name="Group 327">
            <a:extLst>
              <a:ext uri="{FF2B5EF4-FFF2-40B4-BE49-F238E27FC236}">
                <a16:creationId xmlns:a16="http://schemas.microsoft.com/office/drawing/2014/main" id="{3D55C292-E882-15E6-EAA0-479C18E48E0C}"/>
              </a:ext>
            </a:extLst>
          </p:cNvPr>
          <p:cNvGrpSpPr/>
          <p:nvPr/>
        </p:nvGrpSpPr>
        <p:grpSpPr>
          <a:xfrm>
            <a:off x="10916676" y="2241576"/>
            <a:ext cx="1275324" cy="1365966"/>
            <a:chOff x="10916676" y="2241576"/>
            <a:chExt cx="1275324" cy="1365966"/>
          </a:xfrm>
        </p:grpSpPr>
        <p:grpSp>
          <p:nvGrpSpPr>
            <p:cNvPr id="329" name="Group 328">
              <a:extLst>
                <a:ext uri="{FF2B5EF4-FFF2-40B4-BE49-F238E27FC236}">
                  <a16:creationId xmlns:a16="http://schemas.microsoft.com/office/drawing/2014/main" id="{E534DF96-44F3-9565-1617-179F306E30A7}"/>
                </a:ext>
              </a:extLst>
            </p:cNvPr>
            <p:cNvGrpSpPr/>
            <p:nvPr/>
          </p:nvGrpSpPr>
          <p:grpSpPr>
            <a:xfrm>
              <a:off x="10916676" y="2241576"/>
              <a:ext cx="1275324" cy="1365966"/>
              <a:chOff x="10916676" y="2241576"/>
              <a:chExt cx="1275324" cy="1365966"/>
            </a:xfrm>
          </p:grpSpPr>
          <p:sp>
            <p:nvSpPr>
              <p:cNvPr id="347" name="Arrow: Chevron 26">
                <a:extLst>
                  <a:ext uri="{FF2B5EF4-FFF2-40B4-BE49-F238E27FC236}">
                    <a16:creationId xmlns:a16="http://schemas.microsoft.com/office/drawing/2014/main" id="{953A269E-43B7-20A1-0D8A-1AB832024E79}"/>
                  </a:ext>
                </a:extLst>
              </p:cNvPr>
              <p:cNvSpPr/>
              <p:nvPr/>
            </p:nvSpPr>
            <p:spPr>
              <a:xfrm>
                <a:off x="11066350" y="3197853"/>
                <a:ext cx="1125650" cy="409689"/>
              </a:xfrm>
              <a:prstGeom prst="chevron">
                <a:avLst>
                  <a:gd name="adj" fmla="val 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Operate</a:t>
                </a:r>
              </a:p>
            </p:txBody>
          </p:sp>
          <p:sp>
            <p:nvSpPr>
              <p:cNvPr id="348" name="Arrow: Chevron 283">
                <a:extLst>
                  <a:ext uri="{FF2B5EF4-FFF2-40B4-BE49-F238E27FC236}">
                    <a16:creationId xmlns:a16="http://schemas.microsoft.com/office/drawing/2014/main" id="{A640768A-8402-B1F2-34A1-E89F8D27B10A}"/>
                  </a:ext>
                </a:extLst>
              </p:cNvPr>
              <p:cNvSpPr/>
              <p:nvPr/>
            </p:nvSpPr>
            <p:spPr>
              <a:xfrm>
                <a:off x="10916676" y="2241576"/>
                <a:ext cx="1275324" cy="964154"/>
              </a:xfrm>
              <a:prstGeom prst="chevron">
                <a:avLst>
                  <a:gd name="adj" fmla="val 0"/>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20040" tIns="59436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Run</a:t>
                </a:r>
              </a:p>
            </p:txBody>
          </p:sp>
        </p:grpSp>
        <p:grpSp>
          <p:nvGrpSpPr>
            <p:cNvPr id="330" name="Group 329">
              <a:extLst>
                <a:ext uri="{FF2B5EF4-FFF2-40B4-BE49-F238E27FC236}">
                  <a16:creationId xmlns:a16="http://schemas.microsoft.com/office/drawing/2014/main" id="{0D5FAFCB-DC77-036E-1CF7-C44A886D6DB2}"/>
                </a:ext>
              </a:extLst>
            </p:cNvPr>
            <p:cNvGrpSpPr/>
            <p:nvPr/>
          </p:nvGrpSpPr>
          <p:grpSpPr>
            <a:xfrm>
              <a:off x="11474566" y="2369261"/>
              <a:ext cx="471163" cy="471791"/>
              <a:chOff x="11474566" y="2369261"/>
              <a:chExt cx="471163" cy="471791"/>
            </a:xfrm>
          </p:grpSpPr>
          <p:sp>
            <p:nvSpPr>
              <p:cNvPr id="331" name="Oval 330">
                <a:extLst>
                  <a:ext uri="{FF2B5EF4-FFF2-40B4-BE49-F238E27FC236}">
                    <a16:creationId xmlns:a16="http://schemas.microsoft.com/office/drawing/2014/main" id="{79E22270-1377-F2FC-EA87-1B6E893FEA9F}"/>
                  </a:ext>
                </a:extLst>
              </p:cNvPr>
              <p:cNvSpPr/>
              <p:nvPr/>
            </p:nvSpPr>
            <p:spPr>
              <a:xfrm>
                <a:off x="11474566" y="2369261"/>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332" name="Group 331">
                <a:extLst>
                  <a:ext uri="{FF2B5EF4-FFF2-40B4-BE49-F238E27FC236}">
                    <a16:creationId xmlns:a16="http://schemas.microsoft.com/office/drawing/2014/main" id="{DFFA8BE9-BF30-519F-92D9-B3BB966CF3CC}"/>
                  </a:ext>
                </a:extLst>
              </p:cNvPr>
              <p:cNvGrpSpPr/>
              <p:nvPr/>
            </p:nvGrpSpPr>
            <p:grpSpPr>
              <a:xfrm>
                <a:off x="11571620" y="2470200"/>
                <a:ext cx="277151" cy="269933"/>
                <a:chOff x="11570793" y="2043116"/>
                <a:chExt cx="277520" cy="269933"/>
              </a:xfrm>
              <a:solidFill>
                <a:schemeClr val="bg1">
                  <a:lumMod val="75000"/>
                </a:schemeClr>
              </a:solidFill>
            </p:grpSpPr>
            <p:sp>
              <p:nvSpPr>
                <p:cNvPr id="333" name="Freeform 127">
                  <a:extLst>
                    <a:ext uri="{FF2B5EF4-FFF2-40B4-BE49-F238E27FC236}">
                      <a16:creationId xmlns:a16="http://schemas.microsoft.com/office/drawing/2014/main" id="{ED172C51-1D17-6A2E-FACA-2CC7E6F903DE}"/>
                    </a:ext>
                  </a:extLst>
                </p:cNvPr>
                <p:cNvSpPr/>
                <p:nvPr/>
              </p:nvSpPr>
              <p:spPr>
                <a:xfrm>
                  <a:off x="11570793" y="2043116"/>
                  <a:ext cx="179741" cy="226257"/>
                </a:xfrm>
                <a:custGeom>
                  <a:avLst/>
                  <a:gdLst>
                    <a:gd name="connsiteX0" fmla="*/ 41995 w 179741"/>
                    <a:gd name="connsiteY0" fmla="*/ 226257 h 226257"/>
                    <a:gd name="connsiteX1" fmla="*/ 31425 w 179741"/>
                    <a:gd name="connsiteY1" fmla="*/ 221343 h 226257"/>
                    <a:gd name="connsiteX2" fmla="*/ 48307 w 179741"/>
                    <a:gd name="connsiteY2" fmla="*/ 31424 h 226257"/>
                    <a:gd name="connsiteX3" fmla="*/ 168886 w 179741"/>
                    <a:gd name="connsiteY3" fmla="*/ 4375 h 226257"/>
                    <a:gd name="connsiteX4" fmla="*/ 179422 w 179741"/>
                    <a:gd name="connsiteY4" fmla="*/ 20793 h 226257"/>
                    <a:gd name="connsiteX5" fmla="*/ 163005 w 179741"/>
                    <a:gd name="connsiteY5" fmla="*/ 31329 h 226257"/>
                    <a:gd name="connsiteX6" fmla="*/ 161989 w 179741"/>
                    <a:gd name="connsiteY6" fmla="*/ 31067 h 226257"/>
                    <a:gd name="connsiteX7" fmla="*/ 31017 w 179741"/>
                    <a:gd name="connsiteY7" fmla="*/ 107371 h 226257"/>
                    <a:gd name="connsiteX8" fmla="*/ 52548 w 179741"/>
                    <a:gd name="connsiteY8" fmla="*/ 203600 h 226257"/>
                    <a:gd name="connsiteX9" fmla="*/ 50841 w 179741"/>
                    <a:gd name="connsiteY9" fmla="*/ 223033 h 226257"/>
                    <a:gd name="connsiteX10" fmla="*/ 41995 w 179741"/>
                    <a:gd name="connsiteY10" fmla="*/ 226257 h 22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41" h="226257">
                      <a:moveTo>
                        <a:pt x="41995" y="226257"/>
                      </a:moveTo>
                      <a:cubicBezTo>
                        <a:pt x="37919" y="226261"/>
                        <a:pt x="34050" y="224462"/>
                        <a:pt x="31425" y="221343"/>
                      </a:cubicBezTo>
                      <a:cubicBezTo>
                        <a:pt x="-16358" y="164236"/>
                        <a:pt x="-8799" y="79207"/>
                        <a:pt x="48307" y="31424"/>
                      </a:cubicBezTo>
                      <a:cubicBezTo>
                        <a:pt x="81759" y="3434"/>
                        <a:pt x="126684" y="-6644"/>
                        <a:pt x="168886" y="4375"/>
                      </a:cubicBezTo>
                      <a:cubicBezTo>
                        <a:pt x="176330" y="5999"/>
                        <a:pt x="181046" y="13350"/>
                        <a:pt x="179422" y="20793"/>
                      </a:cubicBezTo>
                      <a:cubicBezTo>
                        <a:pt x="177798" y="28236"/>
                        <a:pt x="170447" y="32954"/>
                        <a:pt x="163005" y="31329"/>
                      </a:cubicBezTo>
                      <a:cubicBezTo>
                        <a:pt x="162663" y="31255"/>
                        <a:pt x="162324" y="31167"/>
                        <a:pt x="161989" y="31067"/>
                      </a:cubicBezTo>
                      <a:cubicBezTo>
                        <a:pt x="104751" y="15971"/>
                        <a:pt x="46113" y="50133"/>
                        <a:pt x="31017" y="107371"/>
                      </a:cubicBezTo>
                      <a:cubicBezTo>
                        <a:pt x="22136" y="141041"/>
                        <a:pt x="30166" y="176925"/>
                        <a:pt x="52548" y="203600"/>
                      </a:cubicBezTo>
                      <a:cubicBezTo>
                        <a:pt x="57443" y="209439"/>
                        <a:pt x="56678" y="218140"/>
                        <a:pt x="50841" y="223033"/>
                      </a:cubicBezTo>
                      <a:cubicBezTo>
                        <a:pt x="48361" y="225113"/>
                        <a:pt x="45231" y="226254"/>
                        <a:pt x="41995" y="226257"/>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34" name="Freeform 128">
                  <a:extLst>
                    <a:ext uri="{FF2B5EF4-FFF2-40B4-BE49-F238E27FC236}">
                      <a16:creationId xmlns:a16="http://schemas.microsoft.com/office/drawing/2014/main" id="{49487BA5-EE57-4904-A4D1-8A3876319CE4}"/>
                    </a:ext>
                  </a:extLst>
                </p:cNvPr>
                <p:cNvSpPr/>
                <p:nvPr/>
              </p:nvSpPr>
              <p:spPr>
                <a:xfrm>
                  <a:off x="11594873" y="2243457"/>
                  <a:ext cx="54073" cy="54073"/>
                </a:xfrm>
                <a:custGeom>
                  <a:avLst/>
                  <a:gdLst>
                    <a:gd name="connsiteX0" fmla="*/ 27054 w 54073"/>
                    <a:gd name="connsiteY0" fmla="*/ 54074 h 54073"/>
                    <a:gd name="connsiteX1" fmla="*/ 0 w 54073"/>
                    <a:gd name="connsiteY1" fmla="*/ 27054 h 54073"/>
                    <a:gd name="connsiteX2" fmla="*/ 27020 w 54073"/>
                    <a:gd name="connsiteY2" fmla="*/ 0 h 54073"/>
                    <a:gd name="connsiteX3" fmla="*/ 54074 w 54073"/>
                    <a:gd name="connsiteY3" fmla="*/ 27020 h 54073"/>
                    <a:gd name="connsiteX4" fmla="*/ 54074 w 54073"/>
                    <a:gd name="connsiteY4" fmla="*/ 27037 h 54073"/>
                    <a:gd name="connsiteX5" fmla="*/ 27054 w 54073"/>
                    <a:gd name="connsiteY5" fmla="*/ 54074 h 54073"/>
                    <a:gd name="connsiteX6" fmla="*/ 27054 w 54073"/>
                    <a:gd name="connsiteY6" fmla="*/ 26485 h 54073"/>
                    <a:gd name="connsiteX7" fmla="*/ 26486 w 54073"/>
                    <a:gd name="connsiteY7" fmla="*/ 27020 h 54073"/>
                    <a:gd name="connsiteX8" fmla="*/ 26485 w 54073"/>
                    <a:gd name="connsiteY8" fmla="*/ 27037 h 54073"/>
                    <a:gd name="connsiteX9" fmla="*/ 26947 w 54073"/>
                    <a:gd name="connsiteY9" fmla="*/ 27696 h 54073"/>
                    <a:gd name="connsiteX10" fmla="*/ 27606 w 54073"/>
                    <a:gd name="connsiteY10" fmla="*/ 27234 h 54073"/>
                    <a:gd name="connsiteX11" fmla="*/ 27606 w 54073"/>
                    <a:gd name="connsiteY11" fmla="*/ 27037 h 54073"/>
                    <a:gd name="connsiteX12" fmla="*/ 27054 w 54073"/>
                    <a:gd name="connsiteY12"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073" h="54073">
                      <a:moveTo>
                        <a:pt x="27054" y="54074"/>
                      </a:moveTo>
                      <a:cubicBezTo>
                        <a:pt x="12122" y="54084"/>
                        <a:pt x="9" y="41987"/>
                        <a:pt x="0" y="27054"/>
                      </a:cubicBezTo>
                      <a:cubicBezTo>
                        <a:pt x="-9" y="12122"/>
                        <a:pt x="12088" y="10"/>
                        <a:pt x="27020" y="0"/>
                      </a:cubicBezTo>
                      <a:cubicBezTo>
                        <a:pt x="41952" y="-10"/>
                        <a:pt x="54064" y="12087"/>
                        <a:pt x="54074" y="27020"/>
                      </a:cubicBezTo>
                      <a:cubicBezTo>
                        <a:pt x="54074" y="27025"/>
                        <a:pt x="54074" y="27032"/>
                        <a:pt x="54074" y="27037"/>
                      </a:cubicBezTo>
                      <a:cubicBezTo>
                        <a:pt x="54064" y="41959"/>
                        <a:pt x="41976" y="54055"/>
                        <a:pt x="27054" y="54074"/>
                      </a:cubicBezTo>
                      <a:close/>
                      <a:moveTo>
                        <a:pt x="27054" y="26485"/>
                      </a:moveTo>
                      <a:cubicBezTo>
                        <a:pt x="26750" y="26475"/>
                        <a:pt x="26495" y="26715"/>
                        <a:pt x="26486" y="27020"/>
                      </a:cubicBezTo>
                      <a:cubicBezTo>
                        <a:pt x="26485" y="27025"/>
                        <a:pt x="26485" y="27032"/>
                        <a:pt x="26485" y="27037"/>
                      </a:cubicBezTo>
                      <a:cubicBezTo>
                        <a:pt x="26431" y="27346"/>
                        <a:pt x="26637" y="27642"/>
                        <a:pt x="26947" y="27696"/>
                      </a:cubicBezTo>
                      <a:cubicBezTo>
                        <a:pt x="27256" y="27751"/>
                        <a:pt x="27552" y="27544"/>
                        <a:pt x="27606" y="27234"/>
                      </a:cubicBezTo>
                      <a:cubicBezTo>
                        <a:pt x="27618" y="27170"/>
                        <a:pt x="27618" y="27103"/>
                        <a:pt x="27606" y="27037"/>
                      </a:cubicBezTo>
                      <a:cubicBezTo>
                        <a:pt x="27606" y="26732"/>
                        <a:pt x="27359" y="26485"/>
                        <a:pt x="27054" y="26485"/>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35" name="Freeform 129">
                  <a:extLst>
                    <a:ext uri="{FF2B5EF4-FFF2-40B4-BE49-F238E27FC236}">
                      <a16:creationId xmlns:a16="http://schemas.microsoft.com/office/drawing/2014/main" id="{7F1FE5EC-3D09-77AE-AA41-BCD7459D6644}"/>
                    </a:ext>
                  </a:extLst>
                </p:cNvPr>
                <p:cNvSpPr/>
                <p:nvPr/>
              </p:nvSpPr>
              <p:spPr>
                <a:xfrm>
                  <a:off x="11669487" y="2086914"/>
                  <a:ext cx="178826" cy="226135"/>
                </a:xfrm>
                <a:custGeom>
                  <a:avLst/>
                  <a:gdLst>
                    <a:gd name="connsiteX0" fmla="*/ 44069 w 178826"/>
                    <a:gd name="connsiteY0" fmla="*/ 226136 h 226135"/>
                    <a:gd name="connsiteX1" fmla="*/ 9842 w 178826"/>
                    <a:gd name="connsiteY1" fmla="*/ 221739 h 226135"/>
                    <a:gd name="connsiteX2" fmla="*/ 583 w 178826"/>
                    <a:gd name="connsiteY2" fmla="*/ 204568 h 226135"/>
                    <a:gd name="connsiteX3" fmla="*/ 16739 w 178826"/>
                    <a:gd name="connsiteY3" fmla="*/ 195047 h 226135"/>
                    <a:gd name="connsiteX4" fmla="*/ 147712 w 178826"/>
                    <a:gd name="connsiteY4" fmla="*/ 118743 h 226135"/>
                    <a:gd name="connsiteX5" fmla="*/ 126180 w 178826"/>
                    <a:gd name="connsiteY5" fmla="*/ 22514 h 226135"/>
                    <a:gd name="connsiteX6" fmla="*/ 128151 w 178826"/>
                    <a:gd name="connsiteY6" fmla="*/ 3105 h 226135"/>
                    <a:gd name="connsiteX7" fmla="*/ 147303 w 178826"/>
                    <a:gd name="connsiteY7" fmla="*/ 4771 h 226135"/>
                    <a:gd name="connsiteX8" fmla="*/ 130681 w 178826"/>
                    <a:gd name="connsiteY8" fmla="*/ 194616 h 226135"/>
                    <a:gd name="connsiteX9" fmla="*/ 44069 w 178826"/>
                    <a:gd name="connsiteY9" fmla="*/ 226136 h 22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8826" h="226135">
                      <a:moveTo>
                        <a:pt x="44069" y="226136"/>
                      </a:moveTo>
                      <a:cubicBezTo>
                        <a:pt x="32519" y="226134"/>
                        <a:pt x="21017" y="224656"/>
                        <a:pt x="9842" y="221739"/>
                      </a:cubicBezTo>
                      <a:cubicBezTo>
                        <a:pt x="2543" y="219554"/>
                        <a:pt x="-1602" y="211866"/>
                        <a:pt x="583" y="204568"/>
                      </a:cubicBezTo>
                      <a:cubicBezTo>
                        <a:pt x="2651" y="197659"/>
                        <a:pt x="9693" y="193509"/>
                        <a:pt x="16739" y="195047"/>
                      </a:cubicBezTo>
                      <a:cubicBezTo>
                        <a:pt x="73977" y="210143"/>
                        <a:pt x="132615" y="175981"/>
                        <a:pt x="147712" y="118743"/>
                      </a:cubicBezTo>
                      <a:cubicBezTo>
                        <a:pt x="156592" y="85073"/>
                        <a:pt x="148563" y="49188"/>
                        <a:pt x="126180" y="22514"/>
                      </a:cubicBezTo>
                      <a:cubicBezTo>
                        <a:pt x="121364" y="16610"/>
                        <a:pt x="122247" y="7921"/>
                        <a:pt x="128151" y="3105"/>
                      </a:cubicBezTo>
                      <a:cubicBezTo>
                        <a:pt x="133934" y="-1612"/>
                        <a:pt x="142421" y="-874"/>
                        <a:pt x="147303" y="4771"/>
                      </a:cubicBezTo>
                      <a:cubicBezTo>
                        <a:pt x="195137" y="61785"/>
                        <a:pt x="187695" y="146780"/>
                        <a:pt x="130681" y="194616"/>
                      </a:cubicBezTo>
                      <a:cubicBezTo>
                        <a:pt x="106413" y="214976"/>
                        <a:pt x="75748" y="226136"/>
                        <a:pt x="44069" y="226136"/>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36" name="Freeform 130">
                  <a:extLst>
                    <a:ext uri="{FF2B5EF4-FFF2-40B4-BE49-F238E27FC236}">
                      <a16:creationId xmlns:a16="http://schemas.microsoft.com/office/drawing/2014/main" id="{584993F2-EC28-B6EE-EFB7-CCF7581ED0A8}"/>
                    </a:ext>
                  </a:extLst>
                </p:cNvPr>
                <p:cNvSpPr/>
                <p:nvPr/>
              </p:nvSpPr>
              <p:spPr>
                <a:xfrm>
                  <a:off x="11770096" y="2058595"/>
                  <a:ext cx="54074" cy="54073"/>
                </a:xfrm>
                <a:custGeom>
                  <a:avLst/>
                  <a:gdLst>
                    <a:gd name="connsiteX0" fmla="*/ 26985 w 54074"/>
                    <a:gd name="connsiteY0" fmla="*/ 54074 h 54073"/>
                    <a:gd name="connsiteX1" fmla="*/ 0 w 54074"/>
                    <a:gd name="connsiteY1" fmla="*/ 26985 h 54073"/>
                    <a:gd name="connsiteX2" fmla="*/ 27089 w 54074"/>
                    <a:gd name="connsiteY2" fmla="*/ 0 h 54073"/>
                    <a:gd name="connsiteX3" fmla="*/ 54074 w 54074"/>
                    <a:gd name="connsiteY3" fmla="*/ 27054 h 54073"/>
                    <a:gd name="connsiteX4" fmla="*/ 26985 w 54074"/>
                    <a:gd name="connsiteY4" fmla="*/ 54074 h 54073"/>
                    <a:gd name="connsiteX5" fmla="*/ 26985 w 54074"/>
                    <a:gd name="connsiteY5" fmla="*/ 26485 h 54073"/>
                    <a:gd name="connsiteX6" fmla="*/ 26434 w 54074"/>
                    <a:gd name="connsiteY6" fmla="*/ 27054 h 54073"/>
                    <a:gd name="connsiteX7" fmla="*/ 27092 w 54074"/>
                    <a:gd name="connsiteY7" fmla="*/ 27516 h 54073"/>
                    <a:gd name="connsiteX8" fmla="*/ 27554 w 54074"/>
                    <a:gd name="connsiteY8" fmla="*/ 27054 h 54073"/>
                    <a:gd name="connsiteX9" fmla="*/ 26985 w 54074"/>
                    <a:gd name="connsiteY9"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74" h="54073">
                      <a:moveTo>
                        <a:pt x="26985" y="54074"/>
                      </a:moveTo>
                      <a:cubicBezTo>
                        <a:pt x="12053" y="54045"/>
                        <a:pt x="-29" y="41917"/>
                        <a:pt x="0" y="26985"/>
                      </a:cubicBezTo>
                      <a:cubicBezTo>
                        <a:pt x="29" y="12053"/>
                        <a:pt x="12156" y="-29"/>
                        <a:pt x="27089" y="0"/>
                      </a:cubicBezTo>
                      <a:cubicBezTo>
                        <a:pt x="42007" y="29"/>
                        <a:pt x="54083" y="12135"/>
                        <a:pt x="54074" y="27054"/>
                      </a:cubicBezTo>
                      <a:cubicBezTo>
                        <a:pt x="54055" y="41996"/>
                        <a:pt x="41926" y="54093"/>
                        <a:pt x="26985" y="54074"/>
                      </a:cubicBezTo>
                      <a:close/>
                      <a:moveTo>
                        <a:pt x="26985" y="26485"/>
                      </a:moveTo>
                      <a:cubicBezTo>
                        <a:pt x="26678" y="26494"/>
                        <a:pt x="26434" y="26746"/>
                        <a:pt x="26434" y="27054"/>
                      </a:cubicBezTo>
                      <a:cubicBezTo>
                        <a:pt x="26489" y="27364"/>
                        <a:pt x="26784" y="27570"/>
                        <a:pt x="27092" y="27516"/>
                      </a:cubicBezTo>
                      <a:cubicBezTo>
                        <a:pt x="27328" y="27474"/>
                        <a:pt x="27513" y="27290"/>
                        <a:pt x="27554" y="27054"/>
                      </a:cubicBezTo>
                      <a:cubicBezTo>
                        <a:pt x="27554" y="26740"/>
                        <a:pt x="27299" y="26485"/>
                        <a:pt x="26985" y="26485"/>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337" name="Graphic 336">
                  <a:extLst>
                    <a:ext uri="{FF2B5EF4-FFF2-40B4-BE49-F238E27FC236}">
                      <a16:creationId xmlns:a16="http://schemas.microsoft.com/office/drawing/2014/main" id="{F18E1013-5A53-C431-CEE0-95D4A2D430A9}"/>
                    </a:ext>
                  </a:extLst>
                </p:cNvPr>
                <p:cNvGrpSpPr/>
                <p:nvPr/>
              </p:nvGrpSpPr>
              <p:grpSpPr>
                <a:xfrm>
                  <a:off x="11642426" y="2109389"/>
                  <a:ext cx="134189" cy="138120"/>
                  <a:chOff x="11642426" y="2109389"/>
                  <a:chExt cx="134189" cy="138120"/>
                </a:xfrm>
                <a:grpFill/>
              </p:grpSpPr>
              <p:sp>
                <p:nvSpPr>
                  <p:cNvPr id="338" name="Freeform 132">
                    <a:extLst>
                      <a:ext uri="{FF2B5EF4-FFF2-40B4-BE49-F238E27FC236}">
                        <a16:creationId xmlns:a16="http://schemas.microsoft.com/office/drawing/2014/main" id="{8B6981F5-7601-E720-270C-DA9EBDBF09C7}"/>
                      </a:ext>
                    </a:extLst>
                  </p:cNvPr>
                  <p:cNvSpPr/>
                  <p:nvPr/>
                </p:nvSpPr>
                <p:spPr>
                  <a:xfrm>
                    <a:off x="11681787" y="2109389"/>
                    <a:ext cx="34081" cy="51112"/>
                  </a:xfrm>
                  <a:custGeom>
                    <a:avLst/>
                    <a:gdLst>
                      <a:gd name="connsiteX0" fmla="*/ 20338 w 34081"/>
                      <a:gd name="connsiteY0" fmla="*/ 51112 h 51112"/>
                      <a:gd name="connsiteX1" fmla="*/ 7060 w 34081"/>
                      <a:gd name="connsiteY1" fmla="*/ 41008 h 51112"/>
                      <a:gd name="connsiteX2" fmla="*/ 318 w 34081"/>
                      <a:gd name="connsiteY2" fmla="*/ 16730 h 51112"/>
                      <a:gd name="connsiteX3" fmla="*/ 10864 w 34081"/>
                      <a:gd name="connsiteY3" fmla="*/ 317 h 51112"/>
                      <a:gd name="connsiteX4" fmla="*/ 26855 w 34081"/>
                      <a:gd name="connsiteY4" fmla="*/ 9350 h 51112"/>
                      <a:gd name="connsiteX5" fmla="*/ 33580 w 34081"/>
                      <a:gd name="connsiteY5" fmla="*/ 33628 h 51112"/>
                      <a:gd name="connsiteX6" fmla="*/ 24028 w 34081"/>
                      <a:gd name="connsiteY6" fmla="*/ 50578 h 51112"/>
                      <a:gd name="connsiteX7" fmla="*/ 20338 w 34081"/>
                      <a:gd name="connsiteY7" fmla="*/ 51112 h 51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081" h="51112">
                        <a:moveTo>
                          <a:pt x="20338" y="51112"/>
                        </a:moveTo>
                        <a:cubicBezTo>
                          <a:pt x="14146" y="51106"/>
                          <a:pt x="8717" y="46974"/>
                          <a:pt x="7060" y="41008"/>
                        </a:cubicBezTo>
                        <a:lnTo>
                          <a:pt x="318" y="16730"/>
                        </a:lnTo>
                        <a:cubicBezTo>
                          <a:pt x="-1302" y="9286"/>
                          <a:pt x="3420" y="1938"/>
                          <a:pt x="10864" y="317"/>
                        </a:cubicBezTo>
                        <a:cubicBezTo>
                          <a:pt x="17715" y="-1174"/>
                          <a:pt x="24595" y="2712"/>
                          <a:pt x="26855" y="9350"/>
                        </a:cubicBezTo>
                        <a:lnTo>
                          <a:pt x="33580" y="33628"/>
                        </a:lnTo>
                        <a:cubicBezTo>
                          <a:pt x="35601" y="40944"/>
                          <a:pt x="31332" y="48518"/>
                          <a:pt x="24028" y="50578"/>
                        </a:cubicBezTo>
                        <a:cubicBezTo>
                          <a:pt x="22826" y="50916"/>
                          <a:pt x="21586" y="51096"/>
                          <a:pt x="20338" y="51112"/>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39" name="Freeform 133">
                    <a:extLst>
                      <a:ext uri="{FF2B5EF4-FFF2-40B4-BE49-F238E27FC236}">
                        <a16:creationId xmlns:a16="http://schemas.microsoft.com/office/drawing/2014/main" id="{CCA377C6-C8C8-694F-14E3-E54A7D68A0A3}"/>
                      </a:ext>
                    </a:extLst>
                  </p:cNvPr>
                  <p:cNvSpPr/>
                  <p:nvPr/>
                </p:nvSpPr>
                <p:spPr>
                  <a:xfrm>
                    <a:off x="11712355" y="2115152"/>
                    <a:ext cx="40560" cy="48969"/>
                  </a:xfrm>
                  <a:custGeom>
                    <a:avLst/>
                    <a:gdLst>
                      <a:gd name="connsiteX0" fmla="*/ 13789 w 40560"/>
                      <a:gd name="connsiteY0" fmla="*/ 48970 h 48969"/>
                      <a:gd name="connsiteX1" fmla="*/ 0 w 40560"/>
                      <a:gd name="connsiteY1" fmla="*/ 35170 h 48969"/>
                      <a:gd name="connsiteX2" fmla="*/ 2012 w 40560"/>
                      <a:gd name="connsiteY2" fmla="*/ 28002 h 48969"/>
                      <a:gd name="connsiteX3" fmla="*/ 15134 w 40560"/>
                      <a:gd name="connsiteY3" fmla="*/ 6379 h 48969"/>
                      <a:gd name="connsiteX4" fmla="*/ 34182 w 40560"/>
                      <a:gd name="connsiteY4" fmla="*/ 2165 h 48969"/>
                      <a:gd name="connsiteX5" fmla="*/ 38722 w 40560"/>
                      <a:gd name="connsiteY5" fmla="*/ 20674 h 48969"/>
                      <a:gd name="connsiteX6" fmla="*/ 25600 w 40560"/>
                      <a:gd name="connsiteY6" fmla="*/ 42331 h 48969"/>
                      <a:gd name="connsiteX7" fmla="*/ 13789 w 40560"/>
                      <a:gd name="connsiteY7" fmla="*/ 48970 h 4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60" h="48969">
                        <a:moveTo>
                          <a:pt x="13789" y="48970"/>
                        </a:moveTo>
                        <a:cubicBezTo>
                          <a:pt x="6170" y="48967"/>
                          <a:pt x="-3" y="42788"/>
                          <a:pt x="0" y="35170"/>
                        </a:cubicBezTo>
                        <a:cubicBezTo>
                          <a:pt x="1" y="32641"/>
                          <a:pt x="697" y="30162"/>
                          <a:pt x="2012" y="28002"/>
                        </a:cubicBezTo>
                        <a:lnTo>
                          <a:pt x="15134" y="6379"/>
                        </a:lnTo>
                        <a:cubicBezTo>
                          <a:pt x="19231" y="-44"/>
                          <a:pt x="27757" y="-1931"/>
                          <a:pt x="34182" y="2165"/>
                        </a:cubicBezTo>
                        <a:cubicBezTo>
                          <a:pt x="40398" y="6130"/>
                          <a:pt x="42398" y="14282"/>
                          <a:pt x="38722" y="20674"/>
                        </a:cubicBezTo>
                        <a:lnTo>
                          <a:pt x="25600" y="42331"/>
                        </a:lnTo>
                        <a:cubicBezTo>
                          <a:pt x="23096" y="46458"/>
                          <a:pt x="18616" y="48976"/>
                          <a:pt x="13789" y="48970"/>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0" name="Freeform 134">
                    <a:extLst>
                      <a:ext uri="{FF2B5EF4-FFF2-40B4-BE49-F238E27FC236}">
                        <a16:creationId xmlns:a16="http://schemas.microsoft.com/office/drawing/2014/main" id="{6BA8D283-78A5-E1EB-3029-B2CF19D51F60}"/>
                      </a:ext>
                    </a:extLst>
                  </p:cNvPr>
                  <p:cNvSpPr/>
                  <p:nvPr/>
                </p:nvSpPr>
                <p:spPr>
                  <a:xfrm>
                    <a:off x="11730312" y="2152481"/>
                    <a:ext cx="46303" cy="31384"/>
                  </a:xfrm>
                  <a:custGeom>
                    <a:avLst/>
                    <a:gdLst>
                      <a:gd name="connsiteX0" fmla="*/ 13954 w 46303"/>
                      <a:gd name="connsiteY0" fmla="*/ 31384 h 31384"/>
                      <a:gd name="connsiteX1" fmla="*/ 1 w 46303"/>
                      <a:gd name="connsiteY1" fmla="*/ 17750 h 31384"/>
                      <a:gd name="connsiteX2" fmla="*/ 11230 w 46303"/>
                      <a:gd name="connsiteY2" fmla="*/ 4037 h 31384"/>
                      <a:gd name="connsiteX3" fmla="*/ 29749 w 46303"/>
                      <a:gd name="connsiteY3" fmla="*/ 278 h 31384"/>
                      <a:gd name="connsiteX4" fmla="*/ 46026 w 46303"/>
                      <a:gd name="connsiteY4" fmla="*/ 11072 h 31384"/>
                      <a:gd name="connsiteX5" fmla="*/ 35232 w 46303"/>
                      <a:gd name="connsiteY5" fmla="*/ 27349 h 31384"/>
                      <a:gd name="connsiteX6" fmla="*/ 16713 w 46303"/>
                      <a:gd name="connsiteY6" fmla="*/ 31108 h 31384"/>
                      <a:gd name="connsiteX7" fmla="*/ 13954 w 46303"/>
                      <a:gd name="connsiteY7" fmla="*/ 31384 h 3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303" h="31384">
                        <a:moveTo>
                          <a:pt x="13954" y="31384"/>
                        </a:moveTo>
                        <a:cubicBezTo>
                          <a:pt x="6336" y="31472"/>
                          <a:pt x="89" y="25368"/>
                          <a:pt x="1" y="17750"/>
                        </a:cubicBezTo>
                        <a:cubicBezTo>
                          <a:pt x="-77" y="11061"/>
                          <a:pt x="4657" y="5280"/>
                          <a:pt x="11230" y="4037"/>
                        </a:cubicBezTo>
                        <a:lnTo>
                          <a:pt x="29749" y="278"/>
                        </a:lnTo>
                        <a:cubicBezTo>
                          <a:pt x="37224" y="-1237"/>
                          <a:pt x="44512" y="3596"/>
                          <a:pt x="46026" y="11072"/>
                        </a:cubicBezTo>
                        <a:cubicBezTo>
                          <a:pt x="47540" y="18547"/>
                          <a:pt x="42707" y="25835"/>
                          <a:pt x="35232" y="27349"/>
                        </a:cubicBezTo>
                        <a:lnTo>
                          <a:pt x="16713" y="31108"/>
                        </a:lnTo>
                        <a:cubicBezTo>
                          <a:pt x="15804" y="31292"/>
                          <a:pt x="14880" y="31385"/>
                          <a:pt x="13954" y="31384"/>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1" name="Freeform 135">
                    <a:extLst>
                      <a:ext uri="{FF2B5EF4-FFF2-40B4-BE49-F238E27FC236}">
                        <a16:creationId xmlns:a16="http://schemas.microsoft.com/office/drawing/2014/main" id="{F032831E-B11D-4E38-54E0-CA14ADDC3E0E}"/>
                      </a:ext>
                    </a:extLst>
                  </p:cNvPr>
                  <p:cNvSpPr/>
                  <p:nvPr/>
                </p:nvSpPr>
                <p:spPr>
                  <a:xfrm>
                    <a:off x="11725062" y="2181654"/>
                    <a:ext cx="46842" cy="39214"/>
                  </a:xfrm>
                  <a:custGeom>
                    <a:avLst/>
                    <a:gdLst>
                      <a:gd name="connsiteX0" fmla="*/ 33016 w 46842"/>
                      <a:gd name="connsiteY0" fmla="*/ 39215 h 39214"/>
                      <a:gd name="connsiteX1" fmla="*/ 25895 w 46842"/>
                      <a:gd name="connsiteY1" fmla="*/ 37232 h 39214"/>
                      <a:gd name="connsiteX2" fmla="*/ 6669 w 46842"/>
                      <a:gd name="connsiteY2" fmla="*/ 25610 h 39214"/>
                      <a:gd name="connsiteX3" fmla="*/ 1987 w 46842"/>
                      <a:gd name="connsiteY3" fmla="*/ 6669 h 39214"/>
                      <a:gd name="connsiteX4" fmla="*/ 20929 w 46842"/>
                      <a:gd name="connsiteY4" fmla="*/ 1987 h 39214"/>
                      <a:gd name="connsiteX5" fmla="*/ 40172 w 46842"/>
                      <a:gd name="connsiteY5" fmla="*/ 13609 h 39214"/>
                      <a:gd name="connsiteX6" fmla="*/ 44858 w 46842"/>
                      <a:gd name="connsiteY6" fmla="*/ 32545 h 39214"/>
                      <a:gd name="connsiteX7" fmla="*/ 33016 w 46842"/>
                      <a:gd name="connsiteY7" fmla="*/ 39215 h 3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842" h="39214">
                        <a:moveTo>
                          <a:pt x="33016" y="39215"/>
                        </a:moveTo>
                        <a:cubicBezTo>
                          <a:pt x="30505" y="39215"/>
                          <a:pt x="28043" y="38529"/>
                          <a:pt x="25895" y="37232"/>
                        </a:cubicBezTo>
                        <a:lnTo>
                          <a:pt x="6669" y="25610"/>
                        </a:lnTo>
                        <a:cubicBezTo>
                          <a:pt x="145" y="21672"/>
                          <a:pt x="-1951" y="13192"/>
                          <a:pt x="1987" y="6669"/>
                        </a:cubicBezTo>
                        <a:cubicBezTo>
                          <a:pt x="5925" y="145"/>
                          <a:pt x="14406" y="-1951"/>
                          <a:pt x="20929" y="1987"/>
                        </a:cubicBezTo>
                        <a:lnTo>
                          <a:pt x="40172" y="13609"/>
                        </a:lnTo>
                        <a:cubicBezTo>
                          <a:pt x="46695" y="17544"/>
                          <a:pt x="48793" y="26022"/>
                          <a:pt x="44858" y="32545"/>
                        </a:cubicBezTo>
                        <a:cubicBezTo>
                          <a:pt x="42355" y="36694"/>
                          <a:pt x="37860" y="39225"/>
                          <a:pt x="33016" y="39215"/>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2" name="Freeform 136">
                    <a:extLst>
                      <a:ext uri="{FF2B5EF4-FFF2-40B4-BE49-F238E27FC236}">
                        <a16:creationId xmlns:a16="http://schemas.microsoft.com/office/drawing/2014/main" id="{2348F71B-72C5-ED0E-DA5F-CC584AE6C429}"/>
                      </a:ext>
                    </a:extLst>
                  </p:cNvPr>
                  <p:cNvSpPr/>
                  <p:nvPr/>
                </p:nvSpPr>
                <p:spPr>
                  <a:xfrm>
                    <a:off x="11702289" y="2201764"/>
                    <a:ext cx="31987" cy="45745"/>
                  </a:xfrm>
                  <a:custGeom>
                    <a:avLst/>
                    <a:gdLst>
                      <a:gd name="connsiteX0" fmla="*/ 18182 w 31987"/>
                      <a:gd name="connsiteY0" fmla="*/ 45745 h 45745"/>
                      <a:gd name="connsiteX1" fmla="*/ 4784 w 31987"/>
                      <a:gd name="connsiteY1" fmla="*/ 35192 h 45745"/>
                      <a:gd name="connsiteX2" fmla="*/ 387 w 31987"/>
                      <a:gd name="connsiteY2" fmla="*/ 17036 h 45745"/>
                      <a:gd name="connsiteX3" fmla="*/ 10569 w 31987"/>
                      <a:gd name="connsiteY3" fmla="*/ 388 h 45745"/>
                      <a:gd name="connsiteX4" fmla="*/ 27217 w 31987"/>
                      <a:gd name="connsiteY4" fmla="*/ 10570 h 45745"/>
                      <a:gd name="connsiteX5" fmla="*/ 31597 w 31987"/>
                      <a:gd name="connsiteY5" fmla="*/ 28709 h 45745"/>
                      <a:gd name="connsiteX6" fmla="*/ 21437 w 31987"/>
                      <a:gd name="connsiteY6" fmla="*/ 45362 h 45745"/>
                      <a:gd name="connsiteX7" fmla="*/ 21424 w 31987"/>
                      <a:gd name="connsiteY7" fmla="*/ 45366 h 45745"/>
                      <a:gd name="connsiteX8" fmla="*/ 18182 w 31987"/>
                      <a:gd name="connsiteY8" fmla="*/ 45745 h 4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87" h="45745">
                        <a:moveTo>
                          <a:pt x="18182" y="45745"/>
                        </a:moveTo>
                        <a:cubicBezTo>
                          <a:pt x="11816" y="45740"/>
                          <a:pt x="6280" y="41379"/>
                          <a:pt x="4784" y="35192"/>
                        </a:cubicBezTo>
                        <a:lnTo>
                          <a:pt x="387" y="17036"/>
                        </a:lnTo>
                        <a:cubicBezTo>
                          <a:pt x="-1398" y="9626"/>
                          <a:pt x="3160" y="2174"/>
                          <a:pt x="10569" y="388"/>
                        </a:cubicBezTo>
                        <a:cubicBezTo>
                          <a:pt x="17978" y="-1399"/>
                          <a:pt x="25432" y="3160"/>
                          <a:pt x="27217" y="10570"/>
                        </a:cubicBezTo>
                        <a:lnTo>
                          <a:pt x="31597" y="28709"/>
                        </a:lnTo>
                        <a:cubicBezTo>
                          <a:pt x="33390" y="36113"/>
                          <a:pt x="28842" y="43569"/>
                          <a:pt x="21437" y="45362"/>
                        </a:cubicBezTo>
                        <a:cubicBezTo>
                          <a:pt x="21432" y="45364"/>
                          <a:pt x="21428" y="45364"/>
                          <a:pt x="21424" y="45366"/>
                        </a:cubicBezTo>
                        <a:cubicBezTo>
                          <a:pt x="20362" y="45618"/>
                          <a:pt x="19274" y="45745"/>
                          <a:pt x="18182" y="45745"/>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3" name="Freeform 137">
                    <a:extLst>
                      <a:ext uri="{FF2B5EF4-FFF2-40B4-BE49-F238E27FC236}">
                        <a16:creationId xmlns:a16="http://schemas.microsoft.com/office/drawing/2014/main" id="{FC254B56-5391-6CF6-2DE2-D60B207807B0}"/>
                      </a:ext>
                    </a:extLst>
                  </p:cNvPr>
                  <p:cNvSpPr/>
                  <p:nvPr/>
                </p:nvSpPr>
                <p:spPr>
                  <a:xfrm>
                    <a:off x="11665963" y="2194759"/>
                    <a:ext cx="38617" cy="46490"/>
                  </a:xfrm>
                  <a:custGeom>
                    <a:avLst/>
                    <a:gdLst>
                      <a:gd name="connsiteX0" fmla="*/ 13746 w 38617"/>
                      <a:gd name="connsiteY0" fmla="*/ 46490 h 46490"/>
                      <a:gd name="connsiteX1" fmla="*/ 0 w 38617"/>
                      <a:gd name="connsiteY1" fmla="*/ 32648 h 46490"/>
                      <a:gd name="connsiteX2" fmla="*/ 1848 w 38617"/>
                      <a:gd name="connsiteY2" fmla="*/ 25799 h 46490"/>
                      <a:gd name="connsiteX3" fmla="*/ 12815 w 38617"/>
                      <a:gd name="connsiteY3" fmla="*/ 7004 h 46490"/>
                      <a:gd name="connsiteX4" fmla="*/ 31613 w 38617"/>
                      <a:gd name="connsiteY4" fmla="*/ 1791 h 46490"/>
                      <a:gd name="connsiteX5" fmla="*/ 36827 w 38617"/>
                      <a:gd name="connsiteY5" fmla="*/ 20590 h 46490"/>
                      <a:gd name="connsiteX6" fmla="*/ 36645 w 38617"/>
                      <a:gd name="connsiteY6" fmla="*/ 20902 h 46490"/>
                      <a:gd name="connsiteX7" fmla="*/ 25678 w 38617"/>
                      <a:gd name="connsiteY7" fmla="*/ 39714 h 46490"/>
                      <a:gd name="connsiteX8" fmla="*/ 13746 w 38617"/>
                      <a:gd name="connsiteY8" fmla="*/ 46490 h 46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17" h="46490">
                        <a:moveTo>
                          <a:pt x="13746" y="46490"/>
                        </a:moveTo>
                        <a:cubicBezTo>
                          <a:pt x="6128" y="46463"/>
                          <a:pt x="-27" y="40266"/>
                          <a:pt x="0" y="32648"/>
                        </a:cubicBezTo>
                        <a:cubicBezTo>
                          <a:pt x="9" y="30242"/>
                          <a:pt x="646" y="27882"/>
                          <a:pt x="1848" y="25799"/>
                        </a:cubicBezTo>
                        <a:lnTo>
                          <a:pt x="12815" y="7004"/>
                        </a:lnTo>
                        <a:cubicBezTo>
                          <a:pt x="16566" y="373"/>
                          <a:pt x="24983" y="-1961"/>
                          <a:pt x="31613" y="1791"/>
                        </a:cubicBezTo>
                        <a:cubicBezTo>
                          <a:pt x="38244" y="5542"/>
                          <a:pt x="40578" y="13958"/>
                          <a:pt x="36827" y="20590"/>
                        </a:cubicBezTo>
                        <a:cubicBezTo>
                          <a:pt x="36767" y="20695"/>
                          <a:pt x="36707" y="20798"/>
                          <a:pt x="36645" y="20902"/>
                        </a:cubicBezTo>
                        <a:lnTo>
                          <a:pt x="25678" y="39714"/>
                        </a:lnTo>
                        <a:cubicBezTo>
                          <a:pt x="23186" y="43932"/>
                          <a:pt x="18644" y="46511"/>
                          <a:pt x="13746" y="46490"/>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4" name="Freeform 138">
                    <a:extLst>
                      <a:ext uri="{FF2B5EF4-FFF2-40B4-BE49-F238E27FC236}">
                        <a16:creationId xmlns:a16="http://schemas.microsoft.com/office/drawing/2014/main" id="{922F44C8-F560-B100-EAFE-D9F41A42455E}"/>
                      </a:ext>
                    </a:extLst>
                  </p:cNvPr>
                  <p:cNvSpPr/>
                  <p:nvPr/>
                </p:nvSpPr>
                <p:spPr>
                  <a:xfrm>
                    <a:off x="11642426" y="2171965"/>
                    <a:ext cx="48292" cy="33233"/>
                  </a:xfrm>
                  <a:custGeom>
                    <a:avLst/>
                    <a:gdLst>
                      <a:gd name="connsiteX0" fmla="*/ 13781 w 48292"/>
                      <a:gd name="connsiteY0" fmla="*/ 33230 h 33233"/>
                      <a:gd name="connsiteX1" fmla="*/ 0 w 48292"/>
                      <a:gd name="connsiteY1" fmla="*/ 19422 h 33233"/>
                      <a:gd name="connsiteX2" fmla="*/ 10177 w 48292"/>
                      <a:gd name="connsiteY2" fmla="*/ 6124 h 33233"/>
                      <a:gd name="connsiteX3" fmla="*/ 30696 w 48292"/>
                      <a:gd name="connsiteY3" fmla="*/ 537 h 33233"/>
                      <a:gd name="connsiteX4" fmla="*/ 47756 w 48292"/>
                      <a:gd name="connsiteY4" fmla="*/ 9999 h 33233"/>
                      <a:gd name="connsiteX5" fmla="*/ 38294 w 48292"/>
                      <a:gd name="connsiteY5" fmla="*/ 27059 h 33233"/>
                      <a:gd name="connsiteX6" fmla="*/ 37921 w 48292"/>
                      <a:gd name="connsiteY6" fmla="*/ 27160 h 33233"/>
                      <a:gd name="connsiteX7" fmla="*/ 17402 w 48292"/>
                      <a:gd name="connsiteY7" fmla="*/ 32833 h 33233"/>
                      <a:gd name="connsiteX8" fmla="*/ 13781 w 48292"/>
                      <a:gd name="connsiteY8" fmla="*/ 33230 h 3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92" h="33233">
                        <a:moveTo>
                          <a:pt x="13781" y="33230"/>
                        </a:moveTo>
                        <a:cubicBezTo>
                          <a:pt x="6162" y="33223"/>
                          <a:pt x="-8" y="27040"/>
                          <a:pt x="0" y="19422"/>
                        </a:cubicBezTo>
                        <a:cubicBezTo>
                          <a:pt x="6" y="13201"/>
                          <a:pt x="4174" y="7755"/>
                          <a:pt x="10177" y="6124"/>
                        </a:cubicBezTo>
                        <a:lnTo>
                          <a:pt x="30696" y="537"/>
                        </a:lnTo>
                        <a:cubicBezTo>
                          <a:pt x="38020" y="-1561"/>
                          <a:pt x="45658" y="2675"/>
                          <a:pt x="47756" y="9999"/>
                        </a:cubicBezTo>
                        <a:cubicBezTo>
                          <a:pt x="49854" y="17323"/>
                          <a:pt x="45618" y="24961"/>
                          <a:pt x="38294" y="27059"/>
                        </a:cubicBezTo>
                        <a:cubicBezTo>
                          <a:pt x="38170" y="27094"/>
                          <a:pt x="38046" y="27128"/>
                          <a:pt x="37921" y="27160"/>
                        </a:cubicBezTo>
                        <a:lnTo>
                          <a:pt x="17402" y="32833"/>
                        </a:lnTo>
                        <a:cubicBezTo>
                          <a:pt x="16217" y="33124"/>
                          <a:pt x="15000" y="33257"/>
                          <a:pt x="13781" y="33230"/>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5" name="Freeform 139">
                    <a:extLst>
                      <a:ext uri="{FF2B5EF4-FFF2-40B4-BE49-F238E27FC236}">
                        <a16:creationId xmlns:a16="http://schemas.microsoft.com/office/drawing/2014/main" id="{06161A52-ECEB-1CE6-5004-1DC8B46889FC}"/>
                      </a:ext>
                    </a:extLst>
                  </p:cNvPr>
                  <p:cNvSpPr/>
                  <p:nvPr/>
                </p:nvSpPr>
                <p:spPr>
                  <a:xfrm>
                    <a:off x="11647198" y="2133707"/>
                    <a:ext cx="47286" cy="40433"/>
                  </a:xfrm>
                  <a:custGeom>
                    <a:avLst/>
                    <a:gdLst>
                      <a:gd name="connsiteX0" fmla="*/ 33390 w 47286"/>
                      <a:gd name="connsiteY0" fmla="*/ 40434 h 40433"/>
                      <a:gd name="connsiteX1" fmla="*/ 25872 w 47286"/>
                      <a:gd name="connsiteY1" fmla="*/ 38192 h 40433"/>
                      <a:gd name="connsiteX2" fmla="*/ 6267 w 47286"/>
                      <a:gd name="connsiteY2" fmla="*/ 25363 h 40433"/>
                      <a:gd name="connsiteX3" fmla="*/ 2240 w 47286"/>
                      <a:gd name="connsiteY3" fmla="*/ 6267 h 40433"/>
                      <a:gd name="connsiteX4" fmla="*/ 21337 w 47286"/>
                      <a:gd name="connsiteY4" fmla="*/ 2240 h 40433"/>
                      <a:gd name="connsiteX5" fmla="*/ 41028 w 47286"/>
                      <a:gd name="connsiteY5" fmla="*/ 15086 h 40433"/>
                      <a:gd name="connsiteX6" fmla="*/ 45043 w 47286"/>
                      <a:gd name="connsiteY6" fmla="*/ 34177 h 40433"/>
                      <a:gd name="connsiteX7" fmla="*/ 33476 w 47286"/>
                      <a:gd name="connsiteY7" fmla="*/ 40434 h 4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286" h="40433">
                        <a:moveTo>
                          <a:pt x="33390" y="40434"/>
                        </a:moveTo>
                        <a:cubicBezTo>
                          <a:pt x="30720" y="40430"/>
                          <a:pt x="28108" y="39651"/>
                          <a:pt x="25872" y="38192"/>
                        </a:cubicBezTo>
                        <a:lnTo>
                          <a:pt x="6267" y="25363"/>
                        </a:lnTo>
                        <a:cubicBezTo>
                          <a:pt x="-119" y="21202"/>
                          <a:pt x="-1921" y="12652"/>
                          <a:pt x="2240" y="6267"/>
                        </a:cubicBezTo>
                        <a:cubicBezTo>
                          <a:pt x="6402" y="-119"/>
                          <a:pt x="14952" y="-1921"/>
                          <a:pt x="21337" y="2240"/>
                        </a:cubicBezTo>
                        <a:lnTo>
                          <a:pt x="41028" y="15086"/>
                        </a:lnTo>
                        <a:cubicBezTo>
                          <a:pt x="47409" y="19249"/>
                          <a:pt x="49206" y="27797"/>
                          <a:pt x="45043" y="34177"/>
                        </a:cubicBezTo>
                        <a:cubicBezTo>
                          <a:pt x="42494" y="38085"/>
                          <a:pt x="38142" y="40439"/>
                          <a:pt x="33476" y="40434"/>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6" name="Freeform 140">
                    <a:extLst>
                      <a:ext uri="{FF2B5EF4-FFF2-40B4-BE49-F238E27FC236}">
                        <a16:creationId xmlns:a16="http://schemas.microsoft.com/office/drawing/2014/main" id="{690A39B7-2C6A-E685-12D6-6C6D298C89F3}"/>
                      </a:ext>
                    </a:extLst>
                  </p:cNvPr>
                  <p:cNvSpPr/>
                  <p:nvPr/>
                </p:nvSpPr>
                <p:spPr>
                  <a:xfrm>
                    <a:off x="11662660" y="2132016"/>
                    <a:ext cx="94148" cy="94146"/>
                  </a:xfrm>
                  <a:custGeom>
                    <a:avLst/>
                    <a:gdLst>
                      <a:gd name="connsiteX0" fmla="*/ 47086 w 94148"/>
                      <a:gd name="connsiteY0" fmla="*/ 94147 h 94146"/>
                      <a:gd name="connsiteX1" fmla="*/ 0 w 94148"/>
                      <a:gd name="connsiteY1" fmla="*/ 47086 h 94146"/>
                      <a:gd name="connsiteX2" fmla="*/ 47061 w 94148"/>
                      <a:gd name="connsiteY2" fmla="*/ 0 h 94146"/>
                      <a:gd name="connsiteX3" fmla="*/ 92900 w 94148"/>
                      <a:gd name="connsiteY3" fmla="*/ 36314 h 94146"/>
                      <a:gd name="connsiteX4" fmla="*/ 92900 w 94148"/>
                      <a:gd name="connsiteY4" fmla="*/ 36314 h 94146"/>
                      <a:gd name="connsiteX5" fmla="*/ 57755 w 94148"/>
                      <a:gd name="connsiteY5" fmla="*/ 92910 h 94146"/>
                      <a:gd name="connsiteX6" fmla="*/ 47086 w 94148"/>
                      <a:gd name="connsiteY6" fmla="*/ 94147 h 94146"/>
                      <a:gd name="connsiteX7" fmla="*/ 47086 w 94148"/>
                      <a:gd name="connsiteY7" fmla="*/ 27589 h 94146"/>
                      <a:gd name="connsiteX8" fmla="*/ 42620 w 94148"/>
                      <a:gd name="connsiteY8" fmla="*/ 28106 h 94146"/>
                      <a:gd name="connsiteX9" fmla="*/ 28110 w 94148"/>
                      <a:gd name="connsiteY9" fmla="*/ 51531 h 94146"/>
                      <a:gd name="connsiteX10" fmla="*/ 51535 w 94148"/>
                      <a:gd name="connsiteY10" fmla="*/ 66041 h 94146"/>
                      <a:gd name="connsiteX11" fmla="*/ 66043 w 94148"/>
                      <a:gd name="connsiteY11" fmla="*/ 42671 h 94146"/>
                      <a:gd name="connsiteX12" fmla="*/ 66036 w 94148"/>
                      <a:gd name="connsiteY12" fmla="*/ 42642 h 94146"/>
                      <a:gd name="connsiteX13" fmla="*/ 66036 w 94148"/>
                      <a:gd name="connsiteY13" fmla="*/ 42642 h 94146"/>
                      <a:gd name="connsiteX14" fmla="*/ 47086 w 94148"/>
                      <a:gd name="connsiteY14" fmla="*/ 27589 h 9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148" h="94146">
                        <a:moveTo>
                          <a:pt x="47086" y="94147"/>
                        </a:moveTo>
                        <a:cubicBezTo>
                          <a:pt x="21088" y="94154"/>
                          <a:pt x="7" y="73084"/>
                          <a:pt x="0" y="47086"/>
                        </a:cubicBezTo>
                        <a:cubicBezTo>
                          <a:pt x="-7" y="21088"/>
                          <a:pt x="21063" y="7"/>
                          <a:pt x="47061" y="0"/>
                        </a:cubicBezTo>
                        <a:cubicBezTo>
                          <a:pt x="68919" y="-6"/>
                          <a:pt x="87905" y="15035"/>
                          <a:pt x="92900" y="36314"/>
                        </a:cubicBezTo>
                        <a:lnTo>
                          <a:pt x="92900" y="36314"/>
                        </a:lnTo>
                        <a:cubicBezTo>
                          <a:pt x="98823" y="61647"/>
                          <a:pt x="83089" y="86986"/>
                          <a:pt x="57755" y="92910"/>
                        </a:cubicBezTo>
                        <a:cubicBezTo>
                          <a:pt x="54257" y="93728"/>
                          <a:pt x="50678" y="94143"/>
                          <a:pt x="47086" y="94147"/>
                        </a:cubicBezTo>
                        <a:close/>
                        <a:moveTo>
                          <a:pt x="47086" y="27589"/>
                        </a:moveTo>
                        <a:cubicBezTo>
                          <a:pt x="45582" y="27592"/>
                          <a:pt x="44084" y="27766"/>
                          <a:pt x="42620" y="28106"/>
                        </a:cubicBezTo>
                        <a:cubicBezTo>
                          <a:pt x="32145" y="30568"/>
                          <a:pt x="25648" y="41055"/>
                          <a:pt x="28110" y="51531"/>
                        </a:cubicBezTo>
                        <a:cubicBezTo>
                          <a:pt x="30572" y="62006"/>
                          <a:pt x="41059" y="68503"/>
                          <a:pt x="51535" y="66041"/>
                        </a:cubicBezTo>
                        <a:cubicBezTo>
                          <a:pt x="61994" y="63594"/>
                          <a:pt x="68490" y="53131"/>
                          <a:pt x="66043" y="42671"/>
                        </a:cubicBezTo>
                        <a:cubicBezTo>
                          <a:pt x="66041" y="42662"/>
                          <a:pt x="66038" y="42652"/>
                          <a:pt x="66036" y="42642"/>
                        </a:cubicBezTo>
                        <a:lnTo>
                          <a:pt x="66036" y="42642"/>
                        </a:lnTo>
                        <a:cubicBezTo>
                          <a:pt x="63973" y="33838"/>
                          <a:pt x="56129" y="27606"/>
                          <a:pt x="47086" y="27589"/>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grpSp>
        <p:nvGrpSpPr>
          <p:cNvPr id="349" name="Group 348">
            <a:extLst>
              <a:ext uri="{FF2B5EF4-FFF2-40B4-BE49-F238E27FC236}">
                <a16:creationId xmlns:a16="http://schemas.microsoft.com/office/drawing/2014/main" id="{551E4BD3-C031-6DC1-D074-33EE0C88F8DF}"/>
              </a:ext>
            </a:extLst>
          </p:cNvPr>
          <p:cNvGrpSpPr/>
          <p:nvPr/>
        </p:nvGrpSpPr>
        <p:grpSpPr>
          <a:xfrm>
            <a:off x="2432465" y="2241576"/>
            <a:ext cx="2601223" cy="1365966"/>
            <a:chOff x="2432465" y="2241576"/>
            <a:chExt cx="2601223" cy="1365966"/>
          </a:xfrm>
        </p:grpSpPr>
        <p:sp>
          <p:nvSpPr>
            <p:cNvPr id="350" name="Arrow: Chevron 284">
              <a:extLst>
                <a:ext uri="{FF2B5EF4-FFF2-40B4-BE49-F238E27FC236}">
                  <a16:creationId xmlns:a16="http://schemas.microsoft.com/office/drawing/2014/main" id="{F1931922-89F8-0D30-82B8-5E393A116DF4}"/>
                </a:ext>
              </a:extLst>
            </p:cNvPr>
            <p:cNvSpPr/>
            <p:nvPr/>
          </p:nvSpPr>
          <p:spPr>
            <a:xfrm>
              <a:off x="3208888" y="3197853"/>
              <a:ext cx="1634664"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432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F2S/BBP</a:t>
              </a:r>
            </a:p>
          </p:txBody>
        </p:sp>
        <p:sp>
          <p:nvSpPr>
            <p:cNvPr id="351" name="Arrow: Chevron 287">
              <a:extLst>
                <a:ext uri="{FF2B5EF4-FFF2-40B4-BE49-F238E27FC236}">
                  <a16:creationId xmlns:a16="http://schemas.microsoft.com/office/drawing/2014/main" id="{B7A2E2F9-5F55-1856-91CD-DED4BD629029}"/>
                </a:ext>
              </a:extLst>
            </p:cNvPr>
            <p:cNvSpPr/>
            <p:nvPr/>
          </p:nvSpPr>
          <p:spPr>
            <a:xfrm>
              <a:off x="2441619" y="3197853"/>
              <a:ext cx="1225818"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65000"/>
                    </a:schemeClr>
                  </a:solidFill>
                  <a:effectLst/>
                  <a:uLnTx/>
                  <a:uFillTx/>
                  <a:latin typeface="Century Gothic" panose="020F0302020204030204"/>
                  <a:ea typeface="+mn-ea"/>
                  <a:cs typeface="+mn-cs"/>
                </a:rPr>
                <a:t>Inception</a:t>
              </a:r>
              <a:endPar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endParaRPr>
            </a:p>
          </p:txBody>
        </p:sp>
        <p:sp>
          <p:nvSpPr>
            <p:cNvPr id="352" name="Arrow: Chevron 278">
              <a:extLst>
                <a:ext uri="{FF2B5EF4-FFF2-40B4-BE49-F238E27FC236}">
                  <a16:creationId xmlns:a16="http://schemas.microsoft.com/office/drawing/2014/main" id="{CC9DC105-0C0B-19A5-2CF8-9EF1C38783B3}"/>
                </a:ext>
              </a:extLst>
            </p:cNvPr>
            <p:cNvSpPr/>
            <p:nvPr/>
          </p:nvSpPr>
          <p:spPr>
            <a:xfrm>
              <a:off x="2432465" y="2241576"/>
              <a:ext cx="2601223" cy="964154"/>
            </a:xfrm>
            <a:prstGeom prst="chevron">
              <a:avLst>
                <a:gd name="adj" fmla="val 29545"/>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Explore</a:t>
              </a:r>
            </a:p>
          </p:txBody>
        </p:sp>
        <p:grpSp>
          <p:nvGrpSpPr>
            <p:cNvPr id="353" name="Group 352">
              <a:extLst>
                <a:ext uri="{FF2B5EF4-FFF2-40B4-BE49-F238E27FC236}">
                  <a16:creationId xmlns:a16="http://schemas.microsoft.com/office/drawing/2014/main" id="{FAEC2F32-7A14-9430-8E05-406FCA3E6210}"/>
                </a:ext>
              </a:extLst>
            </p:cNvPr>
            <p:cNvGrpSpPr/>
            <p:nvPr/>
          </p:nvGrpSpPr>
          <p:grpSpPr>
            <a:xfrm>
              <a:off x="3424308" y="2369261"/>
              <a:ext cx="471163" cy="471791"/>
              <a:chOff x="3424308" y="2369261"/>
              <a:chExt cx="471163" cy="471791"/>
            </a:xfrm>
          </p:grpSpPr>
          <p:sp>
            <p:nvSpPr>
              <p:cNvPr id="354" name="Oval 353">
                <a:extLst>
                  <a:ext uri="{FF2B5EF4-FFF2-40B4-BE49-F238E27FC236}">
                    <a16:creationId xmlns:a16="http://schemas.microsoft.com/office/drawing/2014/main" id="{80D3F030-2AFA-D1E5-96A8-76DB840408CF}"/>
                  </a:ext>
                </a:extLst>
              </p:cNvPr>
              <p:cNvSpPr/>
              <p:nvPr/>
            </p:nvSpPr>
            <p:spPr>
              <a:xfrm>
                <a:off x="3424308" y="2369261"/>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355" name="Graphic 330">
                <a:extLst>
                  <a:ext uri="{FF2B5EF4-FFF2-40B4-BE49-F238E27FC236}">
                    <a16:creationId xmlns:a16="http://schemas.microsoft.com/office/drawing/2014/main" id="{8BB0A622-E0C6-3CB0-9364-3C4DA4A88848}"/>
                  </a:ext>
                </a:extLst>
              </p:cNvPr>
              <p:cNvGrpSpPr/>
              <p:nvPr/>
            </p:nvGrpSpPr>
            <p:grpSpPr>
              <a:xfrm>
                <a:off x="3529178" y="2474297"/>
                <a:ext cx="261425" cy="261748"/>
                <a:chOff x="2905403" y="2047213"/>
                <a:chExt cx="261773" cy="261748"/>
              </a:xfrm>
              <a:solidFill>
                <a:schemeClr val="bg1">
                  <a:lumMod val="75000"/>
                </a:schemeClr>
              </a:solidFill>
            </p:grpSpPr>
            <p:sp>
              <p:nvSpPr>
                <p:cNvPr id="356" name="Freeform 170">
                  <a:extLst>
                    <a:ext uri="{FF2B5EF4-FFF2-40B4-BE49-F238E27FC236}">
                      <a16:creationId xmlns:a16="http://schemas.microsoft.com/office/drawing/2014/main" id="{417C576E-7AE6-2D31-3B65-E2BB0F826C7B}"/>
                    </a:ext>
                  </a:extLst>
                </p:cNvPr>
                <p:cNvSpPr/>
                <p:nvPr/>
              </p:nvSpPr>
              <p:spPr>
                <a:xfrm>
                  <a:off x="2905403" y="2197919"/>
                  <a:ext cx="111010" cy="111042"/>
                </a:xfrm>
                <a:custGeom>
                  <a:avLst/>
                  <a:gdLst>
                    <a:gd name="connsiteX0" fmla="*/ 12535 w 111010"/>
                    <a:gd name="connsiteY0" fmla="*/ 111042 h 111042"/>
                    <a:gd name="connsiteX1" fmla="*/ 0 w 111010"/>
                    <a:gd name="connsiteY1" fmla="*/ 98495 h 111042"/>
                    <a:gd name="connsiteX2" fmla="*/ 3662 w 111010"/>
                    <a:gd name="connsiteY2" fmla="*/ 89645 h 111042"/>
                    <a:gd name="connsiteX3" fmla="*/ 88890 w 111010"/>
                    <a:gd name="connsiteY3" fmla="*/ 4449 h 111042"/>
                    <a:gd name="connsiteX4" fmla="*/ 106562 w 111010"/>
                    <a:gd name="connsiteY4" fmla="*/ 2960 h 111042"/>
                    <a:gd name="connsiteX5" fmla="*/ 108051 w 111010"/>
                    <a:gd name="connsiteY5" fmla="*/ 20632 h 111042"/>
                    <a:gd name="connsiteX6" fmla="*/ 106587 w 111010"/>
                    <a:gd name="connsiteY6" fmla="*/ 22100 h 111042"/>
                    <a:gd name="connsiteX7" fmla="*/ 21407 w 111010"/>
                    <a:gd name="connsiteY7" fmla="*/ 107327 h 111042"/>
                    <a:gd name="connsiteX8" fmla="*/ 12535 w 111010"/>
                    <a:gd name="connsiteY8" fmla="*/ 111042 h 11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010" h="111042">
                      <a:moveTo>
                        <a:pt x="12535" y="111042"/>
                      </a:moveTo>
                      <a:cubicBezTo>
                        <a:pt x="5609" y="111039"/>
                        <a:pt x="-3" y="105422"/>
                        <a:pt x="0" y="98495"/>
                      </a:cubicBezTo>
                      <a:cubicBezTo>
                        <a:pt x="2" y="95177"/>
                        <a:pt x="1318" y="91995"/>
                        <a:pt x="3662" y="89645"/>
                      </a:cubicBezTo>
                      <a:lnTo>
                        <a:pt x="88890" y="4449"/>
                      </a:lnTo>
                      <a:cubicBezTo>
                        <a:pt x="93358" y="-842"/>
                        <a:pt x="101270" y="-1509"/>
                        <a:pt x="106562" y="2960"/>
                      </a:cubicBezTo>
                      <a:cubicBezTo>
                        <a:pt x="111853" y="7429"/>
                        <a:pt x="112520" y="15340"/>
                        <a:pt x="108051" y="20632"/>
                      </a:cubicBezTo>
                      <a:cubicBezTo>
                        <a:pt x="107604" y="21161"/>
                        <a:pt x="107115" y="21651"/>
                        <a:pt x="106587" y="22100"/>
                      </a:cubicBezTo>
                      <a:lnTo>
                        <a:pt x="21407" y="107327"/>
                      </a:lnTo>
                      <a:cubicBezTo>
                        <a:pt x="19061" y="109696"/>
                        <a:pt x="15868" y="111033"/>
                        <a:pt x="12535" y="111042"/>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57" name="Freeform 171">
                  <a:extLst>
                    <a:ext uri="{FF2B5EF4-FFF2-40B4-BE49-F238E27FC236}">
                      <a16:creationId xmlns:a16="http://schemas.microsoft.com/office/drawing/2014/main" id="{B434C9A6-0C08-90EA-0D28-C6D23D879610}"/>
                    </a:ext>
                  </a:extLst>
                </p:cNvPr>
                <p:cNvSpPr/>
                <p:nvPr/>
              </p:nvSpPr>
              <p:spPr>
                <a:xfrm>
                  <a:off x="2964682" y="2047213"/>
                  <a:ext cx="202495" cy="202495"/>
                </a:xfrm>
                <a:custGeom>
                  <a:avLst/>
                  <a:gdLst>
                    <a:gd name="connsiteX0" fmla="*/ 101263 w 202495"/>
                    <a:gd name="connsiteY0" fmla="*/ 202495 h 202495"/>
                    <a:gd name="connsiteX1" fmla="*/ 0 w 202495"/>
                    <a:gd name="connsiteY1" fmla="*/ 101263 h 202495"/>
                    <a:gd name="connsiteX2" fmla="*/ 101232 w 202495"/>
                    <a:gd name="connsiteY2" fmla="*/ 0 h 202495"/>
                    <a:gd name="connsiteX3" fmla="*/ 202495 w 202495"/>
                    <a:gd name="connsiteY3" fmla="*/ 101232 h 202495"/>
                    <a:gd name="connsiteX4" fmla="*/ 202495 w 202495"/>
                    <a:gd name="connsiteY4" fmla="*/ 101248 h 202495"/>
                    <a:gd name="connsiteX5" fmla="*/ 101263 w 202495"/>
                    <a:gd name="connsiteY5" fmla="*/ 202495 h 202495"/>
                    <a:gd name="connsiteX6" fmla="*/ 101263 w 202495"/>
                    <a:gd name="connsiteY6" fmla="*/ 25096 h 202495"/>
                    <a:gd name="connsiteX7" fmla="*/ 25081 w 202495"/>
                    <a:gd name="connsiteY7" fmla="*/ 101248 h 202495"/>
                    <a:gd name="connsiteX8" fmla="*/ 101232 w 202495"/>
                    <a:gd name="connsiteY8" fmla="*/ 177430 h 202495"/>
                    <a:gd name="connsiteX9" fmla="*/ 177415 w 202495"/>
                    <a:gd name="connsiteY9" fmla="*/ 101279 h 202495"/>
                    <a:gd name="connsiteX10" fmla="*/ 177415 w 202495"/>
                    <a:gd name="connsiteY10" fmla="*/ 101248 h 202495"/>
                    <a:gd name="connsiteX11" fmla="*/ 101263 w 202495"/>
                    <a:gd name="connsiteY11" fmla="*/ 25049 h 202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495" h="202495">
                      <a:moveTo>
                        <a:pt x="101263" y="202495"/>
                      </a:moveTo>
                      <a:cubicBezTo>
                        <a:pt x="45346" y="202505"/>
                        <a:pt x="9" y="157181"/>
                        <a:pt x="0" y="101263"/>
                      </a:cubicBezTo>
                      <a:cubicBezTo>
                        <a:pt x="-9" y="45346"/>
                        <a:pt x="45314" y="9"/>
                        <a:pt x="101232" y="0"/>
                      </a:cubicBezTo>
                      <a:cubicBezTo>
                        <a:pt x="157149" y="-9"/>
                        <a:pt x="202486" y="45314"/>
                        <a:pt x="202495" y="101232"/>
                      </a:cubicBezTo>
                      <a:cubicBezTo>
                        <a:pt x="202495" y="101237"/>
                        <a:pt x="202495" y="101242"/>
                        <a:pt x="202495" y="101248"/>
                      </a:cubicBezTo>
                      <a:cubicBezTo>
                        <a:pt x="202434" y="157134"/>
                        <a:pt x="157149" y="202426"/>
                        <a:pt x="101263" y="202495"/>
                      </a:cubicBezTo>
                      <a:close/>
                      <a:moveTo>
                        <a:pt x="101263" y="25096"/>
                      </a:moveTo>
                      <a:cubicBezTo>
                        <a:pt x="59197" y="25088"/>
                        <a:pt x="25089" y="59182"/>
                        <a:pt x="25081" y="101248"/>
                      </a:cubicBezTo>
                      <a:cubicBezTo>
                        <a:pt x="25072" y="143313"/>
                        <a:pt x="59166" y="177421"/>
                        <a:pt x="101232" y="177430"/>
                      </a:cubicBezTo>
                      <a:cubicBezTo>
                        <a:pt x="143298" y="177440"/>
                        <a:pt x="177405" y="143345"/>
                        <a:pt x="177415" y="101279"/>
                      </a:cubicBezTo>
                      <a:cubicBezTo>
                        <a:pt x="177415" y="101268"/>
                        <a:pt x="177415" y="101258"/>
                        <a:pt x="177415" y="101248"/>
                      </a:cubicBezTo>
                      <a:cubicBezTo>
                        <a:pt x="177388" y="59194"/>
                        <a:pt x="143317" y="25101"/>
                        <a:pt x="101263" y="25049"/>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58" name="Freeform 172">
                  <a:extLst>
                    <a:ext uri="{FF2B5EF4-FFF2-40B4-BE49-F238E27FC236}">
                      <a16:creationId xmlns:a16="http://schemas.microsoft.com/office/drawing/2014/main" id="{14D8BDA8-79D0-C4FD-AC86-7B92481AE3A2}"/>
                    </a:ext>
                  </a:extLst>
                </p:cNvPr>
                <p:cNvSpPr/>
                <p:nvPr/>
              </p:nvSpPr>
              <p:spPr>
                <a:xfrm>
                  <a:off x="3052606" y="2106356"/>
                  <a:ext cx="25080" cy="84208"/>
                </a:xfrm>
                <a:custGeom>
                  <a:avLst/>
                  <a:gdLst>
                    <a:gd name="connsiteX0" fmla="*/ 12540 w 25080"/>
                    <a:gd name="connsiteY0" fmla="*/ 84208 h 84208"/>
                    <a:gd name="connsiteX1" fmla="*/ 0 w 25080"/>
                    <a:gd name="connsiteY1" fmla="*/ 71668 h 84208"/>
                    <a:gd name="connsiteX2" fmla="*/ 0 w 25080"/>
                    <a:gd name="connsiteY2" fmla="*/ 12540 h 84208"/>
                    <a:gd name="connsiteX3" fmla="*/ 12540 w 25080"/>
                    <a:gd name="connsiteY3" fmla="*/ 0 h 84208"/>
                    <a:gd name="connsiteX4" fmla="*/ 25081 w 25080"/>
                    <a:gd name="connsiteY4" fmla="*/ 12540 h 84208"/>
                    <a:gd name="connsiteX5" fmla="*/ 25081 w 25080"/>
                    <a:gd name="connsiteY5" fmla="*/ 71668 h 84208"/>
                    <a:gd name="connsiteX6" fmla="*/ 12540 w 25080"/>
                    <a:gd name="connsiteY6" fmla="*/ 84208 h 84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80" h="84208">
                      <a:moveTo>
                        <a:pt x="12540" y="84208"/>
                      </a:moveTo>
                      <a:cubicBezTo>
                        <a:pt x="5615" y="84208"/>
                        <a:pt x="0" y="78594"/>
                        <a:pt x="0" y="71668"/>
                      </a:cubicBezTo>
                      <a:lnTo>
                        <a:pt x="0" y="12540"/>
                      </a:lnTo>
                      <a:cubicBezTo>
                        <a:pt x="0" y="5614"/>
                        <a:pt x="5615" y="0"/>
                        <a:pt x="12540" y="0"/>
                      </a:cubicBezTo>
                      <a:cubicBezTo>
                        <a:pt x="19466" y="0"/>
                        <a:pt x="25081" y="5614"/>
                        <a:pt x="25081" y="12540"/>
                      </a:cubicBezTo>
                      <a:lnTo>
                        <a:pt x="25081" y="71668"/>
                      </a:lnTo>
                      <a:cubicBezTo>
                        <a:pt x="25081" y="78594"/>
                        <a:pt x="19466" y="84208"/>
                        <a:pt x="12540" y="84208"/>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59" name="Freeform 173">
                  <a:extLst>
                    <a:ext uri="{FF2B5EF4-FFF2-40B4-BE49-F238E27FC236}">
                      <a16:creationId xmlns:a16="http://schemas.microsoft.com/office/drawing/2014/main" id="{5C345062-AAAF-F892-0AA4-57FDC70D5A63}"/>
                    </a:ext>
                  </a:extLst>
                </p:cNvPr>
                <p:cNvSpPr/>
                <p:nvPr/>
              </p:nvSpPr>
              <p:spPr>
                <a:xfrm>
                  <a:off x="3023826" y="2135121"/>
                  <a:ext cx="84224" cy="25080"/>
                </a:xfrm>
                <a:custGeom>
                  <a:avLst/>
                  <a:gdLst>
                    <a:gd name="connsiteX0" fmla="*/ 71684 w 84224"/>
                    <a:gd name="connsiteY0" fmla="*/ 25081 h 25080"/>
                    <a:gd name="connsiteX1" fmla="*/ 12540 w 84224"/>
                    <a:gd name="connsiteY1" fmla="*/ 25081 h 25080"/>
                    <a:gd name="connsiteX2" fmla="*/ 0 w 84224"/>
                    <a:gd name="connsiteY2" fmla="*/ 12540 h 25080"/>
                    <a:gd name="connsiteX3" fmla="*/ 12540 w 84224"/>
                    <a:gd name="connsiteY3" fmla="*/ 0 h 25080"/>
                    <a:gd name="connsiteX4" fmla="*/ 71684 w 84224"/>
                    <a:gd name="connsiteY4" fmla="*/ 0 h 25080"/>
                    <a:gd name="connsiteX5" fmla="*/ 84224 w 84224"/>
                    <a:gd name="connsiteY5" fmla="*/ 12540 h 25080"/>
                    <a:gd name="connsiteX6" fmla="*/ 71684 w 8422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224" h="25080">
                      <a:moveTo>
                        <a:pt x="71684" y="25081"/>
                      </a:moveTo>
                      <a:lnTo>
                        <a:pt x="12540" y="25081"/>
                      </a:lnTo>
                      <a:cubicBezTo>
                        <a:pt x="5614" y="25081"/>
                        <a:pt x="0" y="19466"/>
                        <a:pt x="0" y="12540"/>
                      </a:cubicBezTo>
                      <a:cubicBezTo>
                        <a:pt x="0" y="5614"/>
                        <a:pt x="5614" y="0"/>
                        <a:pt x="12540" y="0"/>
                      </a:cubicBezTo>
                      <a:lnTo>
                        <a:pt x="71684" y="0"/>
                      </a:lnTo>
                      <a:cubicBezTo>
                        <a:pt x="78609" y="0"/>
                        <a:pt x="84224" y="5614"/>
                        <a:pt x="84224" y="12540"/>
                      </a:cubicBezTo>
                      <a:cubicBezTo>
                        <a:pt x="84224" y="19466"/>
                        <a:pt x="78609" y="25081"/>
                        <a:pt x="71684" y="25081"/>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360" name="Group 359">
            <a:extLst>
              <a:ext uri="{FF2B5EF4-FFF2-40B4-BE49-F238E27FC236}">
                <a16:creationId xmlns:a16="http://schemas.microsoft.com/office/drawing/2014/main" id="{CC162B2F-4C78-9B4F-C78E-E19C5E0BEFDF}"/>
              </a:ext>
            </a:extLst>
          </p:cNvPr>
          <p:cNvGrpSpPr/>
          <p:nvPr/>
        </p:nvGrpSpPr>
        <p:grpSpPr>
          <a:xfrm>
            <a:off x="4748633" y="2241576"/>
            <a:ext cx="4663391" cy="1365967"/>
            <a:chOff x="4748633" y="2241576"/>
            <a:chExt cx="4663391" cy="1365967"/>
          </a:xfrm>
        </p:grpSpPr>
        <p:grpSp>
          <p:nvGrpSpPr>
            <p:cNvPr id="361" name="Group 360">
              <a:extLst>
                <a:ext uri="{FF2B5EF4-FFF2-40B4-BE49-F238E27FC236}">
                  <a16:creationId xmlns:a16="http://schemas.microsoft.com/office/drawing/2014/main" id="{CA26567C-11C3-1337-7C4E-D0B4EC2CA3F0}"/>
                </a:ext>
              </a:extLst>
            </p:cNvPr>
            <p:cNvGrpSpPr/>
            <p:nvPr/>
          </p:nvGrpSpPr>
          <p:grpSpPr>
            <a:xfrm>
              <a:off x="4748633" y="2241576"/>
              <a:ext cx="4663391" cy="1365967"/>
              <a:chOff x="4748633" y="2241576"/>
              <a:chExt cx="4663391" cy="1365967"/>
            </a:xfrm>
          </p:grpSpPr>
          <p:sp>
            <p:nvSpPr>
              <p:cNvPr id="389" name="Arrow: Chevron 22">
                <a:extLst>
                  <a:ext uri="{FF2B5EF4-FFF2-40B4-BE49-F238E27FC236}">
                    <a16:creationId xmlns:a16="http://schemas.microsoft.com/office/drawing/2014/main" id="{5CDD3D8D-7466-47B3-79AB-9FBB01085300}"/>
                  </a:ext>
                </a:extLst>
              </p:cNvPr>
              <p:cNvSpPr/>
              <p:nvPr/>
            </p:nvSpPr>
            <p:spPr>
              <a:xfrm>
                <a:off x="4748633" y="3197853"/>
                <a:ext cx="2666844" cy="409690"/>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Realization</a:t>
                </a:r>
              </a:p>
            </p:txBody>
          </p:sp>
          <p:sp>
            <p:nvSpPr>
              <p:cNvPr id="390" name="Arrow: Chevron 274">
                <a:extLst>
                  <a:ext uri="{FF2B5EF4-FFF2-40B4-BE49-F238E27FC236}">
                    <a16:creationId xmlns:a16="http://schemas.microsoft.com/office/drawing/2014/main" id="{7A009226-D7F7-BFE2-CB34-68D269D83557}"/>
                  </a:ext>
                </a:extLst>
              </p:cNvPr>
              <p:cNvSpPr/>
              <p:nvPr/>
            </p:nvSpPr>
            <p:spPr>
              <a:xfrm>
                <a:off x="8266342" y="3197853"/>
                <a:ext cx="978242" cy="409690"/>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000" b="1" dirty="0">
                    <a:solidFill>
                      <a:schemeClr val="bg1">
                        <a:lumMod val="65000"/>
                      </a:schemeClr>
                    </a:solidFill>
                    <a:latin typeface="Century Gothic" panose="020F0302020204030204"/>
                  </a:rPr>
                  <a:t>BRT</a:t>
                </a:r>
                <a:endPar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endParaRPr>
              </a:p>
            </p:txBody>
          </p:sp>
          <p:sp>
            <p:nvSpPr>
              <p:cNvPr id="391" name="Arrow: Chevron 273">
                <a:extLst>
                  <a:ext uri="{FF2B5EF4-FFF2-40B4-BE49-F238E27FC236}">
                    <a16:creationId xmlns:a16="http://schemas.microsoft.com/office/drawing/2014/main" id="{281AA1F9-CEAB-F355-82F2-3977AD903FEE}"/>
                  </a:ext>
                </a:extLst>
              </p:cNvPr>
              <p:cNvSpPr/>
              <p:nvPr/>
            </p:nvSpPr>
            <p:spPr>
              <a:xfrm>
                <a:off x="7323214" y="3197853"/>
                <a:ext cx="1045211"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65000"/>
                      </a:schemeClr>
                    </a:solidFill>
                    <a:effectLst/>
                    <a:uLnTx/>
                    <a:uFillTx/>
                    <a:latin typeface="Century Gothic" panose="020F0302020204030204"/>
                    <a:ea typeface="+mn-ea"/>
                    <a:cs typeface="+mn-cs"/>
                  </a:rPr>
                  <a:t>SIT</a:t>
                </a:r>
              </a:p>
            </p:txBody>
          </p:sp>
          <p:sp>
            <p:nvSpPr>
              <p:cNvPr id="392" name="Arrow: Chevron 279">
                <a:extLst>
                  <a:ext uri="{FF2B5EF4-FFF2-40B4-BE49-F238E27FC236}">
                    <a16:creationId xmlns:a16="http://schemas.microsoft.com/office/drawing/2014/main" id="{A170B76B-E9CC-6E91-71B8-E96F2CB482BF}"/>
                  </a:ext>
                </a:extLst>
              </p:cNvPr>
              <p:cNvSpPr/>
              <p:nvPr/>
            </p:nvSpPr>
            <p:spPr>
              <a:xfrm>
                <a:off x="4748633" y="2241576"/>
                <a:ext cx="4663391" cy="964154"/>
              </a:xfrm>
              <a:prstGeom prst="chevron">
                <a:avLst>
                  <a:gd name="adj" fmla="val 28502"/>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Execute</a:t>
                </a:r>
              </a:p>
            </p:txBody>
          </p:sp>
        </p:grpSp>
        <p:grpSp>
          <p:nvGrpSpPr>
            <p:cNvPr id="362" name="Group 361">
              <a:extLst>
                <a:ext uri="{FF2B5EF4-FFF2-40B4-BE49-F238E27FC236}">
                  <a16:creationId xmlns:a16="http://schemas.microsoft.com/office/drawing/2014/main" id="{A461CF08-CABF-E418-79C3-8F4B21966E07}"/>
                </a:ext>
              </a:extLst>
            </p:cNvPr>
            <p:cNvGrpSpPr/>
            <p:nvPr/>
          </p:nvGrpSpPr>
          <p:grpSpPr>
            <a:xfrm>
              <a:off x="6831073" y="2369261"/>
              <a:ext cx="471163" cy="471791"/>
              <a:chOff x="6831073" y="2369261"/>
              <a:chExt cx="471163" cy="471791"/>
            </a:xfrm>
          </p:grpSpPr>
          <p:sp>
            <p:nvSpPr>
              <p:cNvPr id="363" name="Oval 362">
                <a:extLst>
                  <a:ext uri="{FF2B5EF4-FFF2-40B4-BE49-F238E27FC236}">
                    <a16:creationId xmlns:a16="http://schemas.microsoft.com/office/drawing/2014/main" id="{173E904D-C4D6-F8D4-830F-A89F92D4E653}"/>
                  </a:ext>
                </a:extLst>
              </p:cNvPr>
              <p:cNvSpPr/>
              <p:nvPr/>
            </p:nvSpPr>
            <p:spPr>
              <a:xfrm>
                <a:off x="6831073" y="2369261"/>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364" name="Group 363">
                <a:extLst>
                  <a:ext uri="{FF2B5EF4-FFF2-40B4-BE49-F238E27FC236}">
                    <a16:creationId xmlns:a16="http://schemas.microsoft.com/office/drawing/2014/main" id="{865BB8E2-7F35-834D-9FAA-3F835753AC2B}"/>
                  </a:ext>
                </a:extLst>
              </p:cNvPr>
              <p:cNvGrpSpPr/>
              <p:nvPr/>
            </p:nvGrpSpPr>
            <p:grpSpPr>
              <a:xfrm>
                <a:off x="6939507" y="2475833"/>
                <a:ext cx="254219" cy="258644"/>
                <a:chOff x="6566257" y="2048749"/>
                <a:chExt cx="254558" cy="258644"/>
              </a:xfrm>
              <a:solidFill>
                <a:schemeClr val="bg1">
                  <a:lumMod val="75000"/>
                </a:schemeClr>
              </a:solidFill>
            </p:grpSpPr>
            <p:grpSp>
              <p:nvGrpSpPr>
                <p:cNvPr id="365" name="Graphic 332">
                  <a:extLst>
                    <a:ext uri="{FF2B5EF4-FFF2-40B4-BE49-F238E27FC236}">
                      <a16:creationId xmlns:a16="http://schemas.microsoft.com/office/drawing/2014/main" id="{9B0F8D10-050F-4FB5-0CBC-BDC8DEE0F964}"/>
                    </a:ext>
                  </a:extLst>
                </p:cNvPr>
                <p:cNvGrpSpPr/>
                <p:nvPr/>
              </p:nvGrpSpPr>
              <p:grpSpPr>
                <a:xfrm>
                  <a:off x="6566257" y="2086119"/>
                  <a:ext cx="135075" cy="185001"/>
                  <a:chOff x="6566257" y="2086119"/>
                  <a:chExt cx="135075" cy="185001"/>
                </a:xfrm>
                <a:grpFill/>
              </p:grpSpPr>
              <p:sp>
                <p:nvSpPr>
                  <p:cNvPr id="383" name="Freeform 164">
                    <a:extLst>
                      <a:ext uri="{FF2B5EF4-FFF2-40B4-BE49-F238E27FC236}">
                        <a16:creationId xmlns:a16="http://schemas.microsoft.com/office/drawing/2014/main" id="{4AEA01C3-B510-DD96-61A8-E01842253B28}"/>
                      </a:ext>
                    </a:extLst>
                  </p:cNvPr>
                  <p:cNvSpPr/>
                  <p:nvPr/>
                </p:nvSpPr>
                <p:spPr>
                  <a:xfrm>
                    <a:off x="6566257" y="2086119"/>
                    <a:ext cx="135075" cy="131501"/>
                  </a:xfrm>
                  <a:custGeom>
                    <a:avLst/>
                    <a:gdLst>
                      <a:gd name="connsiteX0" fmla="*/ 92814 w 135075"/>
                      <a:gd name="connsiteY0" fmla="*/ 131501 h 131501"/>
                      <a:gd name="connsiteX1" fmla="*/ 80275 w 135075"/>
                      <a:gd name="connsiteY1" fmla="*/ 118959 h 131501"/>
                      <a:gd name="connsiteX2" fmla="*/ 88409 w 135075"/>
                      <a:gd name="connsiteY2" fmla="*/ 107220 h 131501"/>
                      <a:gd name="connsiteX3" fmla="*/ 109994 w 135075"/>
                      <a:gd name="connsiteY3" fmla="*/ 66088 h 131501"/>
                      <a:gd name="connsiteX4" fmla="*/ 67545 w 135075"/>
                      <a:gd name="connsiteY4" fmla="*/ 25081 h 131501"/>
                      <a:gd name="connsiteX5" fmla="*/ 25081 w 135075"/>
                      <a:gd name="connsiteY5" fmla="*/ 66088 h 131501"/>
                      <a:gd name="connsiteX6" fmla="*/ 47481 w 135075"/>
                      <a:gd name="connsiteY6" fmla="*/ 107016 h 131501"/>
                      <a:gd name="connsiteX7" fmla="*/ 53935 w 135075"/>
                      <a:gd name="connsiteY7" fmla="*/ 123535 h 131501"/>
                      <a:gd name="connsiteX8" fmla="*/ 38358 w 135075"/>
                      <a:gd name="connsiteY8" fmla="*/ 130357 h 131501"/>
                      <a:gd name="connsiteX9" fmla="*/ 0 w 135075"/>
                      <a:gd name="connsiteY9" fmla="*/ 66088 h 131501"/>
                      <a:gd name="connsiteX10" fmla="*/ 67545 w 135075"/>
                      <a:gd name="connsiteY10" fmla="*/ 0 h 131501"/>
                      <a:gd name="connsiteX11" fmla="*/ 135075 w 135075"/>
                      <a:gd name="connsiteY11" fmla="*/ 66088 h 131501"/>
                      <a:gd name="connsiteX12" fmla="*/ 97219 w 135075"/>
                      <a:gd name="connsiteY12" fmla="*/ 130702 h 131501"/>
                      <a:gd name="connsiteX13" fmla="*/ 92814 w 135075"/>
                      <a:gd name="connsiteY13" fmla="*/ 131501 h 131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5075" h="131501">
                        <a:moveTo>
                          <a:pt x="92814" y="131501"/>
                        </a:moveTo>
                        <a:cubicBezTo>
                          <a:pt x="85888" y="131501"/>
                          <a:pt x="80274" y="125886"/>
                          <a:pt x="80275" y="118959"/>
                        </a:cubicBezTo>
                        <a:cubicBezTo>
                          <a:pt x="80275" y="113733"/>
                          <a:pt x="83517" y="109056"/>
                          <a:pt x="88409" y="107220"/>
                        </a:cubicBezTo>
                        <a:cubicBezTo>
                          <a:pt x="109994" y="99116"/>
                          <a:pt x="109994" y="74302"/>
                          <a:pt x="109994" y="66088"/>
                        </a:cubicBezTo>
                        <a:cubicBezTo>
                          <a:pt x="109994" y="42324"/>
                          <a:pt x="92140" y="25081"/>
                          <a:pt x="67545" y="25081"/>
                        </a:cubicBezTo>
                        <a:cubicBezTo>
                          <a:pt x="42951" y="25081"/>
                          <a:pt x="25081" y="42324"/>
                          <a:pt x="25081" y="66088"/>
                        </a:cubicBezTo>
                        <a:cubicBezTo>
                          <a:pt x="25081" y="80760"/>
                          <a:pt x="28968" y="99774"/>
                          <a:pt x="47481" y="107016"/>
                        </a:cubicBezTo>
                        <a:cubicBezTo>
                          <a:pt x="53825" y="109795"/>
                          <a:pt x="56714" y="117191"/>
                          <a:pt x="53935" y="123535"/>
                        </a:cubicBezTo>
                        <a:cubicBezTo>
                          <a:pt x="51313" y="129520"/>
                          <a:pt x="44535" y="132489"/>
                          <a:pt x="38358" y="130357"/>
                        </a:cubicBezTo>
                        <a:cubicBezTo>
                          <a:pt x="13669" y="120701"/>
                          <a:pt x="0" y="97862"/>
                          <a:pt x="0" y="66088"/>
                        </a:cubicBezTo>
                        <a:cubicBezTo>
                          <a:pt x="0" y="28467"/>
                          <a:pt x="29031" y="0"/>
                          <a:pt x="67545" y="0"/>
                        </a:cubicBezTo>
                        <a:cubicBezTo>
                          <a:pt x="106060" y="0"/>
                          <a:pt x="135075" y="28467"/>
                          <a:pt x="135075" y="66088"/>
                        </a:cubicBezTo>
                        <a:cubicBezTo>
                          <a:pt x="135075" y="98598"/>
                          <a:pt x="121641" y="121547"/>
                          <a:pt x="97219" y="130702"/>
                        </a:cubicBezTo>
                        <a:cubicBezTo>
                          <a:pt x="95809" y="131224"/>
                          <a:pt x="94318" y="131495"/>
                          <a:pt x="92814" y="131501"/>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84" name="Freeform 165">
                    <a:extLst>
                      <a:ext uri="{FF2B5EF4-FFF2-40B4-BE49-F238E27FC236}">
                        <a16:creationId xmlns:a16="http://schemas.microsoft.com/office/drawing/2014/main" id="{68282927-3CC6-166E-1324-F3514609C609}"/>
                      </a:ext>
                    </a:extLst>
                  </p:cNvPr>
                  <p:cNvSpPr/>
                  <p:nvPr/>
                </p:nvSpPr>
                <p:spPr>
                  <a:xfrm>
                    <a:off x="6601417" y="2210096"/>
                    <a:ext cx="64864" cy="25080"/>
                  </a:xfrm>
                  <a:custGeom>
                    <a:avLst/>
                    <a:gdLst>
                      <a:gd name="connsiteX0" fmla="*/ 52325 w 64864"/>
                      <a:gd name="connsiteY0" fmla="*/ 25081 h 25080"/>
                      <a:gd name="connsiteX1" fmla="*/ 12540 w 64864"/>
                      <a:gd name="connsiteY1" fmla="*/ 25081 h 25080"/>
                      <a:gd name="connsiteX2" fmla="*/ 0 w 64864"/>
                      <a:gd name="connsiteY2" fmla="*/ 12540 h 25080"/>
                      <a:gd name="connsiteX3" fmla="*/ 12540 w 64864"/>
                      <a:gd name="connsiteY3" fmla="*/ 0 h 25080"/>
                      <a:gd name="connsiteX4" fmla="*/ 52325 w 64864"/>
                      <a:gd name="connsiteY4" fmla="*/ 0 h 25080"/>
                      <a:gd name="connsiteX5" fmla="*/ 64865 w 64864"/>
                      <a:gd name="connsiteY5" fmla="*/ 12540 h 25080"/>
                      <a:gd name="connsiteX6" fmla="*/ 52325 w 6486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64" h="25080">
                        <a:moveTo>
                          <a:pt x="52325" y="25081"/>
                        </a:moveTo>
                        <a:lnTo>
                          <a:pt x="12540" y="25081"/>
                        </a:lnTo>
                        <a:cubicBezTo>
                          <a:pt x="5614" y="25081"/>
                          <a:pt x="0" y="19466"/>
                          <a:pt x="0" y="12540"/>
                        </a:cubicBezTo>
                        <a:cubicBezTo>
                          <a:pt x="0" y="5615"/>
                          <a:pt x="5614" y="0"/>
                          <a:pt x="12540" y="0"/>
                        </a:cubicBezTo>
                        <a:lnTo>
                          <a:pt x="52325" y="0"/>
                        </a:lnTo>
                        <a:cubicBezTo>
                          <a:pt x="59250" y="0"/>
                          <a:pt x="64865" y="5615"/>
                          <a:pt x="64865" y="12540"/>
                        </a:cubicBezTo>
                        <a:cubicBezTo>
                          <a:pt x="64865" y="19466"/>
                          <a:pt x="59250" y="25081"/>
                          <a:pt x="52325" y="25081"/>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85" name="Freeform 166">
                    <a:extLst>
                      <a:ext uri="{FF2B5EF4-FFF2-40B4-BE49-F238E27FC236}">
                        <a16:creationId xmlns:a16="http://schemas.microsoft.com/office/drawing/2014/main" id="{1DE1258C-C844-4960-4459-89C6B013DCDB}"/>
                      </a:ext>
                    </a:extLst>
                  </p:cNvPr>
                  <p:cNvSpPr/>
                  <p:nvPr/>
                </p:nvSpPr>
                <p:spPr>
                  <a:xfrm>
                    <a:off x="6601417" y="2246040"/>
                    <a:ext cx="63846" cy="25080"/>
                  </a:xfrm>
                  <a:custGeom>
                    <a:avLst/>
                    <a:gdLst>
                      <a:gd name="connsiteX0" fmla="*/ 51306 w 63846"/>
                      <a:gd name="connsiteY0" fmla="*/ 25081 h 25080"/>
                      <a:gd name="connsiteX1" fmla="*/ 12540 w 63846"/>
                      <a:gd name="connsiteY1" fmla="*/ 25081 h 25080"/>
                      <a:gd name="connsiteX2" fmla="*/ 0 w 63846"/>
                      <a:gd name="connsiteY2" fmla="*/ 12540 h 25080"/>
                      <a:gd name="connsiteX3" fmla="*/ 12540 w 63846"/>
                      <a:gd name="connsiteY3" fmla="*/ 0 h 25080"/>
                      <a:gd name="connsiteX4" fmla="*/ 51306 w 63846"/>
                      <a:gd name="connsiteY4" fmla="*/ 0 h 25080"/>
                      <a:gd name="connsiteX5" fmla="*/ 63846 w 63846"/>
                      <a:gd name="connsiteY5" fmla="*/ 12540 h 25080"/>
                      <a:gd name="connsiteX6" fmla="*/ 51306 w 63846"/>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846" h="25080">
                        <a:moveTo>
                          <a:pt x="51306" y="25081"/>
                        </a:moveTo>
                        <a:lnTo>
                          <a:pt x="12540" y="25081"/>
                        </a:lnTo>
                        <a:cubicBezTo>
                          <a:pt x="5614" y="25081"/>
                          <a:pt x="0" y="19466"/>
                          <a:pt x="0" y="12540"/>
                        </a:cubicBezTo>
                        <a:cubicBezTo>
                          <a:pt x="0" y="5615"/>
                          <a:pt x="5614" y="0"/>
                          <a:pt x="12540" y="0"/>
                        </a:cubicBezTo>
                        <a:lnTo>
                          <a:pt x="51306" y="0"/>
                        </a:lnTo>
                        <a:cubicBezTo>
                          <a:pt x="58232" y="0"/>
                          <a:pt x="63846" y="5615"/>
                          <a:pt x="63846" y="12540"/>
                        </a:cubicBezTo>
                        <a:cubicBezTo>
                          <a:pt x="63846" y="19466"/>
                          <a:pt x="58232" y="25081"/>
                          <a:pt x="51306" y="25081"/>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88" name="Freeform 167">
                    <a:extLst>
                      <a:ext uri="{FF2B5EF4-FFF2-40B4-BE49-F238E27FC236}">
                        <a16:creationId xmlns:a16="http://schemas.microsoft.com/office/drawing/2014/main" id="{D7C7305B-4076-0E78-27FF-B66AF763F2F7}"/>
                      </a:ext>
                    </a:extLst>
                  </p:cNvPr>
                  <p:cNvSpPr/>
                  <p:nvPr/>
                </p:nvSpPr>
                <p:spPr>
                  <a:xfrm>
                    <a:off x="6597059" y="2192744"/>
                    <a:ext cx="73564" cy="78377"/>
                  </a:xfrm>
                  <a:custGeom>
                    <a:avLst/>
                    <a:gdLst>
                      <a:gd name="connsiteX0" fmla="*/ 61024 w 73564"/>
                      <a:gd name="connsiteY0" fmla="*/ 78377 h 78377"/>
                      <a:gd name="connsiteX1" fmla="*/ 12540 w 73564"/>
                      <a:gd name="connsiteY1" fmla="*/ 78377 h 78377"/>
                      <a:gd name="connsiteX2" fmla="*/ 0 w 73564"/>
                      <a:gd name="connsiteY2" fmla="*/ 65837 h 78377"/>
                      <a:gd name="connsiteX3" fmla="*/ 0 w 73564"/>
                      <a:gd name="connsiteY3" fmla="*/ 12540 h 78377"/>
                      <a:gd name="connsiteX4" fmla="*/ 12540 w 73564"/>
                      <a:gd name="connsiteY4" fmla="*/ 0 h 78377"/>
                      <a:gd name="connsiteX5" fmla="*/ 25081 w 73564"/>
                      <a:gd name="connsiteY5" fmla="*/ 12540 h 78377"/>
                      <a:gd name="connsiteX6" fmla="*/ 25081 w 73564"/>
                      <a:gd name="connsiteY6" fmla="*/ 53296 h 78377"/>
                      <a:gd name="connsiteX7" fmla="*/ 48484 w 73564"/>
                      <a:gd name="connsiteY7" fmla="*/ 53296 h 78377"/>
                      <a:gd name="connsiteX8" fmla="*/ 48484 w 73564"/>
                      <a:gd name="connsiteY8" fmla="*/ 13308 h 78377"/>
                      <a:gd name="connsiteX9" fmla="*/ 61024 w 73564"/>
                      <a:gd name="connsiteY9" fmla="*/ 768 h 78377"/>
                      <a:gd name="connsiteX10" fmla="*/ 73565 w 73564"/>
                      <a:gd name="connsiteY10" fmla="*/ 13308 h 78377"/>
                      <a:gd name="connsiteX11" fmla="*/ 73565 w 73564"/>
                      <a:gd name="connsiteY11" fmla="*/ 65837 h 78377"/>
                      <a:gd name="connsiteX12" fmla="*/ 61024 w 73564"/>
                      <a:gd name="connsiteY12" fmla="*/ 78377 h 7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564" h="78377">
                        <a:moveTo>
                          <a:pt x="61024" y="78377"/>
                        </a:moveTo>
                        <a:lnTo>
                          <a:pt x="12540" y="78377"/>
                        </a:lnTo>
                        <a:cubicBezTo>
                          <a:pt x="5614" y="78377"/>
                          <a:pt x="0" y="72762"/>
                          <a:pt x="0" y="65837"/>
                        </a:cubicBezTo>
                        <a:lnTo>
                          <a:pt x="0" y="12540"/>
                        </a:lnTo>
                        <a:cubicBezTo>
                          <a:pt x="0" y="5615"/>
                          <a:pt x="5614" y="0"/>
                          <a:pt x="12540" y="0"/>
                        </a:cubicBezTo>
                        <a:cubicBezTo>
                          <a:pt x="19466" y="0"/>
                          <a:pt x="25081" y="5615"/>
                          <a:pt x="25081" y="12540"/>
                        </a:cubicBezTo>
                        <a:lnTo>
                          <a:pt x="25081" y="53296"/>
                        </a:lnTo>
                        <a:lnTo>
                          <a:pt x="48484" y="53296"/>
                        </a:lnTo>
                        <a:lnTo>
                          <a:pt x="48484" y="13308"/>
                        </a:lnTo>
                        <a:cubicBezTo>
                          <a:pt x="48484" y="6383"/>
                          <a:pt x="54099" y="768"/>
                          <a:pt x="61024" y="768"/>
                        </a:cubicBezTo>
                        <a:cubicBezTo>
                          <a:pt x="67950" y="768"/>
                          <a:pt x="73565" y="6383"/>
                          <a:pt x="73565" y="13308"/>
                        </a:cubicBezTo>
                        <a:lnTo>
                          <a:pt x="73565" y="65837"/>
                        </a:lnTo>
                        <a:cubicBezTo>
                          <a:pt x="73565" y="72762"/>
                          <a:pt x="67950" y="78377"/>
                          <a:pt x="61024" y="78377"/>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366" name="Freeform 151">
                  <a:extLst>
                    <a:ext uri="{FF2B5EF4-FFF2-40B4-BE49-F238E27FC236}">
                      <a16:creationId xmlns:a16="http://schemas.microsoft.com/office/drawing/2014/main" id="{9AD539BA-414F-53D6-7D1A-12EFF4E9D61B}"/>
                    </a:ext>
                  </a:extLst>
                </p:cNvPr>
                <p:cNvSpPr/>
                <p:nvPr/>
              </p:nvSpPr>
              <p:spPr>
                <a:xfrm>
                  <a:off x="6621779" y="2048749"/>
                  <a:ext cx="180740" cy="115668"/>
                </a:xfrm>
                <a:custGeom>
                  <a:avLst/>
                  <a:gdLst>
                    <a:gd name="connsiteX0" fmla="*/ 138054 w 180740"/>
                    <a:gd name="connsiteY0" fmla="*/ 115669 h 115668"/>
                    <a:gd name="connsiteX1" fmla="*/ 125513 w 180740"/>
                    <a:gd name="connsiteY1" fmla="*/ 103129 h 115668"/>
                    <a:gd name="connsiteX2" fmla="*/ 125513 w 180740"/>
                    <a:gd name="connsiteY2" fmla="*/ 25081 h 115668"/>
                    <a:gd name="connsiteX3" fmla="*/ 25081 w 180740"/>
                    <a:gd name="connsiteY3" fmla="*/ 25081 h 115668"/>
                    <a:gd name="connsiteX4" fmla="*/ 25081 w 180740"/>
                    <a:gd name="connsiteY4" fmla="*/ 49754 h 115668"/>
                    <a:gd name="connsiteX5" fmla="*/ 12540 w 180740"/>
                    <a:gd name="connsiteY5" fmla="*/ 62294 h 115668"/>
                    <a:gd name="connsiteX6" fmla="*/ 0 w 180740"/>
                    <a:gd name="connsiteY6" fmla="*/ 49754 h 115668"/>
                    <a:gd name="connsiteX7" fmla="*/ 0 w 180740"/>
                    <a:gd name="connsiteY7" fmla="*/ 12540 h 115668"/>
                    <a:gd name="connsiteX8" fmla="*/ 12540 w 180740"/>
                    <a:gd name="connsiteY8" fmla="*/ 0 h 115668"/>
                    <a:gd name="connsiteX9" fmla="*/ 138054 w 180740"/>
                    <a:gd name="connsiteY9" fmla="*/ 0 h 115668"/>
                    <a:gd name="connsiteX10" fmla="*/ 150594 w 180740"/>
                    <a:gd name="connsiteY10" fmla="*/ 12540 h 115668"/>
                    <a:gd name="connsiteX11" fmla="*/ 150594 w 180740"/>
                    <a:gd name="connsiteY11" fmla="*/ 72844 h 115668"/>
                    <a:gd name="connsiteX12" fmla="*/ 158792 w 180740"/>
                    <a:gd name="connsiteY12" fmla="*/ 64724 h 115668"/>
                    <a:gd name="connsiteX13" fmla="*/ 176491 w 180740"/>
                    <a:gd name="connsiteY13" fmla="*/ 63608 h 115668"/>
                    <a:gd name="connsiteX14" fmla="*/ 177607 w 180740"/>
                    <a:gd name="connsiteY14" fmla="*/ 81308 h 115668"/>
                    <a:gd name="connsiteX15" fmla="*/ 176458 w 180740"/>
                    <a:gd name="connsiteY15" fmla="*/ 82453 h 115668"/>
                    <a:gd name="connsiteX16" fmla="*/ 146926 w 180740"/>
                    <a:gd name="connsiteY16" fmla="*/ 111985 h 115668"/>
                    <a:gd name="connsiteX17" fmla="*/ 138054 w 180740"/>
                    <a:gd name="connsiteY17" fmla="*/ 115669 h 11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740" h="115668">
                      <a:moveTo>
                        <a:pt x="138054" y="115669"/>
                      </a:moveTo>
                      <a:cubicBezTo>
                        <a:pt x="131128" y="115669"/>
                        <a:pt x="125513" y="110055"/>
                        <a:pt x="125513" y="103129"/>
                      </a:cubicBezTo>
                      <a:lnTo>
                        <a:pt x="125513" y="25081"/>
                      </a:lnTo>
                      <a:lnTo>
                        <a:pt x="25081" y="25081"/>
                      </a:lnTo>
                      <a:lnTo>
                        <a:pt x="25081" y="49754"/>
                      </a:lnTo>
                      <a:cubicBezTo>
                        <a:pt x="25081" y="56680"/>
                        <a:pt x="19466" y="62294"/>
                        <a:pt x="12540" y="62294"/>
                      </a:cubicBezTo>
                      <a:cubicBezTo>
                        <a:pt x="5614" y="62294"/>
                        <a:pt x="0" y="56680"/>
                        <a:pt x="0" y="49754"/>
                      </a:cubicBezTo>
                      <a:lnTo>
                        <a:pt x="0" y="12540"/>
                      </a:lnTo>
                      <a:cubicBezTo>
                        <a:pt x="0" y="5615"/>
                        <a:pt x="5614" y="0"/>
                        <a:pt x="12540" y="0"/>
                      </a:cubicBezTo>
                      <a:lnTo>
                        <a:pt x="138054" y="0"/>
                      </a:lnTo>
                      <a:cubicBezTo>
                        <a:pt x="144979" y="0"/>
                        <a:pt x="150594" y="5615"/>
                        <a:pt x="150594" y="12540"/>
                      </a:cubicBezTo>
                      <a:lnTo>
                        <a:pt x="150594" y="72844"/>
                      </a:lnTo>
                      <a:lnTo>
                        <a:pt x="158792" y="64724"/>
                      </a:lnTo>
                      <a:cubicBezTo>
                        <a:pt x="163371" y="59528"/>
                        <a:pt x="171296" y="59029"/>
                        <a:pt x="176491" y="63608"/>
                      </a:cubicBezTo>
                      <a:cubicBezTo>
                        <a:pt x="181688" y="68188"/>
                        <a:pt x="182188" y="76112"/>
                        <a:pt x="177607" y="81308"/>
                      </a:cubicBezTo>
                      <a:cubicBezTo>
                        <a:pt x="177250" y="81714"/>
                        <a:pt x="176866" y="82096"/>
                        <a:pt x="176458" y="82453"/>
                      </a:cubicBezTo>
                      <a:lnTo>
                        <a:pt x="146926" y="111985"/>
                      </a:lnTo>
                      <a:cubicBezTo>
                        <a:pt x="144574" y="114342"/>
                        <a:pt x="141383" y="115667"/>
                        <a:pt x="138054" y="115669"/>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67" name="Freeform 152">
                  <a:extLst>
                    <a:ext uri="{FF2B5EF4-FFF2-40B4-BE49-F238E27FC236}">
                      <a16:creationId xmlns:a16="http://schemas.microsoft.com/office/drawing/2014/main" id="{3F56352B-81CA-7FC5-4285-405DBC479E0F}"/>
                    </a:ext>
                  </a:extLst>
                </p:cNvPr>
                <p:cNvSpPr/>
                <p:nvPr/>
              </p:nvSpPr>
              <p:spPr>
                <a:xfrm>
                  <a:off x="6602514" y="2254254"/>
                  <a:ext cx="62701" cy="53139"/>
                </a:xfrm>
                <a:custGeom>
                  <a:avLst/>
                  <a:gdLst>
                    <a:gd name="connsiteX0" fmla="*/ 31351 w 62701"/>
                    <a:gd name="connsiteY0" fmla="*/ 53140 h 53139"/>
                    <a:gd name="connsiteX1" fmla="*/ 0 w 62701"/>
                    <a:gd name="connsiteY1" fmla="*/ 21789 h 53139"/>
                    <a:gd name="connsiteX2" fmla="*/ 0 w 62701"/>
                    <a:gd name="connsiteY2" fmla="*/ 12540 h 53139"/>
                    <a:gd name="connsiteX3" fmla="*/ 12540 w 62701"/>
                    <a:gd name="connsiteY3" fmla="*/ 0 h 53139"/>
                    <a:gd name="connsiteX4" fmla="*/ 25081 w 62701"/>
                    <a:gd name="connsiteY4" fmla="*/ 12540 h 53139"/>
                    <a:gd name="connsiteX5" fmla="*/ 25081 w 62701"/>
                    <a:gd name="connsiteY5" fmla="*/ 21789 h 53139"/>
                    <a:gd name="connsiteX6" fmla="*/ 31351 w 62701"/>
                    <a:gd name="connsiteY6" fmla="*/ 28059 h 53139"/>
                    <a:gd name="connsiteX7" fmla="*/ 37621 w 62701"/>
                    <a:gd name="connsiteY7" fmla="*/ 21789 h 53139"/>
                    <a:gd name="connsiteX8" fmla="*/ 37621 w 62701"/>
                    <a:gd name="connsiteY8" fmla="*/ 12540 h 53139"/>
                    <a:gd name="connsiteX9" fmla="*/ 50161 w 62701"/>
                    <a:gd name="connsiteY9" fmla="*/ 0 h 53139"/>
                    <a:gd name="connsiteX10" fmla="*/ 62702 w 62701"/>
                    <a:gd name="connsiteY10" fmla="*/ 12540 h 53139"/>
                    <a:gd name="connsiteX11" fmla="*/ 62702 w 62701"/>
                    <a:gd name="connsiteY11" fmla="*/ 21789 h 53139"/>
                    <a:gd name="connsiteX12" fmla="*/ 31351 w 62701"/>
                    <a:gd name="connsiteY12" fmla="*/ 53140 h 5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701" h="53139">
                      <a:moveTo>
                        <a:pt x="31351" y="53140"/>
                      </a:moveTo>
                      <a:cubicBezTo>
                        <a:pt x="14036" y="53140"/>
                        <a:pt x="0" y="39104"/>
                        <a:pt x="0" y="21789"/>
                      </a:cubicBezTo>
                      <a:lnTo>
                        <a:pt x="0" y="12540"/>
                      </a:lnTo>
                      <a:cubicBezTo>
                        <a:pt x="0" y="5615"/>
                        <a:pt x="5614" y="0"/>
                        <a:pt x="12540" y="0"/>
                      </a:cubicBezTo>
                      <a:cubicBezTo>
                        <a:pt x="19466" y="0"/>
                        <a:pt x="25081" y="5615"/>
                        <a:pt x="25081" y="12540"/>
                      </a:cubicBezTo>
                      <a:lnTo>
                        <a:pt x="25081" y="21789"/>
                      </a:lnTo>
                      <a:cubicBezTo>
                        <a:pt x="25081" y="25252"/>
                        <a:pt x="27888" y="28059"/>
                        <a:pt x="31351" y="28059"/>
                      </a:cubicBezTo>
                      <a:cubicBezTo>
                        <a:pt x="34814" y="28059"/>
                        <a:pt x="37621" y="25252"/>
                        <a:pt x="37621" y="21789"/>
                      </a:cubicBezTo>
                      <a:lnTo>
                        <a:pt x="37621" y="12540"/>
                      </a:lnTo>
                      <a:cubicBezTo>
                        <a:pt x="37621" y="5615"/>
                        <a:pt x="43235" y="0"/>
                        <a:pt x="50161" y="0"/>
                      </a:cubicBezTo>
                      <a:cubicBezTo>
                        <a:pt x="57087" y="0"/>
                        <a:pt x="62702" y="5615"/>
                        <a:pt x="62702" y="12540"/>
                      </a:cubicBezTo>
                      <a:lnTo>
                        <a:pt x="62702" y="21789"/>
                      </a:lnTo>
                      <a:cubicBezTo>
                        <a:pt x="62702" y="39104"/>
                        <a:pt x="48665" y="53140"/>
                        <a:pt x="31351" y="53140"/>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368" name="Graphic 332">
                  <a:extLst>
                    <a:ext uri="{FF2B5EF4-FFF2-40B4-BE49-F238E27FC236}">
                      <a16:creationId xmlns:a16="http://schemas.microsoft.com/office/drawing/2014/main" id="{10FF127C-5C4E-8656-FD67-A492F76DC4E9}"/>
                    </a:ext>
                  </a:extLst>
                </p:cNvPr>
                <p:cNvGrpSpPr/>
                <p:nvPr/>
              </p:nvGrpSpPr>
              <p:grpSpPr>
                <a:xfrm>
                  <a:off x="6698915" y="2181138"/>
                  <a:ext cx="121900" cy="126255"/>
                  <a:chOff x="6698915" y="2181138"/>
                  <a:chExt cx="121900" cy="126255"/>
                </a:xfrm>
                <a:grpFill/>
              </p:grpSpPr>
              <p:sp>
                <p:nvSpPr>
                  <p:cNvPr id="370" name="Freeform 155">
                    <a:extLst>
                      <a:ext uri="{FF2B5EF4-FFF2-40B4-BE49-F238E27FC236}">
                        <a16:creationId xmlns:a16="http://schemas.microsoft.com/office/drawing/2014/main" id="{16F6E58A-B805-39EC-D9BD-F26149DA14F9}"/>
                      </a:ext>
                    </a:extLst>
                  </p:cNvPr>
                  <p:cNvSpPr/>
                  <p:nvPr/>
                </p:nvSpPr>
                <p:spPr>
                  <a:xfrm>
                    <a:off x="6734527" y="2181138"/>
                    <a:ext cx="31221" cy="47157"/>
                  </a:xfrm>
                  <a:custGeom>
                    <a:avLst/>
                    <a:gdLst>
                      <a:gd name="connsiteX0" fmla="*/ 18675 w 31221"/>
                      <a:gd name="connsiteY0" fmla="*/ 47157 h 47157"/>
                      <a:gd name="connsiteX1" fmla="*/ 6589 w 31221"/>
                      <a:gd name="connsiteY1" fmla="*/ 37971 h 47157"/>
                      <a:gd name="connsiteX2" fmla="*/ 460 w 31221"/>
                      <a:gd name="connsiteY2" fmla="*/ 15900 h 47157"/>
                      <a:gd name="connsiteX3" fmla="*/ 9191 w 31221"/>
                      <a:gd name="connsiteY3" fmla="*/ 460 h 47157"/>
                      <a:gd name="connsiteX4" fmla="*/ 24632 w 31221"/>
                      <a:gd name="connsiteY4" fmla="*/ 9191 h 47157"/>
                      <a:gd name="connsiteX5" fmla="*/ 30761 w 31221"/>
                      <a:gd name="connsiteY5" fmla="*/ 31262 h 47157"/>
                      <a:gd name="connsiteX6" fmla="*/ 22034 w 31221"/>
                      <a:gd name="connsiteY6" fmla="*/ 46701 h 47157"/>
                      <a:gd name="connsiteX7" fmla="*/ 22030 w 31221"/>
                      <a:gd name="connsiteY7" fmla="*/ 46703 h 47157"/>
                      <a:gd name="connsiteX8" fmla="*/ 18675 w 31221"/>
                      <a:gd name="connsiteY8" fmla="*/ 47157 h 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21" h="47157">
                        <a:moveTo>
                          <a:pt x="18675" y="47157"/>
                        </a:moveTo>
                        <a:cubicBezTo>
                          <a:pt x="13040" y="47159"/>
                          <a:pt x="8097" y="43401"/>
                          <a:pt x="6589" y="37971"/>
                        </a:cubicBezTo>
                        <a:lnTo>
                          <a:pt x="460" y="15900"/>
                        </a:lnTo>
                        <a:cubicBezTo>
                          <a:pt x="-1393" y="9226"/>
                          <a:pt x="2517" y="2313"/>
                          <a:pt x="9191" y="460"/>
                        </a:cubicBezTo>
                        <a:cubicBezTo>
                          <a:pt x="15866" y="-1393"/>
                          <a:pt x="22779" y="2517"/>
                          <a:pt x="24632" y="9191"/>
                        </a:cubicBezTo>
                        <a:lnTo>
                          <a:pt x="30761" y="31262"/>
                        </a:lnTo>
                        <a:cubicBezTo>
                          <a:pt x="32614" y="37935"/>
                          <a:pt x="28707" y="44848"/>
                          <a:pt x="22034" y="46701"/>
                        </a:cubicBezTo>
                        <a:cubicBezTo>
                          <a:pt x="22033" y="46701"/>
                          <a:pt x="22031" y="46703"/>
                          <a:pt x="22030" y="46703"/>
                        </a:cubicBezTo>
                        <a:cubicBezTo>
                          <a:pt x="20935" y="46997"/>
                          <a:pt x="19808" y="47151"/>
                          <a:pt x="18675" y="47157"/>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71" name="Freeform 156">
                    <a:extLst>
                      <a:ext uri="{FF2B5EF4-FFF2-40B4-BE49-F238E27FC236}">
                        <a16:creationId xmlns:a16="http://schemas.microsoft.com/office/drawing/2014/main" id="{E7AC7FBD-6F0E-C709-5718-B51BAE4132AE}"/>
                      </a:ext>
                    </a:extLst>
                  </p:cNvPr>
                  <p:cNvSpPr/>
                  <p:nvPr/>
                </p:nvSpPr>
                <p:spPr>
                  <a:xfrm>
                    <a:off x="6762486" y="2187024"/>
                    <a:ext cx="36918" cy="44563"/>
                  </a:xfrm>
                  <a:custGeom>
                    <a:avLst/>
                    <a:gdLst>
                      <a:gd name="connsiteX0" fmla="*/ 12536 w 36918"/>
                      <a:gd name="connsiteY0" fmla="*/ 44564 h 44563"/>
                      <a:gd name="connsiteX1" fmla="*/ 0 w 36918"/>
                      <a:gd name="connsiteY1" fmla="*/ 32019 h 44563"/>
                      <a:gd name="connsiteX2" fmla="*/ 1829 w 36918"/>
                      <a:gd name="connsiteY2" fmla="*/ 25502 h 44563"/>
                      <a:gd name="connsiteX3" fmla="*/ 13774 w 36918"/>
                      <a:gd name="connsiteY3" fmla="*/ 5845 h 44563"/>
                      <a:gd name="connsiteX4" fmla="*/ 31073 w 36918"/>
                      <a:gd name="connsiteY4" fmla="*/ 1939 h 44563"/>
                      <a:gd name="connsiteX5" fmla="*/ 35202 w 36918"/>
                      <a:gd name="connsiteY5" fmla="*/ 18872 h 44563"/>
                      <a:gd name="connsiteX6" fmla="*/ 23258 w 36918"/>
                      <a:gd name="connsiteY6" fmla="*/ 38529 h 44563"/>
                      <a:gd name="connsiteX7" fmla="*/ 12536 w 36918"/>
                      <a:gd name="connsiteY7" fmla="*/ 44564 h 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18" h="44563">
                        <a:moveTo>
                          <a:pt x="12536" y="44564"/>
                        </a:moveTo>
                        <a:cubicBezTo>
                          <a:pt x="5610" y="44561"/>
                          <a:pt x="-2" y="38944"/>
                          <a:pt x="0" y="32019"/>
                        </a:cubicBezTo>
                        <a:cubicBezTo>
                          <a:pt x="2" y="29719"/>
                          <a:pt x="635" y="27465"/>
                          <a:pt x="1829" y="25502"/>
                        </a:cubicBezTo>
                        <a:lnTo>
                          <a:pt x="13774" y="5845"/>
                        </a:lnTo>
                        <a:cubicBezTo>
                          <a:pt x="17472" y="-10"/>
                          <a:pt x="25217" y="-1759"/>
                          <a:pt x="31073" y="1939"/>
                        </a:cubicBezTo>
                        <a:cubicBezTo>
                          <a:pt x="36787" y="5549"/>
                          <a:pt x="38613" y="13037"/>
                          <a:pt x="35202" y="18872"/>
                        </a:cubicBezTo>
                        <a:lnTo>
                          <a:pt x="23258" y="38529"/>
                        </a:lnTo>
                        <a:cubicBezTo>
                          <a:pt x="20985" y="42277"/>
                          <a:pt x="16918" y="44564"/>
                          <a:pt x="12536" y="44564"/>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76" name="Freeform 157">
                    <a:extLst>
                      <a:ext uri="{FF2B5EF4-FFF2-40B4-BE49-F238E27FC236}">
                        <a16:creationId xmlns:a16="http://schemas.microsoft.com/office/drawing/2014/main" id="{F8241E7A-002C-D979-D18F-9B5466E3C677}"/>
                      </a:ext>
                    </a:extLst>
                  </p:cNvPr>
                  <p:cNvSpPr/>
                  <p:nvPr/>
                </p:nvSpPr>
                <p:spPr>
                  <a:xfrm>
                    <a:off x="6779022" y="2221060"/>
                    <a:ext cx="41793" cy="28475"/>
                  </a:xfrm>
                  <a:custGeom>
                    <a:avLst/>
                    <a:gdLst>
                      <a:gd name="connsiteX0" fmla="*/ 12522 w 41793"/>
                      <a:gd name="connsiteY0" fmla="*/ 28475 h 28475"/>
                      <a:gd name="connsiteX1" fmla="*/ 0 w 41793"/>
                      <a:gd name="connsiteY1" fmla="*/ 15916 h 28475"/>
                      <a:gd name="connsiteX2" fmla="*/ 10045 w 41793"/>
                      <a:gd name="connsiteY2" fmla="*/ 3646 h 28475"/>
                      <a:gd name="connsiteX3" fmla="*/ 26880 w 41793"/>
                      <a:gd name="connsiteY3" fmla="*/ 228 h 28475"/>
                      <a:gd name="connsiteX4" fmla="*/ 41565 w 41793"/>
                      <a:gd name="connsiteY4" fmla="*/ 10173 h 28475"/>
                      <a:gd name="connsiteX5" fmla="*/ 31865 w 41793"/>
                      <a:gd name="connsiteY5" fmla="*/ 24807 h 28475"/>
                      <a:gd name="connsiteX6" fmla="*/ 15030 w 41793"/>
                      <a:gd name="connsiteY6" fmla="*/ 28225 h 28475"/>
                      <a:gd name="connsiteX7" fmla="*/ 12522 w 41793"/>
                      <a:gd name="connsiteY7" fmla="*/ 28475 h 2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93" h="28475">
                        <a:moveTo>
                          <a:pt x="12522" y="28475"/>
                        </a:moveTo>
                        <a:cubicBezTo>
                          <a:pt x="5596" y="28464"/>
                          <a:pt x="-11" y="22842"/>
                          <a:pt x="0" y="15916"/>
                        </a:cubicBezTo>
                        <a:cubicBezTo>
                          <a:pt x="9" y="9960"/>
                          <a:pt x="4207" y="4831"/>
                          <a:pt x="10045" y="3646"/>
                        </a:cubicBezTo>
                        <a:lnTo>
                          <a:pt x="26880" y="228"/>
                        </a:lnTo>
                        <a:cubicBezTo>
                          <a:pt x="33682" y="-1081"/>
                          <a:pt x="40256" y="3371"/>
                          <a:pt x="41565" y="10173"/>
                        </a:cubicBezTo>
                        <a:cubicBezTo>
                          <a:pt x="42855" y="16877"/>
                          <a:pt x="38544" y="23384"/>
                          <a:pt x="31865" y="24807"/>
                        </a:cubicBezTo>
                        <a:lnTo>
                          <a:pt x="15030" y="28225"/>
                        </a:lnTo>
                        <a:cubicBezTo>
                          <a:pt x="14205" y="28394"/>
                          <a:pt x="13363" y="28477"/>
                          <a:pt x="12522" y="28475"/>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77" name="Freeform 158">
                    <a:extLst>
                      <a:ext uri="{FF2B5EF4-FFF2-40B4-BE49-F238E27FC236}">
                        <a16:creationId xmlns:a16="http://schemas.microsoft.com/office/drawing/2014/main" id="{042A45C5-2B2D-0AD8-2D9A-B9D7C8770064}"/>
                      </a:ext>
                    </a:extLst>
                  </p:cNvPr>
                  <p:cNvSpPr/>
                  <p:nvPr/>
                </p:nvSpPr>
                <p:spPr>
                  <a:xfrm>
                    <a:off x="6774727" y="2247949"/>
                    <a:ext cx="41840" cy="35226"/>
                  </a:xfrm>
                  <a:custGeom>
                    <a:avLst/>
                    <a:gdLst>
                      <a:gd name="connsiteX0" fmla="*/ 29357 w 41840"/>
                      <a:gd name="connsiteY0" fmla="*/ 35226 h 35226"/>
                      <a:gd name="connsiteX1" fmla="*/ 22883 w 41840"/>
                      <a:gd name="connsiteY1" fmla="*/ 33408 h 35226"/>
                      <a:gd name="connsiteX2" fmla="*/ 5390 w 41840"/>
                      <a:gd name="connsiteY2" fmla="*/ 22843 h 35226"/>
                      <a:gd name="connsiteX3" fmla="*/ 2240 w 41840"/>
                      <a:gd name="connsiteY3" fmla="*/ 5390 h 35226"/>
                      <a:gd name="connsiteX4" fmla="*/ 18385 w 41840"/>
                      <a:gd name="connsiteY4" fmla="*/ 1446 h 35226"/>
                      <a:gd name="connsiteX5" fmla="*/ 35878 w 41840"/>
                      <a:gd name="connsiteY5" fmla="*/ 12011 h 35226"/>
                      <a:gd name="connsiteX6" fmla="*/ 39973 w 41840"/>
                      <a:gd name="connsiteY6" fmla="*/ 29267 h 35226"/>
                      <a:gd name="connsiteX7" fmla="*/ 29357 w 41840"/>
                      <a:gd name="connsiteY7" fmla="*/ 35226 h 3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40" h="35226">
                        <a:moveTo>
                          <a:pt x="29357" y="35226"/>
                        </a:moveTo>
                        <a:cubicBezTo>
                          <a:pt x="27073" y="35222"/>
                          <a:pt x="24835" y="34592"/>
                          <a:pt x="22883" y="33408"/>
                        </a:cubicBezTo>
                        <a:lnTo>
                          <a:pt x="5390" y="22843"/>
                        </a:lnTo>
                        <a:cubicBezTo>
                          <a:pt x="-299" y="18893"/>
                          <a:pt x="-1710" y="11080"/>
                          <a:pt x="2240" y="5390"/>
                        </a:cubicBezTo>
                        <a:cubicBezTo>
                          <a:pt x="5852" y="186"/>
                          <a:pt x="12779" y="-1506"/>
                          <a:pt x="18385" y="1446"/>
                        </a:cubicBezTo>
                        <a:lnTo>
                          <a:pt x="35878" y="12011"/>
                        </a:lnTo>
                        <a:cubicBezTo>
                          <a:pt x="41774" y="15645"/>
                          <a:pt x="43608" y="23371"/>
                          <a:pt x="39973" y="29267"/>
                        </a:cubicBezTo>
                        <a:cubicBezTo>
                          <a:pt x="37701" y="32954"/>
                          <a:pt x="33687" y="35206"/>
                          <a:pt x="29357" y="35226"/>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78" name="Freeform 159">
                    <a:extLst>
                      <a:ext uri="{FF2B5EF4-FFF2-40B4-BE49-F238E27FC236}">
                        <a16:creationId xmlns:a16="http://schemas.microsoft.com/office/drawing/2014/main" id="{D8A26519-CA51-CD9F-E516-1004F3F89C83}"/>
                      </a:ext>
                    </a:extLst>
                  </p:cNvPr>
                  <p:cNvSpPr/>
                  <p:nvPr/>
                </p:nvSpPr>
                <p:spPr>
                  <a:xfrm>
                    <a:off x="6753280" y="2265531"/>
                    <a:ext cx="29214" cy="41862"/>
                  </a:xfrm>
                  <a:custGeom>
                    <a:avLst/>
                    <a:gdLst>
                      <a:gd name="connsiteX0" fmla="*/ 16585 w 29214"/>
                      <a:gd name="connsiteY0" fmla="*/ 41863 h 41862"/>
                      <a:gd name="connsiteX1" fmla="*/ 4405 w 29214"/>
                      <a:gd name="connsiteY1" fmla="*/ 32269 h 41862"/>
                      <a:gd name="connsiteX2" fmla="*/ 423 w 29214"/>
                      <a:gd name="connsiteY2" fmla="*/ 15763 h 41862"/>
                      <a:gd name="connsiteX3" fmla="*/ 9324 w 29214"/>
                      <a:gd name="connsiteY3" fmla="*/ 423 h 41862"/>
                      <a:gd name="connsiteX4" fmla="*/ 24664 w 29214"/>
                      <a:gd name="connsiteY4" fmla="*/ 9325 h 41862"/>
                      <a:gd name="connsiteX5" fmla="*/ 24799 w 29214"/>
                      <a:gd name="connsiteY5" fmla="*/ 9885 h 41862"/>
                      <a:gd name="connsiteX6" fmla="*/ 28858 w 29214"/>
                      <a:gd name="connsiteY6" fmla="*/ 26375 h 41862"/>
                      <a:gd name="connsiteX7" fmla="*/ 19626 w 29214"/>
                      <a:gd name="connsiteY7" fmla="*/ 41518 h 41862"/>
                      <a:gd name="connsiteX8" fmla="*/ 19626 w 29214"/>
                      <a:gd name="connsiteY8" fmla="*/ 41518 h 41862"/>
                      <a:gd name="connsiteX9" fmla="*/ 16585 w 29214"/>
                      <a:gd name="connsiteY9" fmla="*/ 41863 h 41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214" h="41862">
                        <a:moveTo>
                          <a:pt x="16585" y="41863"/>
                        </a:moveTo>
                        <a:cubicBezTo>
                          <a:pt x="10797" y="41858"/>
                          <a:pt x="5765" y="37894"/>
                          <a:pt x="4405" y="32269"/>
                        </a:cubicBezTo>
                        <a:lnTo>
                          <a:pt x="423" y="15763"/>
                        </a:lnTo>
                        <a:cubicBezTo>
                          <a:pt x="-1354" y="9070"/>
                          <a:pt x="2630" y="2202"/>
                          <a:pt x="9324" y="423"/>
                        </a:cubicBezTo>
                        <a:cubicBezTo>
                          <a:pt x="16019" y="-1354"/>
                          <a:pt x="22886" y="2632"/>
                          <a:pt x="24664" y="9325"/>
                        </a:cubicBezTo>
                        <a:cubicBezTo>
                          <a:pt x="24712" y="9510"/>
                          <a:pt x="24758" y="9697"/>
                          <a:pt x="24799" y="9885"/>
                        </a:cubicBezTo>
                        <a:lnTo>
                          <a:pt x="28858" y="26375"/>
                        </a:lnTo>
                        <a:cubicBezTo>
                          <a:pt x="30490" y="33106"/>
                          <a:pt x="26357" y="39886"/>
                          <a:pt x="19626" y="41518"/>
                        </a:cubicBezTo>
                        <a:cubicBezTo>
                          <a:pt x="19626" y="41518"/>
                          <a:pt x="19626" y="41518"/>
                          <a:pt x="19626" y="41518"/>
                        </a:cubicBezTo>
                        <a:cubicBezTo>
                          <a:pt x="18629" y="41753"/>
                          <a:pt x="17608" y="41869"/>
                          <a:pt x="16585" y="41863"/>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79" name="Freeform 160">
                    <a:extLst>
                      <a:ext uri="{FF2B5EF4-FFF2-40B4-BE49-F238E27FC236}">
                        <a16:creationId xmlns:a16="http://schemas.microsoft.com/office/drawing/2014/main" id="{4D64E8C0-B9A4-E502-226E-6FD38DD46BDC}"/>
                      </a:ext>
                    </a:extLst>
                  </p:cNvPr>
                  <p:cNvSpPr/>
                  <p:nvPr/>
                </p:nvSpPr>
                <p:spPr>
                  <a:xfrm>
                    <a:off x="6720312" y="2259509"/>
                    <a:ext cx="35042" cy="42194"/>
                  </a:xfrm>
                  <a:custGeom>
                    <a:avLst/>
                    <a:gdLst>
                      <a:gd name="connsiteX0" fmla="*/ 12497 w 35042"/>
                      <a:gd name="connsiteY0" fmla="*/ 42195 h 42194"/>
                      <a:gd name="connsiteX1" fmla="*/ 0 w 35042"/>
                      <a:gd name="connsiteY1" fmla="*/ 29611 h 42194"/>
                      <a:gd name="connsiteX2" fmla="*/ 1680 w 35042"/>
                      <a:gd name="connsiteY2" fmla="*/ 23384 h 42194"/>
                      <a:gd name="connsiteX3" fmla="*/ 11666 w 35042"/>
                      <a:gd name="connsiteY3" fmla="*/ 6220 h 42194"/>
                      <a:gd name="connsiteX4" fmla="*/ 28822 w 35042"/>
                      <a:gd name="connsiteY4" fmla="*/ 1713 h 42194"/>
                      <a:gd name="connsiteX5" fmla="*/ 33329 w 35042"/>
                      <a:gd name="connsiteY5" fmla="*/ 18870 h 42194"/>
                      <a:gd name="connsiteX6" fmla="*/ 23344 w 35042"/>
                      <a:gd name="connsiteY6" fmla="*/ 35972 h 42194"/>
                      <a:gd name="connsiteX7" fmla="*/ 12497 w 35042"/>
                      <a:gd name="connsiteY7" fmla="*/ 42195 h 4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42" h="42194">
                        <a:moveTo>
                          <a:pt x="12497" y="42195"/>
                        </a:moveTo>
                        <a:cubicBezTo>
                          <a:pt x="5571" y="42170"/>
                          <a:pt x="-23" y="36536"/>
                          <a:pt x="0" y="29611"/>
                        </a:cubicBezTo>
                        <a:cubicBezTo>
                          <a:pt x="8" y="27424"/>
                          <a:pt x="588" y="25278"/>
                          <a:pt x="1680" y="23384"/>
                        </a:cubicBezTo>
                        <a:lnTo>
                          <a:pt x="11666" y="6220"/>
                        </a:lnTo>
                        <a:cubicBezTo>
                          <a:pt x="15158" y="238"/>
                          <a:pt x="22841" y="-1779"/>
                          <a:pt x="28822" y="1713"/>
                        </a:cubicBezTo>
                        <a:cubicBezTo>
                          <a:pt x="34804" y="5206"/>
                          <a:pt x="36822" y="12888"/>
                          <a:pt x="33329" y="18870"/>
                        </a:cubicBezTo>
                        <a:lnTo>
                          <a:pt x="23344" y="35972"/>
                        </a:lnTo>
                        <a:cubicBezTo>
                          <a:pt x="21095" y="39829"/>
                          <a:pt x="16962" y="42200"/>
                          <a:pt x="12497" y="42195"/>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80" name="Freeform 161">
                    <a:extLst>
                      <a:ext uri="{FF2B5EF4-FFF2-40B4-BE49-F238E27FC236}">
                        <a16:creationId xmlns:a16="http://schemas.microsoft.com/office/drawing/2014/main" id="{849AB868-BF7E-C99A-9D48-16A423B4D7DD}"/>
                      </a:ext>
                    </a:extLst>
                  </p:cNvPr>
                  <p:cNvSpPr/>
                  <p:nvPr/>
                </p:nvSpPr>
                <p:spPr>
                  <a:xfrm>
                    <a:off x="6698915" y="2238810"/>
                    <a:ext cx="43578" cy="30116"/>
                  </a:xfrm>
                  <a:custGeom>
                    <a:avLst/>
                    <a:gdLst>
                      <a:gd name="connsiteX0" fmla="*/ 12528 w 43578"/>
                      <a:gd name="connsiteY0" fmla="*/ 30116 h 30116"/>
                      <a:gd name="connsiteX1" fmla="*/ 0 w 43578"/>
                      <a:gd name="connsiteY1" fmla="*/ 17563 h 30116"/>
                      <a:gd name="connsiteX2" fmla="*/ 9252 w 43578"/>
                      <a:gd name="connsiteY2" fmla="*/ 5475 h 30116"/>
                      <a:gd name="connsiteX3" fmla="*/ 27921 w 43578"/>
                      <a:gd name="connsiteY3" fmla="*/ 396 h 30116"/>
                      <a:gd name="connsiteX4" fmla="*/ 43183 w 43578"/>
                      <a:gd name="connsiteY4" fmla="*/ 9429 h 30116"/>
                      <a:gd name="connsiteX5" fmla="*/ 34489 w 43578"/>
                      <a:gd name="connsiteY5" fmla="*/ 24599 h 30116"/>
                      <a:gd name="connsiteX6" fmla="*/ 15820 w 43578"/>
                      <a:gd name="connsiteY6" fmla="*/ 29677 h 30116"/>
                      <a:gd name="connsiteX7" fmla="*/ 12528 w 43578"/>
                      <a:gd name="connsiteY7" fmla="*/ 30116 h 3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8" h="30116">
                        <a:moveTo>
                          <a:pt x="12528" y="30116"/>
                        </a:moveTo>
                        <a:cubicBezTo>
                          <a:pt x="5602" y="30110"/>
                          <a:pt x="-7" y="24489"/>
                          <a:pt x="0" y="17563"/>
                        </a:cubicBezTo>
                        <a:cubicBezTo>
                          <a:pt x="6" y="11909"/>
                          <a:pt x="3795" y="6957"/>
                          <a:pt x="9252" y="5475"/>
                        </a:cubicBezTo>
                        <a:lnTo>
                          <a:pt x="27921" y="396"/>
                        </a:lnTo>
                        <a:cubicBezTo>
                          <a:pt x="34630" y="-1324"/>
                          <a:pt x="41463" y="2720"/>
                          <a:pt x="43183" y="9429"/>
                        </a:cubicBezTo>
                        <a:cubicBezTo>
                          <a:pt x="44869" y="16005"/>
                          <a:pt x="41015" y="22729"/>
                          <a:pt x="34489" y="24599"/>
                        </a:cubicBezTo>
                        <a:lnTo>
                          <a:pt x="15820" y="29677"/>
                        </a:lnTo>
                        <a:cubicBezTo>
                          <a:pt x="14747" y="29969"/>
                          <a:pt x="13640" y="30116"/>
                          <a:pt x="12528" y="30116"/>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81" name="Freeform 162">
                    <a:extLst>
                      <a:ext uri="{FF2B5EF4-FFF2-40B4-BE49-F238E27FC236}">
                        <a16:creationId xmlns:a16="http://schemas.microsoft.com/office/drawing/2014/main" id="{67EB288D-5FE4-11BA-0C2F-08210EC1C391}"/>
                      </a:ext>
                    </a:extLst>
                  </p:cNvPr>
                  <p:cNvSpPr/>
                  <p:nvPr/>
                </p:nvSpPr>
                <p:spPr>
                  <a:xfrm>
                    <a:off x="6703187" y="2203941"/>
                    <a:ext cx="43000" cy="36753"/>
                  </a:xfrm>
                  <a:custGeom>
                    <a:avLst/>
                    <a:gdLst>
                      <a:gd name="connsiteX0" fmla="*/ 30436 w 43000"/>
                      <a:gd name="connsiteY0" fmla="*/ 36754 h 36753"/>
                      <a:gd name="connsiteX1" fmla="*/ 23602 w 43000"/>
                      <a:gd name="connsiteY1" fmla="*/ 34716 h 36753"/>
                      <a:gd name="connsiteX2" fmla="*/ 5700 w 43000"/>
                      <a:gd name="connsiteY2" fmla="*/ 23053 h 36753"/>
                      <a:gd name="connsiteX3" fmla="*/ 2032 w 43000"/>
                      <a:gd name="connsiteY3" fmla="*/ 5701 h 36753"/>
                      <a:gd name="connsiteX4" fmla="*/ 19385 w 43000"/>
                      <a:gd name="connsiteY4" fmla="*/ 2033 h 36753"/>
                      <a:gd name="connsiteX5" fmla="*/ 37286 w 43000"/>
                      <a:gd name="connsiteY5" fmla="*/ 13695 h 36753"/>
                      <a:gd name="connsiteX6" fmla="*/ 40976 w 43000"/>
                      <a:gd name="connsiteY6" fmla="*/ 31042 h 36753"/>
                      <a:gd name="connsiteX7" fmla="*/ 30436 w 43000"/>
                      <a:gd name="connsiteY7" fmla="*/ 36754 h 36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000" h="36753">
                        <a:moveTo>
                          <a:pt x="30436" y="36754"/>
                        </a:moveTo>
                        <a:cubicBezTo>
                          <a:pt x="28008" y="36751"/>
                          <a:pt x="25635" y="36042"/>
                          <a:pt x="23602" y="34716"/>
                        </a:cubicBezTo>
                        <a:lnTo>
                          <a:pt x="5700" y="23053"/>
                        </a:lnTo>
                        <a:cubicBezTo>
                          <a:pt x="-104" y="19274"/>
                          <a:pt x="-1746" y="11505"/>
                          <a:pt x="2032" y="5701"/>
                        </a:cubicBezTo>
                        <a:cubicBezTo>
                          <a:pt x="5811" y="-104"/>
                          <a:pt x="13581" y="-1747"/>
                          <a:pt x="19385" y="2033"/>
                        </a:cubicBezTo>
                        <a:lnTo>
                          <a:pt x="37286" y="13695"/>
                        </a:lnTo>
                        <a:cubicBezTo>
                          <a:pt x="43096" y="17467"/>
                          <a:pt x="44748" y="25232"/>
                          <a:pt x="40976" y="31042"/>
                        </a:cubicBezTo>
                        <a:cubicBezTo>
                          <a:pt x="38660" y="34611"/>
                          <a:pt x="34691" y="36762"/>
                          <a:pt x="30436" y="36754"/>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82" name="Freeform 163">
                    <a:extLst>
                      <a:ext uri="{FF2B5EF4-FFF2-40B4-BE49-F238E27FC236}">
                        <a16:creationId xmlns:a16="http://schemas.microsoft.com/office/drawing/2014/main" id="{C03C6CCB-DA85-D13A-5BCD-7C1939417464}"/>
                      </a:ext>
                    </a:extLst>
                  </p:cNvPr>
                  <p:cNvSpPr/>
                  <p:nvPr/>
                </p:nvSpPr>
                <p:spPr>
                  <a:xfrm>
                    <a:off x="6717310" y="2202400"/>
                    <a:ext cx="85595" cy="85587"/>
                  </a:xfrm>
                  <a:custGeom>
                    <a:avLst/>
                    <a:gdLst>
                      <a:gd name="connsiteX0" fmla="*/ 42727 w 85595"/>
                      <a:gd name="connsiteY0" fmla="*/ 85588 h 85587"/>
                      <a:gd name="connsiteX1" fmla="*/ 0 w 85595"/>
                      <a:gd name="connsiteY1" fmla="*/ 42727 h 85587"/>
                      <a:gd name="connsiteX2" fmla="*/ 42860 w 85595"/>
                      <a:gd name="connsiteY2" fmla="*/ 0 h 85587"/>
                      <a:gd name="connsiteX3" fmla="*/ 84455 w 85595"/>
                      <a:gd name="connsiteY3" fmla="*/ 33013 h 85587"/>
                      <a:gd name="connsiteX4" fmla="*/ 84455 w 85595"/>
                      <a:gd name="connsiteY4" fmla="*/ 33013 h 85587"/>
                      <a:gd name="connsiteX5" fmla="*/ 52586 w 85595"/>
                      <a:gd name="connsiteY5" fmla="*/ 84444 h 85587"/>
                      <a:gd name="connsiteX6" fmla="*/ 42727 w 85595"/>
                      <a:gd name="connsiteY6" fmla="*/ 85588 h 85587"/>
                      <a:gd name="connsiteX7" fmla="*/ 42883 w 85595"/>
                      <a:gd name="connsiteY7" fmla="*/ 25049 h 85587"/>
                      <a:gd name="connsiteX8" fmla="*/ 38808 w 85595"/>
                      <a:gd name="connsiteY8" fmla="*/ 25520 h 85587"/>
                      <a:gd name="connsiteX9" fmla="*/ 25664 w 85595"/>
                      <a:gd name="connsiteY9" fmla="*/ 46818 h 85587"/>
                      <a:gd name="connsiteX10" fmla="*/ 46962 w 85595"/>
                      <a:gd name="connsiteY10" fmla="*/ 59963 h 85587"/>
                      <a:gd name="connsiteX11" fmla="*/ 60126 w 85595"/>
                      <a:gd name="connsiteY11" fmla="*/ 38750 h 85587"/>
                      <a:gd name="connsiteX12" fmla="*/ 60126 w 85595"/>
                      <a:gd name="connsiteY12" fmla="*/ 38750 h 85587"/>
                      <a:gd name="connsiteX13" fmla="*/ 42883 w 85595"/>
                      <a:gd name="connsiteY13" fmla="*/ 25049 h 8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595" h="85587">
                        <a:moveTo>
                          <a:pt x="42727" y="85588"/>
                        </a:moveTo>
                        <a:cubicBezTo>
                          <a:pt x="19093" y="85550"/>
                          <a:pt x="-38" y="66362"/>
                          <a:pt x="0" y="42727"/>
                        </a:cubicBezTo>
                        <a:cubicBezTo>
                          <a:pt x="36" y="19093"/>
                          <a:pt x="19226" y="-38"/>
                          <a:pt x="42860" y="0"/>
                        </a:cubicBezTo>
                        <a:cubicBezTo>
                          <a:pt x="62702" y="31"/>
                          <a:pt x="79920" y="13697"/>
                          <a:pt x="84455" y="33013"/>
                        </a:cubicBezTo>
                        <a:lnTo>
                          <a:pt x="84455" y="33013"/>
                        </a:lnTo>
                        <a:cubicBezTo>
                          <a:pt x="89850" y="56015"/>
                          <a:pt x="75585" y="79036"/>
                          <a:pt x="52586" y="84444"/>
                        </a:cubicBezTo>
                        <a:cubicBezTo>
                          <a:pt x="49354" y="85202"/>
                          <a:pt x="46047" y="85586"/>
                          <a:pt x="42727" y="85588"/>
                        </a:cubicBezTo>
                        <a:close/>
                        <a:moveTo>
                          <a:pt x="42883" y="25049"/>
                        </a:moveTo>
                        <a:cubicBezTo>
                          <a:pt x="41512" y="25051"/>
                          <a:pt x="40143" y="25209"/>
                          <a:pt x="38808" y="25520"/>
                        </a:cubicBezTo>
                        <a:cubicBezTo>
                          <a:pt x="29296" y="27771"/>
                          <a:pt x="23411" y="37308"/>
                          <a:pt x="25664" y="46818"/>
                        </a:cubicBezTo>
                        <a:cubicBezTo>
                          <a:pt x="27915" y="56330"/>
                          <a:pt x="37450" y="62214"/>
                          <a:pt x="46962" y="59963"/>
                        </a:cubicBezTo>
                        <a:cubicBezTo>
                          <a:pt x="56439" y="57719"/>
                          <a:pt x="62322" y="48238"/>
                          <a:pt x="60126" y="38750"/>
                        </a:cubicBezTo>
                        <a:lnTo>
                          <a:pt x="60126" y="38750"/>
                        </a:lnTo>
                        <a:cubicBezTo>
                          <a:pt x="58252" y="30736"/>
                          <a:pt x="51113" y="25065"/>
                          <a:pt x="42883" y="25049"/>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369" name="Freeform 154">
                  <a:extLst>
                    <a:ext uri="{FF2B5EF4-FFF2-40B4-BE49-F238E27FC236}">
                      <a16:creationId xmlns:a16="http://schemas.microsoft.com/office/drawing/2014/main" id="{A630D0C5-2BFF-D94A-5D49-1ECB00B1E983}"/>
                    </a:ext>
                  </a:extLst>
                </p:cNvPr>
                <p:cNvSpPr/>
                <p:nvPr/>
              </p:nvSpPr>
              <p:spPr>
                <a:xfrm>
                  <a:off x="6717586" y="2109858"/>
                  <a:ext cx="54608" cy="54606"/>
                </a:xfrm>
                <a:custGeom>
                  <a:avLst/>
                  <a:gdLst>
                    <a:gd name="connsiteX0" fmla="*/ 42074 w 54608"/>
                    <a:gd name="connsiteY0" fmla="*/ 54607 h 54606"/>
                    <a:gd name="connsiteX1" fmla="*/ 33202 w 54608"/>
                    <a:gd name="connsiteY1" fmla="*/ 50939 h 54606"/>
                    <a:gd name="connsiteX2" fmla="*/ 3669 w 54608"/>
                    <a:gd name="connsiteY2" fmla="*/ 21406 h 54606"/>
                    <a:gd name="connsiteX3" fmla="*/ 3677 w 54608"/>
                    <a:gd name="connsiteY3" fmla="*/ 3669 h 54606"/>
                    <a:gd name="connsiteX4" fmla="*/ 21414 w 54608"/>
                    <a:gd name="connsiteY4" fmla="*/ 3677 h 54606"/>
                    <a:gd name="connsiteX5" fmla="*/ 50931 w 54608"/>
                    <a:gd name="connsiteY5" fmla="*/ 33194 h 54606"/>
                    <a:gd name="connsiteX6" fmla="*/ 50940 w 54608"/>
                    <a:gd name="connsiteY6" fmla="*/ 50929 h 54606"/>
                    <a:gd name="connsiteX7" fmla="*/ 42074 w 54608"/>
                    <a:gd name="connsiteY7" fmla="*/ 54607 h 5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608" h="54606">
                      <a:moveTo>
                        <a:pt x="42074" y="54607"/>
                      </a:moveTo>
                      <a:cubicBezTo>
                        <a:pt x="38748" y="54609"/>
                        <a:pt x="35556" y="53290"/>
                        <a:pt x="33202" y="50939"/>
                      </a:cubicBezTo>
                      <a:lnTo>
                        <a:pt x="3669" y="21406"/>
                      </a:lnTo>
                      <a:cubicBezTo>
                        <a:pt x="-1226" y="16506"/>
                        <a:pt x="-1223" y="8565"/>
                        <a:pt x="3677" y="3669"/>
                      </a:cubicBezTo>
                      <a:cubicBezTo>
                        <a:pt x="8577" y="-1226"/>
                        <a:pt x="16519" y="-1223"/>
                        <a:pt x="21414" y="3677"/>
                      </a:cubicBezTo>
                      <a:lnTo>
                        <a:pt x="50931" y="33194"/>
                      </a:lnTo>
                      <a:cubicBezTo>
                        <a:pt x="55831" y="38089"/>
                        <a:pt x="55836" y="46029"/>
                        <a:pt x="50940" y="50929"/>
                      </a:cubicBezTo>
                      <a:cubicBezTo>
                        <a:pt x="48590" y="53282"/>
                        <a:pt x="45401" y="54605"/>
                        <a:pt x="42074" y="54607"/>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393" name="Group 392">
            <a:extLst>
              <a:ext uri="{FF2B5EF4-FFF2-40B4-BE49-F238E27FC236}">
                <a16:creationId xmlns:a16="http://schemas.microsoft.com/office/drawing/2014/main" id="{C7AD4442-316F-A7DD-994D-F30E365E020A}"/>
              </a:ext>
            </a:extLst>
          </p:cNvPr>
          <p:cNvGrpSpPr/>
          <p:nvPr/>
        </p:nvGrpSpPr>
        <p:grpSpPr>
          <a:xfrm>
            <a:off x="9135694" y="2241576"/>
            <a:ext cx="2194194" cy="1365967"/>
            <a:chOff x="9135694" y="2241576"/>
            <a:chExt cx="2194194" cy="1365967"/>
          </a:xfrm>
        </p:grpSpPr>
        <p:grpSp>
          <p:nvGrpSpPr>
            <p:cNvPr id="394" name="Group 393">
              <a:extLst>
                <a:ext uri="{FF2B5EF4-FFF2-40B4-BE49-F238E27FC236}">
                  <a16:creationId xmlns:a16="http://schemas.microsoft.com/office/drawing/2014/main" id="{F07CA17D-93D2-5376-AD23-61DF1277E0F8}"/>
                </a:ext>
              </a:extLst>
            </p:cNvPr>
            <p:cNvGrpSpPr/>
            <p:nvPr/>
          </p:nvGrpSpPr>
          <p:grpSpPr>
            <a:xfrm>
              <a:off x="9135694" y="2241576"/>
              <a:ext cx="2194194" cy="1365967"/>
              <a:chOff x="9135694" y="2241576"/>
              <a:chExt cx="2194194" cy="1365967"/>
            </a:xfrm>
          </p:grpSpPr>
          <p:sp>
            <p:nvSpPr>
              <p:cNvPr id="403" name="5-Point Star 266">
                <a:extLst>
                  <a:ext uri="{FF2B5EF4-FFF2-40B4-BE49-F238E27FC236}">
                    <a16:creationId xmlns:a16="http://schemas.microsoft.com/office/drawing/2014/main" id="{E3247AE2-9F3E-3E2A-3752-839E3B3BBCB1}"/>
                  </a:ext>
                </a:extLst>
              </p:cNvPr>
              <p:cNvSpPr/>
              <p:nvPr/>
            </p:nvSpPr>
            <p:spPr>
              <a:xfrm>
                <a:off x="10248052" y="3233793"/>
                <a:ext cx="228607" cy="228912"/>
              </a:xfrm>
              <a:prstGeom prst="star5">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04" name="Arrow: Chevron 23">
                <a:extLst>
                  <a:ext uri="{FF2B5EF4-FFF2-40B4-BE49-F238E27FC236}">
                    <a16:creationId xmlns:a16="http://schemas.microsoft.com/office/drawing/2014/main" id="{6165E6A8-985C-BFC5-B5C3-6EB49DCCE9BA}"/>
                  </a:ext>
                </a:extLst>
              </p:cNvPr>
              <p:cNvSpPr/>
              <p:nvPr/>
            </p:nvSpPr>
            <p:spPr>
              <a:xfrm>
                <a:off x="9141959" y="3197853"/>
                <a:ext cx="1169642" cy="409690"/>
              </a:xfrm>
              <a:prstGeom prst="chevron">
                <a:avLst>
                  <a:gd name="adj" fmla="val 24644"/>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Final </a:t>
                </a:r>
                <a:b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b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Prep</a:t>
                </a:r>
              </a:p>
            </p:txBody>
          </p:sp>
          <p:sp>
            <p:nvSpPr>
              <p:cNvPr id="405" name="Arrow: Chevron 25">
                <a:extLst>
                  <a:ext uri="{FF2B5EF4-FFF2-40B4-BE49-F238E27FC236}">
                    <a16:creationId xmlns:a16="http://schemas.microsoft.com/office/drawing/2014/main" id="{DAFB2F3F-D9EA-2EF5-E2E9-C60F91C8F136}"/>
                  </a:ext>
                </a:extLst>
              </p:cNvPr>
              <p:cNvSpPr/>
              <p:nvPr/>
            </p:nvSpPr>
            <p:spPr>
              <a:xfrm>
                <a:off x="10054107" y="3197853"/>
                <a:ext cx="1103496" cy="409689"/>
              </a:xfrm>
              <a:prstGeom prst="chevron">
                <a:avLst>
                  <a:gd name="adj" fmla="val 24644"/>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65000"/>
                      </a:schemeClr>
                    </a:solidFill>
                    <a:effectLst/>
                    <a:uLnTx/>
                    <a:uFillTx/>
                    <a:latin typeface="Century Gothic" panose="020F0302020204030204"/>
                    <a:ea typeface="+mn-ea"/>
                    <a:cs typeface="+mn-cs"/>
                  </a:rPr>
                  <a:t>Go Live</a:t>
                </a:r>
              </a:p>
            </p:txBody>
          </p:sp>
          <p:sp>
            <p:nvSpPr>
              <p:cNvPr id="406" name="Arrow: Chevron 282">
                <a:extLst>
                  <a:ext uri="{FF2B5EF4-FFF2-40B4-BE49-F238E27FC236}">
                    <a16:creationId xmlns:a16="http://schemas.microsoft.com/office/drawing/2014/main" id="{71C19ACA-D050-B933-C8B5-08C2CE28914D}"/>
                  </a:ext>
                </a:extLst>
              </p:cNvPr>
              <p:cNvSpPr/>
              <p:nvPr/>
            </p:nvSpPr>
            <p:spPr>
              <a:xfrm>
                <a:off x="9135694" y="2241576"/>
                <a:ext cx="2194194" cy="964154"/>
              </a:xfrm>
              <a:prstGeom prst="chevron">
                <a:avLst>
                  <a:gd name="adj" fmla="val 27951"/>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144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Deploy</a:t>
                </a:r>
              </a:p>
            </p:txBody>
          </p:sp>
        </p:grpSp>
        <p:grpSp>
          <p:nvGrpSpPr>
            <p:cNvPr id="395" name="Group 394">
              <a:extLst>
                <a:ext uri="{FF2B5EF4-FFF2-40B4-BE49-F238E27FC236}">
                  <a16:creationId xmlns:a16="http://schemas.microsoft.com/office/drawing/2014/main" id="{0A14E89B-09A5-C7E2-5EBC-11EEE0DB3C6C}"/>
                </a:ext>
              </a:extLst>
            </p:cNvPr>
            <p:cNvGrpSpPr/>
            <p:nvPr/>
          </p:nvGrpSpPr>
          <p:grpSpPr>
            <a:xfrm>
              <a:off x="9964697" y="2369261"/>
              <a:ext cx="471163" cy="471791"/>
              <a:chOff x="9964697" y="2369261"/>
              <a:chExt cx="471163" cy="471791"/>
            </a:xfrm>
          </p:grpSpPr>
          <p:sp>
            <p:nvSpPr>
              <p:cNvPr id="396" name="Oval 395">
                <a:extLst>
                  <a:ext uri="{FF2B5EF4-FFF2-40B4-BE49-F238E27FC236}">
                    <a16:creationId xmlns:a16="http://schemas.microsoft.com/office/drawing/2014/main" id="{543E4911-A1DD-6282-9D3F-0550659CB241}"/>
                  </a:ext>
                </a:extLst>
              </p:cNvPr>
              <p:cNvSpPr/>
              <p:nvPr/>
            </p:nvSpPr>
            <p:spPr>
              <a:xfrm>
                <a:off x="9964697" y="2369261"/>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397" name="Graphic 334">
                <a:extLst>
                  <a:ext uri="{FF2B5EF4-FFF2-40B4-BE49-F238E27FC236}">
                    <a16:creationId xmlns:a16="http://schemas.microsoft.com/office/drawing/2014/main" id="{7E229A32-1642-718F-6566-7C747F8B6DF6}"/>
                  </a:ext>
                </a:extLst>
              </p:cNvPr>
              <p:cNvGrpSpPr/>
              <p:nvPr/>
            </p:nvGrpSpPr>
            <p:grpSpPr>
              <a:xfrm>
                <a:off x="10098279" y="2464019"/>
                <a:ext cx="204106" cy="282424"/>
                <a:chOff x="9951565" y="2036935"/>
                <a:chExt cx="204378" cy="282424"/>
              </a:xfrm>
              <a:solidFill>
                <a:schemeClr val="bg1">
                  <a:lumMod val="75000"/>
                </a:schemeClr>
              </a:solidFill>
            </p:grpSpPr>
            <p:sp>
              <p:nvSpPr>
                <p:cNvPr id="398" name="Freeform 143">
                  <a:extLst>
                    <a:ext uri="{FF2B5EF4-FFF2-40B4-BE49-F238E27FC236}">
                      <a16:creationId xmlns:a16="http://schemas.microsoft.com/office/drawing/2014/main" id="{5E58DFC8-EC83-3255-EBD8-032908E8B9F3}"/>
                    </a:ext>
                  </a:extLst>
                </p:cNvPr>
                <p:cNvSpPr/>
                <p:nvPr/>
              </p:nvSpPr>
              <p:spPr>
                <a:xfrm>
                  <a:off x="10075099" y="2179856"/>
                  <a:ext cx="80844" cy="136661"/>
                </a:xfrm>
                <a:custGeom>
                  <a:avLst/>
                  <a:gdLst>
                    <a:gd name="connsiteX0" fmla="*/ 56016 w 80844"/>
                    <a:gd name="connsiteY0" fmla="*/ 136661 h 136661"/>
                    <a:gd name="connsiteX1" fmla="*/ 24749 w 80844"/>
                    <a:gd name="connsiteY1" fmla="*/ 114256 h 136661"/>
                    <a:gd name="connsiteX2" fmla="*/ 1674 w 80844"/>
                    <a:gd name="connsiteY2" fmla="*/ 91516 h 136661"/>
                    <a:gd name="connsiteX3" fmla="*/ 2510 w 80844"/>
                    <a:gd name="connsiteY3" fmla="*/ 77136 h 136661"/>
                    <a:gd name="connsiteX4" fmla="*/ 28762 w 80844"/>
                    <a:gd name="connsiteY4" fmla="*/ 12261 h 136661"/>
                    <a:gd name="connsiteX5" fmla="*/ 43141 w 80844"/>
                    <a:gd name="connsiteY5" fmla="*/ 55 h 136661"/>
                    <a:gd name="connsiteX6" fmla="*/ 50331 w 80844"/>
                    <a:gd name="connsiteY6" fmla="*/ 2897 h 136661"/>
                    <a:gd name="connsiteX7" fmla="*/ 79759 w 80844"/>
                    <a:gd name="connsiteY7" fmla="*/ 46371 h 136661"/>
                    <a:gd name="connsiteX8" fmla="*/ 76749 w 80844"/>
                    <a:gd name="connsiteY8" fmla="*/ 92017 h 136661"/>
                    <a:gd name="connsiteX9" fmla="*/ 67720 w 80844"/>
                    <a:gd name="connsiteY9" fmla="*/ 130642 h 136661"/>
                    <a:gd name="connsiteX10" fmla="*/ 57688 w 80844"/>
                    <a:gd name="connsiteY10" fmla="*/ 136494 h 136661"/>
                    <a:gd name="connsiteX11" fmla="*/ 56016 w 80844"/>
                    <a:gd name="connsiteY11" fmla="*/ 136661 h 136661"/>
                    <a:gd name="connsiteX12" fmla="*/ 30768 w 80844"/>
                    <a:gd name="connsiteY12" fmla="*/ 83156 h 136661"/>
                    <a:gd name="connsiteX13" fmla="*/ 48324 w 80844"/>
                    <a:gd name="connsiteY13" fmla="*/ 99374 h 136661"/>
                    <a:gd name="connsiteX14" fmla="*/ 54009 w 80844"/>
                    <a:gd name="connsiteY14" fmla="*/ 53728 h 136661"/>
                    <a:gd name="connsiteX15" fmla="*/ 49662 w 80844"/>
                    <a:gd name="connsiteY15" fmla="*/ 43194 h 136661"/>
                    <a:gd name="connsiteX16" fmla="*/ 30768 w 80844"/>
                    <a:gd name="connsiteY16" fmla="*/ 83156 h 136661"/>
                    <a:gd name="connsiteX17" fmla="*/ 30768 w 80844"/>
                    <a:gd name="connsiteY17" fmla="*/ 83156 h 136661"/>
                    <a:gd name="connsiteX18" fmla="*/ 24247 w 80844"/>
                    <a:gd name="connsiteY18" fmla="*/ 92686 h 136661"/>
                    <a:gd name="connsiteX19" fmla="*/ 24247 w 80844"/>
                    <a:gd name="connsiteY19" fmla="*/ 92686 h 136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0844" h="136661">
                      <a:moveTo>
                        <a:pt x="56016" y="136661"/>
                      </a:moveTo>
                      <a:cubicBezTo>
                        <a:pt x="50498" y="136661"/>
                        <a:pt x="45984" y="133651"/>
                        <a:pt x="24749" y="114256"/>
                      </a:cubicBezTo>
                      <a:cubicBezTo>
                        <a:pt x="3179" y="94526"/>
                        <a:pt x="2510" y="93188"/>
                        <a:pt x="1674" y="91516"/>
                      </a:cubicBezTo>
                      <a:cubicBezTo>
                        <a:pt x="-834" y="87001"/>
                        <a:pt x="-499" y="81484"/>
                        <a:pt x="2510" y="77136"/>
                      </a:cubicBezTo>
                      <a:cubicBezTo>
                        <a:pt x="17726" y="55901"/>
                        <a:pt x="27089" y="32827"/>
                        <a:pt x="28762" y="12261"/>
                      </a:cubicBezTo>
                      <a:cubicBezTo>
                        <a:pt x="29430" y="4904"/>
                        <a:pt x="35784" y="-614"/>
                        <a:pt x="43141" y="55"/>
                      </a:cubicBezTo>
                      <a:cubicBezTo>
                        <a:pt x="45816" y="222"/>
                        <a:pt x="48324" y="1225"/>
                        <a:pt x="50331" y="2897"/>
                      </a:cubicBezTo>
                      <a:cubicBezTo>
                        <a:pt x="64209" y="14100"/>
                        <a:pt x="74408" y="29316"/>
                        <a:pt x="79759" y="46371"/>
                      </a:cubicBezTo>
                      <a:cubicBezTo>
                        <a:pt x="80762" y="49547"/>
                        <a:pt x="82601" y="56236"/>
                        <a:pt x="76749" y="92017"/>
                      </a:cubicBezTo>
                      <a:cubicBezTo>
                        <a:pt x="71064" y="125793"/>
                        <a:pt x="68891" y="129137"/>
                        <a:pt x="67720" y="130642"/>
                      </a:cubicBezTo>
                      <a:cubicBezTo>
                        <a:pt x="65379" y="133986"/>
                        <a:pt x="61701" y="136159"/>
                        <a:pt x="57688" y="136494"/>
                      </a:cubicBezTo>
                      <a:cubicBezTo>
                        <a:pt x="57019" y="136494"/>
                        <a:pt x="56518" y="136661"/>
                        <a:pt x="56016" y="136661"/>
                      </a:cubicBezTo>
                      <a:close/>
                      <a:moveTo>
                        <a:pt x="30768" y="83156"/>
                      </a:moveTo>
                      <a:cubicBezTo>
                        <a:pt x="35784" y="87837"/>
                        <a:pt x="42305" y="94024"/>
                        <a:pt x="48324" y="99374"/>
                      </a:cubicBezTo>
                      <a:cubicBezTo>
                        <a:pt x="51501" y="82320"/>
                        <a:pt x="54845" y="59747"/>
                        <a:pt x="54009" y="53728"/>
                      </a:cubicBezTo>
                      <a:cubicBezTo>
                        <a:pt x="52839" y="50049"/>
                        <a:pt x="51501" y="46538"/>
                        <a:pt x="49662" y="43194"/>
                      </a:cubicBezTo>
                      <a:cubicBezTo>
                        <a:pt x="45148" y="57239"/>
                        <a:pt x="38794" y="70615"/>
                        <a:pt x="30768" y="83156"/>
                      </a:cubicBezTo>
                      <a:lnTo>
                        <a:pt x="30768" y="83156"/>
                      </a:lnTo>
                      <a:close/>
                      <a:moveTo>
                        <a:pt x="24247" y="92686"/>
                      </a:moveTo>
                      <a:lnTo>
                        <a:pt x="24247" y="92686"/>
                      </a:lnTo>
                      <a:close/>
                    </a:path>
                  </a:pathLst>
                </a:custGeom>
                <a:grp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99" name="Freeform 144">
                  <a:extLst>
                    <a:ext uri="{FF2B5EF4-FFF2-40B4-BE49-F238E27FC236}">
                      <a16:creationId xmlns:a16="http://schemas.microsoft.com/office/drawing/2014/main" id="{CC6165CD-495F-D37A-E007-2BB7A8049FBE}"/>
                    </a:ext>
                  </a:extLst>
                </p:cNvPr>
                <p:cNvSpPr/>
                <p:nvPr/>
              </p:nvSpPr>
              <p:spPr>
                <a:xfrm>
                  <a:off x="9951565" y="2182212"/>
                  <a:ext cx="80901" cy="136478"/>
                </a:xfrm>
                <a:custGeom>
                  <a:avLst/>
                  <a:gdLst>
                    <a:gd name="connsiteX0" fmla="*/ 24718 w 80901"/>
                    <a:gd name="connsiteY0" fmla="*/ 136479 h 136478"/>
                    <a:gd name="connsiteX1" fmla="*/ 23214 w 80901"/>
                    <a:gd name="connsiteY1" fmla="*/ 136479 h 136478"/>
                    <a:gd name="connsiteX2" fmla="*/ 13181 w 80901"/>
                    <a:gd name="connsiteY2" fmla="*/ 130627 h 136478"/>
                    <a:gd name="connsiteX3" fmla="*/ 4152 w 80901"/>
                    <a:gd name="connsiteY3" fmla="*/ 92003 h 136478"/>
                    <a:gd name="connsiteX4" fmla="*/ 1143 w 80901"/>
                    <a:gd name="connsiteY4" fmla="*/ 46356 h 136478"/>
                    <a:gd name="connsiteX5" fmla="*/ 1143 w 80901"/>
                    <a:gd name="connsiteY5" fmla="*/ 46356 h 136478"/>
                    <a:gd name="connsiteX6" fmla="*/ 30571 w 80901"/>
                    <a:gd name="connsiteY6" fmla="*/ 2882 h 136478"/>
                    <a:gd name="connsiteX7" fmla="*/ 49297 w 80901"/>
                    <a:gd name="connsiteY7" fmla="*/ 5056 h 136478"/>
                    <a:gd name="connsiteX8" fmla="*/ 52140 w 80901"/>
                    <a:gd name="connsiteY8" fmla="*/ 12246 h 136478"/>
                    <a:gd name="connsiteX9" fmla="*/ 78391 w 80901"/>
                    <a:gd name="connsiteY9" fmla="*/ 77121 h 136478"/>
                    <a:gd name="connsiteX10" fmla="*/ 79227 w 80901"/>
                    <a:gd name="connsiteY10" fmla="*/ 91501 h 136478"/>
                    <a:gd name="connsiteX11" fmla="*/ 56153 w 80901"/>
                    <a:gd name="connsiteY11" fmla="*/ 114241 h 136478"/>
                    <a:gd name="connsiteX12" fmla="*/ 24718 w 80901"/>
                    <a:gd name="connsiteY12" fmla="*/ 136479 h 136478"/>
                    <a:gd name="connsiteX13" fmla="*/ 26725 w 80901"/>
                    <a:gd name="connsiteY13" fmla="*/ 53545 h 136478"/>
                    <a:gd name="connsiteX14" fmla="*/ 32410 w 80901"/>
                    <a:gd name="connsiteY14" fmla="*/ 99192 h 136478"/>
                    <a:gd name="connsiteX15" fmla="*/ 49966 w 80901"/>
                    <a:gd name="connsiteY15" fmla="*/ 82973 h 136478"/>
                    <a:gd name="connsiteX16" fmla="*/ 31072 w 80901"/>
                    <a:gd name="connsiteY16" fmla="*/ 43012 h 136478"/>
                    <a:gd name="connsiteX17" fmla="*/ 26725 w 80901"/>
                    <a:gd name="connsiteY17" fmla="*/ 53545 h 136478"/>
                    <a:gd name="connsiteX18" fmla="*/ 56487 w 80901"/>
                    <a:gd name="connsiteY18" fmla="*/ 92671 h 136478"/>
                    <a:gd name="connsiteX19" fmla="*/ 56487 w 80901"/>
                    <a:gd name="connsiteY19" fmla="*/ 92671 h 136478"/>
                    <a:gd name="connsiteX20" fmla="*/ 26558 w 80901"/>
                    <a:gd name="connsiteY20" fmla="*/ 53880 h 136478"/>
                    <a:gd name="connsiteX21" fmla="*/ 26558 w 80901"/>
                    <a:gd name="connsiteY21" fmla="*/ 53880 h 136478"/>
                    <a:gd name="connsiteX22" fmla="*/ 26558 w 80901"/>
                    <a:gd name="connsiteY22" fmla="*/ 53880 h 136478"/>
                    <a:gd name="connsiteX23" fmla="*/ 13850 w 80901"/>
                    <a:gd name="connsiteY23" fmla="*/ 50034 h 136478"/>
                    <a:gd name="connsiteX24" fmla="*/ 13850 w 80901"/>
                    <a:gd name="connsiteY24" fmla="*/ 50034 h 13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0901" h="136478">
                      <a:moveTo>
                        <a:pt x="24718" y="136479"/>
                      </a:moveTo>
                      <a:cubicBezTo>
                        <a:pt x="24217" y="136479"/>
                        <a:pt x="23715" y="136479"/>
                        <a:pt x="23214" y="136479"/>
                      </a:cubicBezTo>
                      <a:cubicBezTo>
                        <a:pt x="19201" y="136145"/>
                        <a:pt x="15522" y="133971"/>
                        <a:pt x="13181" y="130627"/>
                      </a:cubicBezTo>
                      <a:cubicBezTo>
                        <a:pt x="12011" y="128955"/>
                        <a:pt x="9837" y="125778"/>
                        <a:pt x="4152" y="92003"/>
                      </a:cubicBezTo>
                      <a:cubicBezTo>
                        <a:pt x="-1867" y="56221"/>
                        <a:pt x="139" y="49533"/>
                        <a:pt x="1143" y="46356"/>
                      </a:cubicBezTo>
                      <a:lnTo>
                        <a:pt x="1143" y="46356"/>
                      </a:lnTo>
                      <a:cubicBezTo>
                        <a:pt x="6493" y="29301"/>
                        <a:pt x="16693" y="14085"/>
                        <a:pt x="30571" y="2882"/>
                      </a:cubicBezTo>
                      <a:cubicBezTo>
                        <a:pt x="36423" y="-1632"/>
                        <a:pt x="44783" y="-796"/>
                        <a:pt x="49297" y="5056"/>
                      </a:cubicBezTo>
                      <a:cubicBezTo>
                        <a:pt x="50969" y="7063"/>
                        <a:pt x="51973" y="9571"/>
                        <a:pt x="52140" y="12246"/>
                      </a:cubicBezTo>
                      <a:cubicBezTo>
                        <a:pt x="53812" y="32812"/>
                        <a:pt x="63175" y="55886"/>
                        <a:pt x="78391" y="77121"/>
                      </a:cubicBezTo>
                      <a:cubicBezTo>
                        <a:pt x="81401" y="81301"/>
                        <a:pt x="81735" y="86986"/>
                        <a:pt x="79227" y="91501"/>
                      </a:cubicBezTo>
                      <a:cubicBezTo>
                        <a:pt x="78391" y="93006"/>
                        <a:pt x="77555" y="94343"/>
                        <a:pt x="56153" y="114241"/>
                      </a:cubicBezTo>
                      <a:cubicBezTo>
                        <a:pt x="34751" y="133469"/>
                        <a:pt x="30236" y="136479"/>
                        <a:pt x="24718" y="136479"/>
                      </a:cubicBezTo>
                      <a:close/>
                      <a:moveTo>
                        <a:pt x="26725" y="53545"/>
                      </a:moveTo>
                      <a:cubicBezTo>
                        <a:pt x="25889" y="59565"/>
                        <a:pt x="29400" y="82137"/>
                        <a:pt x="32410" y="99192"/>
                      </a:cubicBezTo>
                      <a:cubicBezTo>
                        <a:pt x="38262" y="93842"/>
                        <a:pt x="44950" y="87655"/>
                        <a:pt x="49966" y="82973"/>
                      </a:cubicBezTo>
                      <a:cubicBezTo>
                        <a:pt x="41940" y="70600"/>
                        <a:pt x="35587" y="57057"/>
                        <a:pt x="31072" y="43012"/>
                      </a:cubicBezTo>
                      <a:cubicBezTo>
                        <a:pt x="29233" y="46356"/>
                        <a:pt x="27728" y="49867"/>
                        <a:pt x="26725" y="53545"/>
                      </a:cubicBezTo>
                      <a:close/>
                      <a:moveTo>
                        <a:pt x="56487" y="92671"/>
                      </a:moveTo>
                      <a:lnTo>
                        <a:pt x="56487" y="92671"/>
                      </a:lnTo>
                      <a:close/>
                      <a:moveTo>
                        <a:pt x="26558" y="53880"/>
                      </a:moveTo>
                      <a:lnTo>
                        <a:pt x="26558" y="53880"/>
                      </a:lnTo>
                      <a:lnTo>
                        <a:pt x="26558" y="53880"/>
                      </a:lnTo>
                      <a:close/>
                      <a:moveTo>
                        <a:pt x="13850" y="50034"/>
                      </a:moveTo>
                      <a:lnTo>
                        <a:pt x="13850" y="50034"/>
                      </a:lnTo>
                      <a:close/>
                    </a:path>
                  </a:pathLst>
                </a:custGeom>
                <a:grp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00" name="Freeform 145">
                  <a:extLst>
                    <a:ext uri="{FF2B5EF4-FFF2-40B4-BE49-F238E27FC236}">
                      <a16:creationId xmlns:a16="http://schemas.microsoft.com/office/drawing/2014/main" id="{F7CA6942-6A9F-48D0-4547-9590F15A2FF4}"/>
                    </a:ext>
                  </a:extLst>
                </p:cNvPr>
                <p:cNvSpPr/>
                <p:nvPr/>
              </p:nvSpPr>
              <p:spPr>
                <a:xfrm>
                  <a:off x="9976589" y="2036935"/>
                  <a:ext cx="153728" cy="247979"/>
                </a:xfrm>
                <a:custGeom>
                  <a:avLst/>
                  <a:gdLst>
                    <a:gd name="connsiteX0" fmla="*/ 107040 w 153728"/>
                    <a:gd name="connsiteY0" fmla="*/ 247980 h 247979"/>
                    <a:gd name="connsiteX1" fmla="*/ 46847 w 153728"/>
                    <a:gd name="connsiteY1" fmla="*/ 247980 h 247979"/>
                    <a:gd name="connsiteX2" fmla="*/ 36814 w 153728"/>
                    <a:gd name="connsiteY2" fmla="*/ 243465 h 247979"/>
                    <a:gd name="connsiteX3" fmla="*/ 1200 w 153728"/>
                    <a:gd name="connsiteY3" fmla="*/ 167053 h 247979"/>
                    <a:gd name="connsiteX4" fmla="*/ 11734 w 153728"/>
                    <a:gd name="connsiteY4" fmla="*/ 92814 h 247979"/>
                    <a:gd name="connsiteX5" fmla="*/ 42834 w 153728"/>
                    <a:gd name="connsiteY5" fmla="*/ 32286 h 247979"/>
                    <a:gd name="connsiteX6" fmla="*/ 76442 w 153728"/>
                    <a:gd name="connsiteY6" fmla="*/ 16 h 247979"/>
                    <a:gd name="connsiteX7" fmla="*/ 100018 w 153728"/>
                    <a:gd name="connsiteY7" fmla="*/ 18241 h 247979"/>
                    <a:gd name="connsiteX8" fmla="*/ 111053 w 153728"/>
                    <a:gd name="connsiteY8" fmla="*/ 31952 h 247979"/>
                    <a:gd name="connsiteX9" fmla="*/ 111221 w 153728"/>
                    <a:gd name="connsiteY9" fmla="*/ 32119 h 247979"/>
                    <a:gd name="connsiteX10" fmla="*/ 152854 w 153728"/>
                    <a:gd name="connsiteY10" fmla="*/ 166217 h 247979"/>
                    <a:gd name="connsiteX11" fmla="*/ 152687 w 153728"/>
                    <a:gd name="connsiteY11" fmla="*/ 167053 h 247979"/>
                    <a:gd name="connsiteX12" fmla="*/ 117240 w 153728"/>
                    <a:gd name="connsiteY12" fmla="*/ 243131 h 247979"/>
                    <a:gd name="connsiteX13" fmla="*/ 107040 w 153728"/>
                    <a:gd name="connsiteY13" fmla="*/ 247980 h 247979"/>
                    <a:gd name="connsiteX14" fmla="*/ 53368 w 153728"/>
                    <a:gd name="connsiteY14" fmla="*/ 221227 h 247979"/>
                    <a:gd name="connsiteX15" fmla="*/ 100352 w 153728"/>
                    <a:gd name="connsiteY15" fmla="*/ 221227 h 247979"/>
                    <a:gd name="connsiteX16" fmla="*/ 126269 w 153728"/>
                    <a:gd name="connsiteY16" fmla="*/ 163040 h 247979"/>
                    <a:gd name="connsiteX17" fmla="*/ 89818 w 153728"/>
                    <a:gd name="connsiteY17" fmla="*/ 48170 h 247979"/>
                    <a:gd name="connsiteX18" fmla="*/ 76776 w 153728"/>
                    <a:gd name="connsiteY18" fmla="*/ 31952 h 247979"/>
                    <a:gd name="connsiteX19" fmla="*/ 64403 w 153728"/>
                    <a:gd name="connsiteY19" fmla="*/ 48003 h 247979"/>
                    <a:gd name="connsiteX20" fmla="*/ 27618 w 153728"/>
                    <a:gd name="connsiteY20" fmla="*/ 162706 h 247979"/>
                    <a:gd name="connsiteX21" fmla="*/ 53368 w 153728"/>
                    <a:gd name="connsiteY21" fmla="*/ 221227 h 247979"/>
                    <a:gd name="connsiteX22" fmla="*/ 139478 w 153728"/>
                    <a:gd name="connsiteY22" fmla="*/ 164712 h 247979"/>
                    <a:gd name="connsiteX23" fmla="*/ 139478 w 153728"/>
                    <a:gd name="connsiteY23" fmla="*/ 164712 h 247979"/>
                    <a:gd name="connsiteX24" fmla="*/ 139478 w 153728"/>
                    <a:gd name="connsiteY24" fmla="*/ 164712 h 247979"/>
                    <a:gd name="connsiteX25" fmla="*/ 83130 w 153728"/>
                    <a:gd name="connsiteY25" fmla="*/ 24929 h 247979"/>
                    <a:gd name="connsiteX26" fmla="*/ 83130 w 153728"/>
                    <a:gd name="connsiteY26" fmla="*/ 24929 h 247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3728" h="247979">
                      <a:moveTo>
                        <a:pt x="107040" y="247980"/>
                      </a:moveTo>
                      <a:lnTo>
                        <a:pt x="46847" y="247980"/>
                      </a:lnTo>
                      <a:cubicBezTo>
                        <a:pt x="43001" y="247980"/>
                        <a:pt x="39323" y="246308"/>
                        <a:pt x="36814" y="243465"/>
                      </a:cubicBezTo>
                      <a:cubicBezTo>
                        <a:pt x="35644" y="242128"/>
                        <a:pt x="8222" y="210359"/>
                        <a:pt x="1200" y="167053"/>
                      </a:cubicBezTo>
                      <a:cubicBezTo>
                        <a:pt x="-2980" y="141471"/>
                        <a:pt x="4544" y="112544"/>
                        <a:pt x="11734" y="92814"/>
                      </a:cubicBezTo>
                      <a:cubicBezTo>
                        <a:pt x="19760" y="70409"/>
                        <a:pt x="31464" y="47669"/>
                        <a:pt x="42834" y="32286"/>
                      </a:cubicBezTo>
                      <a:cubicBezTo>
                        <a:pt x="65908" y="183"/>
                        <a:pt x="71091" y="16"/>
                        <a:pt x="76442" y="16"/>
                      </a:cubicBezTo>
                      <a:cubicBezTo>
                        <a:pt x="84133" y="-319"/>
                        <a:pt x="88982" y="4697"/>
                        <a:pt x="100018" y="18241"/>
                      </a:cubicBezTo>
                      <a:cubicBezTo>
                        <a:pt x="105703" y="25096"/>
                        <a:pt x="110719" y="31784"/>
                        <a:pt x="111053" y="31952"/>
                      </a:cubicBezTo>
                      <a:cubicBezTo>
                        <a:pt x="111053" y="31952"/>
                        <a:pt x="111221" y="32119"/>
                        <a:pt x="111221" y="32119"/>
                      </a:cubicBezTo>
                      <a:cubicBezTo>
                        <a:pt x="129446" y="56698"/>
                        <a:pt x="159208" y="106692"/>
                        <a:pt x="152854" y="166217"/>
                      </a:cubicBezTo>
                      <a:cubicBezTo>
                        <a:pt x="152854" y="166551"/>
                        <a:pt x="152854" y="166719"/>
                        <a:pt x="152687" y="167053"/>
                      </a:cubicBezTo>
                      <a:cubicBezTo>
                        <a:pt x="145665" y="208520"/>
                        <a:pt x="118410" y="241793"/>
                        <a:pt x="117240" y="243131"/>
                      </a:cubicBezTo>
                      <a:cubicBezTo>
                        <a:pt x="114732" y="246141"/>
                        <a:pt x="111053" y="247980"/>
                        <a:pt x="107040" y="247980"/>
                      </a:cubicBezTo>
                      <a:close/>
                      <a:moveTo>
                        <a:pt x="53368" y="221227"/>
                      </a:moveTo>
                      <a:lnTo>
                        <a:pt x="100352" y="221227"/>
                      </a:lnTo>
                      <a:cubicBezTo>
                        <a:pt x="107208" y="211697"/>
                        <a:pt x="121754" y="188790"/>
                        <a:pt x="126269" y="163040"/>
                      </a:cubicBezTo>
                      <a:cubicBezTo>
                        <a:pt x="131452" y="112879"/>
                        <a:pt x="105703" y="69573"/>
                        <a:pt x="89818" y="48170"/>
                      </a:cubicBezTo>
                      <a:cubicBezTo>
                        <a:pt x="85638" y="42653"/>
                        <a:pt x="80622" y="36633"/>
                        <a:pt x="76776" y="31952"/>
                      </a:cubicBezTo>
                      <a:cubicBezTo>
                        <a:pt x="73098" y="36299"/>
                        <a:pt x="68583" y="42318"/>
                        <a:pt x="64403" y="48003"/>
                      </a:cubicBezTo>
                      <a:cubicBezTo>
                        <a:pt x="45676" y="73084"/>
                        <a:pt x="21933" y="128261"/>
                        <a:pt x="27618" y="162706"/>
                      </a:cubicBezTo>
                      <a:cubicBezTo>
                        <a:pt x="31966" y="189626"/>
                        <a:pt x="46512" y="212031"/>
                        <a:pt x="53368" y="221227"/>
                      </a:cubicBezTo>
                      <a:close/>
                      <a:moveTo>
                        <a:pt x="139478" y="164712"/>
                      </a:moveTo>
                      <a:lnTo>
                        <a:pt x="139478" y="164712"/>
                      </a:lnTo>
                      <a:lnTo>
                        <a:pt x="139478" y="164712"/>
                      </a:lnTo>
                      <a:close/>
                      <a:moveTo>
                        <a:pt x="83130" y="24929"/>
                      </a:moveTo>
                      <a:lnTo>
                        <a:pt x="83130" y="24929"/>
                      </a:lnTo>
                      <a:close/>
                    </a:path>
                  </a:pathLst>
                </a:custGeom>
                <a:grp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01" name="Freeform 146">
                  <a:extLst>
                    <a:ext uri="{FF2B5EF4-FFF2-40B4-BE49-F238E27FC236}">
                      <a16:creationId xmlns:a16="http://schemas.microsoft.com/office/drawing/2014/main" id="{E61422CE-A66D-ADAC-001A-989A4BE29147}"/>
                    </a:ext>
                  </a:extLst>
                </p:cNvPr>
                <p:cNvSpPr/>
                <p:nvPr/>
              </p:nvSpPr>
              <p:spPr>
                <a:xfrm>
                  <a:off x="10038985" y="2195628"/>
                  <a:ext cx="26752" cy="123731"/>
                </a:xfrm>
                <a:custGeom>
                  <a:avLst/>
                  <a:gdLst>
                    <a:gd name="connsiteX0" fmla="*/ 13376 w 26752"/>
                    <a:gd name="connsiteY0" fmla="*/ 123731 h 123731"/>
                    <a:gd name="connsiteX1" fmla="*/ 0 w 26752"/>
                    <a:gd name="connsiteY1" fmla="*/ 110355 h 123731"/>
                    <a:gd name="connsiteX2" fmla="*/ 0 w 26752"/>
                    <a:gd name="connsiteY2" fmla="*/ 13376 h 123731"/>
                    <a:gd name="connsiteX3" fmla="*/ 13376 w 26752"/>
                    <a:gd name="connsiteY3" fmla="*/ 0 h 123731"/>
                    <a:gd name="connsiteX4" fmla="*/ 26753 w 26752"/>
                    <a:gd name="connsiteY4" fmla="*/ 13376 h 123731"/>
                    <a:gd name="connsiteX5" fmla="*/ 26753 w 26752"/>
                    <a:gd name="connsiteY5" fmla="*/ 110355 h 123731"/>
                    <a:gd name="connsiteX6" fmla="*/ 13376 w 26752"/>
                    <a:gd name="connsiteY6" fmla="*/ 123731 h 12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52" h="123731">
                      <a:moveTo>
                        <a:pt x="13376" y="123731"/>
                      </a:moveTo>
                      <a:cubicBezTo>
                        <a:pt x="6019" y="123731"/>
                        <a:pt x="0" y="117712"/>
                        <a:pt x="0" y="110355"/>
                      </a:cubicBezTo>
                      <a:lnTo>
                        <a:pt x="0" y="13376"/>
                      </a:lnTo>
                      <a:cubicBezTo>
                        <a:pt x="0" y="6019"/>
                        <a:pt x="6019" y="0"/>
                        <a:pt x="13376" y="0"/>
                      </a:cubicBezTo>
                      <a:cubicBezTo>
                        <a:pt x="20733" y="0"/>
                        <a:pt x="26753" y="6019"/>
                        <a:pt x="26753" y="13376"/>
                      </a:cubicBezTo>
                      <a:lnTo>
                        <a:pt x="26753" y="110355"/>
                      </a:lnTo>
                      <a:cubicBezTo>
                        <a:pt x="26753" y="117712"/>
                        <a:pt x="20733" y="123731"/>
                        <a:pt x="13376" y="123731"/>
                      </a:cubicBezTo>
                      <a:close/>
                    </a:path>
                  </a:pathLst>
                </a:custGeom>
                <a:grp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02" name="Freeform 147">
                  <a:extLst>
                    <a:ext uri="{FF2B5EF4-FFF2-40B4-BE49-F238E27FC236}">
                      <a16:creationId xmlns:a16="http://schemas.microsoft.com/office/drawing/2014/main" id="{FCA2FB05-5101-FC51-736A-8314A3951578}"/>
                    </a:ext>
                  </a:extLst>
                </p:cNvPr>
                <p:cNvSpPr/>
                <p:nvPr/>
              </p:nvSpPr>
              <p:spPr>
                <a:xfrm>
                  <a:off x="10019590" y="2116540"/>
                  <a:ext cx="68386" cy="68386"/>
                </a:xfrm>
                <a:custGeom>
                  <a:avLst/>
                  <a:gdLst>
                    <a:gd name="connsiteX0" fmla="*/ 34277 w 68386"/>
                    <a:gd name="connsiteY0" fmla="*/ 68387 h 68386"/>
                    <a:gd name="connsiteX1" fmla="*/ 0 w 68386"/>
                    <a:gd name="connsiteY1" fmla="*/ 34277 h 68386"/>
                    <a:gd name="connsiteX2" fmla="*/ 34110 w 68386"/>
                    <a:gd name="connsiteY2" fmla="*/ 0 h 68386"/>
                    <a:gd name="connsiteX3" fmla="*/ 68387 w 68386"/>
                    <a:gd name="connsiteY3" fmla="*/ 34110 h 68386"/>
                    <a:gd name="connsiteX4" fmla="*/ 68387 w 68386"/>
                    <a:gd name="connsiteY4" fmla="*/ 34110 h 68386"/>
                    <a:gd name="connsiteX5" fmla="*/ 34277 w 68386"/>
                    <a:gd name="connsiteY5" fmla="*/ 68387 h 68386"/>
                    <a:gd name="connsiteX6" fmla="*/ 34277 w 68386"/>
                    <a:gd name="connsiteY6" fmla="*/ 26753 h 68386"/>
                    <a:gd name="connsiteX7" fmla="*/ 26753 w 68386"/>
                    <a:gd name="connsiteY7" fmla="*/ 34110 h 68386"/>
                    <a:gd name="connsiteX8" fmla="*/ 34110 w 68386"/>
                    <a:gd name="connsiteY8" fmla="*/ 41634 h 68386"/>
                    <a:gd name="connsiteX9" fmla="*/ 41634 w 68386"/>
                    <a:gd name="connsiteY9" fmla="*/ 34277 h 68386"/>
                    <a:gd name="connsiteX10" fmla="*/ 41634 w 68386"/>
                    <a:gd name="connsiteY10" fmla="*/ 34277 h 68386"/>
                    <a:gd name="connsiteX11" fmla="*/ 34277 w 68386"/>
                    <a:gd name="connsiteY11" fmla="*/ 26753 h 6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386" h="68386">
                      <a:moveTo>
                        <a:pt x="34277" y="68387"/>
                      </a:moveTo>
                      <a:cubicBezTo>
                        <a:pt x="15383" y="68387"/>
                        <a:pt x="0" y="53004"/>
                        <a:pt x="0" y="34277"/>
                      </a:cubicBezTo>
                      <a:cubicBezTo>
                        <a:pt x="0" y="15550"/>
                        <a:pt x="15383" y="0"/>
                        <a:pt x="34110" y="0"/>
                      </a:cubicBezTo>
                      <a:cubicBezTo>
                        <a:pt x="52837" y="0"/>
                        <a:pt x="68387" y="15216"/>
                        <a:pt x="68387" y="34110"/>
                      </a:cubicBezTo>
                      <a:cubicBezTo>
                        <a:pt x="68387" y="34110"/>
                        <a:pt x="68387" y="34110"/>
                        <a:pt x="68387" y="34110"/>
                      </a:cubicBezTo>
                      <a:cubicBezTo>
                        <a:pt x="68387" y="53004"/>
                        <a:pt x="53004" y="68387"/>
                        <a:pt x="34277" y="68387"/>
                      </a:cubicBezTo>
                      <a:close/>
                      <a:moveTo>
                        <a:pt x="34277" y="26753"/>
                      </a:moveTo>
                      <a:cubicBezTo>
                        <a:pt x="30097" y="26753"/>
                        <a:pt x="26753" y="30097"/>
                        <a:pt x="26753" y="34110"/>
                      </a:cubicBezTo>
                      <a:cubicBezTo>
                        <a:pt x="26753" y="38290"/>
                        <a:pt x="30097" y="41634"/>
                        <a:pt x="34110" y="41634"/>
                      </a:cubicBezTo>
                      <a:cubicBezTo>
                        <a:pt x="38290" y="41634"/>
                        <a:pt x="41634" y="38290"/>
                        <a:pt x="41634" y="34277"/>
                      </a:cubicBezTo>
                      <a:cubicBezTo>
                        <a:pt x="41634" y="34277"/>
                        <a:pt x="41634" y="34277"/>
                        <a:pt x="41634" y="34277"/>
                      </a:cubicBezTo>
                      <a:cubicBezTo>
                        <a:pt x="41634" y="30097"/>
                        <a:pt x="38290" y="26753"/>
                        <a:pt x="34277" y="26753"/>
                      </a:cubicBezTo>
                      <a:close/>
                    </a:path>
                  </a:pathLst>
                </a:custGeom>
                <a:grp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spTree>
    <p:extLst>
      <p:ext uri="{BB962C8B-B14F-4D97-AF65-F5344CB8AC3E}">
        <p14:creationId xmlns:p14="http://schemas.microsoft.com/office/powerpoint/2010/main" val="1778221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B1841B5-FD07-3F25-8BD1-33B74F544EF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2FA3B5-74D6-AAEC-66BE-83DAD4BE6E7A}"/>
              </a:ext>
            </a:extLst>
          </p:cNvPr>
          <p:cNvSpPr>
            <a:spLocks noGrp="1"/>
          </p:cNvSpPr>
          <p:nvPr>
            <p:ph type="ctrTitle"/>
          </p:nvPr>
        </p:nvSpPr>
        <p:spPr/>
        <p:txBody>
          <a:bodyPr/>
          <a:lstStyle/>
          <a:p>
            <a:r>
              <a:rPr lang="nl-BE"/>
              <a:t>project phases</a:t>
            </a:r>
            <a:endParaRPr lang="en-US"/>
          </a:p>
        </p:txBody>
      </p:sp>
      <p:grpSp>
        <p:nvGrpSpPr>
          <p:cNvPr id="9" name="Group 8">
            <a:extLst>
              <a:ext uri="{FF2B5EF4-FFF2-40B4-BE49-F238E27FC236}">
                <a16:creationId xmlns:a16="http://schemas.microsoft.com/office/drawing/2014/main" id="{7DCAC6C0-4BB8-12A2-C0F8-008860A65AF8}"/>
              </a:ext>
            </a:extLst>
          </p:cNvPr>
          <p:cNvGrpSpPr/>
          <p:nvPr/>
        </p:nvGrpSpPr>
        <p:grpSpPr>
          <a:xfrm>
            <a:off x="2419454" y="2241576"/>
            <a:ext cx="4304138" cy="3895329"/>
            <a:chOff x="2419454" y="2241576"/>
            <a:chExt cx="4304138" cy="3895329"/>
          </a:xfrm>
        </p:grpSpPr>
        <p:cxnSp>
          <p:nvCxnSpPr>
            <p:cNvPr id="364" name="Straight Connector 363">
              <a:extLst>
                <a:ext uri="{FF2B5EF4-FFF2-40B4-BE49-F238E27FC236}">
                  <a16:creationId xmlns:a16="http://schemas.microsoft.com/office/drawing/2014/main" id="{B8A5B74E-4475-C9F0-540B-EB4A4EA02CEC}"/>
                </a:ext>
              </a:extLst>
            </p:cNvPr>
            <p:cNvCxnSpPr>
              <a:cxnSpLocks/>
            </p:cNvCxnSpPr>
            <p:nvPr/>
          </p:nvCxnSpPr>
          <p:spPr>
            <a:xfrm>
              <a:off x="2419454" y="3643541"/>
              <a:ext cx="0" cy="2484000"/>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cxnSp>
          <p:nvCxnSpPr>
            <p:cNvPr id="365" name="Straight Connector 364">
              <a:extLst>
                <a:ext uri="{FF2B5EF4-FFF2-40B4-BE49-F238E27FC236}">
                  <a16:creationId xmlns:a16="http://schemas.microsoft.com/office/drawing/2014/main" id="{E13FE94E-B335-A4BC-321B-C42C0C27E720}"/>
                </a:ext>
              </a:extLst>
            </p:cNvPr>
            <p:cNvCxnSpPr>
              <a:cxnSpLocks/>
            </p:cNvCxnSpPr>
            <p:nvPr/>
          </p:nvCxnSpPr>
          <p:spPr>
            <a:xfrm>
              <a:off x="3562381" y="3643541"/>
              <a:ext cx="0" cy="1246682"/>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sp>
          <p:nvSpPr>
            <p:cNvPr id="366" name="TextBox 365">
              <a:extLst>
                <a:ext uri="{FF2B5EF4-FFF2-40B4-BE49-F238E27FC236}">
                  <a16:creationId xmlns:a16="http://schemas.microsoft.com/office/drawing/2014/main" id="{05E9552D-FBA7-FBAB-43DB-78E340BB1D75}"/>
                </a:ext>
              </a:extLst>
            </p:cNvPr>
            <p:cNvSpPr txBox="1"/>
            <p:nvPr/>
          </p:nvSpPr>
          <p:spPr>
            <a:xfrm>
              <a:off x="2471529" y="4959660"/>
              <a:ext cx="3388939" cy="1177245"/>
            </a:xfrm>
            <a:prstGeom prst="rect">
              <a:avLst/>
            </a:prstGeom>
            <a:solidFill>
              <a:srgbClr val="FFFFFF"/>
            </a:solidFill>
          </p:spPr>
          <p:txBody>
            <a:bodyPr wrap="square" lIns="0" tIns="0" rIns="0" bIns="0" rtlCol="0">
              <a:spAutoFit/>
            </a:bodyPr>
            <a:lstStyle/>
            <a:p>
              <a:pPr>
                <a:spcAft>
                  <a:spcPts val="300"/>
                </a:spcAft>
              </a:pPr>
              <a:r>
                <a:rPr lang="en-US" sz="1000" b="1" dirty="0">
                  <a:solidFill>
                    <a:schemeClr val="tx2"/>
                  </a:solidFill>
                </a:rPr>
                <a:t>Inception</a:t>
              </a:r>
            </a:p>
            <a:p>
              <a:r>
                <a:rPr lang="en-US" sz="800" b="1" dirty="0">
                  <a:solidFill>
                    <a:schemeClr val="tx2"/>
                  </a:solidFill>
                </a:rPr>
                <a:t>Customer Process Discovery (CPD)</a:t>
              </a:r>
            </a:p>
            <a:p>
              <a:r>
                <a:rPr lang="en-GB" sz="800" dirty="0"/>
                <a:t>Foster a mutual understanding between the customer and consultants about the details and value of the customer’s operational processes. Create a Business Process Master List (BPML)</a:t>
              </a:r>
              <a:r>
                <a:rPr lang="en-US" sz="800" b="1" dirty="0"/>
                <a:t>.</a:t>
              </a:r>
            </a:p>
            <a:p>
              <a:r>
                <a:rPr lang="en-US" sz="800" b="1" dirty="0">
                  <a:solidFill>
                    <a:schemeClr val="tx2"/>
                  </a:solidFill>
                </a:rPr>
                <a:t>Conceptual Design (CCD)</a:t>
              </a:r>
            </a:p>
            <a:p>
              <a:r>
                <a:rPr lang="en-US" sz="800" dirty="0"/>
                <a:t>Discuss and decide on core topics and issues that have a major impact on the course of the project, the scope of the blueprint and the final solution..</a:t>
              </a:r>
              <a:endParaRPr lang="nl-BE" sz="800" dirty="0"/>
            </a:p>
          </p:txBody>
        </p:sp>
        <p:sp>
          <p:nvSpPr>
            <p:cNvPr id="367" name="TextBox 366">
              <a:extLst>
                <a:ext uri="{FF2B5EF4-FFF2-40B4-BE49-F238E27FC236}">
                  <a16:creationId xmlns:a16="http://schemas.microsoft.com/office/drawing/2014/main" id="{9917C1F8-EB49-65EA-1B34-DB007CAF2A6F}"/>
                </a:ext>
              </a:extLst>
            </p:cNvPr>
            <p:cNvSpPr txBox="1"/>
            <p:nvPr/>
          </p:nvSpPr>
          <p:spPr>
            <a:xfrm>
              <a:off x="3605861" y="3712978"/>
              <a:ext cx="3117731" cy="1208023"/>
            </a:xfrm>
            <a:prstGeom prst="rect">
              <a:avLst/>
            </a:prstGeom>
            <a:solidFill>
              <a:srgbClr val="FFFFFF"/>
            </a:solidFill>
          </p:spPr>
          <p:txBody>
            <a:bodyPr wrap="square" lIns="0" tIns="0" rIns="0" bIns="0" rtlCol="0">
              <a:spAutoFit/>
            </a:bodyPr>
            <a:lstStyle/>
            <a:p>
              <a:pPr>
                <a:spcAft>
                  <a:spcPts val="300"/>
                </a:spcAft>
              </a:pPr>
              <a:r>
                <a:rPr lang="en-US" sz="1000" b="1" dirty="0">
                  <a:solidFill>
                    <a:schemeClr val="tx2"/>
                  </a:solidFill>
                </a:rPr>
                <a:t>Fit-to-Standard / Blueprint</a:t>
              </a:r>
            </a:p>
            <a:p>
              <a:r>
                <a:rPr lang="en-US" sz="800" b="1" dirty="0">
                  <a:solidFill>
                    <a:schemeClr val="tx2"/>
                  </a:solidFill>
                </a:rPr>
                <a:t>Fit-to-Standard (F2S) </a:t>
              </a:r>
            </a:p>
            <a:p>
              <a:r>
                <a:rPr lang="en-US" sz="800" dirty="0"/>
                <a:t>Perform a fit/gap analysis to validate the solution functionality included in the project scope and to confirm that the business requirements can be satisfied </a:t>
              </a:r>
              <a:r>
                <a:rPr lang="en-GB" sz="800" dirty="0">
                  <a:solidFill>
                    <a:schemeClr val="tx1"/>
                  </a:solidFill>
                </a:rPr>
                <a:t>by the standard solution.</a:t>
              </a:r>
              <a:endParaRPr lang="en-US" sz="800" dirty="0"/>
            </a:p>
            <a:p>
              <a:r>
                <a:rPr lang="en-US" sz="800" b="1" dirty="0">
                  <a:solidFill>
                    <a:schemeClr val="tx2"/>
                  </a:solidFill>
                </a:rPr>
                <a:t>Blueprint (BBP)</a:t>
              </a:r>
            </a:p>
            <a:p>
              <a:r>
                <a:rPr lang="en-US" sz="800" dirty="0"/>
                <a:t>Describe company's business processes and their requirements. Define the components to be implemented and developed and build an initial product backlog (WBS).</a:t>
              </a:r>
            </a:p>
          </p:txBody>
        </p:sp>
        <p:sp>
          <p:nvSpPr>
            <p:cNvPr id="490" name="Arrow: Chevron 284">
              <a:extLst>
                <a:ext uri="{FF2B5EF4-FFF2-40B4-BE49-F238E27FC236}">
                  <a16:creationId xmlns:a16="http://schemas.microsoft.com/office/drawing/2014/main" id="{C26599DA-6BDB-255D-DB0D-8BFBA725FC13}"/>
                </a:ext>
              </a:extLst>
            </p:cNvPr>
            <p:cNvSpPr/>
            <p:nvPr/>
          </p:nvSpPr>
          <p:spPr>
            <a:xfrm>
              <a:off x="3208888" y="3197853"/>
              <a:ext cx="1634664"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432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999999">
                      <a:lumMod val="50000"/>
                    </a:srgbClr>
                  </a:solidFill>
                  <a:effectLst/>
                  <a:uLnTx/>
                  <a:uFillTx/>
                  <a:latin typeface="Century Gothic" panose="020F0302020204030204"/>
                  <a:ea typeface="+mn-ea"/>
                  <a:cs typeface="+mn-cs"/>
                </a:rPr>
                <a:t>F2S/BBP</a:t>
              </a:r>
            </a:p>
          </p:txBody>
        </p:sp>
        <p:sp>
          <p:nvSpPr>
            <p:cNvPr id="491" name="Arrow: Chevron 287">
              <a:extLst>
                <a:ext uri="{FF2B5EF4-FFF2-40B4-BE49-F238E27FC236}">
                  <a16:creationId xmlns:a16="http://schemas.microsoft.com/office/drawing/2014/main" id="{89C3FF78-AF79-EFB3-7008-EA2172C3BFE4}"/>
                </a:ext>
              </a:extLst>
            </p:cNvPr>
            <p:cNvSpPr/>
            <p:nvPr/>
          </p:nvSpPr>
          <p:spPr>
            <a:xfrm>
              <a:off x="2441619" y="3197853"/>
              <a:ext cx="1225818"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999999">
                      <a:lumMod val="50000"/>
                    </a:srgbClr>
                  </a:solidFill>
                  <a:effectLst/>
                  <a:uLnTx/>
                  <a:uFillTx/>
                  <a:latin typeface="Century Gothic" panose="020F0302020204030204"/>
                  <a:ea typeface="+mn-ea"/>
                  <a:cs typeface="+mn-cs"/>
                </a:rPr>
                <a:t>Inception</a:t>
              </a:r>
            </a:p>
          </p:txBody>
        </p:sp>
        <p:sp>
          <p:nvSpPr>
            <p:cNvPr id="498" name="Arrow: Chevron 278">
              <a:extLst>
                <a:ext uri="{FF2B5EF4-FFF2-40B4-BE49-F238E27FC236}">
                  <a16:creationId xmlns:a16="http://schemas.microsoft.com/office/drawing/2014/main" id="{600F1AA3-DDDC-0CAB-76B0-F82C096C643F}"/>
                </a:ext>
              </a:extLst>
            </p:cNvPr>
            <p:cNvSpPr/>
            <p:nvPr/>
          </p:nvSpPr>
          <p:spPr>
            <a:xfrm>
              <a:off x="2432465" y="2241576"/>
              <a:ext cx="2601223" cy="964154"/>
            </a:xfrm>
            <a:prstGeom prst="chevron">
              <a:avLst>
                <a:gd name="adj" fmla="val 29545"/>
              </a:avLst>
            </a:prstGeom>
            <a:gradFill>
              <a:gsLst>
                <a:gs pos="100000">
                  <a:schemeClr val="bg2"/>
                </a:gs>
                <a:gs pos="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Explore</a:t>
              </a:r>
            </a:p>
          </p:txBody>
        </p:sp>
        <p:grpSp>
          <p:nvGrpSpPr>
            <p:cNvPr id="501" name="Group 500">
              <a:extLst>
                <a:ext uri="{FF2B5EF4-FFF2-40B4-BE49-F238E27FC236}">
                  <a16:creationId xmlns:a16="http://schemas.microsoft.com/office/drawing/2014/main" id="{126D088B-1E05-AF19-33F2-1E681A91601B}"/>
                </a:ext>
              </a:extLst>
            </p:cNvPr>
            <p:cNvGrpSpPr/>
            <p:nvPr/>
          </p:nvGrpSpPr>
          <p:grpSpPr>
            <a:xfrm>
              <a:off x="3424308" y="2369261"/>
              <a:ext cx="471163" cy="471791"/>
              <a:chOff x="2800393" y="1942177"/>
              <a:chExt cx="471791" cy="471791"/>
            </a:xfrm>
          </p:grpSpPr>
          <p:sp>
            <p:nvSpPr>
              <p:cNvPr id="353" name="Oval 352">
                <a:extLst>
                  <a:ext uri="{FF2B5EF4-FFF2-40B4-BE49-F238E27FC236}">
                    <a16:creationId xmlns:a16="http://schemas.microsoft.com/office/drawing/2014/main" id="{008C5BCC-E7DE-2E28-2257-256D273126ED}"/>
                  </a:ext>
                </a:extLst>
              </p:cNvPr>
              <p:cNvSpPr/>
              <p:nvPr/>
            </p:nvSpPr>
            <p:spPr>
              <a:xfrm>
                <a:off x="2800393"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354" name="Graphic 330">
                <a:extLst>
                  <a:ext uri="{FF2B5EF4-FFF2-40B4-BE49-F238E27FC236}">
                    <a16:creationId xmlns:a16="http://schemas.microsoft.com/office/drawing/2014/main" id="{C763CA63-D596-D450-47D4-D1D1638C98A7}"/>
                  </a:ext>
                </a:extLst>
              </p:cNvPr>
              <p:cNvGrpSpPr/>
              <p:nvPr/>
            </p:nvGrpSpPr>
            <p:grpSpPr>
              <a:xfrm>
                <a:off x="2905403" y="2047213"/>
                <a:ext cx="261773" cy="261748"/>
                <a:chOff x="2905403" y="2047213"/>
                <a:chExt cx="261773" cy="261748"/>
              </a:xfrm>
            </p:grpSpPr>
            <p:sp>
              <p:nvSpPr>
                <p:cNvPr id="355" name="Freeform 170">
                  <a:extLst>
                    <a:ext uri="{FF2B5EF4-FFF2-40B4-BE49-F238E27FC236}">
                      <a16:creationId xmlns:a16="http://schemas.microsoft.com/office/drawing/2014/main" id="{EBCCFF26-8461-0D01-659D-85738014F291}"/>
                    </a:ext>
                  </a:extLst>
                </p:cNvPr>
                <p:cNvSpPr/>
                <p:nvPr/>
              </p:nvSpPr>
              <p:spPr>
                <a:xfrm>
                  <a:off x="2905403" y="2197919"/>
                  <a:ext cx="111010" cy="111042"/>
                </a:xfrm>
                <a:custGeom>
                  <a:avLst/>
                  <a:gdLst>
                    <a:gd name="connsiteX0" fmla="*/ 12535 w 111010"/>
                    <a:gd name="connsiteY0" fmla="*/ 111042 h 111042"/>
                    <a:gd name="connsiteX1" fmla="*/ 0 w 111010"/>
                    <a:gd name="connsiteY1" fmla="*/ 98495 h 111042"/>
                    <a:gd name="connsiteX2" fmla="*/ 3662 w 111010"/>
                    <a:gd name="connsiteY2" fmla="*/ 89645 h 111042"/>
                    <a:gd name="connsiteX3" fmla="*/ 88890 w 111010"/>
                    <a:gd name="connsiteY3" fmla="*/ 4449 h 111042"/>
                    <a:gd name="connsiteX4" fmla="*/ 106562 w 111010"/>
                    <a:gd name="connsiteY4" fmla="*/ 2960 h 111042"/>
                    <a:gd name="connsiteX5" fmla="*/ 108051 w 111010"/>
                    <a:gd name="connsiteY5" fmla="*/ 20632 h 111042"/>
                    <a:gd name="connsiteX6" fmla="*/ 106587 w 111010"/>
                    <a:gd name="connsiteY6" fmla="*/ 22100 h 111042"/>
                    <a:gd name="connsiteX7" fmla="*/ 21407 w 111010"/>
                    <a:gd name="connsiteY7" fmla="*/ 107327 h 111042"/>
                    <a:gd name="connsiteX8" fmla="*/ 12535 w 111010"/>
                    <a:gd name="connsiteY8" fmla="*/ 111042 h 11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010" h="111042">
                      <a:moveTo>
                        <a:pt x="12535" y="111042"/>
                      </a:moveTo>
                      <a:cubicBezTo>
                        <a:pt x="5609" y="111039"/>
                        <a:pt x="-3" y="105422"/>
                        <a:pt x="0" y="98495"/>
                      </a:cubicBezTo>
                      <a:cubicBezTo>
                        <a:pt x="2" y="95177"/>
                        <a:pt x="1318" y="91995"/>
                        <a:pt x="3662" y="89645"/>
                      </a:cubicBezTo>
                      <a:lnTo>
                        <a:pt x="88890" y="4449"/>
                      </a:lnTo>
                      <a:cubicBezTo>
                        <a:pt x="93358" y="-842"/>
                        <a:pt x="101270" y="-1509"/>
                        <a:pt x="106562" y="2960"/>
                      </a:cubicBezTo>
                      <a:cubicBezTo>
                        <a:pt x="111853" y="7429"/>
                        <a:pt x="112520" y="15340"/>
                        <a:pt x="108051" y="20632"/>
                      </a:cubicBezTo>
                      <a:cubicBezTo>
                        <a:pt x="107604" y="21161"/>
                        <a:pt x="107115" y="21651"/>
                        <a:pt x="106587" y="22100"/>
                      </a:cubicBezTo>
                      <a:lnTo>
                        <a:pt x="21407" y="107327"/>
                      </a:lnTo>
                      <a:cubicBezTo>
                        <a:pt x="19061" y="109696"/>
                        <a:pt x="15868" y="111033"/>
                        <a:pt x="12535" y="111042"/>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56" name="Freeform 171">
                  <a:extLst>
                    <a:ext uri="{FF2B5EF4-FFF2-40B4-BE49-F238E27FC236}">
                      <a16:creationId xmlns:a16="http://schemas.microsoft.com/office/drawing/2014/main" id="{596FD2E1-22C5-9B7A-BA82-B0852AF3C22A}"/>
                    </a:ext>
                  </a:extLst>
                </p:cNvPr>
                <p:cNvSpPr/>
                <p:nvPr/>
              </p:nvSpPr>
              <p:spPr>
                <a:xfrm>
                  <a:off x="2964682" y="2047213"/>
                  <a:ext cx="202495" cy="202495"/>
                </a:xfrm>
                <a:custGeom>
                  <a:avLst/>
                  <a:gdLst>
                    <a:gd name="connsiteX0" fmla="*/ 101263 w 202495"/>
                    <a:gd name="connsiteY0" fmla="*/ 202495 h 202495"/>
                    <a:gd name="connsiteX1" fmla="*/ 0 w 202495"/>
                    <a:gd name="connsiteY1" fmla="*/ 101263 h 202495"/>
                    <a:gd name="connsiteX2" fmla="*/ 101232 w 202495"/>
                    <a:gd name="connsiteY2" fmla="*/ 0 h 202495"/>
                    <a:gd name="connsiteX3" fmla="*/ 202495 w 202495"/>
                    <a:gd name="connsiteY3" fmla="*/ 101232 h 202495"/>
                    <a:gd name="connsiteX4" fmla="*/ 202495 w 202495"/>
                    <a:gd name="connsiteY4" fmla="*/ 101248 h 202495"/>
                    <a:gd name="connsiteX5" fmla="*/ 101263 w 202495"/>
                    <a:gd name="connsiteY5" fmla="*/ 202495 h 202495"/>
                    <a:gd name="connsiteX6" fmla="*/ 101263 w 202495"/>
                    <a:gd name="connsiteY6" fmla="*/ 25096 h 202495"/>
                    <a:gd name="connsiteX7" fmla="*/ 25081 w 202495"/>
                    <a:gd name="connsiteY7" fmla="*/ 101248 h 202495"/>
                    <a:gd name="connsiteX8" fmla="*/ 101232 w 202495"/>
                    <a:gd name="connsiteY8" fmla="*/ 177430 h 202495"/>
                    <a:gd name="connsiteX9" fmla="*/ 177415 w 202495"/>
                    <a:gd name="connsiteY9" fmla="*/ 101279 h 202495"/>
                    <a:gd name="connsiteX10" fmla="*/ 177415 w 202495"/>
                    <a:gd name="connsiteY10" fmla="*/ 101248 h 202495"/>
                    <a:gd name="connsiteX11" fmla="*/ 101263 w 202495"/>
                    <a:gd name="connsiteY11" fmla="*/ 25049 h 202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495" h="202495">
                      <a:moveTo>
                        <a:pt x="101263" y="202495"/>
                      </a:moveTo>
                      <a:cubicBezTo>
                        <a:pt x="45346" y="202505"/>
                        <a:pt x="9" y="157181"/>
                        <a:pt x="0" y="101263"/>
                      </a:cubicBezTo>
                      <a:cubicBezTo>
                        <a:pt x="-9" y="45346"/>
                        <a:pt x="45314" y="9"/>
                        <a:pt x="101232" y="0"/>
                      </a:cubicBezTo>
                      <a:cubicBezTo>
                        <a:pt x="157149" y="-9"/>
                        <a:pt x="202486" y="45314"/>
                        <a:pt x="202495" y="101232"/>
                      </a:cubicBezTo>
                      <a:cubicBezTo>
                        <a:pt x="202495" y="101237"/>
                        <a:pt x="202495" y="101242"/>
                        <a:pt x="202495" y="101248"/>
                      </a:cubicBezTo>
                      <a:cubicBezTo>
                        <a:pt x="202434" y="157134"/>
                        <a:pt x="157149" y="202426"/>
                        <a:pt x="101263" y="202495"/>
                      </a:cubicBezTo>
                      <a:close/>
                      <a:moveTo>
                        <a:pt x="101263" y="25096"/>
                      </a:moveTo>
                      <a:cubicBezTo>
                        <a:pt x="59197" y="25088"/>
                        <a:pt x="25089" y="59182"/>
                        <a:pt x="25081" y="101248"/>
                      </a:cubicBezTo>
                      <a:cubicBezTo>
                        <a:pt x="25072" y="143313"/>
                        <a:pt x="59166" y="177421"/>
                        <a:pt x="101232" y="177430"/>
                      </a:cubicBezTo>
                      <a:cubicBezTo>
                        <a:pt x="143298" y="177440"/>
                        <a:pt x="177405" y="143345"/>
                        <a:pt x="177415" y="101279"/>
                      </a:cubicBezTo>
                      <a:cubicBezTo>
                        <a:pt x="177415" y="101268"/>
                        <a:pt x="177415" y="101258"/>
                        <a:pt x="177415" y="101248"/>
                      </a:cubicBezTo>
                      <a:cubicBezTo>
                        <a:pt x="177388" y="59194"/>
                        <a:pt x="143317" y="25101"/>
                        <a:pt x="101263" y="2504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57" name="Freeform 172">
                  <a:extLst>
                    <a:ext uri="{FF2B5EF4-FFF2-40B4-BE49-F238E27FC236}">
                      <a16:creationId xmlns:a16="http://schemas.microsoft.com/office/drawing/2014/main" id="{777733C5-4873-B944-A6EA-59E088F764CE}"/>
                    </a:ext>
                  </a:extLst>
                </p:cNvPr>
                <p:cNvSpPr/>
                <p:nvPr/>
              </p:nvSpPr>
              <p:spPr>
                <a:xfrm>
                  <a:off x="3052606" y="2106356"/>
                  <a:ext cx="25080" cy="84208"/>
                </a:xfrm>
                <a:custGeom>
                  <a:avLst/>
                  <a:gdLst>
                    <a:gd name="connsiteX0" fmla="*/ 12540 w 25080"/>
                    <a:gd name="connsiteY0" fmla="*/ 84208 h 84208"/>
                    <a:gd name="connsiteX1" fmla="*/ 0 w 25080"/>
                    <a:gd name="connsiteY1" fmla="*/ 71668 h 84208"/>
                    <a:gd name="connsiteX2" fmla="*/ 0 w 25080"/>
                    <a:gd name="connsiteY2" fmla="*/ 12540 h 84208"/>
                    <a:gd name="connsiteX3" fmla="*/ 12540 w 25080"/>
                    <a:gd name="connsiteY3" fmla="*/ 0 h 84208"/>
                    <a:gd name="connsiteX4" fmla="*/ 25081 w 25080"/>
                    <a:gd name="connsiteY4" fmla="*/ 12540 h 84208"/>
                    <a:gd name="connsiteX5" fmla="*/ 25081 w 25080"/>
                    <a:gd name="connsiteY5" fmla="*/ 71668 h 84208"/>
                    <a:gd name="connsiteX6" fmla="*/ 12540 w 25080"/>
                    <a:gd name="connsiteY6" fmla="*/ 84208 h 84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80" h="84208">
                      <a:moveTo>
                        <a:pt x="12540" y="84208"/>
                      </a:moveTo>
                      <a:cubicBezTo>
                        <a:pt x="5615" y="84208"/>
                        <a:pt x="0" y="78594"/>
                        <a:pt x="0" y="71668"/>
                      </a:cubicBezTo>
                      <a:lnTo>
                        <a:pt x="0" y="12540"/>
                      </a:lnTo>
                      <a:cubicBezTo>
                        <a:pt x="0" y="5614"/>
                        <a:pt x="5615" y="0"/>
                        <a:pt x="12540" y="0"/>
                      </a:cubicBezTo>
                      <a:cubicBezTo>
                        <a:pt x="19466" y="0"/>
                        <a:pt x="25081" y="5614"/>
                        <a:pt x="25081" y="12540"/>
                      </a:cubicBezTo>
                      <a:lnTo>
                        <a:pt x="25081" y="71668"/>
                      </a:lnTo>
                      <a:cubicBezTo>
                        <a:pt x="25081" y="78594"/>
                        <a:pt x="19466" y="84208"/>
                        <a:pt x="12540" y="84208"/>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58" name="Freeform 173">
                  <a:extLst>
                    <a:ext uri="{FF2B5EF4-FFF2-40B4-BE49-F238E27FC236}">
                      <a16:creationId xmlns:a16="http://schemas.microsoft.com/office/drawing/2014/main" id="{616A8F63-AD0A-E498-E008-EF10AE2E6420}"/>
                    </a:ext>
                  </a:extLst>
                </p:cNvPr>
                <p:cNvSpPr/>
                <p:nvPr/>
              </p:nvSpPr>
              <p:spPr>
                <a:xfrm>
                  <a:off x="3023826" y="2135121"/>
                  <a:ext cx="84224" cy="25080"/>
                </a:xfrm>
                <a:custGeom>
                  <a:avLst/>
                  <a:gdLst>
                    <a:gd name="connsiteX0" fmla="*/ 71684 w 84224"/>
                    <a:gd name="connsiteY0" fmla="*/ 25081 h 25080"/>
                    <a:gd name="connsiteX1" fmla="*/ 12540 w 84224"/>
                    <a:gd name="connsiteY1" fmla="*/ 25081 h 25080"/>
                    <a:gd name="connsiteX2" fmla="*/ 0 w 84224"/>
                    <a:gd name="connsiteY2" fmla="*/ 12540 h 25080"/>
                    <a:gd name="connsiteX3" fmla="*/ 12540 w 84224"/>
                    <a:gd name="connsiteY3" fmla="*/ 0 h 25080"/>
                    <a:gd name="connsiteX4" fmla="*/ 71684 w 84224"/>
                    <a:gd name="connsiteY4" fmla="*/ 0 h 25080"/>
                    <a:gd name="connsiteX5" fmla="*/ 84224 w 84224"/>
                    <a:gd name="connsiteY5" fmla="*/ 12540 h 25080"/>
                    <a:gd name="connsiteX6" fmla="*/ 71684 w 8422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224" h="25080">
                      <a:moveTo>
                        <a:pt x="71684" y="25081"/>
                      </a:moveTo>
                      <a:lnTo>
                        <a:pt x="12540" y="25081"/>
                      </a:lnTo>
                      <a:cubicBezTo>
                        <a:pt x="5614" y="25081"/>
                        <a:pt x="0" y="19466"/>
                        <a:pt x="0" y="12540"/>
                      </a:cubicBezTo>
                      <a:cubicBezTo>
                        <a:pt x="0" y="5614"/>
                        <a:pt x="5614" y="0"/>
                        <a:pt x="12540" y="0"/>
                      </a:cubicBezTo>
                      <a:lnTo>
                        <a:pt x="71684" y="0"/>
                      </a:lnTo>
                      <a:cubicBezTo>
                        <a:pt x="78609" y="0"/>
                        <a:pt x="84224" y="5614"/>
                        <a:pt x="84224" y="12540"/>
                      </a:cubicBezTo>
                      <a:cubicBezTo>
                        <a:pt x="84224" y="19466"/>
                        <a:pt x="78609" y="25081"/>
                        <a:pt x="71684"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2" name="Group 1">
            <a:extLst>
              <a:ext uri="{FF2B5EF4-FFF2-40B4-BE49-F238E27FC236}">
                <a16:creationId xmlns:a16="http://schemas.microsoft.com/office/drawing/2014/main" id="{C858D543-579B-42C9-A961-7BFD23F68191}"/>
              </a:ext>
            </a:extLst>
          </p:cNvPr>
          <p:cNvGrpSpPr/>
          <p:nvPr/>
        </p:nvGrpSpPr>
        <p:grpSpPr>
          <a:xfrm>
            <a:off x="10667997" y="-3"/>
            <a:ext cx="1143475" cy="828677"/>
            <a:chOff x="10667997" y="-3"/>
            <a:chExt cx="1143475" cy="828677"/>
          </a:xfrm>
        </p:grpSpPr>
        <p:sp>
          <p:nvSpPr>
            <p:cNvPr id="3" name="Round Same-side Corner of Rectangle 3">
              <a:extLst>
                <a:ext uri="{FF2B5EF4-FFF2-40B4-BE49-F238E27FC236}">
                  <a16:creationId xmlns:a16="http://schemas.microsoft.com/office/drawing/2014/main" id="{4067CEF7-07C0-BD20-1BEE-2C5C33DBC022}"/>
                </a:ext>
              </a:extLst>
            </p:cNvPr>
            <p:cNvSpPr/>
            <p:nvPr/>
          </p:nvSpPr>
          <p:spPr>
            <a:xfrm rot="10800000">
              <a:off x="10667997" y="-3"/>
              <a:ext cx="1143475" cy="828677"/>
            </a:xfrm>
            <a:prstGeom prst="round2SameRect">
              <a:avLst/>
            </a:prstGeom>
            <a:solidFill>
              <a:schemeClr val="bg1"/>
            </a:solidFill>
            <a:ln>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4" name="Picture 3">
              <a:extLst>
                <a:ext uri="{FF2B5EF4-FFF2-40B4-BE49-F238E27FC236}">
                  <a16:creationId xmlns:a16="http://schemas.microsoft.com/office/drawing/2014/main" id="{D44BD914-1A74-A516-57E5-F10B8E0C512F}"/>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0957794" y="135851"/>
              <a:ext cx="563880" cy="563880"/>
            </a:xfrm>
            <a:prstGeom prst="rect">
              <a:avLst/>
            </a:prstGeom>
          </p:spPr>
        </p:pic>
      </p:grpSp>
      <p:grpSp>
        <p:nvGrpSpPr>
          <p:cNvPr id="467" name="Group 466">
            <a:extLst>
              <a:ext uri="{FF2B5EF4-FFF2-40B4-BE49-F238E27FC236}">
                <a16:creationId xmlns:a16="http://schemas.microsoft.com/office/drawing/2014/main" id="{EAE12D7E-694C-C983-38A5-D635BAC74639}"/>
              </a:ext>
            </a:extLst>
          </p:cNvPr>
          <p:cNvGrpSpPr/>
          <p:nvPr/>
        </p:nvGrpSpPr>
        <p:grpSpPr>
          <a:xfrm>
            <a:off x="10916676" y="2241576"/>
            <a:ext cx="1275324" cy="1365966"/>
            <a:chOff x="10916676" y="2241576"/>
            <a:chExt cx="1275324" cy="1365966"/>
          </a:xfrm>
        </p:grpSpPr>
        <p:grpSp>
          <p:nvGrpSpPr>
            <p:cNvPr id="468" name="Group 467">
              <a:extLst>
                <a:ext uri="{FF2B5EF4-FFF2-40B4-BE49-F238E27FC236}">
                  <a16:creationId xmlns:a16="http://schemas.microsoft.com/office/drawing/2014/main" id="{F2244E24-4F04-421D-03A7-96A8DAD51F65}"/>
                </a:ext>
              </a:extLst>
            </p:cNvPr>
            <p:cNvGrpSpPr/>
            <p:nvPr/>
          </p:nvGrpSpPr>
          <p:grpSpPr>
            <a:xfrm>
              <a:off x="10916676" y="2241576"/>
              <a:ext cx="1275324" cy="1365966"/>
              <a:chOff x="10916676" y="2241576"/>
              <a:chExt cx="1275324" cy="1365966"/>
            </a:xfrm>
          </p:grpSpPr>
          <p:sp>
            <p:nvSpPr>
              <p:cNvPr id="486" name="Arrow: Chevron 26">
                <a:extLst>
                  <a:ext uri="{FF2B5EF4-FFF2-40B4-BE49-F238E27FC236}">
                    <a16:creationId xmlns:a16="http://schemas.microsoft.com/office/drawing/2014/main" id="{825747BE-A711-05F3-2C1A-0EBD844734AD}"/>
                  </a:ext>
                </a:extLst>
              </p:cNvPr>
              <p:cNvSpPr/>
              <p:nvPr/>
            </p:nvSpPr>
            <p:spPr>
              <a:xfrm>
                <a:off x="11066350" y="3197853"/>
                <a:ext cx="1125650" cy="409689"/>
              </a:xfrm>
              <a:prstGeom prst="chevron">
                <a:avLst>
                  <a:gd name="adj" fmla="val 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Operate</a:t>
                </a:r>
              </a:p>
            </p:txBody>
          </p:sp>
          <p:sp>
            <p:nvSpPr>
              <p:cNvPr id="492" name="Arrow: Chevron 283">
                <a:extLst>
                  <a:ext uri="{FF2B5EF4-FFF2-40B4-BE49-F238E27FC236}">
                    <a16:creationId xmlns:a16="http://schemas.microsoft.com/office/drawing/2014/main" id="{C43BCD19-37B7-1E93-C469-6521B493FA90}"/>
                  </a:ext>
                </a:extLst>
              </p:cNvPr>
              <p:cNvSpPr/>
              <p:nvPr/>
            </p:nvSpPr>
            <p:spPr>
              <a:xfrm>
                <a:off x="10916676" y="2241576"/>
                <a:ext cx="1275324" cy="964154"/>
              </a:xfrm>
              <a:prstGeom prst="chevron">
                <a:avLst>
                  <a:gd name="adj" fmla="val 0"/>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20040" tIns="59436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Run</a:t>
                </a:r>
              </a:p>
            </p:txBody>
          </p:sp>
        </p:grpSp>
        <p:grpSp>
          <p:nvGrpSpPr>
            <p:cNvPr id="469" name="Group 468">
              <a:extLst>
                <a:ext uri="{FF2B5EF4-FFF2-40B4-BE49-F238E27FC236}">
                  <a16:creationId xmlns:a16="http://schemas.microsoft.com/office/drawing/2014/main" id="{7EEEE9F0-1DD3-DC9D-14DC-33D94291D398}"/>
                </a:ext>
              </a:extLst>
            </p:cNvPr>
            <p:cNvGrpSpPr/>
            <p:nvPr/>
          </p:nvGrpSpPr>
          <p:grpSpPr>
            <a:xfrm>
              <a:off x="11474566" y="2369261"/>
              <a:ext cx="471163" cy="471791"/>
              <a:chOff x="11474566" y="2369261"/>
              <a:chExt cx="471163" cy="471791"/>
            </a:xfrm>
          </p:grpSpPr>
          <p:sp>
            <p:nvSpPr>
              <p:cNvPr id="470" name="Oval 469">
                <a:extLst>
                  <a:ext uri="{FF2B5EF4-FFF2-40B4-BE49-F238E27FC236}">
                    <a16:creationId xmlns:a16="http://schemas.microsoft.com/office/drawing/2014/main" id="{9D95B052-409E-0A22-BBF6-ABF1756F4F62}"/>
                  </a:ext>
                </a:extLst>
              </p:cNvPr>
              <p:cNvSpPr/>
              <p:nvPr/>
            </p:nvSpPr>
            <p:spPr>
              <a:xfrm>
                <a:off x="11474566" y="2369261"/>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471" name="Group 470">
                <a:extLst>
                  <a:ext uri="{FF2B5EF4-FFF2-40B4-BE49-F238E27FC236}">
                    <a16:creationId xmlns:a16="http://schemas.microsoft.com/office/drawing/2014/main" id="{77E8C837-5A17-EA8A-37F9-CB8581F412B7}"/>
                  </a:ext>
                </a:extLst>
              </p:cNvPr>
              <p:cNvGrpSpPr/>
              <p:nvPr/>
            </p:nvGrpSpPr>
            <p:grpSpPr>
              <a:xfrm>
                <a:off x="11571620" y="2470200"/>
                <a:ext cx="277151" cy="269933"/>
                <a:chOff x="11570793" y="2043116"/>
                <a:chExt cx="277520" cy="269933"/>
              </a:xfrm>
              <a:solidFill>
                <a:schemeClr val="bg1">
                  <a:lumMod val="75000"/>
                </a:schemeClr>
              </a:solidFill>
            </p:grpSpPr>
            <p:sp>
              <p:nvSpPr>
                <p:cNvPr id="472" name="Freeform 127">
                  <a:extLst>
                    <a:ext uri="{FF2B5EF4-FFF2-40B4-BE49-F238E27FC236}">
                      <a16:creationId xmlns:a16="http://schemas.microsoft.com/office/drawing/2014/main" id="{A824D745-2431-9402-0AC4-C35C2C6948A2}"/>
                    </a:ext>
                  </a:extLst>
                </p:cNvPr>
                <p:cNvSpPr/>
                <p:nvPr/>
              </p:nvSpPr>
              <p:spPr>
                <a:xfrm>
                  <a:off x="11570793" y="2043116"/>
                  <a:ext cx="179741" cy="226257"/>
                </a:xfrm>
                <a:custGeom>
                  <a:avLst/>
                  <a:gdLst>
                    <a:gd name="connsiteX0" fmla="*/ 41995 w 179741"/>
                    <a:gd name="connsiteY0" fmla="*/ 226257 h 226257"/>
                    <a:gd name="connsiteX1" fmla="*/ 31425 w 179741"/>
                    <a:gd name="connsiteY1" fmla="*/ 221343 h 226257"/>
                    <a:gd name="connsiteX2" fmla="*/ 48307 w 179741"/>
                    <a:gd name="connsiteY2" fmla="*/ 31424 h 226257"/>
                    <a:gd name="connsiteX3" fmla="*/ 168886 w 179741"/>
                    <a:gd name="connsiteY3" fmla="*/ 4375 h 226257"/>
                    <a:gd name="connsiteX4" fmla="*/ 179422 w 179741"/>
                    <a:gd name="connsiteY4" fmla="*/ 20793 h 226257"/>
                    <a:gd name="connsiteX5" fmla="*/ 163005 w 179741"/>
                    <a:gd name="connsiteY5" fmla="*/ 31329 h 226257"/>
                    <a:gd name="connsiteX6" fmla="*/ 161989 w 179741"/>
                    <a:gd name="connsiteY6" fmla="*/ 31067 h 226257"/>
                    <a:gd name="connsiteX7" fmla="*/ 31017 w 179741"/>
                    <a:gd name="connsiteY7" fmla="*/ 107371 h 226257"/>
                    <a:gd name="connsiteX8" fmla="*/ 52548 w 179741"/>
                    <a:gd name="connsiteY8" fmla="*/ 203600 h 226257"/>
                    <a:gd name="connsiteX9" fmla="*/ 50841 w 179741"/>
                    <a:gd name="connsiteY9" fmla="*/ 223033 h 226257"/>
                    <a:gd name="connsiteX10" fmla="*/ 41995 w 179741"/>
                    <a:gd name="connsiteY10" fmla="*/ 226257 h 22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41" h="226257">
                      <a:moveTo>
                        <a:pt x="41995" y="226257"/>
                      </a:moveTo>
                      <a:cubicBezTo>
                        <a:pt x="37919" y="226261"/>
                        <a:pt x="34050" y="224462"/>
                        <a:pt x="31425" y="221343"/>
                      </a:cubicBezTo>
                      <a:cubicBezTo>
                        <a:pt x="-16358" y="164236"/>
                        <a:pt x="-8799" y="79207"/>
                        <a:pt x="48307" y="31424"/>
                      </a:cubicBezTo>
                      <a:cubicBezTo>
                        <a:pt x="81759" y="3434"/>
                        <a:pt x="126684" y="-6644"/>
                        <a:pt x="168886" y="4375"/>
                      </a:cubicBezTo>
                      <a:cubicBezTo>
                        <a:pt x="176330" y="5999"/>
                        <a:pt x="181046" y="13350"/>
                        <a:pt x="179422" y="20793"/>
                      </a:cubicBezTo>
                      <a:cubicBezTo>
                        <a:pt x="177798" y="28236"/>
                        <a:pt x="170447" y="32954"/>
                        <a:pt x="163005" y="31329"/>
                      </a:cubicBezTo>
                      <a:cubicBezTo>
                        <a:pt x="162663" y="31255"/>
                        <a:pt x="162324" y="31167"/>
                        <a:pt x="161989" y="31067"/>
                      </a:cubicBezTo>
                      <a:cubicBezTo>
                        <a:pt x="104751" y="15971"/>
                        <a:pt x="46113" y="50133"/>
                        <a:pt x="31017" y="107371"/>
                      </a:cubicBezTo>
                      <a:cubicBezTo>
                        <a:pt x="22136" y="141041"/>
                        <a:pt x="30166" y="176925"/>
                        <a:pt x="52548" y="203600"/>
                      </a:cubicBezTo>
                      <a:cubicBezTo>
                        <a:pt x="57443" y="209439"/>
                        <a:pt x="56678" y="218140"/>
                        <a:pt x="50841" y="223033"/>
                      </a:cubicBezTo>
                      <a:cubicBezTo>
                        <a:pt x="48361" y="225113"/>
                        <a:pt x="45231" y="226254"/>
                        <a:pt x="41995" y="226257"/>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73" name="Freeform 128">
                  <a:extLst>
                    <a:ext uri="{FF2B5EF4-FFF2-40B4-BE49-F238E27FC236}">
                      <a16:creationId xmlns:a16="http://schemas.microsoft.com/office/drawing/2014/main" id="{F5088369-C81D-7349-4216-4D07E6465D2B}"/>
                    </a:ext>
                  </a:extLst>
                </p:cNvPr>
                <p:cNvSpPr/>
                <p:nvPr/>
              </p:nvSpPr>
              <p:spPr>
                <a:xfrm>
                  <a:off x="11594873" y="2243457"/>
                  <a:ext cx="54073" cy="54073"/>
                </a:xfrm>
                <a:custGeom>
                  <a:avLst/>
                  <a:gdLst>
                    <a:gd name="connsiteX0" fmla="*/ 27054 w 54073"/>
                    <a:gd name="connsiteY0" fmla="*/ 54074 h 54073"/>
                    <a:gd name="connsiteX1" fmla="*/ 0 w 54073"/>
                    <a:gd name="connsiteY1" fmla="*/ 27054 h 54073"/>
                    <a:gd name="connsiteX2" fmla="*/ 27020 w 54073"/>
                    <a:gd name="connsiteY2" fmla="*/ 0 h 54073"/>
                    <a:gd name="connsiteX3" fmla="*/ 54074 w 54073"/>
                    <a:gd name="connsiteY3" fmla="*/ 27020 h 54073"/>
                    <a:gd name="connsiteX4" fmla="*/ 54074 w 54073"/>
                    <a:gd name="connsiteY4" fmla="*/ 27037 h 54073"/>
                    <a:gd name="connsiteX5" fmla="*/ 27054 w 54073"/>
                    <a:gd name="connsiteY5" fmla="*/ 54074 h 54073"/>
                    <a:gd name="connsiteX6" fmla="*/ 27054 w 54073"/>
                    <a:gd name="connsiteY6" fmla="*/ 26485 h 54073"/>
                    <a:gd name="connsiteX7" fmla="*/ 26486 w 54073"/>
                    <a:gd name="connsiteY7" fmla="*/ 27020 h 54073"/>
                    <a:gd name="connsiteX8" fmla="*/ 26485 w 54073"/>
                    <a:gd name="connsiteY8" fmla="*/ 27037 h 54073"/>
                    <a:gd name="connsiteX9" fmla="*/ 26947 w 54073"/>
                    <a:gd name="connsiteY9" fmla="*/ 27696 h 54073"/>
                    <a:gd name="connsiteX10" fmla="*/ 27606 w 54073"/>
                    <a:gd name="connsiteY10" fmla="*/ 27234 h 54073"/>
                    <a:gd name="connsiteX11" fmla="*/ 27606 w 54073"/>
                    <a:gd name="connsiteY11" fmla="*/ 27037 h 54073"/>
                    <a:gd name="connsiteX12" fmla="*/ 27054 w 54073"/>
                    <a:gd name="connsiteY12"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073" h="54073">
                      <a:moveTo>
                        <a:pt x="27054" y="54074"/>
                      </a:moveTo>
                      <a:cubicBezTo>
                        <a:pt x="12122" y="54084"/>
                        <a:pt x="9" y="41987"/>
                        <a:pt x="0" y="27054"/>
                      </a:cubicBezTo>
                      <a:cubicBezTo>
                        <a:pt x="-9" y="12122"/>
                        <a:pt x="12088" y="10"/>
                        <a:pt x="27020" y="0"/>
                      </a:cubicBezTo>
                      <a:cubicBezTo>
                        <a:pt x="41952" y="-10"/>
                        <a:pt x="54064" y="12087"/>
                        <a:pt x="54074" y="27020"/>
                      </a:cubicBezTo>
                      <a:cubicBezTo>
                        <a:pt x="54074" y="27025"/>
                        <a:pt x="54074" y="27032"/>
                        <a:pt x="54074" y="27037"/>
                      </a:cubicBezTo>
                      <a:cubicBezTo>
                        <a:pt x="54064" y="41959"/>
                        <a:pt x="41976" y="54055"/>
                        <a:pt x="27054" y="54074"/>
                      </a:cubicBezTo>
                      <a:close/>
                      <a:moveTo>
                        <a:pt x="27054" y="26485"/>
                      </a:moveTo>
                      <a:cubicBezTo>
                        <a:pt x="26750" y="26475"/>
                        <a:pt x="26495" y="26715"/>
                        <a:pt x="26486" y="27020"/>
                      </a:cubicBezTo>
                      <a:cubicBezTo>
                        <a:pt x="26485" y="27025"/>
                        <a:pt x="26485" y="27032"/>
                        <a:pt x="26485" y="27037"/>
                      </a:cubicBezTo>
                      <a:cubicBezTo>
                        <a:pt x="26431" y="27346"/>
                        <a:pt x="26637" y="27642"/>
                        <a:pt x="26947" y="27696"/>
                      </a:cubicBezTo>
                      <a:cubicBezTo>
                        <a:pt x="27256" y="27751"/>
                        <a:pt x="27552" y="27544"/>
                        <a:pt x="27606" y="27234"/>
                      </a:cubicBezTo>
                      <a:cubicBezTo>
                        <a:pt x="27618" y="27170"/>
                        <a:pt x="27618" y="27103"/>
                        <a:pt x="27606" y="27037"/>
                      </a:cubicBezTo>
                      <a:cubicBezTo>
                        <a:pt x="27606" y="26732"/>
                        <a:pt x="27359" y="26485"/>
                        <a:pt x="27054" y="26485"/>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74" name="Freeform 129">
                  <a:extLst>
                    <a:ext uri="{FF2B5EF4-FFF2-40B4-BE49-F238E27FC236}">
                      <a16:creationId xmlns:a16="http://schemas.microsoft.com/office/drawing/2014/main" id="{A90E5784-3855-B034-171A-3695002461B4}"/>
                    </a:ext>
                  </a:extLst>
                </p:cNvPr>
                <p:cNvSpPr/>
                <p:nvPr/>
              </p:nvSpPr>
              <p:spPr>
                <a:xfrm>
                  <a:off x="11669487" y="2086914"/>
                  <a:ext cx="178826" cy="226135"/>
                </a:xfrm>
                <a:custGeom>
                  <a:avLst/>
                  <a:gdLst>
                    <a:gd name="connsiteX0" fmla="*/ 44069 w 178826"/>
                    <a:gd name="connsiteY0" fmla="*/ 226136 h 226135"/>
                    <a:gd name="connsiteX1" fmla="*/ 9842 w 178826"/>
                    <a:gd name="connsiteY1" fmla="*/ 221739 h 226135"/>
                    <a:gd name="connsiteX2" fmla="*/ 583 w 178826"/>
                    <a:gd name="connsiteY2" fmla="*/ 204568 h 226135"/>
                    <a:gd name="connsiteX3" fmla="*/ 16739 w 178826"/>
                    <a:gd name="connsiteY3" fmla="*/ 195047 h 226135"/>
                    <a:gd name="connsiteX4" fmla="*/ 147712 w 178826"/>
                    <a:gd name="connsiteY4" fmla="*/ 118743 h 226135"/>
                    <a:gd name="connsiteX5" fmla="*/ 126180 w 178826"/>
                    <a:gd name="connsiteY5" fmla="*/ 22514 h 226135"/>
                    <a:gd name="connsiteX6" fmla="*/ 128151 w 178826"/>
                    <a:gd name="connsiteY6" fmla="*/ 3105 h 226135"/>
                    <a:gd name="connsiteX7" fmla="*/ 147303 w 178826"/>
                    <a:gd name="connsiteY7" fmla="*/ 4771 h 226135"/>
                    <a:gd name="connsiteX8" fmla="*/ 130681 w 178826"/>
                    <a:gd name="connsiteY8" fmla="*/ 194616 h 226135"/>
                    <a:gd name="connsiteX9" fmla="*/ 44069 w 178826"/>
                    <a:gd name="connsiteY9" fmla="*/ 226136 h 22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8826" h="226135">
                      <a:moveTo>
                        <a:pt x="44069" y="226136"/>
                      </a:moveTo>
                      <a:cubicBezTo>
                        <a:pt x="32519" y="226134"/>
                        <a:pt x="21017" y="224656"/>
                        <a:pt x="9842" y="221739"/>
                      </a:cubicBezTo>
                      <a:cubicBezTo>
                        <a:pt x="2543" y="219554"/>
                        <a:pt x="-1602" y="211866"/>
                        <a:pt x="583" y="204568"/>
                      </a:cubicBezTo>
                      <a:cubicBezTo>
                        <a:pt x="2651" y="197659"/>
                        <a:pt x="9693" y="193509"/>
                        <a:pt x="16739" y="195047"/>
                      </a:cubicBezTo>
                      <a:cubicBezTo>
                        <a:pt x="73977" y="210143"/>
                        <a:pt x="132615" y="175981"/>
                        <a:pt x="147712" y="118743"/>
                      </a:cubicBezTo>
                      <a:cubicBezTo>
                        <a:pt x="156592" y="85073"/>
                        <a:pt x="148563" y="49188"/>
                        <a:pt x="126180" y="22514"/>
                      </a:cubicBezTo>
                      <a:cubicBezTo>
                        <a:pt x="121364" y="16610"/>
                        <a:pt x="122247" y="7921"/>
                        <a:pt x="128151" y="3105"/>
                      </a:cubicBezTo>
                      <a:cubicBezTo>
                        <a:pt x="133934" y="-1612"/>
                        <a:pt x="142421" y="-874"/>
                        <a:pt x="147303" y="4771"/>
                      </a:cubicBezTo>
                      <a:cubicBezTo>
                        <a:pt x="195137" y="61785"/>
                        <a:pt x="187695" y="146780"/>
                        <a:pt x="130681" y="194616"/>
                      </a:cubicBezTo>
                      <a:cubicBezTo>
                        <a:pt x="106413" y="214976"/>
                        <a:pt x="75748" y="226136"/>
                        <a:pt x="44069" y="226136"/>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75" name="Freeform 130">
                  <a:extLst>
                    <a:ext uri="{FF2B5EF4-FFF2-40B4-BE49-F238E27FC236}">
                      <a16:creationId xmlns:a16="http://schemas.microsoft.com/office/drawing/2014/main" id="{D2585ADE-20C2-2D2C-E871-2A1BFF21AA8A}"/>
                    </a:ext>
                  </a:extLst>
                </p:cNvPr>
                <p:cNvSpPr/>
                <p:nvPr/>
              </p:nvSpPr>
              <p:spPr>
                <a:xfrm>
                  <a:off x="11770096" y="2058595"/>
                  <a:ext cx="54074" cy="54073"/>
                </a:xfrm>
                <a:custGeom>
                  <a:avLst/>
                  <a:gdLst>
                    <a:gd name="connsiteX0" fmla="*/ 26985 w 54074"/>
                    <a:gd name="connsiteY0" fmla="*/ 54074 h 54073"/>
                    <a:gd name="connsiteX1" fmla="*/ 0 w 54074"/>
                    <a:gd name="connsiteY1" fmla="*/ 26985 h 54073"/>
                    <a:gd name="connsiteX2" fmla="*/ 27089 w 54074"/>
                    <a:gd name="connsiteY2" fmla="*/ 0 h 54073"/>
                    <a:gd name="connsiteX3" fmla="*/ 54074 w 54074"/>
                    <a:gd name="connsiteY3" fmla="*/ 27054 h 54073"/>
                    <a:gd name="connsiteX4" fmla="*/ 26985 w 54074"/>
                    <a:gd name="connsiteY4" fmla="*/ 54074 h 54073"/>
                    <a:gd name="connsiteX5" fmla="*/ 26985 w 54074"/>
                    <a:gd name="connsiteY5" fmla="*/ 26485 h 54073"/>
                    <a:gd name="connsiteX6" fmla="*/ 26434 w 54074"/>
                    <a:gd name="connsiteY6" fmla="*/ 27054 h 54073"/>
                    <a:gd name="connsiteX7" fmla="*/ 27092 w 54074"/>
                    <a:gd name="connsiteY7" fmla="*/ 27516 h 54073"/>
                    <a:gd name="connsiteX8" fmla="*/ 27554 w 54074"/>
                    <a:gd name="connsiteY8" fmla="*/ 27054 h 54073"/>
                    <a:gd name="connsiteX9" fmla="*/ 26985 w 54074"/>
                    <a:gd name="connsiteY9"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74" h="54073">
                      <a:moveTo>
                        <a:pt x="26985" y="54074"/>
                      </a:moveTo>
                      <a:cubicBezTo>
                        <a:pt x="12053" y="54045"/>
                        <a:pt x="-29" y="41917"/>
                        <a:pt x="0" y="26985"/>
                      </a:cubicBezTo>
                      <a:cubicBezTo>
                        <a:pt x="29" y="12053"/>
                        <a:pt x="12156" y="-29"/>
                        <a:pt x="27089" y="0"/>
                      </a:cubicBezTo>
                      <a:cubicBezTo>
                        <a:pt x="42007" y="29"/>
                        <a:pt x="54083" y="12135"/>
                        <a:pt x="54074" y="27054"/>
                      </a:cubicBezTo>
                      <a:cubicBezTo>
                        <a:pt x="54055" y="41996"/>
                        <a:pt x="41926" y="54093"/>
                        <a:pt x="26985" y="54074"/>
                      </a:cubicBezTo>
                      <a:close/>
                      <a:moveTo>
                        <a:pt x="26985" y="26485"/>
                      </a:moveTo>
                      <a:cubicBezTo>
                        <a:pt x="26678" y="26494"/>
                        <a:pt x="26434" y="26746"/>
                        <a:pt x="26434" y="27054"/>
                      </a:cubicBezTo>
                      <a:cubicBezTo>
                        <a:pt x="26489" y="27364"/>
                        <a:pt x="26784" y="27570"/>
                        <a:pt x="27092" y="27516"/>
                      </a:cubicBezTo>
                      <a:cubicBezTo>
                        <a:pt x="27328" y="27474"/>
                        <a:pt x="27513" y="27290"/>
                        <a:pt x="27554" y="27054"/>
                      </a:cubicBezTo>
                      <a:cubicBezTo>
                        <a:pt x="27554" y="26740"/>
                        <a:pt x="27299" y="26485"/>
                        <a:pt x="26985" y="26485"/>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476" name="Graphic 336">
                  <a:extLst>
                    <a:ext uri="{FF2B5EF4-FFF2-40B4-BE49-F238E27FC236}">
                      <a16:creationId xmlns:a16="http://schemas.microsoft.com/office/drawing/2014/main" id="{8A4BC321-AAA9-8AC7-603B-F7A1C931A4B2}"/>
                    </a:ext>
                  </a:extLst>
                </p:cNvPr>
                <p:cNvGrpSpPr/>
                <p:nvPr/>
              </p:nvGrpSpPr>
              <p:grpSpPr>
                <a:xfrm>
                  <a:off x="11642426" y="2109389"/>
                  <a:ext cx="134189" cy="138120"/>
                  <a:chOff x="11642426" y="2109389"/>
                  <a:chExt cx="134189" cy="138120"/>
                </a:xfrm>
                <a:grpFill/>
              </p:grpSpPr>
              <p:sp>
                <p:nvSpPr>
                  <p:cNvPr id="477" name="Freeform 132">
                    <a:extLst>
                      <a:ext uri="{FF2B5EF4-FFF2-40B4-BE49-F238E27FC236}">
                        <a16:creationId xmlns:a16="http://schemas.microsoft.com/office/drawing/2014/main" id="{7E8C7C05-3908-C2C5-B96F-3A46A2493DDB}"/>
                      </a:ext>
                    </a:extLst>
                  </p:cNvPr>
                  <p:cNvSpPr/>
                  <p:nvPr/>
                </p:nvSpPr>
                <p:spPr>
                  <a:xfrm>
                    <a:off x="11681787" y="2109389"/>
                    <a:ext cx="34081" cy="51112"/>
                  </a:xfrm>
                  <a:custGeom>
                    <a:avLst/>
                    <a:gdLst>
                      <a:gd name="connsiteX0" fmla="*/ 20338 w 34081"/>
                      <a:gd name="connsiteY0" fmla="*/ 51112 h 51112"/>
                      <a:gd name="connsiteX1" fmla="*/ 7060 w 34081"/>
                      <a:gd name="connsiteY1" fmla="*/ 41008 h 51112"/>
                      <a:gd name="connsiteX2" fmla="*/ 318 w 34081"/>
                      <a:gd name="connsiteY2" fmla="*/ 16730 h 51112"/>
                      <a:gd name="connsiteX3" fmla="*/ 10864 w 34081"/>
                      <a:gd name="connsiteY3" fmla="*/ 317 h 51112"/>
                      <a:gd name="connsiteX4" fmla="*/ 26855 w 34081"/>
                      <a:gd name="connsiteY4" fmla="*/ 9350 h 51112"/>
                      <a:gd name="connsiteX5" fmla="*/ 33580 w 34081"/>
                      <a:gd name="connsiteY5" fmla="*/ 33628 h 51112"/>
                      <a:gd name="connsiteX6" fmla="*/ 24028 w 34081"/>
                      <a:gd name="connsiteY6" fmla="*/ 50578 h 51112"/>
                      <a:gd name="connsiteX7" fmla="*/ 20338 w 34081"/>
                      <a:gd name="connsiteY7" fmla="*/ 51112 h 51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081" h="51112">
                        <a:moveTo>
                          <a:pt x="20338" y="51112"/>
                        </a:moveTo>
                        <a:cubicBezTo>
                          <a:pt x="14146" y="51106"/>
                          <a:pt x="8717" y="46974"/>
                          <a:pt x="7060" y="41008"/>
                        </a:cubicBezTo>
                        <a:lnTo>
                          <a:pt x="318" y="16730"/>
                        </a:lnTo>
                        <a:cubicBezTo>
                          <a:pt x="-1302" y="9286"/>
                          <a:pt x="3420" y="1938"/>
                          <a:pt x="10864" y="317"/>
                        </a:cubicBezTo>
                        <a:cubicBezTo>
                          <a:pt x="17715" y="-1174"/>
                          <a:pt x="24595" y="2712"/>
                          <a:pt x="26855" y="9350"/>
                        </a:cubicBezTo>
                        <a:lnTo>
                          <a:pt x="33580" y="33628"/>
                        </a:lnTo>
                        <a:cubicBezTo>
                          <a:pt x="35601" y="40944"/>
                          <a:pt x="31332" y="48518"/>
                          <a:pt x="24028" y="50578"/>
                        </a:cubicBezTo>
                        <a:cubicBezTo>
                          <a:pt x="22826" y="50916"/>
                          <a:pt x="21586" y="51096"/>
                          <a:pt x="20338" y="51112"/>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78" name="Freeform 133">
                    <a:extLst>
                      <a:ext uri="{FF2B5EF4-FFF2-40B4-BE49-F238E27FC236}">
                        <a16:creationId xmlns:a16="http://schemas.microsoft.com/office/drawing/2014/main" id="{2F04C5CF-5007-90EE-527A-D6F047E0B0A9}"/>
                      </a:ext>
                    </a:extLst>
                  </p:cNvPr>
                  <p:cNvSpPr/>
                  <p:nvPr/>
                </p:nvSpPr>
                <p:spPr>
                  <a:xfrm>
                    <a:off x="11712355" y="2115152"/>
                    <a:ext cx="40560" cy="48969"/>
                  </a:xfrm>
                  <a:custGeom>
                    <a:avLst/>
                    <a:gdLst>
                      <a:gd name="connsiteX0" fmla="*/ 13789 w 40560"/>
                      <a:gd name="connsiteY0" fmla="*/ 48970 h 48969"/>
                      <a:gd name="connsiteX1" fmla="*/ 0 w 40560"/>
                      <a:gd name="connsiteY1" fmla="*/ 35170 h 48969"/>
                      <a:gd name="connsiteX2" fmla="*/ 2012 w 40560"/>
                      <a:gd name="connsiteY2" fmla="*/ 28002 h 48969"/>
                      <a:gd name="connsiteX3" fmla="*/ 15134 w 40560"/>
                      <a:gd name="connsiteY3" fmla="*/ 6379 h 48969"/>
                      <a:gd name="connsiteX4" fmla="*/ 34182 w 40560"/>
                      <a:gd name="connsiteY4" fmla="*/ 2165 h 48969"/>
                      <a:gd name="connsiteX5" fmla="*/ 38722 w 40560"/>
                      <a:gd name="connsiteY5" fmla="*/ 20674 h 48969"/>
                      <a:gd name="connsiteX6" fmla="*/ 25600 w 40560"/>
                      <a:gd name="connsiteY6" fmla="*/ 42331 h 48969"/>
                      <a:gd name="connsiteX7" fmla="*/ 13789 w 40560"/>
                      <a:gd name="connsiteY7" fmla="*/ 48970 h 4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60" h="48969">
                        <a:moveTo>
                          <a:pt x="13789" y="48970"/>
                        </a:moveTo>
                        <a:cubicBezTo>
                          <a:pt x="6170" y="48967"/>
                          <a:pt x="-3" y="42788"/>
                          <a:pt x="0" y="35170"/>
                        </a:cubicBezTo>
                        <a:cubicBezTo>
                          <a:pt x="1" y="32641"/>
                          <a:pt x="697" y="30162"/>
                          <a:pt x="2012" y="28002"/>
                        </a:cubicBezTo>
                        <a:lnTo>
                          <a:pt x="15134" y="6379"/>
                        </a:lnTo>
                        <a:cubicBezTo>
                          <a:pt x="19231" y="-44"/>
                          <a:pt x="27757" y="-1931"/>
                          <a:pt x="34182" y="2165"/>
                        </a:cubicBezTo>
                        <a:cubicBezTo>
                          <a:pt x="40398" y="6130"/>
                          <a:pt x="42398" y="14282"/>
                          <a:pt x="38722" y="20674"/>
                        </a:cubicBezTo>
                        <a:lnTo>
                          <a:pt x="25600" y="42331"/>
                        </a:lnTo>
                        <a:cubicBezTo>
                          <a:pt x="23096" y="46458"/>
                          <a:pt x="18616" y="48976"/>
                          <a:pt x="13789" y="48970"/>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79" name="Freeform 134">
                    <a:extLst>
                      <a:ext uri="{FF2B5EF4-FFF2-40B4-BE49-F238E27FC236}">
                        <a16:creationId xmlns:a16="http://schemas.microsoft.com/office/drawing/2014/main" id="{64B4C147-4720-5CD2-BEE0-636E86B01FF7}"/>
                      </a:ext>
                    </a:extLst>
                  </p:cNvPr>
                  <p:cNvSpPr/>
                  <p:nvPr/>
                </p:nvSpPr>
                <p:spPr>
                  <a:xfrm>
                    <a:off x="11730312" y="2152481"/>
                    <a:ext cx="46303" cy="31384"/>
                  </a:xfrm>
                  <a:custGeom>
                    <a:avLst/>
                    <a:gdLst>
                      <a:gd name="connsiteX0" fmla="*/ 13954 w 46303"/>
                      <a:gd name="connsiteY0" fmla="*/ 31384 h 31384"/>
                      <a:gd name="connsiteX1" fmla="*/ 1 w 46303"/>
                      <a:gd name="connsiteY1" fmla="*/ 17750 h 31384"/>
                      <a:gd name="connsiteX2" fmla="*/ 11230 w 46303"/>
                      <a:gd name="connsiteY2" fmla="*/ 4037 h 31384"/>
                      <a:gd name="connsiteX3" fmla="*/ 29749 w 46303"/>
                      <a:gd name="connsiteY3" fmla="*/ 278 h 31384"/>
                      <a:gd name="connsiteX4" fmla="*/ 46026 w 46303"/>
                      <a:gd name="connsiteY4" fmla="*/ 11072 h 31384"/>
                      <a:gd name="connsiteX5" fmla="*/ 35232 w 46303"/>
                      <a:gd name="connsiteY5" fmla="*/ 27349 h 31384"/>
                      <a:gd name="connsiteX6" fmla="*/ 16713 w 46303"/>
                      <a:gd name="connsiteY6" fmla="*/ 31108 h 31384"/>
                      <a:gd name="connsiteX7" fmla="*/ 13954 w 46303"/>
                      <a:gd name="connsiteY7" fmla="*/ 31384 h 3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303" h="31384">
                        <a:moveTo>
                          <a:pt x="13954" y="31384"/>
                        </a:moveTo>
                        <a:cubicBezTo>
                          <a:pt x="6336" y="31472"/>
                          <a:pt x="89" y="25368"/>
                          <a:pt x="1" y="17750"/>
                        </a:cubicBezTo>
                        <a:cubicBezTo>
                          <a:pt x="-77" y="11061"/>
                          <a:pt x="4657" y="5280"/>
                          <a:pt x="11230" y="4037"/>
                        </a:cubicBezTo>
                        <a:lnTo>
                          <a:pt x="29749" y="278"/>
                        </a:lnTo>
                        <a:cubicBezTo>
                          <a:pt x="37224" y="-1237"/>
                          <a:pt x="44512" y="3596"/>
                          <a:pt x="46026" y="11072"/>
                        </a:cubicBezTo>
                        <a:cubicBezTo>
                          <a:pt x="47540" y="18547"/>
                          <a:pt x="42707" y="25835"/>
                          <a:pt x="35232" y="27349"/>
                        </a:cubicBezTo>
                        <a:lnTo>
                          <a:pt x="16713" y="31108"/>
                        </a:lnTo>
                        <a:cubicBezTo>
                          <a:pt x="15804" y="31292"/>
                          <a:pt x="14880" y="31385"/>
                          <a:pt x="13954" y="31384"/>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80" name="Freeform 135">
                    <a:extLst>
                      <a:ext uri="{FF2B5EF4-FFF2-40B4-BE49-F238E27FC236}">
                        <a16:creationId xmlns:a16="http://schemas.microsoft.com/office/drawing/2014/main" id="{0E4813D2-0D43-ED9A-99A3-D48B78C924BB}"/>
                      </a:ext>
                    </a:extLst>
                  </p:cNvPr>
                  <p:cNvSpPr/>
                  <p:nvPr/>
                </p:nvSpPr>
                <p:spPr>
                  <a:xfrm>
                    <a:off x="11725062" y="2181654"/>
                    <a:ext cx="46842" cy="39214"/>
                  </a:xfrm>
                  <a:custGeom>
                    <a:avLst/>
                    <a:gdLst>
                      <a:gd name="connsiteX0" fmla="*/ 33016 w 46842"/>
                      <a:gd name="connsiteY0" fmla="*/ 39215 h 39214"/>
                      <a:gd name="connsiteX1" fmla="*/ 25895 w 46842"/>
                      <a:gd name="connsiteY1" fmla="*/ 37232 h 39214"/>
                      <a:gd name="connsiteX2" fmla="*/ 6669 w 46842"/>
                      <a:gd name="connsiteY2" fmla="*/ 25610 h 39214"/>
                      <a:gd name="connsiteX3" fmla="*/ 1987 w 46842"/>
                      <a:gd name="connsiteY3" fmla="*/ 6669 h 39214"/>
                      <a:gd name="connsiteX4" fmla="*/ 20929 w 46842"/>
                      <a:gd name="connsiteY4" fmla="*/ 1987 h 39214"/>
                      <a:gd name="connsiteX5" fmla="*/ 40172 w 46842"/>
                      <a:gd name="connsiteY5" fmla="*/ 13609 h 39214"/>
                      <a:gd name="connsiteX6" fmla="*/ 44858 w 46842"/>
                      <a:gd name="connsiteY6" fmla="*/ 32545 h 39214"/>
                      <a:gd name="connsiteX7" fmla="*/ 33016 w 46842"/>
                      <a:gd name="connsiteY7" fmla="*/ 39215 h 3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842" h="39214">
                        <a:moveTo>
                          <a:pt x="33016" y="39215"/>
                        </a:moveTo>
                        <a:cubicBezTo>
                          <a:pt x="30505" y="39215"/>
                          <a:pt x="28043" y="38529"/>
                          <a:pt x="25895" y="37232"/>
                        </a:cubicBezTo>
                        <a:lnTo>
                          <a:pt x="6669" y="25610"/>
                        </a:lnTo>
                        <a:cubicBezTo>
                          <a:pt x="145" y="21672"/>
                          <a:pt x="-1951" y="13192"/>
                          <a:pt x="1987" y="6669"/>
                        </a:cubicBezTo>
                        <a:cubicBezTo>
                          <a:pt x="5925" y="145"/>
                          <a:pt x="14406" y="-1951"/>
                          <a:pt x="20929" y="1987"/>
                        </a:cubicBezTo>
                        <a:lnTo>
                          <a:pt x="40172" y="13609"/>
                        </a:lnTo>
                        <a:cubicBezTo>
                          <a:pt x="46695" y="17544"/>
                          <a:pt x="48793" y="26022"/>
                          <a:pt x="44858" y="32545"/>
                        </a:cubicBezTo>
                        <a:cubicBezTo>
                          <a:pt x="42355" y="36694"/>
                          <a:pt x="37860" y="39225"/>
                          <a:pt x="33016" y="39215"/>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81" name="Freeform 136">
                    <a:extLst>
                      <a:ext uri="{FF2B5EF4-FFF2-40B4-BE49-F238E27FC236}">
                        <a16:creationId xmlns:a16="http://schemas.microsoft.com/office/drawing/2014/main" id="{D202745C-B251-FC35-A321-9C3615EE4B02}"/>
                      </a:ext>
                    </a:extLst>
                  </p:cNvPr>
                  <p:cNvSpPr/>
                  <p:nvPr/>
                </p:nvSpPr>
                <p:spPr>
                  <a:xfrm>
                    <a:off x="11702289" y="2201764"/>
                    <a:ext cx="31987" cy="45745"/>
                  </a:xfrm>
                  <a:custGeom>
                    <a:avLst/>
                    <a:gdLst>
                      <a:gd name="connsiteX0" fmla="*/ 18182 w 31987"/>
                      <a:gd name="connsiteY0" fmla="*/ 45745 h 45745"/>
                      <a:gd name="connsiteX1" fmla="*/ 4784 w 31987"/>
                      <a:gd name="connsiteY1" fmla="*/ 35192 h 45745"/>
                      <a:gd name="connsiteX2" fmla="*/ 387 w 31987"/>
                      <a:gd name="connsiteY2" fmla="*/ 17036 h 45745"/>
                      <a:gd name="connsiteX3" fmla="*/ 10569 w 31987"/>
                      <a:gd name="connsiteY3" fmla="*/ 388 h 45745"/>
                      <a:gd name="connsiteX4" fmla="*/ 27217 w 31987"/>
                      <a:gd name="connsiteY4" fmla="*/ 10570 h 45745"/>
                      <a:gd name="connsiteX5" fmla="*/ 31597 w 31987"/>
                      <a:gd name="connsiteY5" fmla="*/ 28709 h 45745"/>
                      <a:gd name="connsiteX6" fmla="*/ 21437 w 31987"/>
                      <a:gd name="connsiteY6" fmla="*/ 45362 h 45745"/>
                      <a:gd name="connsiteX7" fmla="*/ 21424 w 31987"/>
                      <a:gd name="connsiteY7" fmla="*/ 45366 h 45745"/>
                      <a:gd name="connsiteX8" fmla="*/ 18182 w 31987"/>
                      <a:gd name="connsiteY8" fmla="*/ 45745 h 4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87" h="45745">
                        <a:moveTo>
                          <a:pt x="18182" y="45745"/>
                        </a:moveTo>
                        <a:cubicBezTo>
                          <a:pt x="11816" y="45740"/>
                          <a:pt x="6280" y="41379"/>
                          <a:pt x="4784" y="35192"/>
                        </a:cubicBezTo>
                        <a:lnTo>
                          <a:pt x="387" y="17036"/>
                        </a:lnTo>
                        <a:cubicBezTo>
                          <a:pt x="-1398" y="9626"/>
                          <a:pt x="3160" y="2174"/>
                          <a:pt x="10569" y="388"/>
                        </a:cubicBezTo>
                        <a:cubicBezTo>
                          <a:pt x="17978" y="-1399"/>
                          <a:pt x="25432" y="3160"/>
                          <a:pt x="27217" y="10570"/>
                        </a:cubicBezTo>
                        <a:lnTo>
                          <a:pt x="31597" y="28709"/>
                        </a:lnTo>
                        <a:cubicBezTo>
                          <a:pt x="33390" y="36113"/>
                          <a:pt x="28842" y="43569"/>
                          <a:pt x="21437" y="45362"/>
                        </a:cubicBezTo>
                        <a:cubicBezTo>
                          <a:pt x="21432" y="45364"/>
                          <a:pt x="21428" y="45364"/>
                          <a:pt x="21424" y="45366"/>
                        </a:cubicBezTo>
                        <a:cubicBezTo>
                          <a:pt x="20362" y="45618"/>
                          <a:pt x="19274" y="45745"/>
                          <a:pt x="18182" y="45745"/>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82" name="Freeform 137">
                    <a:extLst>
                      <a:ext uri="{FF2B5EF4-FFF2-40B4-BE49-F238E27FC236}">
                        <a16:creationId xmlns:a16="http://schemas.microsoft.com/office/drawing/2014/main" id="{FF546D4D-9C34-6558-3A7C-8EA7C5940FCD}"/>
                      </a:ext>
                    </a:extLst>
                  </p:cNvPr>
                  <p:cNvSpPr/>
                  <p:nvPr/>
                </p:nvSpPr>
                <p:spPr>
                  <a:xfrm>
                    <a:off x="11665963" y="2194759"/>
                    <a:ext cx="38617" cy="46490"/>
                  </a:xfrm>
                  <a:custGeom>
                    <a:avLst/>
                    <a:gdLst>
                      <a:gd name="connsiteX0" fmla="*/ 13746 w 38617"/>
                      <a:gd name="connsiteY0" fmla="*/ 46490 h 46490"/>
                      <a:gd name="connsiteX1" fmla="*/ 0 w 38617"/>
                      <a:gd name="connsiteY1" fmla="*/ 32648 h 46490"/>
                      <a:gd name="connsiteX2" fmla="*/ 1848 w 38617"/>
                      <a:gd name="connsiteY2" fmla="*/ 25799 h 46490"/>
                      <a:gd name="connsiteX3" fmla="*/ 12815 w 38617"/>
                      <a:gd name="connsiteY3" fmla="*/ 7004 h 46490"/>
                      <a:gd name="connsiteX4" fmla="*/ 31613 w 38617"/>
                      <a:gd name="connsiteY4" fmla="*/ 1791 h 46490"/>
                      <a:gd name="connsiteX5" fmla="*/ 36827 w 38617"/>
                      <a:gd name="connsiteY5" fmla="*/ 20590 h 46490"/>
                      <a:gd name="connsiteX6" fmla="*/ 36645 w 38617"/>
                      <a:gd name="connsiteY6" fmla="*/ 20902 h 46490"/>
                      <a:gd name="connsiteX7" fmla="*/ 25678 w 38617"/>
                      <a:gd name="connsiteY7" fmla="*/ 39714 h 46490"/>
                      <a:gd name="connsiteX8" fmla="*/ 13746 w 38617"/>
                      <a:gd name="connsiteY8" fmla="*/ 46490 h 46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17" h="46490">
                        <a:moveTo>
                          <a:pt x="13746" y="46490"/>
                        </a:moveTo>
                        <a:cubicBezTo>
                          <a:pt x="6128" y="46463"/>
                          <a:pt x="-27" y="40266"/>
                          <a:pt x="0" y="32648"/>
                        </a:cubicBezTo>
                        <a:cubicBezTo>
                          <a:pt x="9" y="30242"/>
                          <a:pt x="646" y="27882"/>
                          <a:pt x="1848" y="25799"/>
                        </a:cubicBezTo>
                        <a:lnTo>
                          <a:pt x="12815" y="7004"/>
                        </a:lnTo>
                        <a:cubicBezTo>
                          <a:pt x="16566" y="373"/>
                          <a:pt x="24983" y="-1961"/>
                          <a:pt x="31613" y="1791"/>
                        </a:cubicBezTo>
                        <a:cubicBezTo>
                          <a:pt x="38244" y="5542"/>
                          <a:pt x="40578" y="13958"/>
                          <a:pt x="36827" y="20590"/>
                        </a:cubicBezTo>
                        <a:cubicBezTo>
                          <a:pt x="36767" y="20695"/>
                          <a:pt x="36707" y="20798"/>
                          <a:pt x="36645" y="20902"/>
                        </a:cubicBezTo>
                        <a:lnTo>
                          <a:pt x="25678" y="39714"/>
                        </a:lnTo>
                        <a:cubicBezTo>
                          <a:pt x="23186" y="43932"/>
                          <a:pt x="18644" y="46511"/>
                          <a:pt x="13746" y="46490"/>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83" name="Freeform 138">
                    <a:extLst>
                      <a:ext uri="{FF2B5EF4-FFF2-40B4-BE49-F238E27FC236}">
                        <a16:creationId xmlns:a16="http://schemas.microsoft.com/office/drawing/2014/main" id="{37D3C9E5-C8A2-51BD-A1DC-C00FE1E5454F}"/>
                      </a:ext>
                    </a:extLst>
                  </p:cNvPr>
                  <p:cNvSpPr/>
                  <p:nvPr/>
                </p:nvSpPr>
                <p:spPr>
                  <a:xfrm>
                    <a:off x="11642426" y="2171965"/>
                    <a:ext cx="48292" cy="33233"/>
                  </a:xfrm>
                  <a:custGeom>
                    <a:avLst/>
                    <a:gdLst>
                      <a:gd name="connsiteX0" fmla="*/ 13781 w 48292"/>
                      <a:gd name="connsiteY0" fmla="*/ 33230 h 33233"/>
                      <a:gd name="connsiteX1" fmla="*/ 0 w 48292"/>
                      <a:gd name="connsiteY1" fmla="*/ 19422 h 33233"/>
                      <a:gd name="connsiteX2" fmla="*/ 10177 w 48292"/>
                      <a:gd name="connsiteY2" fmla="*/ 6124 h 33233"/>
                      <a:gd name="connsiteX3" fmla="*/ 30696 w 48292"/>
                      <a:gd name="connsiteY3" fmla="*/ 537 h 33233"/>
                      <a:gd name="connsiteX4" fmla="*/ 47756 w 48292"/>
                      <a:gd name="connsiteY4" fmla="*/ 9999 h 33233"/>
                      <a:gd name="connsiteX5" fmla="*/ 38294 w 48292"/>
                      <a:gd name="connsiteY5" fmla="*/ 27059 h 33233"/>
                      <a:gd name="connsiteX6" fmla="*/ 37921 w 48292"/>
                      <a:gd name="connsiteY6" fmla="*/ 27160 h 33233"/>
                      <a:gd name="connsiteX7" fmla="*/ 17402 w 48292"/>
                      <a:gd name="connsiteY7" fmla="*/ 32833 h 33233"/>
                      <a:gd name="connsiteX8" fmla="*/ 13781 w 48292"/>
                      <a:gd name="connsiteY8" fmla="*/ 33230 h 3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92" h="33233">
                        <a:moveTo>
                          <a:pt x="13781" y="33230"/>
                        </a:moveTo>
                        <a:cubicBezTo>
                          <a:pt x="6162" y="33223"/>
                          <a:pt x="-8" y="27040"/>
                          <a:pt x="0" y="19422"/>
                        </a:cubicBezTo>
                        <a:cubicBezTo>
                          <a:pt x="6" y="13201"/>
                          <a:pt x="4174" y="7755"/>
                          <a:pt x="10177" y="6124"/>
                        </a:cubicBezTo>
                        <a:lnTo>
                          <a:pt x="30696" y="537"/>
                        </a:lnTo>
                        <a:cubicBezTo>
                          <a:pt x="38020" y="-1561"/>
                          <a:pt x="45658" y="2675"/>
                          <a:pt x="47756" y="9999"/>
                        </a:cubicBezTo>
                        <a:cubicBezTo>
                          <a:pt x="49854" y="17323"/>
                          <a:pt x="45618" y="24961"/>
                          <a:pt x="38294" y="27059"/>
                        </a:cubicBezTo>
                        <a:cubicBezTo>
                          <a:pt x="38170" y="27094"/>
                          <a:pt x="38046" y="27128"/>
                          <a:pt x="37921" y="27160"/>
                        </a:cubicBezTo>
                        <a:lnTo>
                          <a:pt x="17402" y="32833"/>
                        </a:lnTo>
                        <a:cubicBezTo>
                          <a:pt x="16217" y="33124"/>
                          <a:pt x="15000" y="33257"/>
                          <a:pt x="13781" y="33230"/>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84" name="Freeform 139">
                    <a:extLst>
                      <a:ext uri="{FF2B5EF4-FFF2-40B4-BE49-F238E27FC236}">
                        <a16:creationId xmlns:a16="http://schemas.microsoft.com/office/drawing/2014/main" id="{E1E91F6A-0B05-2A45-BD75-8BE280A188F4}"/>
                      </a:ext>
                    </a:extLst>
                  </p:cNvPr>
                  <p:cNvSpPr/>
                  <p:nvPr/>
                </p:nvSpPr>
                <p:spPr>
                  <a:xfrm>
                    <a:off x="11647198" y="2133707"/>
                    <a:ext cx="47286" cy="40433"/>
                  </a:xfrm>
                  <a:custGeom>
                    <a:avLst/>
                    <a:gdLst>
                      <a:gd name="connsiteX0" fmla="*/ 33390 w 47286"/>
                      <a:gd name="connsiteY0" fmla="*/ 40434 h 40433"/>
                      <a:gd name="connsiteX1" fmla="*/ 25872 w 47286"/>
                      <a:gd name="connsiteY1" fmla="*/ 38192 h 40433"/>
                      <a:gd name="connsiteX2" fmla="*/ 6267 w 47286"/>
                      <a:gd name="connsiteY2" fmla="*/ 25363 h 40433"/>
                      <a:gd name="connsiteX3" fmla="*/ 2240 w 47286"/>
                      <a:gd name="connsiteY3" fmla="*/ 6267 h 40433"/>
                      <a:gd name="connsiteX4" fmla="*/ 21337 w 47286"/>
                      <a:gd name="connsiteY4" fmla="*/ 2240 h 40433"/>
                      <a:gd name="connsiteX5" fmla="*/ 41028 w 47286"/>
                      <a:gd name="connsiteY5" fmla="*/ 15086 h 40433"/>
                      <a:gd name="connsiteX6" fmla="*/ 45043 w 47286"/>
                      <a:gd name="connsiteY6" fmla="*/ 34177 h 40433"/>
                      <a:gd name="connsiteX7" fmla="*/ 33476 w 47286"/>
                      <a:gd name="connsiteY7" fmla="*/ 40434 h 4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286" h="40433">
                        <a:moveTo>
                          <a:pt x="33390" y="40434"/>
                        </a:moveTo>
                        <a:cubicBezTo>
                          <a:pt x="30720" y="40430"/>
                          <a:pt x="28108" y="39651"/>
                          <a:pt x="25872" y="38192"/>
                        </a:cubicBezTo>
                        <a:lnTo>
                          <a:pt x="6267" y="25363"/>
                        </a:lnTo>
                        <a:cubicBezTo>
                          <a:pt x="-119" y="21202"/>
                          <a:pt x="-1921" y="12652"/>
                          <a:pt x="2240" y="6267"/>
                        </a:cubicBezTo>
                        <a:cubicBezTo>
                          <a:pt x="6402" y="-119"/>
                          <a:pt x="14952" y="-1921"/>
                          <a:pt x="21337" y="2240"/>
                        </a:cubicBezTo>
                        <a:lnTo>
                          <a:pt x="41028" y="15086"/>
                        </a:lnTo>
                        <a:cubicBezTo>
                          <a:pt x="47409" y="19249"/>
                          <a:pt x="49206" y="27797"/>
                          <a:pt x="45043" y="34177"/>
                        </a:cubicBezTo>
                        <a:cubicBezTo>
                          <a:pt x="42494" y="38085"/>
                          <a:pt x="38142" y="40439"/>
                          <a:pt x="33476" y="40434"/>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85" name="Freeform 140">
                    <a:extLst>
                      <a:ext uri="{FF2B5EF4-FFF2-40B4-BE49-F238E27FC236}">
                        <a16:creationId xmlns:a16="http://schemas.microsoft.com/office/drawing/2014/main" id="{2190DDAB-BF43-A09A-50AA-5663D2D95428}"/>
                      </a:ext>
                    </a:extLst>
                  </p:cNvPr>
                  <p:cNvSpPr/>
                  <p:nvPr/>
                </p:nvSpPr>
                <p:spPr>
                  <a:xfrm>
                    <a:off x="11662660" y="2132016"/>
                    <a:ext cx="94148" cy="94146"/>
                  </a:xfrm>
                  <a:custGeom>
                    <a:avLst/>
                    <a:gdLst>
                      <a:gd name="connsiteX0" fmla="*/ 47086 w 94148"/>
                      <a:gd name="connsiteY0" fmla="*/ 94147 h 94146"/>
                      <a:gd name="connsiteX1" fmla="*/ 0 w 94148"/>
                      <a:gd name="connsiteY1" fmla="*/ 47086 h 94146"/>
                      <a:gd name="connsiteX2" fmla="*/ 47061 w 94148"/>
                      <a:gd name="connsiteY2" fmla="*/ 0 h 94146"/>
                      <a:gd name="connsiteX3" fmla="*/ 92900 w 94148"/>
                      <a:gd name="connsiteY3" fmla="*/ 36314 h 94146"/>
                      <a:gd name="connsiteX4" fmla="*/ 92900 w 94148"/>
                      <a:gd name="connsiteY4" fmla="*/ 36314 h 94146"/>
                      <a:gd name="connsiteX5" fmla="*/ 57755 w 94148"/>
                      <a:gd name="connsiteY5" fmla="*/ 92910 h 94146"/>
                      <a:gd name="connsiteX6" fmla="*/ 47086 w 94148"/>
                      <a:gd name="connsiteY6" fmla="*/ 94147 h 94146"/>
                      <a:gd name="connsiteX7" fmla="*/ 47086 w 94148"/>
                      <a:gd name="connsiteY7" fmla="*/ 27589 h 94146"/>
                      <a:gd name="connsiteX8" fmla="*/ 42620 w 94148"/>
                      <a:gd name="connsiteY8" fmla="*/ 28106 h 94146"/>
                      <a:gd name="connsiteX9" fmla="*/ 28110 w 94148"/>
                      <a:gd name="connsiteY9" fmla="*/ 51531 h 94146"/>
                      <a:gd name="connsiteX10" fmla="*/ 51535 w 94148"/>
                      <a:gd name="connsiteY10" fmla="*/ 66041 h 94146"/>
                      <a:gd name="connsiteX11" fmla="*/ 66043 w 94148"/>
                      <a:gd name="connsiteY11" fmla="*/ 42671 h 94146"/>
                      <a:gd name="connsiteX12" fmla="*/ 66036 w 94148"/>
                      <a:gd name="connsiteY12" fmla="*/ 42642 h 94146"/>
                      <a:gd name="connsiteX13" fmla="*/ 66036 w 94148"/>
                      <a:gd name="connsiteY13" fmla="*/ 42642 h 94146"/>
                      <a:gd name="connsiteX14" fmla="*/ 47086 w 94148"/>
                      <a:gd name="connsiteY14" fmla="*/ 27589 h 9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148" h="94146">
                        <a:moveTo>
                          <a:pt x="47086" y="94147"/>
                        </a:moveTo>
                        <a:cubicBezTo>
                          <a:pt x="21088" y="94154"/>
                          <a:pt x="7" y="73084"/>
                          <a:pt x="0" y="47086"/>
                        </a:cubicBezTo>
                        <a:cubicBezTo>
                          <a:pt x="-7" y="21088"/>
                          <a:pt x="21063" y="7"/>
                          <a:pt x="47061" y="0"/>
                        </a:cubicBezTo>
                        <a:cubicBezTo>
                          <a:pt x="68919" y="-6"/>
                          <a:pt x="87905" y="15035"/>
                          <a:pt x="92900" y="36314"/>
                        </a:cubicBezTo>
                        <a:lnTo>
                          <a:pt x="92900" y="36314"/>
                        </a:lnTo>
                        <a:cubicBezTo>
                          <a:pt x="98823" y="61647"/>
                          <a:pt x="83089" y="86986"/>
                          <a:pt x="57755" y="92910"/>
                        </a:cubicBezTo>
                        <a:cubicBezTo>
                          <a:pt x="54257" y="93728"/>
                          <a:pt x="50678" y="94143"/>
                          <a:pt x="47086" y="94147"/>
                        </a:cubicBezTo>
                        <a:close/>
                        <a:moveTo>
                          <a:pt x="47086" y="27589"/>
                        </a:moveTo>
                        <a:cubicBezTo>
                          <a:pt x="45582" y="27592"/>
                          <a:pt x="44084" y="27766"/>
                          <a:pt x="42620" y="28106"/>
                        </a:cubicBezTo>
                        <a:cubicBezTo>
                          <a:pt x="32145" y="30568"/>
                          <a:pt x="25648" y="41055"/>
                          <a:pt x="28110" y="51531"/>
                        </a:cubicBezTo>
                        <a:cubicBezTo>
                          <a:pt x="30572" y="62006"/>
                          <a:pt x="41059" y="68503"/>
                          <a:pt x="51535" y="66041"/>
                        </a:cubicBezTo>
                        <a:cubicBezTo>
                          <a:pt x="61994" y="63594"/>
                          <a:pt x="68490" y="53131"/>
                          <a:pt x="66043" y="42671"/>
                        </a:cubicBezTo>
                        <a:cubicBezTo>
                          <a:pt x="66041" y="42662"/>
                          <a:pt x="66038" y="42652"/>
                          <a:pt x="66036" y="42642"/>
                        </a:cubicBezTo>
                        <a:lnTo>
                          <a:pt x="66036" y="42642"/>
                        </a:lnTo>
                        <a:cubicBezTo>
                          <a:pt x="63973" y="33838"/>
                          <a:pt x="56129" y="27606"/>
                          <a:pt x="47086" y="27589"/>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grpSp>
        <p:nvGrpSpPr>
          <p:cNvPr id="493" name="Group 492">
            <a:extLst>
              <a:ext uri="{FF2B5EF4-FFF2-40B4-BE49-F238E27FC236}">
                <a16:creationId xmlns:a16="http://schemas.microsoft.com/office/drawing/2014/main" id="{3071EAF4-FA24-43FA-6173-E1947333A677}"/>
              </a:ext>
            </a:extLst>
          </p:cNvPr>
          <p:cNvGrpSpPr/>
          <p:nvPr/>
        </p:nvGrpSpPr>
        <p:grpSpPr>
          <a:xfrm>
            <a:off x="4748633" y="2241576"/>
            <a:ext cx="4663391" cy="1365967"/>
            <a:chOff x="4748633" y="2241576"/>
            <a:chExt cx="4663391" cy="1365967"/>
          </a:xfrm>
        </p:grpSpPr>
        <p:grpSp>
          <p:nvGrpSpPr>
            <p:cNvPr id="494" name="Group 493">
              <a:extLst>
                <a:ext uri="{FF2B5EF4-FFF2-40B4-BE49-F238E27FC236}">
                  <a16:creationId xmlns:a16="http://schemas.microsoft.com/office/drawing/2014/main" id="{839A7D46-A371-CA18-C1A2-86BA66EB851A}"/>
                </a:ext>
              </a:extLst>
            </p:cNvPr>
            <p:cNvGrpSpPr/>
            <p:nvPr/>
          </p:nvGrpSpPr>
          <p:grpSpPr>
            <a:xfrm>
              <a:off x="4748633" y="2241576"/>
              <a:ext cx="4663391" cy="1365967"/>
              <a:chOff x="4748633" y="2241576"/>
              <a:chExt cx="4663391" cy="1365967"/>
            </a:xfrm>
          </p:grpSpPr>
          <p:sp>
            <p:nvSpPr>
              <p:cNvPr id="582" name="Arrow: Chevron 22">
                <a:extLst>
                  <a:ext uri="{FF2B5EF4-FFF2-40B4-BE49-F238E27FC236}">
                    <a16:creationId xmlns:a16="http://schemas.microsoft.com/office/drawing/2014/main" id="{26771EFD-570B-ABD9-B7FA-E4DF1D996692}"/>
                  </a:ext>
                </a:extLst>
              </p:cNvPr>
              <p:cNvSpPr/>
              <p:nvPr/>
            </p:nvSpPr>
            <p:spPr>
              <a:xfrm>
                <a:off x="4748633" y="3197853"/>
                <a:ext cx="2666844" cy="409690"/>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Realization</a:t>
                </a:r>
              </a:p>
            </p:txBody>
          </p:sp>
          <p:sp>
            <p:nvSpPr>
              <p:cNvPr id="583" name="Arrow: Chevron 274">
                <a:extLst>
                  <a:ext uri="{FF2B5EF4-FFF2-40B4-BE49-F238E27FC236}">
                    <a16:creationId xmlns:a16="http://schemas.microsoft.com/office/drawing/2014/main" id="{D8002593-CA15-27A1-9587-7B298CA593AD}"/>
                  </a:ext>
                </a:extLst>
              </p:cNvPr>
              <p:cNvSpPr/>
              <p:nvPr/>
            </p:nvSpPr>
            <p:spPr>
              <a:xfrm>
                <a:off x="8266342" y="3197853"/>
                <a:ext cx="978242" cy="409690"/>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000" b="1" dirty="0">
                    <a:solidFill>
                      <a:schemeClr val="bg1">
                        <a:lumMod val="65000"/>
                      </a:schemeClr>
                    </a:solidFill>
                    <a:latin typeface="Century Gothic" panose="020F0302020204030204"/>
                  </a:rPr>
                  <a:t>BRT</a:t>
                </a:r>
                <a:endPar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endParaRPr>
              </a:p>
            </p:txBody>
          </p:sp>
          <p:sp>
            <p:nvSpPr>
              <p:cNvPr id="584" name="Arrow: Chevron 273">
                <a:extLst>
                  <a:ext uri="{FF2B5EF4-FFF2-40B4-BE49-F238E27FC236}">
                    <a16:creationId xmlns:a16="http://schemas.microsoft.com/office/drawing/2014/main" id="{4421DDD6-1789-A272-2042-5B6D6C9F82C6}"/>
                  </a:ext>
                </a:extLst>
              </p:cNvPr>
              <p:cNvSpPr/>
              <p:nvPr/>
            </p:nvSpPr>
            <p:spPr>
              <a:xfrm>
                <a:off x="7323214" y="3197853"/>
                <a:ext cx="1045211"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65000"/>
                      </a:schemeClr>
                    </a:solidFill>
                    <a:effectLst/>
                    <a:uLnTx/>
                    <a:uFillTx/>
                    <a:latin typeface="Century Gothic" panose="020F0302020204030204"/>
                    <a:ea typeface="+mn-ea"/>
                    <a:cs typeface="+mn-cs"/>
                  </a:rPr>
                  <a:t>SIT</a:t>
                </a:r>
              </a:p>
            </p:txBody>
          </p:sp>
          <p:sp>
            <p:nvSpPr>
              <p:cNvPr id="585" name="Arrow: Chevron 279">
                <a:extLst>
                  <a:ext uri="{FF2B5EF4-FFF2-40B4-BE49-F238E27FC236}">
                    <a16:creationId xmlns:a16="http://schemas.microsoft.com/office/drawing/2014/main" id="{715B6E0F-BF31-7109-5CDD-B2B8775D0410}"/>
                  </a:ext>
                </a:extLst>
              </p:cNvPr>
              <p:cNvSpPr/>
              <p:nvPr/>
            </p:nvSpPr>
            <p:spPr>
              <a:xfrm>
                <a:off x="4748633" y="2241576"/>
                <a:ext cx="4663391" cy="964154"/>
              </a:xfrm>
              <a:prstGeom prst="chevron">
                <a:avLst>
                  <a:gd name="adj" fmla="val 28502"/>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Execute</a:t>
                </a:r>
              </a:p>
            </p:txBody>
          </p:sp>
        </p:grpSp>
        <p:grpSp>
          <p:nvGrpSpPr>
            <p:cNvPr id="495" name="Group 494">
              <a:extLst>
                <a:ext uri="{FF2B5EF4-FFF2-40B4-BE49-F238E27FC236}">
                  <a16:creationId xmlns:a16="http://schemas.microsoft.com/office/drawing/2014/main" id="{4FB5FE83-35D8-C33E-9128-8E9040B3E2FD}"/>
                </a:ext>
              </a:extLst>
            </p:cNvPr>
            <p:cNvGrpSpPr/>
            <p:nvPr/>
          </p:nvGrpSpPr>
          <p:grpSpPr>
            <a:xfrm>
              <a:off x="6831073" y="2369261"/>
              <a:ext cx="471163" cy="471791"/>
              <a:chOff x="6831073" y="2369261"/>
              <a:chExt cx="471163" cy="471791"/>
            </a:xfrm>
          </p:grpSpPr>
          <p:sp>
            <p:nvSpPr>
              <p:cNvPr id="496" name="Oval 495">
                <a:extLst>
                  <a:ext uri="{FF2B5EF4-FFF2-40B4-BE49-F238E27FC236}">
                    <a16:creationId xmlns:a16="http://schemas.microsoft.com/office/drawing/2014/main" id="{A1489F40-463C-E055-4D39-E0E2A470033C}"/>
                  </a:ext>
                </a:extLst>
              </p:cNvPr>
              <p:cNvSpPr/>
              <p:nvPr/>
            </p:nvSpPr>
            <p:spPr>
              <a:xfrm>
                <a:off x="6831073" y="2369261"/>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497" name="Group 496">
                <a:extLst>
                  <a:ext uri="{FF2B5EF4-FFF2-40B4-BE49-F238E27FC236}">
                    <a16:creationId xmlns:a16="http://schemas.microsoft.com/office/drawing/2014/main" id="{6D7EBF29-8F39-23DA-D095-22CA878BFC22}"/>
                  </a:ext>
                </a:extLst>
              </p:cNvPr>
              <p:cNvGrpSpPr/>
              <p:nvPr/>
            </p:nvGrpSpPr>
            <p:grpSpPr>
              <a:xfrm>
                <a:off x="6939507" y="2475833"/>
                <a:ext cx="254219" cy="258644"/>
                <a:chOff x="6566257" y="2048749"/>
                <a:chExt cx="254558" cy="258644"/>
              </a:xfrm>
              <a:solidFill>
                <a:schemeClr val="bg1">
                  <a:lumMod val="75000"/>
                </a:schemeClr>
              </a:solidFill>
            </p:grpSpPr>
            <p:grpSp>
              <p:nvGrpSpPr>
                <p:cNvPr id="499" name="Graphic 332">
                  <a:extLst>
                    <a:ext uri="{FF2B5EF4-FFF2-40B4-BE49-F238E27FC236}">
                      <a16:creationId xmlns:a16="http://schemas.microsoft.com/office/drawing/2014/main" id="{9E2E10A9-E403-0690-CC59-6064328856BF}"/>
                    </a:ext>
                  </a:extLst>
                </p:cNvPr>
                <p:cNvGrpSpPr/>
                <p:nvPr/>
              </p:nvGrpSpPr>
              <p:grpSpPr>
                <a:xfrm>
                  <a:off x="6566257" y="2086119"/>
                  <a:ext cx="135075" cy="185001"/>
                  <a:chOff x="6566257" y="2086119"/>
                  <a:chExt cx="135075" cy="185001"/>
                </a:xfrm>
                <a:grpFill/>
              </p:grpSpPr>
              <p:sp>
                <p:nvSpPr>
                  <p:cNvPr id="578" name="Freeform 164">
                    <a:extLst>
                      <a:ext uri="{FF2B5EF4-FFF2-40B4-BE49-F238E27FC236}">
                        <a16:creationId xmlns:a16="http://schemas.microsoft.com/office/drawing/2014/main" id="{414AE0FF-94FC-9FBB-E943-1095D4C78675}"/>
                      </a:ext>
                    </a:extLst>
                  </p:cNvPr>
                  <p:cNvSpPr/>
                  <p:nvPr/>
                </p:nvSpPr>
                <p:spPr>
                  <a:xfrm>
                    <a:off x="6566257" y="2086119"/>
                    <a:ext cx="135075" cy="131501"/>
                  </a:xfrm>
                  <a:custGeom>
                    <a:avLst/>
                    <a:gdLst>
                      <a:gd name="connsiteX0" fmla="*/ 92814 w 135075"/>
                      <a:gd name="connsiteY0" fmla="*/ 131501 h 131501"/>
                      <a:gd name="connsiteX1" fmla="*/ 80275 w 135075"/>
                      <a:gd name="connsiteY1" fmla="*/ 118959 h 131501"/>
                      <a:gd name="connsiteX2" fmla="*/ 88409 w 135075"/>
                      <a:gd name="connsiteY2" fmla="*/ 107220 h 131501"/>
                      <a:gd name="connsiteX3" fmla="*/ 109994 w 135075"/>
                      <a:gd name="connsiteY3" fmla="*/ 66088 h 131501"/>
                      <a:gd name="connsiteX4" fmla="*/ 67545 w 135075"/>
                      <a:gd name="connsiteY4" fmla="*/ 25081 h 131501"/>
                      <a:gd name="connsiteX5" fmla="*/ 25081 w 135075"/>
                      <a:gd name="connsiteY5" fmla="*/ 66088 h 131501"/>
                      <a:gd name="connsiteX6" fmla="*/ 47481 w 135075"/>
                      <a:gd name="connsiteY6" fmla="*/ 107016 h 131501"/>
                      <a:gd name="connsiteX7" fmla="*/ 53935 w 135075"/>
                      <a:gd name="connsiteY7" fmla="*/ 123535 h 131501"/>
                      <a:gd name="connsiteX8" fmla="*/ 38358 w 135075"/>
                      <a:gd name="connsiteY8" fmla="*/ 130357 h 131501"/>
                      <a:gd name="connsiteX9" fmla="*/ 0 w 135075"/>
                      <a:gd name="connsiteY9" fmla="*/ 66088 h 131501"/>
                      <a:gd name="connsiteX10" fmla="*/ 67545 w 135075"/>
                      <a:gd name="connsiteY10" fmla="*/ 0 h 131501"/>
                      <a:gd name="connsiteX11" fmla="*/ 135075 w 135075"/>
                      <a:gd name="connsiteY11" fmla="*/ 66088 h 131501"/>
                      <a:gd name="connsiteX12" fmla="*/ 97219 w 135075"/>
                      <a:gd name="connsiteY12" fmla="*/ 130702 h 131501"/>
                      <a:gd name="connsiteX13" fmla="*/ 92814 w 135075"/>
                      <a:gd name="connsiteY13" fmla="*/ 131501 h 131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5075" h="131501">
                        <a:moveTo>
                          <a:pt x="92814" y="131501"/>
                        </a:moveTo>
                        <a:cubicBezTo>
                          <a:pt x="85888" y="131501"/>
                          <a:pt x="80274" y="125886"/>
                          <a:pt x="80275" y="118959"/>
                        </a:cubicBezTo>
                        <a:cubicBezTo>
                          <a:pt x="80275" y="113733"/>
                          <a:pt x="83517" y="109056"/>
                          <a:pt x="88409" y="107220"/>
                        </a:cubicBezTo>
                        <a:cubicBezTo>
                          <a:pt x="109994" y="99116"/>
                          <a:pt x="109994" y="74302"/>
                          <a:pt x="109994" y="66088"/>
                        </a:cubicBezTo>
                        <a:cubicBezTo>
                          <a:pt x="109994" y="42324"/>
                          <a:pt x="92140" y="25081"/>
                          <a:pt x="67545" y="25081"/>
                        </a:cubicBezTo>
                        <a:cubicBezTo>
                          <a:pt x="42951" y="25081"/>
                          <a:pt x="25081" y="42324"/>
                          <a:pt x="25081" y="66088"/>
                        </a:cubicBezTo>
                        <a:cubicBezTo>
                          <a:pt x="25081" y="80760"/>
                          <a:pt x="28968" y="99774"/>
                          <a:pt x="47481" y="107016"/>
                        </a:cubicBezTo>
                        <a:cubicBezTo>
                          <a:pt x="53825" y="109795"/>
                          <a:pt x="56714" y="117191"/>
                          <a:pt x="53935" y="123535"/>
                        </a:cubicBezTo>
                        <a:cubicBezTo>
                          <a:pt x="51313" y="129520"/>
                          <a:pt x="44535" y="132489"/>
                          <a:pt x="38358" y="130357"/>
                        </a:cubicBezTo>
                        <a:cubicBezTo>
                          <a:pt x="13669" y="120701"/>
                          <a:pt x="0" y="97862"/>
                          <a:pt x="0" y="66088"/>
                        </a:cubicBezTo>
                        <a:cubicBezTo>
                          <a:pt x="0" y="28467"/>
                          <a:pt x="29031" y="0"/>
                          <a:pt x="67545" y="0"/>
                        </a:cubicBezTo>
                        <a:cubicBezTo>
                          <a:pt x="106060" y="0"/>
                          <a:pt x="135075" y="28467"/>
                          <a:pt x="135075" y="66088"/>
                        </a:cubicBezTo>
                        <a:cubicBezTo>
                          <a:pt x="135075" y="98598"/>
                          <a:pt x="121641" y="121547"/>
                          <a:pt x="97219" y="130702"/>
                        </a:cubicBezTo>
                        <a:cubicBezTo>
                          <a:pt x="95809" y="131224"/>
                          <a:pt x="94318" y="131495"/>
                          <a:pt x="92814" y="131501"/>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79" name="Freeform 165">
                    <a:extLst>
                      <a:ext uri="{FF2B5EF4-FFF2-40B4-BE49-F238E27FC236}">
                        <a16:creationId xmlns:a16="http://schemas.microsoft.com/office/drawing/2014/main" id="{678FFA2D-9551-E1AC-B312-8F5F09199173}"/>
                      </a:ext>
                    </a:extLst>
                  </p:cNvPr>
                  <p:cNvSpPr/>
                  <p:nvPr/>
                </p:nvSpPr>
                <p:spPr>
                  <a:xfrm>
                    <a:off x="6601417" y="2210096"/>
                    <a:ext cx="64864" cy="25080"/>
                  </a:xfrm>
                  <a:custGeom>
                    <a:avLst/>
                    <a:gdLst>
                      <a:gd name="connsiteX0" fmla="*/ 52325 w 64864"/>
                      <a:gd name="connsiteY0" fmla="*/ 25081 h 25080"/>
                      <a:gd name="connsiteX1" fmla="*/ 12540 w 64864"/>
                      <a:gd name="connsiteY1" fmla="*/ 25081 h 25080"/>
                      <a:gd name="connsiteX2" fmla="*/ 0 w 64864"/>
                      <a:gd name="connsiteY2" fmla="*/ 12540 h 25080"/>
                      <a:gd name="connsiteX3" fmla="*/ 12540 w 64864"/>
                      <a:gd name="connsiteY3" fmla="*/ 0 h 25080"/>
                      <a:gd name="connsiteX4" fmla="*/ 52325 w 64864"/>
                      <a:gd name="connsiteY4" fmla="*/ 0 h 25080"/>
                      <a:gd name="connsiteX5" fmla="*/ 64865 w 64864"/>
                      <a:gd name="connsiteY5" fmla="*/ 12540 h 25080"/>
                      <a:gd name="connsiteX6" fmla="*/ 52325 w 6486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64" h="25080">
                        <a:moveTo>
                          <a:pt x="52325" y="25081"/>
                        </a:moveTo>
                        <a:lnTo>
                          <a:pt x="12540" y="25081"/>
                        </a:lnTo>
                        <a:cubicBezTo>
                          <a:pt x="5614" y="25081"/>
                          <a:pt x="0" y="19466"/>
                          <a:pt x="0" y="12540"/>
                        </a:cubicBezTo>
                        <a:cubicBezTo>
                          <a:pt x="0" y="5615"/>
                          <a:pt x="5614" y="0"/>
                          <a:pt x="12540" y="0"/>
                        </a:cubicBezTo>
                        <a:lnTo>
                          <a:pt x="52325" y="0"/>
                        </a:lnTo>
                        <a:cubicBezTo>
                          <a:pt x="59250" y="0"/>
                          <a:pt x="64865" y="5615"/>
                          <a:pt x="64865" y="12540"/>
                        </a:cubicBezTo>
                        <a:cubicBezTo>
                          <a:pt x="64865" y="19466"/>
                          <a:pt x="59250" y="25081"/>
                          <a:pt x="52325" y="25081"/>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80" name="Freeform 166">
                    <a:extLst>
                      <a:ext uri="{FF2B5EF4-FFF2-40B4-BE49-F238E27FC236}">
                        <a16:creationId xmlns:a16="http://schemas.microsoft.com/office/drawing/2014/main" id="{AF3EC82E-C5BD-9948-C383-D362C73817C1}"/>
                      </a:ext>
                    </a:extLst>
                  </p:cNvPr>
                  <p:cNvSpPr/>
                  <p:nvPr/>
                </p:nvSpPr>
                <p:spPr>
                  <a:xfrm>
                    <a:off x="6601417" y="2246040"/>
                    <a:ext cx="63846" cy="25080"/>
                  </a:xfrm>
                  <a:custGeom>
                    <a:avLst/>
                    <a:gdLst>
                      <a:gd name="connsiteX0" fmla="*/ 51306 w 63846"/>
                      <a:gd name="connsiteY0" fmla="*/ 25081 h 25080"/>
                      <a:gd name="connsiteX1" fmla="*/ 12540 w 63846"/>
                      <a:gd name="connsiteY1" fmla="*/ 25081 h 25080"/>
                      <a:gd name="connsiteX2" fmla="*/ 0 w 63846"/>
                      <a:gd name="connsiteY2" fmla="*/ 12540 h 25080"/>
                      <a:gd name="connsiteX3" fmla="*/ 12540 w 63846"/>
                      <a:gd name="connsiteY3" fmla="*/ 0 h 25080"/>
                      <a:gd name="connsiteX4" fmla="*/ 51306 w 63846"/>
                      <a:gd name="connsiteY4" fmla="*/ 0 h 25080"/>
                      <a:gd name="connsiteX5" fmla="*/ 63846 w 63846"/>
                      <a:gd name="connsiteY5" fmla="*/ 12540 h 25080"/>
                      <a:gd name="connsiteX6" fmla="*/ 51306 w 63846"/>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846" h="25080">
                        <a:moveTo>
                          <a:pt x="51306" y="25081"/>
                        </a:moveTo>
                        <a:lnTo>
                          <a:pt x="12540" y="25081"/>
                        </a:lnTo>
                        <a:cubicBezTo>
                          <a:pt x="5614" y="25081"/>
                          <a:pt x="0" y="19466"/>
                          <a:pt x="0" y="12540"/>
                        </a:cubicBezTo>
                        <a:cubicBezTo>
                          <a:pt x="0" y="5615"/>
                          <a:pt x="5614" y="0"/>
                          <a:pt x="12540" y="0"/>
                        </a:cubicBezTo>
                        <a:lnTo>
                          <a:pt x="51306" y="0"/>
                        </a:lnTo>
                        <a:cubicBezTo>
                          <a:pt x="58232" y="0"/>
                          <a:pt x="63846" y="5615"/>
                          <a:pt x="63846" y="12540"/>
                        </a:cubicBezTo>
                        <a:cubicBezTo>
                          <a:pt x="63846" y="19466"/>
                          <a:pt x="58232" y="25081"/>
                          <a:pt x="51306" y="25081"/>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81" name="Freeform 167">
                    <a:extLst>
                      <a:ext uri="{FF2B5EF4-FFF2-40B4-BE49-F238E27FC236}">
                        <a16:creationId xmlns:a16="http://schemas.microsoft.com/office/drawing/2014/main" id="{B0A14123-2964-A564-7855-B74B7E9163E4}"/>
                      </a:ext>
                    </a:extLst>
                  </p:cNvPr>
                  <p:cNvSpPr/>
                  <p:nvPr/>
                </p:nvSpPr>
                <p:spPr>
                  <a:xfrm>
                    <a:off x="6597059" y="2192744"/>
                    <a:ext cx="73564" cy="78377"/>
                  </a:xfrm>
                  <a:custGeom>
                    <a:avLst/>
                    <a:gdLst>
                      <a:gd name="connsiteX0" fmla="*/ 61024 w 73564"/>
                      <a:gd name="connsiteY0" fmla="*/ 78377 h 78377"/>
                      <a:gd name="connsiteX1" fmla="*/ 12540 w 73564"/>
                      <a:gd name="connsiteY1" fmla="*/ 78377 h 78377"/>
                      <a:gd name="connsiteX2" fmla="*/ 0 w 73564"/>
                      <a:gd name="connsiteY2" fmla="*/ 65837 h 78377"/>
                      <a:gd name="connsiteX3" fmla="*/ 0 w 73564"/>
                      <a:gd name="connsiteY3" fmla="*/ 12540 h 78377"/>
                      <a:gd name="connsiteX4" fmla="*/ 12540 w 73564"/>
                      <a:gd name="connsiteY4" fmla="*/ 0 h 78377"/>
                      <a:gd name="connsiteX5" fmla="*/ 25081 w 73564"/>
                      <a:gd name="connsiteY5" fmla="*/ 12540 h 78377"/>
                      <a:gd name="connsiteX6" fmla="*/ 25081 w 73564"/>
                      <a:gd name="connsiteY6" fmla="*/ 53296 h 78377"/>
                      <a:gd name="connsiteX7" fmla="*/ 48484 w 73564"/>
                      <a:gd name="connsiteY7" fmla="*/ 53296 h 78377"/>
                      <a:gd name="connsiteX8" fmla="*/ 48484 w 73564"/>
                      <a:gd name="connsiteY8" fmla="*/ 13308 h 78377"/>
                      <a:gd name="connsiteX9" fmla="*/ 61024 w 73564"/>
                      <a:gd name="connsiteY9" fmla="*/ 768 h 78377"/>
                      <a:gd name="connsiteX10" fmla="*/ 73565 w 73564"/>
                      <a:gd name="connsiteY10" fmla="*/ 13308 h 78377"/>
                      <a:gd name="connsiteX11" fmla="*/ 73565 w 73564"/>
                      <a:gd name="connsiteY11" fmla="*/ 65837 h 78377"/>
                      <a:gd name="connsiteX12" fmla="*/ 61024 w 73564"/>
                      <a:gd name="connsiteY12" fmla="*/ 78377 h 7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564" h="78377">
                        <a:moveTo>
                          <a:pt x="61024" y="78377"/>
                        </a:moveTo>
                        <a:lnTo>
                          <a:pt x="12540" y="78377"/>
                        </a:lnTo>
                        <a:cubicBezTo>
                          <a:pt x="5614" y="78377"/>
                          <a:pt x="0" y="72762"/>
                          <a:pt x="0" y="65837"/>
                        </a:cubicBezTo>
                        <a:lnTo>
                          <a:pt x="0" y="12540"/>
                        </a:lnTo>
                        <a:cubicBezTo>
                          <a:pt x="0" y="5615"/>
                          <a:pt x="5614" y="0"/>
                          <a:pt x="12540" y="0"/>
                        </a:cubicBezTo>
                        <a:cubicBezTo>
                          <a:pt x="19466" y="0"/>
                          <a:pt x="25081" y="5615"/>
                          <a:pt x="25081" y="12540"/>
                        </a:cubicBezTo>
                        <a:lnTo>
                          <a:pt x="25081" y="53296"/>
                        </a:lnTo>
                        <a:lnTo>
                          <a:pt x="48484" y="53296"/>
                        </a:lnTo>
                        <a:lnTo>
                          <a:pt x="48484" y="13308"/>
                        </a:lnTo>
                        <a:cubicBezTo>
                          <a:pt x="48484" y="6383"/>
                          <a:pt x="54099" y="768"/>
                          <a:pt x="61024" y="768"/>
                        </a:cubicBezTo>
                        <a:cubicBezTo>
                          <a:pt x="67950" y="768"/>
                          <a:pt x="73565" y="6383"/>
                          <a:pt x="73565" y="13308"/>
                        </a:cubicBezTo>
                        <a:lnTo>
                          <a:pt x="73565" y="65837"/>
                        </a:lnTo>
                        <a:cubicBezTo>
                          <a:pt x="73565" y="72762"/>
                          <a:pt x="67950" y="78377"/>
                          <a:pt x="61024" y="78377"/>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500" name="Freeform 151">
                  <a:extLst>
                    <a:ext uri="{FF2B5EF4-FFF2-40B4-BE49-F238E27FC236}">
                      <a16:creationId xmlns:a16="http://schemas.microsoft.com/office/drawing/2014/main" id="{8219C866-CC64-E872-4BCA-88C03D714EDA}"/>
                    </a:ext>
                  </a:extLst>
                </p:cNvPr>
                <p:cNvSpPr/>
                <p:nvPr/>
              </p:nvSpPr>
              <p:spPr>
                <a:xfrm>
                  <a:off x="6621779" y="2048749"/>
                  <a:ext cx="180740" cy="115668"/>
                </a:xfrm>
                <a:custGeom>
                  <a:avLst/>
                  <a:gdLst>
                    <a:gd name="connsiteX0" fmla="*/ 138054 w 180740"/>
                    <a:gd name="connsiteY0" fmla="*/ 115669 h 115668"/>
                    <a:gd name="connsiteX1" fmla="*/ 125513 w 180740"/>
                    <a:gd name="connsiteY1" fmla="*/ 103129 h 115668"/>
                    <a:gd name="connsiteX2" fmla="*/ 125513 w 180740"/>
                    <a:gd name="connsiteY2" fmla="*/ 25081 h 115668"/>
                    <a:gd name="connsiteX3" fmla="*/ 25081 w 180740"/>
                    <a:gd name="connsiteY3" fmla="*/ 25081 h 115668"/>
                    <a:gd name="connsiteX4" fmla="*/ 25081 w 180740"/>
                    <a:gd name="connsiteY4" fmla="*/ 49754 h 115668"/>
                    <a:gd name="connsiteX5" fmla="*/ 12540 w 180740"/>
                    <a:gd name="connsiteY5" fmla="*/ 62294 h 115668"/>
                    <a:gd name="connsiteX6" fmla="*/ 0 w 180740"/>
                    <a:gd name="connsiteY6" fmla="*/ 49754 h 115668"/>
                    <a:gd name="connsiteX7" fmla="*/ 0 w 180740"/>
                    <a:gd name="connsiteY7" fmla="*/ 12540 h 115668"/>
                    <a:gd name="connsiteX8" fmla="*/ 12540 w 180740"/>
                    <a:gd name="connsiteY8" fmla="*/ 0 h 115668"/>
                    <a:gd name="connsiteX9" fmla="*/ 138054 w 180740"/>
                    <a:gd name="connsiteY9" fmla="*/ 0 h 115668"/>
                    <a:gd name="connsiteX10" fmla="*/ 150594 w 180740"/>
                    <a:gd name="connsiteY10" fmla="*/ 12540 h 115668"/>
                    <a:gd name="connsiteX11" fmla="*/ 150594 w 180740"/>
                    <a:gd name="connsiteY11" fmla="*/ 72844 h 115668"/>
                    <a:gd name="connsiteX12" fmla="*/ 158792 w 180740"/>
                    <a:gd name="connsiteY12" fmla="*/ 64724 h 115668"/>
                    <a:gd name="connsiteX13" fmla="*/ 176491 w 180740"/>
                    <a:gd name="connsiteY13" fmla="*/ 63608 h 115668"/>
                    <a:gd name="connsiteX14" fmla="*/ 177607 w 180740"/>
                    <a:gd name="connsiteY14" fmla="*/ 81308 h 115668"/>
                    <a:gd name="connsiteX15" fmla="*/ 176458 w 180740"/>
                    <a:gd name="connsiteY15" fmla="*/ 82453 h 115668"/>
                    <a:gd name="connsiteX16" fmla="*/ 146926 w 180740"/>
                    <a:gd name="connsiteY16" fmla="*/ 111985 h 115668"/>
                    <a:gd name="connsiteX17" fmla="*/ 138054 w 180740"/>
                    <a:gd name="connsiteY17" fmla="*/ 115669 h 11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740" h="115668">
                      <a:moveTo>
                        <a:pt x="138054" y="115669"/>
                      </a:moveTo>
                      <a:cubicBezTo>
                        <a:pt x="131128" y="115669"/>
                        <a:pt x="125513" y="110055"/>
                        <a:pt x="125513" y="103129"/>
                      </a:cubicBezTo>
                      <a:lnTo>
                        <a:pt x="125513" y="25081"/>
                      </a:lnTo>
                      <a:lnTo>
                        <a:pt x="25081" y="25081"/>
                      </a:lnTo>
                      <a:lnTo>
                        <a:pt x="25081" y="49754"/>
                      </a:lnTo>
                      <a:cubicBezTo>
                        <a:pt x="25081" y="56680"/>
                        <a:pt x="19466" y="62294"/>
                        <a:pt x="12540" y="62294"/>
                      </a:cubicBezTo>
                      <a:cubicBezTo>
                        <a:pt x="5614" y="62294"/>
                        <a:pt x="0" y="56680"/>
                        <a:pt x="0" y="49754"/>
                      </a:cubicBezTo>
                      <a:lnTo>
                        <a:pt x="0" y="12540"/>
                      </a:lnTo>
                      <a:cubicBezTo>
                        <a:pt x="0" y="5615"/>
                        <a:pt x="5614" y="0"/>
                        <a:pt x="12540" y="0"/>
                      </a:cubicBezTo>
                      <a:lnTo>
                        <a:pt x="138054" y="0"/>
                      </a:lnTo>
                      <a:cubicBezTo>
                        <a:pt x="144979" y="0"/>
                        <a:pt x="150594" y="5615"/>
                        <a:pt x="150594" y="12540"/>
                      </a:cubicBezTo>
                      <a:lnTo>
                        <a:pt x="150594" y="72844"/>
                      </a:lnTo>
                      <a:lnTo>
                        <a:pt x="158792" y="64724"/>
                      </a:lnTo>
                      <a:cubicBezTo>
                        <a:pt x="163371" y="59528"/>
                        <a:pt x="171296" y="59029"/>
                        <a:pt x="176491" y="63608"/>
                      </a:cubicBezTo>
                      <a:cubicBezTo>
                        <a:pt x="181688" y="68188"/>
                        <a:pt x="182188" y="76112"/>
                        <a:pt x="177607" y="81308"/>
                      </a:cubicBezTo>
                      <a:cubicBezTo>
                        <a:pt x="177250" y="81714"/>
                        <a:pt x="176866" y="82096"/>
                        <a:pt x="176458" y="82453"/>
                      </a:cubicBezTo>
                      <a:lnTo>
                        <a:pt x="146926" y="111985"/>
                      </a:lnTo>
                      <a:cubicBezTo>
                        <a:pt x="144574" y="114342"/>
                        <a:pt x="141383" y="115667"/>
                        <a:pt x="138054" y="115669"/>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02" name="Freeform 152">
                  <a:extLst>
                    <a:ext uri="{FF2B5EF4-FFF2-40B4-BE49-F238E27FC236}">
                      <a16:creationId xmlns:a16="http://schemas.microsoft.com/office/drawing/2014/main" id="{68F79C27-C30C-062E-A538-CBE7343C2933}"/>
                    </a:ext>
                  </a:extLst>
                </p:cNvPr>
                <p:cNvSpPr/>
                <p:nvPr/>
              </p:nvSpPr>
              <p:spPr>
                <a:xfrm>
                  <a:off x="6602514" y="2254254"/>
                  <a:ext cx="62701" cy="53139"/>
                </a:xfrm>
                <a:custGeom>
                  <a:avLst/>
                  <a:gdLst>
                    <a:gd name="connsiteX0" fmla="*/ 31351 w 62701"/>
                    <a:gd name="connsiteY0" fmla="*/ 53140 h 53139"/>
                    <a:gd name="connsiteX1" fmla="*/ 0 w 62701"/>
                    <a:gd name="connsiteY1" fmla="*/ 21789 h 53139"/>
                    <a:gd name="connsiteX2" fmla="*/ 0 w 62701"/>
                    <a:gd name="connsiteY2" fmla="*/ 12540 h 53139"/>
                    <a:gd name="connsiteX3" fmla="*/ 12540 w 62701"/>
                    <a:gd name="connsiteY3" fmla="*/ 0 h 53139"/>
                    <a:gd name="connsiteX4" fmla="*/ 25081 w 62701"/>
                    <a:gd name="connsiteY4" fmla="*/ 12540 h 53139"/>
                    <a:gd name="connsiteX5" fmla="*/ 25081 w 62701"/>
                    <a:gd name="connsiteY5" fmla="*/ 21789 h 53139"/>
                    <a:gd name="connsiteX6" fmla="*/ 31351 w 62701"/>
                    <a:gd name="connsiteY6" fmla="*/ 28059 h 53139"/>
                    <a:gd name="connsiteX7" fmla="*/ 37621 w 62701"/>
                    <a:gd name="connsiteY7" fmla="*/ 21789 h 53139"/>
                    <a:gd name="connsiteX8" fmla="*/ 37621 w 62701"/>
                    <a:gd name="connsiteY8" fmla="*/ 12540 h 53139"/>
                    <a:gd name="connsiteX9" fmla="*/ 50161 w 62701"/>
                    <a:gd name="connsiteY9" fmla="*/ 0 h 53139"/>
                    <a:gd name="connsiteX10" fmla="*/ 62702 w 62701"/>
                    <a:gd name="connsiteY10" fmla="*/ 12540 h 53139"/>
                    <a:gd name="connsiteX11" fmla="*/ 62702 w 62701"/>
                    <a:gd name="connsiteY11" fmla="*/ 21789 h 53139"/>
                    <a:gd name="connsiteX12" fmla="*/ 31351 w 62701"/>
                    <a:gd name="connsiteY12" fmla="*/ 53140 h 5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701" h="53139">
                      <a:moveTo>
                        <a:pt x="31351" y="53140"/>
                      </a:moveTo>
                      <a:cubicBezTo>
                        <a:pt x="14036" y="53140"/>
                        <a:pt x="0" y="39104"/>
                        <a:pt x="0" y="21789"/>
                      </a:cubicBezTo>
                      <a:lnTo>
                        <a:pt x="0" y="12540"/>
                      </a:lnTo>
                      <a:cubicBezTo>
                        <a:pt x="0" y="5615"/>
                        <a:pt x="5614" y="0"/>
                        <a:pt x="12540" y="0"/>
                      </a:cubicBezTo>
                      <a:cubicBezTo>
                        <a:pt x="19466" y="0"/>
                        <a:pt x="25081" y="5615"/>
                        <a:pt x="25081" y="12540"/>
                      </a:cubicBezTo>
                      <a:lnTo>
                        <a:pt x="25081" y="21789"/>
                      </a:lnTo>
                      <a:cubicBezTo>
                        <a:pt x="25081" y="25252"/>
                        <a:pt x="27888" y="28059"/>
                        <a:pt x="31351" y="28059"/>
                      </a:cubicBezTo>
                      <a:cubicBezTo>
                        <a:pt x="34814" y="28059"/>
                        <a:pt x="37621" y="25252"/>
                        <a:pt x="37621" y="21789"/>
                      </a:cubicBezTo>
                      <a:lnTo>
                        <a:pt x="37621" y="12540"/>
                      </a:lnTo>
                      <a:cubicBezTo>
                        <a:pt x="37621" y="5615"/>
                        <a:pt x="43235" y="0"/>
                        <a:pt x="50161" y="0"/>
                      </a:cubicBezTo>
                      <a:cubicBezTo>
                        <a:pt x="57087" y="0"/>
                        <a:pt x="62702" y="5615"/>
                        <a:pt x="62702" y="12540"/>
                      </a:cubicBezTo>
                      <a:lnTo>
                        <a:pt x="62702" y="21789"/>
                      </a:lnTo>
                      <a:cubicBezTo>
                        <a:pt x="62702" y="39104"/>
                        <a:pt x="48665" y="53140"/>
                        <a:pt x="31351" y="53140"/>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503" name="Graphic 332">
                  <a:extLst>
                    <a:ext uri="{FF2B5EF4-FFF2-40B4-BE49-F238E27FC236}">
                      <a16:creationId xmlns:a16="http://schemas.microsoft.com/office/drawing/2014/main" id="{6C99623E-D2B7-C895-72FA-51A15F651299}"/>
                    </a:ext>
                  </a:extLst>
                </p:cNvPr>
                <p:cNvGrpSpPr/>
                <p:nvPr/>
              </p:nvGrpSpPr>
              <p:grpSpPr>
                <a:xfrm>
                  <a:off x="6698915" y="2181138"/>
                  <a:ext cx="121900" cy="126255"/>
                  <a:chOff x="6698915" y="2181138"/>
                  <a:chExt cx="121900" cy="126255"/>
                </a:xfrm>
                <a:grpFill/>
              </p:grpSpPr>
              <p:sp>
                <p:nvSpPr>
                  <p:cNvPr id="505" name="Freeform 155">
                    <a:extLst>
                      <a:ext uri="{FF2B5EF4-FFF2-40B4-BE49-F238E27FC236}">
                        <a16:creationId xmlns:a16="http://schemas.microsoft.com/office/drawing/2014/main" id="{55EA2003-AF7D-359F-877A-F1CD303C95EE}"/>
                      </a:ext>
                    </a:extLst>
                  </p:cNvPr>
                  <p:cNvSpPr/>
                  <p:nvPr/>
                </p:nvSpPr>
                <p:spPr>
                  <a:xfrm>
                    <a:off x="6734527" y="2181138"/>
                    <a:ext cx="31221" cy="47157"/>
                  </a:xfrm>
                  <a:custGeom>
                    <a:avLst/>
                    <a:gdLst>
                      <a:gd name="connsiteX0" fmla="*/ 18675 w 31221"/>
                      <a:gd name="connsiteY0" fmla="*/ 47157 h 47157"/>
                      <a:gd name="connsiteX1" fmla="*/ 6589 w 31221"/>
                      <a:gd name="connsiteY1" fmla="*/ 37971 h 47157"/>
                      <a:gd name="connsiteX2" fmla="*/ 460 w 31221"/>
                      <a:gd name="connsiteY2" fmla="*/ 15900 h 47157"/>
                      <a:gd name="connsiteX3" fmla="*/ 9191 w 31221"/>
                      <a:gd name="connsiteY3" fmla="*/ 460 h 47157"/>
                      <a:gd name="connsiteX4" fmla="*/ 24632 w 31221"/>
                      <a:gd name="connsiteY4" fmla="*/ 9191 h 47157"/>
                      <a:gd name="connsiteX5" fmla="*/ 30761 w 31221"/>
                      <a:gd name="connsiteY5" fmla="*/ 31262 h 47157"/>
                      <a:gd name="connsiteX6" fmla="*/ 22034 w 31221"/>
                      <a:gd name="connsiteY6" fmla="*/ 46701 h 47157"/>
                      <a:gd name="connsiteX7" fmla="*/ 22030 w 31221"/>
                      <a:gd name="connsiteY7" fmla="*/ 46703 h 47157"/>
                      <a:gd name="connsiteX8" fmla="*/ 18675 w 31221"/>
                      <a:gd name="connsiteY8" fmla="*/ 47157 h 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21" h="47157">
                        <a:moveTo>
                          <a:pt x="18675" y="47157"/>
                        </a:moveTo>
                        <a:cubicBezTo>
                          <a:pt x="13040" y="47159"/>
                          <a:pt x="8097" y="43401"/>
                          <a:pt x="6589" y="37971"/>
                        </a:cubicBezTo>
                        <a:lnTo>
                          <a:pt x="460" y="15900"/>
                        </a:lnTo>
                        <a:cubicBezTo>
                          <a:pt x="-1393" y="9226"/>
                          <a:pt x="2517" y="2313"/>
                          <a:pt x="9191" y="460"/>
                        </a:cubicBezTo>
                        <a:cubicBezTo>
                          <a:pt x="15866" y="-1393"/>
                          <a:pt x="22779" y="2517"/>
                          <a:pt x="24632" y="9191"/>
                        </a:cubicBezTo>
                        <a:lnTo>
                          <a:pt x="30761" y="31262"/>
                        </a:lnTo>
                        <a:cubicBezTo>
                          <a:pt x="32614" y="37935"/>
                          <a:pt x="28707" y="44848"/>
                          <a:pt x="22034" y="46701"/>
                        </a:cubicBezTo>
                        <a:cubicBezTo>
                          <a:pt x="22033" y="46701"/>
                          <a:pt x="22031" y="46703"/>
                          <a:pt x="22030" y="46703"/>
                        </a:cubicBezTo>
                        <a:cubicBezTo>
                          <a:pt x="20935" y="46997"/>
                          <a:pt x="19808" y="47151"/>
                          <a:pt x="18675" y="47157"/>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06" name="Freeform 156">
                    <a:extLst>
                      <a:ext uri="{FF2B5EF4-FFF2-40B4-BE49-F238E27FC236}">
                        <a16:creationId xmlns:a16="http://schemas.microsoft.com/office/drawing/2014/main" id="{183B309B-502E-7C7F-AFAF-B25D19545401}"/>
                      </a:ext>
                    </a:extLst>
                  </p:cNvPr>
                  <p:cNvSpPr/>
                  <p:nvPr/>
                </p:nvSpPr>
                <p:spPr>
                  <a:xfrm>
                    <a:off x="6762486" y="2187024"/>
                    <a:ext cx="36918" cy="44563"/>
                  </a:xfrm>
                  <a:custGeom>
                    <a:avLst/>
                    <a:gdLst>
                      <a:gd name="connsiteX0" fmla="*/ 12536 w 36918"/>
                      <a:gd name="connsiteY0" fmla="*/ 44564 h 44563"/>
                      <a:gd name="connsiteX1" fmla="*/ 0 w 36918"/>
                      <a:gd name="connsiteY1" fmla="*/ 32019 h 44563"/>
                      <a:gd name="connsiteX2" fmla="*/ 1829 w 36918"/>
                      <a:gd name="connsiteY2" fmla="*/ 25502 h 44563"/>
                      <a:gd name="connsiteX3" fmla="*/ 13774 w 36918"/>
                      <a:gd name="connsiteY3" fmla="*/ 5845 h 44563"/>
                      <a:gd name="connsiteX4" fmla="*/ 31073 w 36918"/>
                      <a:gd name="connsiteY4" fmla="*/ 1939 h 44563"/>
                      <a:gd name="connsiteX5" fmla="*/ 35202 w 36918"/>
                      <a:gd name="connsiteY5" fmla="*/ 18872 h 44563"/>
                      <a:gd name="connsiteX6" fmla="*/ 23258 w 36918"/>
                      <a:gd name="connsiteY6" fmla="*/ 38529 h 44563"/>
                      <a:gd name="connsiteX7" fmla="*/ 12536 w 36918"/>
                      <a:gd name="connsiteY7" fmla="*/ 44564 h 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18" h="44563">
                        <a:moveTo>
                          <a:pt x="12536" y="44564"/>
                        </a:moveTo>
                        <a:cubicBezTo>
                          <a:pt x="5610" y="44561"/>
                          <a:pt x="-2" y="38944"/>
                          <a:pt x="0" y="32019"/>
                        </a:cubicBezTo>
                        <a:cubicBezTo>
                          <a:pt x="2" y="29719"/>
                          <a:pt x="635" y="27465"/>
                          <a:pt x="1829" y="25502"/>
                        </a:cubicBezTo>
                        <a:lnTo>
                          <a:pt x="13774" y="5845"/>
                        </a:lnTo>
                        <a:cubicBezTo>
                          <a:pt x="17472" y="-10"/>
                          <a:pt x="25217" y="-1759"/>
                          <a:pt x="31073" y="1939"/>
                        </a:cubicBezTo>
                        <a:cubicBezTo>
                          <a:pt x="36787" y="5549"/>
                          <a:pt x="38613" y="13037"/>
                          <a:pt x="35202" y="18872"/>
                        </a:cubicBezTo>
                        <a:lnTo>
                          <a:pt x="23258" y="38529"/>
                        </a:lnTo>
                        <a:cubicBezTo>
                          <a:pt x="20985" y="42277"/>
                          <a:pt x="16918" y="44564"/>
                          <a:pt x="12536" y="44564"/>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07" name="Freeform 157">
                    <a:extLst>
                      <a:ext uri="{FF2B5EF4-FFF2-40B4-BE49-F238E27FC236}">
                        <a16:creationId xmlns:a16="http://schemas.microsoft.com/office/drawing/2014/main" id="{D9308FBD-8B04-C2D1-8A5F-4ADAACA86364}"/>
                      </a:ext>
                    </a:extLst>
                  </p:cNvPr>
                  <p:cNvSpPr/>
                  <p:nvPr/>
                </p:nvSpPr>
                <p:spPr>
                  <a:xfrm>
                    <a:off x="6779022" y="2221060"/>
                    <a:ext cx="41793" cy="28475"/>
                  </a:xfrm>
                  <a:custGeom>
                    <a:avLst/>
                    <a:gdLst>
                      <a:gd name="connsiteX0" fmla="*/ 12522 w 41793"/>
                      <a:gd name="connsiteY0" fmla="*/ 28475 h 28475"/>
                      <a:gd name="connsiteX1" fmla="*/ 0 w 41793"/>
                      <a:gd name="connsiteY1" fmla="*/ 15916 h 28475"/>
                      <a:gd name="connsiteX2" fmla="*/ 10045 w 41793"/>
                      <a:gd name="connsiteY2" fmla="*/ 3646 h 28475"/>
                      <a:gd name="connsiteX3" fmla="*/ 26880 w 41793"/>
                      <a:gd name="connsiteY3" fmla="*/ 228 h 28475"/>
                      <a:gd name="connsiteX4" fmla="*/ 41565 w 41793"/>
                      <a:gd name="connsiteY4" fmla="*/ 10173 h 28475"/>
                      <a:gd name="connsiteX5" fmla="*/ 31865 w 41793"/>
                      <a:gd name="connsiteY5" fmla="*/ 24807 h 28475"/>
                      <a:gd name="connsiteX6" fmla="*/ 15030 w 41793"/>
                      <a:gd name="connsiteY6" fmla="*/ 28225 h 28475"/>
                      <a:gd name="connsiteX7" fmla="*/ 12522 w 41793"/>
                      <a:gd name="connsiteY7" fmla="*/ 28475 h 2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93" h="28475">
                        <a:moveTo>
                          <a:pt x="12522" y="28475"/>
                        </a:moveTo>
                        <a:cubicBezTo>
                          <a:pt x="5596" y="28464"/>
                          <a:pt x="-11" y="22842"/>
                          <a:pt x="0" y="15916"/>
                        </a:cubicBezTo>
                        <a:cubicBezTo>
                          <a:pt x="9" y="9960"/>
                          <a:pt x="4207" y="4831"/>
                          <a:pt x="10045" y="3646"/>
                        </a:cubicBezTo>
                        <a:lnTo>
                          <a:pt x="26880" y="228"/>
                        </a:lnTo>
                        <a:cubicBezTo>
                          <a:pt x="33682" y="-1081"/>
                          <a:pt x="40256" y="3371"/>
                          <a:pt x="41565" y="10173"/>
                        </a:cubicBezTo>
                        <a:cubicBezTo>
                          <a:pt x="42855" y="16877"/>
                          <a:pt x="38544" y="23384"/>
                          <a:pt x="31865" y="24807"/>
                        </a:cubicBezTo>
                        <a:lnTo>
                          <a:pt x="15030" y="28225"/>
                        </a:lnTo>
                        <a:cubicBezTo>
                          <a:pt x="14205" y="28394"/>
                          <a:pt x="13363" y="28477"/>
                          <a:pt x="12522" y="28475"/>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08" name="Freeform 158">
                    <a:extLst>
                      <a:ext uri="{FF2B5EF4-FFF2-40B4-BE49-F238E27FC236}">
                        <a16:creationId xmlns:a16="http://schemas.microsoft.com/office/drawing/2014/main" id="{2F8F9E62-DFEA-96EB-706D-FE7CFE3399E3}"/>
                      </a:ext>
                    </a:extLst>
                  </p:cNvPr>
                  <p:cNvSpPr/>
                  <p:nvPr/>
                </p:nvSpPr>
                <p:spPr>
                  <a:xfrm>
                    <a:off x="6774727" y="2247949"/>
                    <a:ext cx="41840" cy="35226"/>
                  </a:xfrm>
                  <a:custGeom>
                    <a:avLst/>
                    <a:gdLst>
                      <a:gd name="connsiteX0" fmla="*/ 29357 w 41840"/>
                      <a:gd name="connsiteY0" fmla="*/ 35226 h 35226"/>
                      <a:gd name="connsiteX1" fmla="*/ 22883 w 41840"/>
                      <a:gd name="connsiteY1" fmla="*/ 33408 h 35226"/>
                      <a:gd name="connsiteX2" fmla="*/ 5390 w 41840"/>
                      <a:gd name="connsiteY2" fmla="*/ 22843 h 35226"/>
                      <a:gd name="connsiteX3" fmla="*/ 2240 w 41840"/>
                      <a:gd name="connsiteY3" fmla="*/ 5390 h 35226"/>
                      <a:gd name="connsiteX4" fmla="*/ 18385 w 41840"/>
                      <a:gd name="connsiteY4" fmla="*/ 1446 h 35226"/>
                      <a:gd name="connsiteX5" fmla="*/ 35878 w 41840"/>
                      <a:gd name="connsiteY5" fmla="*/ 12011 h 35226"/>
                      <a:gd name="connsiteX6" fmla="*/ 39973 w 41840"/>
                      <a:gd name="connsiteY6" fmla="*/ 29267 h 35226"/>
                      <a:gd name="connsiteX7" fmla="*/ 29357 w 41840"/>
                      <a:gd name="connsiteY7" fmla="*/ 35226 h 3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40" h="35226">
                        <a:moveTo>
                          <a:pt x="29357" y="35226"/>
                        </a:moveTo>
                        <a:cubicBezTo>
                          <a:pt x="27073" y="35222"/>
                          <a:pt x="24835" y="34592"/>
                          <a:pt x="22883" y="33408"/>
                        </a:cubicBezTo>
                        <a:lnTo>
                          <a:pt x="5390" y="22843"/>
                        </a:lnTo>
                        <a:cubicBezTo>
                          <a:pt x="-299" y="18893"/>
                          <a:pt x="-1710" y="11080"/>
                          <a:pt x="2240" y="5390"/>
                        </a:cubicBezTo>
                        <a:cubicBezTo>
                          <a:pt x="5852" y="186"/>
                          <a:pt x="12779" y="-1506"/>
                          <a:pt x="18385" y="1446"/>
                        </a:cubicBezTo>
                        <a:lnTo>
                          <a:pt x="35878" y="12011"/>
                        </a:lnTo>
                        <a:cubicBezTo>
                          <a:pt x="41774" y="15645"/>
                          <a:pt x="43608" y="23371"/>
                          <a:pt x="39973" y="29267"/>
                        </a:cubicBezTo>
                        <a:cubicBezTo>
                          <a:pt x="37701" y="32954"/>
                          <a:pt x="33687" y="35206"/>
                          <a:pt x="29357" y="35226"/>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09" name="Freeform 159">
                    <a:extLst>
                      <a:ext uri="{FF2B5EF4-FFF2-40B4-BE49-F238E27FC236}">
                        <a16:creationId xmlns:a16="http://schemas.microsoft.com/office/drawing/2014/main" id="{966C8329-4FA0-4F55-07C6-ECF074AE04F6}"/>
                      </a:ext>
                    </a:extLst>
                  </p:cNvPr>
                  <p:cNvSpPr/>
                  <p:nvPr/>
                </p:nvSpPr>
                <p:spPr>
                  <a:xfrm>
                    <a:off x="6753280" y="2265531"/>
                    <a:ext cx="29214" cy="41862"/>
                  </a:xfrm>
                  <a:custGeom>
                    <a:avLst/>
                    <a:gdLst>
                      <a:gd name="connsiteX0" fmla="*/ 16585 w 29214"/>
                      <a:gd name="connsiteY0" fmla="*/ 41863 h 41862"/>
                      <a:gd name="connsiteX1" fmla="*/ 4405 w 29214"/>
                      <a:gd name="connsiteY1" fmla="*/ 32269 h 41862"/>
                      <a:gd name="connsiteX2" fmla="*/ 423 w 29214"/>
                      <a:gd name="connsiteY2" fmla="*/ 15763 h 41862"/>
                      <a:gd name="connsiteX3" fmla="*/ 9324 w 29214"/>
                      <a:gd name="connsiteY3" fmla="*/ 423 h 41862"/>
                      <a:gd name="connsiteX4" fmla="*/ 24664 w 29214"/>
                      <a:gd name="connsiteY4" fmla="*/ 9325 h 41862"/>
                      <a:gd name="connsiteX5" fmla="*/ 24799 w 29214"/>
                      <a:gd name="connsiteY5" fmla="*/ 9885 h 41862"/>
                      <a:gd name="connsiteX6" fmla="*/ 28858 w 29214"/>
                      <a:gd name="connsiteY6" fmla="*/ 26375 h 41862"/>
                      <a:gd name="connsiteX7" fmla="*/ 19626 w 29214"/>
                      <a:gd name="connsiteY7" fmla="*/ 41518 h 41862"/>
                      <a:gd name="connsiteX8" fmla="*/ 19626 w 29214"/>
                      <a:gd name="connsiteY8" fmla="*/ 41518 h 41862"/>
                      <a:gd name="connsiteX9" fmla="*/ 16585 w 29214"/>
                      <a:gd name="connsiteY9" fmla="*/ 41863 h 41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214" h="41862">
                        <a:moveTo>
                          <a:pt x="16585" y="41863"/>
                        </a:moveTo>
                        <a:cubicBezTo>
                          <a:pt x="10797" y="41858"/>
                          <a:pt x="5765" y="37894"/>
                          <a:pt x="4405" y="32269"/>
                        </a:cubicBezTo>
                        <a:lnTo>
                          <a:pt x="423" y="15763"/>
                        </a:lnTo>
                        <a:cubicBezTo>
                          <a:pt x="-1354" y="9070"/>
                          <a:pt x="2630" y="2202"/>
                          <a:pt x="9324" y="423"/>
                        </a:cubicBezTo>
                        <a:cubicBezTo>
                          <a:pt x="16019" y="-1354"/>
                          <a:pt x="22886" y="2632"/>
                          <a:pt x="24664" y="9325"/>
                        </a:cubicBezTo>
                        <a:cubicBezTo>
                          <a:pt x="24712" y="9510"/>
                          <a:pt x="24758" y="9697"/>
                          <a:pt x="24799" y="9885"/>
                        </a:cubicBezTo>
                        <a:lnTo>
                          <a:pt x="28858" y="26375"/>
                        </a:lnTo>
                        <a:cubicBezTo>
                          <a:pt x="30490" y="33106"/>
                          <a:pt x="26357" y="39886"/>
                          <a:pt x="19626" y="41518"/>
                        </a:cubicBezTo>
                        <a:cubicBezTo>
                          <a:pt x="19626" y="41518"/>
                          <a:pt x="19626" y="41518"/>
                          <a:pt x="19626" y="41518"/>
                        </a:cubicBezTo>
                        <a:cubicBezTo>
                          <a:pt x="18629" y="41753"/>
                          <a:pt x="17608" y="41869"/>
                          <a:pt x="16585" y="41863"/>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10" name="Freeform 160">
                    <a:extLst>
                      <a:ext uri="{FF2B5EF4-FFF2-40B4-BE49-F238E27FC236}">
                        <a16:creationId xmlns:a16="http://schemas.microsoft.com/office/drawing/2014/main" id="{20F0143D-2F27-0B5E-8030-765FFA153277}"/>
                      </a:ext>
                    </a:extLst>
                  </p:cNvPr>
                  <p:cNvSpPr/>
                  <p:nvPr/>
                </p:nvSpPr>
                <p:spPr>
                  <a:xfrm>
                    <a:off x="6720312" y="2259509"/>
                    <a:ext cx="35042" cy="42194"/>
                  </a:xfrm>
                  <a:custGeom>
                    <a:avLst/>
                    <a:gdLst>
                      <a:gd name="connsiteX0" fmla="*/ 12497 w 35042"/>
                      <a:gd name="connsiteY0" fmla="*/ 42195 h 42194"/>
                      <a:gd name="connsiteX1" fmla="*/ 0 w 35042"/>
                      <a:gd name="connsiteY1" fmla="*/ 29611 h 42194"/>
                      <a:gd name="connsiteX2" fmla="*/ 1680 w 35042"/>
                      <a:gd name="connsiteY2" fmla="*/ 23384 h 42194"/>
                      <a:gd name="connsiteX3" fmla="*/ 11666 w 35042"/>
                      <a:gd name="connsiteY3" fmla="*/ 6220 h 42194"/>
                      <a:gd name="connsiteX4" fmla="*/ 28822 w 35042"/>
                      <a:gd name="connsiteY4" fmla="*/ 1713 h 42194"/>
                      <a:gd name="connsiteX5" fmla="*/ 33329 w 35042"/>
                      <a:gd name="connsiteY5" fmla="*/ 18870 h 42194"/>
                      <a:gd name="connsiteX6" fmla="*/ 23344 w 35042"/>
                      <a:gd name="connsiteY6" fmla="*/ 35972 h 42194"/>
                      <a:gd name="connsiteX7" fmla="*/ 12497 w 35042"/>
                      <a:gd name="connsiteY7" fmla="*/ 42195 h 4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42" h="42194">
                        <a:moveTo>
                          <a:pt x="12497" y="42195"/>
                        </a:moveTo>
                        <a:cubicBezTo>
                          <a:pt x="5571" y="42170"/>
                          <a:pt x="-23" y="36536"/>
                          <a:pt x="0" y="29611"/>
                        </a:cubicBezTo>
                        <a:cubicBezTo>
                          <a:pt x="8" y="27424"/>
                          <a:pt x="588" y="25278"/>
                          <a:pt x="1680" y="23384"/>
                        </a:cubicBezTo>
                        <a:lnTo>
                          <a:pt x="11666" y="6220"/>
                        </a:lnTo>
                        <a:cubicBezTo>
                          <a:pt x="15158" y="238"/>
                          <a:pt x="22841" y="-1779"/>
                          <a:pt x="28822" y="1713"/>
                        </a:cubicBezTo>
                        <a:cubicBezTo>
                          <a:pt x="34804" y="5206"/>
                          <a:pt x="36822" y="12888"/>
                          <a:pt x="33329" y="18870"/>
                        </a:cubicBezTo>
                        <a:lnTo>
                          <a:pt x="23344" y="35972"/>
                        </a:lnTo>
                        <a:cubicBezTo>
                          <a:pt x="21095" y="39829"/>
                          <a:pt x="16962" y="42200"/>
                          <a:pt x="12497" y="42195"/>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11" name="Freeform 161">
                    <a:extLst>
                      <a:ext uri="{FF2B5EF4-FFF2-40B4-BE49-F238E27FC236}">
                        <a16:creationId xmlns:a16="http://schemas.microsoft.com/office/drawing/2014/main" id="{98C30ACF-8631-39C7-4668-2AACC761242D}"/>
                      </a:ext>
                    </a:extLst>
                  </p:cNvPr>
                  <p:cNvSpPr/>
                  <p:nvPr/>
                </p:nvSpPr>
                <p:spPr>
                  <a:xfrm>
                    <a:off x="6698915" y="2238810"/>
                    <a:ext cx="43578" cy="30116"/>
                  </a:xfrm>
                  <a:custGeom>
                    <a:avLst/>
                    <a:gdLst>
                      <a:gd name="connsiteX0" fmla="*/ 12528 w 43578"/>
                      <a:gd name="connsiteY0" fmla="*/ 30116 h 30116"/>
                      <a:gd name="connsiteX1" fmla="*/ 0 w 43578"/>
                      <a:gd name="connsiteY1" fmla="*/ 17563 h 30116"/>
                      <a:gd name="connsiteX2" fmla="*/ 9252 w 43578"/>
                      <a:gd name="connsiteY2" fmla="*/ 5475 h 30116"/>
                      <a:gd name="connsiteX3" fmla="*/ 27921 w 43578"/>
                      <a:gd name="connsiteY3" fmla="*/ 396 h 30116"/>
                      <a:gd name="connsiteX4" fmla="*/ 43183 w 43578"/>
                      <a:gd name="connsiteY4" fmla="*/ 9429 h 30116"/>
                      <a:gd name="connsiteX5" fmla="*/ 34489 w 43578"/>
                      <a:gd name="connsiteY5" fmla="*/ 24599 h 30116"/>
                      <a:gd name="connsiteX6" fmla="*/ 15820 w 43578"/>
                      <a:gd name="connsiteY6" fmla="*/ 29677 h 30116"/>
                      <a:gd name="connsiteX7" fmla="*/ 12528 w 43578"/>
                      <a:gd name="connsiteY7" fmla="*/ 30116 h 3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8" h="30116">
                        <a:moveTo>
                          <a:pt x="12528" y="30116"/>
                        </a:moveTo>
                        <a:cubicBezTo>
                          <a:pt x="5602" y="30110"/>
                          <a:pt x="-7" y="24489"/>
                          <a:pt x="0" y="17563"/>
                        </a:cubicBezTo>
                        <a:cubicBezTo>
                          <a:pt x="6" y="11909"/>
                          <a:pt x="3795" y="6957"/>
                          <a:pt x="9252" y="5475"/>
                        </a:cubicBezTo>
                        <a:lnTo>
                          <a:pt x="27921" y="396"/>
                        </a:lnTo>
                        <a:cubicBezTo>
                          <a:pt x="34630" y="-1324"/>
                          <a:pt x="41463" y="2720"/>
                          <a:pt x="43183" y="9429"/>
                        </a:cubicBezTo>
                        <a:cubicBezTo>
                          <a:pt x="44869" y="16005"/>
                          <a:pt x="41015" y="22729"/>
                          <a:pt x="34489" y="24599"/>
                        </a:cubicBezTo>
                        <a:lnTo>
                          <a:pt x="15820" y="29677"/>
                        </a:lnTo>
                        <a:cubicBezTo>
                          <a:pt x="14747" y="29969"/>
                          <a:pt x="13640" y="30116"/>
                          <a:pt x="12528" y="30116"/>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76" name="Freeform 162">
                    <a:extLst>
                      <a:ext uri="{FF2B5EF4-FFF2-40B4-BE49-F238E27FC236}">
                        <a16:creationId xmlns:a16="http://schemas.microsoft.com/office/drawing/2014/main" id="{20E7F531-A1A8-E109-5C0C-EC06087D5C51}"/>
                      </a:ext>
                    </a:extLst>
                  </p:cNvPr>
                  <p:cNvSpPr/>
                  <p:nvPr/>
                </p:nvSpPr>
                <p:spPr>
                  <a:xfrm>
                    <a:off x="6703187" y="2203941"/>
                    <a:ext cx="43000" cy="36753"/>
                  </a:xfrm>
                  <a:custGeom>
                    <a:avLst/>
                    <a:gdLst>
                      <a:gd name="connsiteX0" fmla="*/ 30436 w 43000"/>
                      <a:gd name="connsiteY0" fmla="*/ 36754 h 36753"/>
                      <a:gd name="connsiteX1" fmla="*/ 23602 w 43000"/>
                      <a:gd name="connsiteY1" fmla="*/ 34716 h 36753"/>
                      <a:gd name="connsiteX2" fmla="*/ 5700 w 43000"/>
                      <a:gd name="connsiteY2" fmla="*/ 23053 h 36753"/>
                      <a:gd name="connsiteX3" fmla="*/ 2032 w 43000"/>
                      <a:gd name="connsiteY3" fmla="*/ 5701 h 36753"/>
                      <a:gd name="connsiteX4" fmla="*/ 19385 w 43000"/>
                      <a:gd name="connsiteY4" fmla="*/ 2033 h 36753"/>
                      <a:gd name="connsiteX5" fmla="*/ 37286 w 43000"/>
                      <a:gd name="connsiteY5" fmla="*/ 13695 h 36753"/>
                      <a:gd name="connsiteX6" fmla="*/ 40976 w 43000"/>
                      <a:gd name="connsiteY6" fmla="*/ 31042 h 36753"/>
                      <a:gd name="connsiteX7" fmla="*/ 30436 w 43000"/>
                      <a:gd name="connsiteY7" fmla="*/ 36754 h 36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000" h="36753">
                        <a:moveTo>
                          <a:pt x="30436" y="36754"/>
                        </a:moveTo>
                        <a:cubicBezTo>
                          <a:pt x="28008" y="36751"/>
                          <a:pt x="25635" y="36042"/>
                          <a:pt x="23602" y="34716"/>
                        </a:cubicBezTo>
                        <a:lnTo>
                          <a:pt x="5700" y="23053"/>
                        </a:lnTo>
                        <a:cubicBezTo>
                          <a:pt x="-104" y="19274"/>
                          <a:pt x="-1746" y="11505"/>
                          <a:pt x="2032" y="5701"/>
                        </a:cubicBezTo>
                        <a:cubicBezTo>
                          <a:pt x="5811" y="-104"/>
                          <a:pt x="13581" y="-1747"/>
                          <a:pt x="19385" y="2033"/>
                        </a:cubicBezTo>
                        <a:lnTo>
                          <a:pt x="37286" y="13695"/>
                        </a:lnTo>
                        <a:cubicBezTo>
                          <a:pt x="43096" y="17467"/>
                          <a:pt x="44748" y="25232"/>
                          <a:pt x="40976" y="31042"/>
                        </a:cubicBezTo>
                        <a:cubicBezTo>
                          <a:pt x="38660" y="34611"/>
                          <a:pt x="34691" y="36762"/>
                          <a:pt x="30436" y="36754"/>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77" name="Freeform 163">
                    <a:extLst>
                      <a:ext uri="{FF2B5EF4-FFF2-40B4-BE49-F238E27FC236}">
                        <a16:creationId xmlns:a16="http://schemas.microsoft.com/office/drawing/2014/main" id="{A975E511-011C-6B69-F70F-6026CB1882BA}"/>
                      </a:ext>
                    </a:extLst>
                  </p:cNvPr>
                  <p:cNvSpPr/>
                  <p:nvPr/>
                </p:nvSpPr>
                <p:spPr>
                  <a:xfrm>
                    <a:off x="6717310" y="2202400"/>
                    <a:ext cx="85595" cy="85587"/>
                  </a:xfrm>
                  <a:custGeom>
                    <a:avLst/>
                    <a:gdLst>
                      <a:gd name="connsiteX0" fmla="*/ 42727 w 85595"/>
                      <a:gd name="connsiteY0" fmla="*/ 85588 h 85587"/>
                      <a:gd name="connsiteX1" fmla="*/ 0 w 85595"/>
                      <a:gd name="connsiteY1" fmla="*/ 42727 h 85587"/>
                      <a:gd name="connsiteX2" fmla="*/ 42860 w 85595"/>
                      <a:gd name="connsiteY2" fmla="*/ 0 h 85587"/>
                      <a:gd name="connsiteX3" fmla="*/ 84455 w 85595"/>
                      <a:gd name="connsiteY3" fmla="*/ 33013 h 85587"/>
                      <a:gd name="connsiteX4" fmla="*/ 84455 w 85595"/>
                      <a:gd name="connsiteY4" fmla="*/ 33013 h 85587"/>
                      <a:gd name="connsiteX5" fmla="*/ 52586 w 85595"/>
                      <a:gd name="connsiteY5" fmla="*/ 84444 h 85587"/>
                      <a:gd name="connsiteX6" fmla="*/ 42727 w 85595"/>
                      <a:gd name="connsiteY6" fmla="*/ 85588 h 85587"/>
                      <a:gd name="connsiteX7" fmla="*/ 42883 w 85595"/>
                      <a:gd name="connsiteY7" fmla="*/ 25049 h 85587"/>
                      <a:gd name="connsiteX8" fmla="*/ 38808 w 85595"/>
                      <a:gd name="connsiteY8" fmla="*/ 25520 h 85587"/>
                      <a:gd name="connsiteX9" fmla="*/ 25664 w 85595"/>
                      <a:gd name="connsiteY9" fmla="*/ 46818 h 85587"/>
                      <a:gd name="connsiteX10" fmla="*/ 46962 w 85595"/>
                      <a:gd name="connsiteY10" fmla="*/ 59963 h 85587"/>
                      <a:gd name="connsiteX11" fmla="*/ 60126 w 85595"/>
                      <a:gd name="connsiteY11" fmla="*/ 38750 h 85587"/>
                      <a:gd name="connsiteX12" fmla="*/ 60126 w 85595"/>
                      <a:gd name="connsiteY12" fmla="*/ 38750 h 85587"/>
                      <a:gd name="connsiteX13" fmla="*/ 42883 w 85595"/>
                      <a:gd name="connsiteY13" fmla="*/ 25049 h 8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595" h="85587">
                        <a:moveTo>
                          <a:pt x="42727" y="85588"/>
                        </a:moveTo>
                        <a:cubicBezTo>
                          <a:pt x="19093" y="85550"/>
                          <a:pt x="-38" y="66362"/>
                          <a:pt x="0" y="42727"/>
                        </a:cubicBezTo>
                        <a:cubicBezTo>
                          <a:pt x="36" y="19093"/>
                          <a:pt x="19226" y="-38"/>
                          <a:pt x="42860" y="0"/>
                        </a:cubicBezTo>
                        <a:cubicBezTo>
                          <a:pt x="62702" y="31"/>
                          <a:pt x="79920" y="13697"/>
                          <a:pt x="84455" y="33013"/>
                        </a:cubicBezTo>
                        <a:lnTo>
                          <a:pt x="84455" y="33013"/>
                        </a:lnTo>
                        <a:cubicBezTo>
                          <a:pt x="89850" y="56015"/>
                          <a:pt x="75585" y="79036"/>
                          <a:pt x="52586" y="84444"/>
                        </a:cubicBezTo>
                        <a:cubicBezTo>
                          <a:pt x="49354" y="85202"/>
                          <a:pt x="46047" y="85586"/>
                          <a:pt x="42727" y="85588"/>
                        </a:cubicBezTo>
                        <a:close/>
                        <a:moveTo>
                          <a:pt x="42883" y="25049"/>
                        </a:moveTo>
                        <a:cubicBezTo>
                          <a:pt x="41512" y="25051"/>
                          <a:pt x="40143" y="25209"/>
                          <a:pt x="38808" y="25520"/>
                        </a:cubicBezTo>
                        <a:cubicBezTo>
                          <a:pt x="29296" y="27771"/>
                          <a:pt x="23411" y="37308"/>
                          <a:pt x="25664" y="46818"/>
                        </a:cubicBezTo>
                        <a:cubicBezTo>
                          <a:pt x="27915" y="56330"/>
                          <a:pt x="37450" y="62214"/>
                          <a:pt x="46962" y="59963"/>
                        </a:cubicBezTo>
                        <a:cubicBezTo>
                          <a:pt x="56439" y="57719"/>
                          <a:pt x="62322" y="48238"/>
                          <a:pt x="60126" y="38750"/>
                        </a:cubicBezTo>
                        <a:lnTo>
                          <a:pt x="60126" y="38750"/>
                        </a:lnTo>
                        <a:cubicBezTo>
                          <a:pt x="58252" y="30736"/>
                          <a:pt x="51113" y="25065"/>
                          <a:pt x="42883" y="25049"/>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504" name="Freeform 154">
                  <a:extLst>
                    <a:ext uri="{FF2B5EF4-FFF2-40B4-BE49-F238E27FC236}">
                      <a16:creationId xmlns:a16="http://schemas.microsoft.com/office/drawing/2014/main" id="{A29BFB8E-FEC0-A1A2-21B4-80B1694FEB18}"/>
                    </a:ext>
                  </a:extLst>
                </p:cNvPr>
                <p:cNvSpPr/>
                <p:nvPr/>
              </p:nvSpPr>
              <p:spPr>
                <a:xfrm>
                  <a:off x="6717586" y="2109858"/>
                  <a:ext cx="54608" cy="54606"/>
                </a:xfrm>
                <a:custGeom>
                  <a:avLst/>
                  <a:gdLst>
                    <a:gd name="connsiteX0" fmla="*/ 42074 w 54608"/>
                    <a:gd name="connsiteY0" fmla="*/ 54607 h 54606"/>
                    <a:gd name="connsiteX1" fmla="*/ 33202 w 54608"/>
                    <a:gd name="connsiteY1" fmla="*/ 50939 h 54606"/>
                    <a:gd name="connsiteX2" fmla="*/ 3669 w 54608"/>
                    <a:gd name="connsiteY2" fmla="*/ 21406 h 54606"/>
                    <a:gd name="connsiteX3" fmla="*/ 3677 w 54608"/>
                    <a:gd name="connsiteY3" fmla="*/ 3669 h 54606"/>
                    <a:gd name="connsiteX4" fmla="*/ 21414 w 54608"/>
                    <a:gd name="connsiteY4" fmla="*/ 3677 h 54606"/>
                    <a:gd name="connsiteX5" fmla="*/ 50931 w 54608"/>
                    <a:gd name="connsiteY5" fmla="*/ 33194 h 54606"/>
                    <a:gd name="connsiteX6" fmla="*/ 50940 w 54608"/>
                    <a:gd name="connsiteY6" fmla="*/ 50929 h 54606"/>
                    <a:gd name="connsiteX7" fmla="*/ 42074 w 54608"/>
                    <a:gd name="connsiteY7" fmla="*/ 54607 h 5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608" h="54606">
                      <a:moveTo>
                        <a:pt x="42074" y="54607"/>
                      </a:moveTo>
                      <a:cubicBezTo>
                        <a:pt x="38748" y="54609"/>
                        <a:pt x="35556" y="53290"/>
                        <a:pt x="33202" y="50939"/>
                      </a:cubicBezTo>
                      <a:lnTo>
                        <a:pt x="3669" y="21406"/>
                      </a:lnTo>
                      <a:cubicBezTo>
                        <a:pt x="-1226" y="16506"/>
                        <a:pt x="-1223" y="8565"/>
                        <a:pt x="3677" y="3669"/>
                      </a:cubicBezTo>
                      <a:cubicBezTo>
                        <a:pt x="8577" y="-1226"/>
                        <a:pt x="16519" y="-1223"/>
                        <a:pt x="21414" y="3677"/>
                      </a:cubicBezTo>
                      <a:lnTo>
                        <a:pt x="50931" y="33194"/>
                      </a:lnTo>
                      <a:cubicBezTo>
                        <a:pt x="55831" y="38089"/>
                        <a:pt x="55836" y="46029"/>
                        <a:pt x="50940" y="50929"/>
                      </a:cubicBezTo>
                      <a:cubicBezTo>
                        <a:pt x="48590" y="53282"/>
                        <a:pt x="45401" y="54605"/>
                        <a:pt x="42074" y="54607"/>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586" name="Group 585">
            <a:extLst>
              <a:ext uri="{FF2B5EF4-FFF2-40B4-BE49-F238E27FC236}">
                <a16:creationId xmlns:a16="http://schemas.microsoft.com/office/drawing/2014/main" id="{9E83FE4E-A64B-082E-089F-108353379519}"/>
              </a:ext>
            </a:extLst>
          </p:cNvPr>
          <p:cNvGrpSpPr/>
          <p:nvPr/>
        </p:nvGrpSpPr>
        <p:grpSpPr>
          <a:xfrm>
            <a:off x="9135694" y="2241576"/>
            <a:ext cx="2194194" cy="1365967"/>
            <a:chOff x="9135694" y="2241576"/>
            <a:chExt cx="2194194" cy="1365967"/>
          </a:xfrm>
        </p:grpSpPr>
        <p:grpSp>
          <p:nvGrpSpPr>
            <p:cNvPr id="587" name="Group 586">
              <a:extLst>
                <a:ext uri="{FF2B5EF4-FFF2-40B4-BE49-F238E27FC236}">
                  <a16:creationId xmlns:a16="http://schemas.microsoft.com/office/drawing/2014/main" id="{A28842A3-225A-7877-B655-82F6A0D01681}"/>
                </a:ext>
              </a:extLst>
            </p:cNvPr>
            <p:cNvGrpSpPr/>
            <p:nvPr/>
          </p:nvGrpSpPr>
          <p:grpSpPr>
            <a:xfrm>
              <a:off x="9135694" y="2241576"/>
              <a:ext cx="2194194" cy="1365967"/>
              <a:chOff x="9135694" y="2241576"/>
              <a:chExt cx="2194194" cy="1365967"/>
            </a:xfrm>
          </p:grpSpPr>
          <p:sp>
            <p:nvSpPr>
              <p:cNvPr id="596" name="5-Point Star 266">
                <a:extLst>
                  <a:ext uri="{FF2B5EF4-FFF2-40B4-BE49-F238E27FC236}">
                    <a16:creationId xmlns:a16="http://schemas.microsoft.com/office/drawing/2014/main" id="{0334F410-422B-EBCC-9EF4-A7E5E90CDFAA}"/>
                  </a:ext>
                </a:extLst>
              </p:cNvPr>
              <p:cNvSpPr/>
              <p:nvPr/>
            </p:nvSpPr>
            <p:spPr>
              <a:xfrm>
                <a:off x="10248052" y="3233793"/>
                <a:ext cx="228607" cy="228912"/>
              </a:xfrm>
              <a:prstGeom prst="star5">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97" name="Arrow: Chevron 23">
                <a:extLst>
                  <a:ext uri="{FF2B5EF4-FFF2-40B4-BE49-F238E27FC236}">
                    <a16:creationId xmlns:a16="http://schemas.microsoft.com/office/drawing/2014/main" id="{767D5082-2437-D094-D502-48DA58BCE330}"/>
                  </a:ext>
                </a:extLst>
              </p:cNvPr>
              <p:cNvSpPr/>
              <p:nvPr/>
            </p:nvSpPr>
            <p:spPr>
              <a:xfrm>
                <a:off x="9141959" y="3197853"/>
                <a:ext cx="1169642" cy="409690"/>
              </a:xfrm>
              <a:prstGeom prst="chevron">
                <a:avLst>
                  <a:gd name="adj" fmla="val 24644"/>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Final </a:t>
                </a:r>
                <a:b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b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Prep</a:t>
                </a:r>
              </a:p>
            </p:txBody>
          </p:sp>
          <p:sp>
            <p:nvSpPr>
              <p:cNvPr id="598" name="Arrow: Chevron 25">
                <a:extLst>
                  <a:ext uri="{FF2B5EF4-FFF2-40B4-BE49-F238E27FC236}">
                    <a16:creationId xmlns:a16="http://schemas.microsoft.com/office/drawing/2014/main" id="{58C7960C-76C6-0272-53FD-6AF529A30827}"/>
                  </a:ext>
                </a:extLst>
              </p:cNvPr>
              <p:cNvSpPr/>
              <p:nvPr/>
            </p:nvSpPr>
            <p:spPr>
              <a:xfrm>
                <a:off x="10054107" y="3197853"/>
                <a:ext cx="1103496" cy="409689"/>
              </a:xfrm>
              <a:prstGeom prst="chevron">
                <a:avLst>
                  <a:gd name="adj" fmla="val 24644"/>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65000"/>
                      </a:schemeClr>
                    </a:solidFill>
                    <a:effectLst/>
                    <a:uLnTx/>
                    <a:uFillTx/>
                    <a:latin typeface="Century Gothic" panose="020F0302020204030204"/>
                    <a:ea typeface="+mn-ea"/>
                    <a:cs typeface="+mn-cs"/>
                  </a:rPr>
                  <a:t>Go Live</a:t>
                </a:r>
              </a:p>
            </p:txBody>
          </p:sp>
          <p:sp>
            <p:nvSpPr>
              <p:cNvPr id="599" name="Arrow: Chevron 282">
                <a:extLst>
                  <a:ext uri="{FF2B5EF4-FFF2-40B4-BE49-F238E27FC236}">
                    <a16:creationId xmlns:a16="http://schemas.microsoft.com/office/drawing/2014/main" id="{2865C732-3E30-6D0E-9FCE-887CED58B780}"/>
                  </a:ext>
                </a:extLst>
              </p:cNvPr>
              <p:cNvSpPr/>
              <p:nvPr/>
            </p:nvSpPr>
            <p:spPr>
              <a:xfrm>
                <a:off x="9135694" y="2241576"/>
                <a:ext cx="2194194" cy="964154"/>
              </a:xfrm>
              <a:prstGeom prst="chevron">
                <a:avLst>
                  <a:gd name="adj" fmla="val 27951"/>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144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Deploy</a:t>
                </a:r>
              </a:p>
            </p:txBody>
          </p:sp>
        </p:grpSp>
        <p:grpSp>
          <p:nvGrpSpPr>
            <p:cNvPr id="588" name="Group 587">
              <a:extLst>
                <a:ext uri="{FF2B5EF4-FFF2-40B4-BE49-F238E27FC236}">
                  <a16:creationId xmlns:a16="http://schemas.microsoft.com/office/drawing/2014/main" id="{36E54EDD-5193-E5B7-60CD-3BC3F96A633F}"/>
                </a:ext>
              </a:extLst>
            </p:cNvPr>
            <p:cNvGrpSpPr/>
            <p:nvPr/>
          </p:nvGrpSpPr>
          <p:grpSpPr>
            <a:xfrm>
              <a:off x="9964697" y="2369261"/>
              <a:ext cx="471163" cy="471791"/>
              <a:chOff x="9964697" y="2369261"/>
              <a:chExt cx="471163" cy="471791"/>
            </a:xfrm>
          </p:grpSpPr>
          <p:sp>
            <p:nvSpPr>
              <p:cNvPr id="589" name="Oval 588">
                <a:extLst>
                  <a:ext uri="{FF2B5EF4-FFF2-40B4-BE49-F238E27FC236}">
                    <a16:creationId xmlns:a16="http://schemas.microsoft.com/office/drawing/2014/main" id="{A2DE0DD2-2FC1-2A4E-4132-93649335A64C}"/>
                  </a:ext>
                </a:extLst>
              </p:cNvPr>
              <p:cNvSpPr/>
              <p:nvPr/>
            </p:nvSpPr>
            <p:spPr>
              <a:xfrm>
                <a:off x="9964697" y="2369261"/>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590" name="Graphic 334">
                <a:extLst>
                  <a:ext uri="{FF2B5EF4-FFF2-40B4-BE49-F238E27FC236}">
                    <a16:creationId xmlns:a16="http://schemas.microsoft.com/office/drawing/2014/main" id="{D0C4F4EF-C75F-2CEA-7968-48012D5D6EB5}"/>
                  </a:ext>
                </a:extLst>
              </p:cNvPr>
              <p:cNvGrpSpPr/>
              <p:nvPr/>
            </p:nvGrpSpPr>
            <p:grpSpPr>
              <a:xfrm>
                <a:off x="10098279" y="2464019"/>
                <a:ext cx="204106" cy="282424"/>
                <a:chOff x="9951565" y="2036935"/>
                <a:chExt cx="204378" cy="282424"/>
              </a:xfrm>
              <a:solidFill>
                <a:schemeClr val="bg1">
                  <a:lumMod val="75000"/>
                </a:schemeClr>
              </a:solidFill>
            </p:grpSpPr>
            <p:sp>
              <p:nvSpPr>
                <p:cNvPr id="591" name="Freeform 143">
                  <a:extLst>
                    <a:ext uri="{FF2B5EF4-FFF2-40B4-BE49-F238E27FC236}">
                      <a16:creationId xmlns:a16="http://schemas.microsoft.com/office/drawing/2014/main" id="{A54ADD2E-6A7F-56F1-E04D-69FD1735FDED}"/>
                    </a:ext>
                  </a:extLst>
                </p:cNvPr>
                <p:cNvSpPr/>
                <p:nvPr/>
              </p:nvSpPr>
              <p:spPr>
                <a:xfrm>
                  <a:off x="10075099" y="2179856"/>
                  <a:ext cx="80844" cy="136661"/>
                </a:xfrm>
                <a:custGeom>
                  <a:avLst/>
                  <a:gdLst>
                    <a:gd name="connsiteX0" fmla="*/ 56016 w 80844"/>
                    <a:gd name="connsiteY0" fmla="*/ 136661 h 136661"/>
                    <a:gd name="connsiteX1" fmla="*/ 24749 w 80844"/>
                    <a:gd name="connsiteY1" fmla="*/ 114256 h 136661"/>
                    <a:gd name="connsiteX2" fmla="*/ 1674 w 80844"/>
                    <a:gd name="connsiteY2" fmla="*/ 91516 h 136661"/>
                    <a:gd name="connsiteX3" fmla="*/ 2510 w 80844"/>
                    <a:gd name="connsiteY3" fmla="*/ 77136 h 136661"/>
                    <a:gd name="connsiteX4" fmla="*/ 28762 w 80844"/>
                    <a:gd name="connsiteY4" fmla="*/ 12261 h 136661"/>
                    <a:gd name="connsiteX5" fmla="*/ 43141 w 80844"/>
                    <a:gd name="connsiteY5" fmla="*/ 55 h 136661"/>
                    <a:gd name="connsiteX6" fmla="*/ 50331 w 80844"/>
                    <a:gd name="connsiteY6" fmla="*/ 2897 h 136661"/>
                    <a:gd name="connsiteX7" fmla="*/ 79759 w 80844"/>
                    <a:gd name="connsiteY7" fmla="*/ 46371 h 136661"/>
                    <a:gd name="connsiteX8" fmla="*/ 76749 w 80844"/>
                    <a:gd name="connsiteY8" fmla="*/ 92017 h 136661"/>
                    <a:gd name="connsiteX9" fmla="*/ 67720 w 80844"/>
                    <a:gd name="connsiteY9" fmla="*/ 130642 h 136661"/>
                    <a:gd name="connsiteX10" fmla="*/ 57688 w 80844"/>
                    <a:gd name="connsiteY10" fmla="*/ 136494 h 136661"/>
                    <a:gd name="connsiteX11" fmla="*/ 56016 w 80844"/>
                    <a:gd name="connsiteY11" fmla="*/ 136661 h 136661"/>
                    <a:gd name="connsiteX12" fmla="*/ 30768 w 80844"/>
                    <a:gd name="connsiteY12" fmla="*/ 83156 h 136661"/>
                    <a:gd name="connsiteX13" fmla="*/ 48324 w 80844"/>
                    <a:gd name="connsiteY13" fmla="*/ 99374 h 136661"/>
                    <a:gd name="connsiteX14" fmla="*/ 54009 w 80844"/>
                    <a:gd name="connsiteY14" fmla="*/ 53728 h 136661"/>
                    <a:gd name="connsiteX15" fmla="*/ 49662 w 80844"/>
                    <a:gd name="connsiteY15" fmla="*/ 43194 h 136661"/>
                    <a:gd name="connsiteX16" fmla="*/ 30768 w 80844"/>
                    <a:gd name="connsiteY16" fmla="*/ 83156 h 136661"/>
                    <a:gd name="connsiteX17" fmla="*/ 30768 w 80844"/>
                    <a:gd name="connsiteY17" fmla="*/ 83156 h 136661"/>
                    <a:gd name="connsiteX18" fmla="*/ 24247 w 80844"/>
                    <a:gd name="connsiteY18" fmla="*/ 92686 h 136661"/>
                    <a:gd name="connsiteX19" fmla="*/ 24247 w 80844"/>
                    <a:gd name="connsiteY19" fmla="*/ 92686 h 136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0844" h="136661">
                      <a:moveTo>
                        <a:pt x="56016" y="136661"/>
                      </a:moveTo>
                      <a:cubicBezTo>
                        <a:pt x="50498" y="136661"/>
                        <a:pt x="45984" y="133651"/>
                        <a:pt x="24749" y="114256"/>
                      </a:cubicBezTo>
                      <a:cubicBezTo>
                        <a:pt x="3179" y="94526"/>
                        <a:pt x="2510" y="93188"/>
                        <a:pt x="1674" y="91516"/>
                      </a:cubicBezTo>
                      <a:cubicBezTo>
                        <a:pt x="-834" y="87001"/>
                        <a:pt x="-499" y="81484"/>
                        <a:pt x="2510" y="77136"/>
                      </a:cubicBezTo>
                      <a:cubicBezTo>
                        <a:pt x="17726" y="55901"/>
                        <a:pt x="27089" y="32827"/>
                        <a:pt x="28762" y="12261"/>
                      </a:cubicBezTo>
                      <a:cubicBezTo>
                        <a:pt x="29430" y="4904"/>
                        <a:pt x="35784" y="-614"/>
                        <a:pt x="43141" y="55"/>
                      </a:cubicBezTo>
                      <a:cubicBezTo>
                        <a:pt x="45816" y="222"/>
                        <a:pt x="48324" y="1225"/>
                        <a:pt x="50331" y="2897"/>
                      </a:cubicBezTo>
                      <a:cubicBezTo>
                        <a:pt x="64209" y="14100"/>
                        <a:pt x="74408" y="29316"/>
                        <a:pt x="79759" y="46371"/>
                      </a:cubicBezTo>
                      <a:cubicBezTo>
                        <a:pt x="80762" y="49547"/>
                        <a:pt x="82601" y="56236"/>
                        <a:pt x="76749" y="92017"/>
                      </a:cubicBezTo>
                      <a:cubicBezTo>
                        <a:pt x="71064" y="125793"/>
                        <a:pt x="68891" y="129137"/>
                        <a:pt x="67720" y="130642"/>
                      </a:cubicBezTo>
                      <a:cubicBezTo>
                        <a:pt x="65379" y="133986"/>
                        <a:pt x="61701" y="136159"/>
                        <a:pt x="57688" y="136494"/>
                      </a:cubicBezTo>
                      <a:cubicBezTo>
                        <a:pt x="57019" y="136494"/>
                        <a:pt x="56518" y="136661"/>
                        <a:pt x="56016" y="136661"/>
                      </a:cubicBezTo>
                      <a:close/>
                      <a:moveTo>
                        <a:pt x="30768" y="83156"/>
                      </a:moveTo>
                      <a:cubicBezTo>
                        <a:pt x="35784" y="87837"/>
                        <a:pt x="42305" y="94024"/>
                        <a:pt x="48324" y="99374"/>
                      </a:cubicBezTo>
                      <a:cubicBezTo>
                        <a:pt x="51501" y="82320"/>
                        <a:pt x="54845" y="59747"/>
                        <a:pt x="54009" y="53728"/>
                      </a:cubicBezTo>
                      <a:cubicBezTo>
                        <a:pt x="52839" y="50049"/>
                        <a:pt x="51501" y="46538"/>
                        <a:pt x="49662" y="43194"/>
                      </a:cubicBezTo>
                      <a:cubicBezTo>
                        <a:pt x="45148" y="57239"/>
                        <a:pt x="38794" y="70615"/>
                        <a:pt x="30768" y="83156"/>
                      </a:cubicBezTo>
                      <a:lnTo>
                        <a:pt x="30768" y="83156"/>
                      </a:lnTo>
                      <a:close/>
                      <a:moveTo>
                        <a:pt x="24247" y="92686"/>
                      </a:moveTo>
                      <a:lnTo>
                        <a:pt x="24247" y="92686"/>
                      </a:lnTo>
                      <a:close/>
                    </a:path>
                  </a:pathLst>
                </a:custGeom>
                <a:grp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2" name="Freeform 144">
                  <a:extLst>
                    <a:ext uri="{FF2B5EF4-FFF2-40B4-BE49-F238E27FC236}">
                      <a16:creationId xmlns:a16="http://schemas.microsoft.com/office/drawing/2014/main" id="{D45FB2BE-35CB-8354-9CB9-403816D9A97C}"/>
                    </a:ext>
                  </a:extLst>
                </p:cNvPr>
                <p:cNvSpPr/>
                <p:nvPr/>
              </p:nvSpPr>
              <p:spPr>
                <a:xfrm>
                  <a:off x="9951565" y="2182212"/>
                  <a:ext cx="80901" cy="136478"/>
                </a:xfrm>
                <a:custGeom>
                  <a:avLst/>
                  <a:gdLst>
                    <a:gd name="connsiteX0" fmla="*/ 24718 w 80901"/>
                    <a:gd name="connsiteY0" fmla="*/ 136479 h 136478"/>
                    <a:gd name="connsiteX1" fmla="*/ 23214 w 80901"/>
                    <a:gd name="connsiteY1" fmla="*/ 136479 h 136478"/>
                    <a:gd name="connsiteX2" fmla="*/ 13181 w 80901"/>
                    <a:gd name="connsiteY2" fmla="*/ 130627 h 136478"/>
                    <a:gd name="connsiteX3" fmla="*/ 4152 w 80901"/>
                    <a:gd name="connsiteY3" fmla="*/ 92003 h 136478"/>
                    <a:gd name="connsiteX4" fmla="*/ 1143 w 80901"/>
                    <a:gd name="connsiteY4" fmla="*/ 46356 h 136478"/>
                    <a:gd name="connsiteX5" fmla="*/ 1143 w 80901"/>
                    <a:gd name="connsiteY5" fmla="*/ 46356 h 136478"/>
                    <a:gd name="connsiteX6" fmla="*/ 30571 w 80901"/>
                    <a:gd name="connsiteY6" fmla="*/ 2882 h 136478"/>
                    <a:gd name="connsiteX7" fmla="*/ 49297 w 80901"/>
                    <a:gd name="connsiteY7" fmla="*/ 5056 h 136478"/>
                    <a:gd name="connsiteX8" fmla="*/ 52140 w 80901"/>
                    <a:gd name="connsiteY8" fmla="*/ 12246 h 136478"/>
                    <a:gd name="connsiteX9" fmla="*/ 78391 w 80901"/>
                    <a:gd name="connsiteY9" fmla="*/ 77121 h 136478"/>
                    <a:gd name="connsiteX10" fmla="*/ 79227 w 80901"/>
                    <a:gd name="connsiteY10" fmla="*/ 91501 h 136478"/>
                    <a:gd name="connsiteX11" fmla="*/ 56153 w 80901"/>
                    <a:gd name="connsiteY11" fmla="*/ 114241 h 136478"/>
                    <a:gd name="connsiteX12" fmla="*/ 24718 w 80901"/>
                    <a:gd name="connsiteY12" fmla="*/ 136479 h 136478"/>
                    <a:gd name="connsiteX13" fmla="*/ 26725 w 80901"/>
                    <a:gd name="connsiteY13" fmla="*/ 53545 h 136478"/>
                    <a:gd name="connsiteX14" fmla="*/ 32410 w 80901"/>
                    <a:gd name="connsiteY14" fmla="*/ 99192 h 136478"/>
                    <a:gd name="connsiteX15" fmla="*/ 49966 w 80901"/>
                    <a:gd name="connsiteY15" fmla="*/ 82973 h 136478"/>
                    <a:gd name="connsiteX16" fmla="*/ 31072 w 80901"/>
                    <a:gd name="connsiteY16" fmla="*/ 43012 h 136478"/>
                    <a:gd name="connsiteX17" fmla="*/ 26725 w 80901"/>
                    <a:gd name="connsiteY17" fmla="*/ 53545 h 136478"/>
                    <a:gd name="connsiteX18" fmla="*/ 56487 w 80901"/>
                    <a:gd name="connsiteY18" fmla="*/ 92671 h 136478"/>
                    <a:gd name="connsiteX19" fmla="*/ 56487 w 80901"/>
                    <a:gd name="connsiteY19" fmla="*/ 92671 h 136478"/>
                    <a:gd name="connsiteX20" fmla="*/ 26558 w 80901"/>
                    <a:gd name="connsiteY20" fmla="*/ 53880 h 136478"/>
                    <a:gd name="connsiteX21" fmla="*/ 26558 w 80901"/>
                    <a:gd name="connsiteY21" fmla="*/ 53880 h 136478"/>
                    <a:gd name="connsiteX22" fmla="*/ 26558 w 80901"/>
                    <a:gd name="connsiteY22" fmla="*/ 53880 h 136478"/>
                    <a:gd name="connsiteX23" fmla="*/ 13850 w 80901"/>
                    <a:gd name="connsiteY23" fmla="*/ 50034 h 136478"/>
                    <a:gd name="connsiteX24" fmla="*/ 13850 w 80901"/>
                    <a:gd name="connsiteY24" fmla="*/ 50034 h 13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0901" h="136478">
                      <a:moveTo>
                        <a:pt x="24718" y="136479"/>
                      </a:moveTo>
                      <a:cubicBezTo>
                        <a:pt x="24217" y="136479"/>
                        <a:pt x="23715" y="136479"/>
                        <a:pt x="23214" y="136479"/>
                      </a:cubicBezTo>
                      <a:cubicBezTo>
                        <a:pt x="19201" y="136145"/>
                        <a:pt x="15522" y="133971"/>
                        <a:pt x="13181" y="130627"/>
                      </a:cubicBezTo>
                      <a:cubicBezTo>
                        <a:pt x="12011" y="128955"/>
                        <a:pt x="9837" y="125778"/>
                        <a:pt x="4152" y="92003"/>
                      </a:cubicBezTo>
                      <a:cubicBezTo>
                        <a:pt x="-1867" y="56221"/>
                        <a:pt x="139" y="49533"/>
                        <a:pt x="1143" y="46356"/>
                      </a:cubicBezTo>
                      <a:lnTo>
                        <a:pt x="1143" y="46356"/>
                      </a:lnTo>
                      <a:cubicBezTo>
                        <a:pt x="6493" y="29301"/>
                        <a:pt x="16693" y="14085"/>
                        <a:pt x="30571" y="2882"/>
                      </a:cubicBezTo>
                      <a:cubicBezTo>
                        <a:pt x="36423" y="-1632"/>
                        <a:pt x="44783" y="-796"/>
                        <a:pt x="49297" y="5056"/>
                      </a:cubicBezTo>
                      <a:cubicBezTo>
                        <a:pt x="50969" y="7063"/>
                        <a:pt x="51973" y="9571"/>
                        <a:pt x="52140" y="12246"/>
                      </a:cubicBezTo>
                      <a:cubicBezTo>
                        <a:pt x="53812" y="32812"/>
                        <a:pt x="63175" y="55886"/>
                        <a:pt x="78391" y="77121"/>
                      </a:cubicBezTo>
                      <a:cubicBezTo>
                        <a:pt x="81401" y="81301"/>
                        <a:pt x="81735" y="86986"/>
                        <a:pt x="79227" y="91501"/>
                      </a:cubicBezTo>
                      <a:cubicBezTo>
                        <a:pt x="78391" y="93006"/>
                        <a:pt x="77555" y="94343"/>
                        <a:pt x="56153" y="114241"/>
                      </a:cubicBezTo>
                      <a:cubicBezTo>
                        <a:pt x="34751" y="133469"/>
                        <a:pt x="30236" y="136479"/>
                        <a:pt x="24718" y="136479"/>
                      </a:cubicBezTo>
                      <a:close/>
                      <a:moveTo>
                        <a:pt x="26725" y="53545"/>
                      </a:moveTo>
                      <a:cubicBezTo>
                        <a:pt x="25889" y="59565"/>
                        <a:pt x="29400" y="82137"/>
                        <a:pt x="32410" y="99192"/>
                      </a:cubicBezTo>
                      <a:cubicBezTo>
                        <a:pt x="38262" y="93842"/>
                        <a:pt x="44950" y="87655"/>
                        <a:pt x="49966" y="82973"/>
                      </a:cubicBezTo>
                      <a:cubicBezTo>
                        <a:pt x="41940" y="70600"/>
                        <a:pt x="35587" y="57057"/>
                        <a:pt x="31072" y="43012"/>
                      </a:cubicBezTo>
                      <a:cubicBezTo>
                        <a:pt x="29233" y="46356"/>
                        <a:pt x="27728" y="49867"/>
                        <a:pt x="26725" y="53545"/>
                      </a:cubicBezTo>
                      <a:close/>
                      <a:moveTo>
                        <a:pt x="56487" y="92671"/>
                      </a:moveTo>
                      <a:lnTo>
                        <a:pt x="56487" y="92671"/>
                      </a:lnTo>
                      <a:close/>
                      <a:moveTo>
                        <a:pt x="26558" y="53880"/>
                      </a:moveTo>
                      <a:lnTo>
                        <a:pt x="26558" y="53880"/>
                      </a:lnTo>
                      <a:lnTo>
                        <a:pt x="26558" y="53880"/>
                      </a:lnTo>
                      <a:close/>
                      <a:moveTo>
                        <a:pt x="13850" y="50034"/>
                      </a:moveTo>
                      <a:lnTo>
                        <a:pt x="13850" y="50034"/>
                      </a:lnTo>
                      <a:close/>
                    </a:path>
                  </a:pathLst>
                </a:custGeom>
                <a:grp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3" name="Freeform 145">
                  <a:extLst>
                    <a:ext uri="{FF2B5EF4-FFF2-40B4-BE49-F238E27FC236}">
                      <a16:creationId xmlns:a16="http://schemas.microsoft.com/office/drawing/2014/main" id="{702E9E4A-8267-9CF6-86D3-A452299CFA02}"/>
                    </a:ext>
                  </a:extLst>
                </p:cNvPr>
                <p:cNvSpPr/>
                <p:nvPr/>
              </p:nvSpPr>
              <p:spPr>
                <a:xfrm>
                  <a:off x="9976589" y="2036935"/>
                  <a:ext cx="153728" cy="247979"/>
                </a:xfrm>
                <a:custGeom>
                  <a:avLst/>
                  <a:gdLst>
                    <a:gd name="connsiteX0" fmla="*/ 107040 w 153728"/>
                    <a:gd name="connsiteY0" fmla="*/ 247980 h 247979"/>
                    <a:gd name="connsiteX1" fmla="*/ 46847 w 153728"/>
                    <a:gd name="connsiteY1" fmla="*/ 247980 h 247979"/>
                    <a:gd name="connsiteX2" fmla="*/ 36814 w 153728"/>
                    <a:gd name="connsiteY2" fmla="*/ 243465 h 247979"/>
                    <a:gd name="connsiteX3" fmla="*/ 1200 w 153728"/>
                    <a:gd name="connsiteY3" fmla="*/ 167053 h 247979"/>
                    <a:gd name="connsiteX4" fmla="*/ 11734 w 153728"/>
                    <a:gd name="connsiteY4" fmla="*/ 92814 h 247979"/>
                    <a:gd name="connsiteX5" fmla="*/ 42834 w 153728"/>
                    <a:gd name="connsiteY5" fmla="*/ 32286 h 247979"/>
                    <a:gd name="connsiteX6" fmla="*/ 76442 w 153728"/>
                    <a:gd name="connsiteY6" fmla="*/ 16 h 247979"/>
                    <a:gd name="connsiteX7" fmla="*/ 100018 w 153728"/>
                    <a:gd name="connsiteY7" fmla="*/ 18241 h 247979"/>
                    <a:gd name="connsiteX8" fmla="*/ 111053 w 153728"/>
                    <a:gd name="connsiteY8" fmla="*/ 31952 h 247979"/>
                    <a:gd name="connsiteX9" fmla="*/ 111221 w 153728"/>
                    <a:gd name="connsiteY9" fmla="*/ 32119 h 247979"/>
                    <a:gd name="connsiteX10" fmla="*/ 152854 w 153728"/>
                    <a:gd name="connsiteY10" fmla="*/ 166217 h 247979"/>
                    <a:gd name="connsiteX11" fmla="*/ 152687 w 153728"/>
                    <a:gd name="connsiteY11" fmla="*/ 167053 h 247979"/>
                    <a:gd name="connsiteX12" fmla="*/ 117240 w 153728"/>
                    <a:gd name="connsiteY12" fmla="*/ 243131 h 247979"/>
                    <a:gd name="connsiteX13" fmla="*/ 107040 w 153728"/>
                    <a:gd name="connsiteY13" fmla="*/ 247980 h 247979"/>
                    <a:gd name="connsiteX14" fmla="*/ 53368 w 153728"/>
                    <a:gd name="connsiteY14" fmla="*/ 221227 h 247979"/>
                    <a:gd name="connsiteX15" fmla="*/ 100352 w 153728"/>
                    <a:gd name="connsiteY15" fmla="*/ 221227 h 247979"/>
                    <a:gd name="connsiteX16" fmla="*/ 126269 w 153728"/>
                    <a:gd name="connsiteY16" fmla="*/ 163040 h 247979"/>
                    <a:gd name="connsiteX17" fmla="*/ 89818 w 153728"/>
                    <a:gd name="connsiteY17" fmla="*/ 48170 h 247979"/>
                    <a:gd name="connsiteX18" fmla="*/ 76776 w 153728"/>
                    <a:gd name="connsiteY18" fmla="*/ 31952 h 247979"/>
                    <a:gd name="connsiteX19" fmla="*/ 64403 w 153728"/>
                    <a:gd name="connsiteY19" fmla="*/ 48003 h 247979"/>
                    <a:gd name="connsiteX20" fmla="*/ 27618 w 153728"/>
                    <a:gd name="connsiteY20" fmla="*/ 162706 h 247979"/>
                    <a:gd name="connsiteX21" fmla="*/ 53368 w 153728"/>
                    <a:gd name="connsiteY21" fmla="*/ 221227 h 247979"/>
                    <a:gd name="connsiteX22" fmla="*/ 139478 w 153728"/>
                    <a:gd name="connsiteY22" fmla="*/ 164712 h 247979"/>
                    <a:gd name="connsiteX23" fmla="*/ 139478 w 153728"/>
                    <a:gd name="connsiteY23" fmla="*/ 164712 h 247979"/>
                    <a:gd name="connsiteX24" fmla="*/ 139478 w 153728"/>
                    <a:gd name="connsiteY24" fmla="*/ 164712 h 247979"/>
                    <a:gd name="connsiteX25" fmla="*/ 83130 w 153728"/>
                    <a:gd name="connsiteY25" fmla="*/ 24929 h 247979"/>
                    <a:gd name="connsiteX26" fmla="*/ 83130 w 153728"/>
                    <a:gd name="connsiteY26" fmla="*/ 24929 h 247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3728" h="247979">
                      <a:moveTo>
                        <a:pt x="107040" y="247980"/>
                      </a:moveTo>
                      <a:lnTo>
                        <a:pt x="46847" y="247980"/>
                      </a:lnTo>
                      <a:cubicBezTo>
                        <a:pt x="43001" y="247980"/>
                        <a:pt x="39323" y="246308"/>
                        <a:pt x="36814" y="243465"/>
                      </a:cubicBezTo>
                      <a:cubicBezTo>
                        <a:pt x="35644" y="242128"/>
                        <a:pt x="8222" y="210359"/>
                        <a:pt x="1200" y="167053"/>
                      </a:cubicBezTo>
                      <a:cubicBezTo>
                        <a:pt x="-2980" y="141471"/>
                        <a:pt x="4544" y="112544"/>
                        <a:pt x="11734" y="92814"/>
                      </a:cubicBezTo>
                      <a:cubicBezTo>
                        <a:pt x="19760" y="70409"/>
                        <a:pt x="31464" y="47669"/>
                        <a:pt x="42834" y="32286"/>
                      </a:cubicBezTo>
                      <a:cubicBezTo>
                        <a:pt x="65908" y="183"/>
                        <a:pt x="71091" y="16"/>
                        <a:pt x="76442" y="16"/>
                      </a:cubicBezTo>
                      <a:cubicBezTo>
                        <a:pt x="84133" y="-319"/>
                        <a:pt x="88982" y="4697"/>
                        <a:pt x="100018" y="18241"/>
                      </a:cubicBezTo>
                      <a:cubicBezTo>
                        <a:pt x="105703" y="25096"/>
                        <a:pt x="110719" y="31784"/>
                        <a:pt x="111053" y="31952"/>
                      </a:cubicBezTo>
                      <a:cubicBezTo>
                        <a:pt x="111053" y="31952"/>
                        <a:pt x="111221" y="32119"/>
                        <a:pt x="111221" y="32119"/>
                      </a:cubicBezTo>
                      <a:cubicBezTo>
                        <a:pt x="129446" y="56698"/>
                        <a:pt x="159208" y="106692"/>
                        <a:pt x="152854" y="166217"/>
                      </a:cubicBezTo>
                      <a:cubicBezTo>
                        <a:pt x="152854" y="166551"/>
                        <a:pt x="152854" y="166719"/>
                        <a:pt x="152687" y="167053"/>
                      </a:cubicBezTo>
                      <a:cubicBezTo>
                        <a:pt x="145665" y="208520"/>
                        <a:pt x="118410" y="241793"/>
                        <a:pt x="117240" y="243131"/>
                      </a:cubicBezTo>
                      <a:cubicBezTo>
                        <a:pt x="114732" y="246141"/>
                        <a:pt x="111053" y="247980"/>
                        <a:pt x="107040" y="247980"/>
                      </a:cubicBezTo>
                      <a:close/>
                      <a:moveTo>
                        <a:pt x="53368" y="221227"/>
                      </a:moveTo>
                      <a:lnTo>
                        <a:pt x="100352" y="221227"/>
                      </a:lnTo>
                      <a:cubicBezTo>
                        <a:pt x="107208" y="211697"/>
                        <a:pt x="121754" y="188790"/>
                        <a:pt x="126269" y="163040"/>
                      </a:cubicBezTo>
                      <a:cubicBezTo>
                        <a:pt x="131452" y="112879"/>
                        <a:pt x="105703" y="69573"/>
                        <a:pt x="89818" y="48170"/>
                      </a:cubicBezTo>
                      <a:cubicBezTo>
                        <a:pt x="85638" y="42653"/>
                        <a:pt x="80622" y="36633"/>
                        <a:pt x="76776" y="31952"/>
                      </a:cubicBezTo>
                      <a:cubicBezTo>
                        <a:pt x="73098" y="36299"/>
                        <a:pt x="68583" y="42318"/>
                        <a:pt x="64403" y="48003"/>
                      </a:cubicBezTo>
                      <a:cubicBezTo>
                        <a:pt x="45676" y="73084"/>
                        <a:pt x="21933" y="128261"/>
                        <a:pt x="27618" y="162706"/>
                      </a:cubicBezTo>
                      <a:cubicBezTo>
                        <a:pt x="31966" y="189626"/>
                        <a:pt x="46512" y="212031"/>
                        <a:pt x="53368" y="221227"/>
                      </a:cubicBezTo>
                      <a:close/>
                      <a:moveTo>
                        <a:pt x="139478" y="164712"/>
                      </a:moveTo>
                      <a:lnTo>
                        <a:pt x="139478" y="164712"/>
                      </a:lnTo>
                      <a:lnTo>
                        <a:pt x="139478" y="164712"/>
                      </a:lnTo>
                      <a:close/>
                      <a:moveTo>
                        <a:pt x="83130" y="24929"/>
                      </a:moveTo>
                      <a:lnTo>
                        <a:pt x="83130" y="24929"/>
                      </a:lnTo>
                      <a:close/>
                    </a:path>
                  </a:pathLst>
                </a:custGeom>
                <a:grp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4" name="Freeform 146">
                  <a:extLst>
                    <a:ext uri="{FF2B5EF4-FFF2-40B4-BE49-F238E27FC236}">
                      <a16:creationId xmlns:a16="http://schemas.microsoft.com/office/drawing/2014/main" id="{42E83225-609F-4AEB-A117-7FE02AB05CB6}"/>
                    </a:ext>
                  </a:extLst>
                </p:cNvPr>
                <p:cNvSpPr/>
                <p:nvPr/>
              </p:nvSpPr>
              <p:spPr>
                <a:xfrm>
                  <a:off x="10038985" y="2195628"/>
                  <a:ext cx="26752" cy="123731"/>
                </a:xfrm>
                <a:custGeom>
                  <a:avLst/>
                  <a:gdLst>
                    <a:gd name="connsiteX0" fmla="*/ 13376 w 26752"/>
                    <a:gd name="connsiteY0" fmla="*/ 123731 h 123731"/>
                    <a:gd name="connsiteX1" fmla="*/ 0 w 26752"/>
                    <a:gd name="connsiteY1" fmla="*/ 110355 h 123731"/>
                    <a:gd name="connsiteX2" fmla="*/ 0 w 26752"/>
                    <a:gd name="connsiteY2" fmla="*/ 13376 h 123731"/>
                    <a:gd name="connsiteX3" fmla="*/ 13376 w 26752"/>
                    <a:gd name="connsiteY3" fmla="*/ 0 h 123731"/>
                    <a:gd name="connsiteX4" fmla="*/ 26753 w 26752"/>
                    <a:gd name="connsiteY4" fmla="*/ 13376 h 123731"/>
                    <a:gd name="connsiteX5" fmla="*/ 26753 w 26752"/>
                    <a:gd name="connsiteY5" fmla="*/ 110355 h 123731"/>
                    <a:gd name="connsiteX6" fmla="*/ 13376 w 26752"/>
                    <a:gd name="connsiteY6" fmla="*/ 123731 h 12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52" h="123731">
                      <a:moveTo>
                        <a:pt x="13376" y="123731"/>
                      </a:moveTo>
                      <a:cubicBezTo>
                        <a:pt x="6019" y="123731"/>
                        <a:pt x="0" y="117712"/>
                        <a:pt x="0" y="110355"/>
                      </a:cubicBezTo>
                      <a:lnTo>
                        <a:pt x="0" y="13376"/>
                      </a:lnTo>
                      <a:cubicBezTo>
                        <a:pt x="0" y="6019"/>
                        <a:pt x="6019" y="0"/>
                        <a:pt x="13376" y="0"/>
                      </a:cubicBezTo>
                      <a:cubicBezTo>
                        <a:pt x="20733" y="0"/>
                        <a:pt x="26753" y="6019"/>
                        <a:pt x="26753" y="13376"/>
                      </a:cubicBezTo>
                      <a:lnTo>
                        <a:pt x="26753" y="110355"/>
                      </a:lnTo>
                      <a:cubicBezTo>
                        <a:pt x="26753" y="117712"/>
                        <a:pt x="20733" y="123731"/>
                        <a:pt x="13376" y="123731"/>
                      </a:cubicBezTo>
                      <a:close/>
                    </a:path>
                  </a:pathLst>
                </a:custGeom>
                <a:grp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5" name="Freeform 147">
                  <a:extLst>
                    <a:ext uri="{FF2B5EF4-FFF2-40B4-BE49-F238E27FC236}">
                      <a16:creationId xmlns:a16="http://schemas.microsoft.com/office/drawing/2014/main" id="{7F995225-C1FE-F9DA-3DFB-97AD9656E423}"/>
                    </a:ext>
                  </a:extLst>
                </p:cNvPr>
                <p:cNvSpPr/>
                <p:nvPr/>
              </p:nvSpPr>
              <p:spPr>
                <a:xfrm>
                  <a:off x="10019590" y="2116540"/>
                  <a:ext cx="68386" cy="68386"/>
                </a:xfrm>
                <a:custGeom>
                  <a:avLst/>
                  <a:gdLst>
                    <a:gd name="connsiteX0" fmla="*/ 34277 w 68386"/>
                    <a:gd name="connsiteY0" fmla="*/ 68387 h 68386"/>
                    <a:gd name="connsiteX1" fmla="*/ 0 w 68386"/>
                    <a:gd name="connsiteY1" fmla="*/ 34277 h 68386"/>
                    <a:gd name="connsiteX2" fmla="*/ 34110 w 68386"/>
                    <a:gd name="connsiteY2" fmla="*/ 0 h 68386"/>
                    <a:gd name="connsiteX3" fmla="*/ 68387 w 68386"/>
                    <a:gd name="connsiteY3" fmla="*/ 34110 h 68386"/>
                    <a:gd name="connsiteX4" fmla="*/ 68387 w 68386"/>
                    <a:gd name="connsiteY4" fmla="*/ 34110 h 68386"/>
                    <a:gd name="connsiteX5" fmla="*/ 34277 w 68386"/>
                    <a:gd name="connsiteY5" fmla="*/ 68387 h 68386"/>
                    <a:gd name="connsiteX6" fmla="*/ 34277 w 68386"/>
                    <a:gd name="connsiteY6" fmla="*/ 26753 h 68386"/>
                    <a:gd name="connsiteX7" fmla="*/ 26753 w 68386"/>
                    <a:gd name="connsiteY7" fmla="*/ 34110 h 68386"/>
                    <a:gd name="connsiteX8" fmla="*/ 34110 w 68386"/>
                    <a:gd name="connsiteY8" fmla="*/ 41634 h 68386"/>
                    <a:gd name="connsiteX9" fmla="*/ 41634 w 68386"/>
                    <a:gd name="connsiteY9" fmla="*/ 34277 h 68386"/>
                    <a:gd name="connsiteX10" fmla="*/ 41634 w 68386"/>
                    <a:gd name="connsiteY10" fmla="*/ 34277 h 68386"/>
                    <a:gd name="connsiteX11" fmla="*/ 34277 w 68386"/>
                    <a:gd name="connsiteY11" fmla="*/ 26753 h 6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386" h="68386">
                      <a:moveTo>
                        <a:pt x="34277" y="68387"/>
                      </a:moveTo>
                      <a:cubicBezTo>
                        <a:pt x="15383" y="68387"/>
                        <a:pt x="0" y="53004"/>
                        <a:pt x="0" y="34277"/>
                      </a:cubicBezTo>
                      <a:cubicBezTo>
                        <a:pt x="0" y="15550"/>
                        <a:pt x="15383" y="0"/>
                        <a:pt x="34110" y="0"/>
                      </a:cubicBezTo>
                      <a:cubicBezTo>
                        <a:pt x="52837" y="0"/>
                        <a:pt x="68387" y="15216"/>
                        <a:pt x="68387" y="34110"/>
                      </a:cubicBezTo>
                      <a:cubicBezTo>
                        <a:pt x="68387" y="34110"/>
                        <a:pt x="68387" y="34110"/>
                        <a:pt x="68387" y="34110"/>
                      </a:cubicBezTo>
                      <a:cubicBezTo>
                        <a:pt x="68387" y="53004"/>
                        <a:pt x="53004" y="68387"/>
                        <a:pt x="34277" y="68387"/>
                      </a:cubicBezTo>
                      <a:close/>
                      <a:moveTo>
                        <a:pt x="34277" y="26753"/>
                      </a:moveTo>
                      <a:cubicBezTo>
                        <a:pt x="30097" y="26753"/>
                        <a:pt x="26753" y="30097"/>
                        <a:pt x="26753" y="34110"/>
                      </a:cubicBezTo>
                      <a:cubicBezTo>
                        <a:pt x="26753" y="38290"/>
                        <a:pt x="30097" y="41634"/>
                        <a:pt x="34110" y="41634"/>
                      </a:cubicBezTo>
                      <a:cubicBezTo>
                        <a:pt x="38290" y="41634"/>
                        <a:pt x="41634" y="38290"/>
                        <a:pt x="41634" y="34277"/>
                      </a:cubicBezTo>
                      <a:cubicBezTo>
                        <a:pt x="41634" y="34277"/>
                        <a:pt x="41634" y="34277"/>
                        <a:pt x="41634" y="34277"/>
                      </a:cubicBezTo>
                      <a:cubicBezTo>
                        <a:pt x="41634" y="30097"/>
                        <a:pt x="38290" y="26753"/>
                        <a:pt x="34277" y="26753"/>
                      </a:cubicBezTo>
                      <a:close/>
                    </a:path>
                  </a:pathLst>
                </a:custGeom>
                <a:grp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600" name="Group 599">
            <a:extLst>
              <a:ext uri="{FF2B5EF4-FFF2-40B4-BE49-F238E27FC236}">
                <a16:creationId xmlns:a16="http://schemas.microsoft.com/office/drawing/2014/main" id="{A8CF9742-D9B2-6B73-E804-379FE1C9C019}"/>
              </a:ext>
            </a:extLst>
          </p:cNvPr>
          <p:cNvGrpSpPr/>
          <p:nvPr/>
        </p:nvGrpSpPr>
        <p:grpSpPr>
          <a:xfrm>
            <a:off x="0" y="2241576"/>
            <a:ext cx="1405182" cy="1368676"/>
            <a:chOff x="0" y="2241576"/>
            <a:chExt cx="1405182" cy="1368676"/>
          </a:xfrm>
        </p:grpSpPr>
        <p:sp>
          <p:nvSpPr>
            <p:cNvPr id="601" name="Rectangle 600">
              <a:extLst>
                <a:ext uri="{FF2B5EF4-FFF2-40B4-BE49-F238E27FC236}">
                  <a16:creationId xmlns:a16="http://schemas.microsoft.com/office/drawing/2014/main" id="{D296E6D2-6DDC-11DE-E617-B0F7FCB4A4E2}"/>
                </a:ext>
              </a:extLst>
            </p:cNvPr>
            <p:cNvSpPr/>
            <p:nvPr/>
          </p:nvSpPr>
          <p:spPr>
            <a:xfrm>
              <a:off x="1" y="3199852"/>
              <a:ext cx="1120125" cy="410400"/>
            </a:xfrm>
            <a:prstGeom prst="rect">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Pre-Project</a:t>
              </a:r>
            </a:p>
          </p:txBody>
        </p:sp>
        <p:sp>
          <p:nvSpPr>
            <p:cNvPr id="602" name="Arrow: Pentagon 277">
              <a:extLst>
                <a:ext uri="{FF2B5EF4-FFF2-40B4-BE49-F238E27FC236}">
                  <a16:creationId xmlns:a16="http://schemas.microsoft.com/office/drawing/2014/main" id="{E6A8659F-21DA-6782-7B25-F8FAAE08D6A1}"/>
                </a:ext>
              </a:extLst>
            </p:cNvPr>
            <p:cNvSpPr/>
            <p:nvPr/>
          </p:nvSpPr>
          <p:spPr>
            <a:xfrm>
              <a:off x="0" y="2241576"/>
              <a:ext cx="1405182" cy="964154"/>
            </a:xfrm>
            <a:prstGeom prst="homePlate">
              <a:avLst>
                <a:gd name="adj" fmla="val 30009"/>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Discover</a:t>
              </a:r>
            </a:p>
          </p:txBody>
        </p:sp>
        <p:sp>
          <p:nvSpPr>
            <p:cNvPr id="603" name="Oval 602">
              <a:extLst>
                <a:ext uri="{FF2B5EF4-FFF2-40B4-BE49-F238E27FC236}">
                  <a16:creationId xmlns:a16="http://schemas.microsoft.com/office/drawing/2014/main" id="{03BEDD1F-12FC-BFB9-A83D-36BD883F86E7}"/>
                </a:ext>
              </a:extLst>
            </p:cNvPr>
            <p:cNvSpPr/>
            <p:nvPr/>
          </p:nvSpPr>
          <p:spPr>
            <a:xfrm>
              <a:off x="448897" y="2363819"/>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604" name="Graphic 43">
              <a:extLst>
                <a:ext uri="{FF2B5EF4-FFF2-40B4-BE49-F238E27FC236}">
                  <a16:creationId xmlns:a16="http://schemas.microsoft.com/office/drawing/2014/main" id="{798EDF7F-F25B-9AA8-7F7B-0A0F700F5B49}"/>
                </a:ext>
              </a:extLst>
            </p:cNvPr>
            <p:cNvGrpSpPr/>
            <p:nvPr/>
          </p:nvGrpSpPr>
          <p:grpSpPr>
            <a:xfrm>
              <a:off x="548554" y="2462941"/>
              <a:ext cx="271848" cy="273546"/>
              <a:chOff x="1759940" y="1793479"/>
              <a:chExt cx="449934" cy="452143"/>
            </a:xfrm>
            <a:solidFill>
              <a:schemeClr val="bg1">
                <a:lumMod val="75000"/>
              </a:schemeClr>
            </a:solidFill>
          </p:grpSpPr>
          <p:sp>
            <p:nvSpPr>
              <p:cNvPr id="630" name="Freeform: Shape 629">
                <a:extLst>
                  <a:ext uri="{FF2B5EF4-FFF2-40B4-BE49-F238E27FC236}">
                    <a16:creationId xmlns:a16="http://schemas.microsoft.com/office/drawing/2014/main" id="{46DA79C4-E2D1-1066-423F-0829448E4D1E}"/>
                  </a:ext>
                </a:extLst>
              </p:cNvPr>
              <p:cNvSpPr/>
              <p:nvPr/>
            </p:nvSpPr>
            <p:spPr>
              <a:xfrm>
                <a:off x="1759940"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0" y="43107"/>
                      <a:pt x="0" y="33458"/>
                      <a:pt x="0" y="21554"/>
                    </a:cubicBezTo>
                    <a:cubicBezTo>
                      <a:pt x="0" y="9650"/>
                      <a:pt x="9650" y="0"/>
                      <a:pt x="21554" y="0"/>
                    </a:cubicBezTo>
                    <a:lnTo>
                      <a:pt x="61967" y="0"/>
                    </a:lnTo>
                    <a:cubicBezTo>
                      <a:pt x="73871" y="0"/>
                      <a:pt x="83521" y="9650"/>
                      <a:pt x="83521" y="21554"/>
                    </a:cubicBezTo>
                    <a:cubicBezTo>
                      <a:pt x="83521" y="33458"/>
                      <a:pt x="73871" y="43107"/>
                      <a:pt x="61967" y="43107"/>
                    </a:cubicBezTo>
                    <a:close/>
                  </a:path>
                </a:pathLst>
              </a:custGeom>
              <a:grpFill/>
              <a:ln w="2667" cap="flat">
                <a:noFill/>
                <a:prstDash val="solid"/>
                <a:miter/>
              </a:ln>
            </p:spPr>
            <p:txBody>
              <a:bodyPr rtlCol="0" anchor="ctr"/>
              <a:lstStyle/>
              <a:p>
                <a:endParaRPr lang="en-MY"/>
              </a:p>
            </p:txBody>
          </p:sp>
          <p:grpSp>
            <p:nvGrpSpPr>
              <p:cNvPr id="631" name="Graphic 43">
                <a:extLst>
                  <a:ext uri="{FF2B5EF4-FFF2-40B4-BE49-F238E27FC236}">
                    <a16:creationId xmlns:a16="http://schemas.microsoft.com/office/drawing/2014/main" id="{F86EF0DB-1E84-004A-8A7C-8E9B7D1B3AC7}"/>
                  </a:ext>
                </a:extLst>
              </p:cNvPr>
              <p:cNvGrpSpPr/>
              <p:nvPr/>
            </p:nvGrpSpPr>
            <p:grpSpPr>
              <a:xfrm>
                <a:off x="1853403" y="1895374"/>
                <a:ext cx="263656" cy="350248"/>
                <a:chOff x="1853403" y="1895374"/>
                <a:chExt cx="263656" cy="350248"/>
              </a:xfrm>
              <a:grpFill/>
            </p:grpSpPr>
            <p:sp>
              <p:nvSpPr>
                <p:cNvPr id="636" name="Freeform: Shape 635">
                  <a:extLst>
                    <a:ext uri="{FF2B5EF4-FFF2-40B4-BE49-F238E27FC236}">
                      <a16:creationId xmlns:a16="http://schemas.microsoft.com/office/drawing/2014/main" id="{7212C590-EAFE-2F58-C461-5B9BBB8D83BC}"/>
                    </a:ext>
                  </a:extLst>
                </p:cNvPr>
                <p:cNvSpPr/>
                <p:nvPr/>
              </p:nvSpPr>
              <p:spPr>
                <a:xfrm>
                  <a:off x="1853403" y="1895374"/>
                  <a:ext cx="263656" cy="256435"/>
                </a:xfrm>
                <a:custGeom>
                  <a:avLst/>
                  <a:gdLst>
                    <a:gd name="connsiteX0" fmla="*/ 182506 w 263656"/>
                    <a:gd name="connsiteY0" fmla="*/ 256436 h 256435"/>
                    <a:gd name="connsiteX1" fmla="*/ 160954 w 263656"/>
                    <a:gd name="connsiteY1" fmla="*/ 234879 h 256435"/>
                    <a:gd name="connsiteX2" fmla="*/ 174936 w 263656"/>
                    <a:gd name="connsiteY2" fmla="*/ 214702 h 256435"/>
                    <a:gd name="connsiteX3" fmla="*/ 220549 w 263656"/>
                    <a:gd name="connsiteY3" fmla="*/ 128891 h 256435"/>
                    <a:gd name="connsiteX4" fmla="*/ 131828 w 263656"/>
                    <a:gd name="connsiteY4" fmla="*/ 43107 h 256435"/>
                    <a:gd name="connsiteX5" fmla="*/ 43107 w 263656"/>
                    <a:gd name="connsiteY5" fmla="*/ 128891 h 256435"/>
                    <a:gd name="connsiteX6" fmla="*/ 90310 w 263656"/>
                    <a:gd name="connsiteY6" fmla="*/ 214271 h 256435"/>
                    <a:gd name="connsiteX7" fmla="*/ 103140 w 263656"/>
                    <a:gd name="connsiteY7" fmla="*/ 241922 h 256435"/>
                    <a:gd name="connsiteX8" fmla="*/ 75490 w 263656"/>
                    <a:gd name="connsiteY8" fmla="*/ 254752 h 256435"/>
                    <a:gd name="connsiteX9" fmla="*/ 74630 w 263656"/>
                    <a:gd name="connsiteY9" fmla="*/ 254415 h 256435"/>
                    <a:gd name="connsiteX10" fmla="*/ 0 w 263656"/>
                    <a:gd name="connsiteY10" fmla="*/ 128891 h 256435"/>
                    <a:gd name="connsiteX11" fmla="*/ 131828 w 263656"/>
                    <a:gd name="connsiteY11" fmla="*/ 0 h 256435"/>
                    <a:gd name="connsiteX12" fmla="*/ 263656 w 263656"/>
                    <a:gd name="connsiteY12" fmla="*/ 128891 h 256435"/>
                    <a:gd name="connsiteX13" fmla="*/ 190077 w 263656"/>
                    <a:gd name="connsiteY13" fmla="*/ 255062 h 256435"/>
                    <a:gd name="connsiteX14" fmla="*/ 182506 w 263656"/>
                    <a:gd name="connsiteY14" fmla="*/ 256436 h 25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656" h="256435">
                      <a:moveTo>
                        <a:pt x="182506" y="256436"/>
                      </a:moveTo>
                      <a:cubicBezTo>
                        <a:pt x="170603" y="256436"/>
                        <a:pt x="160953" y="246785"/>
                        <a:pt x="160954" y="234879"/>
                      </a:cubicBezTo>
                      <a:cubicBezTo>
                        <a:pt x="160955" y="225897"/>
                        <a:pt x="166527" y="217857"/>
                        <a:pt x="174936" y="214702"/>
                      </a:cubicBezTo>
                      <a:cubicBezTo>
                        <a:pt x="205192" y="203360"/>
                        <a:pt x="220549" y="174478"/>
                        <a:pt x="220549" y="128891"/>
                      </a:cubicBezTo>
                      <a:cubicBezTo>
                        <a:pt x="220549" y="79183"/>
                        <a:pt x="183234" y="43107"/>
                        <a:pt x="131828" y="43107"/>
                      </a:cubicBezTo>
                      <a:cubicBezTo>
                        <a:pt x="80422" y="43107"/>
                        <a:pt x="43107" y="79183"/>
                        <a:pt x="43107" y="128891"/>
                      </a:cubicBezTo>
                      <a:cubicBezTo>
                        <a:pt x="43107" y="159417"/>
                        <a:pt x="51190" y="198941"/>
                        <a:pt x="90310" y="214271"/>
                      </a:cubicBezTo>
                      <a:cubicBezTo>
                        <a:pt x="101488" y="218364"/>
                        <a:pt x="107233" y="230744"/>
                        <a:pt x="103140" y="241922"/>
                      </a:cubicBezTo>
                      <a:cubicBezTo>
                        <a:pt x="99048" y="253100"/>
                        <a:pt x="86669" y="258844"/>
                        <a:pt x="75490" y="254752"/>
                      </a:cubicBezTo>
                      <a:cubicBezTo>
                        <a:pt x="75201" y="254644"/>
                        <a:pt x="74914" y="254533"/>
                        <a:pt x="74630" y="254415"/>
                      </a:cubicBezTo>
                      <a:cubicBezTo>
                        <a:pt x="26511" y="235555"/>
                        <a:pt x="0" y="191020"/>
                        <a:pt x="0" y="128891"/>
                      </a:cubicBezTo>
                      <a:cubicBezTo>
                        <a:pt x="0" y="55393"/>
                        <a:pt x="56579" y="0"/>
                        <a:pt x="131828" y="0"/>
                      </a:cubicBezTo>
                      <a:cubicBezTo>
                        <a:pt x="207078" y="0"/>
                        <a:pt x="263656" y="55474"/>
                        <a:pt x="263656" y="128891"/>
                      </a:cubicBezTo>
                      <a:cubicBezTo>
                        <a:pt x="263656" y="210364"/>
                        <a:pt x="223647" y="242480"/>
                        <a:pt x="190077" y="255062"/>
                      </a:cubicBezTo>
                      <a:cubicBezTo>
                        <a:pt x="187655" y="255970"/>
                        <a:pt x="185093" y="256436"/>
                        <a:pt x="182506" y="256436"/>
                      </a:cubicBezTo>
                      <a:close/>
                    </a:path>
                  </a:pathLst>
                </a:custGeom>
                <a:grpFill/>
                <a:ln w="2667" cap="flat">
                  <a:noFill/>
                  <a:prstDash val="solid"/>
                  <a:miter/>
                </a:ln>
              </p:spPr>
              <p:txBody>
                <a:bodyPr rtlCol="0" anchor="ctr"/>
                <a:lstStyle/>
                <a:p>
                  <a:endParaRPr lang="en-MY"/>
                </a:p>
              </p:txBody>
            </p:sp>
            <p:sp>
              <p:nvSpPr>
                <p:cNvPr id="637" name="Freeform: Shape 636">
                  <a:extLst>
                    <a:ext uri="{FF2B5EF4-FFF2-40B4-BE49-F238E27FC236}">
                      <a16:creationId xmlns:a16="http://schemas.microsoft.com/office/drawing/2014/main" id="{1237C2FC-CB60-DED6-19AA-3E9A49455ECE}"/>
                    </a:ext>
                  </a:extLst>
                </p:cNvPr>
                <p:cNvSpPr/>
                <p:nvPr/>
              </p:nvSpPr>
              <p:spPr>
                <a:xfrm>
                  <a:off x="1923883" y="2151082"/>
                  <a:ext cx="122883" cy="43107"/>
                </a:xfrm>
                <a:custGeom>
                  <a:avLst/>
                  <a:gdLst>
                    <a:gd name="connsiteX0" fmla="*/ 101330 w 122883"/>
                    <a:gd name="connsiteY0" fmla="*/ 43107 h 43107"/>
                    <a:gd name="connsiteX1" fmla="*/ 21554 w 122883"/>
                    <a:gd name="connsiteY1" fmla="*/ 43107 h 43107"/>
                    <a:gd name="connsiteX2" fmla="*/ 0 w 122883"/>
                    <a:gd name="connsiteY2" fmla="*/ 21554 h 43107"/>
                    <a:gd name="connsiteX3" fmla="*/ 21554 w 122883"/>
                    <a:gd name="connsiteY3" fmla="*/ 0 h 43107"/>
                    <a:gd name="connsiteX4" fmla="*/ 101330 w 122883"/>
                    <a:gd name="connsiteY4" fmla="*/ 0 h 43107"/>
                    <a:gd name="connsiteX5" fmla="*/ 122883 w 122883"/>
                    <a:gd name="connsiteY5" fmla="*/ 21554 h 43107"/>
                    <a:gd name="connsiteX6" fmla="*/ 101330 w 122883"/>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883" h="43107">
                      <a:moveTo>
                        <a:pt x="101330" y="43107"/>
                      </a:moveTo>
                      <a:lnTo>
                        <a:pt x="21554" y="43107"/>
                      </a:lnTo>
                      <a:cubicBezTo>
                        <a:pt x="9650" y="43107"/>
                        <a:pt x="0" y="33457"/>
                        <a:pt x="0" y="21554"/>
                      </a:cubicBezTo>
                      <a:cubicBezTo>
                        <a:pt x="0" y="9651"/>
                        <a:pt x="9650" y="0"/>
                        <a:pt x="21554" y="0"/>
                      </a:cubicBezTo>
                      <a:lnTo>
                        <a:pt x="101330" y="0"/>
                      </a:lnTo>
                      <a:cubicBezTo>
                        <a:pt x="113233" y="0"/>
                        <a:pt x="122883" y="9651"/>
                        <a:pt x="122883" y="21554"/>
                      </a:cubicBezTo>
                      <a:cubicBezTo>
                        <a:pt x="122883" y="33457"/>
                        <a:pt x="113233" y="43107"/>
                        <a:pt x="101330" y="43107"/>
                      </a:cubicBezTo>
                      <a:close/>
                    </a:path>
                  </a:pathLst>
                </a:custGeom>
                <a:grpFill/>
                <a:ln w="2667" cap="flat">
                  <a:noFill/>
                  <a:prstDash val="solid"/>
                  <a:miter/>
                </a:ln>
              </p:spPr>
              <p:txBody>
                <a:bodyPr rtlCol="0" anchor="ctr"/>
                <a:lstStyle/>
                <a:p>
                  <a:endParaRPr lang="en-MY"/>
                </a:p>
              </p:txBody>
            </p:sp>
            <p:sp>
              <p:nvSpPr>
                <p:cNvPr id="638" name="Freeform: Shape 637">
                  <a:extLst>
                    <a:ext uri="{FF2B5EF4-FFF2-40B4-BE49-F238E27FC236}">
                      <a16:creationId xmlns:a16="http://schemas.microsoft.com/office/drawing/2014/main" id="{7FDD4826-8EE4-F8A4-132C-03A4505AD3C6}"/>
                    </a:ext>
                  </a:extLst>
                </p:cNvPr>
                <p:cNvSpPr/>
                <p:nvPr/>
              </p:nvSpPr>
              <p:spPr>
                <a:xfrm>
                  <a:off x="1923883" y="2202515"/>
                  <a:ext cx="120835" cy="43107"/>
                </a:xfrm>
                <a:custGeom>
                  <a:avLst/>
                  <a:gdLst>
                    <a:gd name="connsiteX0" fmla="*/ 99282 w 120835"/>
                    <a:gd name="connsiteY0" fmla="*/ 43107 h 43107"/>
                    <a:gd name="connsiteX1" fmla="*/ 21554 w 120835"/>
                    <a:gd name="connsiteY1" fmla="*/ 43107 h 43107"/>
                    <a:gd name="connsiteX2" fmla="*/ 0 w 120835"/>
                    <a:gd name="connsiteY2" fmla="*/ 21554 h 43107"/>
                    <a:gd name="connsiteX3" fmla="*/ 21554 w 120835"/>
                    <a:gd name="connsiteY3" fmla="*/ 0 h 43107"/>
                    <a:gd name="connsiteX4" fmla="*/ 99282 w 120835"/>
                    <a:gd name="connsiteY4" fmla="*/ 0 h 43107"/>
                    <a:gd name="connsiteX5" fmla="*/ 120836 w 120835"/>
                    <a:gd name="connsiteY5" fmla="*/ 21554 h 43107"/>
                    <a:gd name="connsiteX6" fmla="*/ 99282 w 120835"/>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35" h="43107">
                      <a:moveTo>
                        <a:pt x="99282" y="43107"/>
                      </a:moveTo>
                      <a:lnTo>
                        <a:pt x="21554" y="43107"/>
                      </a:lnTo>
                      <a:cubicBezTo>
                        <a:pt x="9650" y="43107"/>
                        <a:pt x="0" y="33457"/>
                        <a:pt x="0" y="21554"/>
                      </a:cubicBezTo>
                      <a:cubicBezTo>
                        <a:pt x="0" y="9651"/>
                        <a:pt x="9650" y="0"/>
                        <a:pt x="21554" y="0"/>
                      </a:cubicBezTo>
                      <a:lnTo>
                        <a:pt x="99282" y="0"/>
                      </a:lnTo>
                      <a:cubicBezTo>
                        <a:pt x="111185" y="0"/>
                        <a:pt x="120836" y="9651"/>
                        <a:pt x="120836" y="21554"/>
                      </a:cubicBezTo>
                      <a:cubicBezTo>
                        <a:pt x="120836" y="33457"/>
                        <a:pt x="111185" y="43107"/>
                        <a:pt x="99282" y="43107"/>
                      </a:cubicBezTo>
                      <a:close/>
                    </a:path>
                  </a:pathLst>
                </a:custGeom>
                <a:grpFill/>
                <a:ln w="2667" cap="flat">
                  <a:noFill/>
                  <a:prstDash val="solid"/>
                  <a:miter/>
                </a:ln>
              </p:spPr>
              <p:txBody>
                <a:bodyPr rtlCol="0" anchor="ctr"/>
                <a:lstStyle/>
                <a:p>
                  <a:endParaRPr lang="en-MY"/>
                </a:p>
              </p:txBody>
            </p:sp>
            <p:sp>
              <p:nvSpPr>
                <p:cNvPr id="639" name="Freeform: Shape 638">
                  <a:extLst>
                    <a:ext uri="{FF2B5EF4-FFF2-40B4-BE49-F238E27FC236}">
                      <a16:creationId xmlns:a16="http://schemas.microsoft.com/office/drawing/2014/main" id="{61E5092A-F7F0-A4B8-6C3F-D2496FA76EEE}"/>
                    </a:ext>
                  </a:extLst>
                </p:cNvPr>
                <p:cNvSpPr/>
                <p:nvPr/>
              </p:nvSpPr>
              <p:spPr>
                <a:xfrm>
                  <a:off x="1915154" y="2109268"/>
                  <a:ext cx="140341" cy="136354"/>
                </a:xfrm>
                <a:custGeom>
                  <a:avLst/>
                  <a:gdLst>
                    <a:gd name="connsiteX0" fmla="*/ 118788 w 140341"/>
                    <a:gd name="connsiteY0" fmla="*/ 136354 h 136354"/>
                    <a:gd name="connsiteX1" fmla="*/ 21554 w 140341"/>
                    <a:gd name="connsiteY1" fmla="*/ 136354 h 136354"/>
                    <a:gd name="connsiteX2" fmla="*/ 0 w 140341"/>
                    <a:gd name="connsiteY2" fmla="*/ 114801 h 136354"/>
                    <a:gd name="connsiteX3" fmla="*/ 0 w 140341"/>
                    <a:gd name="connsiteY3" fmla="*/ 21554 h 136354"/>
                    <a:gd name="connsiteX4" fmla="*/ 21554 w 140341"/>
                    <a:gd name="connsiteY4" fmla="*/ 0 h 136354"/>
                    <a:gd name="connsiteX5" fmla="*/ 43107 w 140341"/>
                    <a:gd name="connsiteY5" fmla="*/ 21554 h 136354"/>
                    <a:gd name="connsiteX6" fmla="*/ 43107 w 140341"/>
                    <a:gd name="connsiteY6" fmla="*/ 93247 h 136354"/>
                    <a:gd name="connsiteX7" fmla="*/ 97234 w 140341"/>
                    <a:gd name="connsiteY7" fmla="*/ 93247 h 136354"/>
                    <a:gd name="connsiteX8" fmla="*/ 97234 w 140341"/>
                    <a:gd name="connsiteY8" fmla="*/ 22955 h 136354"/>
                    <a:gd name="connsiteX9" fmla="*/ 118788 w 140341"/>
                    <a:gd name="connsiteY9" fmla="*/ 1401 h 136354"/>
                    <a:gd name="connsiteX10" fmla="*/ 140342 w 140341"/>
                    <a:gd name="connsiteY10" fmla="*/ 22955 h 136354"/>
                    <a:gd name="connsiteX11" fmla="*/ 140342 w 140341"/>
                    <a:gd name="connsiteY11" fmla="*/ 114801 h 136354"/>
                    <a:gd name="connsiteX12" fmla="*/ 118788 w 140341"/>
                    <a:gd name="connsiteY12" fmla="*/ 136354 h 13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341" h="136354">
                      <a:moveTo>
                        <a:pt x="118788" y="136354"/>
                      </a:moveTo>
                      <a:lnTo>
                        <a:pt x="21554" y="136354"/>
                      </a:lnTo>
                      <a:cubicBezTo>
                        <a:pt x="9650" y="136354"/>
                        <a:pt x="0" y="126704"/>
                        <a:pt x="0" y="114801"/>
                      </a:cubicBezTo>
                      <a:lnTo>
                        <a:pt x="0" y="21554"/>
                      </a:lnTo>
                      <a:cubicBezTo>
                        <a:pt x="0" y="9651"/>
                        <a:pt x="9650" y="0"/>
                        <a:pt x="21554" y="0"/>
                      </a:cubicBezTo>
                      <a:cubicBezTo>
                        <a:pt x="33458" y="0"/>
                        <a:pt x="43107" y="9651"/>
                        <a:pt x="43107" y="21554"/>
                      </a:cubicBezTo>
                      <a:lnTo>
                        <a:pt x="43107" y="93247"/>
                      </a:lnTo>
                      <a:lnTo>
                        <a:pt x="97234" y="93247"/>
                      </a:lnTo>
                      <a:lnTo>
                        <a:pt x="97234" y="22955"/>
                      </a:lnTo>
                      <a:cubicBezTo>
                        <a:pt x="97234" y="11052"/>
                        <a:pt x="106885" y="1401"/>
                        <a:pt x="118788" y="1401"/>
                      </a:cubicBezTo>
                      <a:cubicBezTo>
                        <a:pt x="130691" y="1401"/>
                        <a:pt x="140342" y="11052"/>
                        <a:pt x="140342" y="22955"/>
                      </a:cubicBezTo>
                      <a:lnTo>
                        <a:pt x="140342" y="114801"/>
                      </a:lnTo>
                      <a:cubicBezTo>
                        <a:pt x="140342" y="126704"/>
                        <a:pt x="130691" y="136354"/>
                        <a:pt x="118788" y="136354"/>
                      </a:cubicBezTo>
                      <a:close/>
                    </a:path>
                  </a:pathLst>
                </a:custGeom>
                <a:grpFill/>
                <a:ln w="2667" cap="flat">
                  <a:noFill/>
                  <a:prstDash val="solid"/>
                  <a:miter/>
                </a:ln>
              </p:spPr>
              <p:txBody>
                <a:bodyPr rtlCol="0" anchor="ctr"/>
                <a:lstStyle/>
                <a:p>
                  <a:endParaRPr lang="en-MY"/>
                </a:p>
              </p:txBody>
            </p:sp>
          </p:grpSp>
          <p:sp>
            <p:nvSpPr>
              <p:cNvPr id="632" name="Freeform: Shape 631">
                <a:extLst>
                  <a:ext uri="{FF2B5EF4-FFF2-40B4-BE49-F238E27FC236}">
                    <a16:creationId xmlns:a16="http://schemas.microsoft.com/office/drawing/2014/main" id="{09D61D5B-9C13-7B80-5226-A9804D8E0B7F}"/>
                  </a:ext>
                </a:extLst>
              </p:cNvPr>
              <p:cNvSpPr/>
              <p:nvPr/>
            </p:nvSpPr>
            <p:spPr>
              <a:xfrm>
                <a:off x="2078461" y="1845892"/>
                <a:ext cx="77396" cy="77393"/>
              </a:xfrm>
              <a:custGeom>
                <a:avLst/>
                <a:gdLst>
                  <a:gd name="connsiteX0" fmla="*/ 21543 w 77396"/>
                  <a:gd name="connsiteY0" fmla="*/ 77394 h 77393"/>
                  <a:gd name="connsiteX1" fmla="*/ 0 w 77396"/>
                  <a:gd name="connsiteY1" fmla="*/ 55830 h 77393"/>
                  <a:gd name="connsiteX2" fmla="*/ 6321 w 77396"/>
                  <a:gd name="connsiteY2" fmla="*/ 40591 h 77393"/>
                  <a:gd name="connsiteX3" fmla="*/ 40591 w 77396"/>
                  <a:gd name="connsiteY3" fmla="*/ 6320 h 77393"/>
                  <a:gd name="connsiteX4" fmla="*/ 71076 w 77396"/>
                  <a:gd name="connsiteY4" fmla="*/ 6307 h 77393"/>
                  <a:gd name="connsiteX5" fmla="*/ 71090 w 77396"/>
                  <a:gd name="connsiteY5" fmla="*/ 36792 h 77393"/>
                  <a:gd name="connsiteX6" fmla="*/ 36792 w 77396"/>
                  <a:gd name="connsiteY6" fmla="*/ 71089 h 77393"/>
                  <a:gd name="connsiteX7" fmla="*/ 21543 w 77396"/>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6" h="77393">
                    <a:moveTo>
                      <a:pt x="21543" y="77394"/>
                    </a:moveTo>
                    <a:cubicBezTo>
                      <a:pt x="9640" y="77388"/>
                      <a:pt x="-5" y="67734"/>
                      <a:pt x="0" y="55830"/>
                    </a:cubicBezTo>
                    <a:cubicBezTo>
                      <a:pt x="3" y="50113"/>
                      <a:pt x="2277" y="44631"/>
                      <a:pt x="6321" y="40591"/>
                    </a:cubicBezTo>
                    <a:lnTo>
                      <a:pt x="40591" y="6320"/>
                    </a:lnTo>
                    <a:cubicBezTo>
                      <a:pt x="49005" y="-2101"/>
                      <a:pt x="62654" y="-2108"/>
                      <a:pt x="71076" y="6307"/>
                    </a:cubicBezTo>
                    <a:cubicBezTo>
                      <a:pt x="79498" y="14722"/>
                      <a:pt x="79504" y="28370"/>
                      <a:pt x="71090" y="36792"/>
                    </a:cubicBezTo>
                    <a:lnTo>
                      <a:pt x="36792" y="71089"/>
                    </a:lnTo>
                    <a:cubicBezTo>
                      <a:pt x="32746" y="75130"/>
                      <a:pt x="27260" y="77398"/>
                      <a:pt x="21543" y="77394"/>
                    </a:cubicBezTo>
                    <a:close/>
                  </a:path>
                </a:pathLst>
              </a:custGeom>
              <a:grpFill/>
              <a:ln w="2667" cap="flat">
                <a:noFill/>
                <a:prstDash val="solid"/>
                <a:miter/>
              </a:ln>
            </p:spPr>
            <p:txBody>
              <a:bodyPr rtlCol="0" anchor="ctr"/>
              <a:lstStyle/>
              <a:p>
                <a:endParaRPr lang="en-MY"/>
              </a:p>
            </p:txBody>
          </p:sp>
          <p:sp>
            <p:nvSpPr>
              <p:cNvPr id="633" name="Freeform: Shape 632">
                <a:extLst>
                  <a:ext uri="{FF2B5EF4-FFF2-40B4-BE49-F238E27FC236}">
                    <a16:creationId xmlns:a16="http://schemas.microsoft.com/office/drawing/2014/main" id="{330D65D7-C96B-9413-F63A-899627A986DF}"/>
                  </a:ext>
                </a:extLst>
              </p:cNvPr>
              <p:cNvSpPr/>
              <p:nvPr/>
            </p:nvSpPr>
            <p:spPr>
              <a:xfrm>
                <a:off x="1811694" y="1845165"/>
                <a:ext cx="77397" cy="77393"/>
              </a:xfrm>
              <a:custGeom>
                <a:avLst/>
                <a:gdLst>
                  <a:gd name="connsiteX0" fmla="*/ 55854 w 77397"/>
                  <a:gd name="connsiteY0" fmla="*/ 77394 h 77393"/>
                  <a:gd name="connsiteX1" fmla="*/ 40604 w 77397"/>
                  <a:gd name="connsiteY1" fmla="*/ 71089 h 77393"/>
                  <a:gd name="connsiteX2" fmla="*/ 6307 w 77397"/>
                  <a:gd name="connsiteY2" fmla="*/ 36792 h 77393"/>
                  <a:gd name="connsiteX3" fmla="*/ 6320 w 77397"/>
                  <a:gd name="connsiteY3" fmla="*/ 6307 h 77393"/>
                  <a:gd name="connsiteX4" fmla="*/ 36805 w 77397"/>
                  <a:gd name="connsiteY4" fmla="*/ 6320 h 77393"/>
                  <a:gd name="connsiteX5" fmla="*/ 71103 w 77397"/>
                  <a:gd name="connsiteY5" fmla="*/ 40618 h 77393"/>
                  <a:gd name="connsiteX6" fmla="*/ 71066 w 77397"/>
                  <a:gd name="connsiteY6" fmla="*/ 71099 h 77393"/>
                  <a:gd name="connsiteX7" fmla="*/ 55854 w 77397"/>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7" h="77393">
                    <a:moveTo>
                      <a:pt x="55854" y="77394"/>
                    </a:moveTo>
                    <a:cubicBezTo>
                      <a:pt x="50135" y="77398"/>
                      <a:pt x="44650" y="75130"/>
                      <a:pt x="40604" y="71089"/>
                    </a:cubicBezTo>
                    <a:lnTo>
                      <a:pt x="6307" y="36792"/>
                    </a:lnTo>
                    <a:cubicBezTo>
                      <a:pt x="-2108" y="28370"/>
                      <a:pt x="-2101" y="14722"/>
                      <a:pt x="6320" y="6307"/>
                    </a:cubicBezTo>
                    <a:cubicBezTo>
                      <a:pt x="14742" y="-2108"/>
                      <a:pt x="28391" y="-2101"/>
                      <a:pt x="36805" y="6320"/>
                    </a:cubicBezTo>
                    <a:lnTo>
                      <a:pt x="71103" y="40618"/>
                    </a:lnTo>
                    <a:cubicBezTo>
                      <a:pt x="79510" y="49045"/>
                      <a:pt x="79493" y="62692"/>
                      <a:pt x="71066" y="71099"/>
                    </a:cubicBezTo>
                    <a:cubicBezTo>
                      <a:pt x="67028" y="75128"/>
                      <a:pt x="61558" y="77391"/>
                      <a:pt x="55854" y="77394"/>
                    </a:cubicBezTo>
                    <a:close/>
                  </a:path>
                </a:pathLst>
              </a:custGeom>
              <a:grpFill/>
              <a:ln w="2667" cap="flat">
                <a:noFill/>
                <a:prstDash val="solid"/>
                <a:miter/>
              </a:ln>
            </p:spPr>
            <p:txBody>
              <a:bodyPr rtlCol="0" anchor="ctr"/>
              <a:lstStyle/>
              <a:p>
                <a:endParaRPr lang="en-MY"/>
              </a:p>
            </p:txBody>
          </p:sp>
          <p:sp>
            <p:nvSpPr>
              <p:cNvPr id="634" name="Freeform: Shape 633">
                <a:extLst>
                  <a:ext uri="{FF2B5EF4-FFF2-40B4-BE49-F238E27FC236}">
                    <a16:creationId xmlns:a16="http://schemas.microsoft.com/office/drawing/2014/main" id="{F08C149E-A3AE-3E7D-4057-CD6DCA84DCB5}"/>
                  </a:ext>
                </a:extLst>
              </p:cNvPr>
              <p:cNvSpPr/>
              <p:nvPr/>
            </p:nvSpPr>
            <p:spPr>
              <a:xfrm>
                <a:off x="1964108" y="1793479"/>
                <a:ext cx="43107" cy="91603"/>
              </a:xfrm>
              <a:custGeom>
                <a:avLst/>
                <a:gdLst>
                  <a:gd name="connsiteX0" fmla="*/ 21554 w 43107"/>
                  <a:gd name="connsiteY0" fmla="*/ 91603 h 91603"/>
                  <a:gd name="connsiteX1" fmla="*/ 0 w 43107"/>
                  <a:gd name="connsiteY1" fmla="*/ 70050 h 91603"/>
                  <a:gd name="connsiteX2" fmla="*/ 0 w 43107"/>
                  <a:gd name="connsiteY2" fmla="*/ 21554 h 91603"/>
                  <a:gd name="connsiteX3" fmla="*/ 21554 w 43107"/>
                  <a:gd name="connsiteY3" fmla="*/ 0 h 91603"/>
                  <a:gd name="connsiteX4" fmla="*/ 43107 w 43107"/>
                  <a:gd name="connsiteY4" fmla="*/ 21554 h 91603"/>
                  <a:gd name="connsiteX5" fmla="*/ 43107 w 43107"/>
                  <a:gd name="connsiteY5" fmla="*/ 70050 h 91603"/>
                  <a:gd name="connsiteX6" fmla="*/ 21554 w 43107"/>
                  <a:gd name="connsiteY6" fmla="*/ 91603 h 91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107" h="91603">
                    <a:moveTo>
                      <a:pt x="21554" y="91603"/>
                    </a:moveTo>
                    <a:cubicBezTo>
                      <a:pt x="9650" y="91603"/>
                      <a:pt x="0" y="81954"/>
                      <a:pt x="0" y="70050"/>
                    </a:cubicBezTo>
                    <a:lnTo>
                      <a:pt x="0" y="21554"/>
                    </a:lnTo>
                    <a:cubicBezTo>
                      <a:pt x="0" y="9650"/>
                      <a:pt x="9650" y="0"/>
                      <a:pt x="21554" y="0"/>
                    </a:cubicBezTo>
                    <a:cubicBezTo>
                      <a:pt x="33458" y="0"/>
                      <a:pt x="43107" y="9650"/>
                      <a:pt x="43107" y="21554"/>
                    </a:cubicBezTo>
                    <a:lnTo>
                      <a:pt x="43107" y="70050"/>
                    </a:lnTo>
                    <a:cubicBezTo>
                      <a:pt x="43107" y="81954"/>
                      <a:pt x="33458" y="91603"/>
                      <a:pt x="21554" y="91603"/>
                    </a:cubicBezTo>
                    <a:close/>
                  </a:path>
                </a:pathLst>
              </a:custGeom>
              <a:grpFill/>
              <a:ln w="2667" cap="flat">
                <a:noFill/>
                <a:prstDash val="solid"/>
                <a:miter/>
              </a:ln>
            </p:spPr>
            <p:txBody>
              <a:bodyPr rtlCol="0" anchor="ctr"/>
              <a:lstStyle/>
              <a:p>
                <a:endParaRPr lang="en-MY"/>
              </a:p>
            </p:txBody>
          </p:sp>
          <p:sp>
            <p:nvSpPr>
              <p:cNvPr id="635" name="Freeform: Shape 634">
                <a:extLst>
                  <a:ext uri="{FF2B5EF4-FFF2-40B4-BE49-F238E27FC236}">
                    <a16:creationId xmlns:a16="http://schemas.microsoft.com/office/drawing/2014/main" id="{A40CE4FA-AE9E-F2A1-4FA6-2397B2F1DF73}"/>
                  </a:ext>
                </a:extLst>
              </p:cNvPr>
              <p:cNvSpPr/>
              <p:nvPr/>
            </p:nvSpPr>
            <p:spPr>
              <a:xfrm>
                <a:off x="2126354"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1" y="43107"/>
                      <a:pt x="0" y="33458"/>
                      <a:pt x="0" y="21554"/>
                    </a:cubicBezTo>
                    <a:cubicBezTo>
                      <a:pt x="0" y="9650"/>
                      <a:pt x="9651" y="0"/>
                      <a:pt x="21554" y="0"/>
                    </a:cubicBezTo>
                    <a:lnTo>
                      <a:pt x="61967" y="0"/>
                    </a:lnTo>
                    <a:cubicBezTo>
                      <a:pt x="73870" y="0"/>
                      <a:pt x="83521" y="9650"/>
                      <a:pt x="83521" y="21554"/>
                    </a:cubicBezTo>
                    <a:cubicBezTo>
                      <a:pt x="83521" y="33458"/>
                      <a:pt x="73870" y="43107"/>
                      <a:pt x="61967" y="43107"/>
                    </a:cubicBezTo>
                    <a:close/>
                  </a:path>
                </a:pathLst>
              </a:custGeom>
              <a:grpFill/>
              <a:ln w="2667" cap="flat">
                <a:noFill/>
                <a:prstDash val="solid"/>
                <a:miter/>
              </a:ln>
            </p:spPr>
            <p:txBody>
              <a:bodyPr rtlCol="0" anchor="ctr"/>
              <a:lstStyle/>
              <a:p>
                <a:endParaRPr lang="en-MY"/>
              </a:p>
            </p:txBody>
          </p:sp>
        </p:grpSp>
      </p:grpSp>
      <p:grpSp>
        <p:nvGrpSpPr>
          <p:cNvPr id="320" name="Group 319">
            <a:extLst>
              <a:ext uri="{FF2B5EF4-FFF2-40B4-BE49-F238E27FC236}">
                <a16:creationId xmlns:a16="http://schemas.microsoft.com/office/drawing/2014/main" id="{AE4141FB-CA4C-EAB6-07F1-219F57FA9D5F}"/>
              </a:ext>
            </a:extLst>
          </p:cNvPr>
          <p:cNvGrpSpPr/>
          <p:nvPr/>
        </p:nvGrpSpPr>
        <p:grpSpPr>
          <a:xfrm>
            <a:off x="1090377" y="2241576"/>
            <a:ext cx="1641476" cy="1365966"/>
            <a:chOff x="1090377" y="2241576"/>
            <a:chExt cx="1641476" cy="1365966"/>
          </a:xfrm>
        </p:grpSpPr>
        <p:grpSp>
          <p:nvGrpSpPr>
            <p:cNvPr id="321" name="Group 320">
              <a:extLst>
                <a:ext uri="{FF2B5EF4-FFF2-40B4-BE49-F238E27FC236}">
                  <a16:creationId xmlns:a16="http://schemas.microsoft.com/office/drawing/2014/main" id="{776DEA0F-CEE5-8467-1CA3-1CE36C8D32D2}"/>
                </a:ext>
              </a:extLst>
            </p:cNvPr>
            <p:cNvGrpSpPr/>
            <p:nvPr/>
          </p:nvGrpSpPr>
          <p:grpSpPr>
            <a:xfrm>
              <a:off x="1090377" y="2241576"/>
              <a:ext cx="1641476" cy="1365966"/>
              <a:chOff x="1090377" y="2241576"/>
              <a:chExt cx="1641476" cy="1365966"/>
            </a:xfrm>
          </p:grpSpPr>
          <p:sp>
            <p:nvSpPr>
              <p:cNvPr id="332" name="Arrow: Chevron 288">
                <a:extLst>
                  <a:ext uri="{FF2B5EF4-FFF2-40B4-BE49-F238E27FC236}">
                    <a16:creationId xmlns:a16="http://schemas.microsoft.com/office/drawing/2014/main" id="{8BCD53BC-FD73-5B94-E415-AB43966246B2}"/>
                  </a:ext>
                </a:extLst>
              </p:cNvPr>
              <p:cNvSpPr/>
              <p:nvPr/>
            </p:nvSpPr>
            <p:spPr>
              <a:xfrm>
                <a:off x="1742069" y="3197853"/>
                <a:ext cx="800139"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13716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65000"/>
                      </a:schemeClr>
                    </a:solidFill>
                    <a:effectLst/>
                    <a:uLnTx/>
                    <a:uFillTx/>
                    <a:latin typeface="Century Gothic" panose="020F0302020204030204"/>
                    <a:ea typeface="+mn-ea"/>
                    <a:cs typeface="+mn-cs"/>
                  </a:rPr>
                  <a:t>Plan</a:t>
                </a:r>
              </a:p>
            </p:txBody>
          </p:sp>
          <p:sp>
            <p:nvSpPr>
              <p:cNvPr id="333" name="Arrow: Pentagon 14">
                <a:extLst>
                  <a:ext uri="{FF2B5EF4-FFF2-40B4-BE49-F238E27FC236}">
                    <a16:creationId xmlns:a16="http://schemas.microsoft.com/office/drawing/2014/main" id="{514B5A80-1891-DDE9-A351-6D3B04735429}"/>
                  </a:ext>
                </a:extLst>
              </p:cNvPr>
              <p:cNvSpPr/>
              <p:nvPr/>
            </p:nvSpPr>
            <p:spPr>
              <a:xfrm>
                <a:off x="1120126" y="3198157"/>
                <a:ext cx="732384" cy="408495"/>
              </a:xfrm>
              <a:prstGeom prst="homePlate">
                <a:avLst>
                  <a:gd name="adj" fmla="val 17926"/>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9144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Prep</a:t>
                </a:r>
              </a:p>
            </p:txBody>
          </p:sp>
          <p:sp>
            <p:nvSpPr>
              <p:cNvPr id="334" name="Arrow: Pentagon 277">
                <a:extLst>
                  <a:ext uri="{FF2B5EF4-FFF2-40B4-BE49-F238E27FC236}">
                    <a16:creationId xmlns:a16="http://schemas.microsoft.com/office/drawing/2014/main" id="{F56E65A8-A642-50ED-44C6-3B0A5F8B6D67}"/>
                  </a:ext>
                </a:extLst>
              </p:cNvPr>
              <p:cNvSpPr/>
              <p:nvPr/>
            </p:nvSpPr>
            <p:spPr>
              <a:xfrm>
                <a:off x="1090377" y="2241576"/>
                <a:ext cx="1641476" cy="964154"/>
              </a:xfrm>
              <a:prstGeom prst="homePlate">
                <a:avLst>
                  <a:gd name="adj" fmla="val 30009"/>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21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entury Gothic" panose="020F0302020204030204"/>
                    <a:ea typeface="+mn-ea"/>
                    <a:cs typeface="+mn-cs"/>
                  </a:rPr>
                  <a:t>Initiate</a:t>
                </a:r>
              </a:p>
            </p:txBody>
          </p:sp>
        </p:grpSp>
        <p:grpSp>
          <p:nvGrpSpPr>
            <p:cNvPr id="322" name="Group 321">
              <a:extLst>
                <a:ext uri="{FF2B5EF4-FFF2-40B4-BE49-F238E27FC236}">
                  <a16:creationId xmlns:a16="http://schemas.microsoft.com/office/drawing/2014/main" id="{F09105E6-58A4-9BEA-E94A-74F926253330}"/>
                </a:ext>
              </a:extLst>
            </p:cNvPr>
            <p:cNvGrpSpPr/>
            <p:nvPr/>
          </p:nvGrpSpPr>
          <p:grpSpPr>
            <a:xfrm>
              <a:off x="1664848" y="2363819"/>
              <a:ext cx="471163" cy="471791"/>
              <a:chOff x="1664848" y="2363819"/>
              <a:chExt cx="471163" cy="471791"/>
            </a:xfrm>
          </p:grpSpPr>
          <p:sp>
            <p:nvSpPr>
              <p:cNvPr id="323" name="Oval 322">
                <a:extLst>
                  <a:ext uri="{FF2B5EF4-FFF2-40B4-BE49-F238E27FC236}">
                    <a16:creationId xmlns:a16="http://schemas.microsoft.com/office/drawing/2014/main" id="{1284E3AB-9EE2-D5AB-01EC-0ACD258BBC61}"/>
                  </a:ext>
                </a:extLst>
              </p:cNvPr>
              <p:cNvSpPr/>
              <p:nvPr/>
            </p:nvSpPr>
            <p:spPr>
              <a:xfrm>
                <a:off x="1664848" y="2363819"/>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324" name="Group 323">
                <a:extLst>
                  <a:ext uri="{FF2B5EF4-FFF2-40B4-BE49-F238E27FC236}">
                    <a16:creationId xmlns:a16="http://schemas.microsoft.com/office/drawing/2014/main" id="{43229CDF-A028-F332-23F4-3A86D8281F7A}"/>
                  </a:ext>
                </a:extLst>
              </p:cNvPr>
              <p:cNvGrpSpPr/>
              <p:nvPr/>
            </p:nvGrpSpPr>
            <p:grpSpPr>
              <a:xfrm>
                <a:off x="1774910" y="2468040"/>
                <a:ext cx="251038" cy="260212"/>
                <a:chOff x="738790" y="2040956"/>
                <a:chExt cx="251373" cy="260212"/>
              </a:xfrm>
              <a:solidFill>
                <a:schemeClr val="bg1">
                  <a:lumMod val="75000"/>
                </a:schemeClr>
              </a:solidFill>
            </p:grpSpPr>
            <p:sp>
              <p:nvSpPr>
                <p:cNvPr id="325" name="Freeform 176">
                  <a:extLst>
                    <a:ext uri="{FF2B5EF4-FFF2-40B4-BE49-F238E27FC236}">
                      <a16:creationId xmlns:a16="http://schemas.microsoft.com/office/drawing/2014/main" id="{47BF48E3-225A-43DB-7B82-1F5450D20FF9}"/>
                    </a:ext>
                  </a:extLst>
                </p:cNvPr>
                <p:cNvSpPr/>
                <p:nvPr/>
              </p:nvSpPr>
              <p:spPr>
                <a:xfrm>
                  <a:off x="738790" y="2134679"/>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4"/>
                        <a:pt x="5614" y="0"/>
                        <a:pt x="12540" y="0"/>
                      </a:cubicBezTo>
                      <a:lnTo>
                        <a:pt x="65163" y="0"/>
                      </a:lnTo>
                      <a:cubicBezTo>
                        <a:pt x="72089" y="0"/>
                        <a:pt x="77703" y="5614"/>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6" name="Freeform 177">
                  <a:extLst>
                    <a:ext uri="{FF2B5EF4-FFF2-40B4-BE49-F238E27FC236}">
                      <a16:creationId xmlns:a16="http://schemas.microsoft.com/office/drawing/2014/main" id="{73CFAD2A-7D46-1EB3-8F15-C171298686AD}"/>
                    </a:ext>
                  </a:extLst>
                </p:cNvPr>
                <p:cNvSpPr/>
                <p:nvPr/>
              </p:nvSpPr>
              <p:spPr>
                <a:xfrm>
                  <a:off x="738790" y="2223465"/>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5"/>
                        <a:pt x="5614" y="0"/>
                        <a:pt x="12540" y="0"/>
                      </a:cubicBezTo>
                      <a:lnTo>
                        <a:pt x="65163" y="0"/>
                      </a:lnTo>
                      <a:cubicBezTo>
                        <a:pt x="72089" y="0"/>
                        <a:pt x="77703" y="5615"/>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7" name="Freeform 178">
                  <a:extLst>
                    <a:ext uri="{FF2B5EF4-FFF2-40B4-BE49-F238E27FC236}">
                      <a16:creationId xmlns:a16="http://schemas.microsoft.com/office/drawing/2014/main" id="{01D1ED66-56D2-2EE9-F3DA-A59A72B7FF30}"/>
                    </a:ext>
                  </a:extLst>
                </p:cNvPr>
                <p:cNvSpPr/>
                <p:nvPr/>
              </p:nvSpPr>
              <p:spPr>
                <a:xfrm>
                  <a:off x="791413" y="2082057"/>
                  <a:ext cx="86732" cy="104006"/>
                </a:xfrm>
                <a:custGeom>
                  <a:avLst/>
                  <a:gdLst>
                    <a:gd name="connsiteX0" fmla="*/ 74192 w 86732"/>
                    <a:gd name="connsiteY0" fmla="*/ 104006 h 104006"/>
                    <a:gd name="connsiteX1" fmla="*/ 12540 w 86732"/>
                    <a:gd name="connsiteY1" fmla="*/ 104006 h 104006"/>
                    <a:gd name="connsiteX2" fmla="*/ 0 w 86732"/>
                    <a:gd name="connsiteY2" fmla="*/ 91466 h 104006"/>
                    <a:gd name="connsiteX3" fmla="*/ 12540 w 86732"/>
                    <a:gd name="connsiteY3" fmla="*/ 78926 h 104006"/>
                    <a:gd name="connsiteX4" fmla="*/ 61651 w 86732"/>
                    <a:gd name="connsiteY4" fmla="*/ 78926 h 104006"/>
                    <a:gd name="connsiteX5" fmla="*/ 61651 w 86732"/>
                    <a:gd name="connsiteY5" fmla="*/ 12540 h 104006"/>
                    <a:gd name="connsiteX6" fmla="*/ 74192 w 86732"/>
                    <a:gd name="connsiteY6" fmla="*/ 0 h 104006"/>
                    <a:gd name="connsiteX7" fmla="*/ 86732 w 86732"/>
                    <a:gd name="connsiteY7" fmla="*/ 12540 h 104006"/>
                    <a:gd name="connsiteX8" fmla="*/ 86732 w 86732"/>
                    <a:gd name="connsiteY8" fmla="*/ 91466 h 104006"/>
                    <a:gd name="connsiteX9" fmla="*/ 74192 w 86732"/>
                    <a:gd name="connsiteY9" fmla="*/ 104006 h 10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732" h="104006">
                      <a:moveTo>
                        <a:pt x="74192" y="104006"/>
                      </a:moveTo>
                      <a:lnTo>
                        <a:pt x="12540" y="104006"/>
                      </a:lnTo>
                      <a:cubicBezTo>
                        <a:pt x="5614" y="104006"/>
                        <a:pt x="0" y="98392"/>
                        <a:pt x="0" y="91466"/>
                      </a:cubicBezTo>
                      <a:cubicBezTo>
                        <a:pt x="0" y="84540"/>
                        <a:pt x="5614" y="78926"/>
                        <a:pt x="12540" y="78926"/>
                      </a:cubicBezTo>
                      <a:lnTo>
                        <a:pt x="61651" y="78926"/>
                      </a:lnTo>
                      <a:lnTo>
                        <a:pt x="61651" y="12540"/>
                      </a:lnTo>
                      <a:cubicBezTo>
                        <a:pt x="61651" y="5614"/>
                        <a:pt x="67266" y="0"/>
                        <a:pt x="74192" y="0"/>
                      </a:cubicBezTo>
                      <a:cubicBezTo>
                        <a:pt x="81118" y="0"/>
                        <a:pt x="86732" y="5614"/>
                        <a:pt x="86732" y="12540"/>
                      </a:cubicBezTo>
                      <a:lnTo>
                        <a:pt x="86732" y="91466"/>
                      </a:lnTo>
                      <a:cubicBezTo>
                        <a:pt x="86732" y="98392"/>
                        <a:pt x="81118" y="104006"/>
                        <a:pt x="74192" y="104006"/>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8" name="Freeform 179">
                  <a:extLst>
                    <a:ext uri="{FF2B5EF4-FFF2-40B4-BE49-F238E27FC236}">
                      <a16:creationId xmlns:a16="http://schemas.microsoft.com/office/drawing/2014/main" id="{83507AF8-7C29-F68E-FCB9-248FBE131D3C}"/>
                    </a:ext>
                  </a:extLst>
                </p:cNvPr>
                <p:cNvSpPr/>
                <p:nvPr/>
              </p:nvSpPr>
              <p:spPr>
                <a:xfrm>
                  <a:off x="853064" y="2160983"/>
                  <a:ext cx="62701" cy="25080"/>
                </a:xfrm>
                <a:custGeom>
                  <a:avLst/>
                  <a:gdLst>
                    <a:gd name="connsiteX0" fmla="*/ 50161 w 62701"/>
                    <a:gd name="connsiteY0" fmla="*/ 25081 h 25080"/>
                    <a:gd name="connsiteX1" fmla="*/ 12540 w 62701"/>
                    <a:gd name="connsiteY1" fmla="*/ 25081 h 25080"/>
                    <a:gd name="connsiteX2" fmla="*/ 0 w 62701"/>
                    <a:gd name="connsiteY2" fmla="*/ 12540 h 25080"/>
                    <a:gd name="connsiteX3" fmla="*/ 12540 w 62701"/>
                    <a:gd name="connsiteY3" fmla="*/ 0 h 25080"/>
                    <a:gd name="connsiteX4" fmla="*/ 50161 w 62701"/>
                    <a:gd name="connsiteY4" fmla="*/ 0 h 25080"/>
                    <a:gd name="connsiteX5" fmla="*/ 62702 w 62701"/>
                    <a:gd name="connsiteY5" fmla="*/ 12540 h 25080"/>
                    <a:gd name="connsiteX6" fmla="*/ 50161 w 62701"/>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01" h="25080">
                      <a:moveTo>
                        <a:pt x="50161" y="25081"/>
                      </a:moveTo>
                      <a:lnTo>
                        <a:pt x="12540" y="25081"/>
                      </a:lnTo>
                      <a:cubicBezTo>
                        <a:pt x="5614" y="25081"/>
                        <a:pt x="0" y="19466"/>
                        <a:pt x="0" y="12540"/>
                      </a:cubicBezTo>
                      <a:cubicBezTo>
                        <a:pt x="0" y="5614"/>
                        <a:pt x="5614" y="0"/>
                        <a:pt x="12540" y="0"/>
                      </a:cubicBezTo>
                      <a:lnTo>
                        <a:pt x="50161" y="0"/>
                      </a:lnTo>
                      <a:cubicBezTo>
                        <a:pt x="57087" y="0"/>
                        <a:pt x="62702" y="5614"/>
                        <a:pt x="62702" y="12540"/>
                      </a:cubicBezTo>
                      <a:cubicBezTo>
                        <a:pt x="62702" y="19466"/>
                        <a:pt x="57087" y="25081"/>
                        <a:pt x="50161" y="25081"/>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9" name="Freeform 180">
                  <a:extLst>
                    <a:ext uri="{FF2B5EF4-FFF2-40B4-BE49-F238E27FC236}">
                      <a16:creationId xmlns:a16="http://schemas.microsoft.com/office/drawing/2014/main" id="{751FA57A-2585-6CD2-49B4-F9444A4BD697}"/>
                    </a:ext>
                  </a:extLst>
                </p:cNvPr>
                <p:cNvSpPr/>
                <p:nvPr/>
              </p:nvSpPr>
              <p:spPr>
                <a:xfrm>
                  <a:off x="791413" y="2198196"/>
                  <a:ext cx="161550" cy="76668"/>
                </a:xfrm>
                <a:custGeom>
                  <a:avLst/>
                  <a:gdLst>
                    <a:gd name="connsiteX0" fmla="*/ 149011 w 161550"/>
                    <a:gd name="connsiteY0" fmla="*/ 76669 h 76668"/>
                    <a:gd name="connsiteX1" fmla="*/ 12540 w 161550"/>
                    <a:gd name="connsiteY1" fmla="*/ 76669 h 76668"/>
                    <a:gd name="connsiteX2" fmla="*/ 0 w 161550"/>
                    <a:gd name="connsiteY2" fmla="*/ 64128 h 76668"/>
                    <a:gd name="connsiteX3" fmla="*/ 12540 w 161550"/>
                    <a:gd name="connsiteY3" fmla="*/ 51588 h 76668"/>
                    <a:gd name="connsiteX4" fmla="*/ 136470 w 161550"/>
                    <a:gd name="connsiteY4" fmla="*/ 51588 h 76668"/>
                    <a:gd name="connsiteX5" fmla="*/ 136470 w 161550"/>
                    <a:gd name="connsiteY5" fmla="*/ 12540 h 76668"/>
                    <a:gd name="connsiteX6" fmla="*/ 149011 w 161550"/>
                    <a:gd name="connsiteY6" fmla="*/ 0 h 76668"/>
                    <a:gd name="connsiteX7" fmla="*/ 161551 w 161550"/>
                    <a:gd name="connsiteY7" fmla="*/ 12540 h 76668"/>
                    <a:gd name="connsiteX8" fmla="*/ 161551 w 161550"/>
                    <a:gd name="connsiteY8" fmla="*/ 64128 h 76668"/>
                    <a:gd name="connsiteX9" fmla="*/ 149011 w 161550"/>
                    <a:gd name="connsiteY9" fmla="*/ 76669 h 7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550" h="76668">
                      <a:moveTo>
                        <a:pt x="149011" y="76669"/>
                      </a:moveTo>
                      <a:lnTo>
                        <a:pt x="12540" y="76669"/>
                      </a:lnTo>
                      <a:cubicBezTo>
                        <a:pt x="5614" y="76669"/>
                        <a:pt x="0" y="71054"/>
                        <a:pt x="0" y="64128"/>
                      </a:cubicBezTo>
                      <a:cubicBezTo>
                        <a:pt x="0" y="57203"/>
                        <a:pt x="5614" y="51588"/>
                        <a:pt x="12540" y="51588"/>
                      </a:cubicBezTo>
                      <a:lnTo>
                        <a:pt x="136470" y="51588"/>
                      </a:lnTo>
                      <a:lnTo>
                        <a:pt x="136470" y="12540"/>
                      </a:lnTo>
                      <a:cubicBezTo>
                        <a:pt x="136470" y="5615"/>
                        <a:pt x="142085" y="0"/>
                        <a:pt x="149011" y="0"/>
                      </a:cubicBezTo>
                      <a:cubicBezTo>
                        <a:pt x="155936" y="0"/>
                        <a:pt x="161551" y="5615"/>
                        <a:pt x="161551" y="12540"/>
                      </a:cubicBezTo>
                      <a:lnTo>
                        <a:pt x="161551" y="64128"/>
                      </a:lnTo>
                      <a:cubicBezTo>
                        <a:pt x="161551" y="71054"/>
                        <a:pt x="155936" y="76669"/>
                        <a:pt x="149011" y="76669"/>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30" name="Freeform 181">
                  <a:extLst>
                    <a:ext uri="{FF2B5EF4-FFF2-40B4-BE49-F238E27FC236}">
                      <a16:creationId xmlns:a16="http://schemas.microsoft.com/office/drawing/2014/main" id="{74562D2F-7AE8-1D36-6740-B96216864C0D}"/>
                    </a:ext>
                  </a:extLst>
                </p:cNvPr>
                <p:cNvSpPr/>
                <p:nvPr/>
              </p:nvSpPr>
              <p:spPr>
                <a:xfrm>
                  <a:off x="890683" y="2123775"/>
                  <a:ext cx="99480" cy="99501"/>
                </a:xfrm>
                <a:custGeom>
                  <a:avLst/>
                  <a:gdLst>
                    <a:gd name="connsiteX0" fmla="*/ 49740 w 99480"/>
                    <a:gd name="connsiteY0" fmla="*/ 99502 h 99501"/>
                    <a:gd name="connsiteX1" fmla="*/ 40868 w 99480"/>
                    <a:gd name="connsiteY1" fmla="*/ 95834 h 99501"/>
                    <a:gd name="connsiteX2" fmla="*/ 3670 w 99480"/>
                    <a:gd name="connsiteY2" fmla="*/ 58620 h 99501"/>
                    <a:gd name="connsiteX3" fmla="*/ 3670 w 99480"/>
                    <a:gd name="connsiteY3" fmla="*/ 40891 h 99501"/>
                    <a:gd name="connsiteX4" fmla="*/ 40868 w 99480"/>
                    <a:gd name="connsiteY4" fmla="*/ 3678 h 99501"/>
                    <a:gd name="connsiteX5" fmla="*/ 58603 w 99480"/>
                    <a:gd name="connsiteY5" fmla="*/ 3668 h 99501"/>
                    <a:gd name="connsiteX6" fmla="*/ 58613 w 99480"/>
                    <a:gd name="connsiteY6" fmla="*/ 3678 h 99501"/>
                    <a:gd name="connsiteX7" fmla="*/ 95811 w 99480"/>
                    <a:gd name="connsiteY7" fmla="*/ 40891 h 99501"/>
                    <a:gd name="connsiteX8" fmla="*/ 95811 w 99480"/>
                    <a:gd name="connsiteY8" fmla="*/ 58620 h 99501"/>
                    <a:gd name="connsiteX9" fmla="*/ 58613 w 99480"/>
                    <a:gd name="connsiteY9" fmla="*/ 95834 h 99501"/>
                    <a:gd name="connsiteX10" fmla="*/ 49740 w 99480"/>
                    <a:gd name="connsiteY10" fmla="*/ 99502 h 99501"/>
                    <a:gd name="connsiteX11" fmla="*/ 30272 w 99480"/>
                    <a:gd name="connsiteY11" fmla="*/ 49748 h 99501"/>
                    <a:gd name="connsiteX12" fmla="*/ 49740 w 99480"/>
                    <a:gd name="connsiteY12" fmla="*/ 69233 h 99501"/>
                    <a:gd name="connsiteX13" fmla="*/ 69209 w 99480"/>
                    <a:gd name="connsiteY13" fmla="*/ 49748 h 99501"/>
                    <a:gd name="connsiteX14" fmla="*/ 49740 w 99480"/>
                    <a:gd name="connsiteY14" fmla="*/ 30279 h 9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480" h="99501">
                      <a:moveTo>
                        <a:pt x="49740" y="99502"/>
                      </a:moveTo>
                      <a:cubicBezTo>
                        <a:pt x="46414" y="99505"/>
                        <a:pt x="43223" y="98185"/>
                        <a:pt x="40868" y="95834"/>
                      </a:cubicBezTo>
                      <a:lnTo>
                        <a:pt x="3670" y="58620"/>
                      </a:lnTo>
                      <a:cubicBezTo>
                        <a:pt x="-1223" y="53724"/>
                        <a:pt x="-1223" y="45788"/>
                        <a:pt x="3670" y="40891"/>
                      </a:cubicBezTo>
                      <a:lnTo>
                        <a:pt x="40868" y="3678"/>
                      </a:lnTo>
                      <a:cubicBezTo>
                        <a:pt x="45762" y="-1222"/>
                        <a:pt x="53703" y="-1227"/>
                        <a:pt x="58603" y="3668"/>
                      </a:cubicBezTo>
                      <a:cubicBezTo>
                        <a:pt x="58607" y="3671"/>
                        <a:pt x="58610" y="3675"/>
                        <a:pt x="58613" y="3678"/>
                      </a:cubicBezTo>
                      <a:lnTo>
                        <a:pt x="95811" y="40891"/>
                      </a:lnTo>
                      <a:cubicBezTo>
                        <a:pt x="100704" y="45788"/>
                        <a:pt x="100704" y="53724"/>
                        <a:pt x="95811" y="58620"/>
                      </a:cubicBezTo>
                      <a:lnTo>
                        <a:pt x="58613" y="95834"/>
                      </a:lnTo>
                      <a:cubicBezTo>
                        <a:pt x="56258" y="98185"/>
                        <a:pt x="53067" y="99505"/>
                        <a:pt x="49740" y="99502"/>
                      </a:cubicBezTo>
                      <a:close/>
                      <a:moveTo>
                        <a:pt x="30272" y="49748"/>
                      </a:moveTo>
                      <a:lnTo>
                        <a:pt x="49740" y="69233"/>
                      </a:lnTo>
                      <a:lnTo>
                        <a:pt x="69209" y="49748"/>
                      </a:lnTo>
                      <a:lnTo>
                        <a:pt x="49740" y="30279"/>
                      </a:ln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31" name="Freeform 182">
                  <a:extLst>
                    <a:ext uri="{FF2B5EF4-FFF2-40B4-BE49-F238E27FC236}">
                      <a16:creationId xmlns:a16="http://schemas.microsoft.com/office/drawing/2014/main" id="{158A6C78-203B-9FE7-F69D-E5935E53725D}"/>
                    </a:ext>
                  </a:extLst>
                </p:cNvPr>
                <p:cNvSpPr/>
                <p:nvPr/>
              </p:nvSpPr>
              <p:spPr>
                <a:xfrm>
                  <a:off x="786397" y="2040956"/>
                  <a:ext cx="158321" cy="66181"/>
                </a:xfrm>
                <a:custGeom>
                  <a:avLst/>
                  <a:gdLst>
                    <a:gd name="connsiteX0" fmla="*/ 145781 w 158321"/>
                    <a:gd name="connsiteY0" fmla="*/ 66182 h 66181"/>
                    <a:gd name="connsiteX1" fmla="*/ 12540 w 158321"/>
                    <a:gd name="connsiteY1" fmla="*/ 66182 h 66181"/>
                    <a:gd name="connsiteX2" fmla="*/ 0 w 158321"/>
                    <a:gd name="connsiteY2" fmla="*/ 53641 h 66181"/>
                    <a:gd name="connsiteX3" fmla="*/ 0 w 158321"/>
                    <a:gd name="connsiteY3" fmla="*/ 12540 h 66181"/>
                    <a:gd name="connsiteX4" fmla="*/ 12540 w 158321"/>
                    <a:gd name="connsiteY4" fmla="*/ 0 h 66181"/>
                    <a:gd name="connsiteX5" fmla="*/ 145781 w 158321"/>
                    <a:gd name="connsiteY5" fmla="*/ 0 h 66181"/>
                    <a:gd name="connsiteX6" fmla="*/ 158322 w 158321"/>
                    <a:gd name="connsiteY6" fmla="*/ 12540 h 66181"/>
                    <a:gd name="connsiteX7" fmla="*/ 158322 w 158321"/>
                    <a:gd name="connsiteY7" fmla="*/ 53641 h 66181"/>
                    <a:gd name="connsiteX8" fmla="*/ 145781 w 158321"/>
                    <a:gd name="connsiteY8" fmla="*/ 66182 h 66181"/>
                    <a:gd name="connsiteX9" fmla="*/ 25081 w 158321"/>
                    <a:gd name="connsiteY9" fmla="*/ 41101 h 66181"/>
                    <a:gd name="connsiteX10" fmla="*/ 133241 w 158321"/>
                    <a:gd name="connsiteY10" fmla="*/ 41101 h 66181"/>
                    <a:gd name="connsiteX11" fmla="*/ 133241 w 158321"/>
                    <a:gd name="connsiteY11" fmla="*/ 25081 h 66181"/>
                    <a:gd name="connsiteX12" fmla="*/ 25081 w 158321"/>
                    <a:gd name="connsiteY12" fmla="*/ 25081 h 6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321" h="66181">
                      <a:moveTo>
                        <a:pt x="145781" y="66182"/>
                      </a:moveTo>
                      <a:lnTo>
                        <a:pt x="12540" y="66182"/>
                      </a:lnTo>
                      <a:cubicBezTo>
                        <a:pt x="5614" y="66182"/>
                        <a:pt x="0" y="60567"/>
                        <a:pt x="0" y="53641"/>
                      </a:cubicBezTo>
                      <a:lnTo>
                        <a:pt x="0" y="12540"/>
                      </a:lnTo>
                      <a:cubicBezTo>
                        <a:pt x="0" y="5614"/>
                        <a:pt x="5614" y="0"/>
                        <a:pt x="12540" y="0"/>
                      </a:cubicBezTo>
                      <a:lnTo>
                        <a:pt x="145781" y="0"/>
                      </a:lnTo>
                      <a:cubicBezTo>
                        <a:pt x="152707" y="0"/>
                        <a:pt x="158322" y="5614"/>
                        <a:pt x="158322" y="12540"/>
                      </a:cubicBezTo>
                      <a:lnTo>
                        <a:pt x="158322" y="53641"/>
                      </a:lnTo>
                      <a:cubicBezTo>
                        <a:pt x="158322" y="60567"/>
                        <a:pt x="152707" y="66182"/>
                        <a:pt x="145781" y="66182"/>
                      </a:cubicBezTo>
                      <a:close/>
                      <a:moveTo>
                        <a:pt x="25081" y="41101"/>
                      </a:moveTo>
                      <a:lnTo>
                        <a:pt x="133241" y="41101"/>
                      </a:lnTo>
                      <a:lnTo>
                        <a:pt x="133241" y="25081"/>
                      </a:lnTo>
                      <a:lnTo>
                        <a:pt x="25081" y="25081"/>
                      </a:ln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spTree>
    <p:extLst>
      <p:ext uri="{BB962C8B-B14F-4D97-AF65-F5344CB8AC3E}">
        <p14:creationId xmlns:p14="http://schemas.microsoft.com/office/powerpoint/2010/main" val="1111310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EBF45BE-DF7C-BC37-AC84-06F9AC1D75B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76F022A-8D6A-8F95-27BC-531BA6933136}"/>
              </a:ext>
            </a:extLst>
          </p:cNvPr>
          <p:cNvSpPr>
            <a:spLocks noGrp="1"/>
          </p:cNvSpPr>
          <p:nvPr>
            <p:ph type="ctrTitle"/>
          </p:nvPr>
        </p:nvSpPr>
        <p:spPr/>
        <p:txBody>
          <a:bodyPr/>
          <a:lstStyle/>
          <a:p>
            <a:r>
              <a:rPr lang="nl-BE"/>
              <a:t>project phases</a:t>
            </a:r>
            <a:endParaRPr lang="en-US"/>
          </a:p>
        </p:txBody>
      </p:sp>
      <p:grpSp>
        <p:nvGrpSpPr>
          <p:cNvPr id="10" name="Group 9">
            <a:extLst>
              <a:ext uri="{FF2B5EF4-FFF2-40B4-BE49-F238E27FC236}">
                <a16:creationId xmlns:a16="http://schemas.microsoft.com/office/drawing/2014/main" id="{2F97928D-56C5-2968-E90C-85556ADE5BB6}"/>
              </a:ext>
            </a:extLst>
          </p:cNvPr>
          <p:cNvGrpSpPr/>
          <p:nvPr/>
        </p:nvGrpSpPr>
        <p:grpSpPr>
          <a:xfrm>
            <a:off x="4738710" y="1086060"/>
            <a:ext cx="4673314" cy="4609482"/>
            <a:chOff x="4738710" y="1086060"/>
            <a:chExt cx="4673314" cy="4609482"/>
          </a:xfrm>
        </p:grpSpPr>
        <p:cxnSp>
          <p:nvCxnSpPr>
            <p:cNvPr id="371" name="Straight Connector 370">
              <a:extLst>
                <a:ext uri="{FF2B5EF4-FFF2-40B4-BE49-F238E27FC236}">
                  <a16:creationId xmlns:a16="http://schemas.microsoft.com/office/drawing/2014/main" id="{9668B1E6-8278-066D-D91E-FB8A203C2945}"/>
                </a:ext>
              </a:extLst>
            </p:cNvPr>
            <p:cNvCxnSpPr>
              <a:cxnSpLocks/>
            </p:cNvCxnSpPr>
            <p:nvPr/>
          </p:nvCxnSpPr>
          <p:spPr>
            <a:xfrm>
              <a:off x="9155434" y="3643541"/>
              <a:ext cx="0" cy="1512000"/>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sp>
          <p:nvSpPr>
            <p:cNvPr id="381" name="TextBox 380">
              <a:extLst>
                <a:ext uri="{FF2B5EF4-FFF2-40B4-BE49-F238E27FC236}">
                  <a16:creationId xmlns:a16="http://schemas.microsoft.com/office/drawing/2014/main" id="{283086E2-EAEC-541B-1171-061E653C1E13}"/>
                </a:ext>
              </a:extLst>
            </p:cNvPr>
            <p:cNvSpPr txBox="1"/>
            <p:nvPr/>
          </p:nvSpPr>
          <p:spPr>
            <a:xfrm>
              <a:off x="4791565" y="1086060"/>
              <a:ext cx="2814990" cy="561692"/>
            </a:xfrm>
            <a:prstGeom prst="rect">
              <a:avLst/>
            </a:prstGeom>
            <a:solidFill>
              <a:srgbClr val="FFFFFF"/>
            </a:solidFill>
          </p:spPr>
          <p:txBody>
            <a:bodyPr wrap="square" lIns="0" tIns="0" rIns="0" bIns="0" rtlCol="0">
              <a:spAutoFit/>
            </a:bodyPr>
            <a:lstStyle/>
            <a:p>
              <a:pPr>
                <a:spcAft>
                  <a:spcPts val="300"/>
                </a:spcAft>
              </a:pPr>
              <a:r>
                <a:rPr lang="en-US" sz="1000" b="1" dirty="0">
                  <a:solidFill>
                    <a:schemeClr val="tx2"/>
                  </a:solidFill>
                </a:rPr>
                <a:t>Realization (REA)</a:t>
              </a:r>
            </a:p>
            <a:p>
              <a:r>
                <a:rPr lang="en-US" sz="800" dirty="0"/>
                <a:t>Focus on building the new solution, e.g., configuration, custom developments, integration, data migration… but also train the key users to use and test the new solution.</a:t>
              </a:r>
              <a:endParaRPr lang="nl-BE" sz="800" dirty="0"/>
            </a:p>
          </p:txBody>
        </p:sp>
        <p:sp>
          <p:nvSpPr>
            <p:cNvPr id="382" name="TextBox 381">
              <a:extLst>
                <a:ext uri="{FF2B5EF4-FFF2-40B4-BE49-F238E27FC236}">
                  <a16:creationId xmlns:a16="http://schemas.microsoft.com/office/drawing/2014/main" id="{24710C56-B00A-26CA-0319-A393A599EDC6}"/>
                </a:ext>
              </a:extLst>
            </p:cNvPr>
            <p:cNvSpPr txBox="1"/>
            <p:nvPr/>
          </p:nvSpPr>
          <p:spPr>
            <a:xfrm>
              <a:off x="7349140" y="3705189"/>
              <a:ext cx="862104" cy="1977464"/>
            </a:xfrm>
            <a:prstGeom prst="rect">
              <a:avLst/>
            </a:prstGeom>
            <a:solidFill>
              <a:srgbClr val="FFFFFF"/>
            </a:solidFill>
          </p:spPr>
          <p:txBody>
            <a:bodyPr wrap="square" lIns="0" tIns="0" rIns="0" bIns="0" rtlCol="0">
              <a:spAutoFit/>
            </a:bodyPr>
            <a:lstStyle/>
            <a:p>
              <a:pPr>
                <a:spcAft>
                  <a:spcPts val="300"/>
                </a:spcAft>
              </a:pPr>
              <a:r>
                <a:rPr lang="en-US" sz="1000" b="1">
                  <a:solidFill>
                    <a:schemeClr val="tx2"/>
                  </a:solidFill>
                </a:rPr>
                <a:t>System Integration Testing (SIT)</a:t>
              </a:r>
            </a:p>
            <a:p>
              <a:r>
                <a:rPr lang="en-US" sz="800"/>
                <a:t>Scenario-driven testing of integrated processes starting with simple happy flows, progressing to complex and exceptional flows with full set of migrated data.  </a:t>
              </a:r>
              <a:endParaRPr lang="nl-BE" sz="800"/>
            </a:p>
          </p:txBody>
        </p:sp>
        <p:sp>
          <p:nvSpPr>
            <p:cNvPr id="383" name="TextBox 382">
              <a:extLst>
                <a:ext uri="{FF2B5EF4-FFF2-40B4-BE49-F238E27FC236}">
                  <a16:creationId xmlns:a16="http://schemas.microsoft.com/office/drawing/2014/main" id="{391D23E7-F321-AFBA-2274-F9EFC8CA85B4}"/>
                </a:ext>
              </a:extLst>
            </p:cNvPr>
            <p:cNvSpPr txBox="1"/>
            <p:nvPr/>
          </p:nvSpPr>
          <p:spPr>
            <a:xfrm>
              <a:off x="8323849" y="3712978"/>
              <a:ext cx="778484" cy="1977464"/>
            </a:xfrm>
            <a:prstGeom prst="rect">
              <a:avLst/>
            </a:prstGeom>
            <a:solidFill>
              <a:srgbClr val="FFFFFF"/>
            </a:solidFill>
          </p:spPr>
          <p:txBody>
            <a:bodyPr wrap="square" lIns="0" tIns="0" rIns="0" bIns="0" rtlCol="0">
              <a:spAutoFit/>
            </a:bodyPr>
            <a:lstStyle/>
            <a:p>
              <a:pPr>
                <a:spcAft>
                  <a:spcPts val="300"/>
                </a:spcAft>
              </a:pPr>
              <a:r>
                <a:rPr lang="en-US" sz="1000" b="1">
                  <a:solidFill>
                    <a:schemeClr val="tx2"/>
                  </a:solidFill>
                </a:rPr>
                <a:t>Business Readiness Testing (BRT)</a:t>
              </a:r>
            </a:p>
            <a:p>
              <a:r>
                <a:rPr lang="en-US" sz="800"/>
                <a:t>End users are involved in the execution </a:t>
              </a:r>
              <a:br>
                <a:rPr lang="en-US" sz="800"/>
              </a:br>
              <a:r>
                <a:rPr lang="en-US" sz="800"/>
                <a:t>of scenario-driven test scenarios to validate the readiness of the solution from an end-user perspective.</a:t>
              </a:r>
              <a:endParaRPr lang="nl-BE" sz="800"/>
            </a:p>
          </p:txBody>
        </p:sp>
        <p:cxnSp>
          <p:nvCxnSpPr>
            <p:cNvPr id="385" name="Straight Connector 384">
              <a:extLst>
                <a:ext uri="{FF2B5EF4-FFF2-40B4-BE49-F238E27FC236}">
                  <a16:creationId xmlns:a16="http://schemas.microsoft.com/office/drawing/2014/main" id="{1466A31B-7E6F-9E68-CF0D-A66B1CF33C19}"/>
                </a:ext>
              </a:extLst>
            </p:cNvPr>
            <p:cNvCxnSpPr>
              <a:cxnSpLocks/>
            </p:cNvCxnSpPr>
            <p:nvPr/>
          </p:nvCxnSpPr>
          <p:spPr>
            <a:xfrm>
              <a:off x="8265871" y="3643542"/>
              <a:ext cx="0" cy="2052000"/>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cxnSp>
          <p:nvCxnSpPr>
            <p:cNvPr id="384" name="Straight Connector 383">
              <a:extLst>
                <a:ext uri="{FF2B5EF4-FFF2-40B4-BE49-F238E27FC236}">
                  <a16:creationId xmlns:a16="http://schemas.microsoft.com/office/drawing/2014/main" id="{9DC9804E-984C-B781-3AB0-2D03A5D99531}"/>
                </a:ext>
              </a:extLst>
            </p:cNvPr>
            <p:cNvCxnSpPr>
              <a:cxnSpLocks/>
            </p:cNvCxnSpPr>
            <p:nvPr/>
          </p:nvCxnSpPr>
          <p:spPr>
            <a:xfrm>
              <a:off x="7307119" y="3643541"/>
              <a:ext cx="0" cy="2052000"/>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sp>
          <p:nvSpPr>
            <p:cNvPr id="486" name="Arrow: Chevron 22">
              <a:extLst>
                <a:ext uri="{FF2B5EF4-FFF2-40B4-BE49-F238E27FC236}">
                  <a16:creationId xmlns:a16="http://schemas.microsoft.com/office/drawing/2014/main" id="{92E1428C-9A0E-2A17-CDC2-D9FFDE781B25}"/>
                </a:ext>
              </a:extLst>
            </p:cNvPr>
            <p:cNvSpPr/>
            <p:nvPr/>
          </p:nvSpPr>
          <p:spPr>
            <a:xfrm>
              <a:off x="4748633" y="3197853"/>
              <a:ext cx="2666844" cy="409690"/>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Realization</a:t>
              </a:r>
            </a:p>
          </p:txBody>
        </p:sp>
        <p:sp>
          <p:nvSpPr>
            <p:cNvPr id="492" name="Arrow: Chevron 274">
              <a:extLst>
                <a:ext uri="{FF2B5EF4-FFF2-40B4-BE49-F238E27FC236}">
                  <a16:creationId xmlns:a16="http://schemas.microsoft.com/office/drawing/2014/main" id="{E472E890-0378-4411-7CB7-3BC7ED0BC3F9}"/>
                </a:ext>
              </a:extLst>
            </p:cNvPr>
            <p:cNvSpPr/>
            <p:nvPr/>
          </p:nvSpPr>
          <p:spPr>
            <a:xfrm>
              <a:off x="8266342" y="3197853"/>
              <a:ext cx="978242" cy="409690"/>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000" b="1">
                  <a:solidFill>
                    <a:srgbClr val="999999">
                      <a:lumMod val="50000"/>
                    </a:srgbClr>
                  </a:solidFill>
                  <a:latin typeface="Century Gothic" panose="020F0302020204030204"/>
                </a:rPr>
                <a:t>BRT</a:t>
              </a:r>
              <a:endPar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endParaRPr>
            </a:p>
          </p:txBody>
        </p:sp>
        <p:sp>
          <p:nvSpPr>
            <p:cNvPr id="493" name="Arrow: Chevron 273">
              <a:extLst>
                <a:ext uri="{FF2B5EF4-FFF2-40B4-BE49-F238E27FC236}">
                  <a16:creationId xmlns:a16="http://schemas.microsoft.com/office/drawing/2014/main" id="{846F4C1F-41AD-D7BF-0C5B-63B2729136B7}"/>
                </a:ext>
              </a:extLst>
            </p:cNvPr>
            <p:cNvSpPr/>
            <p:nvPr/>
          </p:nvSpPr>
          <p:spPr>
            <a:xfrm>
              <a:off x="7323214" y="3197853"/>
              <a:ext cx="1045211"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SIT</a:t>
              </a:r>
            </a:p>
          </p:txBody>
        </p:sp>
        <p:sp>
          <p:nvSpPr>
            <p:cNvPr id="499" name="Arrow: Chevron 279">
              <a:extLst>
                <a:ext uri="{FF2B5EF4-FFF2-40B4-BE49-F238E27FC236}">
                  <a16:creationId xmlns:a16="http://schemas.microsoft.com/office/drawing/2014/main" id="{D17436C1-0420-44D8-4A7E-5A0E13978E7D}"/>
                </a:ext>
              </a:extLst>
            </p:cNvPr>
            <p:cNvSpPr/>
            <p:nvPr/>
          </p:nvSpPr>
          <p:spPr>
            <a:xfrm>
              <a:off x="4748633" y="2241576"/>
              <a:ext cx="4663391" cy="964154"/>
            </a:xfrm>
            <a:prstGeom prst="chevron">
              <a:avLst>
                <a:gd name="adj" fmla="val 28502"/>
              </a:avLst>
            </a:prstGeom>
            <a:gradFill>
              <a:gsLst>
                <a:gs pos="15000">
                  <a:srgbClr val="D76570"/>
                </a:gs>
                <a:gs pos="0">
                  <a:schemeClr val="bg2"/>
                </a:gs>
                <a:gs pos="100000">
                  <a:schemeClr val="accent4"/>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Execute</a:t>
              </a:r>
            </a:p>
          </p:txBody>
        </p:sp>
        <p:cxnSp>
          <p:nvCxnSpPr>
            <p:cNvPr id="380" name="Straight Connector 379">
              <a:extLst>
                <a:ext uri="{FF2B5EF4-FFF2-40B4-BE49-F238E27FC236}">
                  <a16:creationId xmlns:a16="http://schemas.microsoft.com/office/drawing/2014/main" id="{A9547FD0-0FF2-C02C-BB80-F0F1175B70F6}"/>
                </a:ext>
              </a:extLst>
            </p:cNvPr>
            <p:cNvCxnSpPr>
              <a:cxnSpLocks/>
            </p:cNvCxnSpPr>
            <p:nvPr/>
          </p:nvCxnSpPr>
          <p:spPr>
            <a:xfrm>
              <a:off x="4738710" y="1086060"/>
              <a:ext cx="0" cy="900000"/>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grpSp>
          <p:nvGrpSpPr>
            <p:cNvPr id="602" name="Group 601">
              <a:extLst>
                <a:ext uri="{FF2B5EF4-FFF2-40B4-BE49-F238E27FC236}">
                  <a16:creationId xmlns:a16="http://schemas.microsoft.com/office/drawing/2014/main" id="{33C0EF2B-E5AB-8519-3384-C8710B9CCFF6}"/>
                </a:ext>
              </a:extLst>
            </p:cNvPr>
            <p:cNvGrpSpPr/>
            <p:nvPr/>
          </p:nvGrpSpPr>
          <p:grpSpPr>
            <a:xfrm>
              <a:off x="6831073" y="2369261"/>
              <a:ext cx="471163" cy="471791"/>
              <a:chOff x="6457678" y="1942177"/>
              <a:chExt cx="471791" cy="471791"/>
            </a:xfrm>
          </p:grpSpPr>
          <p:sp>
            <p:nvSpPr>
              <p:cNvPr id="333" name="Oval 332">
                <a:extLst>
                  <a:ext uri="{FF2B5EF4-FFF2-40B4-BE49-F238E27FC236}">
                    <a16:creationId xmlns:a16="http://schemas.microsoft.com/office/drawing/2014/main" id="{42752E43-272E-4AE4-768F-B4FCE84F7ECB}"/>
                  </a:ext>
                </a:extLst>
              </p:cNvPr>
              <p:cNvSpPr/>
              <p:nvPr/>
            </p:nvSpPr>
            <p:spPr>
              <a:xfrm>
                <a:off x="6457678"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334" name="Group 333">
                <a:extLst>
                  <a:ext uri="{FF2B5EF4-FFF2-40B4-BE49-F238E27FC236}">
                    <a16:creationId xmlns:a16="http://schemas.microsoft.com/office/drawing/2014/main" id="{9959B2F2-4040-EAE1-42E1-FF41D14CE1B4}"/>
                  </a:ext>
                </a:extLst>
              </p:cNvPr>
              <p:cNvGrpSpPr/>
              <p:nvPr/>
            </p:nvGrpSpPr>
            <p:grpSpPr>
              <a:xfrm>
                <a:off x="6566257" y="2048749"/>
                <a:ext cx="254558" cy="258644"/>
                <a:chOff x="6566257" y="2048749"/>
                <a:chExt cx="254558" cy="258644"/>
              </a:xfrm>
            </p:grpSpPr>
            <p:grpSp>
              <p:nvGrpSpPr>
                <p:cNvPr id="335" name="Graphic 332">
                  <a:extLst>
                    <a:ext uri="{FF2B5EF4-FFF2-40B4-BE49-F238E27FC236}">
                      <a16:creationId xmlns:a16="http://schemas.microsoft.com/office/drawing/2014/main" id="{F599F8B7-7762-21D9-C56D-D96D376A7DA6}"/>
                    </a:ext>
                  </a:extLst>
                </p:cNvPr>
                <p:cNvGrpSpPr/>
                <p:nvPr/>
              </p:nvGrpSpPr>
              <p:grpSpPr>
                <a:xfrm>
                  <a:off x="6566257" y="2086119"/>
                  <a:ext cx="135075" cy="185001"/>
                  <a:chOff x="6566257" y="2086119"/>
                  <a:chExt cx="135075" cy="185001"/>
                </a:xfrm>
              </p:grpSpPr>
              <p:sp>
                <p:nvSpPr>
                  <p:cNvPr id="349" name="Freeform 164">
                    <a:extLst>
                      <a:ext uri="{FF2B5EF4-FFF2-40B4-BE49-F238E27FC236}">
                        <a16:creationId xmlns:a16="http://schemas.microsoft.com/office/drawing/2014/main" id="{E03B0866-C386-EB32-52E6-25DE7B7AC7FA}"/>
                      </a:ext>
                    </a:extLst>
                  </p:cNvPr>
                  <p:cNvSpPr/>
                  <p:nvPr/>
                </p:nvSpPr>
                <p:spPr>
                  <a:xfrm>
                    <a:off x="6566257" y="2086119"/>
                    <a:ext cx="135075" cy="131501"/>
                  </a:xfrm>
                  <a:custGeom>
                    <a:avLst/>
                    <a:gdLst>
                      <a:gd name="connsiteX0" fmla="*/ 92814 w 135075"/>
                      <a:gd name="connsiteY0" fmla="*/ 131501 h 131501"/>
                      <a:gd name="connsiteX1" fmla="*/ 80275 w 135075"/>
                      <a:gd name="connsiteY1" fmla="*/ 118959 h 131501"/>
                      <a:gd name="connsiteX2" fmla="*/ 88409 w 135075"/>
                      <a:gd name="connsiteY2" fmla="*/ 107220 h 131501"/>
                      <a:gd name="connsiteX3" fmla="*/ 109994 w 135075"/>
                      <a:gd name="connsiteY3" fmla="*/ 66088 h 131501"/>
                      <a:gd name="connsiteX4" fmla="*/ 67545 w 135075"/>
                      <a:gd name="connsiteY4" fmla="*/ 25081 h 131501"/>
                      <a:gd name="connsiteX5" fmla="*/ 25081 w 135075"/>
                      <a:gd name="connsiteY5" fmla="*/ 66088 h 131501"/>
                      <a:gd name="connsiteX6" fmla="*/ 47481 w 135075"/>
                      <a:gd name="connsiteY6" fmla="*/ 107016 h 131501"/>
                      <a:gd name="connsiteX7" fmla="*/ 53935 w 135075"/>
                      <a:gd name="connsiteY7" fmla="*/ 123535 h 131501"/>
                      <a:gd name="connsiteX8" fmla="*/ 38358 w 135075"/>
                      <a:gd name="connsiteY8" fmla="*/ 130357 h 131501"/>
                      <a:gd name="connsiteX9" fmla="*/ 0 w 135075"/>
                      <a:gd name="connsiteY9" fmla="*/ 66088 h 131501"/>
                      <a:gd name="connsiteX10" fmla="*/ 67545 w 135075"/>
                      <a:gd name="connsiteY10" fmla="*/ 0 h 131501"/>
                      <a:gd name="connsiteX11" fmla="*/ 135075 w 135075"/>
                      <a:gd name="connsiteY11" fmla="*/ 66088 h 131501"/>
                      <a:gd name="connsiteX12" fmla="*/ 97219 w 135075"/>
                      <a:gd name="connsiteY12" fmla="*/ 130702 h 131501"/>
                      <a:gd name="connsiteX13" fmla="*/ 92814 w 135075"/>
                      <a:gd name="connsiteY13" fmla="*/ 131501 h 131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5075" h="131501">
                        <a:moveTo>
                          <a:pt x="92814" y="131501"/>
                        </a:moveTo>
                        <a:cubicBezTo>
                          <a:pt x="85888" y="131501"/>
                          <a:pt x="80274" y="125886"/>
                          <a:pt x="80275" y="118959"/>
                        </a:cubicBezTo>
                        <a:cubicBezTo>
                          <a:pt x="80275" y="113733"/>
                          <a:pt x="83517" y="109056"/>
                          <a:pt x="88409" y="107220"/>
                        </a:cubicBezTo>
                        <a:cubicBezTo>
                          <a:pt x="109994" y="99116"/>
                          <a:pt x="109994" y="74302"/>
                          <a:pt x="109994" y="66088"/>
                        </a:cubicBezTo>
                        <a:cubicBezTo>
                          <a:pt x="109994" y="42324"/>
                          <a:pt x="92140" y="25081"/>
                          <a:pt x="67545" y="25081"/>
                        </a:cubicBezTo>
                        <a:cubicBezTo>
                          <a:pt x="42951" y="25081"/>
                          <a:pt x="25081" y="42324"/>
                          <a:pt x="25081" y="66088"/>
                        </a:cubicBezTo>
                        <a:cubicBezTo>
                          <a:pt x="25081" y="80760"/>
                          <a:pt x="28968" y="99774"/>
                          <a:pt x="47481" y="107016"/>
                        </a:cubicBezTo>
                        <a:cubicBezTo>
                          <a:pt x="53825" y="109795"/>
                          <a:pt x="56714" y="117191"/>
                          <a:pt x="53935" y="123535"/>
                        </a:cubicBezTo>
                        <a:cubicBezTo>
                          <a:pt x="51313" y="129520"/>
                          <a:pt x="44535" y="132489"/>
                          <a:pt x="38358" y="130357"/>
                        </a:cubicBezTo>
                        <a:cubicBezTo>
                          <a:pt x="13669" y="120701"/>
                          <a:pt x="0" y="97862"/>
                          <a:pt x="0" y="66088"/>
                        </a:cubicBezTo>
                        <a:cubicBezTo>
                          <a:pt x="0" y="28467"/>
                          <a:pt x="29031" y="0"/>
                          <a:pt x="67545" y="0"/>
                        </a:cubicBezTo>
                        <a:cubicBezTo>
                          <a:pt x="106060" y="0"/>
                          <a:pt x="135075" y="28467"/>
                          <a:pt x="135075" y="66088"/>
                        </a:cubicBezTo>
                        <a:cubicBezTo>
                          <a:pt x="135075" y="98598"/>
                          <a:pt x="121641" y="121547"/>
                          <a:pt x="97219" y="130702"/>
                        </a:cubicBezTo>
                        <a:cubicBezTo>
                          <a:pt x="95809" y="131224"/>
                          <a:pt x="94318" y="131495"/>
                          <a:pt x="92814" y="13150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50" name="Freeform 165">
                    <a:extLst>
                      <a:ext uri="{FF2B5EF4-FFF2-40B4-BE49-F238E27FC236}">
                        <a16:creationId xmlns:a16="http://schemas.microsoft.com/office/drawing/2014/main" id="{32FEF0A0-D935-6651-82D9-CBB5A7A16860}"/>
                      </a:ext>
                    </a:extLst>
                  </p:cNvPr>
                  <p:cNvSpPr/>
                  <p:nvPr/>
                </p:nvSpPr>
                <p:spPr>
                  <a:xfrm>
                    <a:off x="6601417" y="2210096"/>
                    <a:ext cx="64864" cy="25080"/>
                  </a:xfrm>
                  <a:custGeom>
                    <a:avLst/>
                    <a:gdLst>
                      <a:gd name="connsiteX0" fmla="*/ 52325 w 64864"/>
                      <a:gd name="connsiteY0" fmla="*/ 25081 h 25080"/>
                      <a:gd name="connsiteX1" fmla="*/ 12540 w 64864"/>
                      <a:gd name="connsiteY1" fmla="*/ 25081 h 25080"/>
                      <a:gd name="connsiteX2" fmla="*/ 0 w 64864"/>
                      <a:gd name="connsiteY2" fmla="*/ 12540 h 25080"/>
                      <a:gd name="connsiteX3" fmla="*/ 12540 w 64864"/>
                      <a:gd name="connsiteY3" fmla="*/ 0 h 25080"/>
                      <a:gd name="connsiteX4" fmla="*/ 52325 w 64864"/>
                      <a:gd name="connsiteY4" fmla="*/ 0 h 25080"/>
                      <a:gd name="connsiteX5" fmla="*/ 64865 w 64864"/>
                      <a:gd name="connsiteY5" fmla="*/ 12540 h 25080"/>
                      <a:gd name="connsiteX6" fmla="*/ 52325 w 6486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64" h="25080">
                        <a:moveTo>
                          <a:pt x="52325" y="25081"/>
                        </a:moveTo>
                        <a:lnTo>
                          <a:pt x="12540" y="25081"/>
                        </a:lnTo>
                        <a:cubicBezTo>
                          <a:pt x="5614" y="25081"/>
                          <a:pt x="0" y="19466"/>
                          <a:pt x="0" y="12540"/>
                        </a:cubicBezTo>
                        <a:cubicBezTo>
                          <a:pt x="0" y="5615"/>
                          <a:pt x="5614" y="0"/>
                          <a:pt x="12540" y="0"/>
                        </a:cubicBezTo>
                        <a:lnTo>
                          <a:pt x="52325" y="0"/>
                        </a:lnTo>
                        <a:cubicBezTo>
                          <a:pt x="59250" y="0"/>
                          <a:pt x="64865" y="5615"/>
                          <a:pt x="64865" y="12540"/>
                        </a:cubicBezTo>
                        <a:cubicBezTo>
                          <a:pt x="64865" y="19466"/>
                          <a:pt x="59250" y="25081"/>
                          <a:pt x="52325"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51" name="Freeform 166">
                    <a:extLst>
                      <a:ext uri="{FF2B5EF4-FFF2-40B4-BE49-F238E27FC236}">
                        <a16:creationId xmlns:a16="http://schemas.microsoft.com/office/drawing/2014/main" id="{C1D47763-A4D5-64F2-91B6-3E1B1F4D18E2}"/>
                      </a:ext>
                    </a:extLst>
                  </p:cNvPr>
                  <p:cNvSpPr/>
                  <p:nvPr/>
                </p:nvSpPr>
                <p:spPr>
                  <a:xfrm>
                    <a:off x="6601417" y="2246040"/>
                    <a:ext cx="63846" cy="25080"/>
                  </a:xfrm>
                  <a:custGeom>
                    <a:avLst/>
                    <a:gdLst>
                      <a:gd name="connsiteX0" fmla="*/ 51306 w 63846"/>
                      <a:gd name="connsiteY0" fmla="*/ 25081 h 25080"/>
                      <a:gd name="connsiteX1" fmla="*/ 12540 w 63846"/>
                      <a:gd name="connsiteY1" fmla="*/ 25081 h 25080"/>
                      <a:gd name="connsiteX2" fmla="*/ 0 w 63846"/>
                      <a:gd name="connsiteY2" fmla="*/ 12540 h 25080"/>
                      <a:gd name="connsiteX3" fmla="*/ 12540 w 63846"/>
                      <a:gd name="connsiteY3" fmla="*/ 0 h 25080"/>
                      <a:gd name="connsiteX4" fmla="*/ 51306 w 63846"/>
                      <a:gd name="connsiteY4" fmla="*/ 0 h 25080"/>
                      <a:gd name="connsiteX5" fmla="*/ 63846 w 63846"/>
                      <a:gd name="connsiteY5" fmla="*/ 12540 h 25080"/>
                      <a:gd name="connsiteX6" fmla="*/ 51306 w 63846"/>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846" h="25080">
                        <a:moveTo>
                          <a:pt x="51306" y="25081"/>
                        </a:moveTo>
                        <a:lnTo>
                          <a:pt x="12540" y="25081"/>
                        </a:lnTo>
                        <a:cubicBezTo>
                          <a:pt x="5614" y="25081"/>
                          <a:pt x="0" y="19466"/>
                          <a:pt x="0" y="12540"/>
                        </a:cubicBezTo>
                        <a:cubicBezTo>
                          <a:pt x="0" y="5615"/>
                          <a:pt x="5614" y="0"/>
                          <a:pt x="12540" y="0"/>
                        </a:cubicBezTo>
                        <a:lnTo>
                          <a:pt x="51306" y="0"/>
                        </a:lnTo>
                        <a:cubicBezTo>
                          <a:pt x="58232" y="0"/>
                          <a:pt x="63846" y="5615"/>
                          <a:pt x="63846" y="12540"/>
                        </a:cubicBezTo>
                        <a:cubicBezTo>
                          <a:pt x="63846" y="19466"/>
                          <a:pt x="58232" y="25081"/>
                          <a:pt x="51306"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52" name="Freeform 167">
                    <a:extLst>
                      <a:ext uri="{FF2B5EF4-FFF2-40B4-BE49-F238E27FC236}">
                        <a16:creationId xmlns:a16="http://schemas.microsoft.com/office/drawing/2014/main" id="{D4E0FB13-C494-B5EF-BF78-C925145815BE}"/>
                      </a:ext>
                    </a:extLst>
                  </p:cNvPr>
                  <p:cNvSpPr/>
                  <p:nvPr/>
                </p:nvSpPr>
                <p:spPr>
                  <a:xfrm>
                    <a:off x="6597059" y="2192744"/>
                    <a:ext cx="73564" cy="78377"/>
                  </a:xfrm>
                  <a:custGeom>
                    <a:avLst/>
                    <a:gdLst>
                      <a:gd name="connsiteX0" fmla="*/ 61024 w 73564"/>
                      <a:gd name="connsiteY0" fmla="*/ 78377 h 78377"/>
                      <a:gd name="connsiteX1" fmla="*/ 12540 w 73564"/>
                      <a:gd name="connsiteY1" fmla="*/ 78377 h 78377"/>
                      <a:gd name="connsiteX2" fmla="*/ 0 w 73564"/>
                      <a:gd name="connsiteY2" fmla="*/ 65837 h 78377"/>
                      <a:gd name="connsiteX3" fmla="*/ 0 w 73564"/>
                      <a:gd name="connsiteY3" fmla="*/ 12540 h 78377"/>
                      <a:gd name="connsiteX4" fmla="*/ 12540 w 73564"/>
                      <a:gd name="connsiteY4" fmla="*/ 0 h 78377"/>
                      <a:gd name="connsiteX5" fmla="*/ 25081 w 73564"/>
                      <a:gd name="connsiteY5" fmla="*/ 12540 h 78377"/>
                      <a:gd name="connsiteX6" fmla="*/ 25081 w 73564"/>
                      <a:gd name="connsiteY6" fmla="*/ 53296 h 78377"/>
                      <a:gd name="connsiteX7" fmla="*/ 48484 w 73564"/>
                      <a:gd name="connsiteY7" fmla="*/ 53296 h 78377"/>
                      <a:gd name="connsiteX8" fmla="*/ 48484 w 73564"/>
                      <a:gd name="connsiteY8" fmla="*/ 13308 h 78377"/>
                      <a:gd name="connsiteX9" fmla="*/ 61024 w 73564"/>
                      <a:gd name="connsiteY9" fmla="*/ 768 h 78377"/>
                      <a:gd name="connsiteX10" fmla="*/ 73565 w 73564"/>
                      <a:gd name="connsiteY10" fmla="*/ 13308 h 78377"/>
                      <a:gd name="connsiteX11" fmla="*/ 73565 w 73564"/>
                      <a:gd name="connsiteY11" fmla="*/ 65837 h 78377"/>
                      <a:gd name="connsiteX12" fmla="*/ 61024 w 73564"/>
                      <a:gd name="connsiteY12" fmla="*/ 78377 h 7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564" h="78377">
                        <a:moveTo>
                          <a:pt x="61024" y="78377"/>
                        </a:moveTo>
                        <a:lnTo>
                          <a:pt x="12540" y="78377"/>
                        </a:lnTo>
                        <a:cubicBezTo>
                          <a:pt x="5614" y="78377"/>
                          <a:pt x="0" y="72762"/>
                          <a:pt x="0" y="65837"/>
                        </a:cubicBezTo>
                        <a:lnTo>
                          <a:pt x="0" y="12540"/>
                        </a:lnTo>
                        <a:cubicBezTo>
                          <a:pt x="0" y="5615"/>
                          <a:pt x="5614" y="0"/>
                          <a:pt x="12540" y="0"/>
                        </a:cubicBezTo>
                        <a:cubicBezTo>
                          <a:pt x="19466" y="0"/>
                          <a:pt x="25081" y="5615"/>
                          <a:pt x="25081" y="12540"/>
                        </a:cubicBezTo>
                        <a:lnTo>
                          <a:pt x="25081" y="53296"/>
                        </a:lnTo>
                        <a:lnTo>
                          <a:pt x="48484" y="53296"/>
                        </a:lnTo>
                        <a:lnTo>
                          <a:pt x="48484" y="13308"/>
                        </a:lnTo>
                        <a:cubicBezTo>
                          <a:pt x="48484" y="6383"/>
                          <a:pt x="54099" y="768"/>
                          <a:pt x="61024" y="768"/>
                        </a:cubicBezTo>
                        <a:cubicBezTo>
                          <a:pt x="67950" y="768"/>
                          <a:pt x="73565" y="6383"/>
                          <a:pt x="73565" y="13308"/>
                        </a:cubicBezTo>
                        <a:lnTo>
                          <a:pt x="73565" y="65837"/>
                        </a:lnTo>
                        <a:cubicBezTo>
                          <a:pt x="73565" y="72762"/>
                          <a:pt x="67950" y="78377"/>
                          <a:pt x="61024" y="7837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336" name="Freeform 151">
                  <a:extLst>
                    <a:ext uri="{FF2B5EF4-FFF2-40B4-BE49-F238E27FC236}">
                      <a16:creationId xmlns:a16="http://schemas.microsoft.com/office/drawing/2014/main" id="{5DF9BE73-8BD0-02C7-458F-8EB0F0C3BC48}"/>
                    </a:ext>
                  </a:extLst>
                </p:cNvPr>
                <p:cNvSpPr/>
                <p:nvPr/>
              </p:nvSpPr>
              <p:spPr>
                <a:xfrm>
                  <a:off x="6621779" y="2048749"/>
                  <a:ext cx="180740" cy="115668"/>
                </a:xfrm>
                <a:custGeom>
                  <a:avLst/>
                  <a:gdLst>
                    <a:gd name="connsiteX0" fmla="*/ 138054 w 180740"/>
                    <a:gd name="connsiteY0" fmla="*/ 115669 h 115668"/>
                    <a:gd name="connsiteX1" fmla="*/ 125513 w 180740"/>
                    <a:gd name="connsiteY1" fmla="*/ 103129 h 115668"/>
                    <a:gd name="connsiteX2" fmla="*/ 125513 w 180740"/>
                    <a:gd name="connsiteY2" fmla="*/ 25081 h 115668"/>
                    <a:gd name="connsiteX3" fmla="*/ 25081 w 180740"/>
                    <a:gd name="connsiteY3" fmla="*/ 25081 h 115668"/>
                    <a:gd name="connsiteX4" fmla="*/ 25081 w 180740"/>
                    <a:gd name="connsiteY4" fmla="*/ 49754 h 115668"/>
                    <a:gd name="connsiteX5" fmla="*/ 12540 w 180740"/>
                    <a:gd name="connsiteY5" fmla="*/ 62294 h 115668"/>
                    <a:gd name="connsiteX6" fmla="*/ 0 w 180740"/>
                    <a:gd name="connsiteY6" fmla="*/ 49754 h 115668"/>
                    <a:gd name="connsiteX7" fmla="*/ 0 w 180740"/>
                    <a:gd name="connsiteY7" fmla="*/ 12540 h 115668"/>
                    <a:gd name="connsiteX8" fmla="*/ 12540 w 180740"/>
                    <a:gd name="connsiteY8" fmla="*/ 0 h 115668"/>
                    <a:gd name="connsiteX9" fmla="*/ 138054 w 180740"/>
                    <a:gd name="connsiteY9" fmla="*/ 0 h 115668"/>
                    <a:gd name="connsiteX10" fmla="*/ 150594 w 180740"/>
                    <a:gd name="connsiteY10" fmla="*/ 12540 h 115668"/>
                    <a:gd name="connsiteX11" fmla="*/ 150594 w 180740"/>
                    <a:gd name="connsiteY11" fmla="*/ 72844 h 115668"/>
                    <a:gd name="connsiteX12" fmla="*/ 158792 w 180740"/>
                    <a:gd name="connsiteY12" fmla="*/ 64724 h 115668"/>
                    <a:gd name="connsiteX13" fmla="*/ 176491 w 180740"/>
                    <a:gd name="connsiteY13" fmla="*/ 63608 h 115668"/>
                    <a:gd name="connsiteX14" fmla="*/ 177607 w 180740"/>
                    <a:gd name="connsiteY14" fmla="*/ 81308 h 115668"/>
                    <a:gd name="connsiteX15" fmla="*/ 176458 w 180740"/>
                    <a:gd name="connsiteY15" fmla="*/ 82453 h 115668"/>
                    <a:gd name="connsiteX16" fmla="*/ 146926 w 180740"/>
                    <a:gd name="connsiteY16" fmla="*/ 111985 h 115668"/>
                    <a:gd name="connsiteX17" fmla="*/ 138054 w 180740"/>
                    <a:gd name="connsiteY17" fmla="*/ 115669 h 11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740" h="115668">
                      <a:moveTo>
                        <a:pt x="138054" y="115669"/>
                      </a:moveTo>
                      <a:cubicBezTo>
                        <a:pt x="131128" y="115669"/>
                        <a:pt x="125513" y="110055"/>
                        <a:pt x="125513" y="103129"/>
                      </a:cubicBezTo>
                      <a:lnTo>
                        <a:pt x="125513" y="25081"/>
                      </a:lnTo>
                      <a:lnTo>
                        <a:pt x="25081" y="25081"/>
                      </a:lnTo>
                      <a:lnTo>
                        <a:pt x="25081" y="49754"/>
                      </a:lnTo>
                      <a:cubicBezTo>
                        <a:pt x="25081" y="56680"/>
                        <a:pt x="19466" y="62294"/>
                        <a:pt x="12540" y="62294"/>
                      </a:cubicBezTo>
                      <a:cubicBezTo>
                        <a:pt x="5614" y="62294"/>
                        <a:pt x="0" y="56680"/>
                        <a:pt x="0" y="49754"/>
                      </a:cubicBezTo>
                      <a:lnTo>
                        <a:pt x="0" y="12540"/>
                      </a:lnTo>
                      <a:cubicBezTo>
                        <a:pt x="0" y="5615"/>
                        <a:pt x="5614" y="0"/>
                        <a:pt x="12540" y="0"/>
                      </a:cubicBezTo>
                      <a:lnTo>
                        <a:pt x="138054" y="0"/>
                      </a:lnTo>
                      <a:cubicBezTo>
                        <a:pt x="144979" y="0"/>
                        <a:pt x="150594" y="5615"/>
                        <a:pt x="150594" y="12540"/>
                      </a:cubicBezTo>
                      <a:lnTo>
                        <a:pt x="150594" y="72844"/>
                      </a:lnTo>
                      <a:lnTo>
                        <a:pt x="158792" y="64724"/>
                      </a:lnTo>
                      <a:cubicBezTo>
                        <a:pt x="163371" y="59528"/>
                        <a:pt x="171296" y="59029"/>
                        <a:pt x="176491" y="63608"/>
                      </a:cubicBezTo>
                      <a:cubicBezTo>
                        <a:pt x="181688" y="68188"/>
                        <a:pt x="182188" y="76112"/>
                        <a:pt x="177607" y="81308"/>
                      </a:cubicBezTo>
                      <a:cubicBezTo>
                        <a:pt x="177250" y="81714"/>
                        <a:pt x="176866" y="82096"/>
                        <a:pt x="176458" y="82453"/>
                      </a:cubicBezTo>
                      <a:lnTo>
                        <a:pt x="146926" y="111985"/>
                      </a:lnTo>
                      <a:cubicBezTo>
                        <a:pt x="144574" y="114342"/>
                        <a:pt x="141383" y="115667"/>
                        <a:pt x="138054" y="115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37" name="Freeform 152">
                  <a:extLst>
                    <a:ext uri="{FF2B5EF4-FFF2-40B4-BE49-F238E27FC236}">
                      <a16:creationId xmlns:a16="http://schemas.microsoft.com/office/drawing/2014/main" id="{B2B68288-7978-4112-6015-435452B6DBFC}"/>
                    </a:ext>
                  </a:extLst>
                </p:cNvPr>
                <p:cNvSpPr/>
                <p:nvPr/>
              </p:nvSpPr>
              <p:spPr>
                <a:xfrm>
                  <a:off x="6602514" y="2254254"/>
                  <a:ext cx="62701" cy="53139"/>
                </a:xfrm>
                <a:custGeom>
                  <a:avLst/>
                  <a:gdLst>
                    <a:gd name="connsiteX0" fmla="*/ 31351 w 62701"/>
                    <a:gd name="connsiteY0" fmla="*/ 53140 h 53139"/>
                    <a:gd name="connsiteX1" fmla="*/ 0 w 62701"/>
                    <a:gd name="connsiteY1" fmla="*/ 21789 h 53139"/>
                    <a:gd name="connsiteX2" fmla="*/ 0 w 62701"/>
                    <a:gd name="connsiteY2" fmla="*/ 12540 h 53139"/>
                    <a:gd name="connsiteX3" fmla="*/ 12540 w 62701"/>
                    <a:gd name="connsiteY3" fmla="*/ 0 h 53139"/>
                    <a:gd name="connsiteX4" fmla="*/ 25081 w 62701"/>
                    <a:gd name="connsiteY4" fmla="*/ 12540 h 53139"/>
                    <a:gd name="connsiteX5" fmla="*/ 25081 w 62701"/>
                    <a:gd name="connsiteY5" fmla="*/ 21789 h 53139"/>
                    <a:gd name="connsiteX6" fmla="*/ 31351 w 62701"/>
                    <a:gd name="connsiteY6" fmla="*/ 28059 h 53139"/>
                    <a:gd name="connsiteX7" fmla="*/ 37621 w 62701"/>
                    <a:gd name="connsiteY7" fmla="*/ 21789 h 53139"/>
                    <a:gd name="connsiteX8" fmla="*/ 37621 w 62701"/>
                    <a:gd name="connsiteY8" fmla="*/ 12540 h 53139"/>
                    <a:gd name="connsiteX9" fmla="*/ 50161 w 62701"/>
                    <a:gd name="connsiteY9" fmla="*/ 0 h 53139"/>
                    <a:gd name="connsiteX10" fmla="*/ 62702 w 62701"/>
                    <a:gd name="connsiteY10" fmla="*/ 12540 h 53139"/>
                    <a:gd name="connsiteX11" fmla="*/ 62702 w 62701"/>
                    <a:gd name="connsiteY11" fmla="*/ 21789 h 53139"/>
                    <a:gd name="connsiteX12" fmla="*/ 31351 w 62701"/>
                    <a:gd name="connsiteY12" fmla="*/ 53140 h 5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701" h="53139">
                      <a:moveTo>
                        <a:pt x="31351" y="53140"/>
                      </a:moveTo>
                      <a:cubicBezTo>
                        <a:pt x="14036" y="53140"/>
                        <a:pt x="0" y="39104"/>
                        <a:pt x="0" y="21789"/>
                      </a:cubicBezTo>
                      <a:lnTo>
                        <a:pt x="0" y="12540"/>
                      </a:lnTo>
                      <a:cubicBezTo>
                        <a:pt x="0" y="5615"/>
                        <a:pt x="5614" y="0"/>
                        <a:pt x="12540" y="0"/>
                      </a:cubicBezTo>
                      <a:cubicBezTo>
                        <a:pt x="19466" y="0"/>
                        <a:pt x="25081" y="5615"/>
                        <a:pt x="25081" y="12540"/>
                      </a:cubicBezTo>
                      <a:lnTo>
                        <a:pt x="25081" y="21789"/>
                      </a:lnTo>
                      <a:cubicBezTo>
                        <a:pt x="25081" y="25252"/>
                        <a:pt x="27888" y="28059"/>
                        <a:pt x="31351" y="28059"/>
                      </a:cubicBezTo>
                      <a:cubicBezTo>
                        <a:pt x="34814" y="28059"/>
                        <a:pt x="37621" y="25252"/>
                        <a:pt x="37621" y="21789"/>
                      </a:cubicBezTo>
                      <a:lnTo>
                        <a:pt x="37621" y="12540"/>
                      </a:lnTo>
                      <a:cubicBezTo>
                        <a:pt x="37621" y="5615"/>
                        <a:pt x="43235" y="0"/>
                        <a:pt x="50161" y="0"/>
                      </a:cubicBezTo>
                      <a:cubicBezTo>
                        <a:pt x="57087" y="0"/>
                        <a:pt x="62702" y="5615"/>
                        <a:pt x="62702" y="12540"/>
                      </a:cubicBezTo>
                      <a:lnTo>
                        <a:pt x="62702" y="21789"/>
                      </a:lnTo>
                      <a:cubicBezTo>
                        <a:pt x="62702" y="39104"/>
                        <a:pt x="48665" y="53140"/>
                        <a:pt x="31351" y="53140"/>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338" name="Graphic 332">
                  <a:extLst>
                    <a:ext uri="{FF2B5EF4-FFF2-40B4-BE49-F238E27FC236}">
                      <a16:creationId xmlns:a16="http://schemas.microsoft.com/office/drawing/2014/main" id="{EB74CD9D-4AFE-CA9B-1790-9A2F92516150}"/>
                    </a:ext>
                  </a:extLst>
                </p:cNvPr>
                <p:cNvGrpSpPr/>
                <p:nvPr/>
              </p:nvGrpSpPr>
              <p:grpSpPr>
                <a:xfrm>
                  <a:off x="6698915" y="2181138"/>
                  <a:ext cx="121900" cy="126255"/>
                  <a:chOff x="6698915" y="2181138"/>
                  <a:chExt cx="121900" cy="126255"/>
                </a:xfrm>
                <a:solidFill>
                  <a:srgbClr val="EF463C"/>
                </a:solidFill>
              </p:grpSpPr>
              <p:sp>
                <p:nvSpPr>
                  <p:cNvPr id="340" name="Freeform 155">
                    <a:extLst>
                      <a:ext uri="{FF2B5EF4-FFF2-40B4-BE49-F238E27FC236}">
                        <a16:creationId xmlns:a16="http://schemas.microsoft.com/office/drawing/2014/main" id="{04795E8B-9DD9-0F0B-05FB-7391E98C38EA}"/>
                      </a:ext>
                    </a:extLst>
                  </p:cNvPr>
                  <p:cNvSpPr/>
                  <p:nvPr/>
                </p:nvSpPr>
                <p:spPr>
                  <a:xfrm>
                    <a:off x="6734527" y="2181138"/>
                    <a:ext cx="31221" cy="47157"/>
                  </a:xfrm>
                  <a:custGeom>
                    <a:avLst/>
                    <a:gdLst>
                      <a:gd name="connsiteX0" fmla="*/ 18675 w 31221"/>
                      <a:gd name="connsiteY0" fmla="*/ 47157 h 47157"/>
                      <a:gd name="connsiteX1" fmla="*/ 6589 w 31221"/>
                      <a:gd name="connsiteY1" fmla="*/ 37971 h 47157"/>
                      <a:gd name="connsiteX2" fmla="*/ 460 w 31221"/>
                      <a:gd name="connsiteY2" fmla="*/ 15900 h 47157"/>
                      <a:gd name="connsiteX3" fmla="*/ 9191 w 31221"/>
                      <a:gd name="connsiteY3" fmla="*/ 460 h 47157"/>
                      <a:gd name="connsiteX4" fmla="*/ 24632 w 31221"/>
                      <a:gd name="connsiteY4" fmla="*/ 9191 h 47157"/>
                      <a:gd name="connsiteX5" fmla="*/ 30761 w 31221"/>
                      <a:gd name="connsiteY5" fmla="*/ 31262 h 47157"/>
                      <a:gd name="connsiteX6" fmla="*/ 22034 w 31221"/>
                      <a:gd name="connsiteY6" fmla="*/ 46701 h 47157"/>
                      <a:gd name="connsiteX7" fmla="*/ 22030 w 31221"/>
                      <a:gd name="connsiteY7" fmla="*/ 46703 h 47157"/>
                      <a:gd name="connsiteX8" fmla="*/ 18675 w 31221"/>
                      <a:gd name="connsiteY8" fmla="*/ 47157 h 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21" h="47157">
                        <a:moveTo>
                          <a:pt x="18675" y="47157"/>
                        </a:moveTo>
                        <a:cubicBezTo>
                          <a:pt x="13040" y="47159"/>
                          <a:pt x="8097" y="43401"/>
                          <a:pt x="6589" y="37971"/>
                        </a:cubicBezTo>
                        <a:lnTo>
                          <a:pt x="460" y="15900"/>
                        </a:lnTo>
                        <a:cubicBezTo>
                          <a:pt x="-1393" y="9226"/>
                          <a:pt x="2517" y="2313"/>
                          <a:pt x="9191" y="460"/>
                        </a:cubicBezTo>
                        <a:cubicBezTo>
                          <a:pt x="15866" y="-1393"/>
                          <a:pt x="22779" y="2517"/>
                          <a:pt x="24632" y="9191"/>
                        </a:cubicBezTo>
                        <a:lnTo>
                          <a:pt x="30761" y="31262"/>
                        </a:lnTo>
                        <a:cubicBezTo>
                          <a:pt x="32614" y="37935"/>
                          <a:pt x="28707" y="44848"/>
                          <a:pt x="22034" y="46701"/>
                        </a:cubicBezTo>
                        <a:cubicBezTo>
                          <a:pt x="22033" y="46701"/>
                          <a:pt x="22031" y="46703"/>
                          <a:pt x="22030" y="46703"/>
                        </a:cubicBezTo>
                        <a:cubicBezTo>
                          <a:pt x="20935" y="46997"/>
                          <a:pt x="19808" y="47151"/>
                          <a:pt x="18675" y="47157"/>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1" name="Freeform 156">
                    <a:extLst>
                      <a:ext uri="{FF2B5EF4-FFF2-40B4-BE49-F238E27FC236}">
                        <a16:creationId xmlns:a16="http://schemas.microsoft.com/office/drawing/2014/main" id="{E9B78D4E-18E4-2B0C-7036-396FE2B9BAFE}"/>
                      </a:ext>
                    </a:extLst>
                  </p:cNvPr>
                  <p:cNvSpPr/>
                  <p:nvPr/>
                </p:nvSpPr>
                <p:spPr>
                  <a:xfrm>
                    <a:off x="6762486" y="2187024"/>
                    <a:ext cx="36918" cy="44563"/>
                  </a:xfrm>
                  <a:custGeom>
                    <a:avLst/>
                    <a:gdLst>
                      <a:gd name="connsiteX0" fmla="*/ 12536 w 36918"/>
                      <a:gd name="connsiteY0" fmla="*/ 44564 h 44563"/>
                      <a:gd name="connsiteX1" fmla="*/ 0 w 36918"/>
                      <a:gd name="connsiteY1" fmla="*/ 32019 h 44563"/>
                      <a:gd name="connsiteX2" fmla="*/ 1829 w 36918"/>
                      <a:gd name="connsiteY2" fmla="*/ 25502 h 44563"/>
                      <a:gd name="connsiteX3" fmla="*/ 13774 w 36918"/>
                      <a:gd name="connsiteY3" fmla="*/ 5845 h 44563"/>
                      <a:gd name="connsiteX4" fmla="*/ 31073 w 36918"/>
                      <a:gd name="connsiteY4" fmla="*/ 1939 h 44563"/>
                      <a:gd name="connsiteX5" fmla="*/ 35202 w 36918"/>
                      <a:gd name="connsiteY5" fmla="*/ 18872 h 44563"/>
                      <a:gd name="connsiteX6" fmla="*/ 23258 w 36918"/>
                      <a:gd name="connsiteY6" fmla="*/ 38529 h 44563"/>
                      <a:gd name="connsiteX7" fmla="*/ 12536 w 36918"/>
                      <a:gd name="connsiteY7" fmla="*/ 44564 h 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18" h="44563">
                        <a:moveTo>
                          <a:pt x="12536" y="44564"/>
                        </a:moveTo>
                        <a:cubicBezTo>
                          <a:pt x="5610" y="44561"/>
                          <a:pt x="-2" y="38944"/>
                          <a:pt x="0" y="32019"/>
                        </a:cubicBezTo>
                        <a:cubicBezTo>
                          <a:pt x="2" y="29719"/>
                          <a:pt x="635" y="27465"/>
                          <a:pt x="1829" y="25502"/>
                        </a:cubicBezTo>
                        <a:lnTo>
                          <a:pt x="13774" y="5845"/>
                        </a:lnTo>
                        <a:cubicBezTo>
                          <a:pt x="17472" y="-10"/>
                          <a:pt x="25217" y="-1759"/>
                          <a:pt x="31073" y="1939"/>
                        </a:cubicBezTo>
                        <a:cubicBezTo>
                          <a:pt x="36787" y="5549"/>
                          <a:pt x="38613" y="13037"/>
                          <a:pt x="35202" y="18872"/>
                        </a:cubicBezTo>
                        <a:lnTo>
                          <a:pt x="23258" y="38529"/>
                        </a:lnTo>
                        <a:cubicBezTo>
                          <a:pt x="20985" y="42277"/>
                          <a:pt x="16918" y="44564"/>
                          <a:pt x="12536" y="4456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2" name="Freeform 157">
                    <a:extLst>
                      <a:ext uri="{FF2B5EF4-FFF2-40B4-BE49-F238E27FC236}">
                        <a16:creationId xmlns:a16="http://schemas.microsoft.com/office/drawing/2014/main" id="{1871254B-FF0A-C68A-3527-0B61C153903C}"/>
                      </a:ext>
                    </a:extLst>
                  </p:cNvPr>
                  <p:cNvSpPr/>
                  <p:nvPr/>
                </p:nvSpPr>
                <p:spPr>
                  <a:xfrm>
                    <a:off x="6779022" y="2221060"/>
                    <a:ext cx="41793" cy="28475"/>
                  </a:xfrm>
                  <a:custGeom>
                    <a:avLst/>
                    <a:gdLst>
                      <a:gd name="connsiteX0" fmla="*/ 12522 w 41793"/>
                      <a:gd name="connsiteY0" fmla="*/ 28475 h 28475"/>
                      <a:gd name="connsiteX1" fmla="*/ 0 w 41793"/>
                      <a:gd name="connsiteY1" fmla="*/ 15916 h 28475"/>
                      <a:gd name="connsiteX2" fmla="*/ 10045 w 41793"/>
                      <a:gd name="connsiteY2" fmla="*/ 3646 h 28475"/>
                      <a:gd name="connsiteX3" fmla="*/ 26880 w 41793"/>
                      <a:gd name="connsiteY3" fmla="*/ 228 h 28475"/>
                      <a:gd name="connsiteX4" fmla="*/ 41565 w 41793"/>
                      <a:gd name="connsiteY4" fmla="*/ 10173 h 28475"/>
                      <a:gd name="connsiteX5" fmla="*/ 31865 w 41793"/>
                      <a:gd name="connsiteY5" fmla="*/ 24807 h 28475"/>
                      <a:gd name="connsiteX6" fmla="*/ 15030 w 41793"/>
                      <a:gd name="connsiteY6" fmla="*/ 28225 h 28475"/>
                      <a:gd name="connsiteX7" fmla="*/ 12522 w 41793"/>
                      <a:gd name="connsiteY7" fmla="*/ 28475 h 2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93" h="28475">
                        <a:moveTo>
                          <a:pt x="12522" y="28475"/>
                        </a:moveTo>
                        <a:cubicBezTo>
                          <a:pt x="5596" y="28464"/>
                          <a:pt x="-11" y="22842"/>
                          <a:pt x="0" y="15916"/>
                        </a:cubicBezTo>
                        <a:cubicBezTo>
                          <a:pt x="9" y="9960"/>
                          <a:pt x="4207" y="4831"/>
                          <a:pt x="10045" y="3646"/>
                        </a:cubicBezTo>
                        <a:lnTo>
                          <a:pt x="26880" y="228"/>
                        </a:lnTo>
                        <a:cubicBezTo>
                          <a:pt x="33682" y="-1081"/>
                          <a:pt x="40256" y="3371"/>
                          <a:pt x="41565" y="10173"/>
                        </a:cubicBezTo>
                        <a:cubicBezTo>
                          <a:pt x="42855" y="16877"/>
                          <a:pt x="38544" y="23384"/>
                          <a:pt x="31865" y="24807"/>
                        </a:cubicBezTo>
                        <a:lnTo>
                          <a:pt x="15030" y="28225"/>
                        </a:lnTo>
                        <a:cubicBezTo>
                          <a:pt x="14205" y="28394"/>
                          <a:pt x="13363" y="28477"/>
                          <a:pt x="12522" y="2847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3" name="Freeform 158">
                    <a:extLst>
                      <a:ext uri="{FF2B5EF4-FFF2-40B4-BE49-F238E27FC236}">
                        <a16:creationId xmlns:a16="http://schemas.microsoft.com/office/drawing/2014/main" id="{5D160A33-A861-BE64-4717-069E4228C1BA}"/>
                      </a:ext>
                    </a:extLst>
                  </p:cNvPr>
                  <p:cNvSpPr/>
                  <p:nvPr/>
                </p:nvSpPr>
                <p:spPr>
                  <a:xfrm>
                    <a:off x="6774727" y="2247949"/>
                    <a:ext cx="41840" cy="35226"/>
                  </a:xfrm>
                  <a:custGeom>
                    <a:avLst/>
                    <a:gdLst>
                      <a:gd name="connsiteX0" fmla="*/ 29357 w 41840"/>
                      <a:gd name="connsiteY0" fmla="*/ 35226 h 35226"/>
                      <a:gd name="connsiteX1" fmla="*/ 22883 w 41840"/>
                      <a:gd name="connsiteY1" fmla="*/ 33408 h 35226"/>
                      <a:gd name="connsiteX2" fmla="*/ 5390 w 41840"/>
                      <a:gd name="connsiteY2" fmla="*/ 22843 h 35226"/>
                      <a:gd name="connsiteX3" fmla="*/ 2240 w 41840"/>
                      <a:gd name="connsiteY3" fmla="*/ 5390 h 35226"/>
                      <a:gd name="connsiteX4" fmla="*/ 18385 w 41840"/>
                      <a:gd name="connsiteY4" fmla="*/ 1446 h 35226"/>
                      <a:gd name="connsiteX5" fmla="*/ 35878 w 41840"/>
                      <a:gd name="connsiteY5" fmla="*/ 12011 h 35226"/>
                      <a:gd name="connsiteX6" fmla="*/ 39973 w 41840"/>
                      <a:gd name="connsiteY6" fmla="*/ 29267 h 35226"/>
                      <a:gd name="connsiteX7" fmla="*/ 29357 w 41840"/>
                      <a:gd name="connsiteY7" fmla="*/ 35226 h 3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40" h="35226">
                        <a:moveTo>
                          <a:pt x="29357" y="35226"/>
                        </a:moveTo>
                        <a:cubicBezTo>
                          <a:pt x="27073" y="35222"/>
                          <a:pt x="24835" y="34592"/>
                          <a:pt x="22883" y="33408"/>
                        </a:cubicBezTo>
                        <a:lnTo>
                          <a:pt x="5390" y="22843"/>
                        </a:lnTo>
                        <a:cubicBezTo>
                          <a:pt x="-299" y="18893"/>
                          <a:pt x="-1710" y="11080"/>
                          <a:pt x="2240" y="5390"/>
                        </a:cubicBezTo>
                        <a:cubicBezTo>
                          <a:pt x="5852" y="186"/>
                          <a:pt x="12779" y="-1506"/>
                          <a:pt x="18385" y="1446"/>
                        </a:cubicBezTo>
                        <a:lnTo>
                          <a:pt x="35878" y="12011"/>
                        </a:lnTo>
                        <a:cubicBezTo>
                          <a:pt x="41774" y="15645"/>
                          <a:pt x="43608" y="23371"/>
                          <a:pt x="39973" y="29267"/>
                        </a:cubicBezTo>
                        <a:cubicBezTo>
                          <a:pt x="37701" y="32954"/>
                          <a:pt x="33687" y="35206"/>
                          <a:pt x="29357" y="3522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4" name="Freeform 159">
                    <a:extLst>
                      <a:ext uri="{FF2B5EF4-FFF2-40B4-BE49-F238E27FC236}">
                        <a16:creationId xmlns:a16="http://schemas.microsoft.com/office/drawing/2014/main" id="{C22E603A-6732-600A-65F9-CE1DED0B9059}"/>
                      </a:ext>
                    </a:extLst>
                  </p:cNvPr>
                  <p:cNvSpPr/>
                  <p:nvPr/>
                </p:nvSpPr>
                <p:spPr>
                  <a:xfrm>
                    <a:off x="6753280" y="2265531"/>
                    <a:ext cx="29214" cy="41862"/>
                  </a:xfrm>
                  <a:custGeom>
                    <a:avLst/>
                    <a:gdLst>
                      <a:gd name="connsiteX0" fmla="*/ 16585 w 29214"/>
                      <a:gd name="connsiteY0" fmla="*/ 41863 h 41862"/>
                      <a:gd name="connsiteX1" fmla="*/ 4405 w 29214"/>
                      <a:gd name="connsiteY1" fmla="*/ 32269 h 41862"/>
                      <a:gd name="connsiteX2" fmla="*/ 423 w 29214"/>
                      <a:gd name="connsiteY2" fmla="*/ 15763 h 41862"/>
                      <a:gd name="connsiteX3" fmla="*/ 9324 w 29214"/>
                      <a:gd name="connsiteY3" fmla="*/ 423 h 41862"/>
                      <a:gd name="connsiteX4" fmla="*/ 24664 w 29214"/>
                      <a:gd name="connsiteY4" fmla="*/ 9325 h 41862"/>
                      <a:gd name="connsiteX5" fmla="*/ 24799 w 29214"/>
                      <a:gd name="connsiteY5" fmla="*/ 9885 h 41862"/>
                      <a:gd name="connsiteX6" fmla="*/ 28858 w 29214"/>
                      <a:gd name="connsiteY6" fmla="*/ 26375 h 41862"/>
                      <a:gd name="connsiteX7" fmla="*/ 19626 w 29214"/>
                      <a:gd name="connsiteY7" fmla="*/ 41518 h 41862"/>
                      <a:gd name="connsiteX8" fmla="*/ 19626 w 29214"/>
                      <a:gd name="connsiteY8" fmla="*/ 41518 h 41862"/>
                      <a:gd name="connsiteX9" fmla="*/ 16585 w 29214"/>
                      <a:gd name="connsiteY9" fmla="*/ 41863 h 41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214" h="41862">
                        <a:moveTo>
                          <a:pt x="16585" y="41863"/>
                        </a:moveTo>
                        <a:cubicBezTo>
                          <a:pt x="10797" y="41858"/>
                          <a:pt x="5765" y="37894"/>
                          <a:pt x="4405" y="32269"/>
                        </a:cubicBezTo>
                        <a:lnTo>
                          <a:pt x="423" y="15763"/>
                        </a:lnTo>
                        <a:cubicBezTo>
                          <a:pt x="-1354" y="9070"/>
                          <a:pt x="2630" y="2202"/>
                          <a:pt x="9324" y="423"/>
                        </a:cubicBezTo>
                        <a:cubicBezTo>
                          <a:pt x="16019" y="-1354"/>
                          <a:pt x="22886" y="2632"/>
                          <a:pt x="24664" y="9325"/>
                        </a:cubicBezTo>
                        <a:cubicBezTo>
                          <a:pt x="24712" y="9510"/>
                          <a:pt x="24758" y="9697"/>
                          <a:pt x="24799" y="9885"/>
                        </a:cubicBezTo>
                        <a:lnTo>
                          <a:pt x="28858" y="26375"/>
                        </a:lnTo>
                        <a:cubicBezTo>
                          <a:pt x="30490" y="33106"/>
                          <a:pt x="26357" y="39886"/>
                          <a:pt x="19626" y="41518"/>
                        </a:cubicBezTo>
                        <a:cubicBezTo>
                          <a:pt x="19626" y="41518"/>
                          <a:pt x="19626" y="41518"/>
                          <a:pt x="19626" y="41518"/>
                        </a:cubicBezTo>
                        <a:cubicBezTo>
                          <a:pt x="18629" y="41753"/>
                          <a:pt x="17608" y="41869"/>
                          <a:pt x="16585" y="41863"/>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5" name="Freeform 160">
                    <a:extLst>
                      <a:ext uri="{FF2B5EF4-FFF2-40B4-BE49-F238E27FC236}">
                        <a16:creationId xmlns:a16="http://schemas.microsoft.com/office/drawing/2014/main" id="{A71F7D0A-15CB-AA07-8FCB-846EE780C665}"/>
                      </a:ext>
                    </a:extLst>
                  </p:cNvPr>
                  <p:cNvSpPr/>
                  <p:nvPr/>
                </p:nvSpPr>
                <p:spPr>
                  <a:xfrm>
                    <a:off x="6720312" y="2259509"/>
                    <a:ext cx="35042" cy="42194"/>
                  </a:xfrm>
                  <a:custGeom>
                    <a:avLst/>
                    <a:gdLst>
                      <a:gd name="connsiteX0" fmla="*/ 12497 w 35042"/>
                      <a:gd name="connsiteY0" fmla="*/ 42195 h 42194"/>
                      <a:gd name="connsiteX1" fmla="*/ 0 w 35042"/>
                      <a:gd name="connsiteY1" fmla="*/ 29611 h 42194"/>
                      <a:gd name="connsiteX2" fmla="*/ 1680 w 35042"/>
                      <a:gd name="connsiteY2" fmla="*/ 23384 h 42194"/>
                      <a:gd name="connsiteX3" fmla="*/ 11666 w 35042"/>
                      <a:gd name="connsiteY3" fmla="*/ 6220 h 42194"/>
                      <a:gd name="connsiteX4" fmla="*/ 28822 w 35042"/>
                      <a:gd name="connsiteY4" fmla="*/ 1713 h 42194"/>
                      <a:gd name="connsiteX5" fmla="*/ 33329 w 35042"/>
                      <a:gd name="connsiteY5" fmla="*/ 18870 h 42194"/>
                      <a:gd name="connsiteX6" fmla="*/ 23344 w 35042"/>
                      <a:gd name="connsiteY6" fmla="*/ 35972 h 42194"/>
                      <a:gd name="connsiteX7" fmla="*/ 12497 w 35042"/>
                      <a:gd name="connsiteY7" fmla="*/ 42195 h 4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42" h="42194">
                        <a:moveTo>
                          <a:pt x="12497" y="42195"/>
                        </a:moveTo>
                        <a:cubicBezTo>
                          <a:pt x="5571" y="42170"/>
                          <a:pt x="-23" y="36536"/>
                          <a:pt x="0" y="29611"/>
                        </a:cubicBezTo>
                        <a:cubicBezTo>
                          <a:pt x="8" y="27424"/>
                          <a:pt x="588" y="25278"/>
                          <a:pt x="1680" y="23384"/>
                        </a:cubicBezTo>
                        <a:lnTo>
                          <a:pt x="11666" y="6220"/>
                        </a:lnTo>
                        <a:cubicBezTo>
                          <a:pt x="15158" y="238"/>
                          <a:pt x="22841" y="-1779"/>
                          <a:pt x="28822" y="1713"/>
                        </a:cubicBezTo>
                        <a:cubicBezTo>
                          <a:pt x="34804" y="5206"/>
                          <a:pt x="36822" y="12888"/>
                          <a:pt x="33329" y="18870"/>
                        </a:cubicBezTo>
                        <a:lnTo>
                          <a:pt x="23344" y="35972"/>
                        </a:lnTo>
                        <a:cubicBezTo>
                          <a:pt x="21095" y="39829"/>
                          <a:pt x="16962" y="42200"/>
                          <a:pt x="12497" y="4219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6" name="Freeform 161">
                    <a:extLst>
                      <a:ext uri="{FF2B5EF4-FFF2-40B4-BE49-F238E27FC236}">
                        <a16:creationId xmlns:a16="http://schemas.microsoft.com/office/drawing/2014/main" id="{88C98761-DDB0-8CF6-C7E0-5140054909B7}"/>
                      </a:ext>
                    </a:extLst>
                  </p:cNvPr>
                  <p:cNvSpPr/>
                  <p:nvPr/>
                </p:nvSpPr>
                <p:spPr>
                  <a:xfrm>
                    <a:off x="6698915" y="2238810"/>
                    <a:ext cx="43578" cy="30116"/>
                  </a:xfrm>
                  <a:custGeom>
                    <a:avLst/>
                    <a:gdLst>
                      <a:gd name="connsiteX0" fmla="*/ 12528 w 43578"/>
                      <a:gd name="connsiteY0" fmla="*/ 30116 h 30116"/>
                      <a:gd name="connsiteX1" fmla="*/ 0 w 43578"/>
                      <a:gd name="connsiteY1" fmla="*/ 17563 h 30116"/>
                      <a:gd name="connsiteX2" fmla="*/ 9252 w 43578"/>
                      <a:gd name="connsiteY2" fmla="*/ 5475 h 30116"/>
                      <a:gd name="connsiteX3" fmla="*/ 27921 w 43578"/>
                      <a:gd name="connsiteY3" fmla="*/ 396 h 30116"/>
                      <a:gd name="connsiteX4" fmla="*/ 43183 w 43578"/>
                      <a:gd name="connsiteY4" fmla="*/ 9429 h 30116"/>
                      <a:gd name="connsiteX5" fmla="*/ 34489 w 43578"/>
                      <a:gd name="connsiteY5" fmla="*/ 24599 h 30116"/>
                      <a:gd name="connsiteX6" fmla="*/ 15820 w 43578"/>
                      <a:gd name="connsiteY6" fmla="*/ 29677 h 30116"/>
                      <a:gd name="connsiteX7" fmla="*/ 12528 w 43578"/>
                      <a:gd name="connsiteY7" fmla="*/ 30116 h 3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8" h="30116">
                        <a:moveTo>
                          <a:pt x="12528" y="30116"/>
                        </a:moveTo>
                        <a:cubicBezTo>
                          <a:pt x="5602" y="30110"/>
                          <a:pt x="-7" y="24489"/>
                          <a:pt x="0" y="17563"/>
                        </a:cubicBezTo>
                        <a:cubicBezTo>
                          <a:pt x="6" y="11909"/>
                          <a:pt x="3795" y="6957"/>
                          <a:pt x="9252" y="5475"/>
                        </a:cubicBezTo>
                        <a:lnTo>
                          <a:pt x="27921" y="396"/>
                        </a:lnTo>
                        <a:cubicBezTo>
                          <a:pt x="34630" y="-1324"/>
                          <a:pt x="41463" y="2720"/>
                          <a:pt x="43183" y="9429"/>
                        </a:cubicBezTo>
                        <a:cubicBezTo>
                          <a:pt x="44869" y="16005"/>
                          <a:pt x="41015" y="22729"/>
                          <a:pt x="34489" y="24599"/>
                        </a:cubicBezTo>
                        <a:lnTo>
                          <a:pt x="15820" y="29677"/>
                        </a:lnTo>
                        <a:cubicBezTo>
                          <a:pt x="14747" y="29969"/>
                          <a:pt x="13640" y="30116"/>
                          <a:pt x="12528" y="3011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7" name="Freeform 162">
                    <a:extLst>
                      <a:ext uri="{FF2B5EF4-FFF2-40B4-BE49-F238E27FC236}">
                        <a16:creationId xmlns:a16="http://schemas.microsoft.com/office/drawing/2014/main" id="{D252B82A-C74F-2C59-90FA-D060018E4E7E}"/>
                      </a:ext>
                    </a:extLst>
                  </p:cNvPr>
                  <p:cNvSpPr/>
                  <p:nvPr/>
                </p:nvSpPr>
                <p:spPr>
                  <a:xfrm>
                    <a:off x="6703187" y="2203941"/>
                    <a:ext cx="43000" cy="36753"/>
                  </a:xfrm>
                  <a:custGeom>
                    <a:avLst/>
                    <a:gdLst>
                      <a:gd name="connsiteX0" fmla="*/ 30436 w 43000"/>
                      <a:gd name="connsiteY0" fmla="*/ 36754 h 36753"/>
                      <a:gd name="connsiteX1" fmla="*/ 23602 w 43000"/>
                      <a:gd name="connsiteY1" fmla="*/ 34716 h 36753"/>
                      <a:gd name="connsiteX2" fmla="*/ 5700 w 43000"/>
                      <a:gd name="connsiteY2" fmla="*/ 23053 h 36753"/>
                      <a:gd name="connsiteX3" fmla="*/ 2032 w 43000"/>
                      <a:gd name="connsiteY3" fmla="*/ 5701 h 36753"/>
                      <a:gd name="connsiteX4" fmla="*/ 19385 w 43000"/>
                      <a:gd name="connsiteY4" fmla="*/ 2033 h 36753"/>
                      <a:gd name="connsiteX5" fmla="*/ 37286 w 43000"/>
                      <a:gd name="connsiteY5" fmla="*/ 13695 h 36753"/>
                      <a:gd name="connsiteX6" fmla="*/ 40976 w 43000"/>
                      <a:gd name="connsiteY6" fmla="*/ 31042 h 36753"/>
                      <a:gd name="connsiteX7" fmla="*/ 30436 w 43000"/>
                      <a:gd name="connsiteY7" fmla="*/ 36754 h 36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000" h="36753">
                        <a:moveTo>
                          <a:pt x="30436" y="36754"/>
                        </a:moveTo>
                        <a:cubicBezTo>
                          <a:pt x="28008" y="36751"/>
                          <a:pt x="25635" y="36042"/>
                          <a:pt x="23602" y="34716"/>
                        </a:cubicBezTo>
                        <a:lnTo>
                          <a:pt x="5700" y="23053"/>
                        </a:lnTo>
                        <a:cubicBezTo>
                          <a:pt x="-104" y="19274"/>
                          <a:pt x="-1746" y="11505"/>
                          <a:pt x="2032" y="5701"/>
                        </a:cubicBezTo>
                        <a:cubicBezTo>
                          <a:pt x="5811" y="-104"/>
                          <a:pt x="13581" y="-1747"/>
                          <a:pt x="19385" y="2033"/>
                        </a:cubicBezTo>
                        <a:lnTo>
                          <a:pt x="37286" y="13695"/>
                        </a:lnTo>
                        <a:cubicBezTo>
                          <a:pt x="43096" y="17467"/>
                          <a:pt x="44748" y="25232"/>
                          <a:pt x="40976" y="31042"/>
                        </a:cubicBezTo>
                        <a:cubicBezTo>
                          <a:pt x="38660" y="34611"/>
                          <a:pt x="34691" y="36762"/>
                          <a:pt x="30436" y="3675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8" name="Freeform 163">
                    <a:extLst>
                      <a:ext uri="{FF2B5EF4-FFF2-40B4-BE49-F238E27FC236}">
                        <a16:creationId xmlns:a16="http://schemas.microsoft.com/office/drawing/2014/main" id="{EAEDB99F-D36F-1850-CB45-B3DDED10C3DD}"/>
                      </a:ext>
                    </a:extLst>
                  </p:cNvPr>
                  <p:cNvSpPr/>
                  <p:nvPr/>
                </p:nvSpPr>
                <p:spPr>
                  <a:xfrm>
                    <a:off x="6717310" y="2202400"/>
                    <a:ext cx="85595" cy="85587"/>
                  </a:xfrm>
                  <a:custGeom>
                    <a:avLst/>
                    <a:gdLst>
                      <a:gd name="connsiteX0" fmla="*/ 42727 w 85595"/>
                      <a:gd name="connsiteY0" fmla="*/ 85588 h 85587"/>
                      <a:gd name="connsiteX1" fmla="*/ 0 w 85595"/>
                      <a:gd name="connsiteY1" fmla="*/ 42727 h 85587"/>
                      <a:gd name="connsiteX2" fmla="*/ 42860 w 85595"/>
                      <a:gd name="connsiteY2" fmla="*/ 0 h 85587"/>
                      <a:gd name="connsiteX3" fmla="*/ 84455 w 85595"/>
                      <a:gd name="connsiteY3" fmla="*/ 33013 h 85587"/>
                      <a:gd name="connsiteX4" fmla="*/ 84455 w 85595"/>
                      <a:gd name="connsiteY4" fmla="*/ 33013 h 85587"/>
                      <a:gd name="connsiteX5" fmla="*/ 52586 w 85595"/>
                      <a:gd name="connsiteY5" fmla="*/ 84444 h 85587"/>
                      <a:gd name="connsiteX6" fmla="*/ 42727 w 85595"/>
                      <a:gd name="connsiteY6" fmla="*/ 85588 h 85587"/>
                      <a:gd name="connsiteX7" fmla="*/ 42883 w 85595"/>
                      <a:gd name="connsiteY7" fmla="*/ 25049 h 85587"/>
                      <a:gd name="connsiteX8" fmla="*/ 38808 w 85595"/>
                      <a:gd name="connsiteY8" fmla="*/ 25520 h 85587"/>
                      <a:gd name="connsiteX9" fmla="*/ 25664 w 85595"/>
                      <a:gd name="connsiteY9" fmla="*/ 46818 h 85587"/>
                      <a:gd name="connsiteX10" fmla="*/ 46962 w 85595"/>
                      <a:gd name="connsiteY10" fmla="*/ 59963 h 85587"/>
                      <a:gd name="connsiteX11" fmla="*/ 60126 w 85595"/>
                      <a:gd name="connsiteY11" fmla="*/ 38750 h 85587"/>
                      <a:gd name="connsiteX12" fmla="*/ 60126 w 85595"/>
                      <a:gd name="connsiteY12" fmla="*/ 38750 h 85587"/>
                      <a:gd name="connsiteX13" fmla="*/ 42883 w 85595"/>
                      <a:gd name="connsiteY13" fmla="*/ 25049 h 8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595" h="85587">
                        <a:moveTo>
                          <a:pt x="42727" y="85588"/>
                        </a:moveTo>
                        <a:cubicBezTo>
                          <a:pt x="19093" y="85550"/>
                          <a:pt x="-38" y="66362"/>
                          <a:pt x="0" y="42727"/>
                        </a:cubicBezTo>
                        <a:cubicBezTo>
                          <a:pt x="36" y="19093"/>
                          <a:pt x="19226" y="-38"/>
                          <a:pt x="42860" y="0"/>
                        </a:cubicBezTo>
                        <a:cubicBezTo>
                          <a:pt x="62702" y="31"/>
                          <a:pt x="79920" y="13697"/>
                          <a:pt x="84455" y="33013"/>
                        </a:cubicBezTo>
                        <a:lnTo>
                          <a:pt x="84455" y="33013"/>
                        </a:lnTo>
                        <a:cubicBezTo>
                          <a:pt x="89850" y="56015"/>
                          <a:pt x="75585" y="79036"/>
                          <a:pt x="52586" y="84444"/>
                        </a:cubicBezTo>
                        <a:cubicBezTo>
                          <a:pt x="49354" y="85202"/>
                          <a:pt x="46047" y="85586"/>
                          <a:pt x="42727" y="85588"/>
                        </a:cubicBezTo>
                        <a:close/>
                        <a:moveTo>
                          <a:pt x="42883" y="25049"/>
                        </a:moveTo>
                        <a:cubicBezTo>
                          <a:pt x="41512" y="25051"/>
                          <a:pt x="40143" y="25209"/>
                          <a:pt x="38808" y="25520"/>
                        </a:cubicBezTo>
                        <a:cubicBezTo>
                          <a:pt x="29296" y="27771"/>
                          <a:pt x="23411" y="37308"/>
                          <a:pt x="25664" y="46818"/>
                        </a:cubicBezTo>
                        <a:cubicBezTo>
                          <a:pt x="27915" y="56330"/>
                          <a:pt x="37450" y="62214"/>
                          <a:pt x="46962" y="59963"/>
                        </a:cubicBezTo>
                        <a:cubicBezTo>
                          <a:pt x="56439" y="57719"/>
                          <a:pt x="62322" y="48238"/>
                          <a:pt x="60126" y="38750"/>
                        </a:cubicBezTo>
                        <a:lnTo>
                          <a:pt x="60126" y="38750"/>
                        </a:lnTo>
                        <a:cubicBezTo>
                          <a:pt x="58252" y="30736"/>
                          <a:pt x="51113" y="25065"/>
                          <a:pt x="42883" y="25049"/>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339" name="Freeform 154">
                  <a:extLst>
                    <a:ext uri="{FF2B5EF4-FFF2-40B4-BE49-F238E27FC236}">
                      <a16:creationId xmlns:a16="http://schemas.microsoft.com/office/drawing/2014/main" id="{DCD22315-28B8-A8A6-9E32-07A654E02A66}"/>
                    </a:ext>
                  </a:extLst>
                </p:cNvPr>
                <p:cNvSpPr/>
                <p:nvPr/>
              </p:nvSpPr>
              <p:spPr>
                <a:xfrm>
                  <a:off x="6717586" y="2109858"/>
                  <a:ext cx="54608" cy="54606"/>
                </a:xfrm>
                <a:custGeom>
                  <a:avLst/>
                  <a:gdLst>
                    <a:gd name="connsiteX0" fmla="*/ 42074 w 54608"/>
                    <a:gd name="connsiteY0" fmla="*/ 54607 h 54606"/>
                    <a:gd name="connsiteX1" fmla="*/ 33202 w 54608"/>
                    <a:gd name="connsiteY1" fmla="*/ 50939 h 54606"/>
                    <a:gd name="connsiteX2" fmla="*/ 3669 w 54608"/>
                    <a:gd name="connsiteY2" fmla="*/ 21406 h 54606"/>
                    <a:gd name="connsiteX3" fmla="*/ 3677 w 54608"/>
                    <a:gd name="connsiteY3" fmla="*/ 3669 h 54606"/>
                    <a:gd name="connsiteX4" fmla="*/ 21414 w 54608"/>
                    <a:gd name="connsiteY4" fmla="*/ 3677 h 54606"/>
                    <a:gd name="connsiteX5" fmla="*/ 50931 w 54608"/>
                    <a:gd name="connsiteY5" fmla="*/ 33194 h 54606"/>
                    <a:gd name="connsiteX6" fmla="*/ 50940 w 54608"/>
                    <a:gd name="connsiteY6" fmla="*/ 50929 h 54606"/>
                    <a:gd name="connsiteX7" fmla="*/ 42074 w 54608"/>
                    <a:gd name="connsiteY7" fmla="*/ 54607 h 5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608" h="54606">
                      <a:moveTo>
                        <a:pt x="42074" y="54607"/>
                      </a:moveTo>
                      <a:cubicBezTo>
                        <a:pt x="38748" y="54609"/>
                        <a:pt x="35556" y="53290"/>
                        <a:pt x="33202" y="50939"/>
                      </a:cubicBezTo>
                      <a:lnTo>
                        <a:pt x="3669" y="21406"/>
                      </a:lnTo>
                      <a:cubicBezTo>
                        <a:pt x="-1226" y="16506"/>
                        <a:pt x="-1223" y="8565"/>
                        <a:pt x="3677" y="3669"/>
                      </a:cubicBezTo>
                      <a:cubicBezTo>
                        <a:pt x="8577" y="-1226"/>
                        <a:pt x="16519" y="-1223"/>
                        <a:pt x="21414" y="3677"/>
                      </a:cubicBezTo>
                      <a:lnTo>
                        <a:pt x="50931" y="33194"/>
                      </a:lnTo>
                      <a:cubicBezTo>
                        <a:pt x="55831" y="38089"/>
                        <a:pt x="55836" y="46029"/>
                        <a:pt x="50940" y="50929"/>
                      </a:cubicBezTo>
                      <a:cubicBezTo>
                        <a:pt x="48590" y="53282"/>
                        <a:pt x="45401" y="54605"/>
                        <a:pt x="42074" y="5460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2" name="Group 1">
            <a:extLst>
              <a:ext uri="{FF2B5EF4-FFF2-40B4-BE49-F238E27FC236}">
                <a16:creationId xmlns:a16="http://schemas.microsoft.com/office/drawing/2014/main" id="{4764CBED-572F-AB6E-3EB7-93A6035D3469}"/>
              </a:ext>
            </a:extLst>
          </p:cNvPr>
          <p:cNvGrpSpPr/>
          <p:nvPr/>
        </p:nvGrpSpPr>
        <p:grpSpPr>
          <a:xfrm>
            <a:off x="10667997" y="-3"/>
            <a:ext cx="1143475" cy="828677"/>
            <a:chOff x="10667997" y="-3"/>
            <a:chExt cx="1143475" cy="828677"/>
          </a:xfrm>
        </p:grpSpPr>
        <p:sp>
          <p:nvSpPr>
            <p:cNvPr id="3" name="Round Same-side Corner of Rectangle 3">
              <a:extLst>
                <a:ext uri="{FF2B5EF4-FFF2-40B4-BE49-F238E27FC236}">
                  <a16:creationId xmlns:a16="http://schemas.microsoft.com/office/drawing/2014/main" id="{5A3D8EA3-4011-C26C-911F-9F893AECA7AD}"/>
                </a:ext>
              </a:extLst>
            </p:cNvPr>
            <p:cNvSpPr/>
            <p:nvPr/>
          </p:nvSpPr>
          <p:spPr>
            <a:xfrm rot="10800000">
              <a:off x="10667997" y="-3"/>
              <a:ext cx="1143475" cy="828677"/>
            </a:xfrm>
            <a:prstGeom prst="round2SameRect">
              <a:avLst/>
            </a:prstGeom>
            <a:solidFill>
              <a:schemeClr val="bg1"/>
            </a:solidFill>
            <a:ln>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4" name="Picture 3">
              <a:extLst>
                <a:ext uri="{FF2B5EF4-FFF2-40B4-BE49-F238E27FC236}">
                  <a16:creationId xmlns:a16="http://schemas.microsoft.com/office/drawing/2014/main" id="{1F7F2505-7B5F-CC7D-45E9-1D5CDC8EB60A}"/>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0957794" y="135851"/>
              <a:ext cx="563880" cy="563880"/>
            </a:xfrm>
            <a:prstGeom prst="rect">
              <a:avLst/>
            </a:prstGeom>
          </p:spPr>
        </p:pic>
      </p:grpSp>
      <p:grpSp>
        <p:nvGrpSpPr>
          <p:cNvPr id="51" name="Group 50">
            <a:extLst>
              <a:ext uri="{FF2B5EF4-FFF2-40B4-BE49-F238E27FC236}">
                <a16:creationId xmlns:a16="http://schemas.microsoft.com/office/drawing/2014/main" id="{8FDA40D8-F47B-624F-952D-ABB6A7E358CE}"/>
              </a:ext>
            </a:extLst>
          </p:cNvPr>
          <p:cNvGrpSpPr/>
          <p:nvPr/>
        </p:nvGrpSpPr>
        <p:grpSpPr>
          <a:xfrm>
            <a:off x="10916676" y="2241576"/>
            <a:ext cx="1275324" cy="1365966"/>
            <a:chOff x="10916676" y="2241576"/>
            <a:chExt cx="1275324" cy="1365966"/>
          </a:xfrm>
        </p:grpSpPr>
        <p:grpSp>
          <p:nvGrpSpPr>
            <p:cNvPr id="52" name="Group 51">
              <a:extLst>
                <a:ext uri="{FF2B5EF4-FFF2-40B4-BE49-F238E27FC236}">
                  <a16:creationId xmlns:a16="http://schemas.microsoft.com/office/drawing/2014/main" id="{DD8D0CBD-49F7-8A2A-78FF-4E0255C4C7E4}"/>
                </a:ext>
              </a:extLst>
            </p:cNvPr>
            <p:cNvGrpSpPr/>
            <p:nvPr/>
          </p:nvGrpSpPr>
          <p:grpSpPr>
            <a:xfrm>
              <a:off x="10916676" y="2241576"/>
              <a:ext cx="1275324" cy="1365966"/>
              <a:chOff x="10916676" y="2241576"/>
              <a:chExt cx="1275324" cy="1365966"/>
            </a:xfrm>
          </p:grpSpPr>
          <p:sp>
            <p:nvSpPr>
              <p:cNvPr id="454" name="Arrow: Chevron 26">
                <a:extLst>
                  <a:ext uri="{FF2B5EF4-FFF2-40B4-BE49-F238E27FC236}">
                    <a16:creationId xmlns:a16="http://schemas.microsoft.com/office/drawing/2014/main" id="{BD3E3B82-36E0-F3AE-2684-F042213D2AD0}"/>
                  </a:ext>
                </a:extLst>
              </p:cNvPr>
              <p:cNvSpPr/>
              <p:nvPr/>
            </p:nvSpPr>
            <p:spPr>
              <a:xfrm>
                <a:off x="11066350" y="3197853"/>
                <a:ext cx="1125650" cy="409689"/>
              </a:xfrm>
              <a:prstGeom prst="chevron">
                <a:avLst>
                  <a:gd name="adj" fmla="val 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Operate</a:t>
                </a:r>
              </a:p>
            </p:txBody>
          </p:sp>
          <p:sp>
            <p:nvSpPr>
              <p:cNvPr id="455" name="Arrow: Chevron 283">
                <a:extLst>
                  <a:ext uri="{FF2B5EF4-FFF2-40B4-BE49-F238E27FC236}">
                    <a16:creationId xmlns:a16="http://schemas.microsoft.com/office/drawing/2014/main" id="{D76EB45D-7ED3-DB1D-F7D9-E69EFB15397D}"/>
                  </a:ext>
                </a:extLst>
              </p:cNvPr>
              <p:cNvSpPr/>
              <p:nvPr/>
            </p:nvSpPr>
            <p:spPr>
              <a:xfrm>
                <a:off x="10916676" y="2241576"/>
                <a:ext cx="1275324" cy="964154"/>
              </a:xfrm>
              <a:prstGeom prst="chevron">
                <a:avLst>
                  <a:gd name="adj" fmla="val 0"/>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20040" tIns="59436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Run</a:t>
                </a:r>
              </a:p>
            </p:txBody>
          </p:sp>
        </p:grpSp>
        <p:grpSp>
          <p:nvGrpSpPr>
            <p:cNvPr id="53" name="Group 52">
              <a:extLst>
                <a:ext uri="{FF2B5EF4-FFF2-40B4-BE49-F238E27FC236}">
                  <a16:creationId xmlns:a16="http://schemas.microsoft.com/office/drawing/2014/main" id="{B2DFF83A-5810-0BCB-9265-2AA72292E01F}"/>
                </a:ext>
              </a:extLst>
            </p:cNvPr>
            <p:cNvGrpSpPr/>
            <p:nvPr/>
          </p:nvGrpSpPr>
          <p:grpSpPr>
            <a:xfrm>
              <a:off x="11474566" y="2369261"/>
              <a:ext cx="471163" cy="471791"/>
              <a:chOff x="11474566" y="2369261"/>
              <a:chExt cx="471163" cy="471791"/>
            </a:xfrm>
          </p:grpSpPr>
          <p:sp>
            <p:nvSpPr>
              <p:cNvPr id="54" name="Oval 53">
                <a:extLst>
                  <a:ext uri="{FF2B5EF4-FFF2-40B4-BE49-F238E27FC236}">
                    <a16:creationId xmlns:a16="http://schemas.microsoft.com/office/drawing/2014/main" id="{A61BFCFA-36C7-3AE0-F924-15C8F3613527}"/>
                  </a:ext>
                </a:extLst>
              </p:cNvPr>
              <p:cNvSpPr/>
              <p:nvPr/>
            </p:nvSpPr>
            <p:spPr>
              <a:xfrm>
                <a:off x="11474566" y="2369261"/>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55" name="Group 54">
                <a:extLst>
                  <a:ext uri="{FF2B5EF4-FFF2-40B4-BE49-F238E27FC236}">
                    <a16:creationId xmlns:a16="http://schemas.microsoft.com/office/drawing/2014/main" id="{0E3D79D4-A09E-7B87-4FD2-C7F97037947F}"/>
                  </a:ext>
                </a:extLst>
              </p:cNvPr>
              <p:cNvGrpSpPr/>
              <p:nvPr/>
            </p:nvGrpSpPr>
            <p:grpSpPr>
              <a:xfrm>
                <a:off x="11571620" y="2470200"/>
                <a:ext cx="277151" cy="269933"/>
                <a:chOff x="11570793" y="2043116"/>
                <a:chExt cx="277520" cy="269933"/>
              </a:xfrm>
              <a:solidFill>
                <a:schemeClr val="bg1">
                  <a:lumMod val="75000"/>
                </a:schemeClr>
              </a:solidFill>
            </p:grpSpPr>
            <p:sp>
              <p:nvSpPr>
                <p:cNvPr id="56" name="Freeform 127">
                  <a:extLst>
                    <a:ext uri="{FF2B5EF4-FFF2-40B4-BE49-F238E27FC236}">
                      <a16:creationId xmlns:a16="http://schemas.microsoft.com/office/drawing/2014/main" id="{BB7BEB61-48BB-7C7D-C142-99693000297E}"/>
                    </a:ext>
                  </a:extLst>
                </p:cNvPr>
                <p:cNvSpPr/>
                <p:nvPr/>
              </p:nvSpPr>
              <p:spPr>
                <a:xfrm>
                  <a:off x="11570793" y="2043116"/>
                  <a:ext cx="179741" cy="226257"/>
                </a:xfrm>
                <a:custGeom>
                  <a:avLst/>
                  <a:gdLst>
                    <a:gd name="connsiteX0" fmla="*/ 41995 w 179741"/>
                    <a:gd name="connsiteY0" fmla="*/ 226257 h 226257"/>
                    <a:gd name="connsiteX1" fmla="*/ 31425 w 179741"/>
                    <a:gd name="connsiteY1" fmla="*/ 221343 h 226257"/>
                    <a:gd name="connsiteX2" fmla="*/ 48307 w 179741"/>
                    <a:gd name="connsiteY2" fmla="*/ 31424 h 226257"/>
                    <a:gd name="connsiteX3" fmla="*/ 168886 w 179741"/>
                    <a:gd name="connsiteY3" fmla="*/ 4375 h 226257"/>
                    <a:gd name="connsiteX4" fmla="*/ 179422 w 179741"/>
                    <a:gd name="connsiteY4" fmla="*/ 20793 h 226257"/>
                    <a:gd name="connsiteX5" fmla="*/ 163005 w 179741"/>
                    <a:gd name="connsiteY5" fmla="*/ 31329 h 226257"/>
                    <a:gd name="connsiteX6" fmla="*/ 161989 w 179741"/>
                    <a:gd name="connsiteY6" fmla="*/ 31067 h 226257"/>
                    <a:gd name="connsiteX7" fmla="*/ 31017 w 179741"/>
                    <a:gd name="connsiteY7" fmla="*/ 107371 h 226257"/>
                    <a:gd name="connsiteX8" fmla="*/ 52548 w 179741"/>
                    <a:gd name="connsiteY8" fmla="*/ 203600 h 226257"/>
                    <a:gd name="connsiteX9" fmla="*/ 50841 w 179741"/>
                    <a:gd name="connsiteY9" fmla="*/ 223033 h 226257"/>
                    <a:gd name="connsiteX10" fmla="*/ 41995 w 179741"/>
                    <a:gd name="connsiteY10" fmla="*/ 226257 h 22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41" h="226257">
                      <a:moveTo>
                        <a:pt x="41995" y="226257"/>
                      </a:moveTo>
                      <a:cubicBezTo>
                        <a:pt x="37919" y="226261"/>
                        <a:pt x="34050" y="224462"/>
                        <a:pt x="31425" y="221343"/>
                      </a:cubicBezTo>
                      <a:cubicBezTo>
                        <a:pt x="-16358" y="164236"/>
                        <a:pt x="-8799" y="79207"/>
                        <a:pt x="48307" y="31424"/>
                      </a:cubicBezTo>
                      <a:cubicBezTo>
                        <a:pt x="81759" y="3434"/>
                        <a:pt x="126684" y="-6644"/>
                        <a:pt x="168886" y="4375"/>
                      </a:cubicBezTo>
                      <a:cubicBezTo>
                        <a:pt x="176330" y="5999"/>
                        <a:pt x="181046" y="13350"/>
                        <a:pt x="179422" y="20793"/>
                      </a:cubicBezTo>
                      <a:cubicBezTo>
                        <a:pt x="177798" y="28236"/>
                        <a:pt x="170447" y="32954"/>
                        <a:pt x="163005" y="31329"/>
                      </a:cubicBezTo>
                      <a:cubicBezTo>
                        <a:pt x="162663" y="31255"/>
                        <a:pt x="162324" y="31167"/>
                        <a:pt x="161989" y="31067"/>
                      </a:cubicBezTo>
                      <a:cubicBezTo>
                        <a:pt x="104751" y="15971"/>
                        <a:pt x="46113" y="50133"/>
                        <a:pt x="31017" y="107371"/>
                      </a:cubicBezTo>
                      <a:cubicBezTo>
                        <a:pt x="22136" y="141041"/>
                        <a:pt x="30166" y="176925"/>
                        <a:pt x="52548" y="203600"/>
                      </a:cubicBezTo>
                      <a:cubicBezTo>
                        <a:pt x="57443" y="209439"/>
                        <a:pt x="56678" y="218140"/>
                        <a:pt x="50841" y="223033"/>
                      </a:cubicBezTo>
                      <a:cubicBezTo>
                        <a:pt x="48361" y="225113"/>
                        <a:pt x="45231" y="226254"/>
                        <a:pt x="41995" y="226257"/>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7" name="Freeform 128">
                  <a:extLst>
                    <a:ext uri="{FF2B5EF4-FFF2-40B4-BE49-F238E27FC236}">
                      <a16:creationId xmlns:a16="http://schemas.microsoft.com/office/drawing/2014/main" id="{FD773743-C46F-7312-247B-F7E8A82ED028}"/>
                    </a:ext>
                  </a:extLst>
                </p:cNvPr>
                <p:cNvSpPr/>
                <p:nvPr/>
              </p:nvSpPr>
              <p:spPr>
                <a:xfrm>
                  <a:off x="11594873" y="2243457"/>
                  <a:ext cx="54073" cy="54073"/>
                </a:xfrm>
                <a:custGeom>
                  <a:avLst/>
                  <a:gdLst>
                    <a:gd name="connsiteX0" fmla="*/ 27054 w 54073"/>
                    <a:gd name="connsiteY0" fmla="*/ 54074 h 54073"/>
                    <a:gd name="connsiteX1" fmla="*/ 0 w 54073"/>
                    <a:gd name="connsiteY1" fmla="*/ 27054 h 54073"/>
                    <a:gd name="connsiteX2" fmla="*/ 27020 w 54073"/>
                    <a:gd name="connsiteY2" fmla="*/ 0 h 54073"/>
                    <a:gd name="connsiteX3" fmla="*/ 54074 w 54073"/>
                    <a:gd name="connsiteY3" fmla="*/ 27020 h 54073"/>
                    <a:gd name="connsiteX4" fmla="*/ 54074 w 54073"/>
                    <a:gd name="connsiteY4" fmla="*/ 27037 h 54073"/>
                    <a:gd name="connsiteX5" fmla="*/ 27054 w 54073"/>
                    <a:gd name="connsiteY5" fmla="*/ 54074 h 54073"/>
                    <a:gd name="connsiteX6" fmla="*/ 27054 w 54073"/>
                    <a:gd name="connsiteY6" fmla="*/ 26485 h 54073"/>
                    <a:gd name="connsiteX7" fmla="*/ 26486 w 54073"/>
                    <a:gd name="connsiteY7" fmla="*/ 27020 h 54073"/>
                    <a:gd name="connsiteX8" fmla="*/ 26485 w 54073"/>
                    <a:gd name="connsiteY8" fmla="*/ 27037 h 54073"/>
                    <a:gd name="connsiteX9" fmla="*/ 26947 w 54073"/>
                    <a:gd name="connsiteY9" fmla="*/ 27696 h 54073"/>
                    <a:gd name="connsiteX10" fmla="*/ 27606 w 54073"/>
                    <a:gd name="connsiteY10" fmla="*/ 27234 h 54073"/>
                    <a:gd name="connsiteX11" fmla="*/ 27606 w 54073"/>
                    <a:gd name="connsiteY11" fmla="*/ 27037 h 54073"/>
                    <a:gd name="connsiteX12" fmla="*/ 27054 w 54073"/>
                    <a:gd name="connsiteY12"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073" h="54073">
                      <a:moveTo>
                        <a:pt x="27054" y="54074"/>
                      </a:moveTo>
                      <a:cubicBezTo>
                        <a:pt x="12122" y="54084"/>
                        <a:pt x="9" y="41987"/>
                        <a:pt x="0" y="27054"/>
                      </a:cubicBezTo>
                      <a:cubicBezTo>
                        <a:pt x="-9" y="12122"/>
                        <a:pt x="12088" y="10"/>
                        <a:pt x="27020" y="0"/>
                      </a:cubicBezTo>
                      <a:cubicBezTo>
                        <a:pt x="41952" y="-10"/>
                        <a:pt x="54064" y="12087"/>
                        <a:pt x="54074" y="27020"/>
                      </a:cubicBezTo>
                      <a:cubicBezTo>
                        <a:pt x="54074" y="27025"/>
                        <a:pt x="54074" y="27032"/>
                        <a:pt x="54074" y="27037"/>
                      </a:cubicBezTo>
                      <a:cubicBezTo>
                        <a:pt x="54064" y="41959"/>
                        <a:pt x="41976" y="54055"/>
                        <a:pt x="27054" y="54074"/>
                      </a:cubicBezTo>
                      <a:close/>
                      <a:moveTo>
                        <a:pt x="27054" y="26485"/>
                      </a:moveTo>
                      <a:cubicBezTo>
                        <a:pt x="26750" y="26475"/>
                        <a:pt x="26495" y="26715"/>
                        <a:pt x="26486" y="27020"/>
                      </a:cubicBezTo>
                      <a:cubicBezTo>
                        <a:pt x="26485" y="27025"/>
                        <a:pt x="26485" y="27032"/>
                        <a:pt x="26485" y="27037"/>
                      </a:cubicBezTo>
                      <a:cubicBezTo>
                        <a:pt x="26431" y="27346"/>
                        <a:pt x="26637" y="27642"/>
                        <a:pt x="26947" y="27696"/>
                      </a:cubicBezTo>
                      <a:cubicBezTo>
                        <a:pt x="27256" y="27751"/>
                        <a:pt x="27552" y="27544"/>
                        <a:pt x="27606" y="27234"/>
                      </a:cubicBezTo>
                      <a:cubicBezTo>
                        <a:pt x="27618" y="27170"/>
                        <a:pt x="27618" y="27103"/>
                        <a:pt x="27606" y="27037"/>
                      </a:cubicBezTo>
                      <a:cubicBezTo>
                        <a:pt x="27606" y="26732"/>
                        <a:pt x="27359" y="26485"/>
                        <a:pt x="27054" y="26485"/>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8" name="Freeform 129">
                  <a:extLst>
                    <a:ext uri="{FF2B5EF4-FFF2-40B4-BE49-F238E27FC236}">
                      <a16:creationId xmlns:a16="http://schemas.microsoft.com/office/drawing/2014/main" id="{6D27CA19-04CF-DD77-9F75-5819CFDC3D49}"/>
                    </a:ext>
                  </a:extLst>
                </p:cNvPr>
                <p:cNvSpPr/>
                <p:nvPr/>
              </p:nvSpPr>
              <p:spPr>
                <a:xfrm>
                  <a:off x="11669487" y="2086914"/>
                  <a:ext cx="178826" cy="226135"/>
                </a:xfrm>
                <a:custGeom>
                  <a:avLst/>
                  <a:gdLst>
                    <a:gd name="connsiteX0" fmla="*/ 44069 w 178826"/>
                    <a:gd name="connsiteY0" fmla="*/ 226136 h 226135"/>
                    <a:gd name="connsiteX1" fmla="*/ 9842 w 178826"/>
                    <a:gd name="connsiteY1" fmla="*/ 221739 h 226135"/>
                    <a:gd name="connsiteX2" fmla="*/ 583 w 178826"/>
                    <a:gd name="connsiteY2" fmla="*/ 204568 h 226135"/>
                    <a:gd name="connsiteX3" fmla="*/ 16739 w 178826"/>
                    <a:gd name="connsiteY3" fmla="*/ 195047 h 226135"/>
                    <a:gd name="connsiteX4" fmla="*/ 147712 w 178826"/>
                    <a:gd name="connsiteY4" fmla="*/ 118743 h 226135"/>
                    <a:gd name="connsiteX5" fmla="*/ 126180 w 178826"/>
                    <a:gd name="connsiteY5" fmla="*/ 22514 h 226135"/>
                    <a:gd name="connsiteX6" fmla="*/ 128151 w 178826"/>
                    <a:gd name="connsiteY6" fmla="*/ 3105 h 226135"/>
                    <a:gd name="connsiteX7" fmla="*/ 147303 w 178826"/>
                    <a:gd name="connsiteY7" fmla="*/ 4771 h 226135"/>
                    <a:gd name="connsiteX8" fmla="*/ 130681 w 178826"/>
                    <a:gd name="connsiteY8" fmla="*/ 194616 h 226135"/>
                    <a:gd name="connsiteX9" fmla="*/ 44069 w 178826"/>
                    <a:gd name="connsiteY9" fmla="*/ 226136 h 22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8826" h="226135">
                      <a:moveTo>
                        <a:pt x="44069" y="226136"/>
                      </a:moveTo>
                      <a:cubicBezTo>
                        <a:pt x="32519" y="226134"/>
                        <a:pt x="21017" y="224656"/>
                        <a:pt x="9842" y="221739"/>
                      </a:cubicBezTo>
                      <a:cubicBezTo>
                        <a:pt x="2543" y="219554"/>
                        <a:pt x="-1602" y="211866"/>
                        <a:pt x="583" y="204568"/>
                      </a:cubicBezTo>
                      <a:cubicBezTo>
                        <a:pt x="2651" y="197659"/>
                        <a:pt x="9693" y="193509"/>
                        <a:pt x="16739" y="195047"/>
                      </a:cubicBezTo>
                      <a:cubicBezTo>
                        <a:pt x="73977" y="210143"/>
                        <a:pt x="132615" y="175981"/>
                        <a:pt x="147712" y="118743"/>
                      </a:cubicBezTo>
                      <a:cubicBezTo>
                        <a:pt x="156592" y="85073"/>
                        <a:pt x="148563" y="49188"/>
                        <a:pt x="126180" y="22514"/>
                      </a:cubicBezTo>
                      <a:cubicBezTo>
                        <a:pt x="121364" y="16610"/>
                        <a:pt x="122247" y="7921"/>
                        <a:pt x="128151" y="3105"/>
                      </a:cubicBezTo>
                      <a:cubicBezTo>
                        <a:pt x="133934" y="-1612"/>
                        <a:pt x="142421" y="-874"/>
                        <a:pt x="147303" y="4771"/>
                      </a:cubicBezTo>
                      <a:cubicBezTo>
                        <a:pt x="195137" y="61785"/>
                        <a:pt x="187695" y="146780"/>
                        <a:pt x="130681" y="194616"/>
                      </a:cubicBezTo>
                      <a:cubicBezTo>
                        <a:pt x="106413" y="214976"/>
                        <a:pt x="75748" y="226136"/>
                        <a:pt x="44069" y="226136"/>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 name="Freeform 130">
                  <a:extLst>
                    <a:ext uri="{FF2B5EF4-FFF2-40B4-BE49-F238E27FC236}">
                      <a16:creationId xmlns:a16="http://schemas.microsoft.com/office/drawing/2014/main" id="{E5C61C0A-938D-4FF4-EC5B-51922CBE2A60}"/>
                    </a:ext>
                  </a:extLst>
                </p:cNvPr>
                <p:cNvSpPr/>
                <p:nvPr/>
              </p:nvSpPr>
              <p:spPr>
                <a:xfrm>
                  <a:off x="11770096" y="2058595"/>
                  <a:ext cx="54074" cy="54073"/>
                </a:xfrm>
                <a:custGeom>
                  <a:avLst/>
                  <a:gdLst>
                    <a:gd name="connsiteX0" fmla="*/ 26985 w 54074"/>
                    <a:gd name="connsiteY0" fmla="*/ 54074 h 54073"/>
                    <a:gd name="connsiteX1" fmla="*/ 0 w 54074"/>
                    <a:gd name="connsiteY1" fmla="*/ 26985 h 54073"/>
                    <a:gd name="connsiteX2" fmla="*/ 27089 w 54074"/>
                    <a:gd name="connsiteY2" fmla="*/ 0 h 54073"/>
                    <a:gd name="connsiteX3" fmla="*/ 54074 w 54074"/>
                    <a:gd name="connsiteY3" fmla="*/ 27054 h 54073"/>
                    <a:gd name="connsiteX4" fmla="*/ 26985 w 54074"/>
                    <a:gd name="connsiteY4" fmla="*/ 54074 h 54073"/>
                    <a:gd name="connsiteX5" fmla="*/ 26985 w 54074"/>
                    <a:gd name="connsiteY5" fmla="*/ 26485 h 54073"/>
                    <a:gd name="connsiteX6" fmla="*/ 26434 w 54074"/>
                    <a:gd name="connsiteY6" fmla="*/ 27054 h 54073"/>
                    <a:gd name="connsiteX7" fmla="*/ 27092 w 54074"/>
                    <a:gd name="connsiteY7" fmla="*/ 27516 h 54073"/>
                    <a:gd name="connsiteX8" fmla="*/ 27554 w 54074"/>
                    <a:gd name="connsiteY8" fmla="*/ 27054 h 54073"/>
                    <a:gd name="connsiteX9" fmla="*/ 26985 w 54074"/>
                    <a:gd name="connsiteY9"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74" h="54073">
                      <a:moveTo>
                        <a:pt x="26985" y="54074"/>
                      </a:moveTo>
                      <a:cubicBezTo>
                        <a:pt x="12053" y="54045"/>
                        <a:pt x="-29" y="41917"/>
                        <a:pt x="0" y="26985"/>
                      </a:cubicBezTo>
                      <a:cubicBezTo>
                        <a:pt x="29" y="12053"/>
                        <a:pt x="12156" y="-29"/>
                        <a:pt x="27089" y="0"/>
                      </a:cubicBezTo>
                      <a:cubicBezTo>
                        <a:pt x="42007" y="29"/>
                        <a:pt x="54083" y="12135"/>
                        <a:pt x="54074" y="27054"/>
                      </a:cubicBezTo>
                      <a:cubicBezTo>
                        <a:pt x="54055" y="41996"/>
                        <a:pt x="41926" y="54093"/>
                        <a:pt x="26985" y="54074"/>
                      </a:cubicBezTo>
                      <a:close/>
                      <a:moveTo>
                        <a:pt x="26985" y="26485"/>
                      </a:moveTo>
                      <a:cubicBezTo>
                        <a:pt x="26678" y="26494"/>
                        <a:pt x="26434" y="26746"/>
                        <a:pt x="26434" y="27054"/>
                      </a:cubicBezTo>
                      <a:cubicBezTo>
                        <a:pt x="26489" y="27364"/>
                        <a:pt x="26784" y="27570"/>
                        <a:pt x="27092" y="27516"/>
                      </a:cubicBezTo>
                      <a:cubicBezTo>
                        <a:pt x="27328" y="27474"/>
                        <a:pt x="27513" y="27290"/>
                        <a:pt x="27554" y="27054"/>
                      </a:cubicBezTo>
                      <a:cubicBezTo>
                        <a:pt x="27554" y="26740"/>
                        <a:pt x="27299" y="26485"/>
                        <a:pt x="26985" y="26485"/>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60" name="Graphic 336">
                  <a:extLst>
                    <a:ext uri="{FF2B5EF4-FFF2-40B4-BE49-F238E27FC236}">
                      <a16:creationId xmlns:a16="http://schemas.microsoft.com/office/drawing/2014/main" id="{EA0315C2-B7BC-BE83-4CA9-F855E7BF46B6}"/>
                    </a:ext>
                  </a:extLst>
                </p:cNvPr>
                <p:cNvGrpSpPr/>
                <p:nvPr/>
              </p:nvGrpSpPr>
              <p:grpSpPr>
                <a:xfrm>
                  <a:off x="11642426" y="2109389"/>
                  <a:ext cx="134189" cy="138120"/>
                  <a:chOff x="11642426" y="2109389"/>
                  <a:chExt cx="134189" cy="138120"/>
                </a:xfrm>
                <a:grpFill/>
              </p:grpSpPr>
              <p:sp>
                <p:nvSpPr>
                  <p:cNvPr id="61" name="Freeform 132">
                    <a:extLst>
                      <a:ext uri="{FF2B5EF4-FFF2-40B4-BE49-F238E27FC236}">
                        <a16:creationId xmlns:a16="http://schemas.microsoft.com/office/drawing/2014/main" id="{30688D65-ED8C-6FDD-D958-AC7910FC5D29}"/>
                      </a:ext>
                    </a:extLst>
                  </p:cNvPr>
                  <p:cNvSpPr/>
                  <p:nvPr/>
                </p:nvSpPr>
                <p:spPr>
                  <a:xfrm>
                    <a:off x="11681787" y="2109389"/>
                    <a:ext cx="34081" cy="51112"/>
                  </a:xfrm>
                  <a:custGeom>
                    <a:avLst/>
                    <a:gdLst>
                      <a:gd name="connsiteX0" fmla="*/ 20338 w 34081"/>
                      <a:gd name="connsiteY0" fmla="*/ 51112 h 51112"/>
                      <a:gd name="connsiteX1" fmla="*/ 7060 w 34081"/>
                      <a:gd name="connsiteY1" fmla="*/ 41008 h 51112"/>
                      <a:gd name="connsiteX2" fmla="*/ 318 w 34081"/>
                      <a:gd name="connsiteY2" fmla="*/ 16730 h 51112"/>
                      <a:gd name="connsiteX3" fmla="*/ 10864 w 34081"/>
                      <a:gd name="connsiteY3" fmla="*/ 317 h 51112"/>
                      <a:gd name="connsiteX4" fmla="*/ 26855 w 34081"/>
                      <a:gd name="connsiteY4" fmla="*/ 9350 h 51112"/>
                      <a:gd name="connsiteX5" fmla="*/ 33580 w 34081"/>
                      <a:gd name="connsiteY5" fmla="*/ 33628 h 51112"/>
                      <a:gd name="connsiteX6" fmla="*/ 24028 w 34081"/>
                      <a:gd name="connsiteY6" fmla="*/ 50578 h 51112"/>
                      <a:gd name="connsiteX7" fmla="*/ 20338 w 34081"/>
                      <a:gd name="connsiteY7" fmla="*/ 51112 h 51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081" h="51112">
                        <a:moveTo>
                          <a:pt x="20338" y="51112"/>
                        </a:moveTo>
                        <a:cubicBezTo>
                          <a:pt x="14146" y="51106"/>
                          <a:pt x="8717" y="46974"/>
                          <a:pt x="7060" y="41008"/>
                        </a:cubicBezTo>
                        <a:lnTo>
                          <a:pt x="318" y="16730"/>
                        </a:lnTo>
                        <a:cubicBezTo>
                          <a:pt x="-1302" y="9286"/>
                          <a:pt x="3420" y="1938"/>
                          <a:pt x="10864" y="317"/>
                        </a:cubicBezTo>
                        <a:cubicBezTo>
                          <a:pt x="17715" y="-1174"/>
                          <a:pt x="24595" y="2712"/>
                          <a:pt x="26855" y="9350"/>
                        </a:cubicBezTo>
                        <a:lnTo>
                          <a:pt x="33580" y="33628"/>
                        </a:lnTo>
                        <a:cubicBezTo>
                          <a:pt x="35601" y="40944"/>
                          <a:pt x="31332" y="48518"/>
                          <a:pt x="24028" y="50578"/>
                        </a:cubicBezTo>
                        <a:cubicBezTo>
                          <a:pt x="22826" y="50916"/>
                          <a:pt x="21586" y="51096"/>
                          <a:pt x="20338" y="51112"/>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2" name="Freeform 133">
                    <a:extLst>
                      <a:ext uri="{FF2B5EF4-FFF2-40B4-BE49-F238E27FC236}">
                        <a16:creationId xmlns:a16="http://schemas.microsoft.com/office/drawing/2014/main" id="{824676A0-10FA-E769-022E-15A16D08BEAA}"/>
                      </a:ext>
                    </a:extLst>
                  </p:cNvPr>
                  <p:cNvSpPr/>
                  <p:nvPr/>
                </p:nvSpPr>
                <p:spPr>
                  <a:xfrm>
                    <a:off x="11712355" y="2115152"/>
                    <a:ext cx="40560" cy="48969"/>
                  </a:xfrm>
                  <a:custGeom>
                    <a:avLst/>
                    <a:gdLst>
                      <a:gd name="connsiteX0" fmla="*/ 13789 w 40560"/>
                      <a:gd name="connsiteY0" fmla="*/ 48970 h 48969"/>
                      <a:gd name="connsiteX1" fmla="*/ 0 w 40560"/>
                      <a:gd name="connsiteY1" fmla="*/ 35170 h 48969"/>
                      <a:gd name="connsiteX2" fmla="*/ 2012 w 40560"/>
                      <a:gd name="connsiteY2" fmla="*/ 28002 h 48969"/>
                      <a:gd name="connsiteX3" fmla="*/ 15134 w 40560"/>
                      <a:gd name="connsiteY3" fmla="*/ 6379 h 48969"/>
                      <a:gd name="connsiteX4" fmla="*/ 34182 w 40560"/>
                      <a:gd name="connsiteY4" fmla="*/ 2165 h 48969"/>
                      <a:gd name="connsiteX5" fmla="*/ 38722 w 40560"/>
                      <a:gd name="connsiteY5" fmla="*/ 20674 h 48969"/>
                      <a:gd name="connsiteX6" fmla="*/ 25600 w 40560"/>
                      <a:gd name="connsiteY6" fmla="*/ 42331 h 48969"/>
                      <a:gd name="connsiteX7" fmla="*/ 13789 w 40560"/>
                      <a:gd name="connsiteY7" fmla="*/ 48970 h 4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60" h="48969">
                        <a:moveTo>
                          <a:pt x="13789" y="48970"/>
                        </a:moveTo>
                        <a:cubicBezTo>
                          <a:pt x="6170" y="48967"/>
                          <a:pt x="-3" y="42788"/>
                          <a:pt x="0" y="35170"/>
                        </a:cubicBezTo>
                        <a:cubicBezTo>
                          <a:pt x="1" y="32641"/>
                          <a:pt x="697" y="30162"/>
                          <a:pt x="2012" y="28002"/>
                        </a:cubicBezTo>
                        <a:lnTo>
                          <a:pt x="15134" y="6379"/>
                        </a:lnTo>
                        <a:cubicBezTo>
                          <a:pt x="19231" y="-44"/>
                          <a:pt x="27757" y="-1931"/>
                          <a:pt x="34182" y="2165"/>
                        </a:cubicBezTo>
                        <a:cubicBezTo>
                          <a:pt x="40398" y="6130"/>
                          <a:pt x="42398" y="14282"/>
                          <a:pt x="38722" y="20674"/>
                        </a:cubicBezTo>
                        <a:lnTo>
                          <a:pt x="25600" y="42331"/>
                        </a:lnTo>
                        <a:cubicBezTo>
                          <a:pt x="23096" y="46458"/>
                          <a:pt x="18616" y="48976"/>
                          <a:pt x="13789" y="48970"/>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3" name="Freeform 134">
                    <a:extLst>
                      <a:ext uri="{FF2B5EF4-FFF2-40B4-BE49-F238E27FC236}">
                        <a16:creationId xmlns:a16="http://schemas.microsoft.com/office/drawing/2014/main" id="{5F22581D-2543-44E1-9F84-1E5F3D2ABA39}"/>
                      </a:ext>
                    </a:extLst>
                  </p:cNvPr>
                  <p:cNvSpPr/>
                  <p:nvPr/>
                </p:nvSpPr>
                <p:spPr>
                  <a:xfrm>
                    <a:off x="11730312" y="2152481"/>
                    <a:ext cx="46303" cy="31384"/>
                  </a:xfrm>
                  <a:custGeom>
                    <a:avLst/>
                    <a:gdLst>
                      <a:gd name="connsiteX0" fmla="*/ 13954 w 46303"/>
                      <a:gd name="connsiteY0" fmla="*/ 31384 h 31384"/>
                      <a:gd name="connsiteX1" fmla="*/ 1 w 46303"/>
                      <a:gd name="connsiteY1" fmla="*/ 17750 h 31384"/>
                      <a:gd name="connsiteX2" fmla="*/ 11230 w 46303"/>
                      <a:gd name="connsiteY2" fmla="*/ 4037 h 31384"/>
                      <a:gd name="connsiteX3" fmla="*/ 29749 w 46303"/>
                      <a:gd name="connsiteY3" fmla="*/ 278 h 31384"/>
                      <a:gd name="connsiteX4" fmla="*/ 46026 w 46303"/>
                      <a:gd name="connsiteY4" fmla="*/ 11072 h 31384"/>
                      <a:gd name="connsiteX5" fmla="*/ 35232 w 46303"/>
                      <a:gd name="connsiteY5" fmla="*/ 27349 h 31384"/>
                      <a:gd name="connsiteX6" fmla="*/ 16713 w 46303"/>
                      <a:gd name="connsiteY6" fmla="*/ 31108 h 31384"/>
                      <a:gd name="connsiteX7" fmla="*/ 13954 w 46303"/>
                      <a:gd name="connsiteY7" fmla="*/ 31384 h 3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303" h="31384">
                        <a:moveTo>
                          <a:pt x="13954" y="31384"/>
                        </a:moveTo>
                        <a:cubicBezTo>
                          <a:pt x="6336" y="31472"/>
                          <a:pt x="89" y="25368"/>
                          <a:pt x="1" y="17750"/>
                        </a:cubicBezTo>
                        <a:cubicBezTo>
                          <a:pt x="-77" y="11061"/>
                          <a:pt x="4657" y="5280"/>
                          <a:pt x="11230" y="4037"/>
                        </a:cubicBezTo>
                        <a:lnTo>
                          <a:pt x="29749" y="278"/>
                        </a:lnTo>
                        <a:cubicBezTo>
                          <a:pt x="37224" y="-1237"/>
                          <a:pt x="44512" y="3596"/>
                          <a:pt x="46026" y="11072"/>
                        </a:cubicBezTo>
                        <a:cubicBezTo>
                          <a:pt x="47540" y="18547"/>
                          <a:pt x="42707" y="25835"/>
                          <a:pt x="35232" y="27349"/>
                        </a:cubicBezTo>
                        <a:lnTo>
                          <a:pt x="16713" y="31108"/>
                        </a:lnTo>
                        <a:cubicBezTo>
                          <a:pt x="15804" y="31292"/>
                          <a:pt x="14880" y="31385"/>
                          <a:pt x="13954" y="31384"/>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48" name="Freeform 135">
                    <a:extLst>
                      <a:ext uri="{FF2B5EF4-FFF2-40B4-BE49-F238E27FC236}">
                        <a16:creationId xmlns:a16="http://schemas.microsoft.com/office/drawing/2014/main" id="{2BD95431-751B-E5E7-62EE-E474F6E3E6E5}"/>
                      </a:ext>
                    </a:extLst>
                  </p:cNvPr>
                  <p:cNvSpPr/>
                  <p:nvPr/>
                </p:nvSpPr>
                <p:spPr>
                  <a:xfrm>
                    <a:off x="11725062" y="2181654"/>
                    <a:ext cx="46842" cy="39214"/>
                  </a:xfrm>
                  <a:custGeom>
                    <a:avLst/>
                    <a:gdLst>
                      <a:gd name="connsiteX0" fmla="*/ 33016 w 46842"/>
                      <a:gd name="connsiteY0" fmla="*/ 39215 h 39214"/>
                      <a:gd name="connsiteX1" fmla="*/ 25895 w 46842"/>
                      <a:gd name="connsiteY1" fmla="*/ 37232 h 39214"/>
                      <a:gd name="connsiteX2" fmla="*/ 6669 w 46842"/>
                      <a:gd name="connsiteY2" fmla="*/ 25610 h 39214"/>
                      <a:gd name="connsiteX3" fmla="*/ 1987 w 46842"/>
                      <a:gd name="connsiteY3" fmla="*/ 6669 h 39214"/>
                      <a:gd name="connsiteX4" fmla="*/ 20929 w 46842"/>
                      <a:gd name="connsiteY4" fmla="*/ 1987 h 39214"/>
                      <a:gd name="connsiteX5" fmla="*/ 40172 w 46842"/>
                      <a:gd name="connsiteY5" fmla="*/ 13609 h 39214"/>
                      <a:gd name="connsiteX6" fmla="*/ 44858 w 46842"/>
                      <a:gd name="connsiteY6" fmla="*/ 32545 h 39214"/>
                      <a:gd name="connsiteX7" fmla="*/ 33016 w 46842"/>
                      <a:gd name="connsiteY7" fmla="*/ 39215 h 3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842" h="39214">
                        <a:moveTo>
                          <a:pt x="33016" y="39215"/>
                        </a:moveTo>
                        <a:cubicBezTo>
                          <a:pt x="30505" y="39215"/>
                          <a:pt x="28043" y="38529"/>
                          <a:pt x="25895" y="37232"/>
                        </a:cubicBezTo>
                        <a:lnTo>
                          <a:pt x="6669" y="25610"/>
                        </a:lnTo>
                        <a:cubicBezTo>
                          <a:pt x="145" y="21672"/>
                          <a:pt x="-1951" y="13192"/>
                          <a:pt x="1987" y="6669"/>
                        </a:cubicBezTo>
                        <a:cubicBezTo>
                          <a:pt x="5925" y="145"/>
                          <a:pt x="14406" y="-1951"/>
                          <a:pt x="20929" y="1987"/>
                        </a:cubicBezTo>
                        <a:lnTo>
                          <a:pt x="40172" y="13609"/>
                        </a:lnTo>
                        <a:cubicBezTo>
                          <a:pt x="46695" y="17544"/>
                          <a:pt x="48793" y="26022"/>
                          <a:pt x="44858" y="32545"/>
                        </a:cubicBezTo>
                        <a:cubicBezTo>
                          <a:pt x="42355" y="36694"/>
                          <a:pt x="37860" y="39225"/>
                          <a:pt x="33016" y="39215"/>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49" name="Freeform 136">
                    <a:extLst>
                      <a:ext uri="{FF2B5EF4-FFF2-40B4-BE49-F238E27FC236}">
                        <a16:creationId xmlns:a16="http://schemas.microsoft.com/office/drawing/2014/main" id="{46292499-FEF1-4458-3A0F-F7DF8040C74F}"/>
                      </a:ext>
                    </a:extLst>
                  </p:cNvPr>
                  <p:cNvSpPr/>
                  <p:nvPr/>
                </p:nvSpPr>
                <p:spPr>
                  <a:xfrm>
                    <a:off x="11702289" y="2201764"/>
                    <a:ext cx="31987" cy="45745"/>
                  </a:xfrm>
                  <a:custGeom>
                    <a:avLst/>
                    <a:gdLst>
                      <a:gd name="connsiteX0" fmla="*/ 18182 w 31987"/>
                      <a:gd name="connsiteY0" fmla="*/ 45745 h 45745"/>
                      <a:gd name="connsiteX1" fmla="*/ 4784 w 31987"/>
                      <a:gd name="connsiteY1" fmla="*/ 35192 h 45745"/>
                      <a:gd name="connsiteX2" fmla="*/ 387 w 31987"/>
                      <a:gd name="connsiteY2" fmla="*/ 17036 h 45745"/>
                      <a:gd name="connsiteX3" fmla="*/ 10569 w 31987"/>
                      <a:gd name="connsiteY3" fmla="*/ 388 h 45745"/>
                      <a:gd name="connsiteX4" fmla="*/ 27217 w 31987"/>
                      <a:gd name="connsiteY4" fmla="*/ 10570 h 45745"/>
                      <a:gd name="connsiteX5" fmla="*/ 31597 w 31987"/>
                      <a:gd name="connsiteY5" fmla="*/ 28709 h 45745"/>
                      <a:gd name="connsiteX6" fmla="*/ 21437 w 31987"/>
                      <a:gd name="connsiteY6" fmla="*/ 45362 h 45745"/>
                      <a:gd name="connsiteX7" fmla="*/ 21424 w 31987"/>
                      <a:gd name="connsiteY7" fmla="*/ 45366 h 45745"/>
                      <a:gd name="connsiteX8" fmla="*/ 18182 w 31987"/>
                      <a:gd name="connsiteY8" fmla="*/ 45745 h 4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87" h="45745">
                        <a:moveTo>
                          <a:pt x="18182" y="45745"/>
                        </a:moveTo>
                        <a:cubicBezTo>
                          <a:pt x="11816" y="45740"/>
                          <a:pt x="6280" y="41379"/>
                          <a:pt x="4784" y="35192"/>
                        </a:cubicBezTo>
                        <a:lnTo>
                          <a:pt x="387" y="17036"/>
                        </a:lnTo>
                        <a:cubicBezTo>
                          <a:pt x="-1398" y="9626"/>
                          <a:pt x="3160" y="2174"/>
                          <a:pt x="10569" y="388"/>
                        </a:cubicBezTo>
                        <a:cubicBezTo>
                          <a:pt x="17978" y="-1399"/>
                          <a:pt x="25432" y="3160"/>
                          <a:pt x="27217" y="10570"/>
                        </a:cubicBezTo>
                        <a:lnTo>
                          <a:pt x="31597" y="28709"/>
                        </a:lnTo>
                        <a:cubicBezTo>
                          <a:pt x="33390" y="36113"/>
                          <a:pt x="28842" y="43569"/>
                          <a:pt x="21437" y="45362"/>
                        </a:cubicBezTo>
                        <a:cubicBezTo>
                          <a:pt x="21432" y="45364"/>
                          <a:pt x="21428" y="45364"/>
                          <a:pt x="21424" y="45366"/>
                        </a:cubicBezTo>
                        <a:cubicBezTo>
                          <a:pt x="20362" y="45618"/>
                          <a:pt x="19274" y="45745"/>
                          <a:pt x="18182" y="45745"/>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50" name="Freeform 137">
                    <a:extLst>
                      <a:ext uri="{FF2B5EF4-FFF2-40B4-BE49-F238E27FC236}">
                        <a16:creationId xmlns:a16="http://schemas.microsoft.com/office/drawing/2014/main" id="{A6FB788B-5BC9-BD61-4AFA-391C2A101B76}"/>
                      </a:ext>
                    </a:extLst>
                  </p:cNvPr>
                  <p:cNvSpPr/>
                  <p:nvPr/>
                </p:nvSpPr>
                <p:spPr>
                  <a:xfrm>
                    <a:off x="11665963" y="2194759"/>
                    <a:ext cx="38617" cy="46490"/>
                  </a:xfrm>
                  <a:custGeom>
                    <a:avLst/>
                    <a:gdLst>
                      <a:gd name="connsiteX0" fmla="*/ 13746 w 38617"/>
                      <a:gd name="connsiteY0" fmla="*/ 46490 h 46490"/>
                      <a:gd name="connsiteX1" fmla="*/ 0 w 38617"/>
                      <a:gd name="connsiteY1" fmla="*/ 32648 h 46490"/>
                      <a:gd name="connsiteX2" fmla="*/ 1848 w 38617"/>
                      <a:gd name="connsiteY2" fmla="*/ 25799 h 46490"/>
                      <a:gd name="connsiteX3" fmla="*/ 12815 w 38617"/>
                      <a:gd name="connsiteY3" fmla="*/ 7004 h 46490"/>
                      <a:gd name="connsiteX4" fmla="*/ 31613 w 38617"/>
                      <a:gd name="connsiteY4" fmla="*/ 1791 h 46490"/>
                      <a:gd name="connsiteX5" fmla="*/ 36827 w 38617"/>
                      <a:gd name="connsiteY5" fmla="*/ 20590 h 46490"/>
                      <a:gd name="connsiteX6" fmla="*/ 36645 w 38617"/>
                      <a:gd name="connsiteY6" fmla="*/ 20902 h 46490"/>
                      <a:gd name="connsiteX7" fmla="*/ 25678 w 38617"/>
                      <a:gd name="connsiteY7" fmla="*/ 39714 h 46490"/>
                      <a:gd name="connsiteX8" fmla="*/ 13746 w 38617"/>
                      <a:gd name="connsiteY8" fmla="*/ 46490 h 46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17" h="46490">
                        <a:moveTo>
                          <a:pt x="13746" y="46490"/>
                        </a:moveTo>
                        <a:cubicBezTo>
                          <a:pt x="6128" y="46463"/>
                          <a:pt x="-27" y="40266"/>
                          <a:pt x="0" y="32648"/>
                        </a:cubicBezTo>
                        <a:cubicBezTo>
                          <a:pt x="9" y="30242"/>
                          <a:pt x="646" y="27882"/>
                          <a:pt x="1848" y="25799"/>
                        </a:cubicBezTo>
                        <a:lnTo>
                          <a:pt x="12815" y="7004"/>
                        </a:lnTo>
                        <a:cubicBezTo>
                          <a:pt x="16566" y="373"/>
                          <a:pt x="24983" y="-1961"/>
                          <a:pt x="31613" y="1791"/>
                        </a:cubicBezTo>
                        <a:cubicBezTo>
                          <a:pt x="38244" y="5542"/>
                          <a:pt x="40578" y="13958"/>
                          <a:pt x="36827" y="20590"/>
                        </a:cubicBezTo>
                        <a:cubicBezTo>
                          <a:pt x="36767" y="20695"/>
                          <a:pt x="36707" y="20798"/>
                          <a:pt x="36645" y="20902"/>
                        </a:cubicBezTo>
                        <a:lnTo>
                          <a:pt x="25678" y="39714"/>
                        </a:lnTo>
                        <a:cubicBezTo>
                          <a:pt x="23186" y="43932"/>
                          <a:pt x="18644" y="46511"/>
                          <a:pt x="13746" y="46490"/>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51" name="Freeform 138">
                    <a:extLst>
                      <a:ext uri="{FF2B5EF4-FFF2-40B4-BE49-F238E27FC236}">
                        <a16:creationId xmlns:a16="http://schemas.microsoft.com/office/drawing/2014/main" id="{EE472565-FA92-32C2-C158-B56985A56E92}"/>
                      </a:ext>
                    </a:extLst>
                  </p:cNvPr>
                  <p:cNvSpPr/>
                  <p:nvPr/>
                </p:nvSpPr>
                <p:spPr>
                  <a:xfrm>
                    <a:off x="11642426" y="2171965"/>
                    <a:ext cx="48292" cy="33233"/>
                  </a:xfrm>
                  <a:custGeom>
                    <a:avLst/>
                    <a:gdLst>
                      <a:gd name="connsiteX0" fmla="*/ 13781 w 48292"/>
                      <a:gd name="connsiteY0" fmla="*/ 33230 h 33233"/>
                      <a:gd name="connsiteX1" fmla="*/ 0 w 48292"/>
                      <a:gd name="connsiteY1" fmla="*/ 19422 h 33233"/>
                      <a:gd name="connsiteX2" fmla="*/ 10177 w 48292"/>
                      <a:gd name="connsiteY2" fmla="*/ 6124 h 33233"/>
                      <a:gd name="connsiteX3" fmla="*/ 30696 w 48292"/>
                      <a:gd name="connsiteY3" fmla="*/ 537 h 33233"/>
                      <a:gd name="connsiteX4" fmla="*/ 47756 w 48292"/>
                      <a:gd name="connsiteY4" fmla="*/ 9999 h 33233"/>
                      <a:gd name="connsiteX5" fmla="*/ 38294 w 48292"/>
                      <a:gd name="connsiteY5" fmla="*/ 27059 h 33233"/>
                      <a:gd name="connsiteX6" fmla="*/ 37921 w 48292"/>
                      <a:gd name="connsiteY6" fmla="*/ 27160 h 33233"/>
                      <a:gd name="connsiteX7" fmla="*/ 17402 w 48292"/>
                      <a:gd name="connsiteY7" fmla="*/ 32833 h 33233"/>
                      <a:gd name="connsiteX8" fmla="*/ 13781 w 48292"/>
                      <a:gd name="connsiteY8" fmla="*/ 33230 h 3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92" h="33233">
                        <a:moveTo>
                          <a:pt x="13781" y="33230"/>
                        </a:moveTo>
                        <a:cubicBezTo>
                          <a:pt x="6162" y="33223"/>
                          <a:pt x="-8" y="27040"/>
                          <a:pt x="0" y="19422"/>
                        </a:cubicBezTo>
                        <a:cubicBezTo>
                          <a:pt x="6" y="13201"/>
                          <a:pt x="4174" y="7755"/>
                          <a:pt x="10177" y="6124"/>
                        </a:cubicBezTo>
                        <a:lnTo>
                          <a:pt x="30696" y="537"/>
                        </a:lnTo>
                        <a:cubicBezTo>
                          <a:pt x="38020" y="-1561"/>
                          <a:pt x="45658" y="2675"/>
                          <a:pt x="47756" y="9999"/>
                        </a:cubicBezTo>
                        <a:cubicBezTo>
                          <a:pt x="49854" y="17323"/>
                          <a:pt x="45618" y="24961"/>
                          <a:pt x="38294" y="27059"/>
                        </a:cubicBezTo>
                        <a:cubicBezTo>
                          <a:pt x="38170" y="27094"/>
                          <a:pt x="38046" y="27128"/>
                          <a:pt x="37921" y="27160"/>
                        </a:cubicBezTo>
                        <a:lnTo>
                          <a:pt x="17402" y="32833"/>
                        </a:lnTo>
                        <a:cubicBezTo>
                          <a:pt x="16217" y="33124"/>
                          <a:pt x="15000" y="33257"/>
                          <a:pt x="13781" y="33230"/>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52" name="Freeform 139">
                    <a:extLst>
                      <a:ext uri="{FF2B5EF4-FFF2-40B4-BE49-F238E27FC236}">
                        <a16:creationId xmlns:a16="http://schemas.microsoft.com/office/drawing/2014/main" id="{5941E9BC-4F58-3129-C462-3456ABF23261}"/>
                      </a:ext>
                    </a:extLst>
                  </p:cNvPr>
                  <p:cNvSpPr/>
                  <p:nvPr/>
                </p:nvSpPr>
                <p:spPr>
                  <a:xfrm>
                    <a:off x="11647198" y="2133707"/>
                    <a:ext cx="47286" cy="40433"/>
                  </a:xfrm>
                  <a:custGeom>
                    <a:avLst/>
                    <a:gdLst>
                      <a:gd name="connsiteX0" fmla="*/ 33390 w 47286"/>
                      <a:gd name="connsiteY0" fmla="*/ 40434 h 40433"/>
                      <a:gd name="connsiteX1" fmla="*/ 25872 w 47286"/>
                      <a:gd name="connsiteY1" fmla="*/ 38192 h 40433"/>
                      <a:gd name="connsiteX2" fmla="*/ 6267 w 47286"/>
                      <a:gd name="connsiteY2" fmla="*/ 25363 h 40433"/>
                      <a:gd name="connsiteX3" fmla="*/ 2240 w 47286"/>
                      <a:gd name="connsiteY3" fmla="*/ 6267 h 40433"/>
                      <a:gd name="connsiteX4" fmla="*/ 21337 w 47286"/>
                      <a:gd name="connsiteY4" fmla="*/ 2240 h 40433"/>
                      <a:gd name="connsiteX5" fmla="*/ 41028 w 47286"/>
                      <a:gd name="connsiteY5" fmla="*/ 15086 h 40433"/>
                      <a:gd name="connsiteX6" fmla="*/ 45043 w 47286"/>
                      <a:gd name="connsiteY6" fmla="*/ 34177 h 40433"/>
                      <a:gd name="connsiteX7" fmla="*/ 33476 w 47286"/>
                      <a:gd name="connsiteY7" fmla="*/ 40434 h 4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286" h="40433">
                        <a:moveTo>
                          <a:pt x="33390" y="40434"/>
                        </a:moveTo>
                        <a:cubicBezTo>
                          <a:pt x="30720" y="40430"/>
                          <a:pt x="28108" y="39651"/>
                          <a:pt x="25872" y="38192"/>
                        </a:cubicBezTo>
                        <a:lnTo>
                          <a:pt x="6267" y="25363"/>
                        </a:lnTo>
                        <a:cubicBezTo>
                          <a:pt x="-119" y="21202"/>
                          <a:pt x="-1921" y="12652"/>
                          <a:pt x="2240" y="6267"/>
                        </a:cubicBezTo>
                        <a:cubicBezTo>
                          <a:pt x="6402" y="-119"/>
                          <a:pt x="14952" y="-1921"/>
                          <a:pt x="21337" y="2240"/>
                        </a:cubicBezTo>
                        <a:lnTo>
                          <a:pt x="41028" y="15086"/>
                        </a:lnTo>
                        <a:cubicBezTo>
                          <a:pt x="47409" y="19249"/>
                          <a:pt x="49206" y="27797"/>
                          <a:pt x="45043" y="34177"/>
                        </a:cubicBezTo>
                        <a:cubicBezTo>
                          <a:pt x="42494" y="38085"/>
                          <a:pt x="38142" y="40439"/>
                          <a:pt x="33476" y="40434"/>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53" name="Freeform 140">
                    <a:extLst>
                      <a:ext uri="{FF2B5EF4-FFF2-40B4-BE49-F238E27FC236}">
                        <a16:creationId xmlns:a16="http://schemas.microsoft.com/office/drawing/2014/main" id="{9A826310-CAFD-F265-F225-EB2A50E18B3D}"/>
                      </a:ext>
                    </a:extLst>
                  </p:cNvPr>
                  <p:cNvSpPr/>
                  <p:nvPr/>
                </p:nvSpPr>
                <p:spPr>
                  <a:xfrm>
                    <a:off x="11662660" y="2132016"/>
                    <a:ext cx="94148" cy="94146"/>
                  </a:xfrm>
                  <a:custGeom>
                    <a:avLst/>
                    <a:gdLst>
                      <a:gd name="connsiteX0" fmla="*/ 47086 w 94148"/>
                      <a:gd name="connsiteY0" fmla="*/ 94147 h 94146"/>
                      <a:gd name="connsiteX1" fmla="*/ 0 w 94148"/>
                      <a:gd name="connsiteY1" fmla="*/ 47086 h 94146"/>
                      <a:gd name="connsiteX2" fmla="*/ 47061 w 94148"/>
                      <a:gd name="connsiteY2" fmla="*/ 0 h 94146"/>
                      <a:gd name="connsiteX3" fmla="*/ 92900 w 94148"/>
                      <a:gd name="connsiteY3" fmla="*/ 36314 h 94146"/>
                      <a:gd name="connsiteX4" fmla="*/ 92900 w 94148"/>
                      <a:gd name="connsiteY4" fmla="*/ 36314 h 94146"/>
                      <a:gd name="connsiteX5" fmla="*/ 57755 w 94148"/>
                      <a:gd name="connsiteY5" fmla="*/ 92910 h 94146"/>
                      <a:gd name="connsiteX6" fmla="*/ 47086 w 94148"/>
                      <a:gd name="connsiteY6" fmla="*/ 94147 h 94146"/>
                      <a:gd name="connsiteX7" fmla="*/ 47086 w 94148"/>
                      <a:gd name="connsiteY7" fmla="*/ 27589 h 94146"/>
                      <a:gd name="connsiteX8" fmla="*/ 42620 w 94148"/>
                      <a:gd name="connsiteY8" fmla="*/ 28106 h 94146"/>
                      <a:gd name="connsiteX9" fmla="*/ 28110 w 94148"/>
                      <a:gd name="connsiteY9" fmla="*/ 51531 h 94146"/>
                      <a:gd name="connsiteX10" fmla="*/ 51535 w 94148"/>
                      <a:gd name="connsiteY10" fmla="*/ 66041 h 94146"/>
                      <a:gd name="connsiteX11" fmla="*/ 66043 w 94148"/>
                      <a:gd name="connsiteY11" fmla="*/ 42671 h 94146"/>
                      <a:gd name="connsiteX12" fmla="*/ 66036 w 94148"/>
                      <a:gd name="connsiteY12" fmla="*/ 42642 h 94146"/>
                      <a:gd name="connsiteX13" fmla="*/ 66036 w 94148"/>
                      <a:gd name="connsiteY13" fmla="*/ 42642 h 94146"/>
                      <a:gd name="connsiteX14" fmla="*/ 47086 w 94148"/>
                      <a:gd name="connsiteY14" fmla="*/ 27589 h 9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148" h="94146">
                        <a:moveTo>
                          <a:pt x="47086" y="94147"/>
                        </a:moveTo>
                        <a:cubicBezTo>
                          <a:pt x="21088" y="94154"/>
                          <a:pt x="7" y="73084"/>
                          <a:pt x="0" y="47086"/>
                        </a:cubicBezTo>
                        <a:cubicBezTo>
                          <a:pt x="-7" y="21088"/>
                          <a:pt x="21063" y="7"/>
                          <a:pt x="47061" y="0"/>
                        </a:cubicBezTo>
                        <a:cubicBezTo>
                          <a:pt x="68919" y="-6"/>
                          <a:pt x="87905" y="15035"/>
                          <a:pt x="92900" y="36314"/>
                        </a:cubicBezTo>
                        <a:lnTo>
                          <a:pt x="92900" y="36314"/>
                        </a:lnTo>
                        <a:cubicBezTo>
                          <a:pt x="98823" y="61647"/>
                          <a:pt x="83089" y="86986"/>
                          <a:pt x="57755" y="92910"/>
                        </a:cubicBezTo>
                        <a:cubicBezTo>
                          <a:pt x="54257" y="93728"/>
                          <a:pt x="50678" y="94143"/>
                          <a:pt x="47086" y="94147"/>
                        </a:cubicBezTo>
                        <a:close/>
                        <a:moveTo>
                          <a:pt x="47086" y="27589"/>
                        </a:moveTo>
                        <a:cubicBezTo>
                          <a:pt x="45582" y="27592"/>
                          <a:pt x="44084" y="27766"/>
                          <a:pt x="42620" y="28106"/>
                        </a:cubicBezTo>
                        <a:cubicBezTo>
                          <a:pt x="32145" y="30568"/>
                          <a:pt x="25648" y="41055"/>
                          <a:pt x="28110" y="51531"/>
                        </a:cubicBezTo>
                        <a:cubicBezTo>
                          <a:pt x="30572" y="62006"/>
                          <a:pt x="41059" y="68503"/>
                          <a:pt x="51535" y="66041"/>
                        </a:cubicBezTo>
                        <a:cubicBezTo>
                          <a:pt x="61994" y="63594"/>
                          <a:pt x="68490" y="53131"/>
                          <a:pt x="66043" y="42671"/>
                        </a:cubicBezTo>
                        <a:cubicBezTo>
                          <a:pt x="66041" y="42662"/>
                          <a:pt x="66038" y="42652"/>
                          <a:pt x="66036" y="42642"/>
                        </a:cubicBezTo>
                        <a:lnTo>
                          <a:pt x="66036" y="42642"/>
                        </a:lnTo>
                        <a:cubicBezTo>
                          <a:pt x="63973" y="33838"/>
                          <a:pt x="56129" y="27606"/>
                          <a:pt x="47086" y="27589"/>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grpSp>
        <p:nvGrpSpPr>
          <p:cNvPr id="456" name="Group 455">
            <a:extLst>
              <a:ext uri="{FF2B5EF4-FFF2-40B4-BE49-F238E27FC236}">
                <a16:creationId xmlns:a16="http://schemas.microsoft.com/office/drawing/2014/main" id="{9DBF871E-3A7D-EB6B-676F-63EFEFC340B2}"/>
              </a:ext>
            </a:extLst>
          </p:cNvPr>
          <p:cNvGrpSpPr/>
          <p:nvPr/>
        </p:nvGrpSpPr>
        <p:grpSpPr>
          <a:xfrm>
            <a:off x="9135694" y="2241576"/>
            <a:ext cx="2194194" cy="1365967"/>
            <a:chOff x="9135694" y="2241576"/>
            <a:chExt cx="2194194" cy="1365967"/>
          </a:xfrm>
        </p:grpSpPr>
        <p:grpSp>
          <p:nvGrpSpPr>
            <p:cNvPr id="457" name="Group 456">
              <a:extLst>
                <a:ext uri="{FF2B5EF4-FFF2-40B4-BE49-F238E27FC236}">
                  <a16:creationId xmlns:a16="http://schemas.microsoft.com/office/drawing/2014/main" id="{4ABE6C51-C61E-68E7-9B53-196AFCF55A15}"/>
                </a:ext>
              </a:extLst>
            </p:cNvPr>
            <p:cNvGrpSpPr/>
            <p:nvPr/>
          </p:nvGrpSpPr>
          <p:grpSpPr>
            <a:xfrm>
              <a:off x="9135694" y="2241576"/>
              <a:ext cx="2194194" cy="1365967"/>
              <a:chOff x="9135694" y="2241576"/>
              <a:chExt cx="2194194" cy="1365967"/>
            </a:xfrm>
          </p:grpSpPr>
          <p:sp>
            <p:nvSpPr>
              <p:cNvPr id="466" name="5-Point Star 266">
                <a:extLst>
                  <a:ext uri="{FF2B5EF4-FFF2-40B4-BE49-F238E27FC236}">
                    <a16:creationId xmlns:a16="http://schemas.microsoft.com/office/drawing/2014/main" id="{7C8D21F4-AAF5-4660-AFF0-9F9B5C0A1DEA}"/>
                  </a:ext>
                </a:extLst>
              </p:cNvPr>
              <p:cNvSpPr/>
              <p:nvPr/>
            </p:nvSpPr>
            <p:spPr>
              <a:xfrm>
                <a:off x="10248052" y="3233793"/>
                <a:ext cx="228607" cy="228912"/>
              </a:xfrm>
              <a:prstGeom prst="star5">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67" name="Arrow: Chevron 23">
                <a:extLst>
                  <a:ext uri="{FF2B5EF4-FFF2-40B4-BE49-F238E27FC236}">
                    <a16:creationId xmlns:a16="http://schemas.microsoft.com/office/drawing/2014/main" id="{2DB8F507-4868-85F2-EF2C-750CD46CA822}"/>
                  </a:ext>
                </a:extLst>
              </p:cNvPr>
              <p:cNvSpPr/>
              <p:nvPr/>
            </p:nvSpPr>
            <p:spPr>
              <a:xfrm>
                <a:off x="9141959" y="3197853"/>
                <a:ext cx="1169642" cy="409690"/>
              </a:xfrm>
              <a:prstGeom prst="chevron">
                <a:avLst>
                  <a:gd name="adj" fmla="val 24644"/>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Final </a:t>
                </a:r>
                <a:b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b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Prep</a:t>
                </a:r>
              </a:p>
            </p:txBody>
          </p:sp>
          <p:sp>
            <p:nvSpPr>
              <p:cNvPr id="468" name="Arrow: Chevron 25">
                <a:extLst>
                  <a:ext uri="{FF2B5EF4-FFF2-40B4-BE49-F238E27FC236}">
                    <a16:creationId xmlns:a16="http://schemas.microsoft.com/office/drawing/2014/main" id="{5EFEABAC-3E5F-90A7-E8AE-1B9255F6CCC6}"/>
                  </a:ext>
                </a:extLst>
              </p:cNvPr>
              <p:cNvSpPr/>
              <p:nvPr/>
            </p:nvSpPr>
            <p:spPr>
              <a:xfrm>
                <a:off x="10054107" y="3197853"/>
                <a:ext cx="1103496" cy="409689"/>
              </a:xfrm>
              <a:prstGeom prst="chevron">
                <a:avLst>
                  <a:gd name="adj" fmla="val 24644"/>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65000"/>
                      </a:schemeClr>
                    </a:solidFill>
                    <a:effectLst/>
                    <a:uLnTx/>
                    <a:uFillTx/>
                    <a:latin typeface="Century Gothic" panose="020F0302020204030204"/>
                    <a:ea typeface="+mn-ea"/>
                    <a:cs typeface="+mn-cs"/>
                  </a:rPr>
                  <a:t>Go Live</a:t>
                </a:r>
              </a:p>
            </p:txBody>
          </p:sp>
          <p:sp>
            <p:nvSpPr>
              <p:cNvPr id="469" name="Arrow: Chevron 282">
                <a:extLst>
                  <a:ext uri="{FF2B5EF4-FFF2-40B4-BE49-F238E27FC236}">
                    <a16:creationId xmlns:a16="http://schemas.microsoft.com/office/drawing/2014/main" id="{6A38CCD0-3ABB-F8FA-93AA-CD5F69E1EF07}"/>
                  </a:ext>
                </a:extLst>
              </p:cNvPr>
              <p:cNvSpPr/>
              <p:nvPr/>
            </p:nvSpPr>
            <p:spPr>
              <a:xfrm>
                <a:off x="9135694" y="2241576"/>
                <a:ext cx="2194194" cy="964154"/>
              </a:xfrm>
              <a:prstGeom prst="chevron">
                <a:avLst>
                  <a:gd name="adj" fmla="val 27951"/>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144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Deploy</a:t>
                </a:r>
              </a:p>
            </p:txBody>
          </p:sp>
        </p:grpSp>
        <p:grpSp>
          <p:nvGrpSpPr>
            <p:cNvPr id="458" name="Group 457">
              <a:extLst>
                <a:ext uri="{FF2B5EF4-FFF2-40B4-BE49-F238E27FC236}">
                  <a16:creationId xmlns:a16="http://schemas.microsoft.com/office/drawing/2014/main" id="{E61994CB-0924-E058-EC4D-48DF0B9390D1}"/>
                </a:ext>
              </a:extLst>
            </p:cNvPr>
            <p:cNvGrpSpPr/>
            <p:nvPr/>
          </p:nvGrpSpPr>
          <p:grpSpPr>
            <a:xfrm>
              <a:off x="9964697" y="2369261"/>
              <a:ext cx="471163" cy="471791"/>
              <a:chOff x="9964697" y="2369261"/>
              <a:chExt cx="471163" cy="471791"/>
            </a:xfrm>
          </p:grpSpPr>
          <p:sp>
            <p:nvSpPr>
              <p:cNvPr id="459" name="Oval 458">
                <a:extLst>
                  <a:ext uri="{FF2B5EF4-FFF2-40B4-BE49-F238E27FC236}">
                    <a16:creationId xmlns:a16="http://schemas.microsoft.com/office/drawing/2014/main" id="{9CC7E584-A5F0-8D13-1148-819395040B9D}"/>
                  </a:ext>
                </a:extLst>
              </p:cNvPr>
              <p:cNvSpPr/>
              <p:nvPr/>
            </p:nvSpPr>
            <p:spPr>
              <a:xfrm>
                <a:off x="9964697" y="2369261"/>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460" name="Graphic 334">
                <a:extLst>
                  <a:ext uri="{FF2B5EF4-FFF2-40B4-BE49-F238E27FC236}">
                    <a16:creationId xmlns:a16="http://schemas.microsoft.com/office/drawing/2014/main" id="{93937D7A-4EDA-B36A-CB32-4B1245FFE45A}"/>
                  </a:ext>
                </a:extLst>
              </p:cNvPr>
              <p:cNvGrpSpPr/>
              <p:nvPr/>
            </p:nvGrpSpPr>
            <p:grpSpPr>
              <a:xfrm>
                <a:off x="10098279" y="2464019"/>
                <a:ext cx="204106" cy="282424"/>
                <a:chOff x="9951565" y="2036935"/>
                <a:chExt cx="204378" cy="282424"/>
              </a:xfrm>
              <a:solidFill>
                <a:schemeClr val="bg1">
                  <a:lumMod val="75000"/>
                </a:schemeClr>
              </a:solidFill>
            </p:grpSpPr>
            <p:sp>
              <p:nvSpPr>
                <p:cNvPr id="461" name="Freeform 143">
                  <a:extLst>
                    <a:ext uri="{FF2B5EF4-FFF2-40B4-BE49-F238E27FC236}">
                      <a16:creationId xmlns:a16="http://schemas.microsoft.com/office/drawing/2014/main" id="{73C9CC47-D622-99C7-A440-BB1883593E01}"/>
                    </a:ext>
                  </a:extLst>
                </p:cNvPr>
                <p:cNvSpPr/>
                <p:nvPr/>
              </p:nvSpPr>
              <p:spPr>
                <a:xfrm>
                  <a:off x="10075099" y="2179856"/>
                  <a:ext cx="80844" cy="136661"/>
                </a:xfrm>
                <a:custGeom>
                  <a:avLst/>
                  <a:gdLst>
                    <a:gd name="connsiteX0" fmla="*/ 56016 w 80844"/>
                    <a:gd name="connsiteY0" fmla="*/ 136661 h 136661"/>
                    <a:gd name="connsiteX1" fmla="*/ 24749 w 80844"/>
                    <a:gd name="connsiteY1" fmla="*/ 114256 h 136661"/>
                    <a:gd name="connsiteX2" fmla="*/ 1674 w 80844"/>
                    <a:gd name="connsiteY2" fmla="*/ 91516 h 136661"/>
                    <a:gd name="connsiteX3" fmla="*/ 2510 w 80844"/>
                    <a:gd name="connsiteY3" fmla="*/ 77136 h 136661"/>
                    <a:gd name="connsiteX4" fmla="*/ 28762 w 80844"/>
                    <a:gd name="connsiteY4" fmla="*/ 12261 h 136661"/>
                    <a:gd name="connsiteX5" fmla="*/ 43141 w 80844"/>
                    <a:gd name="connsiteY5" fmla="*/ 55 h 136661"/>
                    <a:gd name="connsiteX6" fmla="*/ 50331 w 80844"/>
                    <a:gd name="connsiteY6" fmla="*/ 2897 h 136661"/>
                    <a:gd name="connsiteX7" fmla="*/ 79759 w 80844"/>
                    <a:gd name="connsiteY7" fmla="*/ 46371 h 136661"/>
                    <a:gd name="connsiteX8" fmla="*/ 76749 w 80844"/>
                    <a:gd name="connsiteY8" fmla="*/ 92017 h 136661"/>
                    <a:gd name="connsiteX9" fmla="*/ 67720 w 80844"/>
                    <a:gd name="connsiteY9" fmla="*/ 130642 h 136661"/>
                    <a:gd name="connsiteX10" fmla="*/ 57688 w 80844"/>
                    <a:gd name="connsiteY10" fmla="*/ 136494 h 136661"/>
                    <a:gd name="connsiteX11" fmla="*/ 56016 w 80844"/>
                    <a:gd name="connsiteY11" fmla="*/ 136661 h 136661"/>
                    <a:gd name="connsiteX12" fmla="*/ 30768 w 80844"/>
                    <a:gd name="connsiteY12" fmla="*/ 83156 h 136661"/>
                    <a:gd name="connsiteX13" fmla="*/ 48324 w 80844"/>
                    <a:gd name="connsiteY13" fmla="*/ 99374 h 136661"/>
                    <a:gd name="connsiteX14" fmla="*/ 54009 w 80844"/>
                    <a:gd name="connsiteY14" fmla="*/ 53728 h 136661"/>
                    <a:gd name="connsiteX15" fmla="*/ 49662 w 80844"/>
                    <a:gd name="connsiteY15" fmla="*/ 43194 h 136661"/>
                    <a:gd name="connsiteX16" fmla="*/ 30768 w 80844"/>
                    <a:gd name="connsiteY16" fmla="*/ 83156 h 136661"/>
                    <a:gd name="connsiteX17" fmla="*/ 30768 w 80844"/>
                    <a:gd name="connsiteY17" fmla="*/ 83156 h 136661"/>
                    <a:gd name="connsiteX18" fmla="*/ 24247 w 80844"/>
                    <a:gd name="connsiteY18" fmla="*/ 92686 h 136661"/>
                    <a:gd name="connsiteX19" fmla="*/ 24247 w 80844"/>
                    <a:gd name="connsiteY19" fmla="*/ 92686 h 136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0844" h="136661">
                      <a:moveTo>
                        <a:pt x="56016" y="136661"/>
                      </a:moveTo>
                      <a:cubicBezTo>
                        <a:pt x="50498" y="136661"/>
                        <a:pt x="45984" y="133651"/>
                        <a:pt x="24749" y="114256"/>
                      </a:cubicBezTo>
                      <a:cubicBezTo>
                        <a:pt x="3179" y="94526"/>
                        <a:pt x="2510" y="93188"/>
                        <a:pt x="1674" y="91516"/>
                      </a:cubicBezTo>
                      <a:cubicBezTo>
                        <a:pt x="-834" y="87001"/>
                        <a:pt x="-499" y="81484"/>
                        <a:pt x="2510" y="77136"/>
                      </a:cubicBezTo>
                      <a:cubicBezTo>
                        <a:pt x="17726" y="55901"/>
                        <a:pt x="27089" y="32827"/>
                        <a:pt x="28762" y="12261"/>
                      </a:cubicBezTo>
                      <a:cubicBezTo>
                        <a:pt x="29430" y="4904"/>
                        <a:pt x="35784" y="-614"/>
                        <a:pt x="43141" y="55"/>
                      </a:cubicBezTo>
                      <a:cubicBezTo>
                        <a:pt x="45816" y="222"/>
                        <a:pt x="48324" y="1225"/>
                        <a:pt x="50331" y="2897"/>
                      </a:cubicBezTo>
                      <a:cubicBezTo>
                        <a:pt x="64209" y="14100"/>
                        <a:pt x="74408" y="29316"/>
                        <a:pt x="79759" y="46371"/>
                      </a:cubicBezTo>
                      <a:cubicBezTo>
                        <a:pt x="80762" y="49547"/>
                        <a:pt x="82601" y="56236"/>
                        <a:pt x="76749" y="92017"/>
                      </a:cubicBezTo>
                      <a:cubicBezTo>
                        <a:pt x="71064" y="125793"/>
                        <a:pt x="68891" y="129137"/>
                        <a:pt x="67720" y="130642"/>
                      </a:cubicBezTo>
                      <a:cubicBezTo>
                        <a:pt x="65379" y="133986"/>
                        <a:pt x="61701" y="136159"/>
                        <a:pt x="57688" y="136494"/>
                      </a:cubicBezTo>
                      <a:cubicBezTo>
                        <a:pt x="57019" y="136494"/>
                        <a:pt x="56518" y="136661"/>
                        <a:pt x="56016" y="136661"/>
                      </a:cubicBezTo>
                      <a:close/>
                      <a:moveTo>
                        <a:pt x="30768" y="83156"/>
                      </a:moveTo>
                      <a:cubicBezTo>
                        <a:pt x="35784" y="87837"/>
                        <a:pt x="42305" y="94024"/>
                        <a:pt x="48324" y="99374"/>
                      </a:cubicBezTo>
                      <a:cubicBezTo>
                        <a:pt x="51501" y="82320"/>
                        <a:pt x="54845" y="59747"/>
                        <a:pt x="54009" y="53728"/>
                      </a:cubicBezTo>
                      <a:cubicBezTo>
                        <a:pt x="52839" y="50049"/>
                        <a:pt x="51501" y="46538"/>
                        <a:pt x="49662" y="43194"/>
                      </a:cubicBezTo>
                      <a:cubicBezTo>
                        <a:pt x="45148" y="57239"/>
                        <a:pt x="38794" y="70615"/>
                        <a:pt x="30768" y="83156"/>
                      </a:cubicBezTo>
                      <a:lnTo>
                        <a:pt x="30768" y="83156"/>
                      </a:lnTo>
                      <a:close/>
                      <a:moveTo>
                        <a:pt x="24247" y="92686"/>
                      </a:moveTo>
                      <a:lnTo>
                        <a:pt x="24247" y="92686"/>
                      </a:lnTo>
                      <a:close/>
                    </a:path>
                  </a:pathLst>
                </a:custGeom>
                <a:grp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62" name="Freeform 144">
                  <a:extLst>
                    <a:ext uri="{FF2B5EF4-FFF2-40B4-BE49-F238E27FC236}">
                      <a16:creationId xmlns:a16="http://schemas.microsoft.com/office/drawing/2014/main" id="{BA5C0BDB-9572-6C51-FB2B-D899B1C9A442}"/>
                    </a:ext>
                  </a:extLst>
                </p:cNvPr>
                <p:cNvSpPr/>
                <p:nvPr/>
              </p:nvSpPr>
              <p:spPr>
                <a:xfrm>
                  <a:off x="9951565" y="2182212"/>
                  <a:ext cx="80901" cy="136478"/>
                </a:xfrm>
                <a:custGeom>
                  <a:avLst/>
                  <a:gdLst>
                    <a:gd name="connsiteX0" fmla="*/ 24718 w 80901"/>
                    <a:gd name="connsiteY0" fmla="*/ 136479 h 136478"/>
                    <a:gd name="connsiteX1" fmla="*/ 23214 w 80901"/>
                    <a:gd name="connsiteY1" fmla="*/ 136479 h 136478"/>
                    <a:gd name="connsiteX2" fmla="*/ 13181 w 80901"/>
                    <a:gd name="connsiteY2" fmla="*/ 130627 h 136478"/>
                    <a:gd name="connsiteX3" fmla="*/ 4152 w 80901"/>
                    <a:gd name="connsiteY3" fmla="*/ 92003 h 136478"/>
                    <a:gd name="connsiteX4" fmla="*/ 1143 w 80901"/>
                    <a:gd name="connsiteY4" fmla="*/ 46356 h 136478"/>
                    <a:gd name="connsiteX5" fmla="*/ 1143 w 80901"/>
                    <a:gd name="connsiteY5" fmla="*/ 46356 h 136478"/>
                    <a:gd name="connsiteX6" fmla="*/ 30571 w 80901"/>
                    <a:gd name="connsiteY6" fmla="*/ 2882 h 136478"/>
                    <a:gd name="connsiteX7" fmla="*/ 49297 w 80901"/>
                    <a:gd name="connsiteY7" fmla="*/ 5056 h 136478"/>
                    <a:gd name="connsiteX8" fmla="*/ 52140 w 80901"/>
                    <a:gd name="connsiteY8" fmla="*/ 12246 h 136478"/>
                    <a:gd name="connsiteX9" fmla="*/ 78391 w 80901"/>
                    <a:gd name="connsiteY9" fmla="*/ 77121 h 136478"/>
                    <a:gd name="connsiteX10" fmla="*/ 79227 w 80901"/>
                    <a:gd name="connsiteY10" fmla="*/ 91501 h 136478"/>
                    <a:gd name="connsiteX11" fmla="*/ 56153 w 80901"/>
                    <a:gd name="connsiteY11" fmla="*/ 114241 h 136478"/>
                    <a:gd name="connsiteX12" fmla="*/ 24718 w 80901"/>
                    <a:gd name="connsiteY12" fmla="*/ 136479 h 136478"/>
                    <a:gd name="connsiteX13" fmla="*/ 26725 w 80901"/>
                    <a:gd name="connsiteY13" fmla="*/ 53545 h 136478"/>
                    <a:gd name="connsiteX14" fmla="*/ 32410 w 80901"/>
                    <a:gd name="connsiteY14" fmla="*/ 99192 h 136478"/>
                    <a:gd name="connsiteX15" fmla="*/ 49966 w 80901"/>
                    <a:gd name="connsiteY15" fmla="*/ 82973 h 136478"/>
                    <a:gd name="connsiteX16" fmla="*/ 31072 w 80901"/>
                    <a:gd name="connsiteY16" fmla="*/ 43012 h 136478"/>
                    <a:gd name="connsiteX17" fmla="*/ 26725 w 80901"/>
                    <a:gd name="connsiteY17" fmla="*/ 53545 h 136478"/>
                    <a:gd name="connsiteX18" fmla="*/ 56487 w 80901"/>
                    <a:gd name="connsiteY18" fmla="*/ 92671 h 136478"/>
                    <a:gd name="connsiteX19" fmla="*/ 56487 w 80901"/>
                    <a:gd name="connsiteY19" fmla="*/ 92671 h 136478"/>
                    <a:gd name="connsiteX20" fmla="*/ 26558 w 80901"/>
                    <a:gd name="connsiteY20" fmla="*/ 53880 h 136478"/>
                    <a:gd name="connsiteX21" fmla="*/ 26558 w 80901"/>
                    <a:gd name="connsiteY21" fmla="*/ 53880 h 136478"/>
                    <a:gd name="connsiteX22" fmla="*/ 26558 w 80901"/>
                    <a:gd name="connsiteY22" fmla="*/ 53880 h 136478"/>
                    <a:gd name="connsiteX23" fmla="*/ 13850 w 80901"/>
                    <a:gd name="connsiteY23" fmla="*/ 50034 h 136478"/>
                    <a:gd name="connsiteX24" fmla="*/ 13850 w 80901"/>
                    <a:gd name="connsiteY24" fmla="*/ 50034 h 13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0901" h="136478">
                      <a:moveTo>
                        <a:pt x="24718" y="136479"/>
                      </a:moveTo>
                      <a:cubicBezTo>
                        <a:pt x="24217" y="136479"/>
                        <a:pt x="23715" y="136479"/>
                        <a:pt x="23214" y="136479"/>
                      </a:cubicBezTo>
                      <a:cubicBezTo>
                        <a:pt x="19201" y="136145"/>
                        <a:pt x="15522" y="133971"/>
                        <a:pt x="13181" y="130627"/>
                      </a:cubicBezTo>
                      <a:cubicBezTo>
                        <a:pt x="12011" y="128955"/>
                        <a:pt x="9837" y="125778"/>
                        <a:pt x="4152" y="92003"/>
                      </a:cubicBezTo>
                      <a:cubicBezTo>
                        <a:pt x="-1867" y="56221"/>
                        <a:pt x="139" y="49533"/>
                        <a:pt x="1143" y="46356"/>
                      </a:cubicBezTo>
                      <a:lnTo>
                        <a:pt x="1143" y="46356"/>
                      </a:lnTo>
                      <a:cubicBezTo>
                        <a:pt x="6493" y="29301"/>
                        <a:pt x="16693" y="14085"/>
                        <a:pt x="30571" y="2882"/>
                      </a:cubicBezTo>
                      <a:cubicBezTo>
                        <a:pt x="36423" y="-1632"/>
                        <a:pt x="44783" y="-796"/>
                        <a:pt x="49297" y="5056"/>
                      </a:cubicBezTo>
                      <a:cubicBezTo>
                        <a:pt x="50969" y="7063"/>
                        <a:pt x="51973" y="9571"/>
                        <a:pt x="52140" y="12246"/>
                      </a:cubicBezTo>
                      <a:cubicBezTo>
                        <a:pt x="53812" y="32812"/>
                        <a:pt x="63175" y="55886"/>
                        <a:pt x="78391" y="77121"/>
                      </a:cubicBezTo>
                      <a:cubicBezTo>
                        <a:pt x="81401" y="81301"/>
                        <a:pt x="81735" y="86986"/>
                        <a:pt x="79227" y="91501"/>
                      </a:cubicBezTo>
                      <a:cubicBezTo>
                        <a:pt x="78391" y="93006"/>
                        <a:pt x="77555" y="94343"/>
                        <a:pt x="56153" y="114241"/>
                      </a:cubicBezTo>
                      <a:cubicBezTo>
                        <a:pt x="34751" y="133469"/>
                        <a:pt x="30236" y="136479"/>
                        <a:pt x="24718" y="136479"/>
                      </a:cubicBezTo>
                      <a:close/>
                      <a:moveTo>
                        <a:pt x="26725" y="53545"/>
                      </a:moveTo>
                      <a:cubicBezTo>
                        <a:pt x="25889" y="59565"/>
                        <a:pt x="29400" y="82137"/>
                        <a:pt x="32410" y="99192"/>
                      </a:cubicBezTo>
                      <a:cubicBezTo>
                        <a:pt x="38262" y="93842"/>
                        <a:pt x="44950" y="87655"/>
                        <a:pt x="49966" y="82973"/>
                      </a:cubicBezTo>
                      <a:cubicBezTo>
                        <a:pt x="41940" y="70600"/>
                        <a:pt x="35587" y="57057"/>
                        <a:pt x="31072" y="43012"/>
                      </a:cubicBezTo>
                      <a:cubicBezTo>
                        <a:pt x="29233" y="46356"/>
                        <a:pt x="27728" y="49867"/>
                        <a:pt x="26725" y="53545"/>
                      </a:cubicBezTo>
                      <a:close/>
                      <a:moveTo>
                        <a:pt x="56487" y="92671"/>
                      </a:moveTo>
                      <a:lnTo>
                        <a:pt x="56487" y="92671"/>
                      </a:lnTo>
                      <a:close/>
                      <a:moveTo>
                        <a:pt x="26558" y="53880"/>
                      </a:moveTo>
                      <a:lnTo>
                        <a:pt x="26558" y="53880"/>
                      </a:lnTo>
                      <a:lnTo>
                        <a:pt x="26558" y="53880"/>
                      </a:lnTo>
                      <a:close/>
                      <a:moveTo>
                        <a:pt x="13850" y="50034"/>
                      </a:moveTo>
                      <a:lnTo>
                        <a:pt x="13850" y="50034"/>
                      </a:lnTo>
                      <a:close/>
                    </a:path>
                  </a:pathLst>
                </a:custGeom>
                <a:grp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63" name="Freeform 145">
                  <a:extLst>
                    <a:ext uri="{FF2B5EF4-FFF2-40B4-BE49-F238E27FC236}">
                      <a16:creationId xmlns:a16="http://schemas.microsoft.com/office/drawing/2014/main" id="{40E49D86-7235-096F-591E-2488F1066D85}"/>
                    </a:ext>
                  </a:extLst>
                </p:cNvPr>
                <p:cNvSpPr/>
                <p:nvPr/>
              </p:nvSpPr>
              <p:spPr>
                <a:xfrm>
                  <a:off x="9976589" y="2036935"/>
                  <a:ext cx="153728" cy="247979"/>
                </a:xfrm>
                <a:custGeom>
                  <a:avLst/>
                  <a:gdLst>
                    <a:gd name="connsiteX0" fmla="*/ 107040 w 153728"/>
                    <a:gd name="connsiteY0" fmla="*/ 247980 h 247979"/>
                    <a:gd name="connsiteX1" fmla="*/ 46847 w 153728"/>
                    <a:gd name="connsiteY1" fmla="*/ 247980 h 247979"/>
                    <a:gd name="connsiteX2" fmla="*/ 36814 w 153728"/>
                    <a:gd name="connsiteY2" fmla="*/ 243465 h 247979"/>
                    <a:gd name="connsiteX3" fmla="*/ 1200 w 153728"/>
                    <a:gd name="connsiteY3" fmla="*/ 167053 h 247979"/>
                    <a:gd name="connsiteX4" fmla="*/ 11734 w 153728"/>
                    <a:gd name="connsiteY4" fmla="*/ 92814 h 247979"/>
                    <a:gd name="connsiteX5" fmla="*/ 42834 w 153728"/>
                    <a:gd name="connsiteY5" fmla="*/ 32286 h 247979"/>
                    <a:gd name="connsiteX6" fmla="*/ 76442 w 153728"/>
                    <a:gd name="connsiteY6" fmla="*/ 16 h 247979"/>
                    <a:gd name="connsiteX7" fmla="*/ 100018 w 153728"/>
                    <a:gd name="connsiteY7" fmla="*/ 18241 h 247979"/>
                    <a:gd name="connsiteX8" fmla="*/ 111053 w 153728"/>
                    <a:gd name="connsiteY8" fmla="*/ 31952 h 247979"/>
                    <a:gd name="connsiteX9" fmla="*/ 111221 w 153728"/>
                    <a:gd name="connsiteY9" fmla="*/ 32119 h 247979"/>
                    <a:gd name="connsiteX10" fmla="*/ 152854 w 153728"/>
                    <a:gd name="connsiteY10" fmla="*/ 166217 h 247979"/>
                    <a:gd name="connsiteX11" fmla="*/ 152687 w 153728"/>
                    <a:gd name="connsiteY11" fmla="*/ 167053 h 247979"/>
                    <a:gd name="connsiteX12" fmla="*/ 117240 w 153728"/>
                    <a:gd name="connsiteY12" fmla="*/ 243131 h 247979"/>
                    <a:gd name="connsiteX13" fmla="*/ 107040 w 153728"/>
                    <a:gd name="connsiteY13" fmla="*/ 247980 h 247979"/>
                    <a:gd name="connsiteX14" fmla="*/ 53368 w 153728"/>
                    <a:gd name="connsiteY14" fmla="*/ 221227 h 247979"/>
                    <a:gd name="connsiteX15" fmla="*/ 100352 w 153728"/>
                    <a:gd name="connsiteY15" fmla="*/ 221227 h 247979"/>
                    <a:gd name="connsiteX16" fmla="*/ 126269 w 153728"/>
                    <a:gd name="connsiteY16" fmla="*/ 163040 h 247979"/>
                    <a:gd name="connsiteX17" fmla="*/ 89818 w 153728"/>
                    <a:gd name="connsiteY17" fmla="*/ 48170 h 247979"/>
                    <a:gd name="connsiteX18" fmla="*/ 76776 w 153728"/>
                    <a:gd name="connsiteY18" fmla="*/ 31952 h 247979"/>
                    <a:gd name="connsiteX19" fmla="*/ 64403 w 153728"/>
                    <a:gd name="connsiteY19" fmla="*/ 48003 h 247979"/>
                    <a:gd name="connsiteX20" fmla="*/ 27618 w 153728"/>
                    <a:gd name="connsiteY20" fmla="*/ 162706 h 247979"/>
                    <a:gd name="connsiteX21" fmla="*/ 53368 w 153728"/>
                    <a:gd name="connsiteY21" fmla="*/ 221227 h 247979"/>
                    <a:gd name="connsiteX22" fmla="*/ 139478 w 153728"/>
                    <a:gd name="connsiteY22" fmla="*/ 164712 h 247979"/>
                    <a:gd name="connsiteX23" fmla="*/ 139478 w 153728"/>
                    <a:gd name="connsiteY23" fmla="*/ 164712 h 247979"/>
                    <a:gd name="connsiteX24" fmla="*/ 139478 w 153728"/>
                    <a:gd name="connsiteY24" fmla="*/ 164712 h 247979"/>
                    <a:gd name="connsiteX25" fmla="*/ 83130 w 153728"/>
                    <a:gd name="connsiteY25" fmla="*/ 24929 h 247979"/>
                    <a:gd name="connsiteX26" fmla="*/ 83130 w 153728"/>
                    <a:gd name="connsiteY26" fmla="*/ 24929 h 247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3728" h="247979">
                      <a:moveTo>
                        <a:pt x="107040" y="247980"/>
                      </a:moveTo>
                      <a:lnTo>
                        <a:pt x="46847" y="247980"/>
                      </a:lnTo>
                      <a:cubicBezTo>
                        <a:pt x="43001" y="247980"/>
                        <a:pt x="39323" y="246308"/>
                        <a:pt x="36814" y="243465"/>
                      </a:cubicBezTo>
                      <a:cubicBezTo>
                        <a:pt x="35644" y="242128"/>
                        <a:pt x="8222" y="210359"/>
                        <a:pt x="1200" y="167053"/>
                      </a:cubicBezTo>
                      <a:cubicBezTo>
                        <a:pt x="-2980" y="141471"/>
                        <a:pt x="4544" y="112544"/>
                        <a:pt x="11734" y="92814"/>
                      </a:cubicBezTo>
                      <a:cubicBezTo>
                        <a:pt x="19760" y="70409"/>
                        <a:pt x="31464" y="47669"/>
                        <a:pt x="42834" y="32286"/>
                      </a:cubicBezTo>
                      <a:cubicBezTo>
                        <a:pt x="65908" y="183"/>
                        <a:pt x="71091" y="16"/>
                        <a:pt x="76442" y="16"/>
                      </a:cubicBezTo>
                      <a:cubicBezTo>
                        <a:pt x="84133" y="-319"/>
                        <a:pt x="88982" y="4697"/>
                        <a:pt x="100018" y="18241"/>
                      </a:cubicBezTo>
                      <a:cubicBezTo>
                        <a:pt x="105703" y="25096"/>
                        <a:pt x="110719" y="31784"/>
                        <a:pt x="111053" y="31952"/>
                      </a:cubicBezTo>
                      <a:cubicBezTo>
                        <a:pt x="111053" y="31952"/>
                        <a:pt x="111221" y="32119"/>
                        <a:pt x="111221" y="32119"/>
                      </a:cubicBezTo>
                      <a:cubicBezTo>
                        <a:pt x="129446" y="56698"/>
                        <a:pt x="159208" y="106692"/>
                        <a:pt x="152854" y="166217"/>
                      </a:cubicBezTo>
                      <a:cubicBezTo>
                        <a:pt x="152854" y="166551"/>
                        <a:pt x="152854" y="166719"/>
                        <a:pt x="152687" y="167053"/>
                      </a:cubicBezTo>
                      <a:cubicBezTo>
                        <a:pt x="145665" y="208520"/>
                        <a:pt x="118410" y="241793"/>
                        <a:pt x="117240" y="243131"/>
                      </a:cubicBezTo>
                      <a:cubicBezTo>
                        <a:pt x="114732" y="246141"/>
                        <a:pt x="111053" y="247980"/>
                        <a:pt x="107040" y="247980"/>
                      </a:cubicBezTo>
                      <a:close/>
                      <a:moveTo>
                        <a:pt x="53368" y="221227"/>
                      </a:moveTo>
                      <a:lnTo>
                        <a:pt x="100352" y="221227"/>
                      </a:lnTo>
                      <a:cubicBezTo>
                        <a:pt x="107208" y="211697"/>
                        <a:pt x="121754" y="188790"/>
                        <a:pt x="126269" y="163040"/>
                      </a:cubicBezTo>
                      <a:cubicBezTo>
                        <a:pt x="131452" y="112879"/>
                        <a:pt x="105703" y="69573"/>
                        <a:pt x="89818" y="48170"/>
                      </a:cubicBezTo>
                      <a:cubicBezTo>
                        <a:pt x="85638" y="42653"/>
                        <a:pt x="80622" y="36633"/>
                        <a:pt x="76776" y="31952"/>
                      </a:cubicBezTo>
                      <a:cubicBezTo>
                        <a:pt x="73098" y="36299"/>
                        <a:pt x="68583" y="42318"/>
                        <a:pt x="64403" y="48003"/>
                      </a:cubicBezTo>
                      <a:cubicBezTo>
                        <a:pt x="45676" y="73084"/>
                        <a:pt x="21933" y="128261"/>
                        <a:pt x="27618" y="162706"/>
                      </a:cubicBezTo>
                      <a:cubicBezTo>
                        <a:pt x="31966" y="189626"/>
                        <a:pt x="46512" y="212031"/>
                        <a:pt x="53368" y="221227"/>
                      </a:cubicBezTo>
                      <a:close/>
                      <a:moveTo>
                        <a:pt x="139478" y="164712"/>
                      </a:moveTo>
                      <a:lnTo>
                        <a:pt x="139478" y="164712"/>
                      </a:lnTo>
                      <a:lnTo>
                        <a:pt x="139478" y="164712"/>
                      </a:lnTo>
                      <a:close/>
                      <a:moveTo>
                        <a:pt x="83130" y="24929"/>
                      </a:moveTo>
                      <a:lnTo>
                        <a:pt x="83130" y="24929"/>
                      </a:lnTo>
                      <a:close/>
                    </a:path>
                  </a:pathLst>
                </a:custGeom>
                <a:grp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64" name="Freeform 146">
                  <a:extLst>
                    <a:ext uri="{FF2B5EF4-FFF2-40B4-BE49-F238E27FC236}">
                      <a16:creationId xmlns:a16="http://schemas.microsoft.com/office/drawing/2014/main" id="{F38F4F9C-0BED-2487-3F00-D90F11CE9A89}"/>
                    </a:ext>
                  </a:extLst>
                </p:cNvPr>
                <p:cNvSpPr/>
                <p:nvPr/>
              </p:nvSpPr>
              <p:spPr>
                <a:xfrm>
                  <a:off x="10038985" y="2195628"/>
                  <a:ext cx="26752" cy="123731"/>
                </a:xfrm>
                <a:custGeom>
                  <a:avLst/>
                  <a:gdLst>
                    <a:gd name="connsiteX0" fmla="*/ 13376 w 26752"/>
                    <a:gd name="connsiteY0" fmla="*/ 123731 h 123731"/>
                    <a:gd name="connsiteX1" fmla="*/ 0 w 26752"/>
                    <a:gd name="connsiteY1" fmla="*/ 110355 h 123731"/>
                    <a:gd name="connsiteX2" fmla="*/ 0 w 26752"/>
                    <a:gd name="connsiteY2" fmla="*/ 13376 h 123731"/>
                    <a:gd name="connsiteX3" fmla="*/ 13376 w 26752"/>
                    <a:gd name="connsiteY3" fmla="*/ 0 h 123731"/>
                    <a:gd name="connsiteX4" fmla="*/ 26753 w 26752"/>
                    <a:gd name="connsiteY4" fmla="*/ 13376 h 123731"/>
                    <a:gd name="connsiteX5" fmla="*/ 26753 w 26752"/>
                    <a:gd name="connsiteY5" fmla="*/ 110355 h 123731"/>
                    <a:gd name="connsiteX6" fmla="*/ 13376 w 26752"/>
                    <a:gd name="connsiteY6" fmla="*/ 123731 h 12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52" h="123731">
                      <a:moveTo>
                        <a:pt x="13376" y="123731"/>
                      </a:moveTo>
                      <a:cubicBezTo>
                        <a:pt x="6019" y="123731"/>
                        <a:pt x="0" y="117712"/>
                        <a:pt x="0" y="110355"/>
                      </a:cubicBezTo>
                      <a:lnTo>
                        <a:pt x="0" y="13376"/>
                      </a:lnTo>
                      <a:cubicBezTo>
                        <a:pt x="0" y="6019"/>
                        <a:pt x="6019" y="0"/>
                        <a:pt x="13376" y="0"/>
                      </a:cubicBezTo>
                      <a:cubicBezTo>
                        <a:pt x="20733" y="0"/>
                        <a:pt x="26753" y="6019"/>
                        <a:pt x="26753" y="13376"/>
                      </a:cubicBezTo>
                      <a:lnTo>
                        <a:pt x="26753" y="110355"/>
                      </a:lnTo>
                      <a:cubicBezTo>
                        <a:pt x="26753" y="117712"/>
                        <a:pt x="20733" y="123731"/>
                        <a:pt x="13376" y="123731"/>
                      </a:cubicBezTo>
                      <a:close/>
                    </a:path>
                  </a:pathLst>
                </a:custGeom>
                <a:grp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65" name="Freeform 147">
                  <a:extLst>
                    <a:ext uri="{FF2B5EF4-FFF2-40B4-BE49-F238E27FC236}">
                      <a16:creationId xmlns:a16="http://schemas.microsoft.com/office/drawing/2014/main" id="{D562638B-9609-7008-FC0F-CC8461C565CB}"/>
                    </a:ext>
                  </a:extLst>
                </p:cNvPr>
                <p:cNvSpPr/>
                <p:nvPr/>
              </p:nvSpPr>
              <p:spPr>
                <a:xfrm>
                  <a:off x="10019590" y="2116540"/>
                  <a:ext cx="68386" cy="68386"/>
                </a:xfrm>
                <a:custGeom>
                  <a:avLst/>
                  <a:gdLst>
                    <a:gd name="connsiteX0" fmla="*/ 34277 w 68386"/>
                    <a:gd name="connsiteY0" fmla="*/ 68387 h 68386"/>
                    <a:gd name="connsiteX1" fmla="*/ 0 w 68386"/>
                    <a:gd name="connsiteY1" fmla="*/ 34277 h 68386"/>
                    <a:gd name="connsiteX2" fmla="*/ 34110 w 68386"/>
                    <a:gd name="connsiteY2" fmla="*/ 0 h 68386"/>
                    <a:gd name="connsiteX3" fmla="*/ 68387 w 68386"/>
                    <a:gd name="connsiteY3" fmla="*/ 34110 h 68386"/>
                    <a:gd name="connsiteX4" fmla="*/ 68387 w 68386"/>
                    <a:gd name="connsiteY4" fmla="*/ 34110 h 68386"/>
                    <a:gd name="connsiteX5" fmla="*/ 34277 w 68386"/>
                    <a:gd name="connsiteY5" fmla="*/ 68387 h 68386"/>
                    <a:gd name="connsiteX6" fmla="*/ 34277 w 68386"/>
                    <a:gd name="connsiteY6" fmla="*/ 26753 h 68386"/>
                    <a:gd name="connsiteX7" fmla="*/ 26753 w 68386"/>
                    <a:gd name="connsiteY7" fmla="*/ 34110 h 68386"/>
                    <a:gd name="connsiteX8" fmla="*/ 34110 w 68386"/>
                    <a:gd name="connsiteY8" fmla="*/ 41634 h 68386"/>
                    <a:gd name="connsiteX9" fmla="*/ 41634 w 68386"/>
                    <a:gd name="connsiteY9" fmla="*/ 34277 h 68386"/>
                    <a:gd name="connsiteX10" fmla="*/ 41634 w 68386"/>
                    <a:gd name="connsiteY10" fmla="*/ 34277 h 68386"/>
                    <a:gd name="connsiteX11" fmla="*/ 34277 w 68386"/>
                    <a:gd name="connsiteY11" fmla="*/ 26753 h 6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386" h="68386">
                      <a:moveTo>
                        <a:pt x="34277" y="68387"/>
                      </a:moveTo>
                      <a:cubicBezTo>
                        <a:pt x="15383" y="68387"/>
                        <a:pt x="0" y="53004"/>
                        <a:pt x="0" y="34277"/>
                      </a:cubicBezTo>
                      <a:cubicBezTo>
                        <a:pt x="0" y="15550"/>
                        <a:pt x="15383" y="0"/>
                        <a:pt x="34110" y="0"/>
                      </a:cubicBezTo>
                      <a:cubicBezTo>
                        <a:pt x="52837" y="0"/>
                        <a:pt x="68387" y="15216"/>
                        <a:pt x="68387" y="34110"/>
                      </a:cubicBezTo>
                      <a:cubicBezTo>
                        <a:pt x="68387" y="34110"/>
                        <a:pt x="68387" y="34110"/>
                        <a:pt x="68387" y="34110"/>
                      </a:cubicBezTo>
                      <a:cubicBezTo>
                        <a:pt x="68387" y="53004"/>
                        <a:pt x="53004" y="68387"/>
                        <a:pt x="34277" y="68387"/>
                      </a:cubicBezTo>
                      <a:close/>
                      <a:moveTo>
                        <a:pt x="34277" y="26753"/>
                      </a:moveTo>
                      <a:cubicBezTo>
                        <a:pt x="30097" y="26753"/>
                        <a:pt x="26753" y="30097"/>
                        <a:pt x="26753" y="34110"/>
                      </a:cubicBezTo>
                      <a:cubicBezTo>
                        <a:pt x="26753" y="38290"/>
                        <a:pt x="30097" y="41634"/>
                        <a:pt x="34110" y="41634"/>
                      </a:cubicBezTo>
                      <a:cubicBezTo>
                        <a:pt x="38290" y="41634"/>
                        <a:pt x="41634" y="38290"/>
                        <a:pt x="41634" y="34277"/>
                      </a:cubicBezTo>
                      <a:cubicBezTo>
                        <a:pt x="41634" y="34277"/>
                        <a:pt x="41634" y="34277"/>
                        <a:pt x="41634" y="34277"/>
                      </a:cubicBezTo>
                      <a:cubicBezTo>
                        <a:pt x="41634" y="30097"/>
                        <a:pt x="38290" y="26753"/>
                        <a:pt x="34277" y="26753"/>
                      </a:cubicBezTo>
                      <a:close/>
                    </a:path>
                  </a:pathLst>
                </a:custGeom>
                <a:grp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470" name="Group 469">
            <a:extLst>
              <a:ext uri="{FF2B5EF4-FFF2-40B4-BE49-F238E27FC236}">
                <a16:creationId xmlns:a16="http://schemas.microsoft.com/office/drawing/2014/main" id="{5A8C88B1-68BA-608E-FEA4-B3B33BC7728F}"/>
              </a:ext>
            </a:extLst>
          </p:cNvPr>
          <p:cNvGrpSpPr/>
          <p:nvPr/>
        </p:nvGrpSpPr>
        <p:grpSpPr>
          <a:xfrm>
            <a:off x="0" y="2241576"/>
            <a:ext cx="1405182" cy="1368676"/>
            <a:chOff x="0" y="2241576"/>
            <a:chExt cx="1405182" cy="1368676"/>
          </a:xfrm>
        </p:grpSpPr>
        <p:sp>
          <p:nvSpPr>
            <p:cNvPr id="471" name="Rectangle 470">
              <a:extLst>
                <a:ext uri="{FF2B5EF4-FFF2-40B4-BE49-F238E27FC236}">
                  <a16:creationId xmlns:a16="http://schemas.microsoft.com/office/drawing/2014/main" id="{A02601B2-6CC0-54FC-4E48-AE1AB4AA5F01}"/>
                </a:ext>
              </a:extLst>
            </p:cNvPr>
            <p:cNvSpPr/>
            <p:nvPr/>
          </p:nvSpPr>
          <p:spPr>
            <a:xfrm>
              <a:off x="1" y="3199852"/>
              <a:ext cx="1120125" cy="410400"/>
            </a:xfrm>
            <a:prstGeom prst="rect">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Pre-Project</a:t>
              </a:r>
            </a:p>
          </p:txBody>
        </p:sp>
        <p:sp>
          <p:nvSpPr>
            <p:cNvPr id="472" name="Arrow: Pentagon 277">
              <a:extLst>
                <a:ext uri="{FF2B5EF4-FFF2-40B4-BE49-F238E27FC236}">
                  <a16:creationId xmlns:a16="http://schemas.microsoft.com/office/drawing/2014/main" id="{3DCAB26F-DA02-1FAC-4955-129E19276742}"/>
                </a:ext>
              </a:extLst>
            </p:cNvPr>
            <p:cNvSpPr/>
            <p:nvPr/>
          </p:nvSpPr>
          <p:spPr>
            <a:xfrm>
              <a:off x="0" y="2241576"/>
              <a:ext cx="1405182" cy="964154"/>
            </a:xfrm>
            <a:prstGeom prst="homePlate">
              <a:avLst>
                <a:gd name="adj" fmla="val 30009"/>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Discover</a:t>
              </a:r>
            </a:p>
          </p:txBody>
        </p:sp>
        <p:sp>
          <p:nvSpPr>
            <p:cNvPr id="473" name="Oval 472">
              <a:extLst>
                <a:ext uri="{FF2B5EF4-FFF2-40B4-BE49-F238E27FC236}">
                  <a16:creationId xmlns:a16="http://schemas.microsoft.com/office/drawing/2014/main" id="{F43B25C9-F226-C71E-384C-7EF1F84773BD}"/>
                </a:ext>
              </a:extLst>
            </p:cNvPr>
            <p:cNvSpPr/>
            <p:nvPr/>
          </p:nvSpPr>
          <p:spPr>
            <a:xfrm>
              <a:off x="448897" y="2363819"/>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474" name="Graphic 43">
              <a:extLst>
                <a:ext uri="{FF2B5EF4-FFF2-40B4-BE49-F238E27FC236}">
                  <a16:creationId xmlns:a16="http://schemas.microsoft.com/office/drawing/2014/main" id="{D4EE5C6E-4DE4-8A2A-3F3B-5071B72BD832}"/>
                </a:ext>
              </a:extLst>
            </p:cNvPr>
            <p:cNvGrpSpPr/>
            <p:nvPr/>
          </p:nvGrpSpPr>
          <p:grpSpPr>
            <a:xfrm>
              <a:off x="548554" y="2462941"/>
              <a:ext cx="271848" cy="273546"/>
              <a:chOff x="1759940" y="1793479"/>
              <a:chExt cx="449934" cy="452143"/>
            </a:xfrm>
            <a:solidFill>
              <a:schemeClr val="bg1">
                <a:lumMod val="75000"/>
              </a:schemeClr>
            </a:solidFill>
          </p:grpSpPr>
          <p:sp>
            <p:nvSpPr>
              <p:cNvPr id="475" name="Freeform: Shape 474">
                <a:extLst>
                  <a:ext uri="{FF2B5EF4-FFF2-40B4-BE49-F238E27FC236}">
                    <a16:creationId xmlns:a16="http://schemas.microsoft.com/office/drawing/2014/main" id="{96B95268-7F2D-7D7E-EBE6-96D5FCD0F034}"/>
                  </a:ext>
                </a:extLst>
              </p:cNvPr>
              <p:cNvSpPr/>
              <p:nvPr/>
            </p:nvSpPr>
            <p:spPr>
              <a:xfrm>
                <a:off x="1759940"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0" y="43107"/>
                      <a:pt x="0" y="33458"/>
                      <a:pt x="0" y="21554"/>
                    </a:cubicBezTo>
                    <a:cubicBezTo>
                      <a:pt x="0" y="9650"/>
                      <a:pt x="9650" y="0"/>
                      <a:pt x="21554" y="0"/>
                    </a:cubicBezTo>
                    <a:lnTo>
                      <a:pt x="61967" y="0"/>
                    </a:lnTo>
                    <a:cubicBezTo>
                      <a:pt x="73871" y="0"/>
                      <a:pt x="83521" y="9650"/>
                      <a:pt x="83521" y="21554"/>
                    </a:cubicBezTo>
                    <a:cubicBezTo>
                      <a:pt x="83521" y="33458"/>
                      <a:pt x="73871" y="43107"/>
                      <a:pt x="61967" y="43107"/>
                    </a:cubicBezTo>
                    <a:close/>
                  </a:path>
                </a:pathLst>
              </a:custGeom>
              <a:grpFill/>
              <a:ln w="2667" cap="flat">
                <a:noFill/>
                <a:prstDash val="solid"/>
                <a:miter/>
              </a:ln>
            </p:spPr>
            <p:txBody>
              <a:bodyPr rtlCol="0" anchor="ctr"/>
              <a:lstStyle/>
              <a:p>
                <a:endParaRPr lang="en-MY"/>
              </a:p>
            </p:txBody>
          </p:sp>
          <p:grpSp>
            <p:nvGrpSpPr>
              <p:cNvPr id="476" name="Graphic 43">
                <a:extLst>
                  <a:ext uri="{FF2B5EF4-FFF2-40B4-BE49-F238E27FC236}">
                    <a16:creationId xmlns:a16="http://schemas.microsoft.com/office/drawing/2014/main" id="{1F87A7B6-8712-FBE4-269A-1050FFBC1764}"/>
                  </a:ext>
                </a:extLst>
              </p:cNvPr>
              <p:cNvGrpSpPr/>
              <p:nvPr/>
            </p:nvGrpSpPr>
            <p:grpSpPr>
              <a:xfrm>
                <a:off x="1853403" y="1895374"/>
                <a:ext cx="263656" cy="350248"/>
                <a:chOff x="1853403" y="1895374"/>
                <a:chExt cx="263656" cy="350248"/>
              </a:xfrm>
              <a:grpFill/>
            </p:grpSpPr>
            <p:sp>
              <p:nvSpPr>
                <p:cNvPr id="481" name="Freeform: Shape 480">
                  <a:extLst>
                    <a:ext uri="{FF2B5EF4-FFF2-40B4-BE49-F238E27FC236}">
                      <a16:creationId xmlns:a16="http://schemas.microsoft.com/office/drawing/2014/main" id="{A3195B21-CC32-1D34-F73C-13B6F1CD7319}"/>
                    </a:ext>
                  </a:extLst>
                </p:cNvPr>
                <p:cNvSpPr/>
                <p:nvPr/>
              </p:nvSpPr>
              <p:spPr>
                <a:xfrm>
                  <a:off x="1853403" y="1895374"/>
                  <a:ext cx="263656" cy="256435"/>
                </a:xfrm>
                <a:custGeom>
                  <a:avLst/>
                  <a:gdLst>
                    <a:gd name="connsiteX0" fmla="*/ 182506 w 263656"/>
                    <a:gd name="connsiteY0" fmla="*/ 256436 h 256435"/>
                    <a:gd name="connsiteX1" fmla="*/ 160954 w 263656"/>
                    <a:gd name="connsiteY1" fmla="*/ 234879 h 256435"/>
                    <a:gd name="connsiteX2" fmla="*/ 174936 w 263656"/>
                    <a:gd name="connsiteY2" fmla="*/ 214702 h 256435"/>
                    <a:gd name="connsiteX3" fmla="*/ 220549 w 263656"/>
                    <a:gd name="connsiteY3" fmla="*/ 128891 h 256435"/>
                    <a:gd name="connsiteX4" fmla="*/ 131828 w 263656"/>
                    <a:gd name="connsiteY4" fmla="*/ 43107 h 256435"/>
                    <a:gd name="connsiteX5" fmla="*/ 43107 w 263656"/>
                    <a:gd name="connsiteY5" fmla="*/ 128891 h 256435"/>
                    <a:gd name="connsiteX6" fmla="*/ 90310 w 263656"/>
                    <a:gd name="connsiteY6" fmla="*/ 214271 h 256435"/>
                    <a:gd name="connsiteX7" fmla="*/ 103140 w 263656"/>
                    <a:gd name="connsiteY7" fmla="*/ 241922 h 256435"/>
                    <a:gd name="connsiteX8" fmla="*/ 75490 w 263656"/>
                    <a:gd name="connsiteY8" fmla="*/ 254752 h 256435"/>
                    <a:gd name="connsiteX9" fmla="*/ 74630 w 263656"/>
                    <a:gd name="connsiteY9" fmla="*/ 254415 h 256435"/>
                    <a:gd name="connsiteX10" fmla="*/ 0 w 263656"/>
                    <a:gd name="connsiteY10" fmla="*/ 128891 h 256435"/>
                    <a:gd name="connsiteX11" fmla="*/ 131828 w 263656"/>
                    <a:gd name="connsiteY11" fmla="*/ 0 h 256435"/>
                    <a:gd name="connsiteX12" fmla="*/ 263656 w 263656"/>
                    <a:gd name="connsiteY12" fmla="*/ 128891 h 256435"/>
                    <a:gd name="connsiteX13" fmla="*/ 190077 w 263656"/>
                    <a:gd name="connsiteY13" fmla="*/ 255062 h 256435"/>
                    <a:gd name="connsiteX14" fmla="*/ 182506 w 263656"/>
                    <a:gd name="connsiteY14" fmla="*/ 256436 h 25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656" h="256435">
                      <a:moveTo>
                        <a:pt x="182506" y="256436"/>
                      </a:moveTo>
                      <a:cubicBezTo>
                        <a:pt x="170603" y="256436"/>
                        <a:pt x="160953" y="246785"/>
                        <a:pt x="160954" y="234879"/>
                      </a:cubicBezTo>
                      <a:cubicBezTo>
                        <a:pt x="160955" y="225897"/>
                        <a:pt x="166527" y="217857"/>
                        <a:pt x="174936" y="214702"/>
                      </a:cubicBezTo>
                      <a:cubicBezTo>
                        <a:pt x="205192" y="203360"/>
                        <a:pt x="220549" y="174478"/>
                        <a:pt x="220549" y="128891"/>
                      </a:cubicBezTo>
                      <a:cubicBezTo>
                        <a:pt x="220549" y="79183"/>
                        <a:pt x="183234" y="43107"/>
                        <a:pt x="131828" y="43107"/>
                      </a:cubicBezTo>
                      <a:cubicBezTo>
                        <a:pt x="80422" y="43107"/>
                        <a:pt x="43107" y="79183"/>
                        <a:pt x="43107" y="128891"/>
                      </a:cubicBezTo>
                      <a:cubicBezTo>
                        <a:pt x="43107" y="159417"/>
                        <a:pt x="51190" y="198941"/>
                        <a:pt x="90310" y="214271"/>
                      </a:cubicBezTo>
                      <a:cubicBezTo>
                        <a:pt x="101488" y="218364"/>
                        <a:pt x="107233" y="230744"/>
                        <a:pt x="103140" y="241922"/>
                      </a:cubicBezTo>
                      <a:cubicBezTo>
                        <a:pt x="99048" y="253100"/>
                        <a:pt x="86669" y="258844"/>
                        <a:pt x="75490" y="254752"/>
                      </a:cubicBezTo>
                      <a:cubicBezTo>
                        <a:pt x="75201" y="254644"/>
                        <a:pt x="74914" y="254533"/>
                        <a:pt x="74630" y="254415"/>
                      </a:cubicBezTo>
                      <a:cubicBezTo>
                        <a:pt x="26511" y="235555"/>
                        <a:pt x="0" y="191020"/>
                        <a:pt x="0" y="128891"/>
                      </a:cubicBezTo>
                      <a:cubicBezTo>
                        <a:pt x="0" y="55393"/>
                        <a:pt x="56579" y="0"/>
                        <a:pt x="131828" y="0"/>
                      </a:cubicBezTo>
                      <a:cubicBezTo>
                        <a:pt x="207078" y="0"/>
                        <a:pt x="263656" y="55474"/>
                        <a:pt x="263656" y="128891"/>
                      </a:cubicBezTo>
                      <a:cubicBezTo>
                        <a:pt x="263656" y="210364"/>
                        <a:pt x="223647" y="242480"/>
                        <a:pt x="190077" y="255062"/>
                      </a:cubicBezTo>
                      <a:cubicBezTo>
                        <a:pt x="187655" y="255970"/>
                        <a:pt x="185093" y="256436"/>
                        <a:pt x="182506" y="256436"/>
                      </a:cubicBezTo>
                      <a:close/>
                    </a:path>
                  </a:pathLst>
                </a:custGeom>
                <a:grpFill/>
                <a:ln w="2667" cap="flat">
                  <a:noFill/>
                  <a:prstDash val="solid"/>
                  <a:miter/>
                </a:ln>
              </p:spPr>
              <p:txBody>
                <a:bodyPr rtlCol="0" anchor="ctr"/>
                <a:lstStyle/>
                <a:p>
                  <a:endParaRPr lang="en-MY"/>
                </a:p>
              </p:txBody>
            </p:sp>
            <p:sp>
              <p:nvSpPr>
                <p:cNvPr id="482" name="Freeform: Shape 481">
                  <a:extLst>
                    <a:ext uri="{FF2B5EF4-FFF2-40B4-BE49-F238E27FC236}">
                      <a16:creationId xmlns:a16="http://schemas.microsoft.com/office/drawing/2014/main" id="{DE0FC85D-4CE0-2B08-BEB7-336DA90B4E6E}"/>
                    </a:ext>
                  </a:extLst>
                </p:cNvPr>
                <p:cNvSpPr/>
                <p:nvPr/>
              </p:nvSpPr>
              <p:spPr>
                <a:xfrm>
                  <a:off x="1923883" y="2151082"/>
                  <a:ext cx="122883" cy="43107"/>
                </a:xfrm>
                <a:custGeom>
                  <a:avLst/>
                  <a:gdLst>
                    <a:gd name="connsiteX0" fmla="*/ 101330 w 122883"/>
                    <a:gd name="connsiteY0" fmla="*/ 43107 h 43107"/>
                    <a:gd name="connsiteX1" fmla="*/ 21554 w 122883"/>
                    <a:gd name="connsiteY1" fmla="*/ 43107 h 43107"/>
                    <a:gd name="connsiteX2" fmla="*/ 0 w 122883"/>
                    <a:gd name="connsiteY2" fmla="*/ 21554 h 43107"/>
                    <a:gd name="connsiteX3" fmla="*/ 21554 w 122883"/>
                    <a:gd name="connsiteY3" fmla="*/ 0 h 43107"/>
                    <a:gd name="connsiteX4" fmla="*/ 101330 w 122883"/>
                    <a:gd name="connsiteY4" fmla="*/ 0 h 43107"/>
                    <a:gd name="connsiteX5" fmla="*/ 122883 w 122883"/>
                    <a:gd name="connsiteY5" fmla="*/ 21554 h 43107"/>
                    <a:gd name="connsiteX6" fmla="*/ 101330 w 122883"/>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883" h="43107">
                      <a:moveTo>
                        <a:pt x="101330" y="43107"/>
                      </a:moveTo>
                      <a:lnTo>
                        <a:pt x="21554" y="43107"/>
                      </a:lnTo>
                      <a:cubicBezTo>
                        <a:pt x="9650" y="43107"/>
                        <a:pt x="0" y="33457"/>
                        <a:pt x="0" y="21554"/>
                      </a:cubicBezTo>
                      <a:cubicBezTo>
                        <a:pt x="0" y="9651"/>
                        <a:pt x="9650" y="0"/>
                        <a:pt x="21554" y="0"/>
                      </a:cubicBezTo>
                      <a:lnTo>
                        <a:pt x="101330" y="0"/>
                      </a:lnTo>
                      <a:cubicBezTo>
                        <a:pt x="113233" y="0"/>
                        <a:pt x="122883" y="9651"/>
                        <a:pt x="122883" y="21554"/>
                      </a:cubicBezTo>
                      <a:cubicBezTo>
                        <a:pt x="122883" y="33457"/>
                        <a:pt x="113233" y="43107"/>
                        <a:pt x="101330" y="43107"/>
                      </a:cubicBezTo>
                      <a:close/>
                    </a:path>
                  </a:pathLst>
                </a:custGeom>
                <a:grpFill/>
                <a:ln w="2667" cap="flat">
                  <a:noFill/>
                  <a:prstDash val="solid"/>
                  <a:miter/>
                </a:ln>
              </p:spPr>
              <p:txBody>
                <a:bodyPr rtlCol="0" anchor="ctr"/>
                <a:lstStyle/>
                <a:p>
                  <a:endParaRPr lang="en-MY"/>
                </a:p>
              </p:txBody>
            </p:sp>
            <p:sp>
              <p:nvSpPr>
                <p:cNvPr id="483" name="Freeform: Shape 482">
                  <a:extLst>
                    <a:ext uri="{FF2B5EF4-FFF2-40B4-BE49-F238E27FC236}">
                      <a16:creationId xmlns:a16="http://schemas.microsoft.com/office/drawing/2014/main" id="{26028493-0AD9-6437-6920-8B22BFE3A492}"/>
                    </a:ext>
                  </a:extLst>
                </p:cNvPr>
                <p:cNvSpPr/>
                <p:nvPr/>
              </p:nvSpPr>
              <p:spPr>
                <a:xfrm>
                  <a:off x="1923883" y="2202515"/>
                  <a:ext cx="120835" cy="43107"/>
                </a:xfrm>
                <a:custGeom>
                  <a:avLst/>
                  <a:gdLst>
                    <a:gd name="connsiteX0" fmla="*/ 99282 w 120835"/>
                    <a:gd name="connsiteY0" fmla="*/ 43107 h 43107"/>
                    <a:gd name="connsiteX1" fmla="*/ 21554 w 120835"/>
                    <a:gd name="connsiteY1" fmla="*/ 43107 h 43107"/>
                    <a:gd name="connsiteX2" fmla="*/ 0 w 120835"/>
                    <a:gd name="connsiteY2" fmla="*/ 21554 h 43107"/>
                    <a:gd name="connsiteX3" fmla="*/ 21554 w 120835"/>
                    <a:gd name="connsiteY3" fmla="*/ 0 h 43107"/>
                    <a:gd name="connsiteX4" fmla="*/ 99282 w 120835"/>
                    <a:gd name="connsiteY4" fmla="*/ 0 h 43107"/>
                    <a:gd name="connsiteX5" fmla="*/ 120836 w 120835"/>
                    <a:gd name="connsiteY5" fmla="*/ 21554 h 43107"/>
                    <a:gd name="connsiteX6" fmla="*/ 99282 w 120835"/>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35" h="43107">
                      <a:moveTo>
                        <a:pt x="99282" y="43107"/>
                      </a:moveTo>
                      <a:lnTo>
                        <a:pt x="21554" y="43107"/>
                      </a:lnTo>
                      <a:cubicBezTo>
                        <a:pt x="9650" y="43107"/>
                        <a:pt x="0" y="33457"/>
                        <a:pt x="0" y="21554"/>
                      </a:cubicBezTo>
                      <a:cubicBezTo>
                        <a:pt x="0" y="9651"/>
                        <a:pt x="9650" y="0"/>
                        <a:pt x="21554" y="0"/>
                      </a:cubicBezTo>
                      <a:lnTo>
                        <a:pt x="99282" y="0"/>
                      </a:lnTo>
                      <a:cubicBezTo>
                        <a:pt x="111185" y="0"/>
                        <a:pt x="120836" y="9651"/>
                        <a:pt x="120836" y="21554"/>
                      </a:cubicBezTo>
                      <a:cubicBezTo>
                        <a:pt x="120836" y="33457"/>
                        <a:pt x="111185" y="43107"/>
                        <a:pt x="99282" y="43107"/>
                      </a:cubicBezTo>
                      <a:close/>
                    </a:path>
                  </a:pathLst>
                </a:custGeom>
                <a:grpFill/>
                <a:ln w="2667" cap="flat">
                  <a:noFill/>
                  <a:prstDash val="solid"/>
                  <a:miter/>
                </a:ln>
              </p:spPr>
              <p:txBody>
                <a:bodyPr rtlCol="0" anchor="ctr"/>
                <a:lstStyle/>
                <a:p>
                  <a:endParaRPr lang="en-MY"/>
                </a:p>
              </p:txBody>
            </p:sp>
            <p:sp>
              <p:nvSpPr>
                <p:cNvPr id="484" name="Freeform: Shape 483">
                  <a:extLst>
                    <a:ext uri="{FF2B5EF4-FFF2-40B4-BE49-F238E27FC236}">
                      <a16:creationId xmlns:a16="http://schemas.microsoft.com/office/drawing/2014/main" id="{BC943CB3-6F6F-DFD3-E6F4-BD77A1491AC8}"/>
                    </a:ext>
                  </a:extLst>
                </p:cNvPr>
                <p:cNvSpPr/>
                <p:nvPr/>
              </p:nvSpPr>
              <p:spPr>
                <a:xfrm>
                  <a:off x="1915154" y="2109268"/>
                  <a:ext cx="140341" cy="136354"/>
                </a:xfrm>
                <a:custGeom>
                  <a:avLst/>
                  <a:gdLst>
                    <a:gd name="connsiteX0" fmla="*/ 118788 w 140341"/>
                    <a:gd name="connsiteY0" fmla="*/ 136354 h 136354"/>
                    <a:gd name="connsiteX1" fmla="*/ 21554 w 140341"/>
                    <a:gd name="connsiteY1" fmla="*/ 136354 h 136354"/>
                    <a:gd name="connsiteX2" fmla="*/ 0 w 140341"/>
                    <a:gd name="connsiteY2" fmla="*/ 114801 h 136354"/>
                    <a:gd name="connsiteX3" fmla="*/ 0 w 140341"/>
                    <a:gd name="connsiteY3" fmla="*/ 21554 h 136354"/>
                    <a:gd name="connsiteX4" fmla="*/ 21554 w 140341"/>
                    <a:gd name="connsiteY4" fmla="*/ 0 h 136354"/>
                    <a:gd name="connsiteX5" fmla="*/ 43107 w 140341"/>
                    <a:gd name="connsiteY5" fmla="*/ 21554 h 136354"/>
                    <a:gd name="connsiteX6" fmla="*/ 43107 w 140341"/>
                    <a:gd name="connsiteY6" fmla="*/ 93247 h 136354"/>
                    <a:gd name="connsiteX7" fmla="*/ 97234 w 140341"/>
                    <a:gd name="connsiteY7" fmla="*/ 93247 h 136354"/>
                    <a:gd name="connsiteX8" fmla="*/ 97234 w 140341"/>
                    <a:gd name="connsiteY8" fmla="*/ 22955 h 136354"/>
                    <a:gd name="connsiteX9" fmla="*/ 118788 w 140341"/>
                    <a:gd name="connsiteY9" fmla="*/ 1401 h 136354"/>
                    <a:gd name="connsiteX10" fmla="*/ 140342 w 140341"/>
                    <a:gd name="connsiteY10" fmla="*/ 22955 h 136354"/>
                    <a:gd name="connsiteX11" fmla="*/ 140342 w 140341"/>
                    <a:gd name="connsiteY11" fmla="*/ 114801 h 136354"/>
                    <a:gd name="connsiteX12" fmla="*/ 118788 w 140341"/>
                    <a:gd name="connsiteY12" fmla="*/ 136354 h 13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341" h="136354">
                      <a:moveTo>
                        <a:pt x="118788" y="136354"/>
                      </a:moveTo>
                      <a:lnTo>
                        <a:pt x="21554" y="136354"/>
                      </a:lnTo>
                      <a:cubicBezTo>
                        <a:pt x="9650" y="136354"/>
                        <a:pt x="0" y="126704"/>
                        <a:pt x="0" y="114801"/>
                      </a:cubicBezTo>
                      <a:lnTo>
                        <a:pt x="0" y="21554"/>
                      </a:lnTo>
                      <a:cubicBezTo>
                        <a:pt x="0" y="9651"/>
                        <a:pt x="9650" y="0"/>
                        <a:pt x="21554" y="0"/>
                      </a:cubicBezTo>
                      <a:cubicBezTo>
                        <a:pt x="33458" y="0"/>
                        <a:pt x="43107" y="9651"/>
                        <a:pt x="43107" y="21554"/>
                      </a:cubicBezTo>
                      <a:lnTo>
                        <a:pt x="43107" y="93247"/>
                      </a:lnTo>
                      <a:lnTo>
                        <a:pt x="97234" y="93247"/>
                      </a:lnTo>
                      <a:lnTo>
                        <a:pt x="97234" y="22955"/>
                      </a:lnTo>
                      <a:cubicBezTo>
                        <a:pt x="97234" y="11052"/>
                        <a:pt x="106885" y="1401"/>
                        <a:pt x="118788" y="1401"/>
                      </a:cubicBezTo>
                      <a:cubicBezTo>
                        <a:pt x="130691" y="1401"/>
                        <a:pt x="140342" y="11052"/>
                        <a:pt x="140342" y="22955"/>
                      </a:cubicBezTo>
                      <a:lnTo>
                        <a:pt x="140342" y="114801"/>
                      </a:lnTo>
                      <a:cubicBezTo>
                        <a:pt x="140342" y="126704"/>
                        <a:pt x="130691" y="136354"/>
                        <a:pt x="118788" y="136354"/>
                      </a:cubicBezTo>
                      <a:close/>
                    </a:path>
                  </a:pathLst>
                </a:custGeom>
                <a:grpFill/>
                <a:ln w="2667" cap="flat">
                  <a:noFill/>
                  <a:prstDash val="solid"/>
                  <a:miter/>
                </a:ln>
              </p:spPr>
              <p:txBody>
                <a:bodyPr rtlCol="0" anchor="ctr"/>
                <a:lstStyle/>
                <a:p>
                  <a:endParaRPr lang="en-MY"/>
                </a:p>
              </p:txBody>
            </p:sp>
          </p:grpSp>
          <p:sp>
            <p:nvSpPr>
              <p:cNvPr id="477" name="Freeform: Shape 476">
                <a:extLst>
                  <a:ext uri="{FF2B5EF4-FFF2-40B4-BE49-F238E27FC236}">
                    <a16:creationId xmlns:a16="http://schemas.microsoft.com/office/drawing/2014/main" id="{97CED30E-3755-2350-AF14-11D180B04F6A}"/>
                  </a:ext>
                </a:extLst>
              </p:cNvPr>
              <p:cNvSpPr/>
              <p:nvPr/>
            </p:nvSpPr>
            <p:spPr>
              <a:xfrm>
                <a:off x="2078461" y="1845892"/>
                <a:ext cx="77396" cy="77393"/>
              </a:xfrm>
              <a:custGeom>
                <a:avLst/>
                <a:gdLst>
                  <a:gd name="connsiteX0" fmla="*/ 21543 w 77396"/>
                  <a:gd name="connsiteY0" fmla="*/ 77394 h 77393"/>
                  <a:gd name="connsiteX1" fmla="*/ 0 w 77396"/>
                  <a:gd name="connsiteY1" fmla="*/ 55830 h 77393"/>
                  <a:gd name="connsiteX2" fmla="*/ 6321 w 77396"/>
                  <a:gd name="connsiteY2" fmla="*/ 40591 h 77393"/>
                  <a:gd name="connsiteX3" fmla="*/ 40591 w 77396"/>
                  <a:gd name="connsiteY3" fmla="*/ 6320 h 77393"/>
                  <a:gd name="connsiteX4" fmla="*/ 71076 w 77396"/>
                  <a:gd name="connsiteY4" fmla="*/ 6307 h 77393"/>
                  <a:gd name="connsiteX5" fmla="*/ 71090 w 77396"/>
                  <a:gd name="connsiteY5" fmla="*/ 36792 h 77393"/>
                  <a:gd name="connsiteX6" fmla="*/ 36792 w 77396"/>
                  <a:gd name="connsiteY6" fmla="*/ 71089 h 77393"/>
                  <a:gd name="connsiteX7" fmla="*/ 21543 w 77396"/>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6" h="77393">
                    <a:moveTo>
                      <a:pt x="21543" y="77394"/>
                    </a:moveTo>
                    <a:cubicBezTo>
                      <a:pt x="9640" y="77388"/>
                      <a:pt x="-5" y="67734"/>
                      <a:pt x="0" y="55830"/>
                    </a:cubicBezTo>
                    <a:cubicBezTo>
                      <a:pt x="3" y="50113"/>
                      <a:pt x="2277" y="44631"/>
                      <a:pt x="6321" y="40591"/>
                    </a:cubicBezTo>
                    <a:lnTo>
                      <a:pt x="40591" y="6320"/>
                    </a:lnTo>
                    <a:cubicBezTo>
                      <a:pt x="49005" y="-2101"/>
                      <a:pt x="62654" y="-2108"/>
                      <a:pt x="71076" y="6307"/>
                    </a:cubicBezTo>
                    <a:cubicBezTo>
                      <a:pt x="79498" y="14722"/>
                      <a:pt x="79504" y="28370"/>
                      <a:pt x="71090" y="36792"/>
                    </a:cubicBezTo>
                    <a:lnTo>
                      <a:pt x="36792" y="71089"/>
                    </a:lnTo>
                    <a:cubicBezTo>
                      <a:pt x="32746" y="75130"/>
                      <a:pt x="27260" y="77398"/>
                      <a:pt x="21543" y="77394"/>
                    </a:cubicBezTo>
                    <a:close/>
                  </a:path>
                </a:pathLst>
              </a:custGeom>
              <a:grpFill/>
              <a:ln w="2667" cap="flat">
                <a:noFill/>
                <a:prstDash val="solid"/>
                <a:miter/>
              </a:ln>
            </p:spPr>
            <p:txBody>
              <a:bodyPr rtlCol="0" anchor="ctr"/>
              <a:lstStyle/>
              <a:p>
                <a:endParaRPr lang="en-MY"/>
              </a:p>
            </p:txBody>
          </p:sp>
          <p:sp>
            <p:nvSpPr>
              <p:cNvPr id="478" name="Freeform: Shape 477">
                <a:extLst>
                  <a:ext uri="{FF2B5EF4-FFF2-40B4-BE49-F238E27FC236}">
                    <a16:creationId xmlns:a16="http://schemas.microsoft.com/office/drawing/2014/main" id="{5534C458-C894-6E30-53D4-B530ABB2FBA0}"/>
                  </a:ext>
                </a:extLst>
              </p:cNvPr>
              <p:cNvSpPr/>
              <p:nvPr/>
            </p:nvSpPr>
            <p:spPr>
              <a:xfrm>
                <a:off x="1811694" y="1845165"/>
                <a:ext cx="77397" cy="77393"/>
              </a:xfrm>
              <a:custGeom>
                <a:avLst/>
                <a:gdLst>
                  <a:gd name="connsiteX0" fmla="*/ 55854 w 77397"/>
                  <a:gd name="connsiteY0" fmla="*/ 77394 h 77393"/>
                  <a:gd name="connsiteX1" fmla="*/ 40604 w 77397"/>
                  <a:gd name="connsiteY1" fmla="*/ 71089 h 77393"/>
                  <a:gd name="connsiteX2" fmla="*/ 6307 w 77397"/>
                  <a:gd name="connsiteY2" fmla="*/ 36792 h 77393"/>
                  <a:gd name="connsiteX3" fmla="*/ 6320 w 77397"/>
                  <a:gd name="connsiteY3" fmla="*/ 6307 h 77393"/>
                  <a:gd name="connsiteX4" fmla="*/ 36805 w 77397"/>
                  <a:gd name="connsiteY4" fmla="*/ 6320 h 77393"/>
                  <a:gd name="connsiteX5" fmla="*/ 71103 w 77397"/>
                  <a:gd name="connsiteY5" fmla="*/ 40618 h 77393"/>
                  <a:gd name="connsiteX6" fmla="*/ 71066 w 77397"/>
                  <a:gd name="connsiteY6" fmla="*/ 71099 h 77393"/>
                  <a:gd name="connsiteX7" fmla="*/ 55854 w 77397"/>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7" h="77393">
                    <a:moveTo>
                      <a:pt x="55854" y="77394"/>
                    </a:moveTo>
                    <a:cubicBezTo>
                      <a:pt x="50135" y="77398"/>
                      <a:pt x="44650" y="75130"/>
                      <a:pt x="40604" y="71089"/>
                    </a:cubicBezTo>
                    <a:lnTo>
                      <a:pt x="6307" y="36792"/>
                    </a:lnTo>
                    <a:cubicBezTo>
                      <a:pt x="-2108" y="28370"/>
                      <a:pt x="-2101" y="14722"/>
                      <a:pt x="6320" y="6307"/>
                    </a:cubicBezTo>
                    <a:cubicBezTo>
                      <a:pt x="14742" y="-2108"/>
                      <a:pt x="28391" y="-2101"/>
                      <a:pt x="36805" y="6320"/>
                    </a:cubicBezTo>
                    <a:lnTo>
                      <a:pt x="71103" y="40618"/>
                    </a:lnTo>
                    <a:cubicBezTo>
                      <a:pt x="79510" y="49045"/>
                      <a:pt x="79493" y="62692"/>
                      <a:pt x="71066" y="71099"/>
                    </a:cubicBezTo>
                    <a:cubicBezTo>
                      <a:pt x="67028" y="75128"/>
                      <a:pt x="61558" y="77391"/>
                      <a:pt x="55854" y="77394"/>
                    </a:cubicBezTo>
                    <a:close/>
                  </a:path>
                </a:pathLst>
              </a:custGeom>
              <a:grpFill/>
              <a:ln w="2667" cap="flat">
                <a:noFill/>
                <a:prstDash val="solid"/>
                <a:miter/>
              </a:ln>
            </p:spPr>
            <p:txBody>
              <a:bodyPr rtlCol="0" anchor="ctr"/>
              <a:lstStyle/>
              <a:p>
                <a:endParaRPr lang="en-MY"/>
              </a:p>
            </p:txBody>
          </p:sp>
          <p:sp>
            <p:nvSpPr>
              <p:cNvPr id="479" name="Freeform: Shape 478">
                <a:extLst>
                  <a:ext uri="{FF2B5EF4-FFF2-40B4-BE49-F238E27FC236}">
                    <a16:creationId xmlns:a16="http://schemas.microsoft.com/office/drawing/2014/main" id="{C42C2F8E-3072-E96B-2A1F-7360221E5C8D}"/>
                  </a:ext>
                </a:extLst>
              </p:cNvPr>
              <p:cNvSpPr/>
              <p:nvPr/>
            </p:nvSpPr>
            <p:spPr>
              <a:xfrm>
                <a:off x="1964108" y="1793479"/>
                <a:ext cx="43107" cy="91603"/>
              </a:xfrm>
              <a:custGeom>
                <a:avLst/>
                <a:gdLst>
                  <a:gd name="connsiteX0" fmla="*/ 21554 w 43107"/>
                  <a:gd name="connsiteY0" fmla="*/ 91603 h 91603"/>
                  <a:gd name="connsiteX1" fmla="*/ 0 w 43107"/>
                  <a:gd name="connsiteY1" fmla="*/ 70050 h 91603"/>
                  <a:gd name="connsiteX2" fmla="*/ 0 w 43107"/>
                  <a:gd name="connsiteY2" fmla="*/ 21554 h 91603"/>
                  <a:gd name="connsiteX3" fmla="*/ 21554 w 43107"/>
                  <a:gd name="connsiteY3" fmla="*/ 0 h 91603"/>
                  <a:gd name="connsiteX4" fmla="*/ 43107 w 43107"/>
                  <a:gd name="connsiteY4" fmla="*/ 21554 h 91603"/>
                  <a:gd name="connsiteX5" fmla="*/ 43107 w 43107"/>
                  <a:gd name="connsiteY5" fmla="*/ 70050 h 91603"/>
                  <a:gd name="connsiteX6" fmla="*/ 21554 w 43107"/>
                  <a:gd name="connsiteY6" fmla="*/ 91603 h 91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107" h="91603">
                    <a:moveTo>
                      <a:pt x="21554" y="91603"/>
                    </a:moveTo>
                    <a:cubicBezTo>
                      <a:pt x="9650" y="91603"/>
                      <a:pt x="0" y="81954"/>
                      <a:pt x="0" y="70050"/>
                    </a:cubicBezTo>
                    <a:lnTo>
                      <a:pt x="0" y="21554"/>
                    </a:lnTo>
                    <a:cubicBezTo>
                      <a:pt x="0" y="9650"/>
                      <a:pt x="9650" y="0"/>
                      <a:pt x="21554" y="0"/>
                    </a:cubicBezTo>
                    <a:cubicBezTo>
                      <a:pt x="33458" y="0"/>
                      <a:pt x="43107" y="9650"/>
                      <a:pt x="43107" y="21554"/>
                    </a:cubicBezTo>
                    <a:lnTo>
                      <a:pt x="43107" y="70050"/>
                    </a:lnTo>
                    <a:cubicBezTo>
                      <a:pt x="43107" y="81954"/>
                      <a:pt x="33458" y="91603"/>
                      <a:pt x="21554" y="91603"/>
                    </a:cubicBezTo>
                    <a:close/>
                  </a:path>
                </a:pathLst>
              </a:custGeom>
              <a:grpFill/>
              <a:ln w="2667" cap="flat">
                <a:noFill/>
                <a:prstDash val="solid"/>
                <a:miter/>
              </a:ln>
            </p:spPr>
            <p:txBody>
              <a:bodyPr rtlCol="0" anchor="ctr"/>
              <a:lstStyle/>
              <a:p>
                <a:endParaRPr lang="en-MY"/>
              </a:p>
            </p:txBody>
          </p:sp>
          <p:sp>
            <p:nvSpPr>
              <p:cNvPr id="480" name="Freeform: Shape 479">
                <a:extLst>
                  <a:ext uri="{FF2B5EF4-FFF2-40B4-BE49-F238E27FC236}">
                    <a16:creationId xmlns:a16="http://schemas.microsoft.com/office/drawing/2014/main" id="{767467FE-0499-EB5B-E038-2762C415D7F6}"/>
                  </a:ext>
                </a:extLst>
              </p:cNvPr>
              <p:cNvSpPr/>
              <p:nvPr/>
            </p:nvSpPr>
            <p:spPr>
              <a:xfrm>
                <a:off x="2126354"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1" y="43107"/>
                      <a:pt x="0" y="33458"/>
                      <a:pt x="0" y="21554"/>
                    </a:cubicBezTo>
                    <a:cubicBezTo>
                      <a:pt x="0" y="9650"/>
                      <a:pt x="9651" y="0"/>
                      <a:pt x="21554" y="0"/>
                    </a:cubicBezTo>
                    <a:lnTo>
                      <a:pt x="61967" y="0"/>
                    </a:lnTo>
                    <a:cubicBezTo>
                      <a:pt x="73870" y="0"/>
                      <a:pt x="83521" y="9650"/>
                      <a:pt x="83521" y="21554"/>
                    </a:cubicBezTo>
                    <a:cubicBezTo>
                      <a:pt x="83521" y="33458"/>
                      <a:pt x="73870" y="43107"/>
                      <a:pt x="61967" y="43107"/>
                    </a:cubicBezTo>
                    <a:close/>
                  </a:path>
                </a:pathLst>
              </a:custGeom>
              <a:grpFill/>
              <a:ln w="2667" cap="flat">
                <a:noFill/>
                <a:prstDash val="solid"/>
                <a:miter/>
              </a:ln>
            </p:spPr>
            <p:txBody>
              <a:bodyPr rtlCol="0" anchor="ctr"/>
              <a:lstStyle/>
              <a:p>
                <a:endParaRPr lang="en-MY"/>
              </a:p>
            </p:txBody>
          </p:sp>
        </p:grpSp>
      </p:grpSp>
      <p:grpSp>
        <p:nvGrpSpPr>
          <p:cNvPr id="485" name="Group 484">
            <a:extLst>
              <a:ext uri="{FF2B5EF4-FFF2-40B4-BE49-F238E27FC236}">
                <a16:creationId xmlns:a16="http://schemas.microsoft.com/office/drawing/2014/main" id="{98369C8F-B816-A973-14D1-CD8785AAA599}"/>
              </a:ext>
            </a:extLst>
          </p:cNvPr>
          <p:cNvGrpSpPr/>
          <p:nvPr/>
        </p:nvGrpSpPr>
        <p:grpSpPr>
          <a:xfrm>
            <a:off x="1090377" y="2241576"/>
            <a:ext cx="1641476" cy="1365966"/>
            <a:chOff x="1090377" y="2241576"/>
            <a:chExt cx="1641476" cy="1365966"/>
          </a:xfrm>
        </p:grpSpPr>
        <p:grpSp>
          <p:nvGrpSpPr>
            <p:cNvPr id="494" name="Group 493">
              <a:extLst>
                <a:ext uri="{FF2B5EF4-FFF2-40B4-BE49-F238E27FC236}">
                  <a16:creationId xmlns:a16="http://schemas.microsoft.com/office/drawing/2014/main" id="{857D9F8F-75C7-3A90-EE20-7EAF3640922D}"/>
                </a:ext>
              </a:extLst>
            </p:cNvPr>
            <p:cNvGrpSpPr/>
            <p:nvPr/>
          </p:nvGrpSpPr>
          <p:grpSpPr>
            <a:xfrm>
              <a:off x="1090377" y="2241576"/>
              <a:ext cx="1641476" cy="1365966"/>
              <a:chOff x="1090377" y="2241576"/>
              <a:chExt cx="1641476" cy="1365966"/>
            </a:xfrm>
          </p:grpSpPr>
          <p:sp>
            <p:nvSpPr>
              <p:cNvPr id="508" name="Arrow: Chevron 288">
                <a:extLst>
                  <a:ext uri="{FF2B5EF4-FFF2-40B4-BE49-F238E27FC236}">
                    <a16:creationId xmlns:a16="http://schemas.microsoft.com/office/drawing/2014/main" id="{150B4F12-AC22-89F4-6FD0-31E8AC107A8F}"/>
                  </a:ext>
                </a:extLst>
              </p:cNvPr>
              <p:cNvSpPr/>
              <p:nvPr/>
            </p:nvSpPr>
            <p:spPr>
              <a:xfrm>
                <a:off x="1742069" y="3197853"/>
                <a:ext cx="800139"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13716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65000"/>
                      </a:schemeClr>
                    </a:solidFill>
                    <a:effectLst/>
                    <a:uLnTx/>
                    <a:uFillTx/>
                    <a:latin typeface="Century Gothic" panose="020F0302020204030204"/>
                    <a:ea typeface="+mn-ea"/>
                    <a:cs typeface="+mn-cs"/>
                  </a:rPr>
                  <a:t>Plan</a:t>
                </a:r>
              </a:p>
            </p:txBody>
          </p:sp>
          <p:sp>
            <p:nvSpPr>
              <p:cNvPr id="509" name="Arrow: Pentagon 14">
                <a:extLst>
                  <a:ext uri="{FF2B5EF4-FFF2-40B4-BE49-F238E27FC236}">
                    <a16:creationId xmlns:a16="http://schemas.microsoft.com/office/drawing/2014/main" id="{8DA3B102-7B38-9279-8269-176EB8F942BB}"/>
                  </a:ext>
                </a:extLst>
              </p:cNvPr>
              <p:cNvSpPr/>
              <p:nvPr/>
            </p:nvSpPr>
            <p:spPr>
              <a:xfrm>
                <a:off x="1120126" y="3198157"/>
                <a:ext cx="732384" cy="408495"/>
              </a:xfrm>
              <a:prstGeom prst="homePlate">
                <a:avLst>
                  <a:gd name="adj" fmla="val 17926"/>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9144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Prep</a:t>
                </a:r>
              </a:p>
            </p:txBody>
          </p:sp>
          <p:sp>
            <p:nvSpPr>
              <p:cNvPr id="510" name="Arrow: Pentagon 277">
                <a:extLst>
                  <a:ext uri="{FF2B5EF4-FFF2-40B4-BE49-F238E27FC236}">
                    <a16:creationId xmlns:a16="http://schemas.microsoft.com/office/drawing/2014/main" id="{876E7989-B7B6-1728-40E8-09ED98C381D9}"/>
                  </a:ext>
                </a:extLst>
              </p:cNvPr>
              <p:cNvSpPr/>
              <p:nvPr/>
            </p:nvSpPr>
            <p:spPr>
              <a:xfrm>
                <a:off x="1090377" y="2241576"/>
                <a:ext cx="1641476" cy="964154"/>
              </a:xfrm>
              <a:prstGeom prst="homePlate">
                <a:avLst>
                  <a:gd name="adj" fmla="val 30009"/>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21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entury Gothic" panose="020F0302020204030204"/>
                    <a:ea typeface="+mn-ea"/>
                    <a:cs typeface="+mn-cs"/>
                  </a:rPr>
                  <a:t>Initiate</a:t>
                </a:r>
              </a:p>
            </p:txBody>
          </p:sp>
        </p:grpSp>
        <p:grpSp>
          <p:nvGrpSpPr>
            <p:cNvPr id="495" name="Group 494">
              <a:extLst>
                <a:ext uri="{FF2B5EF4-FFF2-40B4-BE49-F238E27FC236}">
                  <a16:creationId xmlns:a16="http://schemas.microsoft.com/office/drawing/2014/main" id="{BA978DF1-0B72-0CB1-1D0F-3F319DFF7650}"/>
                </a:ext>
              </a:extLst>
            </p:cNvPr>
            <p:cNvGrpSpPr/>
            <p:nvPr/>
          </p:nvGrpSpPr>
          <p:grpSpPr>
            <a:xfrm>
              <a:off x="1664848" y="2363819"/>
              <a:ext cx="471163" cy="471791"/>
              <a:chOff x="1664848" y="2363819"/>
              <a:chExt cx="471163" cy="471791"/>
            </a:xfrm>
          </p:grpSpPr>
          <p:sp>
            <p:nvSpPr>
              <p:cNvPr id="496" name="Oval 495">
                <a:extLst>
                  <a:ext uri="{FF2B5EF4-FFF2-40B4-BE49-F238E27FC236}">
                    <a16:creationId xmlns:a16="http://schemas.microsoft.com/office/drawing/2014/main" id="{D1B3D1F6-522F-06E2-7D36-C048A54C1D88}"/>
                  </a:ext>
                </a:extLst>
              </p:cNvPr>
              <p:cNvSpPr/>
              <p:nvPr/>
            </p:nvSpPr>
            <p:spPr>
              <a:xfrm>
                <a:off x="1664848" y="2363819"/>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497" name="Group 496">
                <a:extLst>
                  <a:ext uri="{FF2B5EF4-FFF2-40B4-BE49-F238E27FC236}">
                    <a16:creationId xmlns:a16="http://schemas.microsoft.com/office/drawing/2014/main" id="{8EB9B073-32D3-AEA5-49EB-8B84BC6D982F}"/>
                  </a:ext>
                </a:extLst>
              </p:cNvPr>
              <p:cNvGrpSpPr/>
              <p:nvPr/>
            </p:nvGrpSpPr>
            <p:grpSpPr>
              <a:xfrm>
                <a:off x="1774910" y="2468040"/>
                <a:ext cx="251038" cy="260212"/>
                <a:chOff x="738790" y="2040956"/>
                <a:chExt cx="251373" cy="260212"/>
              </a:xfrm>
              <a:solidFill>
                <a:schemeClr val="bg1">
                  <a:lumMod val="75000"/>
                </a:schemeClr>
              </a:solidFill>
            </p:grpSpPr>
            <p:sp>
              <p:nvSpPr>
                <p:cNvPr id="500" name="Freeform 176">
                  <a:extLst>
                    <a:ext uri="{FF2B5EF4-FFF2-40B4-BE49-F238E27FC236}">
                      <a16:creationId xmlns:a16="http://schemas.microsoft.com/office/drawing/2014/main" id="{39507934-6A59-3A56-5488-0B8BADE864AE}"/>
                    </a:ext>
                  </a:extLst>
                </p:cNvPr>
                <p:cNvSpPr/>
                <p:nvPr/>
              </p:nvSpPr>
              <p:spPr>
                <a:xfrm>
                  <a:off x="738790" y="2134679"/>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4"/>
                        <a:pt x="5614" y="0"/>
                        <a:pt x="12540" y="0"/>
                      </a:cubicBezTo>
                      <a:lnTo>
                        <a:pt x="65163" y="0"/>
                      </a:lnTo>
                      <a:cubicBezTo>
                        <a:pt x="72089" y="0"/>
                        <a:pt x="77703" y="5614"/>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02" name="Freeform 177">
                  <a:extLst>
                    <a:ext uri="{FF2B5EF4-FFF2-40B4-BE49-F238E27FC236}">
                      <a16:creationId xmlns:a16="http://schemas.microsoft.com/office/drawing/2014/main" id="{B3D31C6E-702E-A50A-8744-D40004CBC17D}"/>
                    </a:ext>
                  </a:extLst>
                </p:cNvPr>
                <p:cNvSpPr/>
                <p:nvPr/>
              </p:nvSpPr>
              <p:spPr>
                <a:xfrm>
                  <a:off x="738790" y="2223465"/>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5"/>
                        <a:pt x="5614" y="0"/>
                        <a:pt x="12540" y="0"/>
                      </a:cubicBezTo>
                      <a:lnTo>
                        <a:pt x="65163" y="0"/>
                      </a:lnTo>
                      <a:cubicBezTo>
                        <a:pt x="72089" y="0"/>
                        <a:pt x="77703" y="5615"/>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03" name="Freeform 178">
                  <a:extLst>
                    <a:ext uri="{FF2B5EF4-FFF2-40B4-BE49-F238E27FC236}">
                      <a16:creationId xmlns:a16="http://schemas.microsoft.com/office/drawing/2014/main" id="{A1DAFF3C-A7E7-92D6-D5B5-DC634996A9E7}"/>
                    </a:ext>
                  </a:extLst>
                </p:cNvPr>
                <p:cNvSpPr/>
                <p:nvPr/>
              </p:nvSpPr>
              <p:spPr>
                <a:xfrm>
                  <a:off x="791413" y="2082057"/>
                  <a:ext cx="86732" cy="104006"/>
                </a:xfrm>
                <a:custGeom>
                  <a:avLst/>
                  <a:gdLst>
                    <a:gd name="connsiteX0" fmla="*/ 74192 w 86732"/>
                    <a:gd name="connsiteY0" fmla="*/ 104006 h 104006"/>
                    <a:gd name="connsiteX1" fmla="*/ 12540 w 86732"/>
                    <a:gd name="connsiteY1" fmla="*/ 104006 h 104006"/>
                    <a:gd name="connsiteX2" fmla="*/ 0 w 86732"/>
                    <a:gd name="connsiteY2" fmla="*/ 91466 h 104006"/>
                    <a:gd name="connsiteX3" fmla="*/ 12540 w 86732"/>
                    <a:gd name="connsiteY3" fmla="*/ 78926 h 104006"/>
                    <a:gd name="connsiteX4" fmla="*/ 61651 w 86732"/>
                    <a:gd name="connsiteY4" fmla="*/ 78926 h 104006"/>
                    <a:gd name="connsiteX5" fmla="*/ 61651 w 86732"/>
                    <a:gd name="connsiteY5" fmla="*/ 12540 h 104006"/>
                    <a:gd name="connsiteX6" fmla="*/ 74192 w 86732"/>
                    <a:gd name="connsiteY6" fmla="*/ 0 h 104006"/>
                    <a:gd name="connsiteX7" fmla="*/ 86732 w 86732"/>
                    <a:gd name="connsiteY7" fmla="*/ 12540 h 104006"/>
                    <a:gd name="connsiteX8" fmla="*/ 86732 w 86732"/>
                    <a:gd name="connsiteY8" fmla="*/ 91466 h 104006"/>
                    <a:gd name="connsiteX9" fmla="*/ 74192 w 86732"/>
                    <a:gd name="connsiteY9" fmla="*/ 104006 h 10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732" h="104006">
                      <a:moveTo>
                        <a:pt x="74192" y="104006"/>
                      </a:moveTo>
                      <a:lnTo>
                        <a:pt x="12540" y="104006"/>
                      </a:lnTo>
                      <a:cubicBezTo>
                        <a:pt x="5614" y="104006"/>
                        <a:pt x="0" y="98392"/>
                        <a:pt x="0" y="91466"/>
                      </a:cubicBezTo>
                      <a:cubicBezTo>
                        <a:pt x="0" y="84540"/>
                        <a:pt x="5614" y="78926"/>
                        <a:pt x="12540" y="78926"/>
                      </a:cubicBezTo>
                      <a:lnTo>
                        <a:pt x="61651" y="78926"/>
                      </a:lnTo>
                      <a:lnTo>
                        <a:pt x="61651" y="12540"/>
                      </a:lnTo>
                      <a:cubicBezTo>
                        <a:pt x="61651" y="5614"/>
                        <a:pt x="67266" y="0"/>
                        <a:pt x="74192" y="0"/>
                      </a:cubicBezTo>
                      <a:cubicBezTo>
                        <a:pt x="81118" y="0"/>
                        <a:pt x="86732" y="5614"/>
                        <a:pt x="86732" y="12540"/>
                      </a:cubicBezTo>
                      <a:lnTo>
                        <a:pt x="86732" y="91466"/>
                      </a:lnTo>
                      <a:cubicBezTo>
                        <a:pt x="86732" y="98392"/>
                        <a:pt x="81118" y="104006"/>
                        <a:pt x="74192" y="104006"/>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04" name="Freeform 179">
                  <a:extLst>
                    <a:ext uri="{FF2B5EF4-FFF2-40B4-BE49-F238E27FC236}">
                      <a16:creationId xmlns:a16="http://schemas.microsoft.com/office/drawing/2014/main" id="{98428C74-26D5-C6FA-97B8-1B1EFE4674C4}"/>
                    </a:ext>
                  </a:extLst>
                </p:cNvPr>
                <p:cNvSpPr/>
                <p:nvPr/>
              </p:nvSpPr>
              <p:spPr>
                <a:xfrm>
                  <a:off x="853064" y="2160983"/>
                  <a:ext cx="62701" cy="25080"/>
                </a:xfrm>
                <a:custGeom>
                  <a:avLst/>
                  <a:gdLst>
                    <a:gd name="connsiteX0" fmla="*/ 50161 w 62701"/>
                    <a:gd name="connsiteY0" fmla="*/ 25081 h 25080"/>
                    <a:gd name="connsiteX1" fmla="*/ 12540 w 62701"/>
                    <a:gd name="connsiteY1" fmla="*/ 25081 h 25080"/>
                    <a:gd name="connsiteX2" fmla="*/ 0 w 62701"/>
                    <a:gd name="connsiteY2" fmla="*/ 12540 h 25080"/>
                    <a:gd name="connsiteX3" fmla="*/ 12540 w 62701"/>
                    <a:gd name="connsiteY3" fmla="*/ 0 h 25080"/>
                    <a:gd name="connsiteX4" fmla="*/ 50161 w 62701"/>
                    <a:gd name="connsiteY4" fmla="*/ 0 h 25080"/>
                    <a:gd name="connsiteX5" fmla="*/ 62702 w 62701"/>
                    <a:gd name="connsiteY5" fmla="*/ 12540 h 25080"/>
                    <a:gd name="connsiteX6" fmla="*/ 50161 w 62701"/>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01" h="25080">
                      <a:moveTo>
                        <a:pt x="50161" y="25081"/>
                      </a:moveTo>
                      <a:lnTo>
                        <a:pt x="12540" y="25081"/>
                      </a:lnTo>
                      <a:cubicBezTo>
                        <a:pt x="5614" y="25081"/>
                        <a:pt x="0" y="19466"/>
                        <a:pt x="0" y="12540"/>
                      </a:cubicBezTo>
                      <a:cubicBezTo>
                        <a:pt x="0" y="5614"/>
                        <a:pt x="5614" y="0"/>
                        <a:pt x="12540" y="0"/>
                      </a:cubicBezTo>
                      <a:lnTo>
                        <a:pt x="50161" y="0"/>
                      </a:lnTo>
                      <a:cubicBezTo>
                        <a:pt x="57087" y="0"/>
                        <a:pt x="62702" y="5614"/>
                        <a:pt x="62702" y="12540"/>
                      </a:cubicBezTo>
                      <a:cubicBezTo>
                        <a:pt x="62702" y="19466"/>
                        <a:pt x="57087" y="25081"/>
                        <a:pt x="50161" y="25081"/>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05" name="Freeform 180">
                  <a:extLst>
                    <a:ext uri="{FF2B5EF4-FFF2-40B4-BE49-F238E27FC236}">
                      <a16:creationId xmlns:a16="http://schemas.microsoft.com/office/drawing/2014/main" id="{8A1FAA52-E988-E056-C5F2-C5CEBC5FD349}"/>
                    </a:ext>
                  </a:extLst>
                </p:cNvPr>
                <p:cNvSpPr/>
                <p:nvPr/>
              </p:nvSpPr>
              <p:spPr>
                <a:xfrm>
                  <a:off x="791413" y="2198196"/>
                  <a:ext cx="161550" cy="76668"/>
                </a:xfrm>
                <a:custGeom>
                  <a:avLst/>
                  <a:gdLst>
                    <a:gd name="connsiteX0" fmla="*/ 149011 w 161550"/>
                    <a:gd name="connsiteY0" fmla="*/ 76669 h 76668"/>
                    <a:gd name="connsiteX1" fmla="*/ 12540 w 161550"/>
                    <a:gd name="connsiteY1" fmla="*/ 76669 h 76668"/>
                    <a:gd name="connsiteX2" fmla="*/ 0 w 161550"/>
                    <a:gd name="connsiteY2" fmla="*/ 64128 h 76668"/>
                    <a:gd name="connsiteX3" fmla="*/ 12540 w 161550"/>
                    <a:gd name="connsiteY3" fmla="*/ 51588 h 76668"/>
                    <a:gd name="connsiteX4" fmla="*/ 136470 w 161550"/>
                    <a:gd name="connsiteY4" fmla="*/ 51588 h 76668"/>
                    <a:gd name="connsiteX5" fmla="*/ 136470 w 161550"/>
                    <a:gd name="connsiteY5" fmla="*/ 12540 h 76668"/>
                    <a:gd name="connsiteX6" fmla="*/ 149011 w 161550"/>
                    <a:gd name="connsiteY6" fmla="*/ 0 h 76668"/>
                    <a:gd name="connsiteX7" fmla="*/ 161551 w 161550"/>
                    <a:gd name="connsiteY7" fmla="*/ 12540 h 76668"/>
                    <a:gd name="connsiteX8" fmla="*/ 161551 w 161550"/>
                    <a:gd name="connsiteY8" fmla="*/ 64128 h 76668"/>
                    <a:gd name="connsiteX9" fmla="*/ 149011 w 161550"/>
                    <a:gd name="connsiteY9" fmla="*/ 76669 h 7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550" h="76668">
                      <a:moveTo>
                        <a:pt x="149011" y="76669"/>
                      </a:moveTo>
                      <a:lnTo>
                        <a:pt x="12540" y="76669"/>
                      </a:lnTo>
                      <a:cubicBezTo>
                        <a:pt x="5614" y="76669"/>
                        <a:pt x="0" y="71054"/>
                        <a:pt x="0" y="64128"/>
                      </a:cubicBezTo>
                      <a:cubicBezTo>
                        <a:pt x="0" y="57203"/>
                        <a:pt x="5614" y="51588"/>
                        <a:pt x="12540" y="51588"/>
                      </a:cubicBezTo>
                      <a:lnTo>
                        <a:pt x="136470" y="51588"/>
                      </a:lnTo>
                      <a:lnTo>
                        <a:pt x="136470" y="12540"/>
                      </a:lnTo>
                      <a:cubicBezTo>
                        <a:pt x="136470" y="5615"/>
                        <a:pt x="142085" y="0"/>
                        <a:pt x="149011" y="0"/>
                      </a:cubicBezTo>
                      <a:cubicBezTo>
                        <a:pt x="155936" y="0"/>
                        <a:pt x="161551" y="5615"/>
                        <a:pt x="161551" y="12540"/>
                      </a:cubicBezTo>
                      <a:lnTo>
                        <a:pt x="161551" y="64128"/>
                      </a:lnTo>
                      <a:cubicBezTo>
                        <a:pt x="161551" y="71054"/>
                        <a:pt x="155936" y="76669"/>
                        <a:pt x="149011" y="76669"/>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06" name="Freeform 181">
                  <a:extLst>
                    <a:ext uri="{FF2B5EF4-FFF2-40B4-BE49-F238E27FC236}">
                      <a16:creationId xmlns:a16="http://schemas.microsoft.com/office/drawing/2014/main" id="{0A1BC4AE-7E07-6334-1443-B1F9AC8A3D18}"/>
                    </a:ext>
                  </a:extLst>
                </p:cNvPr>
                <p:cNvSpPr/>
                <p:nvPr/>
              </p:nvSpPr>
              <p:spPr>
                <a:xfrm>
                  <a:off x="890683" y="2123775"/>
                  <a:ext cx="99480" cy="99501"/>
                </a:xfrm>
                <a:custGeom>
                  <a:avLst/>
                  <a:gdLst>
                    <a:gd name="connsiteX0" fmla="*/ 49740 w 99480"/>
                    <a:gd name="connsiteY0" fmla="*/ 99502 h 99501"/>
                    <a:gd name="connsiteX1" fmla="*/ 40868 w 99480"/>
                    <a:gd name="connsiteY1" fmla="*/ 95834 h 99501"/>
                    <a:gd name="connsiteX2" fmla="*/ 3670 w 99480"/>
                    <a:gd name="connsiteY2" fmla="*/ 58620 h 99501"/>
                    <a:gd name="connsiteX3" fmla="*/ 3670 w 99480"/>
                    <a:gd name="connsiteY3" fmla="*/ 40891 h 99501"/>
                    <a:gd name="connsiteX4" fmla="*/ 40868 w 99480"/>
                    <a:gd name="connsiteY4" fmla="*/ 3678 h 99501"/>
                    <a:gd name="connsiteX5" fmla="*/ 58603 w 99480"/>
                    <a:gd name="connsiteY5" fmla="*/ 3668 h 99501"/>
                    <a:gd name="connsiteX6" fmla="*/ 58613 w 99480"/>
                    <a:gd name="connsiteY6" fmla="*/ 3678 h 99501"/>
                    <a:gd name="connsiteX7" fmla="*/ 95811 w 99480"/>
                    <a:gd name="connsiteY7" fmla="*/ 40891 h 99501"/>
                    <a:gd name="connsiteX8" fmla="*/ 95811 w 99480"/>
                    <a:gd name="connsiteY8" fmla="*/ 58620 h 99501"/>
                    <a:gd name="connsiteX9" fmla="*/ 58613 w 99480"/>
                    <a:gd name="connsiteY9" fmla="*/ 95834 h 99501"/>
                    <a:gd name="connsiteX10" fmla="*/ 49740 w 99480"/>
                    <a:gd name="connsiteY10" fmla="*/ 99502 h 99501"/>
                    <a:gd name="connsiteX11" fmla="*/ 30272 w 99480"/>
                    <a:gd name="connsiteY11" fmla="*/ 49748 h 99501"/>
                    <a:gd name="connsiteX12" fmla="*/ 49740 w 99480"/>
                    <a:gd name="connsiteY12" fmla="*/ 69233 h 99501"/>
                    <a:gd name="connsiteX13" fmla="*/ 69209 w 99480"/>
                    <a:gd name="connsiteY13" fmla="*/ 49748 h 99501"/>
                    <a:gd name="connsiteX14" fmla="*/ 49740 w 99480"/>
                    <a:gd name="connsiteY14" fmla="*/ 30279 h 9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480" h="99501">
                      <a:moveTo>
                        <a:pt x="49740" y="99502"/>
                      </a:moveTo>
                      <a:cubicBezTo>
                        <a:pt x="46414" y="99505"/>
                        <a:pt x="43223" y="98185"/>
                        <a:pt x="40868" y="95834"/>
                      </a:cubicBezTo>
                      <a:lnTo>
                        <a:pt x="3670" y="58620"/>
                      </a:lnTo>
                      <a:cubicBezTo>
                        <a:pt x="-1223" y="53724"/>
                        <a:pt x="-1223" y="45788"/>
                        <a:pt x="3670" y="40891"/>
                      </a:cubicBezTo>
                      <a:lnTo>
                        <a:pt x="40868" y="3678"/>
                      </a:lnTo>
                      <a:cubicBezTo>
                        <a:pt x="45762" y="-1222"/>
                        <a:pt x="53703" y="-1227"/>
                        <a:pt x="58603" y="3668"/>
                      </a:cubicBezTo>
                      <a:cubicBezTo>
                        <a:pt x="58607" y="3671"/>
                        <a:pt x="58610" y="3675"/>
                        <a:pt x="58613" y="3678"/>
                      </a:cubicBezTo>
                      <a:lnTo>
                        <a:pt x="95811" y="40891"/>
                      </a:lnTo>
                      <a:cubicBezTo>
                        <a:pt x="100704" y="45788"/>
                        <a:pt x="100704" y="53724"/>
                        <a:pt x="95811" y="58620"/>
                      </a:cubicBezTo>
                      <a:lnTo>
                        <a:pt x="58613" y="95834"/>
                      </a:lnTo>
                      <a:cubicBezTo>
                        <a:pt x="56258" y="98185"/>
                        <a:pt x="53067" y="99505"/>
                        <a:pt x="49740" y="99502"/>
                      </a:cubicBezTo>
                      <a:close/>
                      <a:moveTo>
                        <a:pt x="30272" y="49748"/>
                      </a:moveTo>
                      <a:lnTo>
                        <a:pt x="49740" y="69233"/>
                      </a:lnTo>
                      <a:lnTo>
                        <a:pt x="69209" y="49748"/>
                      </a:lnTo>
                      <a:lnTo>
                        <a:pt x="49740" y="30279"/>
                      </a:ln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07" name="Freeform 182">
                  <a:extLst>
                    <a:ext uri="{FF2B5EF4-FFF2-40B4-BE49-F238E27FC236}">
                      <a16:creationId xmlns:a16="http://schemas.microsoft.com/office/drawing/2014/main" id="{FE949C76-C935-F4A1-164B-5D01062C1F72}"/>
                    </a:ext>
                  </a:extLst>
                </p:cNvPr>
                <p:cNvSpPr/>
                <p:nvPr/>
              </p:nvSpPr>
              <p:spPr>
                <a:xfrm>
                  <a:off x="786397" y="2040956"/>
                  <a:ext cx="158321" cy="66181"/>
                </a:xfrm>
                <a:custGeom>
                  <a:avLst/>
                  <a:gdLst>
                    <a:gd name="connsiteX0" fmla="*/ 145781 w 158321"/>
                    <a:gd name="connsiteY0" fmla="*/ 66182 h 66181"/>
                    <a:gd name="connsiteX1" fmla="*/ 12540 w 158321"/>
                    <a:gd name="connsiteY1" fmla="*/ 66182 h 66181"/>
                    <a:gd name="connsiteX2" fmla="*/ 0 w 158321"/>
                    <a:gd name="connsiteY2" fmla="*/ 53641 h 66181"/>
                    <a:gd name="connsiteX3" fmla="*/ 0 w 158321"/>
                    <a:gd name="connsiteY3" fmla="*/ 12540 h 66181"/>
                    <a:gd name="connsiteX4" fmla="*/ 12540 w 158321"/>
                    <a:gd name="connsiteY4" fmla="*/ 0 h 66181"/>
                    <a:gd name="connsiteX5" fmla="*/ 145781 w 158321"/>
                    <a:gd name="connsiteY5" fmla="*/ 0 h 66181"/>
                    <a:gd name="connsiteX6" fmla="*/ 158322 w 158321"/>
                    <a:gd name="connsiteY6" fmla="*/ 12540 h 66181"/>
                    <a:gd name="connsiteX7" fmla="*/ 158322 w 158321"/>
                    <a:gd name="connsiteY7" fmla="*/ 53641 h 66181"/>
                    <a:gd name="connsiteX8" fmla="*/ 145781 w 158321"/>
                    <a:gd name="connsiteY8" fmla="*/ 66182 h 66181"/>
                    <a:gd name="connsiteX9" fmla="*/ 25081 w 158321"/>
                    <a:gd name="connsiteY9" fmla="*/ 41101 h 66181"/>
                    <a:gd name="connsiteX10" fmla="*/ 133241 w 158321"/>
                    <a:gd name="connsiteY10" fmla="*/ 41101 h 66181"/>
                    <a:gd name="connsiteX11" fmla="*/ 133241 w 158321"/>
                    <a:gd name="connsiteY11" fmla="*/ 25081 h 66181"/>
                    <a:gd name="connsiteX12" fmla="*/ 25081 w 158321"/>
                    <a:gd name="connsiteY12" fmla="*/ 25081 h 6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321" h="66181">
                      <a:moveTo>
                        <a:pt x="145781" y="66182"/>
                      </a:moveTo>
                      <a:lnTo>
                        <a:pt x="12540" y="66182"/>
                      </a:lnTo>
                      <a:cubicBezTo>
                        <a:pt x="5614" y="66182"/>
                        <a:pt x="0" y="60567"/>
                        <a:pt x="0" y="53641"/>
                      </a:cubicBezTo>
                      <a:lnTo>
                        <a:pt x="0" y="12540"/>
                      </a:lnTo>
                      <a:cubicBezTo>
                        <a:pt x="0" y="5614"/>
                        <a:pt x="5614" y="0"/>
                        <a:pt x="12540" y="0"/>
                      </a:cubicBezTo>
                      <a:lnTo>
                        <a:pt x="145781" y="0"/>
                      </a:lnTo>
                      <a:cubicBezTo>
                        <a:pt x="152707" y="0"/>
                        <a:pt x="158322" y="5614"/>
                        <a:pt x="158322" y="12540"/>
                      </a:cubicBezTo>
                      <a:lnTo>
                        <a:pt x="158322" y="53641"/>
                      </a:lnTo>
                      <a:cubicBezTo>
                        <a:pt x="158322" y="60567"/>
                        <a:pt x="152707" y="66182"/>
                        <a:pt x="145781" y="66182"/>
                      </a:cubicBezTo>
                      <a:close/>
                      <a:moveTo>
                        <a:pt x="25081" y="41101"/>
                      </a:moveTo>
                      <a:lnTo>
                        <a:pt x="133241" y="41101"/>
                      </a:lnTo>
                      <a:lnTo>
                        <a:pt x="133241" y="25081"/>
                      </a:lnTo>
                      <a:lnTo>
                        <a:pt x="25081" y="25081"/>
                      </a:ln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511" name="Group 510">
            <a:extLst>
              <a:ext uri="{FF2B5EF4-FFF2-40B4-BE49-F238E27FC236}">
                <a16:creationId xmlns:a16="http://schemas.microsoft.com/office/drawing/2014/main" id="{BF15B040-327C-92F0-7374-D136321260BF}"/>
              </a:ext>
            </a:extLst>
          </p:cNvPr>
          <p:cNvGrpSpPr/>
          <p:nvPr/>
        </p:nvGrpSpPr>
        <p:grpSpPr>
          <a:xfrm>
            <a:off x="2432465" y="2241576"/>
            <a:ext cx="2601223" cy="1365966"/>
            <a:chOff x="2432465" y="2241576"/>
            <a:chExt cx="2601223" cy="1365966"/>
          </a:xfrm>
        </p:grpSpPr>
        <p:sp>
          <p:nvSpPr>
            <p:cNvPr id="576" name="Arrow: Chevron 284">
              <a:extLst>
                <a:ext uri="{FF2B5EF4-FFF2-40B4-BE49-F238E27FC236}">
                  <a16:creationId xmlns:a16="http://schemas.microsoft.com/office/drawing/2014/main" id="{ABD99127-5DE2-5A87-4B28-91CC854080B5}"/>
                </a:ext>
              </a:extLst>
            </p:cNvPr>
            <p:cNvSpPr/>
            <p:nvPr/>
          </p:nvSpPr>
          <p:spPr>
            <a:xfrm>
              <a:off x="3208888" y="3197853"/>
              <a:ext cx="1634664"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432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F2S/BBP</a:t>
              </a:r>
            </a:p>
          </p:txBody>
        </p:sp>
        <p:sp>
          <p:nvSpPr>
            <p:cNvPr id="577" name="Arrow: Chevron 287">
              <a:extLst>
                <a:ext uri="{FF2B5EF4-FFF2-40B4-BE49-F238E27FC236}">
                  <a16:creationId xmlns:a16="http://schemas.microsoft.com/office/drawing/2014/main" id="{9EC73148-02CF-A7AA-0AD7-11CBE2D46E56}"/>
                </a:ext>
              </a:extLst>
            </p:cNvPr>
            <p:cNvSpPr/>
            <p:nvPr/>
          </p:nvSpPr>
          <p:spPr>
            <a:xfrm>
              <a:off x="2441619" y="3197853"/>
              <a:ext cx="1225818"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65000"/>
                    </a:schemeClr>
                  </a:solidFill>
                  <a:effectLst/>
                  <a:uLnTx/>
                  <a:uFillTx/>
                  <a:latin typeface="Century Gothic" panose="020F0302020204030204"/>
                  <a:ea typeface="+mn-ea"/>
                  <a:cs typeface="+mn-cs"/>
                </a:rPr>
                <a:t>Inception</a:t>
              </a:r>
              <a:endPar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endParaRPr>
            </a:p>
          </p:txBody>
        </p:sp>
        <p:sp>
          <p:nvSpPr>
            <p:cNvPr id="578" name="Arrow: Chevron 278">
              <a:extLst>
                <a:ext uri="{FF2B5EF4-FFF2-40B4-BE49-F238E27FC236}">
                  <a16:creationId xmlns:a16="http://schemas.microsoft.com/office/drawing/2014/main" id="{18F99E77-4020-62A7-2CA6-C6F1C4F31A74}"/>
                </a:ext>
              </a:extLst>
            </p:cNvPr>
            <p:cNvSpPr/>
            <p:nvPr/>
          </p:nvSpPr>
          <p:spPr>
            <a:xfrm>
              <a:off x="2432465" y="2241576"/>
              <a:ext cx="2601223" cy="964154"/>
            </a:xfrm>
            <a:prstGeom prst="chevron">
              <a:avLst>
                <a:gd name="adj" fmla="val 29545"/>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Explore</a:t>
              </a:r>
            </a:p>
          </p:txBody>
        </p:sp>
        <p:grpSp>
          <p:nvGrpSpPr>
            <p:cNvPr id="579" name="Group 578">
              <a:extLst>
                <a:ext uri="{FF2B5EF4-FFF2-40B4-BE49-F238E27FC236}">
                  <a16:creationId xmlns:a16="http://schemas.microsoft.com/office/drawing/2014/main" id="{35AA9970-122C-6A9F-C618-E8DEC666FAAB}"/>
                </a:ext>
              </a:extLst>
            </p:cNvPr>
            <p:cNvGrpSpPr/>
            <p:nvPr/>
          </p:nvGrpSpPr>
          <p:grpSpPr>
            <a:xfrm>
              <a:off x="3424308" y="2369261"/>
              <a:ext cx="471163" cy="471791"/>
              <a:chOff x="3424308" y="2369261"/>
              <a:chExt cx="471163" cy="471791"/>
            </a:xfrm>
          </p:grpSpPr>
          <p:sp>
            <p:nvSpPr>
              <p:cNvPr id="580" name="Oval 579">
                <a:extLst>
                  <a:ext uri="{FF2B5EF4-FFF2-40B4-BE49-F238E27FC236}">
                    <a16:creationId xmlns:a16="http://schemas.microsoft.com/office/drawing/2014/main" id="{2F2634CC-4936-30A1-3A6A-2529CCA2D915}"/>
                  </a:ext>
                </a:extLst>
              </p:cNvPr>
              <p:cNvSpPr/>
              <p:nvPr/>
            </p:nvSpPr>
            <p:spPr>
              <a:xfrm>
                <a:off x="3424308" y="2369261"/>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581" name="Graphic 330">
                <a:extLst>
                  <a:ext uri="{FF2B5EF4-FFF2-40B4-BE49-F238E27FC236}">
                    <a16:creationId xmlns:a16="http://schemas.microsoft.com/office/drawing/2014/main" id="{FF00FF55-71F1-3723-BFBF-08BE6D9E3315}"/>
                  </a:ext>
                </a:extLst>
              </p:cNvPr>
              <p:cNvGrpSpPr/>
              <p:nvPr/>
            </p:nvGrpSpPr>
            <p:grpSpPr>
              <a:xfrm>
                <a:off x="3529178" y="2474297"/>
                <a:ext cx="261425" cy="261748"/>
                <a:chOff x="2905403" y="2047213"/>
                <a:chExt cx="261773" cy="261748"/>
              </a:xfrm>
              <a:solidFill>
                <a:schemeClr val="bg1">
                  <a:lumMod val="75000"/>
                </a:schemeClr>
              </a:solidFill>
            </p:grpSpPr>
            <p:sp>
              <p:nvSpPr>
                <p:cNvPr id="582" name="Freeform 170">
                  <a:extLst>
                    <a:ext uri="{FF2B5EF4-FFF2-40B4-BE49-F238E27FC236}">
                      <a16:creationId xmlns:a16="http://schemas.microsoft.com/office/drawing/2014/main" id="{7C2CBDC6-0868-7B64-5CAF-A9396F2FE5A5}"/>
                    </a:ext>
                  </a:extLst>
                </p:cNvPr>
                <p:cNvSpPr/>
                <p:nvPr/>
              </p:nvSpPr>
              <p:spPr>
                <a:xfrm>
                  <a:off x="2905403" y="2197919"/>
                  <a:ext cx="111010" cy="111042"/>
                </a:xfrm>
                <a:custGeom>
                  <a:avLst/>
                  <a:gdLst>
                    <a:gd name="connsiteX0" fmla="*/ 12535 w 111010"/>
                    <a:gd name="connsiteY0" fmla="*/ 111042 h 111042"/>
                    <a:gd name="connsiteX1" fmla="*/ 0 w 111010"/>
                    <a:gd name="connsiteY1" fmla="*/ 98495 h 111042"/>
                    <a:gd name="connsiteX2" fmla="*/ 3662 w 111010"/>
                    <a:gd name="connsiteY2" fmla="*/ 89645 h 111042"/>
                    <a:gd name="connsiteX3" fmla="*/ 88890 w 111010"/>
                    <a:gd name="connsiteY3" fmla="*/ 4449 h 111042"/>
                    <a:gd name="connsiteX4" fmla="*/ 106562 w 111010"/>
                    <a:gd name="connsiteY4" fmla="*/ 2960 h 111042"/>
                    <a:gd name="connsiteX5" fmla="*/ 108051 w 111010"/>
                    <a:gd name="connsiteY5" fmla="*/ 20632 h 111042"/>
                    <a:gd name="connsiteX6" fmla="*/ 106587 w 111010"/>
                    <a:gd name="connsiteY6" fmla="*/ 22100 h 111042"/>
                    <a:gd name="connsiteX7" fmla="*/ 21407 w 111010"/>
                    <a:gd name="connsiteY7" fmla="*/ 107327 h 111042"/>
                    <a:gd name="connsiteX8" fmla="*/ 12535 w 111010"/>
                    <a:gd name="connsiteY8" fmla="*/ 111042 h 11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010" h="111042">
                      <a:moveTo>
                        <a:pt x="12535" y="111042"/>
                      </a:moveTo>
                      <a:cubicBezTo>
                        <a:pt x="5609" y="111039"/>
                        <a:pt x="-3" y="105422"/>
                        <a:pt x="0" y="98495"/>
                      </a:cubicBezTo>
                      <a:cubicBezTo>
                        <a:pt x="2" y="95177"/>
                        <a:pt x="1318" y="91995"/>
                        <a:pt x="3662" y="89645"/>
                      </a:cubicBezTo>
                      <a:lnTo>
                        <a:pt x="88890" y="4449"/>
                      </a:lnTo>
                      <a:cubicBezTo>
                        <a:pt x="93358" y="-842"/>
                        <a:pt x="101270" y="-1509"/>
                        <a:pt x="106562" y="2960"/>
                      </a:cubicBezTo>
                      <a:cubicBezTo>
                        <a:pt x="111853" y="7429"/>
                        <a:pt x="112520" y="15340"/>
                        <a:pt x="108051" y="20632"/>
                      </a:cubicBezTo>
                      <a:cubicBezTo>
                        <a:pt x="107604" y="21161"/>
                        <a:pt x="107115" y="21651"/>
                        <a:pt x="106587" y="22100"/>
                      </a:cubicBezTo>
                      <a:lnTo>
                        <a:pt x="21407" y="107327"/>
                      </a:lnTo>
                      <a:cubicBezTo>
                        <a:pt x="19061" y="109696"/>
                        <a:pt x="15868" y="111033"/>
                        <a:pt x="12535" y="111042"/>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83" name="Freeform 171">
                  <a:extLst>
                    <a:ext uri="{FF2B5EF4-FFF2-40B4-BE49-F238E27FC236}">
                      <a16:creationId xmlns:a16="http://schemas.microsoft.com/office/drawing/2014/main" id="{2AB7F258-D3D4-6CE3-245D-5AF83DCE2081}"/>
                    </a:ext>
                  </a:extLst>
                </p:cNvPr>
                <p:cNvSpPr/>
                <p:nvPr/>
              </p:nvSpPr>
              <p:spPr>
                <a:xfrm>
                  <a:off x="2964682" y="2047213"/>
                  <a:ext cx="202495" cy="202495"/>
                </a:xfrm>
                <a:custGeom>
                  <a:avLst/>
                  <a:gdLst>
                    <a:gd name="connsiteX0" fmla="*/ 101263 w 202495"/>
                    <a:gd name="connsiteY0" fmla="*/ 202495 h 202495"/>
                    <a:gd name="connsiteX1" fmla="*/ 0 w 202495"/>
                    <a:gd name="connsiteY1" fmla="*/ 101263 h 202495"/>
                    <a:gd name="connsiteX2" fmla="*/ 101232 w 202495"/>
                    <a:gd name="connsiteY2" fmla="*/ 0 h 202495"/>
                    <a:gd name="connsiteX3" fmla="*/ 202495 w 202495"/>
                    <a:gd name="connsiteY3" fmla="*/ 101232 h 202495"/>
                    <a:gd name="connsiteX4" fmla="*/ 202495 w 202495"/>
                    <a:gd name="connsiteY4" fmla="*/ 101248 h 202495"/>
                    <a:gd name="connsiteX5" fmla="*/ 101263 w 202495"/>
                    <a:gd name="connsiteY5" fmla="*/ 202495 h 202495"/>
                    <a:gd name="connsiteX6" fmla="*/ 101263 w 202495"/>
                    <a:gd name="connsiteY6" fmla="*/ 25096 h 202495"/>
                    <a:gd name="connsiteX7" fmla="*/ 25081 w 202495"/>
                    <a:gd name="connsiteY7" fmla="*/ 101248 h 202495"/>
                    <a:gd name="connsiteX8" fmla="*/ 101232 w 202495"/>
                    <a:gd name="connsiteY8" fmla="*/ 177430 h 202495"/>
                    <a:gd name="connsiteX9" fmla="*/ 177415 w 202495"/>
                    <a:gd name="connsiteY9" fmla="*/ 101279 h 202495"/>
                    <a:gd name="connsiteX10" fmla="*/ 177415 w 202495"/>
                    <a:gd name="connsiteY10" fmla="*/ 101248 h 202495"/>
                    <a:gd name="connsiteX11" fmla="*/ 101263 w 202495"/>
                    <a:gd name="connsiteY11" fmla="*/ 25049 h 202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495" h="202495">
                      <a:moveTo>
                        <a:pt x="101263" y="202495"/>
                      </a:moveTo>
                      <a:cubicBezTo>
                        <a:pt x="45346" y="202505"/>
                        <a:pt x="9" y="157181"/>
                        <a:pt x="0" y="101263"/>
                      </a:cubicBezTo>
                      <a:cubicBezTo>
                        <a:pt x="-9" y="45346"/>
                        <a:pt x="45314" y="9"/>
                        <a:pt x="101232" y="0"/>
                      </a:cubicBezTo>
                      <a:cubicBezTo>
                        <a:pt x="157149" y="-9"/>
                        <a:pt x="202486" y="45314"/>
                        <a:pt x="202495" y="101232"/>
                      </a:cubicBezTo>
                      <a:cubicBezTo>
                        <a:pt x="202495" y="101237"/>
                        <a:pt x="202495" y="101242"/>
                        <a:pt x="202495" y="101248"/>
                      </a:cubicBezTo>
                      <a:cubicBezTo>
                        <a:pt x="202434" y="157134"/>
                        <a:pt x="157149" y="202426"/>
                        <a:pt x="101263" y="202495"/>
                      </a:cubicBezTo>
                      <a:close/>
                      <a:moveTo>
                        <a:pt x="101263" y="25096"/>
                      </a:moveTo>
                      <a:cubicBezTo>
                        <a:pt x="59197" y="25088"/>
                        <a:pt x="25089" y="59182"/>
                        <a:pt x="25081" y="101248"/>
                      </a:cubicBezTo>
                      <a:cubicBezTo>
                        <a:pt x="25072" y="143313"/>
                        <a:pt x="59166" y="177421"/>
                        <a:pt x="101232" y="177430"/>
                      </a:cubicBezTo>
                      <a:cubicBezTo>
                        <a:pt x="143298" y="177440"/>
                        <a:pt x="177405" y="143345"/>
                        <a:pt x="177415" y="101279"/>
                      </a:cubicBezTo>
                      <a:cubicBezTo>
                        <a:pt x="177415" y="101268"/>
                        <a:pt x="177415" y="101258"/>
                        <a:pt x="177415" y="101248"/>
                      </a:cubicBezTo>
                      <a:cubicBezTo>
                        <a:pt x="177388" y="59194"/>
                        <a:pt x="143317" y="25101"/>
                        <a:pt x="101263" y="25049"/>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84" name="Freeform 172">
                  <a:extLst>
                    <a:ext uri="{FF2B5EF4-FFF2-40B4-BE49-F238E27FC236}">
                      <a16:creationId xmlns:a16="http://schemas.microsoft.com/office/drawing/2014/main" id="{B8B032AD-AB93-8170-E220-3E320C366BC8}"/>
                    </a:ext>
                  </a:extLst>
                </p:cNvPr>
                <p:cNvSpPr/>
                <p:nvPr/>
              </p:nvSpPr>
              <p:spPr>
                <a:xfrm>
                  <a:off x="3052606" y="2106356"/>
                  <a:ext cx="25080" cy="84208"/>
                </a:xfrm>
                <a:custGeom>
                  <a:avLst/>
                  <a:gdLst>
                    <a:gd name="connsiteX0" fmla="*/ 12540 w 25080"/>
                    <a:gd name="connsiteY0" fmla="*/ 84208 h 84208"/>
                    <a:gd name="connsiteX1" fmla="*/ 0 w 25080"/>
                    <a:gd name="connsiteY1" fmla="*/ 71668 h 84208"/>
                    <a:gd name="connsiteX2" fmla="*/ 0 w 25080"/>
                    <a:gd name="connsiteY2" fmla="*/ 12540 h 84208"/>
                    <a:gd name="connsiteX3" fmla="*/ 12540 w 25080"/>
                    <a:gd name="connsiteY3" fmla="*/ 0 h 84208"/>
                    <a:gd name="connsiteX4" fmla="*/ 25081 w 25080"/>
                    <a:gd name="connsiteY4" fmla="*/ 12540 h 84208"/>
                    <a:gd name="connsiteX5" fmla="*/ 25081 w 25080"/>
                    <a:gd name="connsiteY5" fmla="*/ 71668 h 84208"/>
                    <a:gd name="connsiteX6" fmla="*/ 12540 w 25080"/>
                    <a:gd name="connsiteY6" fmla="*/ 84208 h 84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80" h="84208">
                      <a:moveTo>
                        <a:pt x="12540" y="84208"/>
                      </a:moveTo>
                      <a:cubicBezTo>
                        <a:pt x="5615" y="84208"/>
                        <a:pt x="0" y="78594"/>
                        <a:pt x="0" y="71668"/>
                      </a:cubicBezTo>
                      <a:lnTo>
                        <a:pt x="0" y="12540"/>
                      </a:lnTo>
                      <a:cubicBezTo>
                        <a:pt x="0" y="5614"/>
                        <a:pt x="5615" y="0"/>
                        <a:pt x="12540" y="0"/>
                      </a:cubicBezTo>
                      <a:cubicBezTo>
                        <a:pt x="19466" y="0"/>
                        <a:pt x="25081" y="5614"/>
                        <a:pt x="25081" y="12540"/>
                      </a:cubicBezTo>
                      <a:lnTo>
                        <a:pt x="25081" y="71668"/>
                      </a:lnTo>
                      <a:cubicBezTo>
                        <a:pt x="25081" y="78594"/>
                        <a:pt x="19466" y="84208"/>
                        <a:pt x="12540" y="84208"/>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85" name="Freeform 173">
                  <a:extLst>
                    <a:ext uri="{FF2B5EF4-FFF2-40B4-BE49-F238E27FC236}">
                      <a16:creationId xmlns:a16="http://schemas.microsoft.com/office/drawing/2014/main" id="{B6D3ED0D-9887-E08C-79A3-3CE012B6315B}"/>
                    </a:ext>
                  </a:extLst>
                </p:cNvPr>
                <p:cNvSpPr/>
                <p:nvPr/>
              </p:nvSpPr>
              <p:spPr>
                <a:xfrm>
                  <a:off x="3023826" y="2135121"/>
                  <a:ext cx="84224" cy="25080"/>
                </a:xfrm>
                <a:custGeom>
                  <a:avLst/>
                  <a:gdLst>
                    <a:gd name="connsiteX0" fmla="*/ 71684 w 84224"/>
                    <a:gd name="connsiteY0" fmla="*/ 25081 h 25080"/>
                    <a:gd name="connsiteX1" fmla="*/ 12540 w 84224"/>
                    <a:gd name="connsiteY1" fmla="*/ 25081 h 25080"/>
                    <a:gd name="connsiteX2" fmla="*/ 0 w 84224"/>
                    <a:gd name="connsiteY2" fmla="*/ 12540 h 25080"/>
                    <a:gd name="connsiteX3" fmla="*/ 12540 w 84224"/>
                    <a:gd name="connsiteY3" fmla="*/ 0 h 25080"/>
                    <a:gd name="connsiteX4" fmla="*/ 71684 w 84224"/>
                    <a:gd name="connsiteY4" fmla="*/ 0 h 25080"/>
                    <a:gd name="connsiteX5" fmla="*/ 84224 w 84224"/>
                    <a:gd name="connsiteY5" fmla="*/ 12540 h 25080"/>
                    <a:gd name="connsiteX6" fmla="*/ 71684 w 8422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224" h="25080">
                      <a:moveTo>
                        <a:pt x="71684" y="25081"/>
                      </a:moveTo>
                      <a:lnTo>
                        <a:pt x="12540" y="25081"/>
                      </a:lnTo>
                      <a:cubicBezTo>
                        <a:pt x="5614" y="25081"/>
                        <a:pt x="0" y="19466"/>
                        <a:pt x="0" y="12540"/>
                      </a:cubicBezTo>
                      <a:cubicBezTo>
                        <a:pt x="0" y="5614"/>
                        <a:pt x="5614" y="0"/>
                        <a:pt x="12540" y="0"/>
                      </a:cubicBezTo>
                      <a:lnTo>
                        <a:pt x="71684" y="0"/>
                      </a:lnTo>
                      <a:cubicBezTo>
                        <a:pt x="78609" y="0"/>
                        <a:pt x="84224" y="5614"/>
                        <a:pt x="84224" y="12540"/>
                      </a:cubicBezTo>
                      <a:cubicBezTo>
                        <a:pt x="84224" y="19466"/>
                        <a:pt x="78609" y="25081"/>
                        <a:pt x="71684" y="25081"/>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spTree>
    <p:extLst>
      <p:ext uri="{BB962C8B-B14F-4D97-AF65-F5344CB8AC3E}">
        <p14:creationId xmlns:p14="http://schemas.microsoft.com/office/powerpoint/2010/main" val="1371121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0E756BF-E6E4-CE30-3F2D-5466F264D79B}"/>
            </a:ext>
          </a:extLst>
        </p:cNvPr>
        <p:cNvGrpSpPr/>
        <p:nvPr/>
      </p:nvGrpSpPr>
      <p:grpSpPr>
        <a:xfrm>
          <a:off x="0" y="0"/>
          <a:ext cx="0" cy="0"/>
          <a:chOff x="0" y="0"/>
          <a:chExt cx="0" cy="0"/>
        </a:xfrm>
      </p:grpSpPr>
      <p:grpSp>
        <p:nvGrpSpPr>
          <p:cNvPr id="481" name="Group 480">
            <a:extLst>
              <a:ext uri="{FF2B5EF4-FFF2-40B4-BE49-F238E27FC236}">
                <a16:creationId xmlns:a16="http://schemas.microsoft.com/office/drawing/2014/main" id="{E7E2FECA-B55F-7F02-0FCC-34490D0D8C72}"/>
              </a:ext>
            </a:extLst>
          </p:cNvPr>
          <p:cNvGrpSpPr/>
          <p:nvPr/>
        </p:nvGrpSpPr>
        <p:grpSpPr>
          <a:xfrm>
            <a:off x="10916676" y="2241576"/>
            <a:ext cx="1275324" cy="1365966"/>
            <a:chOff x="10916676" y="2241576"/>
            <a:chExt cx="1275324" cy="1365966"/>
          </a:xfrm>
        </p:grpSpPr>
        <p:grpSp>
          <p:nvGrpSpPr>
            <p:cNvPr id="482" name="Group 481">
              <a:extLst>
                <a:ext uri="{FF2B5EF4-FFF2-40B4-BE49-F238E27FC236}">
                  <a16:creationId xmlns:a16="http://schemas.microsoft.com/office/drawing/2014/main" id="{708A2FA6-8A86-0722-112F-5D9030D7A514}"/>
                </a:ext>
              </a:extLst>
            </p:cNvPr>
            <p:cNvGrpSpPr/>
            <p:nvPr/>
          </p:nvGrpSpPr>
          <p:grpSpPr>
            <a:xfrm>
              <a:off x="10916676" y="2241576"/>
              <a:ext cx="1275324" cy="1365966"/>
              <a:chOff x="10916676" y="2241576"/>
              <a:chExt cx="1275324" cy="1365966"/>
            </a:xfrm>
          </p:grpSpPr>
          <p:sp>
            <p:nvSpPr>
              <p:cNvPr id="579" name="Arrow: Chevron 26">
                <a:extLst>
                  <a:ext uri="{FF2B5EF4-FFF2-40B4-BE49-F238E27FC236}">
                    <a16:creationId xmlns:a16="http://schemas.microsoft.com/office/drawing/2014/main" id="{500D54B3-FEF7-2864-F9C2-B4A44ACD4F5F}"/>
                  </a:ext>
                </a:extLst>
              </p:cNvPr>
              <p:cNvSpPr/>
              <p:nvPr/>
            </p:nvSpPr>
            <p:spPr>
              <a:xfrm>
                <a:off x="11066350" y="3197853"/>
                <a:ext cx="1125650" cy="409689"/>
              </a:xfrm>
              <a:prstGeom prst="chevron">
                <a:avLst>
                  <a:gd name="adj" fmla="val 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Operate</a:t>
                </a:r>
              </a:p>
            </p:txBody>
          </p:sp>
          <p:sp>
            <p:nvSpPr>
              <p:cNvPr id="580" name="Arrow: Chevron 283">
                <a:extLst>
                  <a:ext uri="{FF2B5EF4-FFF2-40B4-BE49-F238E27FC236}">
                    <a16:creationId xmlns:a16="http://schemas.microsoft.com/office/drawing/2014/main" id="{0518AF34-FB4D-849C-EF40-4B2F61D955B9}"/>
                  </a:ext>
                </a:extLst>
              </p:cNvPr>
              <p:cNvSpPr/>
              <p:nvPr/>
            </p:nvSpPr>
            <p:spPr>
              <a:xfrm>
                <a:off x="10916676" y="2241576"/>
                <a:ext cx="1275324" cy="964154"/>
              </a:xfrm>
              <a:prstGeom prst="chevron">
                <a:avLst>
                  <a:gd name="adj" fmla="val 0"/>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20040" tIns="59436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Run</a:t>
                </a:r>
              </a:p>
            </p:txBody>
          </p:sp>
        </p:grpSp>
        <p:grpSp>
          <p:nvGrpSpPr>
            <p:cNvPr id="483" name="Group 482">
              <a:extLst>
                <a:ext uri="{FF2B5EF4-FFF2-40B4-BE49-F238E27FC236}">
                  <a16:creationId xmlns:a16="http://schemas.microsoft.com/office/drawing/2014/main" id="{7687521D-7C72-F298-9BDE-67FCBAF73713}"/>
                </a:ext>
              </a:extLst>
            </p:cNvPr>
            <p:cNvGrpSpPr/>
            <p:nvPr/>
          </p:nvGrpSpPr>
          <p:grpSpPr>
            <a:xfrm>
              <a:off x="11474566" y="2369261"/>
              <a:ext cx="471163" cy="471791"/>
              <a:chOff x="11474566" y="2369261"/>
              <a:chExt cx="471163" cy="471791"/>
            </a:xfrm>
          </p:grpSpPr>
          <p:sp>
            <p:nvSpPr>
              <p:cNvPr id="494" name="Oval 493">
                <a:extLst>
                  <a:ext uri="{FF2B5EF4-FFF2-40B4-BE49-F238E27FC236}">
                    <a16:creationId xmlns:a16="http://schemas.microsoft.com/office/drawing/2014/main" id="{873EE866-972D-AD95-0BB9-F735EE9136B3}"/>
                  </a:ext>
                </a:extLst>
              </p:cNvPr>
              <p:cNvSpPr/>
              <p:nvPr/>
            </p:nvSpPr>
            <p:spPr>
              <a:xfrm>
                <a:off x="11474566" y="2369261"/>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496" name="Group 495">
                <a:extLst>
                  <a:ext uri="{FF2B5EF4-FFF2-40B4-BE49-F238E27FC236}">
                    <a16:creationId xmlns:a16="http://schemas.microsoft.com/office/drawing/2014/main" id="{47F33D0B-195C-6155-91FE-06E009D084D4}"/>
                  </a:ext>
                </a:extLst>
              </p:cNvPr>
              <p:cNvGrpSpPr/>
              <p:nvPr/>
            </p:nvGrpSpPr>
            <p:grpSpPr>
              <a:xfrm>
                <a:off x="11571620" y="2470200"/>
                <a:ext cx="277151" cy="269933"/>
                <a:chOff x="11570793" y="2043116"/>
                <a:chExt cx="277520" cy="269933"/>
              </a:xfrm>
              <a:solidFill>
                <a:schemeClr val="bg1">
                  <a:lumMod val="75000"/>
                </a:schemeClr>
              </a:solidFill>
            </p:grpSpPr>
            <p:sp>
              <p:nvSpPr>
                <p:cNvPr id="497" name="Freeform 127">
                  <a:extLst>
                    <a:ext uri="{FF2B5EF4-FFF2-40B4-BE49-F238E27FC236}">
                      <a16:creationId xmlns:a16="http://schemas.microsoft.com/office/drawing/2014/main" id="{72A1BCE1-D4B0-CB4A-2FD9-FAA24644E44B}"/>
                    </a:ext>
                  </a:extLst>
                </p:cNvPr>
                <p:cNvSpPr/>
                <p:nvPr/>
              </p:nvSpPr>
              <p:spPr>
                <a:xfrm>
                  <a:off x="11570793" y="2043116"/>
                  <a:ext cx="179741" cy="226257"/>
                </a:xfrm>
                <a:custGeom>
                  <a:avLst/>
                  <a:gdLst>
                    <a:gd name="connsiteX0" fmla="*/ 41995 w 179741"/>
                    <a:gd name="connsiteY0" fmla="*/ 226257 h 226257"/>
                    <a:gd name="connsiteX1" fmla="*/ 31425 w 179741"/>
                    <a:gd name="connsiteY1" fmla="*/ 221343 h 226257"/>
                    <a:gd name="connsiteX2" fmla="*/ 48307 w 179741"/>
                    <a:gd name="connsiteY2" fmla="*/ 31424 h 226257"/>
                    <a:gd name="connsiteX3" fmla="*/ 168886 w 179741"/>
                    <a:gd name="connsiteY3" fmla="*/ 4375 h 226257"/>
                    <a:gd name="connsiteX4" fmla="*/ 179422 w 179741"/>
                    <a:gd name="connsiteY4" fmla="*/ 20793 h 226257"/>
                    <a:gd name="connsiteX5" fmla="*/ 163005 w 179741"/>
                    <a:gd name="connsiteY5" fmla="*/ 31329 h 226257"/>
                    <a:gd name="connsiteX6" fmla="*/ 161989 w 179741"/>
                    <a:gd name="connsiteY6" fmla="*/ 31067 h 226257"/>
                    <a:gd name="connsiteX7" fmla="*/ 31017 w 179741"/>
                    <a:gd name="connsiteY7" fmla="*/ 107371 h 226257"/>
                    <a:gd name="connsiteX8" fmla="*/ 52548 w 179741"/>
                    <a:gd name="connsiteY8" fmla="*/ 203600 h 226257"/>
                    <a:gd name="connsiteX9" fmla="*/ 50841 w 179741"/>
                    <a:gd name="connsiteY9" fmla="*/ 223033 h 226257"/>
                    <a:gd name="connsiteX10" fmla="*/ 41995 w 179741"/>
                    <a:gd name="connsiteY10" fmla="*/ 226257 h 22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41" h="226257">
                      <a:moveTo>
                        <a:pt x="41995" y="226257"/>
                      </a:moveTo>
                      <a:cubicBezTo>
                        <a:pt x="37919" y="226261"/>
                        <a:pt x="34050" y="224462"/>
                        <a:pt x="31425" y="221343"/>
                      </a:cubicBezTo>
                      <a:cubicBezTo>
                        <a:pt x="-16358" y="164236"/>
                        <a:pt x="-8799" y="79207"/>
                        <a:pt x="48307" y="31424"/>
                      </a:cubicBezTo>
                      <a:cubicBezTo>
                        <a:pt x="81759" y="3434"/>
                        <a:pt x="126684" y="-6644"/>
                        <a:pt x="168886" y="4375"/>
                      </a:cubicBezTo>
                      <a:cubicBezTo>
                        <a:pt x="176330" y="5999"/>
                        <a:pt x="181046" y="13350"/>
                        <a:pt x="179422" y="20793"/>
                      </a:cubicBezTo>
                      <a:cubicBezTo>
                        <a:pt x="177798" y="28236"/>
                        <a:pt x="170447" y="32954"/>
                        <a:pt x="163005" y="31329"/>
                      </a:cubicBezTo>
                      <a:cubicBezTo>
                        <a:pt x="162663" y="31255"/>
                        <a:pt x="162324" y="31167"/>
                        <a:pt x="161989" y="31067"/>
                      </a:cubicBezTo>
                      <a:cubicBezTo>
                        <a:pt x="104751" y="15971"/>
                        <a:pt x="46113" y="50133"/>
                        <a:pt x="31017" y="107371"/>
                      </a:cubicBezTo>
                      <a:cubicBezTo>
                        <a:pt x="22136" y="141041"/>
                        <a:pt x="30166" y="176925"/>
                        <a:pt x="52548" y="203600"/>
                      </a:cubicBezTo>
                      <a:cubicBezTo>
                        <a:pt x="57443" y="209439"/>
                        <a:pt x="56678" y="218140"/>
                        <a:pt x="50841" y="223033"/>
                      </a:cubicBezTo>
                      <a:cubicBezTo>
                        <a:pt x="48361" y="225113"/>
                        <a:pt x="45231" y="226254"/>
                        <a:pt x="41995" y="226257"/>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02" name="Freeform 128">
                  <a:extLst>
                    <a:ext uri="{FF2B5EF4-FFF2-40B4-BE49-F238E27FC236}">
                      <a16:creationId xmlns:a16="http://schemas.microsoft.com/office/drawing/2014/main" id="{9CB6AAB0-EDF3-AFA4-7AD3-7F8DC408F65D}"/>
                    </a:ext>
                  </a:extLst>
                </p:cNvPr>
                <p:cNvSpPr/>
                <p:nvPr/>
              </p:nvSpPr>
              <p:spPr>
                <a:xfrm>
                  <a:off x="11594873" y="2243457"/>
                  <a:ext cx="54073" cy="54073"/>
                </a:xfrm>
                <a:custGeom>
                  <a:avLst/>
                  <a:gdLst>
                    <a:gd name="connsiteX0" fmla="*/ 27054 w 54073"/>
                    <a:gd name="connsiteY0" fmla="*/ 54074 h 54073"/>
                    <a:gd name="connsiteX1" fmla="*/ 0 w 54073"/>
                    <a:gd name="connsiteY1" fmla="*/ 27054 h 54073"/>
                    <a:gd name="connsiteX2" fmla="*/ 27020 w 54073"/>
                    <a:gd name="connsiteY2" fmla="*/ 0 h 54073"/>
                    <a:gd name="connsiteX3" fmla="*/ 54074 w 54073"/>
                    <a:gd name="connsiteY3" fmla="*/ 27020 h 54073"/>
                    <a:gd name="connsiteX4" fmla="*/ 54074 w 54073"/>
                    <a:gd name="connsiteY4" fmla="*/ 27037 h 54073"/>
                    <a:gd name="connsiteX5" fmla="*/ 27054 w 54073"/>
                    <a:gd name="connsiteY5" fmla="*/ 54074 h 54073"/>
                    <a:gd name="connsiteX6" fmla="*/ 27054 w 54073"/>
                    <a:gd name="connsiteY6" fmla="*/ 26485 h 54073"/>
                    <a:gd name="connsiteX7" fmla="*/ 26486 w 54073"/>
                    <a:gd name="connsiteY7" fmla="*/ 27020 h 54073"/>
                    <a:gd name="connsiteX8" fmla="*/ 26485 w 54073"/>
                    <a:gd name="connsiteY8" fmla="*/ 27037 h 54073"/>
                    <a:gd name="connsiteX9" fmla="*/ 26947 w 54073"/>
                    <a:gd name="connsiteY9" fmla="*/ 27696 h 54073"/>
                    <a:gd name="connsiteX10" fmla="*/ 27606 w 54073"/>
                    <a:gd name="connsiteY10" fmla="*/ 27234 h 54073"/>
                    <a:gd name="connsiteX11" fmla="*/ 27606 w 54073"/>
                    <a:gd name="connsiteY11" fmla="*/ 27037 h 54073"/>
                    <a:gd name="connsiteX12" fmla="*/ 27054 w 54073"/>
                    <a:gd name="connsiteY12"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073" h="54073">
                      <a:moveTo>
                        <a:pt x="27054" y="54074"/>
                      </a:moveTo>
                      <a:cubicBezTo>
                        <a:pt x="12122" y="54084"/>
                        <a:pt x="9" y="41987"/>
                        <a:pt x="0" y="27054"/>
                      </a:cubicBezTo>
                      <a:cubicBezTo>
                        <a:pt x="-9" y="12122"/>
                        <a:pt x="12088" y="10"/>
                        <a:pt x="27020" y="0"/>
                      </a:cubicBezTo>
                      <a:cubicBezTo>
                        <a:pt x="41952" y="-10"/>
                        <a:pt x="54064" y="12087"/>
                        <a:pt x="54074" y="27020"/>
                      </a:cubicBezTo>
                      <a:cubicBezTo>
                        <a:pt x="54074" y="27025"/>
                        <a:pt x="54074" y="27032"/>
                        <a:pt x="54074" y="27037"/>
                      </a:cubicBezTo>
                      <a:cubicBezTo>
                        <a:pt x="54064" y="41959"/>
                        <a:pt x="41976" y="54055"/>
                        <a:pt x="27054" y="54074"/>
                      </a:cubicBezTo>
                      <a:close/>
                      <a:moveTo>
                        <a:pt x="27054" y="26485"/>
                      </a:moveTo>
                      <a:cubicBezTo>
                        <a:pt x="26750" y="26475"/>
                        <a:pt x="26495" y="26715"/>
                        <a:pt x="26486" y="27020"/>
                      </a:cubicBezTo>
                      <a:cubicBezTo>
                        <a:pt x="26485" y="27025"/>
                        <a:pt x="26485" y="27032"/>
                        <a:pt x="26485" y="27037"/>
                      </a:cubicBezTo>
                      <a:cubicBezTo>
                        <a:pt x="26431" y="27346"/>
                        <a:pt x="26637" y="27642"/>
                        <a:pt x="26947" y="27696"/>
                      </a:cubicBezTo>
                      <a:cubicBezTo>
                        <a:pt x="27256" y="27751"/>
                        <a:pt x="27552" y="27544"/>
                        <a:pt x="27606" y="27234"/>
                      </a:cubicBezTo>
                      <a:cubicBezTo>
                        <a:pt x="27618" y="27170"/>
                        <a:pt x="27618" y="27103"/>
                        <a:pt x="27606" y="27037"/>
                      </a:cubicBezTo>
                      <a:cubicBezTo>
                        <a:pt x="27606" y="26732"/>
                        <a:pt x="27359" y="26485"/>
                        <a:pt x="27054" y="26485"/>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03" name="Freeform 129">
                  <a:extLst>
                    <a:ext uri="{FF2B5EF4-FFF2-40B4-BE49-F238E27FC236}">
                      <a16:creationId xmlns:a16="http://schemas.microsoft.com/office/drawing/2014/main" id="{DE0E3A37-FCCC-CDB5-77D1-037467DE5579}"/>
                    </a:ext>
                  </a:extLst>
                </p:cNvPr>
                <p:cNvSpPr/>
                <p:nvPr/>
              </p:nvSpPr>
              <p:spPr>
                <a:xfrm>
                  <a:off x="11669487" y="2086914"/>
                  <a:ext cx="178826" cy="226135"/>
                </a:xfrm>
                <a:custGeom>
                  <a:avLst/>
                  <a:gdLst>
                    <a:gd name="connsiteX0" fmla="*/ 44069 w 178826"/>
                    <a:gd name="connsiteY0" fmla="*/ 226136 h 226135"/>
                    <a:gd name="connsiteX1" fmla="*/ 9842 w 178826"/>
                    <a:gd name="connsiteY1" fmla="*/ 221739 h 226135"/>
                    <a:gd name="connsiteX2" fmla="*/ 583 w 178826"/>
                    <a:gd name="connsiteY2" fmla="*/ 204568 h 226135"/>
                    <a:gd name="connsiteX3" fmla="*/ 16739 w 178826"/>
                    <a:gd name="connsiteY3" fmla="*/ 195047 h 226135"/>
                    <a:gd name="connsiteX4" fmla="*/ 147712 w 178826"/>
                    <a:gd name="connsiteY4" fmla="*/ 118743 h 226135"/>
                    <a:gd name="connsiteX5" fmla="*/ 126180 w 178826"/>
                    <a:gd name="connsiteY5" fmla="*/ 22514 h 226135"/>
                    <a:gd name="connsiteX6" fmla="*/ 128151 w 178826"/>
                    <a:gd name="connsiteY6" fmla="*/ 3105 h 226135"/>
                    <a:gd name="connsiteX7" fmla="*/ 147303 w 178826"/>
                    <a:gd name="connsiteY7" fmla="*/ 4771 h 226135"/>
                    <a:gd name="connsiteX8" fmla="*/ 130681 w 178826"/>
                    <a:gd name="connsiteY8" fmla="*/ 194616 h 226135"/>
                    <a:gd name="connsiteX9" fmla="*/ 44069 w 178826"/>
                    <a:gd name="connsiteY9" fmla="*/ 226136 h 22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8826" h="226135">
                      <a:moveTo>
                        <a:pt x="44069" y="226136"/>
                      </a:moveTo>
                      <a:cubicBezTo>
                        <a:pt x="32519" y="226134"/>
                        <a:pt x="21017" y="224656"/>
                        <a:pt x="9842" y="221739"/>
                      </a:cubicBezTo>
                      <a:cubicBezTo>
                        <a:pt x="2543" y="219554"/>
                        <a:pt x="-1602" y="211866"/>
                        <a:pt x="583" y="204568"/>
                      </a:cubicBezTo>
                      <a:cubicBezTo>
                        <a:pt x="2651" y="197659"/>
                        <a:pt x="9693" y="193509"/>
                        <a:pt x="16739" y="195047"/>
                      </a:cubicBezTo>
                      <a:cubicBezTo>
                        <a:pt x="73977" y="210143"/>
                        <a:pt x="132615" y="175981"/>
                        <a:pt x="147712" y="118743"/>
                      </a:cubicBezTo>
                      <a:cubicBezTo>
                        <a:pt x="156592" y="85073"/>
                        <a:pt x="148563" y="49188"/>
                        <a:pt x="126180" y="22514"/>
                      </a:cubicBezTo>
                      <a:cubicBezTo>
                        <a:pt x="121364" y="16610"/>
                        <a:pt x="122247" y="7921"/>
                        <a:pt x="128151" y="3105"/>
                      </a:cubicBezTo>
                      <a:cubicBezTo>
                        <a:pt x="133934" y="-1612"/>
                        <a:pt x="142421" y="-874"/>
                        <a:pt x="147303" y="4771"/>
                      </a:cubicBezTo>
                      <a:cubicBezTo>
                        <a:pt x="195137" y="61785"/>
                        <a:pt x="187695" y="146780"/>
                        <a:pt x="130681" y="194616"/>
                      </a:cubicBezTo>
                      <a:cubicBezTo>
                        <a:pt x="106413" y="214976"/>
                        <a:pt x="75748" y="226136"/>
                        <a:pt x="44069" y="226136"/>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04" name="Freeform 130">
                  <a:extLst>
                    <a:ext uri="{FF2B5EF4-FFF2-40B4-BE49-F238E27FC236}">
                      <a16:creationId xmlns:a16="http://schemas.microsoft.com/office/drawing/2014/main" id="{06F7DEB3-69A2-BCEF-CA3B-AE9CC4F1E153}"/>
                    </a:ext>
                  </a:extLst>
                </p:cNvPr>
                <p:cNvSpPr/>
                <p:nvPr/>
              </p:nvSpPr>
              <p:spPr>
                <a:xfrm>
                  <a:off x="11770096" y="2058595"/>
                  <a:ext cx="54074" cy="54073"/>
                </a:xfrm>
                <a:custGeom>
                  <a:avLst/>
                  <a:gdLst>
                    <a:gd name="connsiteX0" fmla="*/ 26985 w 54074"/>
                    <a:gd name="connsiteY0" fmla="*/ 54074 h 54073"/>
                    <a:gd name="connsiteX1" fmla="*/ 0 w 54074"/>
                    <a:gd name="connsiteY1" fmla="*/ 26985 h 54073"/>
                    <a:gd name="connsiteX2" fmla="*/ 27089 w 54074"/>
                    <a:gd name="connsiteY2" fmla="*/ 0 h 54073"/>
                    <a:gd name="connsiteX3" fmla="*/ 54074 w 54074"/>
                    <a:gd name="connsiteY3" fmla="*/ 27054 h 54073"/>
                    <a:gd name="connsiteX4" fmla="*/ 26985 w 54074"/>
                    <a:gd name="connsiteY4" fmla="*/ 54074 h 54073"/>
                    <a:gd name="connsiteX5" fmla="*/ 26985 w 54074"/>
                    <a:gd name="connsiteY5" fmla="*/ 26485 h 54073"/>
                    <a:gd name="connsiteX6" fmla="*/ 26434 w 54074"/>
                    <a:gd name="connsiteY6" fmla="*/ 27054 h 54073"/>
                    <a:gd name="connsiteX7" fmla="*/ 27092 w 54074"/>
                    <a:gd name="connsiteY7" fmla="*/ 27516 h 54073"/>
                    <a:gd name="connsiteX8" fmla="*/ 27554 w 54074"/>
                    <a:gd name="connsiteY8" fmla="*/ 27054 h 54073"/>
                    <a:gd name="connsiteX9" fmla="*/ 26985 w 54074"/>
                    <a:gd name="connsiteY9"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74" h="54073">
                      <a:moveTo>
                        <a:pt x="26985" y="54074"/>
                      </a:moveTo>
                      <a:cubicBezTo>
                        <a:pt x="12053" y="54045"/>
                        <a:pt x="-29" y="41917"/>
                        <a:pt x="0" y="26985"/>
                      </a:cubicBezTo>
                      <a:cubicBezTo>
                        <a:pt x="29" y="12053"/>
                        <a:pt x="12156" y="-29"/>
                        <a:pt x="27089" y="0"/>
                      </a:cubicBezTo>
                      <a:cubicBezTo>
                        <a:pt x="42007" y="29"/>
                        <a:pt x="54083" y="12135"/>
                        <a:pt x="54074" y="27054"/>
                      </a:cubicBezTo>
                      <a:cubicBezTo>
                        <a:pt x="54055" y="41996"/>
                        <a:pt x="41926" y="54093"/>
                        <a:pt x="26985" y="54074"/>
                      </a:cubicBezTo>
                      <a:close/>
                      <a:moveTo>
                        <a:pt x="26985" y="26485"/>
                      </a:moveTo>
                      <a:cubicBezTo>
                        <a:pt x="26678" y="26494"/>
                        <a:pt x="26434" y="26746"/>
                        <a:pt x="26434" y="27054"/>
                      </a:cubicBezTo>
                      <a:cubicBezTo>
                        <a:pt x="26489" y="27364"/>
                        <a:pt x="26784" y="27570"/>
                        <a:pt x="27092" y="27516"/>
                      </a:cubicBezTo>
                      <a:cubicBezTo>
                        <a:pt x="27328" y="27474"/>
                        <a:pt x="27513" y="27290"/>
                        <a:pt x="27554" y="27054"/>
                      </a:cubicBezTo>
                      <a:cubicBezTo>
                        <a:pt x="27554" y="26740"/>
                        <a:pt x="27299" y="26485"/>
                        <a:pt x="26985" y="26485"/>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505" name="Graphic 336">
                  <a:extLst>
                    <a:ext uri="{FF2B5EF4-FFF2-40B4-BE49-F238E27FC236}">
                      <a16:creationId xmlns:a16="http://schemas.microsoft.com/office/drawing/2014/main" id="{C52B7C5A-A2C2-00C4-2B00-0FBDAAB1F27E}"/>
                    </a:ext>
                  </a:extLst>
                </p:cNvPr>
                <p:cNvGrpSpPr/>
                <p:nvPr/>
              </p:nvGrpSpPr>
              <p:grpSpPr>
                <a:xfrm>
                  <a:off x="11642426" y="2109389"/>
                  <a:ext cx="134189" cy="138120"/>
                  <a:chOff x="11642426" y="2109389"/>
                  <a:chExt cx="134189" cy="138120"/>
                </a:xfrm>
                <a:grpFill/>
              </p:grpSpPr>
              <p:sp>
                <p:nvSpPr>
                  <p:cNvPr id="506" name="Freeform 132">
                    <a:extLst>
                      <a:ext uri="{FF2B5EF4-FFF2-40B4-BE49-F238E27FC236}">
                        <a16:creationId xmlns:a16="http://schemas.microsoft.com/office/drawing/2014/main" id="{4F3D7AAF-7649-9019-609F-47F9AF47AB61}"/>
                      </a:ext>
                    </a:extLst>
                  </p:cNvPr>
                  <p:cNvSpPr/>
                  <p:nvPr/>
                </p:nvSpPr>
                <p:spPr>
                  <a:xfrm>
                    <a:off x="11681787" y="2109389"/>
                    <a:ext cx="34081" cy="51112"/>
                  </a:xfrm>
                  <a:custGeom>
                    <a:avLst/>
                    <a:gdLst>
                      <a:gd name="connsiteX0" fmla="*/ 20338 w 34081"/>
                      <a:gd name="connsiteY0" fmla="*/ 51112 h 51112"/>
                      <a:gd name="connsiteX1" fmla="*/ 7060 w 34081"/>
                      <a:gd name="connsiteY1" fmla="*/ 41008 h 51112"/>
                      <a:gd name="connsiteX2" fmla="*/ 318 w 34081"/>
                      <a:gd name="connsiteY2" fmla="*/ 16730 h 51112"/>
                      <a:gd name="connsiteX3" fmla="*/ 10864 w 34081"/>
                      <a:gd name="connsiteY3" fmla="*/ 317 h 51112"/>
                      <a:gd name="connsiteX4" fmla="*/ 26855 w 34081"/>
                      <a:gd name="connsiteY4" fmla="*/ 9350 h 51112"/>
                      <a:gd name="connsiteX5" fmla="*/ 33580 w 34081"/>
                      <a:gd name="connsiteY5" fmla="*/ 33628 h 51112"/>
                      <a:gd name="connsiteX6" fmla="*/ 24028 w 34081"/>
                      <a:gd name="connsiteY6" fmla="*/ 50578 h 51112"/>
                      <a:gd name="connsiteX7" fmla="*/ 20338 w 34081"/>
                      <a:gd name="connsiteY7" fmla="*/ 51112 h 51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081" h="51112">
                        <a:moveTo>
                          <a:pt x="20338" y="51112"/>
                        </a:moveTo>
                        <a:cubicBezTo>
                          <a:pt x="14146" y="51106"/>
                          <a:pt x="8717" y="46974"/>
                          <a:pt x="7060" y="41008"/>
                        </a:cubicBezTo>
                        <a:lnTo>
                          <a:pt x="318" y="16730"/>
                        </a:lnTo>
                        <a:cubicBezTo>
                          <a:pt x="-1302" y="9286"/>
                          <a:pt x="3420" y="1938"/>
                          <a:pt x="10864" y="317"/>
                        </a:cubicBezTo>
                        <a:cubicBezTo>
                          <a:pt x="17715" y="-1174"/>
                          <a:pt x="24595" y="2712"/>
                          <a:pt x="26855" y="9350"/>
                        </a:cubicBezTo>
                        <a:lnTo>
                          <a:pt x="33580" y="33628"/>
                        </a:lnTo>
                        <a:cubicBezTo>
                          <a:pt x="35601" y="40944"/>
                          <a:pt x="31332" y="48518"/>
                          <a:pt x="24028" y="50578"/>
                        </a:cubicBezTo>
                        <a:cubicBezTo>
                          <a:pt x="22826" y="50916"/>
                          <a:pt x="21586" y="51096"/>
                          <a:pt x="20338" y="51112"/>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07" name="Freeform 133">
                    <a:extLst>
                      <a:ext uri="{FF2B5EF4-FFF2-40B4-BE49-F238E27FC236}">
                        <a16:creationId xmlns:a16="http://schemas.microsoft.com/office/drawing/2014/main" id="{2CB6DEB1-FFED-BB7D-CCE7-627848B997EB}"/>
                      </a:ext>
                    </a:extLst>
                  </p:cNvPr>
                  <p:cNvSpPr/>
                  <p:nvPr/>
                </p:nvSpPr>
                <p:spPr>
                  <a:xfrm>
                    <a:off x="11712355" y="2115152"/>
                    <a:ext cx="40560" cy="48969"/>
                  </a:xfrm>
                  <a:custGeom>
                    <a:avLst/>
                    <a:gdLst>
                      <a:gd name="connsiteX0" fmla="*/ 13789 w 40560"/>
                      <a:gd name="connsiteY0" fmla="*/ 48970 h 48969"/>
                      <a:gd name="connsiteX1" fmla="*/ 0 w 40560"/>
                      <a:gd name="connsiteY1" fmla="*/ 35170 h 48969"/>
                      <a:gd name="connsiteX2" fmla="*/ 2012 w 40560"/>
                      <a:gd name="connsiteY2" fmla="*/ 28002 h 48969"/>
                      <a:gd name="connsiteX3" fmla="*/ 15134 w 40560"/>
                      <a:gd name="connsiteY3" fmla="*/ 6379 h 48969"/>
                      <a:gd name="connsiteX4" fmla="*/ 34182 w 40560"/>
                      <a:gd name="connsiteY4" fmla="*/ 2165 h 48969"/>
                      <a:gd name="connsiteX5" fmla="*/ 38722 w 40560"/>
                      <a:gd name="connsiteY5" fmla="*/ 20674 h 48969"/>
                      <a:gd name="connsiteX6" fmla="*/ 25600 w 40560"/>
                      <a:gd name="connsiteY6" fmla="*/ 42331 h 48969"/>
                      <a:gd name="connsiteX7" fmla="*/ 13789 w 40560"/>
                      <a:gd name="connsiteY7" fmla="*/ 48970 h 4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60" h="48969">
                        <a:moveTo>
                          <a:pt x="13789" y="48970"/>
                        </a:moveTo>
                        <a:cubicBezTo>
                          <a:pt x="6170" y="48967"/>
                          <a:pt x="-3" y="42788"/>
                          <a:pt x="0" y="35170"/>
                        </a:cubicBezTo>
                        <a:cubicBezTo>
                          <a:pt x="1" y="32641"/>
                          <a:pt x="697" y="30162"/>
                          <a:pt x="2012" y="28002"/>
                        </a:cubicBezTo>
                        <a:lnTo>
                          <a:pt x="15134" y="6379"/>
                        </a:lnTo>
                        <a:cubicBezTo>
                          <a:pt x="19231" y="-44"/>
                          <a:pt x="27757" y="-1931"/>
                          <a:pt x="34182" y="2165"/>
                        </a:cubicBezTo>
                        <a:cubicBezTo>
                          <a:pt x="40398" y="6130"/>
                          <a:pt x="42398" y="14282"/>
                          <a:pt x="38722" y="20674"/>
                        </a:cubicBezTo>
                        <a:lnTo>
                          <a:pt x="25600" y="42331"/>
                        </a:lnTo>
                        <a:cubicBezTo>
                          <a:pt x="23096" y="46458"/>
                          <a:pt x="18616" y="48976"/>
                          <a:pt x="13789" y="48970"/>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08" name="Freeform 134">
                    <a:extLst>
                      <a:ext uri="{FF2B5EF4-FFF2-40B4-BE49-F238E27FC236}">
                        <a16:creationId xmlns:a16="http://schemas.microsoft.com/office/drawing/2014/main" id="{594850CC-2BC7-99FD-9F2D-3F17AF736BE8}"/>
                      </a:ext>
                    </a:extLst>
                  </p:cNvPr>
                  <p:cNvSpPr/>
                  <p:nvPr/>
                </p:nvSpPr>
                <p:spPr>
                  <a:xfrm>
                    <a:off x="11730312" y="2152481"/>
                    <a:ext cx="46303" cy="31384"/>
                  </a:xfrm>
                  <a:custGeom>
                    <a:avLst/>
                    <a:gdLst>
                      <a:gd name="connsiteX0" fmla="*/ 13954 w 46303"/>
                      <a:gd name="connsiteY0" fmla="*/ 31384 h 31384"/>
                      <a:gd name="connsiteX1" fmla="*/ 1 w 46303"/>
                      <a:gd name="connsiteY1" fmla="*/ 17750 h 31384"/>
                      <a:gd name="connsiteX2" fmla="*/ 11230 w 46303"/>
                      <a:gd name="connsiteY2" fmla="*/ 4037 h 31384"/>
                      <a:gd name="connsiteX3" fmla="*/ 29749 w 46303"/>
                      <a:gd name="connsiteY3" fmla="*/ 278 h 31384"/>
                      <a:gd name="connsiteX4" fmla="*/ 46026 w 46303"/>
                      <a:gd name="connsiteY4" fmla="*/ 11072 h 31384"/>
                      <a:gd name="connsiteX5" fmla="*/ 35232 w 46303"/>
                      <a:gd name="connsiteY5" fmla="*/ 27349 h 31384"/>
                      <a:gd name="connsiteX6" fmla="*/ 16713 w 46303"/>
                      <a:gd name="connsiteY6" fmla="*/ 31108 h 31384"/>
                      <a:gd name="connsiteX7" fmla="*/ 13954 w 46303"/>
                      <a:gd name="connsiteY7" fmla="*/ 31384 h 3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303" h="31384">
                        <a:moveTo>
                          <a:pt x="13954" y="31384"/>
                        </a:moveTo>
                        <a:cubicBezTo>
                          <a:pt x="6336" y="31472"/>
                          <a:pt x="89" y="25368"/>
                          <a:pt x="1" y="17750"/>
                        </a:cubicBezTo>
                        <a:cubicBezTo>
                          <a:pt x="-77" y="11061"/>
                          <a:pt x="4657" y="5280"/>
                          <a:pt x="11230" y="4037"/>
                        </a:cubicBezTo>
                        <a:lnTo>
                          <a:pt x="29749" y="278"/>
                        </a:lnTo>
                        <a:cubicBezTo>
                          <a:pt x="37224" y="-1237"/>
                          <a:pt x="44512" y="3596"/>
                          <a:pt x="46026" y="11072"/>
                        </a:cubicBezTo>
                        <a:cubicBezTo>
                          <a:pt x="47540" y="18547"/>
                          <a:pt x="42707" y="25835"/>
                          <a:pt x="35232" y="27349"/>
                        </a:cubicBezTo>
                        <a:lnTo>
                          <a:pt x="16713" y="31108"/>
                        </a:lnTo>
                        <a:cubicBezTo>
                          <a:pt x="15804" y="31292"/>
                          <a:pt x="14880" y="31385"/>
                          <a:pt x="13954" y="31384"/>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09" name="Freeform 135">
                    <a:extLst>
                      <a:ext uri="{FF2B5EF4-FFF2-40B4-BE49-F238E27FC236}">
                        <a16:creationId xmlns:a16="http://schemas.microsoft.com/office/drawing/2014/main" id="{DECC8FF7-7B32-6DD4-7730-CBD11803D3DD}"/>
                      </a:ext>
                    </a:extLst>
                  </p:cNvPr>
                  <p:cNvSpPr/>
                  <p:nvPr/>
                </p:nvSpPr>
                <p:spPr>
                  <a:xfrm>
                    <a:off x="11725062" y="2181654"/>
                    <a:ext cx="46842" cy="39214"/>
                  </a:xfrm>
                  <a:custGeom>
                    <a:avLst/>
                    <a:gdLst>
                      <a:gd name="connsiteX0" fmla="*/ 33016 w 46842"/>
                      <a:gd name="connsiteY0" fmla="*/ 39215 h 39214"/>
                      <a:gd name="connsiteX1" fmla="*/ 25895 w 46842"/>
                      <a:gd name="connsiteY1" fmla="*/ 37232 h 39214"/>
                      <a:gd name="connsiteX2" fmla="*/ 6669 w 46842"/>
                      <a:gd name="connsiteY2" fmla="*/ 25610 h 39214"/>
                      <a:gd name="connsiteX3" fmla="*/ 1987 w 46842"/>
                      <a:gd name="connsiteY3" fmla="*/ 6669 h 39214"/>
                      <a:gd name="connsiteX4" fmla="*/ 20929 w 46842"/>
                      <a:gd name="connsiteY4" fmla="*/ 1987 h 39214"/>
                      <a:gd name="connsiteX5" fmla="*/ 40172 w 46842"/>
                      <a:gd name="connsiteY5" fmla="*/ 13609 h 39214"/>
                      <a:gd name="connsiteX6" fmla="*/ 44858 w 46842"/>
                      <a:gd name="connsiteY6" fmla="*/ 32545 h 39214"/>
                      <a:gd name="connsiteX7" fmla="*/ 33016 w 46842"/>
                      <a:gd name="connsiteY7" fmla="*/ 39215 h 3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842" h="39214">
                        <a:moveTo>
                          <a:pt x="33016" y="39215"/>
                        </a:moveTo>
                        <a:cubicBezTo>
                          <a:pt x="30505" y="39215"/>
                          <a:pt x="28043" y="38529"/>
                          <a:pt x="25895" y="37232"/>
                        </a:cubicBezTo>
                        <a:lnTo>
                          <a:pt x="6669" y="25610"/>
                        </a:lnTo>
                        <a:cubicBezTo>
                          <a:pt x="145" y="21672"/>
                          <a:pt x="-1951" y="13192"/>
                          <a:pt x="1987" y="6669"/>
                        </a:cubicBezTo>
                        <a:cubicBezTo>
                          <a:pt x="5925" y="145"/>
                          <a:pt x="14406" y="-1951"/>
                          <a:pt x="20929" y="1987"/>
                        </a:cubicBezTo>
                        <a:lnTo>
                          <a:pt x="40172" y="13609"/>
                        </a:lnTo>
                        <a:cubicBezTo>
                          <a:pt x="46695" y="17544"/>
                          <a:pt x="48793" y="26022"/>
                          <a:pt x="44858" y="32545"/>
                        </a:cubicBezTo>
                        <a:cubicBezTo>
                          <a:pt x="42355" y="36694"/>
                          <a:pt x="37860" y="39225"/>
                          <a:pt x="33016" y="39215"/>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10" name="Freeform 136">
                    <a:extLst>
                      <a:ext uri="{FF2B5EF4-FFF2-40B4-BE49-F238E27FC236}">
                        <a16:creationId xmlns:a16="http://schemas.microsoft.com/office/drawing/2014/main" id="{CD6908D0-A6B3-2049-8846-68FA82865275}"/>
                      </a:ext>
                    </a:extLst>
                  </p:cNvPr>
                  <p:cNvSpPr/>
                  <p:nvPr/>
                </p:nvSpPr>
                <p:spPr>
                  <a:xfrm>
                    <a:off x="11702289" y="2201764"/>
                    <a:ext cx="31987" cy="45745"/>
                  </a:xfrm>
                  <a:custGeom>
                    <a:avLst/>
                    <a:gdLst>
                      <a:gd name="connsiteX0" fmla="*/ 18182 w 31987"/>
                      <a:gd name="connsiteY0" fmla="*/ 45745 h 45745"/>
                      <a:gd name="connsiteX1" fmla="*/ 4784 w 31987"/>
                      <a:gd name="connsiteY1" fmla="*/ 35192 h 45745"/>
                      <a:gd name="connsiteX2" fmla="*/ 387 w 31987"/>
                      <a:gd name="connsiteY2" fmla="*/ 17036 h 45745"/>
                      <a:gd name="connsiteX3" fmla="*/ 10569 w 31987"/>
                      <a:gd name="connsiteY3" fmla="*/ 388 h 45745"/>
                      <a:gd name="connsiteX4" fmla="*/ 27217 w 31987"/>
                      <a:gd name="connsiteY4" fmla="*/ 10570 h 45745"/>
                      <a:gd name="connsiteX5" fmla="*/ 31597 w 31987"/>
                      <a:gd name="connsiteY5" fmla="*/ 28709 h 45745"/>
                      <a:gd name="connsiteX6" fmla="*/ 21437 w 31987"/>
                      <a:gd name="connsiteY6" fmla="*/ 45362 h 45745"/>
                      <a:gd name="connsiteX7" fmla="*/ 21424 w 31987"/>
                      <a:gd name="connsiteY7" fmla="*/ 45366 h 45745"/>
                      <a:gd name="connsiteX8" fmla="*/ 18182 w 31987"/>
                      <a:gd name="connsiteY8" fmla="*/ 45745 h 4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87" h="45745">
                        <a:moveTo>
                          <a:pt x="18182" y="45745"/>
                        </a:moveTo>
                        <a:cubicBezTo>
                          <a:pt x="11816" y="45740"/>
                          <a:pt x="6280" y="41379"/>
                          <a:pt x="4784" y="35192"/>
                        </a:cubicBezTo>
                        <a:lnTo>
                          <a:pt x="387" y="17036"/>
                        </a:lnTo>
                        <a:cubicBezTo>
                          <a:pt x="-1398" y="9626"/>
                          <a:pt x="3160" y="2174"/>
                          <a:pt x="10569" y="388"/>
                        </a:cubicBezTo>
                        <a:cubicBezTo>
                          <a:pt x="17978" y="-1399"/>
                          <a:pt x="25432" y="3160"/>
                          <a:pt x="27217" y="10570"/>
                        </a:cubicBezTo>
                        <a:lnTo>
                          <a:pt x="31597" y="28709"/>
                        </a:lnTo>
                        <a:cubicBezTo>
                          <a:pt x="33390" y="36113"/>
                          <a:pt x="28842" y="43569"/>
                          <a:pt x="21437" y="45362"/>
                        </a:cubicBezTo>
                        <a:cubicBezTo>
                          <a:pt x="21432" y="45364"/>
                          <a:pt x="21428" y="45364"/>
                          <a:pt x="21424" y="45366"/>
                        </a:cubicBezTo>
                        <a:cubicBezTo>
                          <a:pt x="20362" y="45618"/>
                          <a:pt x="19274" y="45745"/>
                          <a:pt x="18182" y="45745"/>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11" name="Freeform 137">
                    <a:extLst>
                      <a:ext uri="{FF2B5EF4-FFF2-40B4-BE49-F238E27FC236}">
                        <a16:creationId xmlns:a16="http://schemas.microsoft.com/office/drawing/2014/main" id="{A90B3962-905D-6F41-68E2-13FBF1101822}"/>
                      </a:ext>
                    </a:extLst>
                  </p:cNvPr>
                  <p:cNvSpPr/>
                  <p:nvPr/>
                </p:nvSpPr>
                <p:spPr>
                  <a:xfrm>
                    <a:off x="11665963" y="2194759"/>
                    <a:ext cx="38617" cy="46490"/>
                  </a:xfrm>
                  <a:custGeom>
                    <a:avLst/>
                    <a:gdLst>
                      <a:gd name="connsiteX0" fmla="*/ 13746 w 38617"/>
                      <a:gd name="connsiteY0" fmla="*/ 46490 h 46490"/>
                      <a:gd name="connsiteX1" fmla="*/ 0 w 38617"/>
                      <a:gd name="connsiteY1" fmla="*/ 32648 h 46490"/>
                      <a:gd name="connsiteX2" fmla="*/ 1848 w 38617"/>
                      <a:gd name="connsiteY2" fmla="*/ 25799 h 46490"/>
                      <a:gd name="connsiteX3" fmla="*/ 12815 w 38617"/>
                      <a:gd name="connsiteY3" fmla="*/ 7004 h 46490"/>
                      <a:gd name="connsiteX4" fmla="*/ 31613 w 38617"/>
                      <a:gd name="connsiteY4" fmla="*/ 1791 h 46490"/>
                      <a:gd name="connsiteX5" fmla="*/ 36827 w 38617"/>
                      <a:gd name="connsiteY5" fmla="*/ 20590 h 46490"/>
                      <a:gd name="connsiteX6" fmla="*/ 36645 w 38617"/>
                      <a:gd name="connsiteY6" fmla="*/ 20902 h 46490"/>
                      <a:gd name="connsiteX7" fmla="*/ 25678 w 38617"/>
                      <a:gd name="connsiteY7" fmla="*/ 39714 h 46490"/>
                      <a:gd name="connsiteX8" fmla="*/ 13746 w 38617"/>
                      <a:gd name="connsiteY8" fmla="*/ 46490 h 46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17" h="46490">
                        <a:moveTo>
                          <a:pt x="13746" y="46490"/>
                        </a:moveTo>
                        <a:cubicBezTo>
                          <a:pt x="6128" y="46463"/>
                          <a:pt x="-27" y="40266"/>
                          <a:pt x="0" y="32648"/>
                        </a:cubicBezTo>
                        <a:cubicBezTo>
                          <a:pt x="9" y="30242"/>
                          <a:pt x="646" y="27882"/>
                          <a:pt x="1848" y="25799"/>
                        </a:cubicBezTo>
                        <a:lnTo>
                          <a:pt x="12815" y="7004"/>
                        </a:lnTo>
                        <a:cubicBezTo>
                          <a:pt x="16566" y="373"/>
                          <a:pt x="24983" y="-1961"/>
                          <a:pt x="31613" y="1791"/>
                        </a:cubicBezTo>
                        <a:cubicBezTo>
                          <a:pt x="38244" y="5542"/>
                          <a:pt x="40578" y="13958"/>
                          <a:pt x="36827" y="20590"/>
                        </a:cubicBezTo>
                        <a:cubicBezTo>
                          <a:pt x="36767" y="20695"/>
                          <a:pt x="36707" y="20798"/>
                          <a:pt x="36645" y="20902"/>
                        </a:cubicBezTo>
                        <a:lnTo>
                          <a:pt x="25678" y="39714"/>
                        </a:lnTo>
                        <a:cubicBezTo>
                          <a:pt x="23186" y="43932"/>
                          <a:pt x="18644" y="46511"/>
                          <a:pt x="13746" y="46490"/>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76" name="Freeform 138">
                    <a:extLst>
                      <a:ext uri="{FF2B5EF4-FFF2-40B4-BE49-F238E27FC236}">
                        <a16:creationId xmlns:a16="http://schemas.microsoft.com/office/drawing/2014/main" id="{BE599732-FE82-187C-B914-746CC1E178BA}"/>
                      </a:ext>
                    </a:extLst>
                  </p:cNvPr>
                  <p:cNvSpPr/>
                  <p:nvPr/>
                </p:nvSpPr>
                <p:spPr>
                  <a:xfrm>
                    <a:off x="11642426" y="2171965"/>
                    <a:ext cx="48292" cy="33233"/>
                  </a:xfrm>
                  <a:custGeom>
                    <a:avLst/>
                    <a:gdLst>
                      <a:gd name="connsiteX0" fmla="*/ 13781 w 48292"/>
                      <a:gd name="connsiteY0" fmla="*/ 33230 h 33233"/>
                      <a:gd name="connsiteX1" fmla="*/ 0 w 48292"/>
                      <a:gd name="connsiteY1" fmla="*/ 19422 h 33233"/>
                      <a:gd name="connsiteX2" fmla="*/ 10177 w 48292"/>
                      <a:gd name="connsiteY2" fmla="*/ 6124 h 33233"/>
                      <a:gd name="connsiteX3" fmla="*/ 30696 w 48292"/>
                      <a:gd name="connsiteY3" fmla="*/ 537 h 33233"/>
                      <a:gd name="connsiteX4" fmla="*/ 47756 w 48292"/>
                      <a:gd name="connsiteY4" fmla="*/ 9999 h 33233"/>
                      <a:gd name="connsiteX5" fmla="*/ 38294 w 48292"/>
                      <a:gd name="connsiteY5" fmla="*/ 27059 h 33233"/>
                      <a:gd name="connsiteX6" fmla="*/ 37921 w 48292"/>
                      <a:gd name="connsiteY6" fmla="*/ 27160 h 33233"/>
                      <a:gd name="connsiteX7" fmla="*/ 17402 w 48292"/>
                      <a:gd name="connsiteY7" fmla="*/ 32833 h 33233"/>
                      <a:gd name="connsiteX8" fmla="*/ 13781 w 48292"/>
                      <a:gd name="connsiteY8" fmla="*/ 33230 h 3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92" h="33233">
                        <a:moveTo>
                          <a:pt x="13781" y="33230"/>
                        </a:moveTo>
                        <a:cubicBezTo>
                          <a:pt x="6162" y="33223"/>
                          <a:pt x="-8" y="27040"/>
                          <a:pt x="0" y="19422"/>
                        </a:cubicBezTo>
                        <a:cubicBezTo>
                          <a:pt x="6" y="13201"/>
                          <a:pt x="4174" y="7755"/>
                          <a:pt x="10177" y="6124"/>
                        </a:cubicBezTo>
                        <a:lnTo>
                          <a:pt x="30696" y="537"/>
                        </a:lnTo>
                        <a:cubicBezTo>
                          <a:pt x="38020" y="-1561"/>
                          <a:pt x="45658" y="2675"/>
                          <a:pt x="47756" y="9999"/>
                        </a:cubicBezTo>
                        <a:cubicBezTo>
                          <a:pt x="49854" y="17323"/>
                          <a:pt x="45618" y="24961"/>
                          <a:pt x="38294" y="27059"/>
                        </a:cubicBezTo>
                        <a:cubicBezTo>
                          <a:pt x="38170" y="27094"/>
                          <a:pt x="38046" y="27128"/>
                          <a:pt x="37921" y="27160"/>
                        </a:cubicBezTo>
                        <a:lnTo>
                          <a:pt x="17402" y="32833"/>
                        </a:lnTo>
                        <a:cubicBezTo>
                          <a:pt x="16217" y="33124"/>
                          <a:pt x="15000" y="33257"/>
                          <a:pt x="13781" y="33230"/>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77" name="Freeform 139">
                    <a:extLst>
                      <a:ext uri="{FF2B5EF4-FFF2-40B4-BE49-F238E27FC236}">
                        <a16:creationId xmlns:a16="http://schemas.microsoft.com/office/drawing/2014/main" id="{7E76FA2C-42FB-AC16-2313-7D428F26D926}"/>
                      </a:ext>
                    </a:extLst>
                  </p:cNvPr>
                  <p:cNvSpPr/>
                  <p:nvPr/>
                </p:nvSpPr>
                <p:spPr>
                  <a:xfrm>
                    <a:off x="11647198" y="2133707"/>
                    <a:ext cx="47286" cy="40433"/>
                  </a:xfrm>
                  <a:custGeom>
                    <a:avLst/>
                    <a:gdLst>
                      <a:gd name="connsiteX0" fmla="*/ 33390 w 47286"/>
                      <a:gd name="connsiteY0" fmla="*/ 40434 h 40433"/>
                      <a:gd name="connsiteX1" fmla="*/ 25872 w 47286"/>
                      <a:gd name="connsiteY1" fmla="*/ 38192 h 40433"/>
                      <a:gd name="connsiteX2" fmla="*/ 6267 w 47286"/>
                      <a:gd name="connsiteY2" fmla="*/ 25363 h 40433"/>
                      <a:gd name="connsiteX3" fmla="*/ 2240 w 47286"/>
                      <a:gd name="connsiteY3" fmla="*/ 6267 h 40433"/>
                      <a:gd name="connsiteX4" fmla="*/ 21337 w 47286"/>
                      <a:gd name="connsiteY4" fmla="*/ 2240 h 40433"/>
                      <a:gd name="connsiteX5" fmla="*/ 41028 w 47286"/>
                      <a:gd name="connsiteY5" fmla="*/ 15086 h 40433"/>
                      <a:gd name="connsiteX6" fmla="*/ 45043 w 47286"/>
                      <a:gd name="connsiteY6" fmla="*/ 34177 h 40433"/>
                      <a:gd name="connsiteX7" fmla="*/ 33476 w 47286"/>
                      <a:gd name="connsiteY7" fmla="*/ 40434 h 4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286" h="40433">
                        <a:moveTo>
                          <a:pt x="33390" y="40434"/>
                        </a:moveTo>
                        <a:cubicBezTo>
                          <a:pt x="30720" y="40430"/>
                          <a:pt x="28108" y="39651"/>
                          <a:pt x="25872" y="38192"/>
                        </a:cubicBezTo>
                        <a:lnTo>
                          <a:pt x="6267" y="25363"/>
                        </a:lnTo>
                        <a:cubicBezTo>
                          <a:pt x="-119" y="21202"/>
                          <a:pt x="-1921" y="12652"/>
                          <a:pt x="2240" y="6267"/>
                        </a:cubicBezTo>
                        <a:cubicBezTo>
                          <a:pt x="6402" y="-119"/>
                          <a:pt x="14952" y="-1921"/>
                          <a:pt x="21337" y="2240"/>
                        </a:cubicBezTo>
                        <a:lnTo>
                          <a:pt x="41028" y="15086"/>
                        </a:lnTo>
                        <a:cubicBezTo>
                          <a:pt x="47409" y="19249"/>
                          <a:pt x="49206" y="27797"/>
                          <a:pt x="45043" y="34177"/>
                        </a:cubicBezTo>
                        <a:cubicBezTo>
                          <a:pt x="42494" y="38085"/>
                          <a:pt x="38142" y="40439"/>
                          <a:pt x="33476" y="40434"/>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78" name="Freeform 140">
                    <a:extLst>
                      <a:ext uri="{FF2B5EF4-FFF2-40B4-BE49-F238E27FC236}">
                        <a16:creationId xmlns:a16="http://schemas.microsoft.com/office/drawing/2014/main" id="{A29D7194-86FD-BA22-D71D-2BA84299ED5E}"/>
                      </a:ext>
                    </a:extLst>
                  </p:cNvPr>
                  <p:cNvSpPr/>
                  <p:nvPr/>
                </p:nvSpPr>
                <p:spPr>
                  <a:xfrm>
                    <a:off x="11662660" y="2132016"/>
                    <a:ext cx="94148" cy="94146"/>
                  </a:xfrm>
                  <a:custGeom>
                    <a:avLst/>
                    <a:gdLst>
                      <a:gd name="connsiteX0" fmla="*/ 47086 w 94148"/>
                      <a:gd name="connsiteY0" fmla="*/ 94147 h 94146"/>
                      <a:gd name="connsiteX1" fmla="*/ 0 w 94148"/>
                      <a:gd name="connsiteY1" fmla="*/ 47086 h 94146"/>
                      <a:gd name="connsiteX2" fmla="*/ 47061 w 94148"/>
                      <a:gd name="connsiteY2" fmla="*/ 0 h 94146"/>
                      <a:gd name="connsiteX3" fmla="*/ 92900 w 94148"/>
                      <a:gd name="connsiteY3" fmla="*/ 36314 h 94146"/>
                      <a:gd name="connsiteX4" fmla="*/ 92900 w 94148"/>
                      <a:gd name="connsiteY4" fmla="*/ 36314 h 94146"/>
                      <a:gd name="connsiteX5" fmla="*/ 57755 w 94148"/>
                      <a:gd name="connsiteY5" fmla="*/ 92910 h 94146"/>
                      <a:gd name="connsiteX6" fmla="*/ 47086 w 94148"/>
                      <a:gd name="connsiteY6" fmla="*/ 94147 h 94146"/>
                      <a:gd name="connsiteX7" fmla="*/ 47086 w 94148"/>
                      <a:gd name="connsiteY7" fmla="*/ 27589 h 94146"/>
                      <a:gd name="connsiteX8" fmla="*/ 42620 w 94148"/>
                      <a:gd name="connsiteY8" fmla="*/ 28106 h 94146"/>
                      <a:gd name="connsiteX9" fmla="*/ 28110 w 94148"/>
                      <a:gd name="connsiteY9" fmla="*/ 51531 h 94146"/>
                      <a:gd name="connsiteX10" fmla="*/ 51535 w 94148"/>
                      <a:gd name="connsiteY10" fmla="*/ 66041 h 94146"/>
                      <a:gd name="connsiteX11" fmla="*/ 66043 w 94148"/>
                      <a:gd name="connsiteY11" fmla="*/ 42671 h 94146"/>
                      <a:gd name="connsiteX12" fmla="*/ 66036 w 94148"/>
                      <a:gd name="connsiteY12" fmla="*/ 42642 h 94146"/>
                      <a:gd name="connsiteX13" fmla="*/ 66036 w 94148"/>
                      <a:gd name="connsiteY13" fmla="*/ 42642 h 94146"/>
                      <a:gd name="connsiteX14" fmla="*/ 47086 w 94148"/>
                      <a:gd name="connsiteY14" fmla="*/ 27589 h 9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148" h="94146">
                        <a:moveTo>
                          <a:pt x="47086" y="94147"/>
                        </a:moveTo>
                        <a:cubicBezTo>
                          <a:pt x="21088" y="94154"/>
                          <a:pt x="7" y="73084"/>
                          <a:pt x="0" y="47086"/>
                        </a:cubicBezTo>
                        <a:cubicBezTo>
                          <a:pt x="-7" y="21088"/>
                          <a:pt x="21063" y="7"/>
                          <a:pt x="47061" y="0"/>
                        </a:cubicBezTo>
                        <a:cubicBezTo>
                          <a:pt x="68919" y="-6"/>
                          <a:pt x="87905" y="15035"/>
                          <a:pt x="92900" y="36314"/>
                        </a:cubicBezTo>
                        <a:lnTo>
                          <a:pt x="92900" y="36314"/>
                        </a:lnTo>
                        <a:cubicBezTo>
                          <a:pt x="98823" y="61647"/>
                          <a:pt x="83089" y="86986"/>
                          <a:pt x="57755" y="92910"/>
                        </a:cubicBezTo>
                        <a:cubicBezTo>
                          <a:pt x="54257" y="93728"/>
                          <a:pt x="50678" y="94143"/>
                          <a:pt x="47086" y="94147"/>
                        </a:cubicBezTo>
                        <a:close/>
                        <a:moveTo>
                          <a:pt x="47086" y="27589"/>
                        </a:moveTo>
                        <a:cubicBezTo>
                          <a:pt x="45582" y="27592"/>
                          <a:pt x="44084" y="27766"/>
                          <a:pt x="42620" y="28106"/>
                        </a:cubicBezTo>
                        <a:cubicBezTo>
                          <a:pt x="32145" y="30568"/>
                          <a:pt x="25648" y="41055"/>
                          <a:pt x="28110" y="51531"/>
                        </a:cubicBezTo>
                        <a:cubicBezTo>
                          <a:pt x="30572" y="62006"/>
                          <a:pt x="41059" y="68503"/>
                          <a:pt x="51535" y="66041"/>
                        </a:cubicBezTo>
                        <a:cubicBezTo>
                          <a:pt x="61994" y="63594"/>
                          <a:pt x="68490" y="53131"/>
                          <a:pt x="66043" y="42671"/>
                        </a:cubicBezTo>
                        <a:cubicBezTo>
                          <a:pt x="66041" y="42662"/>
                          <a:pt x="66038" y="42652"/>
                          <a:pt x="66036" y="42642"/>
                        </a:cubicBezTo>
                        <a:lnTo>
                          <a:pt x="66036" y="42642"/>
                        </a:lnTo>
                        <a:cubicBezTo>
                          <a:pt x="63973" y="33838"/>
                          <a:pt x="56129" y="27606"/>
                          <a:pt x="47086" y="27589"/>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sp>
        <p:nvSpPr>
          <p:cNvPr id="6" name="Title 5">
            <a:extLst>
              <a:ext uri="{FF2B5EF4-FFF2-40B4-BE49-F238E27FC236}">
                <a16:creationId xmlns:a16="http://schemas.microsoft.com/office/drawing/2014/main" id="{8CD0F857-EA5E-4FEF-9DD6-E157F5DEE07D}"/>
              </a:ext>
            </a:extLst>
          </p:cNvPr>
          <p:cNvSpPr>
            <a:spLocks noGrp="1"/>
          </p:cNvSpPr>
          <p:nvPr>
            <p:ph type="ctrTitle"/>
          </p:nvPr>
        </p:nvSpPr>
        <p:spPr/>
        <p:txBody>
          <a:bodyPr/>
          <a:lstStyle/>
          <a:p>
            <a:r>
              <a:rPr lang="nl-BE"/>
              <a:t>project phases</a:t>
            </a:r>
            <a:endParaRPr lang="en-US"/>
          </a:p>
        </p:txBody>
      </p:sp>
      <p:grpSp>
        <p:nvGrpSpPr>
          <p:cNvPr id="2" name="Group 1">
            <a:extLst>
              <a:ext uri="{FF2B5EF4-FFF2-40B4-BE49-F238E27FC236}">
                <a16:creationId xmlns:a16="http://schemas.microsoft.com/office/drawing/2014/main" id="{378A0792-6759-6FC2-7171-566FC4CEA54C}"/>
              </a:ext>
            </a:extLst>
          </p:cNvPr>
          <p:cNvGrpSpPr/>
          <p:nvPr/>
        </p:nvGrpSpPr>
        <p:grpSpPr>
          <a:xfrm>
            <a:off x="10667997" y="-3"/>
            <a:ext cx="1143475" cy="828677"/>
            <a:chOff x="10667997" y="-3"/>
            <a:chExt cx="1143475" cy="828677"/>
          </a:xfrm>
        </p:grpSpPr>
        <p:sp>
          <p:nvSpPr>
            <p:cNvPr id="3" name="Round Same-side Corner of Rectangle 3">
              <a:extLst>
                <a:ext uri="{FF2B5EF4-FFF2-40B4-BE49-F238E27FC236}">
                  <a16:creationId xmlns:a16="http://schemas.microsoft.com/office/drawing/2014/main" id="{15CC6684-D99F-EFE3-0CA9-C789BBCE0D34}"/>
                </a:ext>
              </a:extLst>
            </p:cNvPr>
            <p:cNvSpPr/>
            <p:nvPr/>
          </p:nvSpPr>
          <p:spPr>
            <a:xfrm rot="10800000">
              <a:off x="10667997" y="-3"/>
              <a:ext cx="1143475" cy="828677"/>
            </a:xfrm>
            <a:prstGeom prst="round2SameRect">
              <a:avLst/>
            </a:prstGeom>
            <a:solidFill>
              <a:schemeClr val="bg1"/>
            </a:solidFill>
            <a:ln>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4" name="Picture 3">
              <a:extLst>
                <a:ext uri="{FF2B5EF4-FFF2-40B4-BE49-F238E27FC236}">
                  <a16:creationId xmlns:a16="http://schemas.microsoft.com/office/drawing/2014/main" id="{3A53CE03-A86C-DFE6-AD07-1A9071D9E4A5}"/>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0957794" y="135851"/>
              <a:ext cx="563880" cy="563880"/>
            </a:xfrm>
            <a:prstGeom prst="rect">
              <a:avLst/>
            </a:prstGeom>
          </p:spPr>
        </p:pic>
      </p:grpSp>
      <p:grpSp>
        <p:nvGrpSpPr>
          <p:cNvPr id="11" name="Group 10">
            <a:extLst>
              <a:ext uri="{FF2B5EF4-FFF2-40B4-BE49-F238E27FC236}">
                <a16:creationId xmlns:a16="http://schemas.microsoft.com/office/drawing/2014/main" id="{66721578-8B6A-4ECF-D0FF-59D18AAF84CC}"/>
              </a:ext>
            </a:extLst>
          </p:cNvPr>
          <p:cNvGrpSpPr/>
          <p:nvPr/>
        </p:nvGrpSpPr>
        <p:grpSpPr>
          <a:xfrm>
            <a:off x="9135694" y="2241576"/>
            <a:ext cx="2194194" cy="2952482"/>
            <a:chOff x="9135694" y="2241576"/>
            <a:chExt cx="2194194" cy="2952482"/>
          </a:xfrm>
        </p:grpSpPr>
        <p:cxnSp>
          <p:nvCxnSpPr>
            <p:cNvPr id="369" name="Straight Connector 368">
              <a:extLst>
                <a:ext uri="{FF2B5EF4-FFF2-40B4-BE49-F238E27FC236}">
                  <a16:creationId xmlns:a16="http://schemas.microsoft.com/office/drawing/2014/main" id="{14953374-D4A0-CFBF-17FD-27CD86C839E1}"/>
                </a:ext>
              </a:extLst>
            </p:cNvPr>
            <p:cNvCxnSpPr>
              <a:cxnSpLocks/>
            </p:cNvCxnSpPr>
            <p:nvPr/>
          </p:nvCxnSpPr>
          <p:spPr>
            <a:xfrm>
              <a:off x="10062223" y="3643542"/>
              <a:ext cx="0" cy="1512000"/>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sp>
          <p:nvSpPr>
            <p:cNvPr id="368" name="TextBox 367">
              <a:extLst>
                <a:ext uri="{FF2B5EF4-FFF2-40B4-BE49-F238E27FC236}">
                  <a16:creationId xmlns:a16="http://schemas.microsoft.com/office/drawing/2014/main" id="{1645AB06-4065-7AED-913F-CD25C3D4C7AA}"/>
                </a:ext>
              </a:extLst>
            </p:cNvPr>
            <p:cNvSpPr txBox="1"/>
            <p:nvPr/>
          </p:nvSpPr>
          <p:spPr>
            <a:xfrm>
              <a:off x="9198764" y="3739814"/>
              <a:ext cx="813333" cy="1454244"/>
            </a:xfrm>
            <a:prstGeom prst="rect">
              <a:avLst/>
            </a:prstGeom>
            <a:solidFill>
              <a:srgbClr val="FFFFFF"/>
            </a:solidFill>
          </p:spPr>
          <p:txBody>
            <a:bodyPr wrap="square" lIns="0" tIns="0" rIns="0" bIns="0" rtlCol="0">
              <a:spAutoFit/>
            </a:bodyPr>
            <a:lstStyle/>
            <a:p>
              <a:pPr>
                <a:spcAft>
                  <a:spcPts val="300"/>
                </a:spcAft>
              </a:pPr>
              <a:r>
                <a:rPr lang="en-US" sz="1000" b="1">
                  <a:solidFill>
                    <a:schemeClr val="tx2"/>
                  </a:solidFill>
                </a:rPr>
                <a:t>Final Preparation</a:t>
              </a:r>
            </a:p>
            <a:p>
              <a:r>
                <a:rPr lang="en-US" sz="800"/>
                <a:t>Complete the golive of the project, including end user training, data migration and preparation of a cutover plan</a:t>
              </a:r>
              <a:endParaRPr lang="nl-BE" sz="800"/>
            </a:p>
          </p:txBody>
        </p:sp>
        <p:sp>
          <p:nvSpPr>
            <p:cNvPr id="370" name="TextBox 369">
              <a:extLst>
                <a:ext uri="{FF2B5EF4-FFF2-40B4-BE49-F238E27FC236}">
                  <a16:creationId xmlns:a16="http://schemas.microsoft.com/office/drawing/2014/main" id="{FABE5FCD-6BF5-276D-C4E3-2C69FD2D454D}"/>
                </a:ext>
              </a:extLst>
            </p:cNvPr>
            <p:cNvSpPr txBox="1"/>
            <p:nvPr/>
          </p:nvSpPr>
          <p:spPr>
            <a:xfrm>
              <a:off x="10109087" y="3705189"/>
              <a:ext cx="820991" cy="1423467"/>
            </a:xfrm>
            <a:prstGeom prst="rect">
              <a:avLst/>
            </a:prstGeom>
            <a:solidFill>
              <a:srgbClr val="FFFFFF"/>
            </a:solidFill>
          </p:spPr>
          <p:txBody>
            <a:bodyPr wrap="square" lIns="0" tIns="0" rIns="0" bIns="0" rtlCol="0">
              <a:spAutoFit/>
            </a:bodyPr>
            <a:lstStyle/>
            <a:p>
              <a:pPr>
                <a:spcAft>
                  <a:spcPts val="300"/>
                </a:spcAft>
              </a:pPr>
              <a:r>
                <a:rPr lang="en-US" sz="1000" b="1">
                  <a:solidFill>
                    <a:schemeClr val="tx2"/>
                  </a:solidFill>
                </a:rPr>
                <a:t>Go live</a:t>
              </a:r>
            </a:p>
            <a:p>
              <a:r>
                <a:rPr lang="en-US" sz="800"/>
                <a:t>Execute the cutover plan and move from a project-oriented, pre-production environment to a live production operation. </a:t>
              </a:r>
              <a:endParaRPr lang="nl-BE" sz="800"/>
            </a:p>
          </p:txBody>
        </p:sp>
        <p:cxnSp>
          <p:nvCxnSpPr>
            <p:cNvPr id="377" name="Straight Connector 376">
              <a:extLst>
                <a:ext uri="{FF2B5EF4-FFF2-40B4-BE49-F238E27FC236}">
                  <a16:creationId xmlns:a16="http://schemas.microsoft.com/office/drawing/2014/main" id="{DA2F2CAE-0CFF-716A-C191-FF860B8CACCD}"/>
                </a:ext>
              </a:extLst>
            </p:cNvPr>
            <p:cNvCxnSpPr>
              <a:cxnSpLocks/>
            </p:cNvCxnSpPr>
            <p:nvPr/>
          </p:nvCxnSpPr>
          <p:spPr>
            <a:xfrm flipH="1">
              <a:off x="11064849" y="3643540"/>
              <a:ext cx="161" cy="756000"/>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sp>
          <p:nvSpPr>
            <p:cNvPr id="484" name="5-Point Star 266">
              <a:extLst>
                <a:ext uri="{FF2B5EF4-FFF2-40B4-BE49-F238E27FC236}">
                  <a16:creationId xmlns:a16="http://schemas.microsoft.com/office/drawing/2014/main" id="{3AFDBF0E-3F97-DC35-BFFE-D7353B31CA66}"/>
                </a:ext>
              </a:extLst>
            </p:cNvPr>
            <p:cNvSpPr/>
            <p:nvPr/>
          </p:nvSpPr>
          <p:spPr>
            <a:xfrm>
              <a:off x="10248052" y="3233793"/>
              <a:ext cx="228607" cy="228912"/>
            </a:xfrm>
            <a:prstGeom prst="star5">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85" name="Arrow: Chevron 23">
              <a:extLst>
                <a:ext uri="{FF2B5EF4-FFF2-40B4-BE49-F238E27FC236}">
                  <a16:creationId xmlns:a16="http://schemas.microsoft.com/office/drawing/2014/main" id="{1937E522-33BA-2894-B63F-EBCDB52A13F2}"/>
                </a:ext>
              </a:extLst>
            </p:cNvPr>
            <p:cNvSpPr/>
            <p:nvPr/>
          </p:nvSpPr>
          <p:spPr>
            <a:xfrm>
              <a:off x="9141959" y="3197853"/>
              <a:ext cx="1169642" cy="409690"/>
            </a:xfrm>
            <a:prstGeom prst="chevron">
              <a:avLst>
                <a:gd name="adj" fmla="val 24644"/>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Final </a:t>
              </a:r>
              <a:b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b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a:t>
              </a:r>
            </a:p>
          </p:txBody>
        </p:sp>
        <p:sp>
          <p:nvSpPr>
            <p:cNvPr id="495" name="Arrow: Chevron 25">
              <a:extLst>
                <a:ext uri="{FF2B5EF4-FFF2-40B4-BE49-F238E27FC236}">
                  <a16:creationId xmlns:a16="http://schemas.microsoft.com/office/drawing/2014/main" id="{1A89E13A-91E7-DE69-8318-AB150658796C}"/>
                </a:ext>
              </a:extLst>
            </p:cNvPr>
            <p:cNvSpPr/>
            <p:nvPr/>
          </p:nvSpPr>
          <p:spPr>
            <a:xfrm>
              <a:off x="10054107" y="3197853"/>
              <a:ext cx="1103496" cy="409689"/>
            </a:xfrm>
            <a:prstGeom prst="chevron">
              <a:avLst>
                <a:gd name="adj" fmla="val 24644"/>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Go Live</a:t>
              </a:r>
            </a:p>
          </p:txBody>
        </p:sp>
        <p:sp>
          <p:nvSpPr>
            <p:cNvPr id="500" name="Arrow: Chevron 282">
              <a:extLst>
                <a:ext uri="{FF2B5EF4-FFF2-40B4-BE49-F238E27FC236}">
                  <a16:creationId xmlns:a16="http://schemas.microsoft.com/office/drawing/2014/main" id="{3B879CD4-2EBB-9BF4-DE1C-F9D3C277A479}"/>
                </a:ext>
              </a:extLst>
            </p:cNvPr>
            <p:cNvSpPr/>
            <p:nvPr/>
          </p:nvSpPr>
          <p:spPr>
            <a:xfrm>
              <a:off x="9135694" y="2241576"/>
              <a:ext cx="2194194" cy="964154"/>
            </a:xfrm>
            <a:prstGeom prst="chevron">
              <a:avLst>
                <a:gd name="adj" fmla="val 27951"/>
              </a:avLst>
            </a:prstGeom>
            <a:gradFill>
              <a:gsLst>
                <a:gs pos="13000">
                  <a:srgbClr val="9BA7C7"/>
                </a:gs>
                <a:gs pos="1000">
                  <a:schemeClr val="accent4"/>
                </a:gs>
                <a:gs pos="99000">
                  <a:schemeClr val="accent3"/>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144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Deploy</a:t>
              </a:r>
            </a:p>
          </p:txBody>
        </p:sp>
        <p:grpSp>
          <p:nvGrpSpPr>
            <p:cNvPr id="603" name="Group 602">
              <a:extLst>
                <a:ext uri="{FF2B5EF4-FFF2-40B4-BE49-F238E27FC236}">
                  <a16:creationId xmlns:a16="http://schemas.microsoft.com/office/drawing/2014/main" id="{3832B7EA-154E-FFDA-90EC-130C09943B05}"/>
                </a:ext>
              </a:extLst>
            </p:cNvPr>
            <p:cNvGrpSpPr/>
            <p:nvPr/>
          </p:nvGrpSpPr>
          <p:grpSpPr>
            <a:xfrm>
              <a:off x="9964697" y="2369261"/>
              <a:ext cx="471163" cy="471791"/>
              <a:chOff x="9817805" y="1942177"/>
              <a:chExt cx="471791" cy="471791"/>
            </a:xfrm>
          </p:grpSpPr>
          <p:sp>
            <p:nvSpPr>
              <p:cNvPr id="326" name="Oval 325">
                <a:extLst>
                  <a:ext uri="{FF2B5EF4-FFF2-40B4-BE49-F238E27FC236}">
                    <a16:creationId xmlns:a16="http://schemas.microsoft.com/office/drawing/2014/main" id="{B39E97DC-CC73-2DF5-AF5C-A11962D6760E}"/>
                  </a:ext>
                </a:extLst>
              </p:cNvPr>
              <p:cNvSpPr/>
              <p:nvPr/>
            </p:nvSpPr>
            <p:spPr>
              <a:xfrm>
                <a:off x="9817805"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327" name="Graphic 334">
                <a:extLst>
                  <a:ext uri="{FF2B5EF4-FFF2-40B4-BE49-F238E27FC236}">
                    <a16:creationId xmlns:a16="http://schemas.microsoft.com/office/drawing/2014/main" id="{6115C279-7786-AA72-F5D9-CE908730FD34}"/>
                  </a:ext>
                </a:extLst>
              </p:cNvPr>
              <p:cNvGrpSpPr/>
              <p:nvPr/>
            </p:nvGrpSpPr>
            <p:grpSpPr>
              <a:xfrm>
                <a:off x="9951565" y="2036935"/>
                <a:ext cx="204378" cy="282424"/>
                <a:chOff x="9951565" y="2036935"/>
                <a:chExt cx="204378" cy="282424"/>
              </a:xfrm>
            </p:grpSpPr>
            <p:sp>
              <p:nvSpPr>
                <p:cNvPr id="328" name="Freeform 143">
                  <a:extLst>
                    <a:ext uri="{FF2B5EF4-FFF2-40B4-BE49-F238E27FC236}">
                      <a16:creationId xmlns:a16="http://schemas.microsoft.com/office/drawing/2014/main" id="{77A66DA7-4ABA-FEB7-A340-8B45D21D445F}"/>
                    </a:ext>
                  </a:extLst>
                </p:cNvPr>
                <p:cNvSpPr/>
                <p:nvPr/>
              </p:nvSpPr>
              <p:spPr>
                <a:xfrm>
                  <a:off x="10075099" y="2179856"/>
                  <a:ext cx="80844" cy="136661"/>
                </a:xfrm>
                <a:custGeom>
                  <a:avLst/>
                  <a:gdLst>
                    <a:gd name="connsiteX0" fmla="*/ 56016 w 80844"/>
                    <a:gd name="connsiteY0" fmla="*/ 136661 h 136661"/>
                    <a:gd name="connsiteX1" fmla="*/ 24749 w 80844"/>
                    <a:gd name="connsiteY1" fmla="*/ 114256 h 136661"/>
                    <a:gd name="connsiteX2" fmla="*/ 1674 w 80844"/>
                    <a:gd name="connsiteY2" fmla="*/ 91516 h 136661"/>
                    <a:gd name="connsiteX3" fmla="*/ 2510 w 80844"/>
                    <a:gd name="connsiteY3" fmla="*/ 77136 h 136661"/>
                    <a:gd name="connsiteX4" fmla="*/ 28762 w 80844"/>
                    <a:gd name="connsiteY4" fmla="*/ 12261 h 136661"/>
                    <a:gd name="connsiteX5" fmla="*/ 43141 w 80844"/>
                    <a:gd name="connsiteY5" fmla="*/ 55 h 136661"/>
                    <a:gd name="connsiteX6" fmla="*/ 50331 w 80844"/>
                    <a:gd name="connsiteY6" fmla="*/ 2897 h 136661"/>
                    <a:gd name="connsiteX7" fmla="*/ 79759 w 80844"/>
                    <a:gd name="connsiteY7" fmla="*/ 46371 h 136661"/>
                    <a:gd name="connsiteX8" fmla="*/ 76749 w 80844"/>
                    <a:gd name="connsiteY8" fmla="*/ 92017 h 136661"/>
                    <a:gd name="connsiteX9" fmla="*/ 67720 w 80844"/>
                    <a:gd name="connsiteY9" fmla="*/ 130642 h 136661"/>
                    <a:gd name="connsiteX10" fmla="*/ 57688 w 80844"/>
                    <a:gd name="connsiteY10" fmla="*/ 136494 h 136661"/>
                    <a:gd name="connsiteX11" fmla="*/ 56016 w 80844"/>
                    <a:gd name="connsiteY11" fmla="*/ 136661 h 136661"/>
                    <a:gd name="connsiteX12" fmla="*/ 30768 w 80844"/>
                    <a:gd name="connsiteY12" fmla="*/ 83156 h 136661"/>
                    <a:gd name="connsiteX13" fmla="*/ 48324 w 80844"/>
                    <a:gd name="connsiteY13" fmla="*/ 99374 h 136661"/>
                    <a:gd name="connsiteX14" fmla="*/ 54009 w 80844"/>
                    <a:gd name="connsiteY14" fmla="*/ 53728 h 136661"/>
                    <a:gd name="connsiteX15" fmla="*/ 49662 w 80844"/>
                    <a:gd name="connsiteY15" fmla="*/ 43194 h 136661"/>
                    <a:gd name="connsiteX16" fmla="*/ 30768 w 80844"/>
                    <a:gd name="connsiteY16" fmla="*/ 83156 h 136661"/>
                    <a:gd name="connsiteX17" fmla="*/ 30768 w 80844"/>
                    <a:gd name="connsiteY17" fmla="*/ 83156 h 136661"/>
                    <a:gd name="connsiteX18" fmla="*/ 24247 w 80844"/>
                    <a:gd name="connsiteY18" fmla="*/ 92686 h 136661"/>
                    <a:gd name="connsiteX19" fmla="*/ 24247 w 80844"/>
                    <a:gd name="connsiteY19" fmla="*/ 92686 h 136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0844" h="136661">
                      <a:moveTo>
                        <a:pt x="56016" y="136661"/>
                      </a:moveTo>
                      <a:cubicBezTo>
                        <a:pt x="50498" y="136661"/>
                        <a:pt x="45984" y="133651"/>
                        <a:pt x="24749" y="114256"/>
                      </a:cubicBezTo>
                      <a:cubicBezTo>
                        <a:pt x="3179" y="94526"/>
                        <a:pt x="2510" y="93188"/>
                        <a:pt x="1674" y="91516"/>
                      </a:cubicBezTo>
                      <a:cubicBezTo>
                        <a:pt x="-834" y="87001"/>
                        <a:pt x="-499" y="81484"/>
                        <a:pt x="2510" y="77136"/>
                      </a:cubicBezTo>
                      <a:cubicBezTo>
                        <a:pt x="17726" y="55901"/>
                        <a:pt x="27089" y="32827"/>
                        <a:pt x="28762" y="12261"/>
                      </a:cubicBezTo>
                      <a:cubicBezTo>
                        <a:pt x="29430" y="4904"/>
                        <a:pt x="35784" y="-614"/>
                        <a:pt x="43141" y="55"/>
                      </a:cubicBezTo>
                      <a:cubicBezTo>
                        <a:pt x="45816" y="222"/>
                        <a:pt x="48324" y="1225"/>
                        <a:pt x="50331" y="2897"/>
                      </a:cubicBezTo>
                      <a:cubicBezTo>
                        <a:pt x="64209" y="14100"/>
                        <a:pt x="74408" y="29316"/>
                        <a:pt x="79759" y="46371"/>
                      </a:cubicBezTo>
                      <a:cubicBezTo>
                        <a:pt x="80762" y="49547"/>
                        <a:pt x="82601" y="56236"/>
                        <a:pt x="76749" y="92017"/>
                      </a:cubicBezTo>
                      <a:cubicBezTo>
                        <a:pt x="71064" y="125793"/>
                        <a:pt x="68891" y="129137"/>
                        <a:pt x="67720" y="130642"/>
                      </a:cubicBezTo>
                      <a:cubicBezTo>
                        <a:pt x="65379" y="133986"/>
                        <a:pt x="61701" y="136159"/>
                        <a:pt x="57688" y="136494"/>
                      </a:cubicBezTo>
                      <a:cubicBezTo>
                        <a:pt x="57019" y="136494"/>
                        <a:pt x="56518" y="136661"/>
                        <a:pt x="56016" y="136661"/>
                      </a:cubicBezTo>
                      <a:close/>
                      <a:moveTo>
                        <a:pt x="30768" y="83156"/>
                      </a:moveTo>
                      <a:cubicBezTo>
                        <a:pt x="35784" y="87837"/>
                        <a:pt x="42305" y="94024"/>
                        <a:pt x="48324" y="99374"/>
                      </a:cubicBezTo>
                      <a:cubicBezTo>
                        <a:pt x="51501" y="82320"/>
                        <a:pt x="54845" y="59747"/>
                        <a:pt x="54009" y="53728"/>
                      </a:cubicBezTo>
                      <a:cubicBezTo>
                        <a:pt x="52839" y="50049"/>
                        <a:pt x="51501" y="46538"/>
                        <a:pt x="49662" y="43194"/>
                      </a:cubicBezTo>
                      <a:cubicBezTo>
                        <a:pt x="45148" y="57239"/>
                        <a:pt x="38794" y="70615"/>
                        <a:pt x="30768" y="83156"/>
                      </a:cubicBezTo>
                      <a:lnTo>
                        <a:pt x="30768" y="83156"/>
                      </a:lnTo>
                      <a:close/>
                      <a:moveTo>
                        <a:pt x="24247" y="92686"/>
                      </a:moveTo>
                      <a:lnTo>
                        <a:pt x="24247" y="92686"/>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9" name="Freeform 144">
                  <a:extLst>
                    <a:ext uri="{FF2B5EF4-FFF2-40B4-BE49-F238E27FC236}">
                      <a16:creationId xmlns:a16="http://schemas.microsoft.com/office/drawing/2014/main" id="{7AA844F6-E125-BAAF-F766-0564962565D8}"/>
                    </a:ext>
                  </a:extLst>
                </p:cNvPr>
                <p:cNvSpPr/>
                <p:nvPr/>
              </p:nvSpPr>
              <p:spPr>
                <a:xfrm>
                  <a:off x="9951565" y="2182212"/>
                  <a:ext cx="80901" cy="136478"/>
                </a:xfrm>
                <a:custGeom>
                  <a:avLst/>
                  <a:gdLst>
                    <a:gd name="connsiteX0" fmla="*/ 24718 w 80901"/>
                    <a:gd name="connsiteY0" fmla="*/ 136479 h 136478"/>
                    <a:gd name="connsiteX1" fmla="*/ 23214 w 80901"/>
                    <a:gd name="connsiteY1" fmla="*/ 136479 h 136478"/>
                    <a:gd name="connsiteX2" fmla="*/ 13181 w 80901"/>
                    <a:gd name="connsiteY2" fmla="*/ 130627 h 136478"/>
                    <a:gd name="connsiteX3" fmla="*/ 4152 w 80901"/>
                    <a:gd name="connsiteY3" fmla="*/ 92003 h 136478"/>
                    <a:gd name="connsiteX4" fmla="*/ 1143 w 80901"/>
                    <a:gd name="connsiteY4" fmla="*/ 46356 h 136478"/>
                    <a:gd name="connsiteX5" fmla="*/ 1143 w 80901"/>
                    <a:gd name="connsiteY5" fmla="*/ 46356 h 136478"/>
                    <a:gd name="connsiteX6" fmla="*/ 30571 w 80901"/>
                    <a:gd name="connsiteY6" fmla="*/ 2882 h 136478"/>
                    <a:gd name="connsiteX7" fmla="*/ 49297 w 80901"/>
                    <a:gd name="connsiteY7" fmla="*/ 5056 h 136478"/>
                    <a:gd name="connsiteX8" fmla="*/ 52140 w 80901"/>
                    <a:gd name="connsiteY8" fmla="*/ 12246 h 136478"/>
                    <a:gd name="connsiteX9" fmla="*/ 78391 w 80901"/>
                    <a:gd name="connsiteY9" fmla="*/ 77121 h 136478"/>
                    <a:gd name="connsiteX10" fmla="*/ 79227 w 80901"/>
                    <a:gd name="connsiteY10" fmla="*/ 91501 h 136478"/>
                    <a:gd name="connsiteX11" fmla="*/ 56153 w 80901"/>
                    <a:gd name="connsiteY11" fmla="*/ 114241 h 136478"/>
                    <a:gd name="connsiteX12" fmla="*/ 24718 w 80901"/>
                    <a:gd name="connsiteY12" fmla="*/ 136479 h 136478"/>
                    <a:gd name="connsiteX13" fmla="*/ 26725 w 80901"/>
                    <a:gd name="connsiteY13" fmla="*/ 53545 h 136478"/>
                    <a:gd name="connsiteX14" fmla="*/ 32410 w 80901"/>
                    <a:gd name="connsiteY14" fmla="*/ 99192 h 136478"/>
                    <a:gd name="connsiteX15" fmla="*/ 49966 w 80901"/>
                    <a:gd name="connsiteY15" fmla="*/ 82973 h 136478"/>
                    <a:gd name="connsiteX16" fmla="*/ 31072 w 80901"/>
                    <a:gd name="connsiteY16" fmla="*/ 43012 h 136478"/>
                    <a:gd name="connsiteX17" fmla="*/ 26725 w 80901"/>
                    <a:gd name="connsiteY17" fmla="*/ 53545 h 136478"/>
                    <a:gd name="connsiteX18" fmla="*/ 56487 w 80901"/>
                    <a:gd name="connsiteY18" fmla="*/ 92671 h 136478"/>
                    <a:gd name="connsiteX19" fmla="*/ 56487 w 80901"/>
                    <a:gd name="connsiteY19" fmla="*/ 92671 h 136478"/>
                    <a:gd name="connsiteX20" fmla="*/ 26558 w 80901"/>
                    <a:gd name="connsiteY20" fmla="*/ 53880 h 136478"/>
                    <a:gd name="connsiteX21" fmla="*/ 26558 w 80901"/>
                    <a:gd name="connsiteY21" fmla="*/ 53880 h 136478"/>
                    <a:gd name="connsiteX22" fmla="*/ 26558 w 80901"/>
                    <a:gd name="connsiteY22" fmla="*/ 53880 h 136478"/>
                    <a:gd name="connsiteX23" fmla="*/ 13850 w 80901"/>
                    <a:gd name="connsiteY23" fmla="*/ 50034 h 136478"/>
                    <a:gd name="connsiteX24" fmla="*/ 13850 w 80901"/>
                    <a:gd name="connsiteY24" fmla="*/ 50034 h 13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0901" h="136478">
                      <a:moveTo>
                        <a:pt x="24718" y="136479"/>
                      </a:moveTo>
                      <a:cubicBezTo>
                        <a:pt x="24217" y="136479"/>
                        <a:pt x="23715" y="136479"/>
                        <a:pt x="23214" y="136479"/>
                      </a:cubicBezTo>
                      <a:cubicBezTo>
                        <a:pt x="19201" y="136145"/>
                        <a:pt x="15522" y="133971"/>
                        <a:pt x="13181" y="130627"/>
                      </a:cubicBezTo>
                      <a:cubicBezTo>
                        <a:pt x="12011" y="128955"/>
                        <a:pt x="9837" y="125778"/>
                        <a:pt x="4152" y="92003"/>
                      </a:cubicBezTo>
                      <a:cubicBezTo>
                        <a:pt x="-1867" y="56221"/>
                        <a:pt x="139" y="49533"/>
                        <a:pt x="1143" y="46356"/>
                      </a:cubicBezTo>
                      <a:lnTo>
                        <a:pt x="1143" y="46356"/>
                      </a:lnTo>
                      <a:cubicBezTo>
                        <a:pt x="6493" y="29301"/>
                        <a:pt x="16693" y="14085"/>
                        <a:pt x="30571" y="2882"/>
                      </a:cubicBezTo>
                      <a:cubicBezTo>
                        <a:pt x="36423" y="-1632"/>
                        <a:pt x="44783" y="-796"/>
                        <a:pt x="49297" y="5056"/>
                      </a:cubicBezTo>
                      <a:cubicBezTo>
                        <a:pt x="50969" y="7063"/>
                        <a:pt x="51973" y="9571"/>
                        <a:pt x="52140" y="12246"/>
                      </a:cubicBezTo>
                      <a:cubicBezTo>
                        <a:pt x="53812" y="32812"/>
                        <a:pt x="63175" y="55886"/>
                        <a:pt x="78391" y="77121"/>
                      </a:cubicBezTo>
                      <a:cubicBezTo>
                        <a:pt x="81401" y="81301"/>
                        <a:pt x="81735" y="86986"/>
                        <a:pt x="79227" y="91501"/>
                      </a:cubicBezTo>
                      <a:cubicBezTo>
                        <a:pt x="78391" y="93006"/>
                        <a:pt x="77555" y="94343"/>
                        <a:pt x="56153" y="114241"/>
                      </a:cubicBezTo>
                      <a:cubicBezTo>
                        <a:pt x="34751" y="133469"/>
                        <a:pt x="30236" y="136479"/>
                        <a:pt x="24718" y="136479"/>
                      </a:cubicBezTo>
                      <a:close/>
                      <a:moveTo>
                        <a:pt x="26725" y="53545"/>
                      </a:moveTo>
                      <a:cubicBezTo>
                        <a:pt x="25889" y="59565"/>
                        <a:pt x="29400" y="82137"/>
                        <a:pt x="32410" y="99192"/>
                      </a:cubicBezTo>
                      <a:cubicBezTo>
                        <a:pt x="38262" y="93842"/>
                        <a:pt x="44950" y="87655"/>
                        <a:pt x="49966" y="82973"/>
                      </a:cubicBezTo>
                      <a:cubicBezTo>
                        <a:pt x="41940" y="70600"/>
                        <a:pt x="35587" y="57057"/>
                        <a:pt x="31072" y="43012"/>
                      </a:cubicBezTo>
                      <a:cubicBezTo>
                        <a:pt x="29233" y="46356"/>
                        <a:pt x="27728" y="49867"/>
                        <a:pt x="26725" y="53545"/>
                      </a:cubicBezTo>
                      <a:close/>
                      <a:moveTo>
                        <a:pt x="56487" y="92671"/>
                      </a:moveTo>
                      <a:lnTo>
                        <a:pt x="56487" y="92671"/>
                      </a:lnTo>
                      <a:close/>
                      <a:moveTo>
                        <a:pt x="26558" y="53880"/>
                      </a:moveTo>
                      <a:lnTo>
                        <a:pt x="26558" y="53880"/>
                      </a:lnTo>
                      <a:lnTo>
                        <a:pt x="26558" y="53880"/>
                      </a:lnTo>
                      <a:close/>
                      <a:moveTo>
                        <a:pt x="13850" y="50034"/>
                      </a:moveTo>
                      <a:lnTo>
                        <a:pt x="13850" y="50034"/>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30" name="Freeform 145">
                  <a:extLst>
                    <a:ext uri="{FF2B5EF4-FFF2-40B4-BE49-F238E27FC236}">
                      <a16:creationId xmlns:a16="http://schemas.microsoft.com/office/drawing/2014/main" id="{4275AAA5-13FE-133F-DD5A-BF24A6206B5C}"/>
                    </a:ext>
                  </a:extLst>
                </p:cNvPr>
                <p:cNvSpPr/>
                <p:nvPr/>
              </p:nvSpPr>
              <p:spPr>
                <a:xfrm>
                  <a:off x="9976589" y="2036935"/>
                  <a:ext cx="153728" cy="247979"/>
                </a:xfrm>
                <a:custGeom>
                  <a:avLst/>
                  <a:gdLst>
                    <a:gd name="connsiteX0" fmla="*/ 107040 w 153728"/>
                    <a:gd name="connsiteY0" fmla="*/ 247980 h 247979"/>
                    <a:gd name="connsiteX1" fmla="*/ 46847 w 153728"/>
                    <a:gd name="connsiteY1" fmla="*/ 247980 h 247979"/>
                    <a:gd name="connsiteX2" fmla="*/ 36814 w 153728"/>
                    <a:gd name="connsiteY2" fmla="*/ 243465 h 247979"/>
                    <a:gd name="connsiteX3" fmla="*/ 1200 w 153728"/>
                    <a:gd name="connsiteY3" fmla="*/ 167053 h 247979"/>
                    <a:gd name="connsiteX4" fmla="*/ 11734 w 153728"/>
                    <a:gd name="connsiteY4" fmla="*/ 92814 h 247979"/>
                    <a:gd name="connsiteX5" fmla="*/ 42834 w 153728"/>
                    <a:gd name="connsiteY5" fmla="*/ 32286 h 247979"/>
                    <a:gd name="connsiteX6" fmla="*/ 76442 w 153728"/>
                    <a:gd name="connsiteY6" fmla="*/ 16 h 247979"/>
                    <a:gd name="connsiteX7" fmla="*/ 100018 w 153728"/>
                    <a:gd name="connsiteY7" fmla="*/ 18241 h 247979"/>
                    <a:gd name="connsiteX8" fmla="*/ 111053 w 153728"/>
                    <a:gd name="connsiteY8" fmla="*/ 31952 h 247979"/>
                    <a:gd name="connsiteX9" fmla="*/ 111221 w 153728"/>
                    <a:gd name="connsiteY9" fmla="*/ 32119 h 247979"/>
                    <a:gd name="connsiteX10" fmla="*/ 152854 w 153728"/>
                    <a:gd name="connsiteY10" fmla="*/ 166217 h 247979"/>
                    <a:gd name="connsiteX11" fmla="*/ 152687 w 153728"/>
                    <a:gd name="connsiteY11" fmla="*/ 167053 h 247979"/>
                    <a:gd name="connsiteX12" fmla="*/ 117240 w 153728"/>
                    <a:gd name="connsiteY12" fmla="*/ 243131 h 247979"/>
                    <a:gd name="connsiteX13" fmla="*/ 107040 w 153728"/>
                    <a:gd name="connsiteY13" fmla="*/ 247980 h 247979"/>
                    <a:gd name="connsiteX14" fmla="*/ 53368 w 153728"/>
                    <a:gd name="connsiteY14" fmla="*/ 221227 h 247979"/>
                    <a:gd name="connsiteX15" fmla="*/ 100352 w 153728"/>
                    <a:gd name="connsiteY15" fmla="*/ 221227 h 247979"/>
                    <a:gd name="connsiteX16" fmla="*/ 126269 w 153728"/>
                    <a:gd name="connsiteY16" fmla="*/ 163040 h 247979"/>
                    <a:gd name="connsiteX17" fmla="*/ 89818 w 153728"/>
                    <a:gd name="connsiteY17" fmla="*/ 48170 h 247979"/>
                    <a:gd name="connsiteX18" fmla="*/ 76776 w 153728"/>
                    <a:gd name="connsiteY18" fmla="*/ 31952 h 247979"/>
                    <a:gd name="connsiteX19" fmla="*/ 64403 w 153728"/>
                    <a:gd name="connsiteY19" fmla="*/ 48003 h 247979"/>
                    <a:gd name="connsiteX20" fmla="*/ 27618 w 153728"/>
                    <a:gd name="connsiteY20" fmla="*/ 162706 h 247979"/>
                    <a:gd name="connsiteX21" fmla="*/ 53368 w 153728"/>
                    <a:gd name="connsiteY21" fmla="*/ 221227 h 247979"/>
                    <a:gd name="connsiteX22" fmla="*/ 139478 w 153728"/>
                    <a:gd name="connsiteY22" fmla="*/ 164712 h 247979"/>
                    <a:gd name="connsiteX23" fmla="*/ 139478 w 153728"/>
                    <a:gd name="connsiteY23" fmla="*/ 164712 h 247979"/>
                    <a:gd name="connsiteX24" fmla="*/ 139478 w 153728"/>
                    <a:gd name="connsiteY24" fmla="*/ 164712 h 247979"/>
                    <a:gd name="connsiteX25" fmla="*/ 83130 w 153728"/>
                    <a:gd name="connsiteY25" fmla="*/ 24929 h 247979"/>
                    <a:gd name="connsiteX26" fmla="*/ 83130 w 153728"/>
                    <a:gd name="connsiteY26" fmla="*/ 24929 h 247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3728" h="247979">
                      <a:moveTo>
                        <a:pt x="107040" y="247980"/>
                      </a:moveTo>
                      <a:lnTo>
                        <a:pt x="46847" y="247980"/>
                      </a:lnTo>
                      <a:cubicBezTo>
                        <a:pt x="43001" y="247980"/>
                        <a:pt x="39323" y="246308"/>
                        <a:pt x="36814" y="243465"/>
                      </a:cubicBezTo>
                      <a:cubicBezTo>
                        <a:pt x="35644" y="242128"/>
                        <a:pt x="8222" y="210359"/>
                        <a:pt x="1200" y="167053"/>
                      </a:cubicBezTo>
                      <a:cubicBezTo>
                        <a:pt x="-2980" y="141471"/>
                        <a:pt x="4544" y="112544"/>
                        <a:pt x="11734" y="92814"/>
                      </a:cubicBezTo>
                      <a:cubicBezTo>
                        <a:pt x="19760" y="70409"/>
                        <a:pt x="31464" y="47669"/>
                        <a:pt x="42834" y="32286"/>
                      </a:cubicBezTo>
                      <a:cubicBezTo>
                        <a:pt x="65908" y="183"/>
                        <a:pt x="71091" y="16"/>
                        <a:pt x="76442" y="16"/>
                      </a:cubicBezTo>
                      <a:cubicBezTo>
                        <a:pt x="84133" y="-319"/>
                        <a:pt x="88982" y="4697"/>
                        <a:pt x="100018" y="18241"/>
                      </a:cubicBezTo>
                      <a:cubicBezTo>
                        <a:pt x="105703" y="25096"/>
                        <a:pt x="110719" y="31784"/>
                        <a:pt x="111053" y="31952"/>
                      </a:cubicBezTo>
                      <a:cubicBezTo>
                        <a:pt x="111053" y="31952"/>
                        <a:pt x="111221" y="32119"/>
                        <a:pt x="111221" y="32119"/>
                      </a:cubicBezTo>
                      <a:cubicBezTo>
                        <a:pt x="129446" y="56698"/>
                        <a:pt x="159208" y="106692"/>
                        <a:pt x="152854" y="166217"/>
                      </a:cubicBezTo>
                      <a:cubicBezTo>
                        <a:pt x="152854" y="166551"/>
                        <a:pt x="152854" y="166719"/>
                        <a:pt x="152687" y="167053"/>
                      </a:cubicBezTo>
                      <a:cubicBezTo>
                        <a:pt x="145665" y="208520"/>
                        <a:pt x="118410" y="241793"/>
                        <a:pt x="117240" y="243131"/>
                      </a:cubicBezTo>
                      <a:cubicBezTo>
                        <a:pt x="114732" y="246141"/>
                        <a:pt x="111053" y="247980"/>
                        <a:pt x="107040" y="247980"/>
                      </a:cubicBezTo>
                      <a:close/>
                      <a:moveTo>
                        <a:pt x="53368" y="221227"/>
                      </a:moveTo>
                      <a:lnTo>
                        <a:pt x="100352" y="221227"/>
                      </a:lnTo>
                      <a:cubicBezTo>
                        <a:pt x="107208" y="211697"/>
                        <a:pt x="121754" y="188790"/>
                        <a:pt x="126269" y="163040"/>
                      </a:cubicBezTo>
                      <a:cubicBezTo>
                        <a:pt x="131452" y="112879"/>
                        <a:pt x="105703" y="69573"/>
                        <a:pt x="89818" y="48170"/>
                      </a:cubicBezTo>
                      <a:cubicBezTo>
                        <a:pt x="85638" y="42653"/>
                        <a:pt x="80622" y="36633"/>
                        <a:pt x="76776" y="31952"/>
                      </a:cubicBezTo>
                      <a:cubicBezTo>
                        <a:pt x="73098" y="36299"/>
                        <a:pt x="68583" y="42318"/>
                        <a:pt x="64403" y="48003"/>
                      </a:cubicBezTo>
                      <a:cubicBezTo>
                        <a:pt x="45676" y="73084"/>
                        <a:pt x="21933" y="128261"/>
                        <a:pt x="27618" y="162706"/>
                      </a:cubicBezTo>
                      <a:cubicBezTo>
                        <a:pt x="31966" y="189626"/>
                        <a:pt x="46512" y="212031"/>
                        <a:pt x="53368" y="221227"/>
                      </a:cubicBezTo>
                      <a:close/>
                      <a:moveTo>
                        <a:pt x="139478" y="164712"/>
                      </a:moveTo>
                      <a:lnTo>
                        <a:pt x="139478" y="164712"/>
                      </a:lnTo>
                      <a:lnTo>
                        <a:pt x="139478" y="164712"/>
                      </a:lnTo>
                      <a:close/>
                      <a:moveTo>
                        <a:pt x="83130" y="24929"/>
                      </a:moveTo>
                      <a:lnTo>
                        <a:pt x="83130" y="24929"/>
                      </a:ln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31" name="Freeform 146">
                  <a:extLst>
                    <a:ext uri="{FF2B5EF4-FFF2-40B4-BE49-F238E27FC236}">
                      <a16:creationId xmlns:a16="http://schemas.microsoft.com/office/drawing/2014/main" id="{2B1CF4B3-2379-A841-072E-11EC974FF754}"/>
                    </a:ext>
                  </a:extLst>
                </p:cNvPr>
                <p:cNvSpPr/>
                <p:nvPr/>
              </p:nvSpPr>
              <p:spPr>
                <a:xfrm>
                  <a:off x="10038985" y="2195628"/>
                  <a:ext cx="26752" cy="123731"/>
                </a:xfrm>
                <a:custGeom>
                  <a:avLst/>
                  <a:gdLst>
                    <a:gd name="connsiteX0" fmla="*/ 13376 w 26752"/>
                    <a:gd name="connsiteY0" fmla="*/ 123731 h 123731"/>
                    <a:gd name="connsiteX1" fmla="*/ 0 w 26752"/>
                    <a:gd name="connsiteY1" fmla="*/ 110355 h 123731"/>
                    <a:gd name="connsiteX2" fmla="*/ 0 w 26752"/>
                    <a:gd name="connsiteY2" fmla="*/ 13376 h 123731"/>
                    <a:gd name="connsiteX3" fmla="*/ 13376 w 26752"/>
                    <a:gd name="connsiteY3" fmla="*/ 0 h 123731"/>
                    <a:gd name="connsiteX4" fmla="*/ 26753 w 26752"/>
                    <a:gd name="connsiteY4" fmla="*/ 13376 h 123731"/>
                    <a:gd name="connsiteX5" fmla="*/ 26753 w 26752"/>
                    <a:gd name="connsiteY5" fmla="*/ 110355 h 123731"/>
                    <a:gd name="connsiteX6" fmla="*/ 13376 w 26752"/>
                    <a:gd name="connsiteY6" fmla="*/ 123731 h 12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52" h="123731">
                      <a:moveTo>
                        <a:pt x="13376" y="123731"/>
                      </a:moveTo>
                      <a:cubicBezTo>
                        <a:pt x="6019" y="123731"/>
                        <a:pt x="0" y="117712"/>
                        <a:pt x="0" y="110355"/>
                      </a:cubicBezTo>
                      <a:lnTo>
                        <a:pt x="0" y="13376"/>
                      </a:lnTo>
                      <a:cubicBezTo>
                        <a:pt x="0" y="6019"/>
                        <a:pt x="6019" y="0"/>
                        <a:pt x="13376" y="0"/>
                      </a:cubicBezTo>
                      <a:cubicBezTo>
                        <a:pt x="20733" y="0"/>
                        <a:pt x="26753" y="6019"/>
                        <a:pt x="26753" y="13376"/>
                      </a:cubicBezTo>
                      <a:lnTo>
                        <a:pt x="26753" y="110355"/>
                      </a:lnTo>
                      <a:cubicBezTo>
                        <a:pt x="26753" y="117712"/>
                        <a:pt x="20733" y="123731"/>
                        <a:pt x="13376" y="123731"/>
                      </a:cubicBez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32" name="Freeform 147">
                  <a:extLst>
                    <a:ext uri="{FF2B5EF4-FFF2-40B4-BE49-F238E27FC236}">
                      <a16:creationId xmlns:a16="http://schemas.microsoft.com/office/drawing/2014/main" id="{C46D46EF-232A-AFBD-F175-E0FA78158693}"/>
                    </a:ext>
                  </a:extLst>
                </p:cNvPr>
                <p:cNvSpPr/>
                <p:nvPr/>
              </p:nvSpPr>
              <p:spPr>
                <a:xfrm>
                  <a:off x="10019590" y="2116540"/>
                  <a:ext cx="68386" cy="68386"/>
                </a:xfrm>
                <a:custGeom>
                  <a:avLst/>
                  <a:gdLst>
                    <a:gd name="connsiteX0" fmla="*/ 34277 w 68386"/>
                    <a:gd name="connsiteY0" fmla="*/ 68387 h 68386"/>
                    <a:gd name="connsiteX1" fmla="*/ 0 w 68386"/>
                    <a:gd name="connsiteY1" fmla="*/ 34277 h 68386"/>
                    <a:gd name="connsiteX2" fmla="*/ 34110 w 68386"/>
                    <a:gd name="connsiteY2" fmla="*/ 0 h 68386"/>
                    <a:gd name="connsiteX3" fmla="*/ 68387 w 68386"/>
                    <a:gd name="connsiteY3" fmla="*/ 34110 h 68386"/>
                    <a:gd name="connsiteX4" fmla="*/ 68387 w 68386"/>
                    <a:gd name="connsiteY4" fmla="*/ 34110 h 68386"/>
                    <a:gd name="connsiteX5" fmla="*/ 34277 w 68386"/>
                    <a:gd name="connsiteY5" fmla="*/ 68387 h 68386"/>
                    <a:gd name="connsiteX6" fmla="*/ 34277 w 68386"/>
                    <a:gd name="connsiteY6" fmla="*/ 26753 h 68386"/>
                    <a:gd name="connsiteX7" fmla="*/ 26753 w 68386"/>
                    <a:gd name="connsiteY7" fmla="*/ 34110 h 68386"/>
                    <a:gd name="connsiteX8" fmla="*/ 34110 w 68386"/>
                    <a:gd name="connsiteY8" fmla="*/ 41634 h 68386"/>
                    <a:gd name="connsiteX9" fmla="*/ 41634 w 68386"/>
                    <a:gd name="connsiteY9" fmla="*/ 34277 h 68386"/>
                    <a:gd name="connsiteX10" fmla="*/ 41634 w 68386"/>
                    <a:gd name="connsiteY10" fmla="*/ 34277 h 68386"/>
                    <a:gd name="connsiteX11" fmla="*/ 34277 w 68386"/>
                    <a:gd name="connsiteY11" fmla="*/ 26753 h 6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386" h="68386">
                      <a:moveTo>
                        <a:pt x="34277" y="68387"/>
                      </a:moveTo>
                      <a:cubicBezTo>
                        <a:pt x="15383" y="68387"/>
                        <a:pt x="0" y="53004"/>
                        <a:pt x="0" y="34277"/>
                      </a:cubicBezTo>
                      <a:cubicBezTo>
                        <a:pt x="0" y="15550"/>
                        <a:pt x="15383" y="0"/>
                        <a:pt x="34110" y="0"/>
                      </a:cubicBezTo>
                      <a:cubicBezTo>
                        <a:pt x="52837" y="0"/>
                        <a:pt x="68387" y="15216"/>
                        <a:pt x="68387" y="34110"/>
                      </a:cubicBezTo>
                      <a:cubicBezTo>
                        <a:pt x="68387" y="34110"/>
                        <a:pt x="68387" y="34110"/>
                        <a:pt x="68387" y="34110"/>
                      </a:cubicBezTo>
                      <a:cubicBezTo>
                        <a:pt x="68387" y="53004"/>
                        <a:pt x="53004" y="68387"/>
                        <a:pt x="34277" y="68387"/>
                      </a:cubicBezTo>
                      <a:close/>
                      <a:moveTo>
                        <a:pt x="34277" y="26753"/>
                      </a:moveTo>
                      <a:cubicBezTo>
                        <a:pt x="30097" y="26753"/>
                        <a:pt x="26753" y="30097"/>
                        <a:pt x="26753" y="34110"/>
                      </a:cubicBezTo>
                      <a:cubicBezTo>
                        <a:pt x="26753" y="38290"/>
                        <a:pt x="30097" y="41634"/>
                        <a:pt x="34110" y="41634"/>
                      </a:cubicBezTo>
                      <a:cubicBezTo>
                        <a:pt x="38290" y="41634"/>
                        <a:pt x="41634" y="38290"/>
                        <a:pt x="41634" y="34277"/>
                      </a:cubicBezTo>
                      <a:cubicBezTo>
                        <a:pt x="41634" y="34277"/>
                        <a:pt x="41634" y="34277"/>
                        <a:pt x="41634" y="34277"/>
                      </a:cubicBezTo>
                      <a:cubicBezTo>
                        <a:pt x="41634" y="30097"/>
                        <a:pt x="38290" y="26753"/>
                        <a:pt x="34277" y="26753"/>
                      </a:cubicBez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56" name="Group 55">
            <a:extLst>
              <a:ext uri="{FF2B5EF4-FFF2-40B4-BE49-F238E27FC236}">
                <a16:creationId xmlns:a16="http://schemas.microsoft.com/office/drawing/2014/main" id="{BF5611FC-DD8A-F22A-D1F9-EAA9C1388E1E}"/>
              </a:ext>
            </a:extLst>
          </p:cNvPr>
          <p:cNvGrpSpPr/>
          <p:nvPr/>
        </p:nvGrpSpPr>
        <p:grpSpPr>
          <a:xfrm>
            <a:off x="0" y="2241576"/>
            <a:ext cx="1405182" cy="1368676"/>
            <a:chOff x="0" y="2241576"/>
            <a:chExt cx="1405182" cy="1368676"/>
          </a:xfrm>
        </p:grpSpPr>
        <p:sp>
          <p:nvSpPr>
            <p:cNvPr id="57" name="Rectangle 56">
              <a:extLst>
                <a:ext uri="{FF2B5EF4-FFF2-40B4-BE49-F238E27FC236}">
                  <a16:creationId xmlns:a16="http://schemas.microsoft.com/office/drawing/2014/main" id="{FE1DF3AD-9474-D949-045C-3AD2718E69E3}"/>
                </a:ext>
              </a:extLst>
            </p:cNvPr>
            <p:cNvSpPr/>
            <p:nvPr/>
          </p:nvSpPr>
          <p:spPr>
            <a:xfrm>
              <a:off x="1" y="3199852"/>
              <a:ext cx="1120125" cy="410400"/>
            </a:xfrm>
            <a:prstGeom prst="rect">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Pre-Project</a:t>
              </a:r>
            </a:p>
          </p:txBody>
        </p:sp>
        <p:sp>
          <p:nvSpPr>
            <p:cNvPr id="58" name="Arrow: Pentagon 277">
              <a:extLst>
                <a:ext uri="{FF2B5EF4-FFF2-40B4-BE49-F238E27FC236}">
                  <a16:creationId xmlns:a16="http://schemas.microsoft.com/office/drawing/2014/main" id="{516D9B7D-990A-3E41-E542-0D66075CC293}"/>
                </a:ext>
              </a:extLst>
            </p:cNvPr>
            <p:cNvSpPr/>
            <p:nvPr/>
          </p:nvSpPr>
          <p:spPr>
            <a:xfrm>
              <a:off x="0" y="2241576"/>
              <a:ext cx="1405182" cy="964154"/>
            </a:xfrm>
            <a:prstGeom prst="homePlate">
              <a:avLst>
                <a:gd name="adj" fmla="val 30009"/>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Discover</a:t>
              </a:r>
            </a:p>
          </p:txBody>
        </p:sp>
        <p:sp>
          <p:nvSpPr>
            <p:cNvPr id="59" name="Oval 58">
              <a:extLst>
                <a:ext uri="{FF2B5EF4-FFF2-40B4-BE49-F238E27FC236}">
                  <a16:creationId xmlns:a16="http://schemas.microsoft.com/office/drawing/2014/main" id="{F0D63A4B-7288-365C-260D-459F98308342}"/>
                </a:ext>
              </a:extLst>
            </p:cNvPr>
            <p:cNvSpPr/>
            <p:nvPr/>
          </p:nvSpPr>
          <p:spPr>
            <a:xfrm>
              <a:off x="448897" y="2363819"/>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60" name="Graphic 43">
              <a:extLst>
                <a:ext uri="{FF2B5EF4-FFF2-40B4-BE49-F238E27FC236}">
                  <a16:creationId xmlns:a16="http://schemas.microsoft.com/office/drawing/2014/main" id="{FD9872AF-986C-4609-A0A7-A4E0A0175ED0}"/>
                </a:ext>
              </a:extLst>
            </p:cNvPr>
            <p:cNvGrpSpPr/>
            <p:nvPr/>
          </p:nvGrpSpPr>
          <p:grpSpPr>
            <a:xfrm>
              <a:off x="548554" y="2462941"/>
              <a:ext cx="271848" cy="273546"/>
              <a:chOff x="1759940" y="1793479"/>
              <a:chExt cx="449934" cy="452143"/>
            </a:xfrm>
            <a:solidFill>
              <a:schemeClr val="bg1">
                <a:lumMod val="75000"/>
              </a:schemeClr>
            </a:solidFill>
          </p:grpSpPr>
          <p:sp>
            <p:nvSpPr>
              <p:cNvPr id="61" name="Freeform: Shape 60">
                <a:extLst>
                  <a:ext uri="{FF2B5EF4-FFF2-40B4-BE49-F238E27FC236}">
                    <a16:creationId xmlns:a16="http://schemas.microsoft.com/office/drawing/2014/main" id="{2E9E14FB-F7BB-1026-280A-B930E4492474}"/>
                  </a:ext>
                </a:extLst>
              </p:cNvPr>
              <p:cNvSpPr/>
              <p:nvPr/>
            </p:nvSpPr>
            <p:spPr>
              <a:xfrm>
                <a:off x="1759940"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0" y="43107"/>
                      <a:pt x="0" y="33458"/>
                      <a:pt x="0" y="21554"/>
                    </a:cubicBezTo>
                    <a:cubicBezTo>
                      <a:pt x="0" y="9650"/>
                      <a:pt x="9650" y="0"/>
                      <a:pt x="21554" y="0"/>
                    </a:cubicBezTo>
                    <a:lnTo>
                      <a:pt x="61967" y="0"/>
                    </a:lnTo>
                    <a:cubicBezTo>
                      <a:pt x="73871" y="0"/>
                      <a:pt x="83521" y="9650"/>
                      <a:pt x="83521" y="21554"/>
                    </a:cubicBezTo>
                    <a:cubicBezTo>
                      <a:pt x="83521" y="33458"/>
                      <a:pt x="73871" y="43107"/>
                      <a:pt x="61967" y="43107"/>
                    </a:cubicBezTo>
                    <a:close/>
                  </a:path>
                </a:pathLst>
              </a:custGeom>
              <a:grpFill/>
              <a:ln w="2667" cap="flat">
                <a:noFill/>
                <a:prstDash val="solid"/>
                <a:miter/>
              </a:ln>
            </p:spPr>
            <p:txBody>
              <a:bodyPr rtlCol="0" anchor="ctr"/>
              <a:lstStyle/>
              <a:p>
                <a:endParaRPr lang="en-MY"/>
              </a:p>
            </p:txBody>
          </p:sp>
          <p:grpSp>
            <p:nvGrpSpPr>
              <p:cNvPr id="62" name="Graphic 43">
                <a:extLst>
                  <a:ext uri="{FF2B5EF4-FFF2-40B4-BE49-F238E27FC236}">
                    <a16:creationId xmlns:a16="http://schemas.microsoft.com/office/drawing/2014/main" id="{F039A1D8-6D26-32F4-704E-64A2E589D4D0}"/>
                  </a:ext>
                </a:extLst>
              </p:cNvPr>
              <p:cNvGrpSpPr/>
              <p:nvPr/>
            </p:nvGrpSpPr>
            <p:grpSpPr>
              <a:xfrm>
                <a:off x="1853403" y="1895374"/>
                <a:ext cx="263656" cy="350248"/>
                <a:chOff x="1853403" y="1895374"/>
                <a:chExt cx="263656" cy="350248"/>
              </a:xfrm>
              <a:grpFill/>
            </p:grpSpPr>
            <p:sp>
              <p:nvSpPr>
                <p:cNvPr id="451" name="Freeform: Shape 450">
                  <a:extLst>
                    <a:ext uri="{FF2B5EF4-FFF2-40B4-BE49-F238E27FC236}">
                      <a16:creationId xmlns:a16="http://schemas.microsoft.com/office/drawing/2014/main" id="{1C552003-FB75-4D9E-BBD6-AC0E6B476CDF}"/>
                    </a:ext>
                  </a:extLst>
                </p:cNvPr>
                <p:cNvSpPr/>
                <p:nvPr/>
              </p:nvSpPr>
              <p:spPr>
                <a:xfrm>
                  <a:off x="1853403" y="1895374"/>
                  <a:ext cx="263656" cy="256435"/>
                </a:xfrm>
                <a:custGeom>
                  <a:avLst/>
                  <a:gdLst>
                    <a:gd name="connsiteX0" fmla="*/ 182506 w 263656"/>
                    <a:gd name="connsiteY0" fmla="*/ 256436 h 256435"/>
                    <a:gd name="connsiteX1" fmla="*/ 160954 w 263656"/>
                    <a:gd name="connsiteY1" fmla="*/ 234879 h 256435"/>
                    <a:gd name="connsiteX2" fmla="*/ 174936 w 263656"/>
                    <a:gd name="connsiteY2" fmla="*/ 214702 h 256435"/>
                    <a:gd name="connsiteX3" fmla="*/ 220549 w 263656"/>
                    <a:gd name="connsiteY3" fmla="*/ 128891 h 256435"/>
                    <a:gd name="connsiteX4" fmla="*/ 131828 w 263656"/>
                    <a:gd name="connsiteY4" fmla="*/ 43107 h 256435"/>
                    <a:gd name="connsiteX5" fmla="*/ 43107 w 263656"/>
                    <a:gd name="connsiteY5" fmla="*/ 128891 h 256435"/>
                    <a:gd name="connsiteX6" fmla="*/ 90310 w 263656"/>
                    <a:gd name="connsiteY6" fmla="*/ 214271 h 256435"/>
                    <a:gd name="connsiteX7" fmla="*/ 103140 w 263656"/>
                    <a:gd name="connsiteY7" fmla="*/ 241922 h 256435"/>
                    <a:gd name="connsiteX8" fmla="*/ 75490 w 263656"/>
                    <a:gd name="connsiteY8" fmla="*/ 254752 h 256435"/>
                    <a:gd name="connsiteX9" fmla="*/ 74630 w 263656"/>
                    <a:gd name="connsiteY9" fmla="*/ 254415 h 256435"/>
                    <a:gd name="connsiteX10" fmla="*/ 0 w 263656"/>
                    <a:gd name="connsiteY10" fmla="*/ 128891 h 256435"/>
                    <a:gd name="connsiteX11" fmla="*/ 131828 w 263656"/>
                    <a:gd name="connsiteY11" fmla="*/ 0 h 256435"/>
                    <a:gd name="connsiteX12" fmla="*/ 263656 w 263656"/>
                    <a:gd name="connsiteY12" fmla="*/ 128891 h 256435"/>
                    <a:gd name="connsiteX13" fmla="*/ 190077 w 263656"/>
                    <a:gd name="connsiteY13" fmla="*/ 255062 h 256435"/>
                    <a:gd name="connsiteX14" fmla="*/ 182506 w 263656"/>
                    <a:gd name="connsiteY14" fmla="*/ 256436 h 25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656" h="256435">
                      <a:moveTo>
                        <a:pt x="182506" y="256436"/>
                      </a:moveTo>
                      <a:cubicBezTo>
                        <a:pt x="170603" y="256436"/>
                        <a:pt x="160953" y="246785"/>
                        <a:pt x="160954" y="234879"/>
                      </a:cubicBezTo>
                      <a:cubicBezTo>
                        <a:pt x="160955" y="225897"/>
                        <a:pt x="166527" y="217857"/>
                        <a:pt x="174936" y="214702"/>
                      </a:cubicBezTo>
                      <a:cubicBezTo>
                        <a:pt x="205192" y="203360"/>
                        <a:pt x="220549" y="174478"/>
                        <a:pt x="220549" y="128891"/>
                      </a:cubicBezTo>
                      <a:cubicBezTo>
                        <a:pt x="220549" y="79183"/>
                        <a:pt x="183234" y="43107"/>
                        <a:pt x="131828" y="43107"/>
                      </a:cubicBezTo>
                      <a:cubicBezTo>
                        <a:pt x="80422" y="43107"/>
                        <a:pt x="43107" y="79183"/>
                        <a:pt x="43107" y="128891"/>
                      </a:cubicBezTo>
                      <a:cubicBezTo>
                        <a:pt x="43107" y="159417"/>
                        <a:pt x="51190" y="198941"/>
                        <a:pt x="90310" y="214271"/>
                      </a:cubicBezTo>
                      <a:cubicBezTo>
                        <a:pt x="101488" y="218364"/>
                        <a:pt x="107233" y="230744"/>
                        <a:pt x="103140" y="241922"/>
                      </a:cubicBezTo>
                      <a:cubicBezTo>
                        <a:pt x="99048" y="253100"/>
                        <a:pt x="86669" y="258844"/>
                        <a:pt x="75490" y="254752"/>
                      </a:cubicBezTo>
                      <a:cubicBezTo>
                        <a:pt x="75201" y="254644"/>
                        <a:pt x="74914" y="254533"/>
                        <a:pt x="74630" y="254415"/>
                      </a:cubicBezTo>
                      <a:cubicBezTo>
                        <a:pt x="26511" y="235555"/>
                        <a:pt x="0" y="191020"/>
                        <a:pt x="0" y="128891"/>
                      </a:cubicBezTo>
                      <a:cubicBezTo>
                        <a:pt x="0" y="55393"/>
                        <a:pt x="56579" y="0"/>
                        <a:pt x="131828" y="0"/>
                      </a:cubicBezTo>
                      <a:cubicBezTo>
                        <a:pt x="207078" y="0"/>
                        <a:pt x="263656" y="55474"/>
                        <a:pt x="263656" y="128891"/>
                      </a:cubicBezTo>
                      <a:cubicBezTo>
                        <a:pt x="263656" y="210364"/>
                        <a:pt x="223647" y="242480"/>
                        <a:pt x="190077" y="255062"/>
                      </a:cubicBezTo>
                      <a:cubicBezTo>
                        <a:pt x="187655" y="255970"/>
                        <a:pt x="185093" y="256436"/>
                        <a:pt x="182506" y="256436"/>
                      </a:cubicBezTo>
                      <a:close/>
                    </a:path>
                  </a:pathLst>
                </a:custGeom>
                <a:grpFill/>
                <a:ln w="2667" cap="flat">
                  <a:noFill/>
                  <a:prstDash val="solid"/>
                  <a:miter/>
                </a:ln>
              </p:spPr>
              <p:txBody>
                <a:bodyPr rtlCol="0" anchor="ctr"/>
                <a:lstStyle/>
                <a:p>
                  <a:endParaRPr lang="en-MY"/>
                </a:p>
              </p:txBody>
            </p:sp>
            <p:sp>
              <p:nvSpPr>
                <p:cNvPr id="452" name="Freeform: Shape 451">
                  <a:extLst>
                    <a:ext uri="{FF2B5EF4-FFF2-40B4-BE49-F238E27FC236}">
                      <a16:creationId xmlns:a16="http://schemas.microsoft.com/office/drawing/2014/main" id="{223489AA-03A9-AB28-7D74-77B2E9213F89}"/>
                    </a:ext>
                  </a:extLst>
                </p:cNvPr>
                <p:cNvSpPr/>
                <p:nvPr/>
              </p:nvSpPr>
              <p:spPr>
                <a:xfrm>
                  <a:off x="1923883" y="2151082"/>
                  <a:ext cx="122883" cy="43107"/>
                </a:xfrm>
                <a:custGeom>
                  <a:avLst/>
                  <a:gdLst>
                    <a:gd name="connsiteX0" fmla="*/ 101330 w 122883"/>
                    <a:gd name="connsiteY0" fmla="*/ 43107 h 43107"/>
                    <a:gd name="connsiteX1" fmla="*/ 21554 w 122883"/>
                    <a:gd name="connsiteY1" fmla="*/ 43107 h 43107"/>
                    <a:gd name="connsiteX2" fmla="*/ 0 w 122883"/>
                    <a:gd name="connsiteY2" fmla="*/ 21554 h 43107"/>
                    <a:gd name="connsiteX3" fmla="*/ 21554 w 122883"/>
                    <a:gd name="connsiteY3" fmla="*/ 0 h 43107"/>
                    <a:gd name="connsiteX4" fmla="*/ 101330 w 122883"/>
                    <a:gd name="connsiteY4" fmla="*/ 0 h 43107"/>
                    <a:gd name="connsiteX5" fmla="*/ 122883 w 122883"/>
                    <a:gd name="connsiteY5" fmla="*/ 21554 h 43107"/>
                    <a:gd name="connsiteX6" fmla="*/ 101330 w 122883"/>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883" h="43107">
                      <a:moveTo>
                        <a:pt x="101330" y="43107"/>
                      </a:moveTo>
                      <a:lnTo>
                        <a:pt x="21554" y="43107"/>
                      </a:lnTo>
                      <a:cubicBezTo>
                        <a:pt x="9650" y="43107"/>
                        <a:pt x="0" y="33457"/>
                        <a:pt x="0" y="21554"/>
                      </a:cubicBezTo>
                      <a:cubicBezTo>
                        <a:pt x="0" y="9651"/>
                        <a:pt x="9650" y="0"/>
                        <a:pt x="21554" y="0"/>
                      </a:cubicBezTo>
                      <a:lnTo>
                        <a:pt x="101330" y="0"/>
                      </a:lnTo>
                      <a:cubicBezTo>
                        <a:pt x="113233" y="0"/>
                        <a:pt x="122883" y="9651"/>
                        <a:pt x="122883" y="21554"/>
                      </a:cubicBezTo>
                      <a:cubicBezTo>
                        <a:pt x="122883" y="33457"/>
                        <a:pt x="113233" y="43107"/>
                        <a:pt x="101330" y="43107"/>
                      </a:cubicBezTo>
                      <a:close/>
                    </a:path>
                  </a:pathLst>
                </a:custGeom>
                <a:grpFill/>
                <a:ln w="2667" cap="flat">
                  <a:noFill/>
                  <a:prstDash val="solid"/>
                  <a:miter/>
                </a:ln>
              </p:spPr>
              <p:txBody>
                <a:bodyPr rtlCol="0" anchor="ctr"/>
                <a:lstStyle/>
                <a:p>
                  <a:endParaRPr lang="en-MY"/>
                </a:p>
              </p:txBody>
            </p:sp>
            <p:sp>
              <p:nvSpPr>
                <p:cNvPr id="453" name="Freeform: Shape 452">
                  <a:extLst>
                    <a:ext uri="{FF2B5EF4-FFF2-40B4-BE49-F238E27FC236}">
                      <a16:creationId xmlns:a16="http://schemas.microsoft.com/office/drawing/2014/main" id="{62919F2E-1695-BC87-86CE-96F55F679222}"/>
                    </a:ext>
                  </a:extLst>
                </p:cNvPr>
                <p:cNvSpPr/>
                <p:nvPr/>
              </p:nvSpPr>
              <p:spPr>
                <a:xfrm>
                  <a:off x="1923883" y="2202515"/>
                  <a:ext cx="120835" cy="43107"/>
                </a:xfrm>
                <a:custGeom>
                  <a:avLst/>
                  <a:gdLst>
                    <a:gd name="connsiteX0" fmla="*/ 99282 w 120835"/>
                    <a:gd name="connsiteY0" fmla="*/ 43107 h 43107"/>
                    <a:gd name="connsiteX1" fmla="*/ 21554 w 120835"/>
                    <a:gd name="connsiteY1" fmla="*/ 43107 h 43107"/>
                    <a:gd name="connsiteX2" fmla="*/ 0 w 120835"/>
                    <a:gd name="connsiteY2" fmla="*/ 21554 h 43107"/>
                    <a:gd name="connsiteX3" fmla="*/ 21554 w 120835"/>
                    <a:gd name="connsiteY3" fmla="*/ 0 h 43107"/>
                    <a:gd name="connsiteX4" fmla="*/ 99282 w 120835"/>
                    <a:gd name="connsiteY4" fmla="*/ 0 h 43107"/>
                    <a:gd name="connsiteX5" fmla="*/ 120836 w 120835"/>
                    <a:gd name="connsiteY5" fmla="*/ 21554 h 43107"/>
                    <a:gd name="connsiteX6" fmla="*/ 99282 w 120835"/>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35" h="43107">
                      <a:moveTo>
                        <a:pt x="99282" y="43107"/>
                      </a:moveTo>
                      <a:lnTo>
                        <a:pt x="21554" y="43107"/>
                      </a:lnTo>
                      <a:cubicBezTo>
                        <a:pt x="9650" y="43107"/>
                        <a:pt x="0" y="33457"/>
                        <a:pt x="0" y="21554"/>
                      </a:cubicBezTo>
                      <a:cubicBezTo>
                        <a:pt x="0" y="9651"/>
                        <a:pt x="9650" y="0"/>
                        <a:pt x="21554" y="0"/>
                      </a:cubicBezTo>
                      <a:lnTo>
                        <a:pt x="99282" y="0"/>
                      </a:lnTo>
                      <a:cubicBezTo>
                        <a:pt x="111185" y="0"/>
                        <a:pt x="120836" y="9651"/>
                        <a:pt x="120836" y="21554"/>
                      </a:cubicBezTo>
                      <a:cubicBezTo>
                        <a:pt x="120836" y="33457"/>
                        <a:pt x="111185" y="43107"/>
                        <a:pt x="99282" y="43107"/>
                      </a:cubicBezTo>
                      <a:close/>
                    </a:path>
                  </a:pathLst>
                </a:custGeom>
                <a:grpFill/>
                <a:ln w="2667" cap="flat">
                  <a:noFill/>
                  <a:prstDash val="solid"/>
                  <a:miter/>
                </a:ln>
              </p:spPr>
              <p:txBody>
                <a:bodyPr rtlCol="0" anchor="ctr"/>
                <a:lstStyle/>
                <a:p>
                  <a:endParaRPr lang="en-MY"/>
                </a:p>
              </p:txBody>
            </p:sp>
            <p:sp>
              <p:nvSpPr>
                <p:cNvPr id="454" name="Freeform: Shape 453">
                  <a:extLst>
                    <a:ext uri="{FF2B5EF4-FFF2-40B4-BE49-F238E27FC236}">
                      <a16:creationId xmlns:a16="http://schemas.microsoft.com/office/drawing/2014/main" id="{9474FCA2-176C-FF23-78AA-6A8C298534A9}"/>
                    </a:ext>
                  </a:extLst>
                </p:cNvPr>
                <p:cNvSpPr/>
                <p:nvPr/>
              </p:nvSpPr>
              <p:spPr>
                <a:xfrm>
                  <a:off x="1915154" y="2109268"/>
                  <a:ext cx="140341" cy="136354"/>
                </a:xfrm>
                <a:custGeom>
                  <a:avLst/>
                  <a:gdLst>
                    <a:gd name="connsiteX0" fmla="*/ 118788 w 140341"/>
                    <a:gd name="connsiteY0" fmla="*/ 136354 h 136354"/>
                    <a:gd name="connsiteX1" fmla="*/ 21554 w 140341"/>
                    <a:gd name="connsiteY1" fmla="*/ 136354 h 136354"/>
                    <a:gd name="connsiteX2" fmla="*/ 0 w 140341"/>
                    <a:gd name="connsiteY2" fmla="*/ 114801 h 136354"/>
                    <a:gd name="connsiteX3" fmla="*/ 0 w 140341"/>
                    <a:gd name="connsiteY3" fmla="*/ 21554 h 136354"/>
                    <a:gd name="connsiteX4" fmla="*/ 21554 w 140341"/>
                    <a:gd name="connsiteY4" fmla="*/ 0 h 136354"/>
                    <a:gd name="connsiteX5" fmla="*/ 43107 w 140341"/>
                    <a:gd name="connsiteY5" fmla="*/ 21554 h 136354"/>
                    <a:gd name="connsiteX6" fmla="*/ 43107 w 140341"/>
                    <a:gd name="connsiteY6" fmla="*/ 93247 h 136354"/>
                    <a:gd name="connsiteX7" fmla="*/ 97234 w 140341"/>
                    <a:gd name="connsiteY7" fmla="*/ 93247 h 136354"/>
                    <a:gd name="connsiteX8" fmla="*/ 97234 w 140341"/>
                    <a:gd name="connsiteY8" fmla="*/ 22955 h 136354"/>
                    <a:gd name="connsiteX9" fmla="*/ 118788 w 140341"/>
                    <a:gd name="connsiteY9" fmla="*/ 1401 h 136354"/>
                    <a:gd name="connsiteX10" fmla="*/ 140342 w 140341"/>
                    <a:gd name="connsiteY10" fmla="*/ 22955 h 136354"/>
                    <a:gd name="connsiteX11" fmla="*/ 140342 w 140341"/>
                    <a:gd name="connsiteY11" fmla="*/ 114801 h 136354"/>
                    <a:gd name="connsiteX12" fmla="*/ 118788 w 140341"/>
                    <a:gd name="connsiteY12" fmla="*/ 136354 h 13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341" h="136354">
                      <a:moveTo>
                        <a:pt x="118788" y="136354"/>
                      </a:moveTo>
                      <a:lnTo>
                        <a:pt x="21554" y="136354"/>
                      </a:lnTo>
                      <a:cubicBezTo>
                        <a:pt x="9650" y="136354"/>
                        <a:pt x="0" y="126704"/>
                        <a:pt x="0" y="114801"/>
                      </a:cubicBezTo>
                      <a:lnTo>
                        <a:pt x="0" y="21554"/>
                      </a:lnTo>
                      <a:cubicBezTo>
                        <a:pt x="0" y="9651"/>
                        <a:pt x="9650" y="0"/>
                        <a:pt x="21554" y="0"/>
                      </a:cubicBezTo>
                      <a:cubicBezTo>
                        <a:pt x="33458" y="0"/>
                        <a:pt x="43107" y="9651"/>
                        <a:pt x="43107" y="21554"/>
                      </a:cubicBezTo>
                      <a:lnTo>
                        <a:pt x="43107" y="93247"/>
                      </a:lnTo>
                      <a:lnTo>
                        <a:pt x="97234" y="93247"/>
                      </a:lnTo>
                      <a:lnTo>
                        <a:pt x="97234" y="22955"/>
                      </a:lnTo>
                      <a:cubicBezTo>
                        <a:pt x="97234" y="11052"/>
                        <a:pt x="106885" y="1401"/>
                        <a:pt x="118788" y="1401"/>
                      </a:cubicBezTo>
                      <a:cubicBezTo>
                        <a:pt x="130691" y="1401"/>
                        <a:pt x="140342" y="11052"/>
                        <a:pt x="140342" y="22955"/>
                      </a:cubicBezTo>
                      <a:lnTo>
                        <a:pt x="140342" y="114801"/>
                      </a:lnTo>
                      <a:cubicBezTo>
                        <a:pt x="140342" y="126704"/>
                        <a:pt x="130691" y="136354"/>
                        <a:pt x="118788" y="136354"/>
                      </a:cubicBezTo>
                      <a:close/>
                    </a:path>
                  </a:pathLst>
                </a:custGeom>
                <a:grpFill/>
                <a:ln w="2667" cap="flat">
                  <a:noFill/>
                  <a:prstDash val="solid"/>
                  <a:miter/>
                </a:ln>
              </p:spPr>
              <p:txBody>
                <a:bodyPr rtlCol="0" anchor="ctr"/>
                <a:lstStyle/>
                <a:p>
                  <a:endParaRPr lang="en-MY"/>
                </a:p>
              </p:txBody>
            </p:sp>
          </p:grpSp>
          <p:sp>
            <p:nvSpPr>
              <p:cNvPr id="63" name="Freeform: Shape 62">
                <a:extLst>
                  <a:ext uri="{FF2B5EF4-FFF2-40B4-BE49-F238E27FC236}">
                    <a16:creationId xmlns:a16="http://schemas.microsoft.com/office/drawing/2014/main" id="{61C27083-C8E3-2A32-EA91-C64F466F8480}"/>
                  </a:ext>
                </a:extLst>
              </p:cNvPr>
              <p:cNvSpPr/>
              <p:nvPr/>
            </p:nvSpPr>
            <p:spPr>
              <a:xfrm>
                <a:off x="2078461" y="1845892"/>
                <a:ext cx="77396" cy="77393"/>
              </a:xfrm>
              <a:custGeom>
                <a:avLst/>
                <a:gdLst>
                  <a:gd name="connsiteX0" fmla="*/ 21543 w 77396"/>
                  <a:gd name="connsiteY0" fmla="*/ 77394 h 77393"/>
                  <a:gd name="connsiteX1" fmla="*/ 0 w 77396"/>
                  <a:gd name="connsiteY1" fmla="*/ 55830 h 77393"/>
                  <a:gd name="connsiteX2" fmla="*/ 6321 w 77396"/>
                  <a:gd name="connsiteY2" fmla="*/ 40591 h 77393"/>
                  <a:gd name="connsiteX3" fmla="*/ 40591 w 77396"/>
                  <a:gd name="connsiteY3" fmla="*/ 6320 h 77393"/>
                  <a:gd name="connsiteX4" fmla="*/ 71076 w 77396"/>
                  <a:gd name="connsiteY4" fmla="*/ 6307 h 77393"/>
                  <a:gd name="connsiteX5" fmla="*/ 71090 w 77396"/>
                  <a:gd name="connsiteY5" fmla="*/ 36792 h 77393"/>
                  <a:gd name="connsiteX6" fmla="*/ 36792 w 77396"/>
                  <a:gd name="connsiteY6" fmla="*/ 71089 h 77393"/>
                  <a:gd name="connsiteX7" fmla="*/ 21543 w 77396"/>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6" h="77393">
                    <a:moveTo>
                      <a:pt x="21543" y="77394"/>
                    </a:moveTo>
                    <a:cubicBezTo>
                      <a:pt x="9640" y="77388"/>
                      <a:pt x="-5" y="67734"/>
                      <a:pt x="0" y="55830"/>
                    </a:cubicBezTo>
                    <a:cubicBezTo>
                      <a:pt x="3" y="50113"/>
                      <a:pt x="2277" y="44631"/>
                      <a:pt x="6321" y="40591"/>
                    </a:cubicBezTo>
                    <a:lnTo>
                      <a:pt x="40591" y="6320"/>
                    </a:lnTo>
                    <a:cubicBezTo>
                      <a:pt x="49005" y="-2101"/>
                      <a:pt x="62654" y="-2108"/>
                      <a:pt x="71076" y="6307"/>
                    </a:cubicBezTo>
                    <a:cubicBezTo>
                      <a:pt x="79498" y="14722"/>
                      <a:pt x="79504" y="28370"/>
                      <a:pt x="71090" y="36792"/>
                    </a:cubicBezTo>
                    <a:lnTo>
                      <a:pt x="36792" y="71089"/>
                    </a:lnTo>
                    <a:cubicBezTo>
                      <a:pt x="32746" y="75130"/>
                      <a:pt x="27260" y="77398"/>
                      <a:pt x="21543" y="77394"/>
                    </a:cubicBezTo>
                    <a:close/>
                  </a:path>
                </a:pathLst>
              </a:custGeom>
              <a:grpFill/>
              <a:ln w="2667" cap="flat">
                <a:noFill/>
                <a:prstDash val="solid"/>
                <a:miter/>
              </a:ln>
            </p:spPr>
            <p:txBody>
              <a:bodyPr rtlCol="0" anchor="ctr"/>
              <a:lstStyle/>
              <a:p>
                <a:endParaRPr lang="en-MY"/>
              </a:p>
            </p:txBody>
          </p:sp>
          <p:sp>
            <p:nvSpPr>
              <p:cNvPr id="448" name="Freeform: Shape 447">
                <a:extLst>
                  <a:ext uri="{FF2B5EF4-FFF2-40B4-BE49-F238E27FC236}">
                    <a16:creationId xmlns:a16="http://schemas.microsoft.com/office/drawing/2014/main" id="{550B334F-29D9-F97E-E3BD-FEEABB6084CC}"/>
                  </a:ext>
                </a:extLst>
              </p:cNvPr>
              <p:cNvSpPr/>
              <p:nvPr/>
            </p:nvSpPr>
            <p:spPr>
              <a:xfrm>
                <a:off x="1811694" y="1845165"/>
                <a:ext cx="77397" cy="77393"/>
              </a:xfrm>
              <a:custGeom>
                <a:avLst/>
                <a:gdLst>
                  <a:gd name="connsiteX0" fmla="*/ 55854 w 77397"/>
                  <a:gd name="connsiteY0" fmla="*/ 77394 h 77393"/>
                  <a:gd name="connsiteX1" fmla="*/ 40604 w 77397"/>
                  <a:gd name="connsiteY1" fmla="*/ 71089 h 77393"/>
                  <a:gd name="connsiteX2" fmla="*/ 6307 w 77397"/>
                  <a:gd name="connsiteY2" fmla="*/ 36792 h 77393"/>
                  <a:gd name="connsiteX3" fmla="*/ 6320 w 77397"/>
                  <a:gd name="connsiteY3" fmla="*/ 6307 h 77393"/>
                  <a:gd name="connsiteX4" fmla="*/ 36805 w 77397"/>
                  <a:gd name="connsiteY4" fmla="*/ 6320 h 77393"/>
                  <a:gd name="connsiteX5" fmla="*/ 71103 w 77397"/>
                  <a:gd name="connsiteY5" fmla="*/ 40618 h 77393"/>
                  <a:gd name="connsiteX6" fmla="*/ 71066 w 77397"/>
                  <a:gd name="connsiteY6" fmla="*/ 71099 h 77393"/>
                  <a:gd name="connsiteX7" fmla="*/ 55854 w 77397"/>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7" h="77393">
                    <a:moveTo>
                      <a:pt x="55854" y="77394"/>
                    </a:moveTo>
                    <a:cubicBezTo>
                      <a:pt x="50135" y="77398"/>
                      <a:pt x="44650" y="75130"/>
                      <a:pt x="40604" y="71089"/>
                    </a:cubicBezTo>
                    <a:lnTo>
                      <a:pt x="6307" y="36792"/>
                    </a:lnTo>
                    <a:cubicBezTo>
                      <a:pt x="-2108" y="28370"/>
                      <a:pt x="-2101" y="14722"/>
                      <a:pt x="6320" y="6307"/>
                    </a:cubicBezTo>
                    <a:cubicBezTo>
                      <a:pt x="14742" y="-2108"/>
                      <a:pt x="28391" y="-2101"/>
                      <a:pt x="36805" y="6320"/>
                    </a:cubicBezTo>
                    <a:lnTo>
                      <a:pt x="71103" y="40618"/>
                    </a:lnTo>
                    <a:cubicBezTo>
                      <a:pt x="79510" y="49045"/>
                      <a:pt x="79493" y="62692"/>
                      <a:pt x="71066" y="71099"/>
                    </a:cubicBezTo>
                    <a:cubicBezTo>
                      <a:pt x="67028" y="75128"/>
                      <a:pt x="61558" y="77391"/>
                      <a:pt x="55854" y="77394"/>
                    </a:cubicBezTo>
                    <a:close/>
                  </a:path>
                </a:pathLst>
              </a:custGeom>
              <a:grpFill/>
              <a:ln w="2667" cap="flat">
                <a:noFill/>
                <a:prstDash val="solid"/>
                <a:miter/>
              </a:ln>
            </p:spPr>
            <p:txBody>
              <a:bodyPr rtlCol="0" anchor="ctr"/>
              <a:lstStyle/>
              <a:p>
                <a:endParaRPr lang="en-MY"/>
              </a:p>
            </p:txBody>
          </p:sp>
          <p:sp>
            <p:nvSpPr>
              <p:cNvPr id="449" name="Freeform: Shape 448">
                <a:extLst>
                  <a:ext uri="{FF2B5EF4-FFF2-40B4-BE49-F238E27FC236}">
                    <a16:creationId xmlns:a16="http://schemas.microsoft.com/office/drawing/2014/main" id="{64200D57-D8D3-55F0-4701-E65AC76CAD31}"/>
                  </a:ext>
                </a:extLst>
              </p:cNvPr>
              <p:cNvSpPr/>
              <p:nvPr/>
            </p:nvSpPr>
            <p:spPr>
              <a:xfrm>
                <a:off x="1964108" y="1793479"/>
                <a:ext cx="43107" cy="91603"/>
              </a:xfrm>
              <a:custGeom>
                <a:avLst/>
                <a:gdLst>
                  <a:gd name="connsiteX0" fmla="*/ 21554 w 43107"/>
                  <a:gd name="connsiteY0" fmla="*/ 91603 h 91603"/>
                  <a:gd name="connsiteX1" fmla="*/ 0 w 43107"/>
                  <a:gd name="connsiteY1" fmla="*/ 70050 h 91603"/>
                  <a:gd name="connsiteX2" fmla="*/ 0 w 43107"/>
                  <a:gd name="connsiteY2" fmla="*/ 21554 h 91603"/>
                  <a:gd name="connsiteX3" fmla="*/ 21554 w 43107"/>
                  <a:gd name="connsiteY3" fmla="*/ 0 h 91603"/>
                  <a:gd name="connsiteX4" fmla="*/ 43107 w 43107"/>
                  <a:gd name="connsiteY4" fmla="*/ 21554 h 91603"/>
                  <a:gd name="connsiteX5" fmla="*/ 43107 w 43107"/>
                  <a:gd name="connsiteY5" fmla="*/ 70050 h 91603"/>
                  <a:gd name="connsiteX6" fmla="*/ 21554 w 43107"/>
                  <a:gd name="connsiteY6" fmla="*/ 91603 h 91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107" h="91603">
                    <a:moveTo>
                      <a:pt x="21554" y="91603"/>
                    </a:moveTo>
                    <a:cubicBezTo>
                      <a:pt x="9650" y="91603"/>
                      <a:pt x="0" y="81954"/>
                      <a:pt x="0" y="70050"/>
                    </a:cubicBezTo>
                    <a:lnTo>
                      <a:pt x="0" y="21554"/>
                    </a:lnTo>
                    <a:cubicBezTo>
                      <a:pt x="0" y="9650"/>
                      <a:pt x="9650" y="0"/>
                      <a:pt x="21554" y="0"/>
                    </a:cubicBezTo>
                    <a:cubicBezTo>
                      <a:pt x="33458" y="0"/>
                      <a:pt x="43107" y="9650"/>
                      <a:pt x="43107" y="21554"/>
                    </a:cubicBezTo>
                    <a:lnTo>
                      <a:pt x="43107" y="70050"/>
                    </a:lnTo>
                    <a:cubicBezTo>
                      <a:pt x="43107" y="81954"/>
                      <a:pt x="33458" y="91603"/>
                      <a:pt x="21554" y="91603"/>
                    </a:cubicBezTo>
                    <a:close/>
                  </a:path>
                </a:pathLst>
              </a:custGeom>
              <a:grpFill/>
              <a:ln w="2667" cap="flat">
                <a:noFill/>
                <a:prstDash val="solid"/>
                <a:miter/>
              </a:ln>
            </p:spPr>
            <p:txBody>
              <a:bodyPr rtlCol="0" anchor="ctr"/>
              <a:lstStyle/>
              <a:p>
                <a:endParaRPr lang="en-MY"/>
              </a:p>
            </p:txBody>
          </p:sp>
          <p:sp>
            <p:nvSpPr>
              <p:cNvPr id="450" name="Freeform: Shape 449">
                <a:extLst>
                  <a:ext uri="{FF2B5EF4-FFF2-40B4-BE49-F238E27FC236}">
                    <a16:creationId xmlns:a16="http://schemas.microsoft.com/office/drawing/2014/main" id="{F2C69874-14B0-0A3A-D11E-BEFE86468BE5}"/>
                  </a:ext>
                </a:extLst>
              </p:cNvPr>
              <p:cNvSpPr/>
              <p:nvPr/>
            </p:nvSpPr>
            <p:spPr>
              <a:xfrm>
                <a:off x="2126354"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1" y="43107"/>
                      <a:pt x="0" y="33458"/>
                      <a:pt x="0" y="21554"/>
                    </a:cubicBezTo>
                    <a:cubicBezTo>
                      <a:pt x="0" y="9650"/>
                      <a:pt x="9651" y="0"/>
                      <a:pt x="21554" y="0"/>
                    </a:cubicBezTo>
                    <a:lnTo>
                      <a:pt x="61967" y="0"/>
                    </a:lnTo>
                    <a:cubicBezTo>
                      <a:pt x="73870" y="0"/>
                      <a:pt x="83521" y="9650"/>
                      <a:pt x="83521" y="21554"/>
                    </a:cubicBezTo>
                    <a:cubicBezTo>
                      <a:pt x="83521" y="33458"/>
                      <a:pt x="73870" y="43107"/>
                      <a:pt x="61967" y="43107"/>
                    </a:cubicBezTo>
                    <a:close/>
                  </a:path>
                </a:pathLst>
              </a:custGeom>
              <a:grpFill/>
              <a:ln w="2667" cap="flat">
                <a:noFill/>
                <a:prstDash val="solid"/>
                <a:miter/>
              </a:ln>
            </p:spPr>
            <p:txBody>
              <a:bodyPr rtlCol="0" anchor="ctr"/>
              <a:lstStyle/>
              <a:p>
                <a:endParaRPr lang="en-MY"/>
              </a:p>
            </p:txBody>
          </p:sp>
        </p:grpSp>
      </p:grpSp>
      <p:grpSp>
        <p:nvGrpSpPr>
          <p:cNvPr id="455" name="Group 454">
            <a:extLst>
              <a:ext uri="{FF2B5EF4-FFF2-40B4-BE49-F238E27FC236}">
                <a16:creationId xmlns:a16="http://schemas.microsoft.com/office/drawing/2014/main" id="{D41E0AF7-0A75-A0CA-6F34-C8A16BA4D8AB}"/>
              </a:ext>
            </a:extLst>
          </p:cNvPr>
          <p:cNvGrpSpPr/>
          <p:nvPr/>
        </p:nvGrpSpPr>
        <p:grpSpPr>
          <a:xfrm>
            <a:off x="1090377" y="2241576"/>
            <a:ext cx="1641476" cy="1365966"/>
            <a:chOff x="1090377" y="2241576"/>
            <a:chExt cx="1641476" cy="1365966"/>
          </a:xfrm>
        </p:grpSpPr>
        <p:grpSp>
          <p:nvGrpSpPr>
            <p:cNvPr id="456" name="Group 455">
              <a:extLst>
                <a:ext uri="{FF2B5EF4-FFF2-40B4-BE49-F238E27FC236}">
                  <a16:creationId xmlns:a16="http://schemas.microsoft.com/office/drawing/2014/main" id="{51FB2214-DE67-D126-1C11-BA130B943D56}"/>
                </a:ext>
              </a:extLst>
            </p:cNvPr>
            <p:cNvGrpSpPr/>
            <p:nvPr/>
          </p:nvGrpSpPr>
          <p:grpSpPr>
            <a:xfrm>
              <a:off x="1090377" y="2241576"/>
              <a:ext cx="1641476" cy="1365966"/>
              <a:chOff x="1090377" y="2241576"/>
              <a:chExt cx="1641476" cy="1365966"/>
            </a:xfrm>
          </p:grpSpPr>
          <p:sp>
            <p:nvSpPr>
              <p:cNvPr id="467" name="Arrow: Chevron 288">
                <a:extLst>
                  <a:ext uri="{FF2B5EF4-FFF2-40B4-BE49-F238E27FC236}">
                    <a16:creationId xmlns:a16="http://schemas.microsoft.com/office/drawing/2014/main" id="{49B5AADB-62AA-199F-892B-8724706E89B6}"/>
                  </a:ext>
                </a:extLst>
              </p:cNvPr>
              <p:cNvSpPr/>
              <p:nvPr/>
            </p:nvSpPr>
            <p:spPr>
              <a:xfrm>
                <a:off x="1742069" y="3197853"/>
                <a:ext cx="800139"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13716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65000"/>
                      </a:schemeClr>
                    </a:solidFill>
                    <a:effectLst/>
                    <a:uLnTx/>
                    <a:uFillTx/>
                    <a:latin typeface="Century Gothic" panose="020F0302020204030204"/>
                    <a:ea typeface="+mn-ea"/>
                    <a:cs typeface="+mn-cs"/>
                  </a:rPr>
                  <a:t>Plan</a:t>
                </a:r>
              </a:p>
            </p:txBody>
          </p:sp>
          <p:sp>
            <p:nvSpPr>
              <p:cNvPr id="468" name="Arrow: Pentagon 14">
                <a:extLst>
                  <a:ext uri="{FF2B5EF4-FFF2-40B4-BE49-F238E27FC236}">
                    <a16:creationId xmlns:a16="http://schemas.microsoft.com/office/drawing/2014/main" id="{07B2D31B-F32A-252D-EB86-3284C133F6C0}"/>
                  </a:ext>
                </a:extLst>
              </p:cNvPr>
              <p:cNvSpPr/>
              <p:nvPr/>
            </p:nvSpPr>
            <p:spPr>
              <a:xfrm>
                <a:off x="1120126" y="3198157"/>
                <a:ext cx="732384" cy="408495"/>
              </a:xfrm>
              <a:prstGeom prst="homePlate">
                <a:avLst>
                  <a:gd name="adj" fmla="val 17926"/>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9144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Prep</a:t>
                </a:r>
              </a:p>
            </p:txBody>
          </p:sp>
          <p:sp>
            <p:nvSpPr>
              <p:cNvPr id="469" name="Arrow: Pentagon 277">
                <a:extLst>
                  <a:ext uri="{FF2B5EF4-FFF2-40B4-BE49-F238E27FC236}">
                    <a16:creationId xmlns:a16="http://schemas.microsoft.com/office/drawing/2014/main" id="{87D2BA2D-BEC0-E4A1-3365-23214AF63843}"/>
                  </a:ext>
                </a:extLst>
              </p:cNvPr>
              <p:cNvSpPr/>
              <p:nvPr/>
            </p:nvSpPr>
            <p:spPr>
              <a:xfrm>
                <a:off x="1090377" y="2241576"/>
                <a:ext cx="1641476" cy="964154"/>
              </a:xfrm>
              <a:prstGeom prst="homePlate">
                <a:avLst>
                  <a:gd name="adj" fmla="val 30009"/>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21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entury Gothic" panose="020F0302020204030204"/>
                    <a:ea typeface="+mn-ea"/>
                    <a:cs typeface="+mn-cs"/>
                  </a:rPr>
                  <a:t>Initiate</a:t>
                </a:r>
              </a:p>
            </p:txBody>
          </p:sp>
        </p:grpSp>
        <p:grpSp>
          <p:nvGrpSpPr>
            <p:cNvPr id="457" name="Group 456">
              <a:extLst>
                <a:ext uri="{FF2B5EF4-FFF2-40B4-BE49-F238E27FC236}">
                  <a16:creationId xmlns:a16="http://schemas.microsoft.com/office/drawing/2014/main" id="{AA9B7A6D-6ED9-6E6B-2E08-5C17D713E8CF}"/>
                </a:ext>
              </a:extLst>
            </p:cNvPr>
            <p:cNvGrpSpPr/>
            <p:nvPr/>
          </p:nvGrpSpPr>
          <p:grpSpPr>
            <a:xfrm>
              <a:off x="1664848" y="2363819"/>
              <a:ext cx="471163" cy="471791"/>
              <a:chOff x="1664848" y="2363819"/>
              <a:chExt cx="471163" cy="471791"/>
            </a:xfrm>
          </p:grpSpPr>
          <p:sp>
            <p:nvSpPr>
              <p:cNvPr id="458" name="Oval 457">
                <a:extLst>
                  <a:ext uri="{FF2B5EF4-FFF2-40B4-BE49-F238E27FC236}">
                    <a16:creationId xmlns:a16="http://schemas.microsoft.com/office/drawing/2014/main" id="{7F2A3907-E89F-AA82-8659-EEF9376DB8A2}"/>
                  </a:ext>
                </a:extLst>
              </p:cNvPr>
              <p:cNvSpPr/>
              <p:nvPr/>
            </p:nvSpPr>
            <p:spPr>
              <a:xfrm>
                <a:off x="1664848" y="2363819"/>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459" name="Group 458">
                <a:extLst>
                  <a:ext uri="{FF2B5EF4-FFF2-40B4-BE49-F238E27FC236}">
                    <a16:creationId xmlns:a16="http://schemas.microsoft.com/office/drawing/2014/main" id="{389C4048-B787-CA21-EAFA-6CB1AEEA74B4}"/>
                  </a:ext>
                </a:extLst>
              </p:cNvPr>
              <p:cNvGrpSpPr/>
              <p:nvPr/>
            </p:nvGrpSpPr>
            <p:grpSpPr>
              <a:xfrm>
                <a:off x="1774910" y="2468040"/>
                <a:ext cx="251038" cy="260212"/>
                <a:chOff x="738790" y="2040956"/>
                <a:chExt cx="251373" cy="260212"/>
              </a:xfrm>
              <a:solidFill>
                <a:schemeClr val="bg1">
                  <a:lumMod val="75000"/>
                </a:schemeClr>
              </a:solidFill>
            </p:grpSpPr>
            <p:sp>
              <p:nvSpPr>
                <p:cNvPr id="460" name="Freeform 176">
                  <a:extLst>
                    <a:ext uri="{FF2B5EF4-FFF2-40B4-BE49-F238E27FC236}">
                      <a16:creationId xmlns:a16="http://schemas.microsoft.com/office/drawing/2014/main" id="{9D695577-3CBC-DA18-8039-06C8CDDDA82F}"/>
                    </a:ext>
                  </a:extLst>
                </p:cNvPr>
                <p:cNvSpPr/>
                <p:nvPr/>
              </p:nvSpPr>
              <p:spPr>
                <a:xfrm>
                  <a:off x="738790" y="2134679"/>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4"/>
                        <a:pt x="5614" y="0"/>
                        <a:pt x="12540" y="0"/>
                      </a:cubicBezTo>
                      <a:lnTo>
                        <a:pt x="65163" y="0"/>
                      </a:lnTo>
                      <a:cubicBezTo>
                        <a:pt x="72089" y="0"/>
                        <a:pt x="77703" y="5614"/>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61" name="Freeform 177">
                  <a:extLst>
                    <a:ext uri="{FF2B5EF4-FFF2-40B4-BE49-F238E27FC236}">
                      <a16:creationId xmlns:a16="http://schemas.microsoft.com/office/drawing/2014/main" id="{7D1FA743-C426-13CE-331F-C2F5EEAB13D8}"/>
                    </a:ext>
                  </a:extLst>
                </p:cNvPr>
                <p:cNvSpPr/>
                <p:nvPr/>
              </p:nvSpPr>
              <p:spPr>
                <a:xfrm>
                  <a:off x="738790" y="2223465"/>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5"/>
                        <a:pt x="5614" y="0"/>
                        <a:pt x="12540" y="0"/>
                      </a:cubicBezTo>
                      <a:lnTo>
                        <a:pt x="65163" y="0"/>
                      </a:lnTo>
                      <a:cubicBezTo>
                        <a:pt x="72089" y="0"/>
                        <a:pt x="77703" y="5615"/>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62" name="Freeform 178">
                  <a:extLst>
                    <a:ext uri="{FF2B5EF4-FFF2-40B4-BE49-F238E27FC236}">
                      <a16:creationId xmlns:a16="http://schemas.microsoft.com/office/drawing/2014/main" id="{7F4A7CC2-FD60-00F1-2A71-6E97D5835770}"/>
                    </a:ext>
                  </a:extLst>
                </p:cNvPr>
                <p:cNvSpPr/>
                <p:nvPr/>
              </p:nvSpPr>
              <p:spPr>
                <a:xfrm>
                  <a:off x="791413" y="2082057"/>
                  <a:ext cx="86732" cy="104006"/>
                </a:xfrm>
                <a:custGeom>
                  <a:avLst/>
                  <a:gdLst>
                    <a:gd name="connsiteX0" fmla="*/ 74192 w 86732"/>
                    <a:gd name="connsiteY0" fmla="*/ 104006 h 104006"/>
                    <a:gd name="connsiteX1" fmla="*/ 12540 w 86732"/>
                    <a:gd name="connsiteY1" fmla="*/ 104006 h 104006"/>
                    <a:gd name="connsiteX2" fmla="*/ 0 w 86732"/>
                    <a:gd name="connsiteY2" fmla="*/ 91466 h 104006"/>
                    <a:gd name="connsiteX3" fmla="*/ 12540 w 86732"/>
                    <a:gd name="connsiteY3" fmla="*/ 78926 h 104006"/>
                    <a:gd name="connsiteX4" fmla="*/ 61651 w 86732"/>
                    <a:gd name="connsiteY4" fmla="*/ 78926 h 104006"/>
                    <a:gd name="connsiteX5" fmla="*/ 61651 w 86732"/>
                    <a:gd name="connsiteY5" fmla="*/ 12540 h 104006"/>
                    <a:gd name="connsiteX6" fmla="*/ 74192 w 86732"/>
                    <a:gd name="connsiteY6" fmla="*/ 0 h 104006"/>
                    <a:gd name="connsiteX7" fmla="*/ 86732 w 86732"/>
                    <a:gd name="connsiteY7" fmla="*/ 12540 h 104006"/>
                    <a:gd name="connsiteX8" fmla="*/ 86732 w 86732"/>
                    <a:gd name="connsiteY8" fmla="*/ 91466 h 104006"/>
                    <a:gd name="connsiteX9" fmla="*/ 74192 w 86732"/>
                    <a:gd name="connsiteY9" fmla="*/ 104006 h 10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732" h="104006">
                      <a:moveTo>
                        <a:pt x="74192" y="104006"/>
                      </a:moveTo>
                      <a:lnTo>
                        <a:pt x="12540" y="104006"/>
                      </a:lnTo>
                      <a:cubicBezTo>
                        <a:pt x="5614" y="104006"/>
                        <a:pt x="0" y="98392"/>
                        <a:pt x="0" y="91466"/>
                      </a:cubicBezTo>
                      <a:cubicBezTo>
                        <a:pt x="0" y="84540"/>
                        <a:pt x="5614" y="78926"/>
                        <a:pt x="12540" y="78926"/>
                      </a:cubicBezTo>
                      <a:lnTo>
                        <a:pt x="61651" y="78926"/>
                      </a:lnTo>
                      <a:lnTo>
                        <a:pt x="61651" y="12540"/>
                      </a:lnTo>
                      <a:cubicBezTo>
                        <a:pt x="61651" y="5614"/>
                        <a:pt x="67266" y="0"/>
                        <a:pt x="74192" y="0"/>
                      </a:cubicBezTo>
                      <a:cubicBezTo>
                        <a:pt x="81118" y="0"/>
                        <a:pt x="86732" y="5614"/>
                        <a:pt x="86732" y="12540"/>
                      </a:cubicBezTo>
                      <a:lnTo>
                        <a:pt x="86732" y="91466"/>
                      </a:lnTo>
                      <a:cubicBezTo>
                        <a:pt x="86732" y="98392"/>
                        <a:pt x="81118" y="104006"/>
                        <a:pt x="74192" y="104006"/>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63" name="Freeform 179">
                  <a:extLst>
                    <a:ext uri="{FF2B5EF4-FFF2-40B4-BE49-F238E27FC236}">
                      <a16:creationId xmlns:a16="http://schemas.microsoft.com/office/drawing/2014/main" id="{1D9BCAEC-4199-E8B0-4409-DE6305FCB23A}"/>
                    </a:ext>
                  </a:extLst>
                </p:cNvPr>
                <p:cNvSpPr/>
                <p:nvPr/>
              </p:nvSpPr>
              <p:spPr>
                <a:xfrm>
                  <a:off x="853064" y="2160983"/>
                  <a:ext cx="62701" cy="25080"/>
                </a:xfrm>
                <a:custGeom>
                  <a:avLst/>
                  <a:gdLst>
                    <a:gd name="connsiteX0" fmla="*/ 50161 w 62701"/>
                    <a:gd name="connsiteY0" fmla="*/ 25081 h 25080"/>
                    <a:gd name="connsiteX1" fmla="*/ 12540 w 62701"/>
                    <a:gd name="connsiteY1" fmla="*/ 25081 h 25080"/>
                    <a:gd name="connsiteX2" fmla="*/ 0 w 62701"/>
                    <a:gd name="connsiteY2" fmla="*/ 12540 h 25080"/>
                    <a:gd name="connsiteX3" fmla="*/ 12540 w 62701"/>
                    <a:gd name="connsiteY3" fmla="*/ 0 h 25080"/>
                    <a:gd name="connsiteX4" fmla="*/ 50161 w 62701"/>
                    <a:gd name="connsiteY4" fmla="*/ 0 h 25080"/>
                    <a:gd name="connsiteX5" fmla="*/ 62702 w 62701"/>
                    <a:gd name="connsiteY5" fmla="*/ 12540 h 25080"/>
                    <a:gd name="connsiteX6" fmla="*/ 50161 w 62701"/>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01" h="25080">
                      <a:moveTo>
                        <a:pt x="50161" y="25081"/>
                      </a:moveTo>
                      <a:lnTo>
                        <a:pt x="12540" y="25081"/>
                      </a:lnTo>
                      <a:cubicBezTo>
                        <a:pt x="5614" y="25081"/>
                        <a:pt x="0" y="19466"/>
                        <a:pt x="0" y="12540"/>
                      </a:cubicBezTo>
                      <a:cubicBezTo>
                        <a:pt x="0" y="5614"/>
                        <a:pt x="5614" y="0"/>
                        <a:pt x="12540" y="0"/>
                      </a:cubicBezTo>
                      <a:lnTo>
                        <a:pt x="50161" y="0"/>
                      </a:lnTo>
                      <a:cubicBezTo>
                        <a:pt x="57087" y="0"/>
                        <a:pt x="62702" y="5614"/>
                        <a:pt x="62702" y="12540"/>
                      </a:cubicBezTo>
                      <a:cubicBezTo>
                        <a:pt x="62702" y="19466"/>
                        <a:pt x="57087" y="25081"/>
                        <a:pt x="50161" y="25081"/>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64" name="Freeform 180">
                  <a:extLst>
                    <a:ext uri="{FF2B5EF4-FFF2-40B4-BE49-F238E27FC236}">
                      <a16:creationId xmlns:a16="http://schemas.microsoft.com/office/drawing/2014/main" id="{FD164FE3-3835-8B63-1E8A-BB4AF3340574}"/>
                    </a:ext>
                  </a:extLst>
                </p:cNvPr>
                <p:cNvSpPr/>
                <p:nvPr/>
              </p:nvSpPr>
              <p:spPr>
                <a:xfrm>
                  <a:off x="791413" y="2198196"/>
                  <a:ext cx="161550" cy="76668"/>
                </a:xfrm>
                <a:custGeom>
                  <a:avLst/>
                  <a:gdLst>
                    <a:gd name="connsiteX0" fmla="*/ 149011 w 161550"/>
                    <a:gd name="connsiteY0" fmla="*/ 76669 h 76668"/>
                    <a:gd name="connsiteX1" fmla="*/ 12540 w 161550"/>
                    <a:gd name="connsiteY1" fmla="*/ 76669 h 76668"/>
                    <a:gd name="connsiteX2" fmla="*/ 0 w 161550"/>
                    <a:gd name="connsiteY2" fmla="*/ 64128 h 76668"/>
                    <a:gd name="connsiteX3" fmla="*/ 12540 w 161550"/>
                    <a:gd name="connsiteY3" fmla="*/ 51588 h 76668"/>
                    <a:gd name="connsiteX4" fmla="*/ 136470 w 161550"/>
                    <a:gd name="connsiteY4" fmla="*/ 51588 h 76668"/>
                    <a:gd name="connsiteX5" fmla="*/ 136470 w 161550"/>
                    <a:gd name="connsiteY5" fmla="*/ 12540 h 76668"/>
                    <a:gd name="connsiteX6" fmla="*/ 149011 w 161550"/>
                    <a:gd name="connsiteY6" fmla="*/ 0 h 76668"/>
                    <a:gd name="connsiteX7" fmla="*/ 161551 w 161550"/>
                    <a:gd name="connsiteY7" fmla="*/ 12540 h 76668"/>
                    <a:gd name="connsiteX8" fmla="*/ 161551 w 161550"/>
                    <a:gd name="connsiteY8" fmla="*/ 64128 h 76668"/>
                    <a:gd name="connsiteX9" fmla="*/ 149011 w 161550"/>
                    <a:gd name="connsiteY9" fmla="*/ 76669 h 7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550" h="76668">
                      <a:moveTo>
                        <a:pt x="149011" y="76669"/>
                      </a:moveTo>
                      <a:lnTo>
                        <a:pt x="12540" y="76669"/>
                      </a:lnTo>
                      <a:cubicBezTo>
                        <a:pt x="5614" y="76669"/>
                        <a:pt x="0" y="71054"/>
                        <a:pt x="0" y="64128"/>
                      </a:cubicBezTo>
                      <a:cubicBezTo>
                        <a:pt x="0" y="57203"/>
                        <a:pt x="5614" y="51588"/>
                        <a:pt x="12540" y="51588"/>
                      </a:cubicBezTo>
                      <a:lnTo>
                        <a:pt x="136470" y="51588"/>
                      </a:lnTo>
                      <a:lnTo>
                        <a:pt x="136470" y="12540"/>
                      </a:lnTo>
                      <a:cubicBezTo>
                        <a:pt x="136470" y="5615"/>
                        <a:pt x="142085" y="0"/>
                        <a:pt x="149011" y="0"/>
                      </a:cubicBezTo>
                      <a:cubicBezTo>
                        <a:pt x="155936" y="0"/>
                        <a:pt x="161551" y="5615"/>
                        <a:pt x="161551" y="12540"/>
                      </a:cubicBezTo>
                      <a:lnTo>
                        <a:pt x="161551" y="64128"/>
                      </a:lnTo>
                      <a:cubicBezTo>
                        <a:pt x="161551" y="71054"/>
                        <a:pt x="155936" y="76669"/>
                        <a:pt x="149011" y="76669"/>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65" name="Freeform 181">
                  <a:extLst>
                    <a:ext uri="{FF2B5EF4-FFF2-40B4-BE49-F238E27FC236}">
                      <a16:creationId xmlns:a16="http://schemas.microsoft.com/office/drawing/2014/main" id="{C1A7F404-320F-DD32-4EE3-E74F55722160}"/>
                    </a:ext>
                  </a:extLst>
                </p:cNvPr>
                <p:cNvSpPr/>
                <p:nvPr/>
              </p:nvSpPr>
              <p:spPr>
                <a:xfrm>
                  <a:off x="890683" y="2123775"/>
                  <a:ext cx="99480" cy="99501"/>
                </a:xfrm>
                <a:custGeom>
                  <a:avLst/>
                  <a:gdLst>
                    <a:gd name="connsiteX0" fmla="*/ 49740 w 99480"/>
                    <a:gd name="connsiteY0" fmla="*/ 99502 h 99501"/>
                    <a:gd name="connsiteX1" fmla="*/ 40868 w 99480"/>
                    <a:gd name="connsiteY1" fmla="*/ 95834 h 99501"/>
                    <a:gd name="connsiteX2" fmla="*/ 3670 w 99480"/>
                    <a:gd name="connsiteY2" fmla="*/ 58620 h 99501"/>
                    <a:gd name="connsiteX3" fmla="*/ 3670 w 99480"/>
                    <a:gd name="connsiteY3" fmla="*/ 40891 h 99501"/>
                    <a:gd name="connsiteX4" fmla="*/ 40868 w 99480"/>
                    <a:gd name="connsiteY4" fmla="*/ 3678 h 99501"/>
                    <a:gd name="connsiteX5" fmla="*/ 58603 w 99480"/>
                    <a:gd name="connsiteY5" fmla="*/ 3668 h 99501"/>
                    <a:gd name="connsiteX6" fmla="*/ 58613 w 99480"/>
                    <a:gd name="connsiteY6" fmla="*/ 3678 h 99501"/>
                    <a:gd name="connsiteX7" fmla="*/ 95811 w 99480"/>
                    <a:gd name="connsiteY7" fmla="*/ 40891 h 99501"/>
                    <a:gd name="connsiteX8" fmla="*/ 95811 w 99480"/>
                    <a:gd name="connsiteY8" fmla="*/ 58620 h 99501"/>
                    <a:gd name="connsiteX9" fmla="*/ 58613 w 99480"/>
                    <a:gd name="connsiteY9" fmla="*/ 95834 h 99501"/>
                    <a:gd name="connsiteX10" fmla="*/ 49740 w 99480"/>
                    <a:gd name="connsiteY10" fmla="*/ 99502 h 99501"/>
                    <a:gd name="connsiteX11" fmla="*/ 30272 w 99480"/>
                    <a:gd name="connsiteY11" fmla="*/ 49748 h 99501"/>
                    <a:gd name="connsiteX12" fmla="*/ 49740 w 99480"/>
                    <a:gd name="connsiteY12" fmla="*/ 69233 h 99501"/>
                    <a:gd name="connsiteX13" fmla="*/ 69209 w 99480"/>
                    <a:gd name="connsiteY13" fmla="*/ 49748 h 99501"/>
                    <a:gd name="connsiteX14" fmla="*/ 49740 w 99480"/>
                    <a:gd name="connsiteY14" fmla="*/ 30279 h 9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480" h="99501">
                      <a:moveTo>
                        <a:pt x="49740" y="99502"/>
                      </a:moveTo>
                      <a:cubicBezTo>
                        <a:pt x="46414" y="99505"/>
                        <a:pt x="43223" y="98185"/>
                        <a:pt x="40868" y="95834"/>
                      </a:cubicBezTo>
                      <a:lnTo>
                        <a:pt x="3670" y="58620"/>
                      </a:lnTo>
                      <a:cubicBezTo>
                        <a:pt x="-1223" y="53724"/>
                        <a:pt x="-1223" y="45788"/>
                        <a:pt x="3670" y="40891"/>
                      </a:cubicBezTo>
                      <a:lnTo>
                        <a:pt x="40868" y="3678"/>
                      </a:lnTo>
                      <a:cubicBezTo>
                        <a:pt x="45762" y="-1222"/>
                        <a:pt x="53703" y="-1227"/>
                        <a:pt x="58603" y="3668"/>
                      </a:cubicBezTo>
                      <a:cubicBezTo>
                        <a:pt x="58607" y="3671"/>
                        <a:pt x="58610" y="3675"/>
                        <a:pt x="58613" y="3678"/>
                      </a:cubicBezTo>
                      <a:lnTo>
                        <a:pt x="95811" y="40891"/>
                      </a:lnTo>
                      <a:cubicBezTo>
                        <a:pt x="100704" y="45788"/>
                        <a:pt x="100704" y="53724"/>
                        <a:pt x="95811" y="58620"/>
                      </a:cubicBezTo>
                      <a:lnTo>
                        <a:pt x="58613" y="95834"/>
                      </a:lnTo>
                      <a:cubicBezTo>
                        <a:pt x="56258" y="98185"/>
                        <a:pt x="53067" y="99505"/>
                        <a:pt x="49740" y="99502"/>
                      </a:cubicBezTo>
                      <a:close/>
                      <a:moveTo>
                        <a:pt x="30272" y="49748"/>
                      </a:moveTo>
                      <a:lnTo>
                        <a:pt x="49740" y="69233"/>
                      </a:lnTo>
                      <a:lnTo>
                        <a:pt x="69209" y="49748"/>
                      </a:lnTo>
                      <a:lnTo>
                        <a:pt x="49740" y="30279"/>
                      </a:ln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66" name="Freeform 182">
                  <a:extLst>
                    <a:ext uri="{FF2B5EF4-FFF2-40B4-BE49-F238E27FC236}">
                      <a16:creationId xmlns:a16="http://schemas.microsoft.com/office/drawing/2014/main" id="{38BF0FF9-9642-BC43-59D8-C1052EDB08EB}"/>
                    </a:ext>
                  </a:extLst>
                </p:cNvPr>
                <p:cNvSpPr/>
                <p:nvPr/>
              </p:nvSpPr>
              <p:spPr>
                <a:xfrm>
                  <a:off x="786397" y="2040956"/>
                  <a:ext cx="158321" cy="66181"/>
                </a:xfrm>
                <a:custGeom>
                  <a:avLst/>
                  <a:gdLst>
                    <a:gd name="connsiteX0" fmla="*/ 145781 w 158321"/>
                    <a:gd name="connsiteY0" fmla="*/ 66182 h 66181"/>
                    <a:gd name="connsiteX1" fmla="*/ 12540 w 158321"/>
                    <a:gd name="connsiteY1" fmla="*/ 66182 h 66181"/>
                    <a:gd name="connsiteX2" fmla="*/ 0 w 158321"/>
                    <a:gd name="connsiteY2" fmla="*/ 53641 h 66181"/>
                    <a:gd name="connsiteX3" fmla="*/ 0 w 158321"/>
                    <a:gd name="connsiteY3" fmla="*/ 12540 h 66181"/>
                    <a:gd name="connsiteX4" fmla="*/ 12540 w 158321"/>
                    <a:gd name="connsiteY4" fmla="*/ 0 h 66181"/>
                    <a:gd name="connsiteX5" fmla="*/ 145781 w 158321"/>
                    <a:gd name="connsiteY5" fmla="*/ 0 h 66181"/>
                    <a:gd name="connsiteX6" fmla="*/ 158322 w 158321"/>
                    <a:gd name="connsiteY6" fmla="*/ 12540 h 66181"/>
                    <a:gd name="connsiteX7" fmla="*/ 158322 w 158321"/>
                    <a:gd name="connsiteY7" fmla="*/ 53641 h 66181"/>
                    <a:gd name="connsiteX8" fmla="*/ 145781 w 158321"/>
                    <a:gd name="connsiteY8" fmla="*/ 66182 h 66181"/>
                    <a:gd name="connsiteX9" fmla="*/ 25081 w 158321"/>
                    <a:gd name="connsiteY9" fmla="*/ 41101 h 66181"/>
                    <a:gd name="connsiteX10" fmla="*/ 133241 w 158321"/>
                    <a:gd name="connsiteY10" fmla="*/ 41101 h 66181"/>
                    <a:gd name="connsiteX11" fmla="*/ 133241 w 158321"/>
                    <a:gd name="connsiteY11" fmla="*/ 25081 h 66181"/>
                    <a:gd name="connsiteX12" fmla="*/ 25081 w 158321"/>
                    <a:gd name="connsiteY12" fmla="*/ 25081 h 6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321" h="66181">
                      <a:moveTo>
                        <a:pt x="145781" y="66182"/>
                      </a:moveTo>
                      <a:lnTo>
                        <a:pt x="12540" y="66182"/>
                      </a:lnTo>
                      <a:cubicBezTo>
                        <a:pt x="5614" y="66182"/>
                        <a:pt x="0" y="60567"/>
                        <a:pt x="0" y="53641"/>
                      </a:cubicBezTo>
                      <a:lnTo>
                        <a:pt x="0" y="12540"/>
                      </a:lnTo>
                      <a:cubicBezTo>
                        <a:pt x="0" y="5614"/>
                        <a:pt x="5614" y="0"/>
                        <a:pt x="12540" y="0"/>
                      </a:cubicBezTo>
                      <a:lnTo>
                        <a:pt x="145781" y="0"/>
                      </a:lnTo>
                      <a:cubicBezTo>
                        <a:pt x="152707" y="0"/>
                        <a:pt x="158322" y="5614"/>
                        <a:pt x="158322" y="12540"/>
                      </a:cubicBezTo>
                      <a:lnTo>
                        <a:pt x="158322" y="53641"/>
                      </a:lnTo>
                      <a:cubicBezTo>
                        <a:pt x="158322" y="60567"/>
                        <a:pt x="152707" y="66182"/>
                        <a:pt x="145781" y="66182"/>
                      </a:cubicBezTo>
                      <a:close/>
                      <a:moveTo>
                        <a:pt x="25081" y="41101"/>
                      </a:moveTo>
                      <a:lnTo>
                        <a:pt x="133241" y="41101"/>
                      </a:lnTo>
                      <a:lnTo>
                        <a:pt x="133241" y="25081"/>
                      </a:lnTo>
                      <a:lnTo>
                        <a:pt x="25081" y="25081"/>
                      </a:ln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470" name="Group 469">
            <a:extLst>
              <a:ext uri="{FF2B5EF4-FFF2-40B4-BE49-F238E27FC236}">
                <a16:creationId xmlns:a16="http://schemas.microsoft.com/office/drawing/2014/main" id="{7DE25486-9C86-E07D-1E56-BD4A53EEDFB5}"/>
              </a:ext>
            </a:extLst>
          </p:cNvPr>
          <p:cNvGrpSpPr/>
          <p:nvPr/>
        </p:nvGrpSpPr>
        <p:grpSpPr>
          <a:xfrm>
            <a:off x="2432465" y="2241576"/>
            <a:ext cx="2601223" cy="1365966"/>
            <a:chOff x="2432465" y="2241576"/>
            <a:chExt cx="2601223" cy="1365966"/>
          </a:xfrm>
        </p:grpSpPr>
        <p:sp>
          <p:nvSpPr>
            <p:cNvPr id="471" name="Arrow: Chevron 284">
              <a:extLst>
                <a:ext uri="{FF2B5EF4-FFF2-40B4-BE49-F238E27FC236}">
                  <a16:creationId xmlns:a16="http://schemas.microsoft.com/office/drawing/2014/main" id="{66895F54-BD25-59E9-C0FF-10DA17945CE5}"/>
                </a:ext>
              </a:extLst>
            </p:cNvPr>
            <p:cNvSpPr/>
            <p:nvPr/>
          </p:nvSpPr>
          <p:spPr>
            <a:xfrm>
              <a:off x="3208888" y="3197853"/>
              <a:ext cx="1634664"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432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F2S/BBP</a:t>
              </a:r>
            </a:p>
          </p:txBody>
        </p:sp>
        <p:sp>
          <p:nvSpPr>
            <p:cNvPr id="472" name="Arrow: Chevron 287">
              <a:extLst>
                <a:ext uri="{FF2B5EF4-FFF2-40B4-BE49-F238E27FC236}">
                  <a16:creationId xmlns:a16="http://schemas.microsoft.com/office/drawing/2014/main" id="{91BE4A8C-0BEA-C018-0894-31AF9C7D374B}"/>
                </a:ext>
              </a:extLst>
            </p:cNvPr>
            <p:cNvSpPr/>
            <p:nvPr/>
          </p:nvSpPr>
          <p:spPr>
            <a:xfrm>
              <a:off x="2441619" y="3197853"/>
              <a:ext cx="1225818"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65000"/>
                    </a:schemeClr>
                  </a:solidFill>
                  <a:effectLst/>
                  <a:uLnTx/>
                  <a:uFillTx/>
                  <a:latin typeface="Century Gothic" panose="020F0302020204030204"/>
                  <a:ea typeface="+mn-ea"/>
                  <a:cs typeface="+mn-cs"/>
                </a:rPr>
                <a:t>Inception</a:t>
              </a:r>
              <a:endPar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endParaRPr>
            </a:p>
          </p:txBody>
        </p:sp>
        <p:sp>
          <p:nvSpPr>
            <p:cNvPr id="473" name="Arrow: Chevron 278">
              <a:extLst>
                <a:ext uri="{FF2B5EF4-FFF2-40B4-BE49-F238E27FC236}">
                  <a16:creationId xmlns:a16="http://schemas.microsoft.com/office/drawing/2014/main" id="{5F9560FE-0053-FD37-E803-F5A128F56E36}"/>
                </a:ext>
              </a:extLst>
            </p:cNvPr>
            <p:cNvSpPr/>
            <p:nvPr/>
          </p:nvSpPr>
          <p:spPr>
            <a:xfrm>
              <a:off x="2432465" y="2241576"/>
              <a:ext cx="2601223" cy="964154"/>
            </a:xfrm>
            <a:prstGeom prst="chevron">
              <a:avLst>
                <a:gd name="adj" fmla="val 29545"/>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Explore</a:t>
              </a:r>
            </a:p>
          </p:txBody>
        </p:sp>
        <p:grpSp>
          <p:nvGrpSpPr>
            <p:cNvPr id="474" name="Group 473">
              <a:extLst>
                <a:ext uri="{FF2B5EF4-FFF2-40B4-BE49-F238E27FC236}">
                  <a16:creationId xmlns:a16="http://schemas.microsoft.com/office/drawing/2014/main" id="{596DFD75-C329-3A73-D6F6-D704636198E7}"/>
                </a:ext>
              </a:extLst>
            </p:cNvPr>
            <p:cNvGrpSpPr/>
            <p:nvPr/>
          </p:nvGrpSpPr>
          <p:grpSpPr>
            <a:xfrm>
              <a:off x="3424308" y="2369261"/>
              <a:ext cx="471163" cy="471791"/>
              <a:chOff x="3424308" y="2369261"/>
              <a:chExt cx="471163" cy="471791"/>
            </a:xfrm>
          </p:grpSpPr>
          <p:sp>
            <p:nvSpPr>
              <p:cNvPr id="475" name="Oval 474">
                <a:extLst>
                  <a:ext uri="{FF2B5EF4-FFF2-40B4-BE49-F238E27FC236}">
                    <a16:creationId xmlns:a16="http://schemas.microsoft.com/office/drawing/2014/main" id="{7FDC82D1-E6D0-369C-ACFB-1D94B3D1251C}"/>
                  </a:ext>
                </a:extLst>
              </p:cNvPr>
              <p:cNvSpPr/>
              <p:nvPr/>
            </p:nvSpPr>
            <p:spPr>
              <a:xfrm>
                <a:off x="3424308" y="2369261"/>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476" name="Graphic 330">
                <a:extLst>
                  <a:ext uri="{FF2B5EF4-FFF2-40B4-BE49-F238E27FC236}">
                    <a16:creationId xmlns:a16="http://schemas.microsoft.com/office/drawing/2014/main" id="{DD2A5063-CD76-B5B1-D680-D613CB5B7321}"/>
                  </a:ext>
                </a:extLst>
              </p:cNvPr>
              <p:cNvGrpSpPr/>
              <p:nvPr/>
            </p:nvGrpSpPr>
            <p:grpSpPr>
              <a:xfrm>
                <a:off x="3529178" y="2474297"/>
                <a:ext cx="261425" cy="261748"/>
                <a:chOff x="2905403" y="2047213"/>
                <a:chExt cx="261773" cy="261748"/>
              </a:xfrm>
              <a:solidFill>
                <a:schemeClr val="bg1">
                  <a:lumMod val="75000"/>
                </a:schemeClr>
              </a:solidFill>
            </p:grpSpPr>
            <p:sp>
              <p:nvSpPr>
                <p:cNvPr id="477" name="Freeform 170">
                  <a:extLst>
                    <a:ext uri="{FF2B5EF4-FFF2-40B4-BE49-F238E27FC236}">
                      <a16:creationId xmlns:a16="http://schemas.microsoft.com/office/drawing/2014/main" id="{DCCC0D31-2945-C2BD-ADF3-A547B3A543FE}"/>
                    </a:ext>
                  </a:extLst>
                </p:cNvPr>
                <p:cNvSpPr/>
                <p:nvPr/>
              </p:nvSpPr>
              <p:spPr>
                <a:xfrm>
                  <a:off x="2905403" y="2197919"/>
                  <a:ext cx="111010" cy="111042"/>
                </a:xfrm>
                <a:custGeom>
                  <a:avLst/>
                  <a:gdLst>
                    <a:gd name="connsiteX0" fmla="*/ 12535 w 111010"/>
                    <a:gd name="connsiteY0" fmla="*/ 111042 h 111042"/>
                    <a:gd name="connsiteX1" fmla="*/ 0 w 111010"/>
                    <a:gd name="connsiteY1" fmla="*/ 98495 h 111042"/>
                    <a:gd name="connsiteX2" fmla="*/ 3662 w 111010"/>
                    <a:gd name="connsiteY2" fmla="*/ 89645 h 111042"/>
                    <a:gd name="connsiteX3" fmla="*/ 88890 w 111010"/>
                    <a:gd name="connsiteY3" fmla="*/ 4449 h 111042"/>
                    <a:gd name="connsiteX4" fmla="*/ 106562 w 111010"/>
                    <a:gd name="connsiteY4" fmla="*/ 2960 h 111042"/>
                    <a:gd name="connsiteX5" fmla="*/ 108051 w 111010"/>
                    <a:gd name="connsiteY5" fmla="*/ 20632 h 111042"/>
                    <a:gd name="connsiteX6" fmla="*/ 106587 w 111010"/>
                    <a:gd name="connsiteY6" fmla="*/ 22100 h 111042"/>
                    <a:gd name="connsiteX7" fmla="*/ 21407 w 111010"/>
                    <a:gd name="connsiteY7" fmla="*/ 107327 h 111042"/>
                    <a:gd name="connsiteX8" fmla="*/ 12535 w 111010"/>
                    <a:gd name="connsiteY8" fmla="*/ 111042 h 11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010" h="111042">
                      <a:moveTo>
                        <a:pt x="12535" y="111042"/>
                      </a:moveTo>
                      <a:cubicBezTo>
                        <a:pt x="5609" y="111039"/>
                        <a:pt x="-3" y="105422"/>
                        <a:pt x="0" y="98495"/>
                      </a:cubicBezTo>
                      <a:cubicBezTo>
                        <a:pt x="2" y="95177"/>
                        <a:pt x="1318" y="91995"/>
                        <a:pt x="3662" y="89645"/>
                      </a:cubicBezTo>
                      <a:lnTo>
                        <a:pt x="88890" y="4449"/>
                      </a:lnTo>
                      <a:cubicBezTo>
                        <a:pt x="93358" y="-842"/>
                        <a:pt x="101270" y="-1509"/>
                        <a:pt x="106562" y="2960"/>
                      </a:cubicBezTo>
                      <a:cubicBezTo>
                        <a:pt x="111853" y="7429"/>
                        <a:pt x="112520" y="15340"/>
                        <a:pt x="108051" y="20632"/>
                      </a:cubicBezTo>
                      <a:cubicBezTo>
                        <a:pt x="107604" y="21161"/>
                        <a:pt x="107115" y="21651"/>
                        <a:pt x="106587" y="22100"/>
                      </a:cubicBezTo>
                      <a:lnTo>
                        <a:pt x="21407" y="107327"/>
                      </a:lnTo>
                      <a:cubicBezTo>
                        <a:pt x="19061" y="109696"/>
                        <a:pt x="15868" y="111033"/>
                        <a:pt x="12535" y="111042"/>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78" name="Freeform 171">
                  <a:extLst>
                    <a:ext uri="{FF2B5EF4-FFF2-40B4-BE49-F238E27FC236}">
                      <a16:creationId xmlns:a16="http://schemas.microsoft.com/office/drawing/2014/main" id="{84BDA38E-7779-F6A8-1670-3F9976A2872B}"/>
                    </a:ext>
                  </a:extLst>
                </p:cNvPr>
                <p:cNvSpPr/>
                <p:nvPr/>
              </p:nvSpPr>
              <p:spPr>
                <a:xfrm>
                  <a:off x="2964682" y="2047213"/>
                  <a:ext cx="202495" cy="202495"/>
                </a:xfrm>
                <a:custGeom>
                  <a:avLst/>
                  <a:gdLst>
                    <a:gd name="connsiteX0" fmla="*/ 101263 w 202495"/>
                    <a:gd name="connsiteY0" fmla="*/ 202495 h 202495"/>
                    <a:gd name="connsiteX1" fmla="*/ 0 w 202495"/>
                    <a:gd name="connsiteY1" fmla="*/ 101263 h 202495"/>
                    <a:gd name="connsiteX2" fmla="*/ 101232 w 202495"/>
                    <a:gd name="connsiteY2" fmla="*/ 0 h 202495"/>
                    <a:gd name="connsiteX3" fmla="*/ 202495 w 202495"/>
                    <a:gd name="connsiteY3" fmla="*/ 101232 h 202495"/>
                    <a:gd name="connsiteX4" fmla="*/ 202495 w 202495"/>
                    <a:gd name="connsiteY4" fmla="*/ 101248 h 202495"/>
                    <a:gd name="connsiteX5" fmla="*/ 101263 w 202495"/>
                    <a:gd name="connsiteY5" fmla="*/ 202495 h 202495"/>
                    <a:gd name="connsiteX6" fmla="*/ 101263 w 202495"/>
                    <a:gd name="connsiteY6" fmla="*/ 25096 h 202495"/>
                    <a:gd name="connsiteX7" fmla="*/ 25081 w 202495"/>
                    <a:gd name="connsiteY7" fmla="*/ 101248 h 202495"/>
                    <a:gd name="connsiteX8" fmla="*/ 101232 w 202495"/>
                    <a:gd name="connsiteY8" fmla="*/ 177430 h 202495"/>
                    <a:gd name="connsiteX9" fmla="*/ 177415 w 202495"/>
                    <a:gd name="connsiteY9" fmla="*/ 101279 h 202495"/>
                    <a:gd name="connsiteX10" fmla="*/ 177415 w 202495"/>
                    <a:gd name="connsiteY10" fmla="*/ 101248 h 202495"/>
                    <a:gd name="connsiteX11" fmla="*/ 101263 w 202495"/>
                    <a:gd name="connsiteY11" fmla="*/ 25049 h 202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495" h="202495">
                      <a:moveTo>
                        <a:pt x="101263" y="202495"/>
                      </a:moveTo>
                      <a:cubicBezTo>
                        <a:pt x="45346" y="202505"/>
                        <a:pt x="9" y="157181"/>
                        <a:pt x="0" y="101263"/>
                      </a:cubicBezTo>
                      <a:cubicBezTo>
                        <a:pt x="-9" y="45346"/>
                        <a:pt x="45314" y="9"/>
                        <a:pt x="101232" y="0"/>
                      </a:cubicBezTo>
                      <a:cubicBezTo>
                        <a:pt x="157149" y="-9"/>
                        <a:pt x="202486" y="45314"/>
                        <a:pt x="202495" y="101232"/>
                      </a:cubicBezTo>
                      <a:cubicBezTo>
                        <a:pt x="202495" y="101237"/>
                        <a:pt x="202495" y="101242"/>
                        <a:pt x="202495" y="101248"/>
                      </a:cubicBezTo>
                      <a:cubicBezTo>
                        <a:pt x="202434" y="157134"/>
                        <a:pt x="157149" y="202426"/>
                        <a:pt x="101263" y="202495"/>
                      </a:cubicBezTo>
                      <a:close/>
                      <a:moveTo>
                        <a:pt x="101263" y="25096"/>
                      </a:moveTo>
                      <a:cubicBezTo>
                        <a:pt x="59197" y="25088"/>
                        <a:pt x="25089" y="59182"/>
                        <a:pt x="25081" y="101248"/>
                      </a:cubicBezTo>
                      <a:cubicBezTo>
                        <a:pt x="25072" y="143313"/>
                        <a:pt x="59166" y="177421"/>
                        <a:pt x="101232" y="177430"/>
                      </a:cubicBezTo>
                      <a:cubicBezTo>
                        <a:pt x="143298" y="177440"/>
                        <a:pt x="177405" y="143345"/>
                        <a:pt x="177415" y="101279"/>
                      </a:cubicBezTo>
                      <a:cubicBezTo>
                        <a:pt x="177415" y="101268"/>
                        <a:pt x="177415" y="101258"/>
                        <a:pt x="177415" y="101248"/>
                      </a:cubicBezTo>
                      <a:cubicBezTo>
                        <a:pt x="177388" y="59194"/>
                        <a:pt x="143317" y="25101"/>
                        <a:pt x="101263" y="25049"/>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79" name="Freeform 172">
                  <a:extLst>
                    <a:ext uri="{FF2B5EF4-FFF2-40B4-BE49-F238E27FC236}">
                      <a16:creationId xmlns:a16="http://schemas.microsoft.com/office/drawing/2014/main" id="{1E857ACC-B8F4-BC7E-A9B7-5C1CAB000FF1}"/>
                    </a:ext>
                  </a:extLst>
                </p:cNvPr>
                <p:cNvSpPr/>
                <p:nvPr/>
              </p:nvSpPr>
              <p:spPr>
                <a:xfrm>
                  <a:off x="3052606" y="2106356"/>
                  <a:ext cx="25080" cy="84208"/>
                </a:xfrm>
                <a:custGeom>
                  <a:avLst/>
                  <a:gdLst>
                    <a:gd name="connsiteX0" fmla="*/ 12540 w 25080"/>
                    <a:gd name="connsiteY0" fmla="*/ 84208 h 84208"/>
                    <a:gd name="connsiteX1" fmla="*/ 0 w 25080"/>
                    <a:gd name="connsiteY1" fmla="*/ 71668 h 84208"/>
                    <a:gd name="connsiteX2" fmla="*/ 0 w 25080"/>
                    <a:gd name="connsiteY2" fmla="*/ 12540 h 84208"/>
                    <a:gd name="connsiteX3" fmla="*/ 12540 w 25080"/>
                    <a:gd name="connsiteY3" fmla="*/ 0 h 84208"/>
                    <a:gd name="connsiteX4" fmla="*/ 25081 w 25080"/>
                    <a:gd name="connsiteY4" fmla="*/ 12540 h 84208"/>
                    <a:gd name="connsiteX5" fmla="*/ 25081 w 25080"/>
                    <a:gd name="connsiteY5" fmla="*/ 71668 h 84208"/>
                    <a:gd name="connsiteX6" fmla="*/ 12540 w 25080"/>
                    <a:gd name="connsiteY6" fmla="*/ 84208 h 84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80" h="84208">
                      <a:moveTo>
                        <a:pt x="12540" y="84208"/>
                      </a:moveTo>
                      <a:cubicBezTo>
                        <a:pt x="5615" y="84208"/>
                        <a:pt x="0" y="78594"/>
                        <a:pt x="0" y="71668"/>
                      </a:cubicBezTo>
                      <a:lnTo>
                        <a:pt x="0" y="12540"/>
                      </a:lnTo>
                      <a:cubicBezTo>
                        <a:pt x="0" y="5614"/>
                        <a:pt x="5615" y="0"/>
                        <a:pt x="12540" y="0"/>
                      </a:cubicBezTo>
                      <a:cubicBezTo>
                        <a:pt x="19466" y="0"/>
                        <a:pt x="25081" y="5614"/>
                        <a:pt x="25081" y="12540"/>
                      </a:cubicBezTo>
                      <a:lnTo>
                        <a:pt x="25081" y="71668"/>
                      </a:lnTo>
                      <a:cubicBezTo>
                        <a:pt x="25081" y="78594"/>
                        <a:pt x="19466" y="84208"/>
                        <a:pt x="12540" y="84208"/>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80" name="Freeform 173">
                  <a:extLst>
                    <a:ext uri="{FF2B5EF4-FFF2-40B4-BE49-F238E27FC236}">
                      <a16:creationId xmlns:a16="http://schemas.microsoft.com/office/drawing/2014/main" id="{C9019975-DA6F-A1AC-19AE-1DA7F2A2BDCD}"/>
                    </a:ext>
                  </a:extLst>
                </p:cNvPr>
                <p:cNvSpPr/>
                <p:nvPr/>
              </p:nvSpPr>
              <p:spPr>
                <a:xfrm>
                  <a:off x="3023826" y="2135121"/>
                  <a:ext cx="84224" cy="25080"/>
                </a:xfrm>
                <a:custGeom>
                  <a:avLst/>
                  <a:gdLst>
                    <a:gd name="connsiteX0" fmla="*/ 71684 w 84224"/>
                    <a:gd name="connsiteY0" fmla="*/ 25081 h 25080"/>
                    <a:gd name="connsiteX1" fmla="*/ 12540 w 84224"/>
                    <a:gd name="connsiteY1" fmla="*/ 25081 h 25080"/>
                    <a:gd name="connsiteX2" fmla="*/ 0 w 84224"/>
                    <a:gd name="connsiteY2" fmla="*/ 12540 h 25080"/>
                    <a:gd name="connsiteX3" fmla="*/ 12540 w 84224"/>
                    <a:gd name="connsiteY3" fmla="*/ 0 h 25080"/>
                    <a:gd name="connsiteX4" fmla="*/ 71684 w 84224"/>
                    <a:gd name="connsiteY4" fmla="*/ 0 h 25080"/>
                    <a:gd name="connsiteX5" fmla="*/ 84224 w 84224"/>
                    <a:gd name="connsiteY5" fmla="*/ 12540 h 25080"/>
                    <a:gd name="connsiteX6" fmla="*/ 71684 w 8422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224" h="25080">
                      <a:moveTo>
                        <a:pt x="71684" y="25081"/>
                      </a:moveTo>
                      <a:lnTo>
                        <a:pt x="12540" y="25081"/>
                      </a:lnTo>
                      <a:cubicBezTo>
                        <a:pt x="5614" y="25081"/>
                        <a:pt x="0" y="19466"/>
                        <a:pt x="0" y="12540"/>
                      </a:cubicBezTo>
                      <a:cubicBezTo>
                        <a:pt x="0" y="5614"/>
                        <a:pt x="5614" y="0"/>
                        <a:pt x="12540" y="0"/>
                      </a:cubicBezTo>
                      <a:lnTo>
                        <a:pt x="71684" y="0"/>
                      </a:lnTo>
                      <a:cubicBezTo>
                        <a:pt x="78609" y="0"/>
                        <a:pt x="84224" y="5614"/>
                        <a:pt x="84224" y="12540"/>
                      </a:cubicBezTo>
                      <a:cubicBezTo>
                        <a:pt x="84224" y="19466"/>
                        <a:pt x="78609" y="25081"/>
                        <a:pt x="71684" y="25081"/>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581" name="Group 580">
            <a:extLst>
              <a:ext uri="{FF2B5EF4-FFF2-40B4-BE49-F238E27FC236}">
                <a16:creationId xmlns:a16="http://schemas.microsoft.com/office/drawing/2014/main" id="{B9C118BB-1A9F-3E96-357E-9D340642080B}"/>
              </a:ext>
            </a:extLst>
          </p:cNvPr>
          <p:cNvGrpSpPr/>
          <p:nvPr/>
        </p:nvGrpSpPr>
        <p:grpSpPr>
          <a:xfrm>
            <a:off x="4748633" y="2241576"/>
            <a:ext cx="4663391" cy="1365967"/>
            <a:chOff x="4748633" y="2241576"/>
            <a:chExt cx="4663391" cy="1365967"/>
          </a:xfrm>
        </p:grpSpPr>
        <p:grpSp>
          <p:nvGrpSpPr>
            <p:cNvPr id="582" name="Group 581">
              <a:extLst>
                <a:ext uri="{FF2B5EF4-FFF2-40B4-BE49-F238E27FC236}">
                  <a16:creationId xmlns:a16="http://schemas.microsoft.com/office/drawing/2014/main" id="{26A96963-1FDA-388A-2E77-B9C8D40337CA}"/>
                </a:ext>
              </a:extLst>
            </p:cNvPr>
            <p:cNvGrpSpPr/>
            <p:nvPr/>
          </p:nvGrpSpPr>
          <p:grpSpPr>
            <a:xfrm>
              <a:off x="4748633" y="2241576"/>
              <a:ext cx="4663391" cy="1365967"/>
              <a:chOff x="4748633" y="2241576"/>
              <a:chExt cx="4663391" cy="1365967"/>
            </a:xfrm>
          </p:grpSpPr>
          <p:sp>
            <p:nvSpPr>
              <p:cNvPr id="631" name="Arrow: Chevron 22">
                <a:extLst>
                  <a:ext uri="{FF2B5EF4-FFF2-40B4-BE49-F238E27FC236}">
                    <a16:creationId xmlns:a16="http://schemas.microsoft.com/office/drawing/2014/main" id="{5D448149-7A1E-8E18-0984-E7E3C252D83C}"/>
                  </a:ext>
                </a:extLst>
              </p:cNvPr>
              <p:cNvSpPr/>
              <p:nvPr/>
            </p:nvSpPr>
            <p:spPr>
              <a:xfrm>
                <a:off x="4748633" y="3197853"/>
                <a:ext cx="2666844" cy="409690"/>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Realization</a:t>
                </a:r>
              </a:p>
            </p:txBody>
          </p:sp>
          <p:sp>
            <p:nvSpPr>
              <p:cNvPr id="632" name="Arrow: Chevron 274">
                <a:extLst>
                  <a:ext uri="{FF2B5EF4-FFF2-40B4-BE49-F238E27FC236}">
                    <a16:creationId xmlns:a16="http://schemas.microsoft.com/office/drawing/2014/main" id="{FCE3A7B6-A91C-BE83-9665-EE89B1BA4084}"/>
                  </a:ext>
                </a:extLst>
              </p:cNvPr>
              <p:cNvSpPr/>
              <p:nvPr/>
            </p:nvSpPr>
            <p:spPr>
              <a:xfrm>
                <a:off x="8266342" y="3197853"/>
                <a:ext cx="978242" cy="409690"/>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000" b="1" dirty="0">
                    <a:solidFill>
                      <a:schemeClr val="bg1">
                        <a:lumMod val="65000"/>
                      </a:schemeClr>
                    </a:solidFill>
                    <a:latin typeface="Century Gothic" panose="020F0302020204030204"/>
                  </a:rPr>
                  <a:t>BRT</a:t>
                </a:r>
                <a:endPar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endParaRPr>
              </a:p>
            </p:txBody>
          </p:sp>
          <p:sp>
            <p:nvSpPr>
              <p:cNvPr id="633" name="Arrow: Chevron 273">
                <a:extLst>
                  <a:ext uri="{FF2B5EF4-FFF2-40B4-BE49-F238E27FC236}">
                    <a16:creationId xmlns:a16="http://schemas.microsoft.com/office/drawing/2014/main" id="{7C89E39D-9778-FF45-12C0-AD8F22059B73}"/>
                  </a:ext>
                </a:extLst>
              </p:cNvPr>
              <p:cNvSpPr/>
              <p:nvPr/>
            </p:nvSpPr>
            <p:spPr>
              <a:xfrm>
                <a:off x="7323214" y="3197853"/>
                <a:ext cx="1045211"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65000"/>
                      </a:schemeClr>
                    </a:solidFill>
                    <a:effectLst/>
                    <a:uLnTx/>
                    <a:uFillTx/>
                    <a:latin typeface="Century Gothic" panose="020F0302020204030204"/>
                    <a:ea typeface="+mn-ea"/>
                    <a:cs typeface="+mn-cs"/>
                  </a:rPr>
                  <a:t>SIT</a:t>
                </a:r>
              </a:p>
            </p:txBody>
          </p:sp>
          <p:sp>
            <p:nvSpPr>
              <p:cNvPr id="634" name="Arrow: Chevron 279">
                <a:extLst>
                  <a:ext uri="{FF2B5EF4-FFF2-40B4-BE49-F238E27FC236}">
                    <a16:creationId xmlns:a16="http://schemas.microsoft.com/office/drawing/2014/main" id="{DCF7E823-3B96-9D87-6874-CA7923C762B9}"/>
                  </a:ext>
                </a:extLst>
              </p:cNvPr>
              <p:cNvSpPr/>
              <p:nvPr/>
            </p:nvSpPr>
            <p:spPr>
              <a:xfrm>
                <a:off x="4748633" y="2241576"/>
                <a:ext cx="4663391" cy="964154"/>
              </a:xfrm>
              <a:prstGeom prst="chevron">
                <a:avLst>
                  <a:gd name="adj" fmla="val 28502"/>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Execute</a:t>
                </a:r>
              </a:p>
            </p:txBody>
          </p:sp>
        </p:grpSp>
        <p:grpSp>
          <p:nvGrpSpPr>
            <p:cNvPr id="583" name="Group 582">
              <a:extLst>
                <a:ext uri="{FF2B5EF4-FFF2-40B4-BE49-F238E27FC236}">
                  <a16:creationId xmlns:a16="http://schemas.microsoft.com/office/drawing/2014/main" id="{0D87B98F-C431-2858-7A18-4CA5940487F2}"/>
                </a:ext>
              </a:extLst>
            </p:cNvPr>
            <p:cNvGrpSpPr/>
            <p:nvPr/>
          </p:nvGrpSpPr>
          <p:grpSpPr>
            <a:xfrm>
              <a:off x="6831073" y="2369261"/>
              <a:ext cx="471163" cy="471791"/>
              <a:chOff x="6831073" y="2369261"/>
              <a:chExt cx="471163" cy="471791"/>
            </a:xfrm>
          </p:grpSpPr>
          <p:sp>
            <p:nvSpPr>
              <p:cNvPr id="584" name="Oval 583">
                <a:extLst>
                  <a:ext uri="{FF2B5EF4-FFF2-40B4-BE49-F238E27FC236}">
                    <a16:creationId xmlns:a16="http://schemas.microsoft.com/office/drawing/2014/main" id="{9A7069B7-5677-8982-0CC7-DEDE74B8D0C4}"/>
                  </a:ext>
                </a:extLst>
              </p:cNvPr>
              <p:cNvSpPr/>
              <p:nvPr/>
            </p:nvSpPr>
            <p:spPr>
              <a:xfrm>
                <a:off x="6831073" y="2369261"/>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585" name="Group 584">
                <a:extLst>
                  <a:ext uri="{FF2B5EF4-FFF2-40B4-BE49-F238E27FC236}">
                    <a16:creationId xmlns:a16="http://schemas.microsoft.com/office/drawing/2014/main" id="{DD19E22E-9A2B-882A-46A0-A449B2187CC7}"/>
                  </a:ext>
                </a:extLst>
              </p:cNvPr>
              <p:cNvGrpSpPr/>
              <p:nvPr/>
            </p:nvGrpSpPr>
            <p:grpSpPr>
              <a:xfrm>
                <a:off x="6939507" y="2475833"/>
                <a:ext cx="254219" cy="258644"/>
                <a:chOff x="6566257" y="2048749"/>
                <a:chExt cx="254558" cy="258644"/>
              </a:xfrm>
              <a:solidFill>
                <a:schemeClr val="bg1">
                  <a:lumMod val="75000"/>
                </a:schemeClr>
              </a:solidFill>
            </p:grpSpPr>
            <p:grpSp>
              <p:nvGrpSpPr>
                <p:cNvPr id="586" name="Graphic 332">
                  <a:extLst>
                    <a:ext uri="{FF2B5EF4-FFF2-40B4-BE49-F238E27FC236}">
                      <a16:creationId xmlns:a16="http://schemas.microsoft.com/office/drawing/2014/main" id="{631B7F4B-A7C4-837C-3619-8B3AA598ACE0}"/>
                    </a:ext>
                  </a:extLst>
                </p:cNvPr>
                <p:cNvGrpSpPr/>
                <p:nvPr/>
              </p:nvGrpSpPr>
              <p:grpSpPr>
                <a:xfrm>
                  <a:off x="6566257" y="2086119"/>
                  <a:ext cx="135075" cy="185001"/>
                  <a:chOff x="6566257" y="2086119"/>
                  <a:chExt cx="135075" cy="185001"/>
                </a:xfrm>
                <a:grpFill/>
              </p:grpSpPr>
              <p:sp>
                <p:nvSpPr>
                  <p:cNvPr id="600" name="Freeform 164">
                    <a:extLst>
                      <a:ext uri="{FF2B5EF4-FFF2-40B4-BE49-F238E27FC236}">
                        <a16:creationId xmlns:a16="http://schemas.microsoft.com/office/drawing/2014/main" id="{45CC64EB-D872-E805-47C0-593DF4A9C1CF}"/>
                      </a:ext>
                    </a:extLst>
                  </p:cNvPr>
                  <p:cNvSpPr/>
                  <p:nvPr/>
                </p:nvSpPr>
                <p:spPr>
                  <a:xfrm>
                    <a:off x="6566257" y="2086119"/>
                    <a:ext cx="135075" cy="131501"/>
                  </a:xfrm>
                  <a:custGeom>
                    <a:avLst/>
                    <a:gdLst>
                      <a:gd name="connsiteX0" fmla="*/ 92814 w 135075"/>
                      <a:gd name="connsiteY0" fmla="*/ 131501 h 131501"/>
                      <a:gd name="connsiteX1" fmla="*/ 80275 w 135075"/>
                      <a:gd name="connsiteY1" fmla="*/ 118959 h 131501"/>
                      <a:gd name="connsiteX2" fmla="*/ 88409 w 135075"/>
                      <a:gd name="connsiteY2" fmla="*/ 107220 h 131501"/>
                      <a:gd name="connsiteX3" fmla="*/ 109994 w 135075"/>
                      <a:gd name="connsiteY3" fmla="*/ 66088 h 131501"/>
                      <a:gd name="connsiteX4" fmla="*/ 67545 w 135075"/>
                      <a:gd name="connsiteY4" fmla="*/ 25081 h 131501"/>
                      <a:gd name="connsiteX5" fmla="*/ 25081 w 135075"/>
                      <a:gd name="connsiteY5" fmla="*/ 66088 h 131501"/>
                      <a:gd name="connsiteX6" fmla="*/ 47481 w 135075"/>
                      <a:gd name="connsiteY6" fmla="*/ 107016 h 131501"/>
                      <a:gd name="connsiteX7" fmla="*/ 53935 w 135075"/>
                      <a:gd name="connsiteY7" fmla="*/ 123535 h 131501"/>
                      <a:gd name="connsiteX8" fmla="*/ 38358 w 135075"/>
                      <a:gd name="connsiteY8" fmla="*/ 130357 h 131501"/>
                      <a:gd name="connsiteX9" fmla="*/ 0 w 135075"/>
                      <a:gd name="connsiteY9" fmla="*/ 66088 h 131501"/>
                      <a:gd name="connsiteX10" fmla="*/ 67545 w 135075"/>
                      <a:gd name="connsiteY10" fmla="*/ 0 h 131501"/>
                      <a:gd name="connsiteX11" fmla="*/ 135075 w 135075"/>
                      <a:gd name="connsiteY11" fmla="*/ 66088 h 131501"/>
                      <a:gd name="connsiteX12" fmla="*/ 97219 w 135075"/>
                      <a:gd name="connsiteY12" fmla="*/ 130702 h 131501"/>
                      <a:gd name="connsiteX13" fmla="*/ 92814 w 135075"/>
                      <a:gd name="connsiteY13" fmla="*/ 131501 h 131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5075" h="131501">
                        <a:moveTo>
                          <a:pt x="92814" y="131501"/>
                        </a:moveTo>
                        <a:cubicBezTo>
                          <a:pt x="85888" y="131501"/>
                          <a:pt x="80274" y="125886"/>
                          <a:pt x="80275" y="118959"/>
                        </a:cubicBezTo>
                        <a:cubicBezTo>
                          <a:pt x="80275" y="113733"/>
                          <a:pt x="83517" y="109056"/>
                          <a:pt x="88409" y="107220"/>
                        </a:cubicBezTo>
                        <a:cubicBezTo>
                          <a:pt x="109994" y="99116"/>
                          <a:pt x="109994" y="74302"/>
                          <a:pt x="109994" y="66088"/>
                        </a:cubicBezTo>
                        <a:cubicBezTo>
                          <a:pt x="109994" y="42324"/>
                          <a:pt x="92140" y="25081"/>
                          <a:pt x="67545" y="25081"/>
                        </a:cubicBezTo>
                        <a:cubicBezTo>
                          <a:pt x="42951" y="25081"/>
                          <a:pt x="25081" y="42324"/>
                          <a:pt x="25081" y="66088"/>
                        </a:cubicBezTo>
                        <a:cubicBezTo>
                          <a:pt x="25081" y="80760"/>
                          <a:pt x="28968" y="99774"/>
                          <a:pt x="47481" y="107016"/>
                        </a:cubicBezTo>
                        <a:cubicBezTo>
                          <a:pt x="53825" y="109795"/>
                          <a:pt x="56714" y="117191"/>
                          <a:pt x="53935" y="123535"/>
                        </a:cubicBezTo>
                        <a:cubicBezTo>
                          <a:pt x="51313" y="129520"/>
                          <a:pt x="44535" y="132489"/>
                          <a:pt x="38358" y="130357"/>
                        </a:cubicBezTo>
                        <a:cubicBezTo>
                          <a:pt x="13669" y="120701"/>
                          <a:pt x="0" y="97862"/>
                          <a:pt x="0" y="66088"/>
                        </a:cubicBezTo>
                        <a:cubicBezTo>
                          <a:pt x="0" y="28467"/>
                          <a:pt x="29031" y="0"/>
                          <a:pt x="67545" y="0"/>
                        </a:cubicBezTo>
                        <a:cubicBezTo>
                          <a:pt x="106060" y="0"/>
                          <a:pt x="135075" y="28467"/>
                          <a:pt x="135075" y="66088"/>
                        </a:cubicBezTo>
                        <a:cubicBezTo>
                          <a:pt x="135075" y="98598"/>
                          <a:pt x="121641" y="121547"/>
                          <a:pt x="97219" y="130702"/>
                        </a:cubicBezTo>
                        <a:cubicBezTo>
                          <a:pt x="95809" y="131224"/>
                          <a:pt x="94318" y="131495"/>
                          <a:pt x="92814" y="131501"/>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01" name="Freeform 165">
                    <a:extLst>
                      <a:ext uri="{FF2B5EF4-FFF2-40B4-BE49-F238E27FC236}">
                        <a16:creationId xmlns:a16="http://schemas.microsoft.com/office/drawing/2014/main" id="{F579F5A4-9473-D49C-212E-48762E026698}"/>
                      </a:ext>
                    </a:extLst>
                  </p:cNvPr>
                  <p:cNvSpPr/>
                  <p:nvPr/>
                </p:nvSpPr>
                <p:spPr>
                  <a:xfrm>
                    <a:off x="6601417" y="2210096"/>
                    <a:ext cx="64864" cy="25080"/>
                  </a:xfrm>
                  <a:custGeom>
                    <a:avLst/>
                    <a:gdLst>
                      <a:gd name="connsiteX0" fmla="*/ 52325 w 64864"/>
                      <a:gd name="connsiteY0" fmla="*/ 25081 h 25080"/>
                      <a:gd name="connsiteX1" fmla="*/ 12540 w 64864"/>
                      <a:gd name="connsiteY1" fmla="*/ 25081 h 25080"/>
                      <a:gd name="connsiteX2" fmla="*/ 0 w 64864"/>
                      <a:gd name="connsiteY2" fmla="*/ 12540 h 25080"/>
                      <a:gd name="connsiteX3" fmla="*/ 12540 w 64864"/>
                      <a:gd name="connsiteY3" fmla="*/ 0 h 25080"/>
                      <a:gd name="connsiteX4" fmla="*/ 52325 w 64864"/>
                      <a:gd name="connsiteY4" fmla="*/ 0 h 25080"/>
                      <a:gd name="connsiteX5" fmla="*/ 64865 w 64864"/>
                      <a:gd name="connsiteY5" fmla="*/ 12540 h 25080"/>
                      <a:gd name="connsiteX6" fmla="*/ 52325 w 6486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64" h="25080">
                        <a:moveTo>
                          <a:pt x="52325" y="25081"/>
                        </a:moveTo>
                        <a:lnTo>
                          <a:pt x="12540" y="25081"/>
                        </a:lnTo>
                        <a:cubicBezTo>
                          <a:pt x="5614" y="25081"/>
                          <a:pt x="0" y="19466"/>
                          <a:pt x="0" y="12540"/>
                        </a:cubicBezTo>
                        <a:cubicBezTo>
                          <a:pt x="0" y="5615"/>
                          <a:pt x="5614" y="0"/>
                          <a:pt x="12540" y="0"/>
                        </a:cubicBezTo>
                        <a:lnTo>
                          <a:pt x="52325" y="0"/>
                        </a:lnTo>
                        <a:cubicBezTo>
                          <a:pt x="59250" y="0"/>
                          <a:pt x="64865" y="5615"/>
                          <a:pt x="64865" y="12540"/>
                        </a:cubicBezTo>
                        <a:cubicBezTo>
                          <a:pt x="64865" y="19466"/>
                          <a:pt x="59250" y="25081"/>
                          <a:pt x="52325" y="25081"/>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04" name="Freeform 166">
                    <a:extLst>
                      <a:ext uri="{FF2B5EF4-FFF2-40B4-BE49-F238E27FC236}">
                        <a16:creationId xmlns:a16="http://schemas.microsoft.com/office/drawing/2014/main" id="{03C30C97-D700-ABA7-1F0C-0360BB6EADC6}"/>
                      </a:ext>
                    </a:extLst>
                  </p:cNvPr>
                  <p:cNvSpPr/>
                  <p:nvPr/>
                </p:nvSpPr>
                <p:spPr>
                  <a:xfrm>
                    <a:off x="6601417" y="2246040"/>
                    <a:ext cx="63846" cy="25080"/>
                  </a:xfrm>
                  <a:custGeom>
                    <a:avLst/>
                    <a:gdLst>
                      <a:gd name="connsiteX0" fmla="*/ 51306 w 63846"/>
                      <a:gd name="connsiteY0" fmla="*/ 25081 h 25080"/>
                      <a:gd name="connsiteX1" fmla="*/ 12540 w 63846"/>
                      <a:gd name="connsiteY1" fmla="*/ 25081 h 25080"/>
                      <a:gd name="connsiteX2" fmla="*/ 0 w 63846"/>
                      <a:gd name="connsiteY2" fmla="*/ 12540 h 25080"/>
                      <a:gd name="connsiteX3" fmla="*/ 12540 w 63846"/>
                      <a:gd name="connsiteY3" fmla="*/ 0 h 25080"/>
                      <a:gd name="connsiteX4" fmla="*/ 51306 w 63846"/>
                      <a:gd name="connsiteY4" fmla="*/ 0 h 25080"/>
                      <a:gd name="connsiteX5" fmla="*/ 63846 w 63846"/>
                      <a:gd name="connsiteY5" fmla="*/ 12540 h 25080"/>
                      <a:gd name="connsiteX6" fmla="*/ 51306 w 63846"/>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846" h="25080">
                        <a:moveTo>
                          <a:pt x="51306" y="25081"/>
                        </a:moveTo>
                        <a:lnTo>
                          <a:pt x="12540" y="25081"/>
                        </a:lnTo>
                        <a:cubicBezTo>
                          <a:pt x="5614" y="25081"/>
                          <a:pt x="0" y="19466"/>
                          <a:pt x="0" y="12540"/>
                        </a:cubicBezTo>
                        <a:cubicBezTo>
                          <a:pt x="0" y="5615"/>
                          <a:pt x="5614" y="0"/>
                          <a:pt x="12540" y="0"/>
                        </a:cubicBezTo>
                        <a:lnTo>
                          <a:pt x="51306" y="0"/>
                        </a:lnTo>
                        <a:cubicBezTo>
                          <a:pt x="58232" y="0"/>
                          <a:pt x="63846" y="5615"/>
                          <a:pt x="63846" y="12540"/>
                        </a:cubicBezTo>
                        <a:cubicBezTo>
                          <a:pt x="63846" y="19466"/>
                          <a:pt x="58232" y="25081"/>
                          <a:pt x="51306" y="25081"/>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30" name="Freeform 167">
                    <a:extLst>
                      <a:ext uri="{FF2B5EF4-FFF2-40B4-BE49-F238E27FC236}">
                        <a16:creationId xmlns:a16="http://schemas.microsoft.com/office/drawing/2014/main" id="{B69807DF-024A-204B-B794-3F8E01475F54}"/>
                      </a:ext>
                    </a:extLst>
                  </p:cNvPr>
                  <p:cNvSpPr/>
                  <p:nvPr/>
                </p:nvSpPr>
                <p:spPr>
                  <a:xfrm>
                    <a:off x="6597059" y="2192744"/>
                    <a:ext cx="73564" cy="78377"/>
                  </a:xfrm>
                  <a:custGeom>
                    <a:avLst/>
                    <a:gdLst>
                      <a:gd name="connsiteX0" fmla="*/ 61024 w 73564"/>
                      <a:gd name="connsiteY0" fmla="*/ 78377 h 78377"/>
                      <a:gd name="connsiteX1" fmla="*/ 12540 w 73564"/>
                      <a:gd name="connsiteY1" fmla="*/ 78377 h 78377"/>
                      <a:gd name="connsiteX2" fmla="*/ 0 w 73564"/>
                      <a:gd name="connsiteY2" fmla="*/ 65837 h 78377"/>
                      <a:gd name="connsiteX3" fmla="*/ 0 w 73564"/>
                      <a:gd name="connsiteY3" fmla="*/ 12540 h 78377"/>
                      <a:gd name="connsiteX4" fmla="*/ 12540 w 73564"/>
                      <a:gd name="connsiteY4" fmla="*/ 0 h 78377"/>
                      <a:gd name="connsiteX5" fmla="*/ 25081 w 73564"/>
                      <a:gd name="connsiteY5" fmla="*/ 12540 h 78377"/>
                      <a:gd name="connsiteX6" fmla="*/ 25081 w 73564"/>
                      <a:gd name="connsiteY6" fmla="*/ 53296 h 78377"/>
                      <a:gd name="connsiteX7" fmla="*/ 48484 w 73564"/>
                      <a:gd name="connsiteY7" fmla="*/ 53296 h 78377"/>
                      <a:gd name="connsiteX8" fmla="*/ 48484 w 73564"/>
                      <a:gd name="connsiteY8" fmla="*/ 13308 h 78377"/>
                      <a:gd name="connsiteX9" fmla="*/ 61024 w 73564"/>
                      <a:gd name="connsiteY9" fmla="*/ 768 h 78377"/>
                      <a:gd name="connsiteX10" fmla="*/ 73565 w 73564"/>
                      <a:gd name="connsiteY10" fmla="*/ 13308 h 78377"/>
                      <a:gd name="connsiteX11" fmla="*/ 73565 w 73564"/>
                      <a:gd name="connsiteY11" fmla="*/ 65837 h 78377"/>
                      <a:gd name="connsiteX12" fmla="*/ 61024 w 73564"/>
                      <a:gd name="connsiteY12" fmla="*/ 78377 h 7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564" h="78377">
                        <a:moveTo>
                          <a:pt x="61024" y="78377"/>
                        </a:moveTo>
                        <a:lnTo>
                          <a:pt x="12540" y="78377"/>
                        </a:lnTo>
                        <a:cubicBezTo>
                          <a:pt x="5614" y="78377"/>
                          <a:pt x="0" y="72762"/>
                          <a:pt x="0" y="65837"/>
                        </a:cubicBezTo>
                        <a:lnTo>
                          <a:pt x="0" y="12540"/>
                        </a:lnTo>
                        <a:cubicBezTo>
                          <a:pt x="0" y="5615"/>
                          <a:pt x="5614" y="0"/>
                          <a:pt x="12540" y="0"/>
                        </a:cubicBezTo>
                        <a:cubicBezTo>
                          <a:pt x="19466" y="0"/>
                          <a:pt x="25081" y="5615"/>
                          <a:pt x="25081" y="12540"/>
                        </a:cubicBezTo>
                        <a:lnTo>
                          <a:pt x="25081" y="53296"/>
                        </a:lnTo>
                        <a:lnTo>
                          <a:pt x="48484" y="53296"/>
                        </a:lnTo>
                        <a:lnTo>
                          <a:pt x="48484" y="13308"/>
                        </a:lnTo>
                        <a:cubicBezTo>
                          <a:pt x="48484" y="6383"/>
                          <a:pt x="54099" y="768"/>
                          <a:pt x="61024" y="768"/>
                        </a:cubicBezTo>
                        <a:cubicBezTo>
                          <a:pt x="67950" y="768"/>
                          <a:pt x="73565" y="6383"/>
                          <a:pt x="73565" y="13308"/>
                        </a:cubicBezTo>
                        <a:lnTo>
                          <a:pt x="73565" y="65837"/>
                        </a:lnTo>
                        <a:cubicBezTo>
                          <a:pt x="73565" y="72762"/>
                          <a:pt x="67950" y="78377"/>
                          <a:pt x="61024" y="78377"/>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587" name="Freeform 151">
                  <a:extLst>
                    <a:ext uri="{FF2B5EF4-FFF2-40B4-BE49-F238E27FC236}">
                      <a16:creationId xmlns:a16="http://schemas.microsoft.com/office/drawing/2014/main" id="{204827D7-243E-45F9-2071-93F508E0D177}"/>
                    </a:ext>
                  </a:extLst>
                </p:cNvPr>
                <p:cNvSpPr/>
                <p:nvPr/>
              </p:nvSpPr>
              <p:spPr>
                <a:xfrm>
                  <a:off x="6621779" y="2048749"/>
                  <a:ext cx="180740" cy="115668"/>
                </a:xfrm>
                <a:custGeom>
                  <a:avLst/>
                  <a:gdLst>
                    <a:gd name="connsiteX0" fmla="*/ 138054 w 180740"/>
                    <a:gd name="connsiteY0" fmla="*/ 115669 h 115668"/>
                    <a:gd name="connsiteX1" fmla="*/ 125513 w 180740"/>
                    <a:gd name="connsiteY1" fmla="*/ 103129 h 115668"/>
                    <a:gd name="connsiteX2" fmla="*/ 125513 w 180740"/>
                    <a:gd name="connsiteY2" fmla="*/ 25081 h 115668"/>
                    <a:gd name="connsiteX3" fmla="*/ 25081 w 180740"/>
                    <a:gd name="connsiteY3" fmla="*/ 25081 h 115668"/>
                    <a:gd name="connsiteX4" fmla="*/ 25081 w 180740"/>
                    <a:gd name="connsiteY4" fmla="*/ 49754 h 115668"/>
                    <a:gd name="connsiteX5" fmla="*/ 12540 w 180740"/>
                    <a:gd name="connsiteY5" fmla="*/ 62294 h 115668"/>
                    <a:gd name="connsiteX6" fmla="*/ 0 w 180740"/>
                    <a:gd name="connsiteY6" fmla="*/ 49754 h 115668"/>
                    <a:gd name="connsiteX7" fmla="*/ 0 w 180740"/>
                    <a:gd name="connsiteY7" fmla="*/ 12540 h 115668"/>
                    <a:gd name="connsiteX8" fmla="*/ 12540 w 180740"/>
                    <a:gd name="connsiteY8" fmla="*/ 0 h 115668"/>
                    <a:gd name="connsiteX9" fmla="*/ 138054 w 180740"/>
                    <a:gd name="connsiteY9" fmla="*/ 0 h 115668"/>
                    <a:gd name="connsiteX10" fmla="*/ 150594 w 180740"/>
                    <a:gd name="connsiteY10" fmla="*/ 12540 h 115668"/>
                    <a:gd name="connsiteX11" fmla="*/ 150594 w 180740"/>
                    <a:gd name="connsiteY11" fmla="*/ 72844 h 115668"/>
                    <a:gd name="connsiteX12" fmla="*/ 158792 w 180740"/>
                    <a:gd name="connsiteY12" fmla="*/ 64724 h 115668"/>
                    <a:gd name="connsiteX13" fmla="*/ 176491 w 180740"/>
                    <a:gd name="connsiteY13" fmla="*/ 63608 h 115668"/>
                    <a:gd name="connsiteX14" fmla="*/ 177607 w 180740"/>
                    <a:gd name="connsiteY14" fmla="*/ 81308 h 115668"/>
                    <a:gd name="connsiteX15" fmla="*/ 176458 w 180740"/>
                    <a:gd name="connsiteY15" fmla="*/ 82453 h 115668"/>
                    <a:gd name="connsiteX16" fmla="*/ 146926 w 180740"/>
                    <a:gd name="connsiteY16" fmla="*/ 111985 h 115668"/>
                    <a:gd name="connsiteX17" fmla="*/ 138054 w 180740"/>
                    <a:gd name="connsiteY17" fmla="*/ 115669 h 11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740" h="115668">
                      <a:moveTo>
                        <a:pt x="138054" y="115669"/>
                      </a:moveTo>
                      <a:cubicBezTo>
                        <a:pt x="131128" y="115669"/>
                        <a:pt x="125513" y="110055"/>
                        <a:pt x="125513" y="103129"/>
                      </a:cubicBezTo>
                      <a:lnTo>
                        <a:pt x="125513" y="25081"/>
                      </a:lnTo>
                      <a:lnTo>
                        <a:pt x="25081" y="25081"/>
                      </a:lnTo>
                      <a:lnTo>
                        <a:pt x="25081" y="49754"/>
                      </a:lnTo>
                      <a:cubicBezTo>
                        <a:pt x="25081" y="56680"/>
                        <a:pt x="19466" y="62294"/>
                        <a:pt x="12540" y="62294"/>
                      </a:cubicBezTo>
                      <a:cubicBezTo>
                        <a:pt x="5614" y="62294"/>
                        <a:pt x="0" y="56680"/>
                        <a:pt x="0" y="49754"/>
                      </a:cubicBezTo>
                      <a:lnTo>
                        <a:pt x="0" y="12540"/>
                      </a:lnTo>
                      <a:cubicBezTo>
                        <a:pt x="0" y="5615"/>
                        <a:pt x="5614" y="0"/>
                        <a:pt x="12540" y="0"/>
                      </a:cubicBezTo>
                      <a:lnTo>
                        <a:pt x="138054" y="0"/>
                      </a:lnTo>
                      <a:cubicBezTo>
                        <a:pt x="144979" y="0"/>
                        <a:pt x="150594" y="5615"/>
                        <a:pt x="150594" y="12540"/>
                      </a:cubicBezTo>
                      <a:lnTo>
                        <a:pt x="150594" y="72844"/>
                      </a:lnTo>
                      <a:lnTo>
                        <a:pt x="158792" y="64724"/>
                      </a:lnTo>
                      <a:cubicBezTo>
                        <a:pt x="163371" y="59528"/>
                        <a:pt x="171296" y="59029"/>
                        <a:pt x="176491" y="63608"/>
                      </a:cubicBezTo>
                      <a:cubicBezTo>
                        <a:pt x="181688" y="68188"/>
                        <a:pt x="182188" y="76112"/>
                        <a:pt x="177607" y="81308"/>
                      </a:cubicBezTo>
                      <a:cubicBezTo>
                        <a:pt x="177250" y="81714"/>
                        <a:pt x="176866" y="82096"/>
                        <a:pt x="176458" y="82453"/>
                      </a:cubicBezTo>
                      <a:lnTo>
                        <a:pt x="146926" y="111985"/>
                      </a:lnTo>
                      <a:cubicBezTo>
                        <a:pt x="144574" y="114342"/>
                        <a:pt x="141383" y="115667"/>
                        <a:pt x="138054" y="115669"/>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88" name="Freeform 152">
                  <a:extLst>
                    <a:ext uri="{FF2B5EF4-FFF2-40B4-BE49-F238E27FC236}">
                      <a16:creationId xmlns:a16="http://schemas.microsoft.com/office/drawing/2014/main" id="{C498C47E-464B-0C77-0AA6-A646A7F04FA6}"/>
                    </a:ext>
                  </a:extLst>
                </p:cNvPr>
                <p:cNvSpPr/>
                <p:nvPr/>
              </p:nvSpPr>
              <p:spPr>
                <a:xfrm>
                  <a:off x="6602514" y="2254254"/>
                  <a:ext cx="62701" cy="53139"/>
                </a:xfrm>
                <a:custGeom>
                  <a:avLst/>
                  <a:gdLst>
                    <a:gd name="connsiteX0" fmla="*/ 31351 w 62701"/>
                    <a:gd name="connsiteY0" fmla="*/ 53140 h 53139"/>
                    <a:gd name="connsiteX1" fmla="*/ 0 w 62701"/>
                    <a:gd name="connsiteY1" fmla="*/ 21789 h 53139"/>
                    <a:gd name="connsiteX2" fmla="*/ 0 w 62701"/>
                    <a:gd name="connsiteY2" fmla="*/ 12540 h 53139"/>
                    <a:gd name="connsiteX3" fmla="*/ 12540 w 62701"/>
                    <a:gd name="connsiteY3" fmla="*/ 0 h 53139"/>
                    <a:gd name="connsiteX4" fmla="*/ 25081 w 62701"/>
                    <a:gd name="connsiteY4" fmla="*/ 12540 h 53139"/>
                    <a:gd name="connsiteX5" fmla="*/ 25081 w 62701"/>
                    <a:gd name="connsiteY5" fmla="*/ 21789 h 53139"/>
                    <a:gd name="connsiteX6" fmla="*/ 31351 w 62701"/>
                    <a:gd name="connsiteY6" fmla="*/ 28059 h 53139"/>
                    <a:gd name="connsiteX7" fmla="*/ 37621 w 62701"/>
                    <a:gd name="connsiteY7" fmla="*/ 21789 h 53139"/>
                    <a:gd name="connsiteX8" fmla="*/ 37621 w 62701"/>
                    <a:gd name="connsiteY8" fmla="*/ 12540 h 53139"/>
                    <a:gd name="connsiteX9" fmla="*/ 50161 w 62701"/>
                    <a:gd name="connsiteY9" fmla="*/ 0 h 53139"/>
                    <a:gd name="connsiteX10" fmla="*/ 62702 w 62701"/>
                    <a:gd name="connsiteY10" fmla="*/ 12540 h 53139"/>
                    <a:gd name="connsiteX11" fmla="*/ 62702 w 62701"/>
                    <a:gd name="connsiteY11" fmla="*/ 21789 h 53139"/>
                    <a:gd name="connsiteX12" fmla="*/ 31351 w 62701"/>
                    <a:gd name="connsiteY12" fmla="*/ 53140 h 5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701" h="53139">
                      <a:moveTo>
                        <a:pt x="31351" y="53140"/>
                      </a:moveTo>
                      <a:cubicBezTo>
                        <a:pt x="14036" y="53140"/>
                        <a:pt x="0" y="39104"/>
                        <a:pt x="0" y="21789"/>
                      </a:cubicBezTo>
                      <a:lnTo>
                        <a:pt x="0" y="12540"/>
                      </a:lnTo>
                      <a:cubicBezTo>
                        <a:pt x="0" y="5615"/>
                        <a:pt x="5614" y="0"/>
                        <a:pt x="12540" y="0"/>
                      </a:cubicBezTo>
                      <a:cubicBezTo>
                        <a:pt x="19466" y="0"/>
                        <a:pt x="25081" y="5615"/>
                        <a:pt x="25081" y="12540"/>
                      </a:cubicBezTo>
                      <a:lnTo>
                        <a:pt x="25081" y="21789"/>
                      </a:lnTo>
                      <a:cubicBezTo>
                        <a:pt x="25081" y="25252"/>
                        <a:pt x="27888" y="28059"/>
                        <a:pt x="31351" y="28059"/>
                      </a:cubicBezTo>
                      <a:cubicBezTo>
                        <a:pt x="34814" y="28059"/>
                        <a:pt x="37621" y="25252"/>
                        <a:pt x="37621" y="21789"/>
                      </a:cubicBezTo>
                      <a:lnTo>
                        <a:pt x="37621" y="12540"/>
                      </a:lnTo>
                      <a:cubicBezTo>
                        <a:pt x="37621" y="5615"/>
                        <a:pt x="43235" y="0"/>
                        <a:pt x="50161" y="0"/>
                      </a:cubicBezTo>
                      <a:cubicBezTo>
                        <a:pt x="57087" y="0"/>
                        <a:pt x="62702" y="5615"/>
                        <a:pt x="62702" y="12540"/>
                      </a:cubicBezTo>
                      <a:lnTo>
                        <a:pt x="62702" y="21789"/>
                      </a:lnTo>
                      <a:cubicBezTo>
                        <a:pt x="62702" y="39104"/>
                        <a:pt x="48665" y="53140"/>
                        <a:pt x="31351" y="53140"/>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589" name="Graphic 332">
                  <a:extLst>
                    <a:ext uri="{FF2B5EF4-FFF2-40B4-BE49-F238E27FC236}">
                      <a16:creationId xmlns:a16="http://schemas.microsoft.com/office/drawing/2014/main" id="{81F240BB-687C-F146-720E-C588BCACF348}"/>
                    </a:ext>
                  </a:extLst>
                </p:cNvPr>
                <p:cNvGrpSpPr/>
                <p:nvPr/>
              </p:nvGrpSpPr>
              <p:grpSpPr>
                <a:xfrm>
                  <a:off x="6698915" y="2181138"/>
                  <a:ext cx="121900" cy="126255"/>
                  <a:chOff x="6698915" y="2181138"/>
                  <a:chExt cx="121900" cy="126255"/>
                </a:xfrm>
                <a:grpFill/>
              </p:grpSpPr>
              <p:sp>
                <p:nvSpPr>
                  <p:cNvPr id="591" name="Freeform 155">
                    <a:extLst>
                      <a:ext uri="{FF2B5EF4-FFF2-40B4-BE49-F238E27FC236}">
                        <a16:creationId xmlns:a16="http://schemas.microsoft.com/office/drawing/2014/main" id="{668336D4-C61E-8F21-3844-04382C8F414D}"/>
                      </a:ext>
                    </a:extLst>
                  </p:cNvPr>
                  <p:cNvSpPr/>
                  <p:nvPr/>
                </p:nvSpPr>
                <p:spPr>
                  <a:xfrm>
                    <a:off x="6734527" y="2181138"/>
                    <a:ext cx="31221" cy="47157"/>
                  </a:xfrm>
                  <a:custGeom>
                    <a:avLst/>
                    <a:gdLst>
                      <a:gd name="connsiteX0" fmla="*/ 18675 w 31221"/>
                      <a:gd name="connsiteY0" fmla="*/ 47157 h 47157"/>
                      <a:gd name="connsiteX1" fmla="*/ 6589 w 31221"/>
                      <a:gd name="connsiteY1" fmla="*/ 37971 h 47157"/>
                      <a:gd name="connsiteX2" fmla="*/ 460 w 31221"/>
                      <a:gd name="connsiteY2" fmla="*/ 15900 h 47157"/>
                      <a:gd name="connsiteX3" fmla="*/ 9191 w 31221"/>
                      <a:gd name="connsiteY3" fmla="*/ 460 h 47157"/>
                      <a:gd name="connsiteX4" fmla="*/ 24632 w 31221"/>
                      <a:gd name="connsiteY4" fmla="*/ 9191 h 47157"/>
                      <a:gd name="connsiteX5" fmla="*/ 30761 w 31221"/>
                      <a:gd name="connsiteY5" fmla="*/ 31262 h 47157"/>
                      <a:gd name="connsiteX6" fmla="*/ 22034 w 31221"/>
                      <a:gd name="connsiteY6" fmla="*/ 46701 h 47157"/>
                      <a:gd name="connsiteX7" fmla="*/ 22030 w 31221"/>
                      <a:gd name="connsiteY7" fmla="*/ 46703 h 47157"/>
                      <a:gd name="connsiteX8" fmla="*/ 18675 w 31221"/>
                      <a:gd name="connsiteY8" fmla="*/ 47157 h 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21" h="47157">
                        <a:moveTo>
                          <a:pt x="18675" y="47157"/>
                        </a:moveTo>
                        <a:cubicBezTo>
                          <a:pt x="13040" y="47159"/>
                          <a:pt x="8097" y="43401"/>
                          <a:pt x="6589" y="37971"/>
                        </a:cubicBezTo>
                        <a:lnTo>
                          <a:pt x="460" y="15900"/>
                        </a:lnTo>
                        <a:cubicBezTo>
                          <a:pt x="-1393" y="9226"/>
                          <a:pt x="2517" y="2313"/>
                          <a:pt x="9191" y="460"/>
                        </a:cubicBezTo>
                        <a:cubicBezTo>
                          <a:pt x="15866" y="-1393"/>
                          <a:pt x="22779" y="2517"/>
                          <a:pt x="24632" y="9191"/>
                        </a:cubicBezTo>
                        <a:lnTo>
                          <a:pt x="30761" y="31262"/>
                        </a:lnTo>
                        <a:cubicBezTo>
                          <a:pt x="32614" y="37935"/>
                          <a:pt x="28707" y="44848"/>
                          <a:pt x="22034" y="46701"/>
                        </a:cubicBezTo>
                        <a:cubicBezTo>
                          <a:pt x="22033" y="46701"/>
                          <a:pt x="22031" y="46703"/>
                          <a:pt x="22030" y="46703"/>
                        </a:cubicBezTo>
                        <a:cubicBezTo>
                          <a:pt x="20935" y="46997"/>
                          <a:pt x="19808" y="47151"/>
                          <a:pt x="18675" y="47157"/>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2" name="Freeform 156">
                    <a:extLst>
                      <a:ext uri="{FF2B5EF4-FFF2-40B4-BE49-F238E27FC236}">
                        <a16:creationId xmlns:a16="http://schemas.microsoft.com/office/drawing/2014/main" id="{CB0C27A2-F018-6541-BCBA-D94EA2D91805}"/>
                      </a:ext>
                    </a:extLst>
                  </p:cNvPr>
                  <p:cNvSpPr/>
                  <p:nvPr/>
                </p:nvSpPr>
                <p:spPr>
                  <a:xfrm>
                    <a:off x="6762486" y="2187024"/>
                    <a:ext cx="36918" cy="44563"/>
                  </a:xfrm>
                  <a:custGeom>
                    <a:avLst/>
                    <a:gdLst>
                      <a:gd name="connsiteX0" fmla="*/ 12536 w 36918"/>
                      <a:gd name="connsiteY0" fmla="*/ 44564 h 44563"/>
                      <a:gd name="connsiteX1" fmla="*/ 0 w 36918"/>
                      <a:gd name="connsiteY1" fmla="*/ 32019 h 44563"/>
                      <a:gd name="connsiteX2" fmla="*/ 1829 w 36918"/>
                      <a:gd name="connsiteY2" fmla="*/ 25502 h 44563"/>
                      <a:gd name="connsiteX3" fmla="*/ 13774 w 36918"/>
                      <a:gd name="connsiteY3" fmla="*/ 5845 h 44563"/>
                      <a:gd name="connsiteX4" fmla="*/ 31073 w 36918"/>
                      <a:gd name="connsiteY4" fmla="*/ 1939 h 44563"/>
                      <a:gd name="connsiteX5" fmla="*/ 35202 w 36918"/>
                      <a:gd name="connsiteY5" fmla="*/ 18872 h 44563"/>
                      <a:gd name="connsiteX6" fmla="*/ 23258 w 36918"/>
                      <a:gd name="connsiteY6" fmla="*/ 38529 h 44563"/>
                      <a:gd name="connsiteX7" fmla="*/ 12536 w 36918"/>
                      <a:gd name="connsiteY7" fmla="*/ 44564 h 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18" h="44563">
                        <a:moveTo>
                          <a:pt x="12536" y="44564"/>
                        </a:moveTo>
                        <a:cubicBezTo>
                          <a:pt x="5610" y="44561"/>
                          <a:pt x="-2" y="38944"/>
                          <a:pt x="0" y="32019"/>
                        </a:cubicBezTo>
                        <a:cubicBezTo>
                          <a:pt x="2" y="29719"/>
                          <a:pt x="635" y="27465"/>
                          <a:pt x="1829" y="25502"/>
                        </a:cubicBezTo>
                        <a:lnTo>
                          <a:pt x="13774" y="5845"/>
                        </a:lnTo>
                        <a:cubicBezTo>
                          <a:pt x="17472" y="-10"/>
                          <a:pt x="25217" y="-1759"/>
                          <a:pt x="31073" y="1939"/>
                        </a:cubicBezTo>
                        <a:cubicBezTo>
                          <a:pt x="36787" y="5549"/>
                          <a:pt x="38613" y="13037"/>
                          <a:pt x="35202" y="18872"/>
                        </a:cubicBezTo>
                        <a:lnTo>
                          <a:pt x="23258" y="38529"/>
                        </a:lnTo>
                        <a:cubicBezTo>
                          <a:pt x="20985" y="42277"/>
                          <a:pt x="16918" y="44564"/>
                          <a:pt x="12536" y="44564"/>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3" name="Freeform 157">
                    <a:extLst>
                      <a:ext uri="{FF2B5EF4-FFF2-40B4-BE49-F238E27FC236}">
                        <a16:creationId xmlns:a16="http://schemas.microsoft.com/office/drawing/2014/main" id="{503BFCF7-EB1C-0BA8-FEEA-212FF8768A9F}"/>
                      </a:ext>
                    </a:extLst>
                  </p:cNvPr>
                  <p:cNvSpPr/>
                  <p:nvPr/>
                </p:nvSpPr>
                <p:spPr>
                  <a:xfrm>
                    <a:off x="6779022" y="2221060"/>
                    <a:ext cx="41793" cy="28475"/>
                  </a:xfrm>
                  <a:custGeom>
                    <a:avLst/>
                    <a:gdLst>
                      <a:gd name="connsiteX0" fmla="*/ 12522 w 41793"/>
                      <a:gd name="connsiteY0" fmla="*/ 28475 h 28475"/>
                      <a:gd name="connsiteX1" fmla="*/ 0 w 41793"/>
                      <a:gd name="connsiteY1" fmla="*/ 15916 h 28475"/>
                      <a:gd name="connsiteX2" fmla="*/ 10045 w 41793"/>
                      <a:gd name="connsiteY2" fmla="*/ 3646 h 28475"/>
                      <a:gd name="connsiteX3" fmla="*/ 26880 w 41793"/>
                      <a:gd name="connsiteY3" fmla="*/ 228 h 28475"/>
                      <a:gd name="connsiteX4" fmla="*/ 41565 w 41793"/>
                      <a:gd name="connsiteY4" fmla="*/ 10173 h 28475"/>
                      <a:gd name="connsiteX5" fmla="*/ 31865 w 41793"/>
                      <a:gd name="connsiteY5" fmla="*/ 24807 h 28475"/>
                      <a:gd name="connsiteX6" fmla="*/ 15030 w 41793"/>
                      <a:gd name="connsiteY6" fmla="*/ 28225 h 28475"/>
                      <a:gd name="connsiteX7" fmla="*/ 12522 w 41793"/>
                      <a:gd name="connsiteY7" fmla="*/ 28475 h 2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93" h="28475">
                        <a:moveTo>
                          <a:pt x="12522" y="28475"/>
                        </a:moveTo>
                        <a:cubicBezTo>
                          <a:pt x="5596" y="28464"/>
                          <a:pt x="-11" y="22842"/>
                          <a:pt x="0" y="15916"/>
                        </a:cubicBezTo>
                        <a:cubicBezTo>
                          <a:pt x="9" y="9960"/>
                          <a:pt x="4207" y="4831"/>
                          <a:pt x="10045" y="3646"/>
                        </a:cubicBezTo>
                        <a:lnTo>
                          <a:pt x="26880" y="228"/>
                        </a:lnTo>
                        <a:cubicBezTo>
                          <a:pt x="33682" y="-1081"/>
                          <a:pt x="40256" y="3371"/>
                          <a:pt x="41565" y="10173"/>
                        </a:cubicBezTo>
                        <a:cubicBezTo>
                          <a:pt x="42855" y="16877"/>
                          <a:pt x="38544" y="23384"/>
                          <a:pt x="31865" y="24807"/>
                        </a:cubicBezTo>
                        <a:lnTo>
                          <a:pt x="15030" y="28225"/>
                        </a:lnTo>
                        <a:cubicBezTo>
                          <a:pt x="14205" y="28394"/>
                          <a:pt x="13363" y="28477"/>
                          <a:pt x="12522" y="28475"/>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4" name="Freeform 158">
                    <a:extLst>
                      <a:ext uri="{FF2B5EF4-FFF2-40B4-BE49-F238E27FC236}">
                        <a16:creationId xmlns:a16="http://schemas.microsoft.com/office/drawing/2014/main" id="{5AC0B677-5C7F-3685-C925-614BE8F771EB}"/>
                      </a:ext>
                    </a:extLst>
                  </p:cNvPr>
                  <p:cNvSpPr/>
                  <p:nvPr/>
                </p:nvSpPr>
                <p:spPr>
                  <a:xfrm>
                    <a:off x="6774727" y="2247949"/>
                    <a:ext cx="41840" cy="35226"/>
                  </a:xfrm>
                  <a:custGeom>
                    <a:avLst/>
                    <a:gdLst>
                      <a:gd name="connsiteX0" fmla="*/ 29357 w 41840"/>
                      <a:gd name="connsiteY0" fmla="*/ 35226 h 35226"/>
                      <a:gd name="connsiteX1" fmla="*/ 22883 w 41840"/>
                      <a:gd name="connsiteY1" fmla="*/ 33408 h 35226"/>
                      <a:gd name="connsiteX2" fmla="*/ 5390 w 41840"/>
                      <a:gd name="connsiteY2" fmla="*/ 22843 h 35226"/>
                      <a:gd name="connsiteX3" fmla="*/ 2240 w 41840"/>
                      <a:gd name="connsiteY3" fmla="*/ 5390 h 35226"/>
                      <a:gd name="connsiteX4" fmla="*/ 18385 w 41840"/>
                      <a:gd name="connsiteY4" fmla="*/ 1446 h 35226"/>
                      <a:gd name="connsiteX5" fmla="*/ 35878 w 41840"/>
                      <a:gd name="connsiteY5" fmla="*/ 12011 h 35226"/>
                      <a:gd name="connsiteX6" fmla="*/ 39973 w 41840"/>
                      <a:gd name="connsiteY6" fmla="*/ 29267 h 35226"/>
                      <a:gd name="connsiteX7" fmla="*/ 29357 w 41840"/>
                      <a:gd name="connsiteY7" fmla="*/ 35226 h 3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40" h="35226">
                        <a:moveTo>
                          <a:pt x="29357" y="35226"/>
                        </a:moveTo>
                        <a:cubicBezTo>
                          <a:pt x="27073" y="35222"/>
                          <a:pt x="24835" y="34592"/>
                          <a:pt x="22883" y="33408"/>
                        </a:cubicBezTo>
                        <a:lnTo>
                          <a:pt x="5390" y="22843"/>
                        </a:lnTo>
                        <a:cubicBezTo>
                          <a:pt x="-299" y="18893"/>
                          <a:pt x="-1710" y="11080"/>
                          <a:pt x="2240" y="5390"/>
                        </a:cubicBezTo>
                        <a:cubicBezTo>
                          <a:pt x="5852" y="186"/>
                          <a:pt x="12779" y="-1506"/>
                          <a:pt x="18385" y="1446"/>
                        </a:cubicBezTo>
                        <a:lnTo>
                          <a:pt x="35878" y="12011"/>
                        </a:lnTo>
                        <a:cubicBezTo>
                          <a:pt x="41774" y="15645"/>
                          <a:pt x="43608" y="23371"/>
                          <a:pt x="39973" y="29267"/>
                        </a:cubicBezTo>
                        <a:cubicBezTo>
                          <a:pt x="37701" y="32954"/>
                          <a:pt x="33687" y="35206"/>
                          <a:pt x="29357" y="35226"/>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5" name="Freeform 159">
                    <a:extLst>
                      <a:ext uri="{FF2B5EF4-FFF2-40B4-BE49-F238E27FC236}">
                        <a16:creationId xmlns:a16="http://schemas.microsoft.com/office/drawing/2014/main" id="{64FEB1A9-AE97-4E54-7B8E-3B52D4746302}"/>
                      </a:ext>
                    </a:extLst>
                  </p:cNvPr>
                  <p:cNvSpPr/>
                  <p:nvPr/>
                </p:nvSpPr>
                <p:spPr>
                  <a:xfrm>
                    <a:off x="6753280" y="2265531"/>
                    <a:ext cx="29214" cy="41862"/>
                  </a:xfrm>
                  <a:custGeom>
                    <a:avLst/>
                    <a:gdLst>
                      <a:gd name="connsiteX0" fmla="*/ 16585 w 29214"/>
                      <a:gd name="connsiteY0" fmla="*/ 41863 h 41862"/>
                      <a:gd name="connsiteX1" fmla="*/ 4405 w 29214"/>
                      <a:gd name="connsiteY1" fmla="*/ 32269 h 41862"/>
                      <a:gd name="connsiteX2" fmla="*/ 423 w 29214"/>
                      <a:gd name="connsiteY2" fmla="*/ 15763 h 41862"/>
                      <a:gd name="connsiteX3" fmla="*/ 9324 w 29214"/>
                      <a:gd name="connsiteY3" fmla="*/ 423 h 41862"/>
                      <a:gd name="connsiteX4" fmla="*/ 24664 w 29214"/>
                      <a:gd name="connsiteY4" fmla="*/ 9325 h 41862"/>
                      <a:gd name="connsiteX5" fmla="*/ 24799 w 29214"/>
                      <a:gd name="connsiteY5" fmla="*/ 9885 h 41862"/>
                      <a:gd name="connsiteX6" fmla="*/ 28858 w 29214"/>
                      <a:gd name="connsiteY6" fmla="*/ 26375 h 41862"/>
                      <a:gd name="connsiteX7" fmla="*/ 19626 w 29214"/>
                      <a:gd name="connsiteY7" fmla="*/ 41518 h 41862"/>
                      <a:gd name="connsiteX8" fmla="*/ 19626 w 29214"/>
                      <a:gd name="connsiteY8" fmla="*/ 41518 h 41862"/>
                      <a:gd name="connsiteX9" fmla="*/ 16585 w 29214"/>
                      <a:gd name="connsiteY9" fmla="*/ 41863 h 41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214" h="41862">
                        <a:moveTo>
                          <a:pt x="16585" y="41863"/>
                        </a:moveTo>
                        <a:cubicBezTo>
                          <a:pt x="10797" y="41858"/>
                          <a:pt x="5765" y="37894"/>
                          <a:pt x="4405" y="32269"/>
                        </a:cubicBezTo>
                        <a:lnTo>
                          <a:pt x="423" y="15763"/>
                        </a:lnTo>
                        <a:cubicBezTo>
                          <a:pt x="-1354" y="9070"/>
                          <a:pt x="2630" y="2202"/>
                          <a:pt x="9324" y="423"/>
                        </a:cubicBezTo>
                        <a:cubicBezTo>
                          <a:pt x="16019" y="-1354"/>
                          <a:pt x="22886" y="2632"/>
                          <a:pt x="24664" y="9325"/>
                        </a:cubicBezTo>
                        <a:cubicBezTo>
                          <a:pt x="24712" y="9510"/>
                          <a:pt x="24758" y="9697"/>
                          <a:pt x="24799" y="9885"/>
                        </a:cubicBezTo>
                        <a:lnTo>
                          <a:pt x="28858" y="26375"/>
                        </a:lnTo>
                        <a:cubicBezTo>
                          <a:pt x="30490" y="33106"/>
                          <a:pt x="26357" y="39886"/>
                          <a:pt x="19626" y="41518"/>
                        </a:cubicBezTo>
                        <a:cubicBezTo>
                          <a:pt x="19626" y="41518"/>
                          <a:pt x="19626" y="41518"/>
                          <a:pt x="19626" y="41518"/>
                        </a:cubicBezTo>
                        <a:cubicBezTo>
                          <a:pt x="18629" y="41753"/>
                          <a:pt x="17608" y="41869"/>
                          <a:pt x="16585" y="41863"/>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6" name="Freeform 160">
                    <a:extLst>
                      <a:ext uri="{FF2B5EF4-FFF2-40B4-BE49-F238E27FC236}">
                        <a16:creationId xmlns:a16="http://schemas.microsoft.com/office/drawing/2014/main" id="{1CCC1436-C839-72D2-8954-32E38F05C152}"/>
                      </a:ext>
                    </a:extLst>
                  </p:cNvPr>
                  <p:cNvSpPr/>
                  <p:nvPr/>
                </p:nvSpPr>
                <p:spPr>
                  <a:xfrm>
                    <a:off x="6720312" y="2259509"/>
                    <a:ext cx="35042" cy="42194"/>
                  </a:xfrm>
                  <a:custGeom>
                    <a:avLst/>
                    <a:gdLst>
                      <a:gd name="connsiteX0" fmla="*/ 12497 w 35042"/>
                      <a:gd name="connsiteY0" fmla="*/ 42195 h 42194"/>
                      <a:gd name="connsiteX1" fmla="*/ 0 w 35042"/>
                      <a:gd name="connsiteY1" fmla="*/ 29611 h 42194"/>
                      <a:gd name="connsiteX2" fmla="*/ 1680 w 35042"/>
                      <a:gd name="connsiteY2" fmla="*/ 23384 h 42194"/>
                      <a:gd name="connsiteX3" fmla="*/ 11666 w 35042"/>
                      <a:gd name="connsiteY3" fmla="*/ 6220 h 42194"/>
                      <a:gd name="connsiteX4" fmla="*/ 28822 w 35042"/>
                      <a:gd name="connsiteY4" fmla="*/ 1713 h 42194"/>
                      <a:gd name="connsiteX5" fmla="*/ 33329 w 35042"/>
                      <a:gd name="connsiteY5" fmla="*/ 18870 h 42194"/>
                      <a:gd name="connsiteX6" fmla="*/ 23344 w 35042"/>
                      <a:gd name="connsiteY6" fmla="*/ 35972 h 42194"/>
                      <a:gd name="connsiteX7" fmla="*/ 12497 w 35042"/>
                      <a:gd name="connsiteY7" fmla="*/ 42195 h 4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42" h="42194">
                        <a:moveTo>
                          <a:pt x="12497" y="42195"/>
                        </a:moveTo>
                        <a:cubicBezTo>
                          <a:pt x="5571" y="42170"/>
                          <a:pt x="-23" y="36536"/>
                          <a:pt x="0" y="29611"/>
                        </a:cubicBezTo>
                        <a:cubicBezTo>
                          <a:pt x="8" y="27424"/>
                          <a:pt x="588" y="25278"/>
                          <a:pt x="1680" y="23384"/>
                        </a:cubicBezTo>
                        <a:lnTo>
                          <a:pt x="11666" y="6220"/>
                        </a:lnTo>
                        <a:cubicBezTo>
                          <a:pt x="15158" y="238"/>
                          <a:pt x="22841" y="-1779"/>
                          <a:pt x="28822" y="1713"/>
                        </a:cubicBezTo>
                        <a:cubicBezTo>
                          <a:pt x="34804" y="5206"/>
                          <a:pt x="36822" y="12888"/>
                          <a:pt x="33329" y="18870"/>
                        </a:cubicBezTo>
                        <a:lnTo>
                          <a:pt x="23344" y="35972"/>
                        </a:lnTo>
                        <a:cubicBezTo>
                          <a:pt x="21095" y="39829"/>
                          <a:pt x="16962" y="42200"/>
                          <a:pt x="12497" y="42195"/>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7" name="Freeform 161">
                    <a:extLst>
                      <a:ext uri="{FF2B5EF4-FFF2-40B4-BE49-F238E27FC236}">
                        <a16:creationId xmlns:a16="http://schemas.microsoft.com/office/drawing/2014/main" id="{5F16D1BB-175A-D048-46C5-1E399C6C9B70}"/>
                      </a:ext>
                    </a:extLst>
                  </p:cNvPr>
                  <p:cNvSpPr/>
                  <p:nvPr/>
                </p:nvSpPr>
                <p:spPr>
                  <a:xfrm>
                    <a:off x="6698915" y="2238810"/>
                    <a:ext cx="43578" cy="30116"/>
                  </a:xfrm>
                  <a:custGeom>
                    <a:avLst/>
                    <a:gdLst>
                      <a:gd name="connsiteX0" fmla="*/ 12528 w 43578"/>
                      <a:gd name="connsiteY0" fmla="*/ 30116 h 30116"/>
                      <a:gd name="connsiteX1" fmla="*/ 0 w 43578"/>
                      <a:gd name="connsiteY1" fmla="*/ 17563 h 30116"/>
                      <a:gd name="connsiteX2" fmla="*/ 9252 w 43578"/>
                      <a:gd name="connsiteY2" fmla="*/ 5475 h 30116"/>
                      <a:gd name="connsiteX3" fmla="*/ 27921 w 43578"/>
                      <a:gd name="connsiteY3" fmla="*/ 396 h 30116"/>
                      <a:gd name="connsiteX4" fmla="*/ 43183 w 43578"/>
                      <a:gd name="connsiteY4" fmla="*/ 9429 h 30116"/>
                      <a:gd name="connsiteX5" fmla="*/ 34489 w 43578"/>
                      <a:gd name="connsiteY5" fmla="*/ 24599 h 30116"/>
                      <a:gd name="connsiteX6" fmla="*/ 15820 w 43578"/>
                      <a:gd name="connsiteY6" fmla="*/ 29677 h 30116"/>
                      <a:gd name="connsiteX7" fmla="*/ 12528 w 43578"/>
                      <a:gd name="connsiteY7" fmla="*/ 30116 h 3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8" h="30116">
                        <a:moveTo>
                          <a:pt x="12528" y="30116"/>
                        </a:moveTo>
                        <a:cubicBezTo>
                          <a:pt x="5602" y="30110"/>
                          <a:pt x="-7" y="24489"/>
                          <a:pt x="0" y="17563"/>
                        </a:cubicBezTo>
                        <a:cubicBezTo>
                          <a:pt x="6" y="11909"/>
                          <a:pt x="3795" y="6957"/>
                          <a:pt x="9252" y="5475"/>
                        </a:cubicBezTo>
                        <a:lnTo>
                          <a:pt x="27921" y="396"/>
                        </a:lnTo>
                        <a:cubicBezTo>
                          <a:pt x="34630" y="-1324"/>
                          <a:pt x="41463" y="2720"/>
                          <a:pt x="43183" y="9429"/>
                        </a:cubicBezTo>
                        <a:cubicBezTo>
                          <a:pt x="44869" y="16005"/>
                          <a:pt x="41015" y="22729"/>
                          <a:pt x="34489" y="24599"/>
                        </a:cubicBezTo>
                        <a:lnTo>
                          <a:pt x="15820" y="29677"/>
                        </a:lnTo>
                        <a:cubicBezTo>
                          <a:pt x="14747" y="29969"/>
                          <a:pt x="13640" y="30116"/>
                          <a:pt x="12528" y="30116"/>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8" name="Freeform 162">
                    <a:extLst>
                      <a:ext uri="{FF2B5EF4-FFF2-40B4-BE49-F238E27FC236}">
                        <a16:creationId xmlns:a16="http://schemas.microsoft.com/office/drawing/2014/main" id="{2D54E86C-1E3A-8555-414D-10CE6B2A2BFF}"/>
                      </a:ext>
                    </a:extLst>
                  </p:cNvPr>
                  <p:cNvSpPr/>
                  <p:nvPr/>
                </p:nvSpPr>
                <p:spPr>
                  <a:xfrm>
                    <a:off x="6703187" y="2203941"/>
                    <a:ext cx="43000" cy="36753"/>
                  </a:xfrm>
                  <a:custGeom>
                    <a:avLst/>
                    <a:gdLst>
                      <a:gd name="connsiteX0" fmla="*/ 30436 w 43000"/>
                      <a:gd name="connsiteY0" fmla="*/ 36754 h 36753"/>
                      <a:gd name="connsiteX1" fmla="*/ 23602 w 43000"/>
                      <a:gd name="connsiteY1" fmla="*/ 34716 h 36753"/>
                      <a:gd name="connsiteX2" fmla="*/ 5700 w 43000"/>
                      <a:gd name="connsiteY2" fmla="*/ 23053 h 36753"/>
                      <a:gd name="connsiteX3" fmla="*/ 2032 w 43000"/>
                      <a:gd name="connsiteY3" fmla="*/ 5701 h 36753"/>
                      <a:gd name="connsiteX4" fmla="*/ 19385 w 43000"/>
                      <a:gd name="connsiteY4" fmla="*/ 2033 h 36753"/>
                      <a:gd name="connsiteX5" fmla="*/ 37286 w 43000"/>
                      <a:gd name="connsiteY5" fmla="*/ 13695 h 36753"/>
                      <a:gd name="connsiteX6" fmla="*/ 40976 w 43000"/>
                      <a:gd name="connsiteY6" fmla="*/ 31042 h 36753"/>
                      <a:gd name="connsiteX7" fmla="*/ 30436 w 43000"/>
                      <a:gd name="connsiteY7" fmla="*/ 36754 h 36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000" h="36753">
                        <a:moveTo>
                          <a:pt x="30436" y="36754"/>
                        </a:moveTo>
                        <a:cubicBezTo>
                          <a:pt x="28008" y="36751"/>
                          <a:pt x="25635" y="36042"/>
                          <a:pt x="23602" y="34716"/>
                        </a:cubicBezTo>
                        <a:lnTo>
                          <a:pt x="5700" y="23053"/>
                        </a:lnTo>
                        <a:cubicBezTo>
                          <a:pt x="-104" y="19274"/>
                          <a:pt x="-1746" y="11505"/>
                          <a:pt x="2032" y="5701"/>
                        </a:cubicBezTo>
                        <a:cubicBezTo>
                          <a:pt x="5811" y="-104"/>
                          <a:pt x="13581" y="-1747"/>
                          <a:pt x="19385" y="2033"/>
                        </a:cubicBezTo>
                        <a:lnTo>
                          <a:pt x="37286" y="13695"/>
                        </a:lnTo>
                        <a:cubicBezTo>
                          <a:pt x="43096" y="17467"/>
                          <a:pt x="44748" y="25232"/>
                          <a:pt x="40976" y="31042"/>
                        </a:cubicBezTo>
                        <a:cubicBezTo>
                          <a:pt x="38660" y="34611"/>
                          <a:pt x="34691" y="36762"/>
                          <a:pt x="30436" y="36754"/>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9" name="Freeform 163">
                    <a:extLst>
                      <a:ext uri="{FF2B5EF4-FFF2-40B4-BE49-F238E27FC236}">
                        <a16:creationId xmlns:a16="http://schemas.microsoft.com/office/drawing/2014/main" id="{53449036-458D-8893-EC35-F31946D17A53}"/>
                      </a:ext>
                    </a:extLst>
                  </p:cNvPr>
                  <p:cNvSpPr/>
                  <p:nvPr/>
                </p:nvSpPr>
                <p:spPr>
                  <a:xfrm>
                    <a:off x="6717310" y="2202400"/>
                    <a:ext cx="85595" cy="85587"/>
                  </a:xfrm>
                  <a:custGeom>
                    <a:avLst/>
                    <a:gdLst>
                      <a:gd name="connsiteX0" fmla="*/ 42727 w 85595"/>
                      <a:gd name="connsiteY0" fmla="*/ 85588 h 85587"/>
                      <a:gd name="connsiteX1" fmla="*/ 0 w 85595"/>
                      <a:gd name="connsiteY1" fmla="*/ 42727 h 85587"/>
                      <a:gd name="connsiteX2" fmla="*/ 42860 w 85595"/>
                      <a:gd name="connsiteY2" fmla="*/ 0 h 85587"/>
                      <a:gd name="connsiteX3" fmla="*/ 84455 w 85595"/>
                      <a:gd name="connsiteY3" fmla="*/ 33013 h 85587"/>
                      <a:gd name="connsiteX4" fmla="*/ 84455 w 85595"/>
                      <a:gd name="connsiteY4" fmla="*/ 33013 h 85587"/>
                      <a:gd name="connsiteX5" fmla="*/ 52586 w 85595"/>
                      <a:gd name="connsiteY5" fmla="*/ 84444 h 85587"/>
                      <a:gd name="connsiteX6" fmla="*/ 42727 w 85595"/>
                      <a:gd name="connsiteY6" fmla="*/ 85588 h 85587"/>
                      <a:gd name="connsiteX7" fmla="*/ 42883 w 85595"/>
                      <a:gd name="connsiteY7" fmla="*/ 25049 h 85587"/>
                      <a:gd name="connsiteX8" fmla="*/ 38808 w 85595"/>
                      <a:gd name="connsiteY8" fmla="*/ 25520 h 85587"/>
                      <a:gd name="connsiteX9" fmla="*/ 25664 w 85595"/>
                      <a:gd name="connsiteY9" fmla="*/ 46818 h 85587"/>
                      <a:gd name="connsiteX10" fmla="*/ 46962 w 85595"/>
                      <a:gd name="connsiteY10" fmla="*/ 59963 h 85587"/>
                      <a:gd name="connsiteX11" fmla="*/ 60126 w 85595"/>
                      <a:gd name="connsiteY11" fmla="*/ 38750 h 85587"/>
                      <a:gd name="connsiteX12" fmla="*/ 60126 w 85595"/>
                      <a:gd name="connsiteY12" fmla="*/ 38750 h 85587"/>
                      <a:gd name="connsiteX13" fmla="*/ 42883 w 85595"/>
                      <a:gd name="connsiteY13" fmla="*/ 25049 h 8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595" h="85587">
                        <a:moveTo>
                          <a:pt x="42727" y="85588"/>
                        </a:moveTo>
                        <a:cubicBezTo>
                          <a:pt x="19093" y="85550"/>
                          <a:pt x="-38" y="66362"/>
                          <a:pt x="0" y="42727"/>
                        </a:cubicBezTo>
                        <a:cubicBezTo>
                          <a:pt x="36" y="19093"/>
                          <a:pt x="19226" y="-38"/>
                          <a:pt x="42860" y="0"/>
                        </a:cubicBezTo>
                        <a:cubicBezTo>
                          <a:pt x="62702" y="31"/>
                          <a:pt x="79920" y="13697"/>
                          <a:pt x="84455" y="33013"/>
                        </a:cubicBezTo>
                        <a:lnTo>
                          <a:pt x="84455" y="33013"/>
                        </a:lnTo>
                        <a:cubicBezTo>
                          <a:pt x="89850" y="56015"/>
                          <a:pt x="75585" y="79036"/>
                          <a:pt x="52586" y="84444"/>
                        </a:cubicBezTo>
                        <a:cubicBezTo>
                          <a:pt x="49354" y="85202"/>
                          <a:pt x="46047" y="85586"/>
                          <a:pt x="42727" y="85588"/>
                        </a:cubicBezTo>
                        <a:close/>
                        <a:moveTo>
                          <a:pt x="42883" y="25049"/>
                        </a:moveTo>
                        <a:cubicBezTo>
                          <a:pt x="41512" y="25051"/>
                          <a:pt x="40143" y="25209"/>
                          <a:pt x="38808" y="25520"/>
                        </a:cubicBezTo>
                        <a:cubicBezTo>
                          <a:pt x="29296" y="27771"/>
                          <a:pt x="23411" y="37308"/>
                          <a:pt x="25664" y="46818"/>
                        </a:cubicBezTo>
                        <a:cubicBezTo>
                          <a:pt x="27915" y="56330"/>
                          <a:pt x="37450" y="62214"/>
                          <a:pt x="46962" y="59963"/>
                        </a:cubicBezTo>
                        <a:cubicBezTo>
                          <a:pt x="56439" y="57719"/>
                          <a:pt x="62322" y="48238"/>
                          <a:pt x="60126" y="38750"/>
                        </a:cubicBezTo>
                        <a:lnTo>
                          <a:pt x="60126" y="38750"/>
                        </a:lnTo>
                        <a:cubicBezTo>
                          <a:pt x="58252" y="30736"/>
                          <a:pt x="51113" y="25065"/>
                          <a:pt x="42883" y="25049"/>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590" name="Freeform 154">
                  <a:extLst>
                    <a:ext uri="{FF2B5EF4-FFF2-40B4-BE49-F238E27FC236}">
                      <a16:creationId xmlns:a16="http://schemas.microsoft.com/office/drawing/2014/main" id="{D6AF4828-DAD4-386E-DF31-F8B6553D57C8}"/>
                    </a:ext>
                  </a:extLst>
                </p:cNvPr>
                <p:cNvSpPr/>
                <p:nvPr/>
              </p:nvSpPr>
              <p:spPr>
                <a:xfrm>
                  <a:off x="6717586" y="2109858"/>
                  <a:ext cx="54608" cy="54606"/>
                </a:xfrm>
                <a:custGeom>
                  <a:avLst/>
                  <a:gdLst>
                    <a:gd name="connsiteX0" fmla="*/ 42074 w 54608"/>
                    <a:gd name="connsiteY0" fmla="*/ 54607 h 54606"/>
                    <a:gd name="connsiteX1" fmla="*/ 33202 w 54608"/>
                    <a:gd name="connsiteY1" fmla="*/ 50939 h 54606"/>
                    <a:gd name="connsiteX2" fmla="*/ 3669 w 54608"/>
                    <a:gd name="connsiteY2" fmla="*/ 21406 h 54606"/>
                    <a:gd name="connsiteX3" fmla="*/ 3677 w 54608"/>
                    <a:gd name="connsiteY3" fmla="*/ 3669 h 54606"/>
                    <a:gd name="connsiteX4" fmla="*/ 21414 w 54608"/>
                    <a:gd name="connsiteY4" fmla="*/ 3677 h 54606"/>
                    <a:gd name="connsiteX5" fmla="*/ 50931 w 54608"/>
                    <a:gd name="connsiteY5" fmla="*/ 33194 h 54606"/>
                    <a:gd name="connsiteX6" fmla="*/ 50940 w 54608"/>
                    <a:gd name="connsiteY6" fmla="*/ 50929 h 54606"/>
                    <a:gd name="connsiteX7" fmla="*/ 42074 w 54608"/>
                    <a:gd name="connsiteY7" fmla="*/ 54607 h 5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608" h="54606">
                      <a:moveTo>
                        <a:pt x="42074" y="54607"/>
                      </a:moveTo>
                      <a:cubicBezTo>
                        <a:pt x="38748" y="54609"/>
                        <a:pt x="35556" y="53290"/>
                        <a:pt x="33202" y="50939"/>
                      </a:cubicBezTo>
                      <a:lnTo>
                        <a:pt x="3669" y="21406"/>
                      </a:lnTo>
                      <a:cubicBezTo>
                        <a:pt x="-1226" y="16506"/>
                        <a:pt x="-1223" y="8565"/>
                        <a:pt x="3677" y="3669"/>
                      </a:cubicBezTo>
                      <a:cubicBezTo>
                        <a:pt x="8577" y="-1226"/>
                        <a:pt x="16519" y="-1223"/>
                        <a:pt x="21414" y="3677"/>
                      </a:cubicBezTo>
                      <a:lnTo>
                        <a:pt x="50931" y="33194"/>
                      </a:lnTo>
                      <a:cubicBezTo>
                        <a:pt x="55831" y="38089"/>
                        <a:pt x="55836" y="46029"/>
                        <a:pt x="50940" y="50929"/>
                      </a:cubicBezTo>
                      <a:cubicBezTo>
                        <a:pt x="48590" y="53282"/>
                        <a:pt x="45401" y="54605"/>
                        <a:pt x="42074" y="54607"/>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spTree>
    <p:extLst>
      <p:ext uri="{BB962C8B-B14F-4D97-AF65-F5344CB8AC3E}">
        <p14:creationId xmlns:p14="http://schemas.microsoft.com/office/powerpoint/2010/main" val="2002877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A705F2B-32FF-B79B-95DB-12A88D4D173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60D331D-9D17-70CC-AEE5-E19BFF3125BB}"/>
              </a:ext>
            </a:extLst>
          </p:cNvPr>
          <p:cNvSpPr>
            <a:spLocks noGrp="1"/>
          </p:cNvSpPr>
          <p:nvPr>
            <p:ph type="ctrTitle"/>
          </p:nvPr>
        </p:nvSpPr>
        <p:spPr/>
        <p:txBody>
          <a:bodyPr/>
          <a:lstStyle/>
          <a:p>
            <a:r>
              <a:rPr lang="nl-BE"/>
              <a:t>project phases</a:t>
            </a:r>
            <a:endParaRPr lang="en-US"/>
          </a:p>
        </p:txBody>
      </p:sp>
      <p:grpSp>
        <p:nvGrpSpPr>
          <p:cNvPr id="12" name="Group 11">
            <a:extLst>
              <a:ext uri="{FF2B5EF4-FFF2-40B4-BE49-F238E27FC236}">
                <a16:creationId xmlns:a16="http://schemas.microsoft.com/office/drawing/2014/main" id="{FDA7D4CA-9244-D032-5953-20D25E893EF9}"/>
              </a:ext>
            </a:extLst>
          </p:cNvPr>
          <p:cNvGrpSpPr/>
          <p:nvPr/>
        </p:nvGrpSpPr>
        <p:grpSpPr>
          <a:xfrm>
            <a:off x="10916676" y="2241576"/>
            <a:ext cx="1275324" cy="2148416"/>
            <a:chOff x="10916676" y="2241576"/>
            <a:chExt cx="1275324" cy="2148416"/>
          </a:xfrm>
        </p:grpSpPr>
        <p:sp>
          <p:nvSpPr>
            <p:cNvPr id="378" name="TextBox 377">
              <a:extLst>
                <a:ext uri="{FF2B5EF4-FFF2-40B4-BE49-F238E27FC236}">
                  <a16:creationId xmlns:a16="http://schemas.microsoft.com/office/drawing/2014/main" id="{0A5E9155-CFB5-6827-2901-5009D3B41545}"/>
                </a:ext>
              </a:extLst>
            </p:cNvPr>
            <p:cNvSpPr txBox="1"/>
            <p:nvPr/>
          </p:nvSpPr>
          <p:spPr>
            <a:xfrm>
              <a:off x="11107458" y="3705189"/>
              <a:ext cx="932523" cy="684803"/>
            </a:xfrm>
            <a:prstGeom prst="rect">
              <a:avLst/>
            </a:prstGeom>
            <a:solidFill>
              <a:srgbClr val="FFFFFF"/>
            </a:solidFill>
          </p:spPr>
          <p:txBody>
            <a:bodyPr wrap="square" lIns="0" tIns="0" rIns="0" bIns="0" rtlCol="0">
              <a:spAutoFit/>
            </a:bodyPr>
            <a:lstStyle/>
            <a:p>
              <a:pPr>
                <a:spcAft>
                  <a:spcPts val="300"/>
                </a:spcAft>
              </a:pPr>
              <a:r>
                <a:rPr lang="en-US" sz="1000" b="1">
                  <a:solidFill>
                    <a:schemeClr val="tx2"/>
                  </a:solidFill>
                </a:rPr>
                <a:t>Operate</a:t>
              </a:r>
            </a:p>
            <a:p>
              <a:r>
                <a:rPr lang="en-US" sz="800"/>
                <a:t>After a period of hypercare, the customer takes over the solution</a:t>
              </a:r>
              <a:endParaRPr lang="nl-BE" sz="800"/>
            </a:p>
          </p:txBody>
        </p:sp>
        <p:sp>
          <p:nvSpPr>
            <p:cNvPr id="494" name="Arrow: Chevron 26">
              <a:extLst>
                <a:ext uri="{FF2B5EF4-FFF2-40B4-BE49-F238E27FC236}">
                  <a16:creationId xmlns:a16="http://schemas.microsoft.com/office/drawing/2014/main" id="{993F2CC9-17BE-00B8-75F7-38462956D520}"/>
                </a:ext>
              </a:extLst>
            </p:cNvPr>
            <p:cNvSpPr/>
            <p:nvPr/>
          </p:nvSpPr>
          <p:spPr>
            <a:xfrm>
              <a:off x="11066350" y="3197853"/>
              <a:ext cx="1125650" cy="409689"/>
            </a:xfrm>
            <a:prstGeom prst="chevron">
              <a:avLst>
                <a:gd name="adj" fmla="val 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Operate</a:t>
              </a:r>
            </a:p>
          </p:txBody>
        </p:sp>
        <p:sp>
          <p:nvSpPr>
            <p:cNvPr id="497" name="Arrow: Chevron 283">
              <a:extLst>
                <a:ext uri="{FF2B5EF4-FFF2-40B4-BE49-F238E27FC236}">
                  <a16:creationId xmlns:a16="http://schemas.microsoft.com/office/drawing/2014/main" id="{4B9E8DF8-02F6-A7AC-4054-EB15D3356AE7}"/>
                </a:ext>
              </a:extLst>
            </p:cNvPr>
            <p:cNvSpPr/>
            <p:nvPr/>
          </p:nvSpPr>
          <p:spPr>
            <a:xfrm>
              <a:off x="10916676" y="2241576"/>
              <a:ext cx="1275324" cy="964154"/>
            </a:xfrm>
            <a:prstGeom prst="chevron">
              <a:avLst>
                <a:gd name="adj" fmla="val 0"/>
              </a:avLst>
            </a:prstGeom>
            <a:gradFill>
              <a:gsLst>
                <a:gs pos="1000">
                  <a:schemeClr val="accent3"/>
                </a:gs>
                <a:gs pos="99000">
                  <a:schemeClr val="accent3">
                    <a:lumMod val="75000"/>
                  </a:schemeClr>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20040" tIns="59436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Run</a:t>
              </a:r>
            </a:p>
          </p:txBody>
        </p:sp>
        <p:grpSp>
          <p:nvGrpSpPr>
            <p:cNvPr id="604" name="Group 603">
              <a:extLst>
                <a:ext uri="{FF2B5EF4-FFF2-40B4-BE49-F238E27FC236}">
                  <a16:creationId xmlns:a16="http://schemas.microsoft.com/office/drawing/2014/main" id="{62D719B5-7135-FC81-F731-79027E23C10E}"/>
                </a:ext>
              </a:extLst>
            </p:cNvPr>
            <p:cNvGrpSpPr/>
            <p:nvPr/>
          </p:nvGrpSpPr>
          <p:grpSpPr>
            <a:xfrm>
              <a:off x="11474566" y="2369261"/>
              <a:ext cx="471163" cy="471791"/>
              <a:chOff x="11473610" y="1942177"/>
              <a:chExt cx="471791" cy="471791"/>
            </a:xfrm>
          </p:grpSpPr>
          <p:sp>
            <p:nvSpPr>
              <p:cNvPr id="630" name="Oval 629">
                <a:extLst>
                  <a:ext uri="{FF2B5EF4-FFF2-40B4-BE49-F238E27FC236}">
                    <a16:creationId xmlns:a16="http://schemas.microsoft.com/office/drawing/2014/main" id="{6DEEA859-EFBE-1700-8FF5-BA06E58EC5D8}"/>
                  </a:ext>
                </a:extLst>
              </p:cNvPr>
              <p:cNvSpPr/>
              <p:nvPr/>
            </p:nvSpPr>
            <p:spPr>
              <a:xfrm>
                <a:off x="11473610"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631" name="Group 630">
                <a:extLst>
                  <a:ext uri="{FF2B5EF4-FFF2-40B4-BE49-F238E27FC236}">
                    <a16:creationId xmlns:a16="http://schemas.microsoft.com/office/drawing/2014/main" id="{31978577-ED31-CB17-257D-8487DACE4A4D}"/>
                  </a:ext>
                </a:extLst>
              </p:cNvPr>
              <p:cNvGrpSpPr/>
              <p:nvPr/>
            </p:nvGrpSpPr>
            <p:grpSpPr>
              <a:xfrm>
                <a:off x="11570793" y="2043116"/>
                <a:ext cx="277520" cy="269933"/>
                <a:chOff x="11570793" y="2043116"/>
                <a:chExt cx="277520" cy="269933"/>
              </a:xfrm>
            </p:grpSpPr>
            <p:sp>
              <p:nvSpPr>
                <p:cNvPr id="632" name="Freeform 127">
                  <a:extLst>
                    <a:ext uri="{FF2B5EF4-FFF2-40B4-BE49-F238E27FC236}">
                      <a16:creationId xmlns:a16="http://schemas.microsoft.com/office/drawing/2014/main" id="{5F738A25-00E6-D25B-B102-BF51C88D599F}"/>
                    </a:ext>
                  </a:extLst>
                </p:cNvPr>
                <p:cNvSpPr/>
                <p:nvPr/>
              </p:nvSpPr>
              <p:spPr>
                <a:xfrm>
                  <a:off x="11570793" y="2043116"/>
                  <a:ext cx="179741" cy="226257"/>
                </a:xfrm>
                <a:custGeom>
                  <a:avLst/>
                  <a:gdLst>
                    <a:gd name="connsiteX0" fmla="*/ 41995 w 179741"/>
                    <a:gd name="connsiteY0" fmla="*/ 226257 h 226257"/>
                    <a:gd name="connsiteX1" fmla="*/ 31425 w 179741"/>
                    <a:gd name="connsiteY1" fmla="*/ 221343 h 226257"/>
                    <a:gd name="connsiteX2" fmla="*/ 48307 w 179741"/>
                    <a:gd name="connsiteY2" fmla="*/ 31424 h 226257"/>
                    <a:gd name="connsiteX3" fmla="*/ 168886 w 179741"/>
                    <a:gd name="connsiteY3" fmla="*/ 4375 h 226257"/>
                    <a:gd name="connsiteX4" fmla="*/ 179422 w 179741"/>
                    <a:gd name="connsiteY4" fmla="*/ 20793 h 226257"/>
                    <a:gd name="connsiteX5" fmla="*/ 163005 w 179741"/>
                    <a:gd name="connsiteY5" fmla="*/ 31329 h 226257"/>
                    <a:gd name="connsiteX6" fmla="*/ 161989 w 179741"/>
                    <a:gd name="connsiteY6" fmla="*/ 31067 h 226257"/>
                    <a:gd name="connsiteX7" fmla="*/ 31017 w 179741"/>
                    <a:gd name="connsiteY7" fmla="*/ 107371 h 226257"/>
                    <a:gd name="connsiteX8" fmla="*/ 52548 w 179741"/>
                    <a:gd name="connsiteY8" fmla="*/ 203600 h 226257"/>
                    <a:gd name="connsiteX9" fmla="*/ 50841 w 179741"/>
                    <a:gd name="connsiteY9" fmla="*/ 223033 h 226257"/>
                    <a:gd name="connsiteX10" fmla="*/ 41995 w 179741"/>
                    <a:gd name="connsiteY10" fmla="*/ 226257 h 22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41" h="226257">
                      <a:moveTo>
                        <a:pt x="41995" y="226257"/>
                      </a:moveTo>
                      <a:cubicBezTo>
                        <a:pt x="37919" y="226261"/>
                        <a:pt x="34050" y="224462"/>
                        <a:pt x="31425" y="221343"/>
                      </a:cubicBezTo>
                      <a:cubicBezTo>
                        <a:pt x="-16358" y="164236"/>
                        <a:pt x="-8799" y="79207"/>
                        <a:pt x="48307" y="31424"/>
                      </a:cubicBezTo>
                      <a:cubicBezTo>
                        <a:pt x="81759" y="3434"/>
                        <a:pt x="126684" y="-6644"/>
                        <a:pt x="168886" y="4375"/>
                      </a:cubicBezTo>
                      <a:cubicBezTo>
                        <a:pt x="176330" y="5999"/>
                        <a:pt x="181046" y="13350"/>
                        <a:pt x="179422" y="20793"/>
                      </a:cubicBezTo>
                      <a:cubicBezTo>
                        <a:pt x="177798" y="28236"/>
                        <a:pt x="170447" y="32954"/>
                        <a:pt x="163005" y="31329"/>
                      </a:cubicBezTo>
                      <a:cubicBezTo>
                        <a:pt x="162663" y="31255"/>
                        <a:pt x="162324" y="31167"/>
                        <a:pt x="161989" y="31067"/>
                      </a:cubicBezTo>
                      <a:cubicBezTo>
                        <a:pt x="104751" y="15971"/>
                        <a:pt x="46113" y="50133"/>
                        <a:pt x="31017" y="107371"/>
                      </a:cubicBezTo>
                      <a:cubicBezTo>
                        <a:pt x="22136" y="141041"/>
                        <a:pt x="30166" y="176925"/>
                        <a:pt x="52548" y="203600"/>
                      </a:cubicBezTo>
                      <a:cubicBezTo>
                        <a:pt x="57443" y="209439"/>
                        <a:pt x="56678" y="218140"/>
                        <a:pt x="50841" y="223033"/>
                      </a:cubicBezTo>
                      <a:cubicBezTo>
                        <a:pt x="48361" y="225113"/>
                        <a:pt x="45231" y="226254"/>
                        <a:pt x="41995" y="226257"/>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33" name="Freeform 128">
                  <a:extLst>
                    <a:ext uri="{FF2B5EF4-FFF2-40B4-BE49-F238E27FC236}">
                      <a16:creationId xmlns:a16="http://schemas.microsoft.com/office/drawing/2014/main" id="{634206FB-6CC4-B7E5-5162-6079953F59B1}"/>
                    </a:ext>
                  </a:extLst>
                </p:cNvPr>
                <p:cNvSpPr/>
                <p:nvPr/>
              </p:nvSpPr>
              <p:spPr>
                <a:xfrm>
                  <a:off x="11594873" y="2243457"/>
                  <a:ext cx="54073" cy="54073"/>
                </a:xfrm>
                <a:custGeom>
                  <a:avLst/>
                  <a:gdLst>
                    <a:gd name="connsiteX0" fmla="*/ 27054 w 54073"/>
                    <a:gd name="connsiteY0" fmla="*/ 54074 h 54073"/>
                    <a:gd name="connsiteX1" fmla="*/ 0 w 54073"/>
                    <a:gd name="connsiteY1" fmla="*/ 27054 h 54073"/>
                    <a:gd name="connsiteX2" fmla="*/ 27020 w 54073"/>
                    <a:gd name="connsiteY2" fmla="*/ 0 h 54073"/>
                    <a:gd name="connsiteX3" fmla="*/ 54074 w 54073"/>
                    <a:gd name="connsiteY3" fmla="*/ 27020 h 54073"/>
                    <a:gd name="connsiteX4" fmla="*/ 54074 w 54073"/>
                    <a:gd name="connsiteY4" fmla="*/ 27037 h 54073"/>
                    <a:gd name="connsiteX5" fmla="*/ 27054 w 54073"/>
                    <a:gd name="connsiteY5" fmla="*/ 54074 h 54073"/>
                    <a:gd name="connsiteX6" fmla="*/ 27054 w 54073"/>
                    <a:gd name="connsiteY6" fmla="*/ 26485 h 54073"/>
                    <a:gd name="connsiteX7" fmla="*/ 26486 w 54073"/>
                    <a:gd name="connsiteY7" fmla="*/ 27020 h 54073"/>
                    <a:gd name="connsiteX8" fmla="*/ 26485 w 54073"/>
                    <a:gd name="connsiteY8" fmla="*/ 27037 h 54073"/>
                    <a:gd name="connsiteX9" fmla="*/ 26947 w 54073"/>
                    <a:gd name="connsiteY9" fmla="*/ 27696 h 54073"/>
                    <a:gd name="connsiteX10" fmla="*/ 27606 w 54073"/>
                    <a:gd name="connsiteY10" fmla="*/ 27234 h 54073"/>
                    <a:gd name="connsiteX11" fmla="*/ 27606 w 54073"/>
                    <a:gd name="connsiteY11" fmla="*/ 27037 h 54073"/>
                    <a:gd name="connsiteX12" fmla="*/ 27054 w 54073"/>
                    <a:gd name="connsiteY12"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073" h="54073">
                      <a:moveTo>
                        <a:pt x="27054" y="54074"/>
                      </a:moveTo>
                      <a:cubicBezTo>
                        <a:pt x="12122" y="54084"/>
                        <a:pt x="9" y="41987"/>
                        <a:pt x="0" y="27054"/>
                      </a:cubicBezTo>
                      <a:cubicBezTo>
                        <a:pt x="-9" y="12122"/>
                        <a:pt x="12088" y="10"/>
                        <a:pt x="27020" y="0"/>
                      </a:cubicBezTo>
                      <a:cubicBezTo>
                        <a:pt x="41952" y="-10"/>
                        <a:pt x="54064" y="12087"/>
                        <a:pt x="54074" y="27020"/>
                      </a:cubicBezTo>
                      <a:cubicBezTo>
                        <a:pt x="54074" y="27025"/>
                        <a:pt x="54074" y="27032"/>
                        <a:pt x="54074" y="27037"/>
                      </a:cubicBezTo>
                      <a:cubicBezTo>
                        <a:pt x="54064" y="41959"/>
                        <a:pt x="41976" y="54055"/>
                        <a:pt x="27054" y="54074"/>
                      </a:cubicBezTo>
                      <a:close/>
                      <a:moveTo>
                        <a:pt x="27054" y="26485"/>
                      </a:moveTo>
                      <a:cubicBezTo>
                        <a:pt x="26750" y="26475"/>
                        <a:pt x="26495" y="26715"/>
                        <a:pt x="26486" y="27020"/>
                      </a:cubicBezTo>
                      <a:cubicBezTo>
                        <a:pt x="26485" y="27025"/>
                        <a:pt x="26485" y="27032"/>
                        <a:pt x="26485" y="27037"/>
                      </a:cubicBezTo>
                      <a:cubicBezTo>
                        <a:pt x="26431" y="27346"/>
                        <a:pt x="26637" y="27642"/>
                        <a:pt x="26947" y="27696"/>
                      </a:cubicBezTo>
                      <a:cubicBezTo>
                        <a:pt x="27256" y="27751"/>
                        <a:pt x="27552" y="27544"/>
                        <a:pt x="27606" y="27234"/>
                      </a:cubicBezTo>
                      <a:cubicBezTo>
                        <a:pt x="27618" y="27170"/>
                        <a:pt x="27618" y="27103"/>
                        <a:pt x="27606" y="27037"/>
                      </a:cubicBezTo>
                      <a:cubicBezTo>
                        <a:pt x="27606" y="26732"/>
                        <a:pt x="27359" y="26485"/>
                        <a:pt x="27054"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34" name="Freeform 129">
                  <a:extLst>
                    <a:ext uri="{FF2B5EF4-FFF2-40B4-BE49-F238E27FC236}">
                      <a16:creationId xmlns:a16="http://schemas.microsoft.com/office/drawing/2014/main" id="{B7AF9AFC-2B61-8CA2-86D9-0A7DEB975B68}"/>
                    </a:ext>
                  </a:extLst>
                </p:cNvPr>
                <p:cNvSpPr/>
                <p:nvPr/>
              </p:nvSpPr>
              <p:spPr>
                <a:xfrm>
                  <a:off x="11669487" y="2086914"/>
                  <a:ext cx="178826" cy="226135"/>
                </a:xfrm>
                <a:custGeom>
                  <a:avLst/>
                  <a:gdLst>
                    <a:gd name="connsiteX0" fmla="*/ 44069 w 178826"/>
                    <a:gd name="connsiteY0" fmla="*/ 226136 h 226135"/>
                    <a:gd name="connsiteX1" fmla="*/ 9842 w 178826"/>
                    <a:gd name="connsiteY1" fmla="*/ 221739 h 226135"/>
                    <a:gd name="connsiteX2" fmla="*/ 583 w 178826"/>
                    <a:gd name="connsiteY2" fmla="*/ 204568 h 226135"/>
                    <a:gd name="connsiteX3" fmla="*/ 16739 w 178826"/>
                    <a:gd name="connsiteY3" fmla="*/ 195047 h 226135"/>
                    <a:gd name="connsiteX4" fmla="*/ 147712 w 178826"/>
                    <a:gd name="connsiteY4" fmla="*/ 118743 h 226135"/>
                    <a:gd name="connsiteX5" fmla="*/ 126180 w 178826"/>
                    <a:gd name="connsiteY5" fmla="*/ 22514 h 226135"/>
                    <a:gd name="connsiteX6" fmla="*/ 128151 w 178826"/>
                    <a:gd name="connsiteY6" fmla="*/ 3105 h 226135"/>
                    <a:gd name="connsiteX7" fmla="*/ 147303 w 178826"/>
                    <a:gd name="connsiteY7" fmla="*/ 4771 h 226135"/>
                    <a:gd name="connsiteX8" fmla="*/ 130681 w 178826"/>
                    <a:gd name="connsiteY8" fmla="*/ 194616 h 226135"/>
                    <a:gd name="connsiteX9" fmla="*/ 44069 w 178826"/>
                    <a:gd name="connsiteY9" fmla="*/ 226136 h 22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8826" h="226135">
                      <a:moveTo>
                        <a:pt x="44069" y="226136"/>
                      </a:moveTo>
                      <a:cubicBezTo>
                        <a:pt x="32519" y="226134"/>
                        <a:pt x="21017" y="224656"/>
                        <a:pt x="9842" y="221739"/>
                      </a:cubicBezTo>
                      <a:cubicBezTo>
                        <a:pt x="2543" y="219554"/>
                        <a:pt x="-1602" y="211866"/>
                        <a:pt x="583" y="204568"/>
                      </a:cubicBezTo>
                      <a:cubicBezTo>
                        <a:pt x="2651" y="197659"/>
                        <a:pt x="9693" y="193509"/>
                        <a:pt x="16739" y="195047"/>
                      </a:cubicBezTo>
                      <a:cubicBezTo>
                        <a:pt x="73977" y="210143"/>
                        <a:pt x="132615" y="175981"/>
                        <a:pt x="147712" y="118743"/>
                      </a:cubicBezTo>
                      <a:cubicBezTo>
                        <a:pt x="156592" y="85073"/>
                        <a:pt x="148563" y="49188"/>
                        <a:pt x="126180" y="22514"/>
                      </a:cubicBezTo>
                      <a:cubicBezTo>
                        <a:pt x="121364" y="16610"/>
                        <a:pt x="122247" y="7921"/>
                        <a:pt x="128151" y="3105"/>
                      </a:cubicBezTo>
                      <a:cubicBezTo>
                        <a:pt x="133934" y="-1612"/>
                        <a:pt x="142421" y="-874"/>
                        <a:pt x="147303" y="4771"/>
                      </a:cubicBezTo>
                      <a:cubicBezTo>
                        <a:pt x="195137" y="61785"/>
                        <a:pt x="187695" y="146780"/>
                        <a:pt x="130681" y="194616"/>
                      </a:cubicBezTo>
                      <a:cubicBezTo>
                        <a:pt x="106413" y="214976"/>
                        <a:pt x="75748" y="226136"/>
                        <a:pt x="44069" y="226136"/>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35" name="Freeform 130">
                  <a:extLst>
                    <a:ext uri="{FF2B5EF4-FFF2-40B4-BE49-F238E27FC236}">
                      <a16:creationId xmlns:a16="http://schemas.microsoft.com/office/drawing/2014/main" id="{7FF0A75E-83F4-FA8F-C0F1-949616584927}"/>
                    </a:ext>
                  </a:extLst>
                </p:cNvPr>
                <p:cNvSpPr/>
                <p:nvPr/>
              </p:nvSpPr>
              <p:spPr>
                <a:xfrm>
                  <a:off x="11770096" y="2058595"/>
                  <a:ext cx="54074" cy="54073"/>
                </a:xfrm>
                <a:custGeom>
                  <a:avLst/>
                  <a:gdLst>
                    <a:gd name="connsiteX0" fmla="*/ 26985 w 54074"/>
                    <a:gd name="connsiteY0" fmla="*/ 54074 h 54073"/>
                    <a:gd name="connsiteX1" fmla="*/ 0 w 54074"/>
                    <a:gd name="connsiteY1" fmla="*/ 26985 h 54073"/>
                    <a:gd name="connsiteX2" fmla="*/ 27089 w 54074"/>
                    <a:gd name="connsiteY2" fmla="*/ 0 h 54073"/>
                    <a:gd name="connsiteX3" fmla="*/ 54074 w 54074"/>
                    <a:gd name="connsiteY3" fmla="*/ 27054 h 54073"/>
                    <a:gd name="connsiteX4" fmla="*/ 26985 w 54074"/>
                    <a:gd name="connsiteY4" fmla="*/ 54074 h 54073"/>
                    <a:gd name="connsiteX5" fmla="*/ 26985 w 54074"/>
                    <a:gd name="connsiteY5" fmla="*/ 26485 h 54073"/>
                    <a:gd name="connsiteX6" fmla="*/ 26434 w 54074"/>
                    <a:gd name="connsiteY6" fmla="*/ 27054 h 54073"/>
                    <a:gd name="connsiteX7" fmla="*/ 27092 w 54074"/>
                    <a:gd name="connsiteY7" fmla="*/ 27516 h 54073"/>
                    <a:gd name="connsiteX8" fmla="*/ 27554 w 54074"/>
                    <a:gd name="connsiteY8" fmla="*/ 27054 h 54073"/>
                    <a:gd name="connsiteX9" fmla="*/ 26985 w 54074"/>
                    <a:gd name="connsiteY9"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74" h="54073">
                      <a:moveTo>
                        <a:pt x="26985" y="54074"/>
                      </a:moveTo>
                      <a:cubicBezTo>
                        <a:pt x="12053" y="54045"/>
                        <a:pt x="-29" y="41917"/>
                        <a:pt x="0" y="26985"/>
                      </a:cubicBezTo>
                      <a:cubicBezTo>
                        <a:pt x="29" y="12053"/>
                        <a:pt x="12156" y="-29"/>
                        <a:pt x="27089" y="0"/>
                      </a:cubicBezTo>
                      <a:cubicBezTo>
                        <a:pt x="42007" y="29"/>
                        <a:pt x="54083" y="12135"/>
                        <a:pt x="54074" y="27054"/>
                      </a:cubicBezTo>
                      <a:cubicBezTo>
                        <a:pt x="54055" y="41996"/>
                        <a:pt x="41926" y="54093"/>
                        <a:pt x="26985" y="54074"/>
                      </a:cubicBezTo>
                      <a:close/>
                      <a:moveTo>
                        <a:pt x="26985" y="26485"/>
                      </a:moveTo>
                      <a:cubicBezTo>
                        <a:pt x="26678" y="26494"/>
                        <a:pt x="26434" y="26746"/>
                        <a:pt x="26434" y="27054"/>
                      </a:cubicBezTo>
                      <a:cubicBezTo>
                        <a:pt x="26489" y="27364"/>
                        <a:pt x="26784" y="27570"/>
                        <a:pt x="27092" y="27516"/>
                      </a:cubicBezTo>
                      <a:cubicBezTo>
                        <a:pt x="27328" y="27474"/>
                        <a:pt x="27513" y="27290"/>
                        <a:pt x="27554" y="27054"/>
                      </a:cubicBezTo>
                      <a:cubicBezTo>
                        <a:pt x="27554" y="26740"/>
                        <a:pt x="27299" y="26485"/>
                        <a:pt x="26985"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636" name="Graphic 336">
                  <a:extLst>
                    <a:ext uri="{FF2B5EF4-FFF2-40B4-BE49-F238E27FC236}">
                      <a16:creationId xmlns:a16="http://schemas.microsoft.com/office/drawing/2014/main" id="{CDE4E7FA-A6BD-2D7F-E28D-E1A1D4B0A20C}"/>
                    </a:ext>
                  </a:extLst>
                </p:cNvPr>
                <p:cNvGrpSpPr/>
                <p:nvPr/>
              </p:nvGrpSpPr>
              <p:grpSpPr>
                <a:xfrm>
                  <a:off x="11642426" y="2109389"/>
                  <a:ext cx="134189" cy="138120"/>
                  <a:chOff x="11642426" y="2109389"/>
                  <a:chExt cx="134189" cy="138120"/>
                </a:xfrm>
                <a:solidFill>
                  <a:srgbClr val="EF463C"/>
                </a:solidFill>
              </p:grpSpPr>
              <p:sp>
                <p:nvSpPr>
                  <p:cNvPr id="637" name="Freeform 132">
                    <a:extLst>
                      <a:ext uri="{FF2B5EF4-FFF2-40B4-BE49-F238E27FC236}">
                        <a16:creationId xmlns:a16="http://schemas.microsoft.com/office/drawing/2014/main" id="{60602B68-DB0E-46C5-3B63-820AF4DBF08D}"/>
                      </a:ext>
                    </a:extLst>
                  </p:cNvPr>
                  <p:cNvSpPr/>
                  <p:nvPr/>
                </p:nvSpPr>
                <p:spPr>
                  <a:xfrm>
                    <a:off x="11681787" y="2109389"/>
                    <a:ext cx="34081" cy="51112"/>
                  </a:xfrm>
                  <a:custGeom>
                    <a:avLst/>
                    <a:gdLst>
                      <a:gd name="connsiteX0" fmla="*/ 20338 w 34081"/>
                      <a:gd name="connsiteY0" fmla="*/ 51112 h 51112"/>
                      <a:gd name="connsiteX1" fmla="*/ 7060 w 34081"/>
                      <a:gd name="connsiteY1" fmla="*/ 41008 h 51112"/>
                      <a:gd name="connsiteX2" fmla="*/ 318 w 34081"/>
                      <a:gd name="connsiteY2" fmla="*/ 16730 h 51112"/>
                      <a:gd name="connsiteX3" fmla="*/ 10864 w 34081"/>
                      <a:gd name="connsiteY3" fmla="*/ 317 h 51112"/>
                      <a:gd name="connsiteX4" fmla="*/ 26855 w 34081"/>
                      <a:gd name="connsiteY4" fmla="*/ 9350 h 51112"/>
                      <a:gd name="connsiteX5" fmla="*/ 33580 w 34081"/>
                      <a:gd name="connsiteY5" fmla="*/ 33628 h 51112"/>
                      <a:gd name="connsiteX6" fmla="*/ 24028 w 34081"/>
                      <a:gd name="connsiteY6" fmla="*/ 50578 h 51112"/>
                      <a:gd name="connsiteX7" fmla="*/ 20338 w 34081"/>
                      <a:gd name="connsiteY7" fmla="*/ 51112 h 51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081" h="51112">
                        <a:moveTo>
                          <a:pt x="20338" y="51112"/>
                        </a:moveTo>
                        <a:cubicBezTo>
                          <a:pt x="14146" y="51106"/>
                          <a:pt x="8717" y="46974"/>
                          <a:pt x="7060" y="41008"/>
                        </a:cubicBezTo>
                        <a:lnTo>
                          <a:pt x="318" y="16730"/>
                        </a:lnTo>
                        <a:cubicBezTo>
                          <a:pt x="-1302" y="9286"/>
                          <a:pt x="3420" y="1938"/>
                          <a:pt x="10864" y="317"/>
                        </a:cubicBezTo>
                        <a:cubicBezTo>
                          <a:pt x="17715" y="-1174"/>
                          <a:pt x="24595" y="2712"/>
                          <a:pt x="26855" y="9350"/>
                        </a:cubicBezTo>
                        <a:lnTo>
                          <a:pt x="33580" y="33628"/>
                        </a:lnTo>
                        <a:cubicBezTo>
                          <a:pt x="35601" y="40944"/>
                          <a:pt x="31332" y="48518"/>
                          <a:pt x="24028" y="50578"/>
                        </a:cubicBezTo>
                        <a:cubicBezTo>
                          <a:pt x="22826" y="50916"/>
                          <a:pt x="21586" y="51096"/>
                          <a:pt x="20338" y="51112"/>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38" name="Freeform 133">
                    <a:extLst>
                      <a:ext uri="{FF2B5EF4-FFF2-40B4-BE49-F238E27FC236}">
                        <a16:creationId xmlns:a16="http://schemas.microsoft.com/office/drawing/2014/main" id="{D20F760D-0F09-E980-5147-03574598CF1B}"/>
                      </a:ext>
                    </a:extLst>
                  </p:cNvPr>
                  <p:cNvSpPr/>
                  <p:nvPr/>
                </p:nvSpPr>
                <p:spPr>
                  <a:xfrm>
                    <a:off x="11712355" y="2115152"/>
                    <a:ext cx="40560" cy="48969"/>
                  </a:xfrm>
                  <a:custGeom>
                    <a:avLst/>
                    <a:gdLst>
                      <a:gd name="connsiteX0" fmla="*/ 13789 w 40560"/>
                      <a:gd name="connsiteY0" fmla="*/ 48970 h 48969"/>
                      <a:gd name="connsiteX1" fmla="*/ 0 w 40560"/>
                      <a:gd name="connsiteY1" fmla="*/ 35170 h 48969"/>
                      <a:gd name="connsiteX2" fmla="*/ 2012 w 40560"/>
                      <a:gd name="connsiteY2" fmla="*/ 28002 h 48969"/>
                      <a:gd name="connsiteX3" fmla="*/ 15134 w 40560"/>
                      <a:gd name="connsiteY3" fmla="*/ 6379 h 48969"/>
                      <a:gd name="connsiteX4" fmla="*/ 34182 w 40560"/>
                      <a:gd name="connsiteY4" fmla="*/ 2165 h 48969"/>
                      <a:gd name="connsiteX5" fmla="*/ 38722 w 40560"/>
                      <a:gd name="connsiteY5" fmla="*/ 20674 h 48969"/>
                      <a:gd name="connsiteX6" fmla="*/ 25600 w 40560"/>
                      <a:gd name="connsiteY6" fmla="*/ 42331 h 48969"/>
                      <a:gd name="connsiteX7" fmla="*/ 13789 w 40560"/>
                      <a:gd name="connsiteY7" fmla="*/ 48970 h 4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60" h="48969">
                        <a:moveTo>
                          <a:pt x="13789" y="48970"/>
                        </a:moveTo>
                        <a:cubicBezTo>
                          <a:pt x="6170" y="48967"/>
                          <a:pt x="-3" y="42788"/>
                          <a:pt x="0" y="35170"/>
                        </a:cubicBezTo>
                        <a:cubicBezTo>
                          <a:pt x="1" y="32641"/>
                          <a:pt x="697" y="30162"/>
                          <a:pt x="2012" y="28002"/>
                        </a:cubicBezTo>
                        <a:lnTo>
                          <a:pt x="15134" y="6379"/>
                        </a:lnTo>
                        <a:cubicBezTo>
                          <a:pt x="19231" y="-44"/>
                          <a:pt x="27757" y="-1931"/>
                          <a:pt x="34182" y="2165"/>
                        </a:cubicBezTo>
                        <a:cubicBezTo>
                          <a:pt x="40398" y="6130"/>
                          <a:pt x="42398" y="14282"/>
                          <a:pt x="38722" y="20674"/>
                        </a:cubicBezTo>
                        <a:lnTo>
                          <a:pt x="25600" y="42331"/>
                        </a:lnTo>
                        <a:cubicBezTo>
                          <a:pt x="23096" y="46458"/>
                          <a:pt x="18616" y="48976"/>
                          <a:pt x="13789" y="4897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39" name="Freeform 134">
                    <a:extLst>
                      <a:ext uri="{FF2B5EF4-FFF2-40B4-BE49-F238E27FC236}">
                        <a16:creationId xmlns:a16="http://schemas.microsoft.com/office/drawing/2014/main" id="{8197C79F-AEC1-496B-C8AF-1E7A6802365F}"/>
                      </a:ext>
                    </a:extLst>
                  </p:cNvPr>
                  <p:cNvSpPr/>
                  <p:nvPr/>
                </p:nvSpPr>
                <p:spPr>
                  <a:xfrm>
                    <a:off x="11730312" y="2152481"/>
                    <a:ext cx="46303" cy="31384"/>
                  </a:xfrm>
                  <a:custGeom>
                    <a:avLst/>
                    <a:gdLst>
                      <a:gd name="connsiteX0" fmla="*/ 13954 w 46303"/>
                      <a:gd name="connsiteY0" fmla="*/ 31384 h 31384"/>
                      <a:gd name="connsiteX1" fmla="*/ 1 w 46303"/>
                      <a:gd name="connsiteY1" fmla="*/ 17750 h 31384"/>
                      <a:gd name="connsiteX2" fmla="*/ 11230 w 46303"/>
                      <a:gd name="connsiteY2" fmla="*/ 4037 h 31384"/>
                      <a:gd name="connsiteX3" fmla="*/ 29749 w 46303"/>
                      <a:gd name="connsiteY3" fmla="*/ 278 h 31384"/>
                      <a:gd name="connsiteX4" fmla="*/ 46026 w 46303"/>
                      <a:gd name="connsiteY4" fmla="*/ 11072 h 31384"/>
                      <a:gd name="connsiteX5" fmla="*/ 35232 w 46303"/>
                      <a:gd name="connsiteY5" fmla="*/ 27349 h 31384"/>
                      <a:gd name="connsiteX6" fmla="*/ 16713 w 46303"/>
                      <a:gd name="connsiteY6" fmla="*/ 31108 h 31384"/>
                      <a:gd name="connsiteX7" fmla="*/ 13954 w 46303"/>
                      <a:gd name="connsiteY7" fmla="*/ 31384 h 3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303" h="31384">
                        <a:moveTo>
                          <a:pt x="13954" y="31384"/>
                        </a:moveTo>
                        <a:cubicBezTo>
                          <a:pt x="6336" y="31472"/>
                          <a:pt x="89" y="25368"/>
                          <a:pt x="1" y="17750"/>
                        </a:cubicBezTo>
                        <a:cubicBezTo>
                          <a:pt x="-77" y="11061"/>
                          <a:pt x="4657" y="5280"/>
                          <a:pt x="11230" y="4037"/>
                        </a:cubicBezTo>
                        <a:lnTo>
                          <a:pt x="29749" y="278"/>
                        </a:lnTo>
                        <a:cubicBezTo>
                          <a:pt x="37224" y="-1237"/>
                          <a:pt x="44512" y="3596"/>
                          <a:pt x="46026" y="11072"/>
                        </a:cubicBezTo>
                        <a:cubicBezTo>
                          <a:pt x="47540" y="18547"/>
                          <a:pt x="42707" y="25835"/>
                          <a:pt x="35232" y="27349"/>
                        </a:cubicBezTo>
                        <a:lnTo>
                          <a:pt x="16713" y="31108"/>
                        </a:lnTo>
                        <a:cubicBezTo>
                          <a:pt x="15804" y="31292"/>
                          <a:pt x="14880" y="31385"/>
                          <a:pt x="13954" y="3138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0" name="Freeform 135">
                    <a:extLst>
                      <a:ext uri="{FF2B5EF4-FFF2-40B4-BE49-F238E27FC236}">
                        <a16:creationId xmlns:a16="http://schemas.microsoft.com/office/drawing/2014/main" id="{0C63FA6D-E70F-B5D0-ECCD-3F063CF30DD0}"/>
                      </a:ext>
                    </a:extLst>
                  </p:cNvPr>
                  <p:cNvSpPr/>
                  <p:nvPr/>
                </p:nvSpPr>
                <p:spPr>
                  <a:xfrm>
                    <a:off x="11725062" y="2181654"/>
                    <a:ext cx="46842" cy="39214"/>
                  </a:xfrm>
                  <a:custGeom>
                    <a:avLst/>
                    <a:gdLst>
                      <a:gd name="connsiteX0" fmla="*/ 33016 w 46842"/>
                      <a:gd name="connsiteY0" fmla="*/ 39215 h 39214"/>
                      <a:gd name="connsiteX1" fmla="*/ 25895 w 46842"/>
                      <a:gd name="connsiteY1" fmla="*/ 37232 h 39214"/>
                      <a:gd name="connsiteX2" fmla="*/ 6669 w 46842"/>
                      <a:gd name="connsiteY2" fmla="*/ 25610 h 39214"/>
                      <a:gd name="connsiteX3" fmla="*/ 1987 w 46842"/>
                      <a:gd name="connsiteY3" fmla="*/ 6669 h 39214"/>
                      <a:gd name="connsiteX4" fmla="*/ 20929 w 46842"/>
                      <a:gd name="connsiteY4" fmla="*/ 1987 h 39214"/>
                      <a:gd name="connsiteX5" fmla="*/ 40172 w 46842"/>
                      <a:gd name="connsiteY5" fmla="*/ 13609 h 39214"/>
                      <a:gd name="connsiteX6" fmla="*/ 44858 w 46842"/>
                      <a:gd name="connsiteY6" fmla="*/ 32545 h 39214"/>
                      <a:gd name="connsiteX7" fmla="*/ 33016 w 46842"/>
                      <a:gd name="connsiteY7" fmla="*/ 39215 h 3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842" h="39214">
                        <a:moveTo>
                          <a:pt x="33016" y="39215"/>
                        </a:moveTo>
                        <a:cubicBezTo>
                          <a:pt x="30505" y="39215"/>
                          <a:pt x="28043" y="38529"/>
                          <a:pt x="25895" y="37232"/>
                        </a:cubicBezTo>
                        <a:lnTo>
                          <a:pt x="6669" y="25610"/>
                        </a:lnTo>
                        <a:cubicBezTo>
                          <a:pt x="145" y="21672"/>
                          <a:pt x="-1951" y="13192"/>
                          <a:pt x="1987" y="6669"/>
                        </a:cubicBezTo>
                        <a:cubicBezTo>
                          <a:pt x="5925" y="145"/>
                          <a:pt x="14406" y="-1951"/>
                          <a:pt x="20929" y="1987"/>
                        </a:cubicBezTo>
                        <a:lnTo>
                          <a:pt x="40172" y="13609"/>
                        </a:lnTo>
                        <a:cubicBezTo>
                          <a:pt x="46695" y="17544"/>
                          <a:pt x="48793" y="26022"/>
                          <a:pt x="44858" y="32545"/>
                        </a:cubicBezTo>
                        <a:cubicBezTo>
                          <a:pt x="42355" y="36694"/>
                          <a:pt x="37860" y="39225"/>
                          <a:pt x="33016" y="3921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1" name="Freeform 136">
                    <a:extLst>
                      <a:ext uri="{FF2B5EF4-FFF2-40B4-BE49-F238E27FC236}">
                        <a16:creationId xmlns:a16="http://schemas.microsoft.com/office/drawing/2014/main" id="{4CE75FEC-01A0-180B-81DE-5B94C8C2C368}"/>
                      </a:ext>
                    </a:extLst>
                  </p:cNvPr>
                  <p:cNvSpPr/>
                  <p:nvPr/>
                </p:nvSpPr>
                <p:spPr>
                  <a:xfrm>
                    <a:off x="11702289" y="2201764"/>
                    <a:ext cx="31987" cy="45745"/>
                  </a:xfrm>
                  <a:custGeom>
                    <a:avLst/>
                    <a:gdLst>
                      <a:gd name="connsiteX0" fmla="*/ 18182 w 31987"/>
                      <a:gd name="connsiteY0" fmla="*/ 45745 h 45745"/>
                      <a:gd name="connsiteX1" fmla="*/ 4784 w 31987"/>
                      <a:gd name="connsiteY1" fmla="*/ 35192 h 45745"/>
                      <a:gd name="connsiteX2" fmla="*/ 387 w 31987"/>
                      <a:gd name="connsiteY2" fmla="*/ 17036 h 45745"/>
                      <a:gd name="connsiteX3" fmla="*/ 10569 w 31987"/>
                      <a:gd name="connsiteY3" fmla="*/ 388 h 45745"/>
                      <a:gd name="connsiteX4" fmla="*/ 27217 w 31987"/>
                      <a:gd name="connsiteY4" fmla="*/ 10570 h 45745"/>
                      <a:gd name="connsiteX5" fmla="*/ 31597 w 31987"/>
                      <a:gd name="connsiteY5" fmla="*/ 28709 h 45745"/>
                      <a:gd name="connsiteX6" fmla="*/ 21437 w 31987"/>
                      <a:gd name="connsiteY6" fmla="*/ 45362 h 45745"/>
                      <a:gd name="connsiteX7" fmla="*/ 21424 w 31987"/>
                      <a:gd name="connsiteY7" fmla="*/ 45366 h 45745"/>
                      <a:gd name="connsiteX8" fmla="*/ 18182 w 31987"/>
                      <a:gd name="connsiteY8" fmla="*/ 45745 h 4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87" h="45745">
                        <a:moveTo>
                          <a:pt x="18182" y="45745"/>
                        </a:moveTo>
                        <a:cubicBezTo>
                          <a:pt x="11816" y="45740"/>
                          <a:pt x="6280" y="41379"/>
                          <a:pt x="4784" y="35192"/>
                        </a:cubicBezTo>
                        <a:lnTo>
                          <a:pt x="387" y="17036"/>
                        </a:lnTo>
                        <a:cubicBezTo>
                          <a:pt x="-1398" y="9626"/>
                          <a:pt x="3160" y="2174"/>
                          <a:pt x="10569" y="388"/>
                        </a:cubicBezTo>
                        <a:cubicBezTo>
                          <a:pt x="17978" y="-1399"/>
                          <a:pt x="25432" y="3160"/>
                          <a:pt x="27217" y="10570"/>
                        </a:cubicBezTo>
                        <a:lnTo>
                          <a:pt x="31597" y="28709"/>
                        </a:lnTo>
                        <a:cubicBezTo>
                          <a:pt x="33390" y="36113"/>
                          <a:pt x="28842" y="43569"/>
                          <a:pt x="21437" y="45362"/>
                        </a:cubicBezTo>
                        <a:cubicBezTo>
                          <a:pt x="21432" y="45364"/>
                          <a:pt x="21428" y="45364"/>
                          <a:pt x="21424" y="45366"/>
                        </a:cubicBezTo>
                        <a:cubicBezTo>
                          <a:pt x="20362" y="45618"/>
                          <a:pt x="19274" y="45745"/>
                          <a:pt x="18182" y="4574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2" name="Freeform 137">
                    <a:extLst>
                      <a:ext uri="{FF2B5EF4-FFF2-40B4-BE49-F238E27FC236}">
                        <a16:creationId xmlns:a16="http://schemas.microsoft.com/office/drawing/2014/main" id="{6409E473-C968-428E-A7BA-BBB0C8B506F0}"/>
                      </a:ext>
                    </a:extLst>
                  </p:cNvPr>
                  <p:cNvSpPr/>
                  <p:nvPr/>
                </p:nvSpPr>
                <p:spPr>
                  <a:xfrm>
                    <a:off x="11665963" y="2194759"/>
                    <a:ext cx="38617" cy="46490"/>
                  </a:xfrm>
                  <a:custGeom>
                    <a:avLst/>
                    <a:gdLst>
                      <a:gd name="connsiteX0" fmla="*/ 13746 w 38617"/>
                      <a:gd name="connsiteY0" fmla="*/ 46490 h 46490"/>
                      <a:gd name="connsiteX1" fmla="*/ 0 w 38617"/>
                      <a:gd name="connsiteY1" fmla="*/ 32648 h 46490"/>
                      <a:gd name="connsiteX2" fmla="*/ 1848 w 38617"/>
                      <a:gd name="connsiteY2" fmla="*/ 25799 h 46490"/>
                      <a:gd name="connsiteX3" fmla="*/ 12815 w 38617"/>
                      <a:gd name="connsiteY3" fmla="*/ 7004 h 46490"/>
                      <a:gd name="connsiteX4" fmla="*/ 31613 w 38617"/>
                      <a:gd name="connsiteY4" fmla="*/ 1791 h 46490"/>
                      <a:gd name="connsiteX5" fmla="*/ 36827 w 38617"/>
                      <a:gd name="connsiteY5" fmla="*/ 20590 h 46490"/>
                      <a:gd name="connsiteX6" fmla="*/ 36645 w 38617"/>
                      <a:gd name="connsiteY6" fmla="*/ 20902 h 46490"/>
                      <a:gd name="connsiteX7" fmla="*/ 25678 w 38617"/>
                      <a:gd name="connsiteY7" fmla="*/ 39714 h 46490"/>
                      <a:gd name="connsiteX8" fmla="*/ 13746 w 38617"/>
                      <a:gd name="connsiteY8" fmla="*/ 46490 h 46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17" h="46490">
                        <a:moveTo>
                          <a:pt x="13746" y="46490"/>
                        </a:moveTo>
                        <a:cubicBezTo>
                          <a:pt x="6128" y="46463"/>
                          <a:pt x="-27" y="40266"/>
                          <a:pt x="0" y="32648"/>
                        </a:cubicBezTo>
                        <a:cubicBezTo>
                          <a:pt x="9" y="30242"/>
                          <a:pt x="646" y="27882"/>
                          <a:pt x="1848" y="25799"/>
                        </a:cubicBezTo>
                        <a:lnTo>
                          <a:pt x="12815" y="7004"/>
                        </a:lnTo>
                        <a:cubicBezTo>
                          <a:pt x="16566" y="373"/>
                          <a:pt x="24983" y="-1961"/>
                          <a:pt x="31613" y="1791"/>
                        </a:cubicBezTo>
                        <a:cubicBezTo>
                          <a:pt x="38244" y="5542"/>
                          <a:pt x="40578" y="13958"/>
                          <a:pt x="36827" y="20590"/>
                        </a:cubicBezTo>
                        <a:cubicBezTo>
                          <a:pt x="36767" y="20695"/>
                          <a:pt x="36707" y="20798"/>
                          <a:pt x="36645" y="20902"/>
                        </a:cubicBezTo>
                        <a:lnTo>
                          <a:pt x="25678" y="39714"/>
                        </a:lnTo>
                        <a:cubicBezTo>
                          <a:pt x="23186" y="43932"/>
                          <a:pt x="18644" y="46511"/>
                          <a:pt x="13746" y="4649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3" name="Freeform 138">
                    <a:extLst>
                      <a:ext uri="{FF2B5EF4-FFF2-40B4-BE49-F238E27FC236}">
                        <a16:creationId xmlns:a16="http://schemas.microsoft.com/office/drawing/2014/main" id="{E2939778-F776-300E-073D-07EE4D5C0C5E}"/>
                      </a:ext>
                    </a:extLst>
                  </p:cNvPr>
                  <p:cNvSpPr/>
                  <p:nvPr/>
                </p:nvSpPr>
                <p:spPr>
                  <a:xfrm>
                    <a:off x="11642426" y="2171965"/>
                    <a:ext cx="48292" cy="33233"/>
                  </a:xfrm>
                  <a:custGeom>
                    <a:avLst/>
                    <a:gdLst>
                      <a:gd name="connsiteX0" fmla="*/ 13781 w 48292"/>
                      <a:gd name="connsiteY0" fmla="*/ 33230 h 33233"/>
                      <a:gd name="connsiteX1" fmla="*/ 0 w 48292"/>
                      <a:gd name="connsiteY1" fmla="*/ 19422 h 33233"/>
                      <a:gd name="connsiteX2" fmla="*/ 10177 w 48292"/>
                      <a:gd name="connsiteY2" fmla="*/ 6124 h 33233"/>
                      <a:gd name="connsiteX3" fmla="*/ 30696 w 48292"/>
                      <a:gd name="connsiteY3" fmla="*/ 537 h 33233"/>
                      <a:gd name="connsiteX4" fmla="*/ 47756 w 48292"/>
                      <a:gd name="connsiteY4" fmla="*/ 9999 h 33233"/>
                      <a:gd name="connsiteX5" fmla="*/ 38294 w 48292"/>
                      <a:gd name="connsiteY5" fmla="*/ 27059 h 33233"/>
                      <a:gd name="connsiteX6" fmla="*/ 37921 w 48292"/>
                      <a:gd name="connsiteY6" fmla="*/ 27160 h 33233"/>
                      <a:gd name="connsiteX7" fmla="*/ 17402 w 48292"/>
                      <a:gd name="connsiteY7" fmla="*/ 32833 h 33233"/>
                      <a:gd name="connsiteX8" fmla="*/ 13781 w 48292"/>
                      <a:gd name="connsiteY8" fmla="*/ 33230 h 3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92" h="33233">
                        <a:moveTo>
                          <a:pt x="13781" y="33230"/>
                        </a:moveTo>
                        <a:cubicBezTo>
                          <a:pt x="6162" y="33223"/>
                          <a:pt x="-8" y="27040"/>
                          <a:pt x="0" y="19422"/>
                        </a:cubicBezTo>
                        <a:cubicBezTo>
                          <a:pt x="6" y="13201"/>
                          <a:pt x="4174" y="7755"/>
                          <a:pt x="10177" y="6124"/>
                        </a:cubicBezTo>
                        <a:lnTo>
                          <a:pt x="30696" y="537"/>
                        </a:lnTo>
                        <a:cubicBezTo>
                          <a:pt x="38020" y="-1561"/>
                          <a:pt x="45658" y="2675"/>
                          <a:pt x="47756" y="9999"/>
                        </a:cubicBezTo>
                        <a:cubicBezTo>
                          <a:pt x="49854" y="17323"/>
                          <a:pt x="45618" y="24961"/>
                          <a:pt x="38294" y="27059"/>
                        </a:cubicBezTo>
                        <a:cubicBezTo>
                          <a:pt x="38170" y="27094"/>
                          <a:pt x="38046" y="27128"/>
                          <a:pt x="37921" y="27160"/>
                        </a:cubicBezTo>
                        <a:lnTo>
                          <a:pt x="17402" y="32833"/>
                        </a:lnTo>
                        <a:cubicBezTo>
                          <a:pt x="16217" y="33124"/>
                          <a:pt x="15000" y="33257"/>
                          <a:pt x="13781" y="3323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4" name="Freeform 139">
                    <a:extLst>
                      <a:ext uri="{FF2B5EF4-FFF2-40B4-BE49-F238E27FC236}">
                        <a16:creationId xmlns:a16="http://schemas.microsoft.com/office/drawing/2014/main" id="{71517CF1-607C-909C-1173-54B6FCC19A04}"/>
                      </a:ext>
                    </a:extLst>
                  </p:cNvPr>
                  <p:cNvSpPr/>
                  <p:nvPr/>
                </p:nvSpPr>
                <p:spPr>
                  <a:xfrm>
                    <a:off x="11647198" y="2133707"/>
                    <a:ext cx="47286" cy="40433"/>
                  </a:xfrm>
                  <a:custGeom>
                    <a:avLst/>
                    <a:gdLst>
                      <a:gd name="connsiteX0" fmla="*/ 33390 w 47286"/>
                      <a:gd name="connsiteY0" fmla="*/ 40434 h 40433"/>
                      <a:gd name="connsiteX1" fmla="*/ 25872 w 47286"/>
                      <a:gd name="connsiteY1" fmla="*/ 38192 h 40433"/>
                      <a:gd name="connsiteX2" fmla="*/ 6267 w 47286"/>
                      <a:gd name="connsiteY2" fmla="*/ 25363 h 40433"/>
                      <a:gd name="connsiteX3" fmla="*/ 2240 w 47286"/>
                      <a:gd name="connsiteY3" fmla="*/ 6267 h 40433"/>
                      <a:gd name="connsiteX4" fmla="*/ 21337 w 47286"/>
                      <a:gd name="connsiteY4" fmla="*/ 2240 h 40433"/>
                      <a:gd name="connsiteX5" fmla="*/ 41028 w 47286"/>
                      <a:gd name="connsiteY5" fmla="*/ 15086 h 40433"/>
                      <a:gd name="connsiteX6" fmla="*/ 45043 w 47286"/>
                      <a:gd name="connsiteY6" fmla="*/ 34177 h 40433"/>
                      <a:gd name="connsiteX7" fmla="*/ 33476 w 47286"/>
                      <a:gd name="connsiteY7" fmla="*/ 40434 h 4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286" h="40433">
                        <a:moveTo>
                          <a:pt x="33390" y="40434"/>
                        </a:moveTo>
                        <a:cubicBezTo>
                          <a:pt x="30720" y="40430"/>
                          <a:pt x="28108" y="39651"/>
                          <a:pt x="25872" y="38192"/>
                        </a:cubicBezTo>
                        <a:lnTo>
                          <a:pt x="6267" y="25363"/>
                        </a:lnTo>
                        <a:cubicBezTo>
                          <a:pt x="-119" y="21202"/>
                          <a:pt x="-1921" y="12652"/>
                          <a:pt x="2240" y="6267"/>
                        </a:cubicBezTo>
                        <a:cubicBezTo>
                          <a:pt x="6402" y="-119"/>
                          <a:pt x="14952" y="-1921"/>
                          <a:pt x="21337" y="2240"/>
                        </a:cubicBezTo>
                        <a:lnTo>
                          <a:pt x="41028" y="15086"/>
                        </a:lnTo>
                        <a:cubicBezTo>
                          <a:pt x="47409" y="19249"/>
                          <a:pt x="49206" y="27797"/>
                          <a:pt x="45043" y="34177"/>
                        </a:cubicBezTo>
                        <a:cubicBezTo>
                          <a:pt x="42494" y="38085"/>
                          <a:pt x="38142" y="40439"/>
                          <a:pt x="33476" y="4043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5" name="Freeform 140">
                    <a:extLst>
                      <a:ext uri="{FF2B5EF4-FFF2-40B4-BE49-F238E27FC236}">
                        <a16:creationId xmlns:a16="http://schemas.microsoft.com/office/drawing/2014/main" id="{7585470C-107D-62C9-A51C-DA5BD82DE50C}"/>
                      </a:ext>
                    </a:extLst>
                  </p:cNvPr>
                  <p:cNvSpPr/>
                  <p:nvPr/>
                </p:nvSpPr>
                <p:spPr>
                  <a:xfrm>
                    <a:off x="11662660" y="2132016"/>
                    <a:ext cx="94148" cy="94146"/>
                  </a:xfrm>
                  <a:custGeom>
                    <a:avLst/>
                    <a:gdLst>
                      <a:gd name="connsiteX0" fmla="*/ 47086 w 94148"/>
                      <a:gd name="connsiteY0" fmla="*/ 94147 h 94146"/>
                      <a:gd name="connsiteX1" fmla="*/ 0 w 94148"/>
                      <a:gd name="connsiteY1" fmla="*/ 47086 h 94146"/>
                      <a:gd name="connsiteX2" fmla="*/ 47061 w 94148"/>
                      <a:gd name="connsiteY2" fmla="*/ 0 h 94146"/>
                      <a:gd name="connsiteX3" fmla="*/ 92900 w 94148"/>
                      <a:gd name="connsiteY3" fmla="*/ 36314 h 94146"/>
                      <a:gd name="connsiteX4" fmla="*/ 92900 w 94148"/>
                      <a:gd name="connsiteY4" fmla="*/ 36314 h 94146"/>
                      <a:gd name="connsiteX5" fmla="*/ 57755 w 94148"/>
                      <a:gd name="connsiteY5" fmla="*/ 92910 h 94146"/>
                      <a:gd name="connsiteX6" fmla="*/ 47086 w 94148"/>
                      <a:gd name="connsiteY6" fmla="*/ 94147 h 94146"/>
                      <a:gd name="connsiteX7" fmla="*/ 47086 w 94148"/>
                      <a:gd name="connsiteY7" fmla="*/ 27589 h 94146"/>
                      <a:gd name="connsiteX8" fmla="*/ 42620 w 94148"/>
                      <a:gd name="connsiteY8" fmla="*/ 28106 h 94146"/>
                      <a:gd name="connsiteX9" fmla="*/ 28110 w 94148"/>
                      <a:gd name="connsiteY9" fmla="*/ 51531 h 94146"/>
                      <a:gd name="connsiteX10" fmla="*/ 51535 w 94148"/>
                      <a:gd name="connsiteY10" fmla="*/ 66041 h 94146"/>
                      <a:gd name="connsiteX11" fmla="*/ 66043 w 94148"/>
                      <a:gd name="connsiteY11" fmla="*/ 42671 h 94146"/>
                      <a:gd name="connsiteX12" fmla="*/ 66036 w 94148"/>
                      <a:gd name="connsiteY12" fmla="*/ 42642 h 94146"/>
                      <a:gd name="connsiteX13" fmla="*/ 66036 w 94148"/>
                      <a:gd name="connsiteY13" fmla="*/ 42642 h 94146"/>
                      <a:gd name="connsiteX14" fmla="*/ 47086 w 94148"/>
                      <a:gd name="connsiteY14" fmla="*/ 27589 h 9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148" h="94146">
                        <a:moveTo>
                          <a:pt x="47086" y="94147"/>
                        </a:moveTo>
                        <a:cubicBezTo>
                          <a:pt x="21088" y="94154"/>
                          <a:pt x="7" y="73084"/>
                          <a:pt x="0" y="47086"/>
                        </a:cubicBezTo>
                        <a:cubicBezTo>
                          <a:pt x="-7" y="21088"/>
                          <a:pt x="21063" y="7"/>
                          <a:pt x="47061" y="0"/>
                        </a:cubicBezTo>
                        <a:cubicBezTo>
                          <a:pt x="68919" y="-6"/>
                          <a:pt x="87905" y="15035"/>
                          <a:pt x="92900" y="36314"/>
                        </a:cubicBezTo>
                        <a:lnTo>
                          <a:pt x="92900" y="36314"/>
                        </a:lnTo>
                        <a:cubicBezTo>
                          <a:pt x="98823" y="61647"/>
                          <a:pt x="83089" y="86986"/>
                          <a:pt x="57755" y="92910"/>
                        </a:cubicBezTo>
                        <a:cubicBezTo>
                          <a:pt x="54257" y="93728"/>
                          <a:pt x="50678" y="94143"/>
                          <a:pt x="47086" y="94147"/>
                        </a:cubicBezTo>
                        <a:close/>
                        <a:moveTo>
                          <a:pt x="47086" y="27589"/>
                        </a:moveTo>
                        <a:cubicBezTo>
                          <a:pt x="45582" y="27592"/>
                          <a:pt x="44084" y="27766"/>
                          <a:pt x="42620" y="28106"/>
                        </a:cubicBezTo>
                        <a:cubicBezTo>
                          <a:pt x="32145" y="30568"/>
                          <a:pt x="25648" y="41055"/>
                          <a:pt x="28110" y="51531"/>
                        </a:cubicBezTo>
                        <a:cubicBezTo>
                          <a:pt x="30572" y="62006"/>
                          <a:pt x="41059" y="68503"/>
                          <a:pt x="51535" y="66041"/>
                        </a:cubicBezTo>
                        <a:cubicBezTo>
                          <a:pt x="61994" y="63594"/>
                          <a:pt x="68490" y="53131"/>
                          <a:pt x="66043" y="42671"/>
                        </a:cubicBezTo>
                        <a:cubicBezTo>
                          <a:pt x="66041" y="42662"/>
                          <a:pt x="66038" y="42652"/>
                          <a:pt x="66036" y="42642"/>
                        </a:cubicBezTo>
                        <a:lnTo>
                          <a:pt x="66036" y="42642"/>
                        </a:lnTo>
                        <a:cubicBezTo>
                          <a:pt x="63973" y="33838"/>
                          <a:pt x="56129" y="27606"/>
                          <a:pt x="47086" y="27589"/>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grpSp>
        <p:nvGrpSpPr>
          <p:cNvPr id="2" name="Group 1">
            <a:extLst>
              <a:ext uri="{FF2B5EF4-FFF2-40B4-BE49-F238E27FC236}">
                <a16:creationId xmlns:a16="http://schemas.microsoft.com/office/drawing/2014/main" id="{B7B2F2EB-D4D4-086D-73B2-E3DF9B0D5215}"/>
              </a:ext>
            </a:extLst>
          </p:cNvPr>
          <p:cNvGrpSpPr/>
          <p:nvPr/>
        </p:nvGrpSpPr>
        <p:grpSpPr>
          <a:xfrm>
            <a:off x="10667997" y="-3"/>
            <a:ext cx="1143475" cy="828677"/>
            <a:chOff x="10667997" y="-3"/>
            <a:chExt cx="1143475" cy="828677"/>
          </a:xfrm>
        </p:grpSpPr>
        <p:sp>
          <p:nvSpPr>
            <p:cNvPr id="3" name="Round Same-side Corner of Rectangle 3">
              <a:extLst>
                <a:ext uri="{FF2B5EF4-FFF2-40B4-BE49-F238E27FC236}">
                  <a16:creationId xmlns:a16="http://schemas.microsoft.com/office/drawing/2014/main" id="{527946CA-1E55-1904-7878-735263CDD764}"/>
                </a:ext>
              </a:extLst>
            </p:cNvPr>
            <p:cNvSpPr/>
            <p:nvPr/>
          </p:nvSpPr>
          <p:spPr>
            <a:xfrm rot="10800000">
              <a:off x="10667997" y="-3"/>
              <a:ext cx="1143475" cy="828677"/>
            </a:xfrm>
            <a:prstGeom prst="round2SameRect">
              <a:avLst/>
            </a:prstGeom>
            <a:solidFill>
              <a:schemeClr val="bg1"/>
            </a:solidFill>
            <a:ln>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4" name="Picture 3">
              <a:extLst>
                <a:ext uri="{FF2B5EF4-FFF2-40B4-BE49-F238E27FC236}">
                  <a16:creationId xmlns:a16="http://schemas.microsoft.com/office/drawing/2014/main" id="{F27CE9B9-E5D2-F7A4-A259-7A0C3595725E}"/>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0957794" y="135851"/>
              <a:ext cx="563880" cy="563880"/>
            </a:xfrm>
            <a:prstGeom prst="rect">
              <a:avLst/>
            </a:prstGeom>
          </p:spPr>
        </p:pic>
      </p:grpSp>
      <p:grpSp>
        <p:nvGrpSpPr>
          <p:cNvPr id="8" name="Group 7">
            <a:extLst>
              <a:ext uri="{FF2B5EF4-FFF2-40B4-BE49-F238E27FC236}">
                <a16:creationId xmlns:a16="http://schemas.microsoft.com/office/drawing/2014/main" id="{C8760DDD-24E2-6142-9408-A34936CB781C}"/>
              </a:ext>
            </a:extLst>
          </p:cNvPr>
          <p:cNvGrpSpPr/>
          <p:nvPr/>
        </p:nvGrpSpPr>
        <p:grpSpPr>
          <a:xfrm>
            <a:off x="0" y="2241576"/>
            <a:ext cx="1405182" cy="1368676"/>
            <a:chOff x="0" y="2241576"/>
            <a:chExt cx="1405182" cy="1368676"/>
          </a:xfrm>
        </p:grpSpPr>
        <p:sp>
          <p:nvSpPr>
            <p:cNvPr id="13" name="Rectangle 12">
              <a:extLst>
                <a:ext uri="{FF2B5EF4-FFF2-40B4-BE49-F238E27FC236}">
                  <a16:creationId xmlns:a16="http://schemas.microsoft.com/office/drawing/2014/main" id="{5EE70C4F-4E8A-3891-D907-3BDB4508EFE1}"/>
                </a:ext>
              </a:extLst>
            </p:cNvPr>
            <p:cNvSpPr/>
            <p:nvPr/>
          </p:nvSpPr>
          <p:spPr>
            <a:xfrm>
              <a:off x="1" y="3199852"/>
              <a:ext cx="1120125" cy="410400"/>
            </a:xfrm>
            <a:prstGeom prst="rect">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Pre-Project</a:t>
              </a:r>
            </a:p>
          </p:txBody>
        </p:sp>
        <p:sp>
          <p:nvSpPr>
            <p:cNvPr id="14" name="Arrow: Pentagon 277">
              <a:extLst>
                <a:ext uri="{FF2B5EF4-FFF2-40B4-BE49-F238E27FC236}">
                  <a16:creationId xmlns:a16="http://schemas.microsoft.com/office/drawing/2014/main" id="{CD2E696E-15CB-868C-8827-1EFC699C4427}"/>
                </a:ext>
              </a:extLst>
            </p:cNvPr>
            <p:cNvSpPr/>
            <p:nvPr/>
          </p:nvSpPr>
          <p:spPr>
            <a:xfrm>
              <a:off x="0" y="2241576"/>
              <a:ext cx="1405182" cy="964154"/>
            </a:xfrm>
            <a:prstGeom prst="homePlate">
              <a:avLst>
                <a:gd name="adj" fmla="val 30009"/>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Discover</a:t>
              </a:r>
            </a:p>
          </p:txBody>
        </p:sp>
        <p:sp>
          <p:nvSpPr>
            <p:cNvPr id="15" name="Oval 14">
              <a:extLst>
                <a:ext uri="{FF2B5EF4-FFF2-40B4-BE49-F238E27FC236}">
                  <a16:creationId xmlns:a16="http://schemas.microsoft.com/office/drawing/2014/main" id="{C76888F6-3E08-62C0-994B-6CAD88DBDE92}"/>
                </a:ext>
              </a:extLst>
            </p:cNvPr>
            <p:cNvSpPr/>
            <p:nvPr/>
          </p:nvSpPr>
          <p:spPr>
            <a:xfrm>
              <a:off x="448897" y="2363819"/>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16" name="Graphic 43">
              <a:extLst>
                <a:ext uri="{FF2B5EF4-FFF2-40B4-BE49-F238E27FC236}">
                  <a16:creationId xmlns:a16="http://schemas.microsoft.com/office/drawing/2014/main" id="{A2503554-51B4-9251-6ADD-81DE10DFAC4C}"/>
                </a:ext>
              </a:extLst>
            </p:cNvPr>
            <p:cNvGrpSpPr/>
            <p:nvPr/>
          </p:nvGrpSpPr>
          <p:grpSpPr>
            <a:xfrm>
              <a:off x="548554" y="2462941"/>
              <a:ext cx="271848" cy="273546"/>
              <a:chOff x="1759940" y="1793479"/>
              <a:chExt cx="449934" cy="452143"/>
            </a:xfrm>
            <a:solidFill>
              <a:schemeClr val="bg1">
                <a:lumMod val="75000"/>
              </a:schemeClr>
            </a:solidFill>
          </p:grpSpPr>
          <p:sp>
            <p:nvSpPr>
              <p:cNvPr id="17" name="Freeform: Shape 16">
                <a:extLst>
                  <a:ext uri="{FF2B5EF4-FFF2-40B4-BE49-F238E27FC236}">
                    <a16:creationId xmlns:a16="http://schemas.microsoft.com/office/drawing/2014/main" id="{17E62A5A-0CEE-F208-F700-CE0EED206FA8}"/>
                  </a:ext>
                </a:extLst>
              </p:cNvPr>
              <p:cNvSpPr/>
              <p:nvPr/>
            </p:nvSpPr>
            <p:spPr>
              <a:xfrm>
                <a:off x="1759940"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0" y="43107"/>
                      <a:pt x="0" y="33458"/>
                      <a:pt x="0" y="21554"/>
                    </a:cubicBezTo>
                    <a:cubicBezTo>
                      <a:pt x="0" y="9650"/>
                      <a:pt x="9650" y="0"/>
                      <a:pt x="21554" y="0"/>
                    </a:cubicBezTo>
                    <a:lnTo>
                      <a:pt x="61967" y="0"/>
                    </a:lnTo>
                    <a:cubicBezTo>
                      <a:pt x="73871" y="0"/>
                      <a:pt x="83521" y="9650"/>
                      <a:pt x="83521" y="21554"/>
                    </a:cubicBezTo>
                    <a:cubicBezTo>
                      <a:pt x="83521" y="33458"/>
                      <a:pt x="73871" y="43107"/>
                      <a:pt x="61967" y="43107"/>
                    </a:cubicBezTo>
                    <a:close/>
                  </a:path>
                </a:pathLst>
              </a:custGeom>
              <a:grpFill/>
              <a:ln w="2667" cap="flat">
                <a:noFill/>
                <a:prstDash val="solid"/>
                <a:miter/>
              </a:ln>
            </p:spPr>
            <p:txBody>
              <a:bodyPr rtlCol="0" anchor="ctr"/>
              <a:lstStyle/>
              <a:p>
                <a:endParaRPr lang="en-MY"/>
              </a:p>
            </p:txBody>
          </p:sp>
          <p:grpSp>
            <p:nvGrpSpPr>
              <p:cNvPr id="18" name="Graphic 43">
                <a:extLst>
                  <a:ext uri="{FF2B5EF4-FFF2-40B4-BE49-F238E27FC236}">
                    <a16:creationId xmlns:a16="http://schemas.microsoft.com/office/drawing/2014/main" id="{2108F99C-25B2-CC43-72CF-639F2C758C35}"/>
                  </a:ext>
                </a:extLst>
              </p:cNvPr>
              <p:cNvGrpSpPr/>
              <p:nvPr/>
            </p:nvGrpSpPr>
            <p:grpSpPr>
              <a:xfrm>
                <a:off x="1853403" y="1895374"/>
                <a:ext cx="263656" cy="350248"/>
                <a:chOff x="1853403" y="1895374"/>
                <a:chExt cx="263656" cy="350248"/>
              </a:xfrm>
              <a:grpFill/>
            </p:grpSpPr>
            <p:sp>
              <p:nvSpPr>
                <p:cNvPr id="23" name="Freeform: Shape 22">
                  <a:extLst>
                    <a:ext uri="{FF2B5EF4-FFF2-40B4-BE49-F238E27FC236}">
                      <a16:creationId xmlns:a16="http://schemas.microsoft.com/office/drawing/2014/main" id="{6F4BF358-B1BA-A5AF-F6BE-4CE8324A561A}"/>
                    </a:ext>
                  </a:extLst>
                </p:cNvPr>
                <p:cNvSpPr/>
                <p:nvPr/>
              </p:nvSpPr>
              <p:spPr>
                <a:xfrm>
                  <a:off x="1853403" y="1895374"/>
                  <a:ext cx="263656" cy="256435"/>
                </a:xfrm>
                <a:custGeom>
                  <a:avLst/>
                  <a:gdLst>
                    <a:gd name="connsiteX0" fmla="*/ 182506 w 263656"/>
                    <a:gd name="connsiteY0" fmla="*/ 256436 h 256435"/>
                    <a:gd name="connsiteX1" fmla="*/ 160954 w 263656"/>
                    <a:gd name="connsiteY1" fmla="*/ 234879 h 256435"/>
                    <a:gd name="connsiteX2" fmla="*/ 174936 w 263656"/>
                    <a:gd name="connsiteY2" fmla="*/ 214702 h 256435"/>
                    <a:gd name="connsiteX3" fmla="*/ 220549 w 263656"/>
                    <a:gd name="connsiteY3" fmla="*/ 128891 h 256435"/>
                    <a:gd name="connsiteX4" fmla="*/ 131828 w 263656"/>
                    <a:gd name="connsiteY4" fmla="*/ 43107 h 256435"/>
                    <a:gd name="connsiteX5" fmla="*/ 43107 w 263656"/>
                    <a:gd name="connsiteY5" fmla="*/ 128891 h 256435"/>
                    <a:gd name="connsiteX6" fmla="*/ 90310 w 263656"/>
                    <a:gd name="connsiteY6" fmla="*/ 214271 h 256435"/>
                    <a:gd name="connsiteX7" fmla="*/ 103140 w 263656"/>
                    <a:gd name="connsiteY7" fmla="*/ 241922 h 256435"/>
                    <a:gd name="connsiteX8" fmla="*/ 75490 w 263656"/>
                    <a:gd name="connsiteY8" fmla="*/ 254752 h 256435"/>
                    <a:gd name="connsiteX9" fmla="*/ 74630 w 263656"/>
                    <a:gd name="connsiteY9" fmla="*/ 254415 h 256435"/>
                    <a:gd name="connsiteX10" fmla="*/ 0 w 263656"/>
                    <a:gd name="connsiteY10" fmla="*/ 128891 h 256435"/>
                    <a:gd name="connsiteX11" fmla="*/ 131828 w 263656"/>
                    <a:gd name="connsiteY11" fmla="*/ 0 h 256435"/>
                    <a:gd name="connsiteX12" fmla="*/ 263656 w 263656"/>
                    <a:gd name="connsiteY12" fmla="*/ 128891 h 256435"/>
                    <a:gd name="connsiteX13" fmla="*/ 190077 w 263656"/>
                    <a:gd name="connsiteY13" fmla="*/ 255062 h 256435"/>
                    <a:gd name="connsiteX14" fmla="*/ 182506 w 263656"/>
                    <a:gd name="connsiteY14" fmla="*/ 256436 h 25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656" h="256435">
                      <a:moveTo>
                        <a:pt x="182506" y="256436"/>
                      </a:moveTo>
                      <a:cubicBezTo>
                        <a:pt x="170603" y="256436"/>
                        <a:pt x="160953" y="246785"/>
                        <a:pt x="160954" y="234879"/>
                      </a:cubicBezTo>
                      <a:cubicBezTo>
                        <a:pt x="160955" y="225897"/>
                        <a:pt x="166527" y="217857"/>
                        <a:pt x="174936" y="214702"/>
                      </a:cubicBezTo>
                      <a:cubicBezTo>
                        <a:pt x="205192" y="203360"/>
                        <a:pt x="220549" y="174478"/>
                        <a:pt x="220549" y="128891"/>
                      </a:cubicBezTo>
                      <a:cubicBezTo>
                        <a:pt x="220549" y="79183"/>
                        <a:pt x="183234" y="43107"/>
                        <a:pt x="131828" y="43107"/>
                      </a:cubicBezTo>
                      <a:cubicBezTo>
                        <a:pt x="80422" y="43107"/>
                        <a:pt x="43107" y="79183"/>
                        <a:pt x="43107" y="128891"/>
                      </a:cubicBezTo>
                      <a:cubicBezTo>
                        <a:pt x="43107" y="159417"/>
                        <a:pt x="51190" y="198941"/>
                        <a:pt x="90310" y="214271"/>
                      </a:cubicBezTo>
                      <a:cubicBezTo>
                        <a:pt x="101488" y="218364"/>
                        <a:pt x="107233" y="230744"/>
                        <a:pt x="103140" y="241922"/>
                      </a:cubicBezTo>
                      <a:cubicBezTo>
                        <a:pt x="99048" y="253100"/>
                        <a:pt x="86669" y="258844"/>
                        <a:pt x="75490" y="254752"/>
                      </a:cubicBezTo>
                      <a:cubicBezTo>
                        <a:pt x="75201" y="254644"/>
                        <a:pt x="74914" y="254533"/>
                        <a:pt x="74630" y="254415"/>
                      </a:cubicBezTo>
                      <a:cubicBezTo>
                        <a:pt x="26511" y="235555"/>
                        <a:pt x="0" y="191020"/>
                        <a:pt x="0" y="128891"/>
                      </a:cubicBezTo>
                      <a:cubicBezTo>
                        <a:pt x="0" y="55393"/>
                        <a:pt x="56579" y="0"/>
                        <a:pt x="131828" y="0"/>
                      </a:cubicBezTo>
                      <a:cubicBezTo>
                        <a:pt x="207078" y="0"/>
                        <a:pt x="263656" y="55474"/>
                        <a:pt x="263656" y="128891"/>
                      </a:cubicBezTo>
                      <a:cubicBezTo>
                        <a:pt x="263656" y="210364"/>
                        <a:pt x="223647" y="242480"/>
                        <a:pt x="190077" y="255062"/>
                      </a:cubicBezTo>
                      <a:cubicBezTo>
                        <a:pt x="187655" y="255970"/>
                        <a:pt x="185093" y="256436"/>
                        <a:pt x="182506" y="256436"/>
                      </a:cubicBezTo>
                      <a:close/>
                    </a:path>
                  </a:pathLst>
                </a:custGeom>
                <a:grpFill/>
                <a:ln w="2667" cap="flat">
                  <a:noFill/>
                  <a:prstDash val="solid"/>
                  <a:miter/>
                </a:ln>
              </p:spPr>
              <p:txBody>
                <a:bodyPr rtlCol="0" anchor="ctr"/>
                <a:lstStyle/>
                <a:p>
                  <a:endParaRPr lang="en-MY"/>
                </a:p>
              </p:txBody>
            </p:sp>
            <p:sp>
              <p:nvSpPr>
                <p:cNvPr id="24" name="Freeform: Shape 23">
                  <a:extLst>
                    <a:ext uri="{FF2B5EF4-FFF2-40B4-BE49-F238E27FC236}">
                      <a16:creationId xmlns:a16="http://schemas.microsoft.com/office/drawing/2014/main" id="{6469179B-1873-F449-FBD3-765F3785AB83}"/>
                    </a:ext>
                  </a:extLst>
                </p:cNvPr>
                <p:cNvSpPr/>
                <p:nvPr/>
              </p:nvSpPr>
              <p:spPr>
                <a:xfrm>
                  <a:off x="1923883" y="2151082"/>
                  <a:ext cx="122883" cy="43107"/>
                </a:xfrm>
                <a:custGeom>
                  <a:avLst/>
                  <a:gdLst>
                    <a:gd name="connsiteX0" fmla="*/ 101330 w 122883"/>
                    <a:gd name="connsiteY0" fmla="*/ 43107 h 43107"/>
                    <a:gd name="connsiteX1" fmla="*/ 21554 w 122883"/>
                    <a:gd name="connsiteY1" fmla="*/ 43107 h 43107"/>
                    <a:gd name="connsiteX2" fmla="*/ 0 w 122883"/>
                    <a:gd name="connsiteY2" fmla="*/ 21554 h 43107"/>
                    <a:gd name="connsiteX3" fmla="*/ 21554 w 122883"/>
                    <a:gd name="connsiteY3" fmla="*/ 0 h 43107"/>
                    <a:gd name="connsiteX4" fmla="*/ 101330 w 122883"/>
                    <a:gd name="connsiteY4" fmla="*/ 0 h 43107"/>
                    <a:gd name="connsiteX5" fmla="*/ 122883 w 122883"/>
                    <a:gd name="connsiteY5" fmla="*/ 21554 h 43107"/>
                    <a:gd name="connsiteX6" fmla="*/ 101330 w 122883"/>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883" h="43107">
                      <a:moveTo>
                        <a:pt x="101330" y="43107"/>
                      </a:moveTo>
                      <a:lnTo>
                        <a:pt x="21554" y="43107"/>
                      </a:lnTo>
                      <a:cubicBezTo>
                        <a:pt x="9650" y="43107"/>
                        <a:pt x="0" y="33457"/>
                        <a:pt x="0" y="21554"/>
                      </a:cubicBezTo>
                      <a:cubicBezTo>
                        <a:pt x="0" y="9651"/>
                        <a:pt x="9650" y="0"/>
                        <a:pt x="21554" y="0"/>
                      </a:cubicBezTo>
                      <a:lnTo>
                        <a:pt x="101330" y="0"/>
                      </a:lnTo>
                      <a:cubicBezTo>
                        <a:pt x="113233" y="0"/>
                        <a:pt x="122883" y="9651"/>
                        <a:pt x="122883" y="21554"/>
                      </a:cubicBezTo>
                      <a:cubicBezTo>
                        <a:pt x="122883" y="33457"/>
                        <a:pt x="113233" y="43107"/>
                        <a:pt x="101330" y="43107"/>
                      </a:cubicBezTo>
                      <a:close/>
                    </a:path>
                  </a:pathLst>
                </a:custGeom>
                <a:grpFill/>
                <a:ln w="2667" cap="flat">
                  <a:noFill/>
                  <a:prstDash val="solid"/>
                  <a:miter/>
                </a:ln>
              </p:spPr>
              <p:txBody>
                <a:bodyPr rtlCol="0" anchor="ctr"/>
                <a:lstStyle/>
                <a:p>
                  <a:endParaRPr lang="en-MY"/>
                </a:p>
              </p:txBody>
            </p:sp>
            <p:sp>
              <p:nvSpPr>
                <p:cNvPr id="25" name="Freeform: Shape 24">
                  <a:extLst>
                    <a:ext uri="{FF2B5EF4-FFF2-40B4-BE49-F238E27FC236}">
                      <a16:creationId xmlns:a16="http://schemas.microsoft.com/office/drawing/2014/main" id="{70618843-DECE-DDFC-CE36-F94C523602BD}"/>
                    </a:ext>
                  </a:extLst>
                </p:cNvPr>
                <p:cNvSpPr/>
                <p:nvPr/>
              </p:nvSpPr>
              <p:spPr>
                <a:xfrm>
                  <a:off x="1923883" y="2202515"/>
                  <a:ext cx="120835" cy="43107"/>
                </a:xfrm>
                <a:custGeom>
                  <a:avLst/>
                  <a:gdLst>
                    <a:gd name="connsiteX0" fmla="*/ 99282 w 120835"/>
                    <a:gd name="connsiteY0" fmla="*/ 43107 h 43107"/>
                    <a:gd name="connsiteX1" fmla="*/ 21554 w 120835"/>
                    <a:gd name="connsiteY1" fmla="*/ 43107 h 43107"/>
                    <a:gd name="connsiteX2" fmla="*/ 0 w 120835"/>
                    <a:gd name="connsiteY2" fmla="*/ 21554 h 43107"/>
                    <a:gd name="connsiteX3" fmla="*/ 21554 w 120835"/>
                    <a:gd name="connsiteY3" fmla="*/ 0 h 43107"/>
                    <a:gd name="connsiteX4" fmla="*/ 99282 w 120835"/>
                    <a:gd name="connsiteY4" fmla="*/ 0 h 43107"/>
                    <a:gd name="connsiteX5" fmla="*/ 120836 w 120835"/>
                    <a:gd name="connsiteY5" fmla="*/ 21554 h 43107"/>
                    <a:gd name="connsiteX6" fmla="*/ 99282 w 120835"/>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35" h="43107">
                      <a:moveTo>
                        <a:pt x="99282" y="43107"/>
                      </a:moveTo>
                      <a:lnTo>
                        <a:pt x="21554" y="43107"/>
                      </a:lnTo>
                      <a:cubicBezTo>
                        <a:pt x="9650" y="43107"/>
                        <a:pt x="0" y="33457"/>
                        <a:pt x="0" y="21554"/>
                      </a:cubicBezTo>
                      <a:cubicBezTo>
                        <a:pt x="0" y="9651"/>
                        <a:pt x="9650" y="0"/>
                        <a:pt x="21554" y="0"/>
                      </a:cubicBezTo>
                      <a:lnTo>
                        <a:pt x="99282" y="0"/>
                      </a:lnTo>
                      <a:cubicBezTo>
                        <a:pt x="111185" y="0"/>
                        <a:pt x="120836" y="9651"/>
                        <a:pt x="120836" y="21554"/>
                      </a:cubicBezTo>
                      <a:cubicBezTo>
                        <a:pt x="120836" y="33457"/>
                        <a:pt x="111185" y="43107"/>
                        <a:pt x="99282" y="43107"/>
                      </a:cubicBezTo>
                      <a:close/>
                    </a:path>
                  </a:pathLst>
                </a:custGeom>
                <a:grpFill/>
                <a:ln w="2667" cap="flat">
                  <a:noFill/>
                  <a:prstDash val="solid"/>
                  <a:miter/>
                </a:ln>
              </p:spPr>
              <p:txBody>
                <a:bodyPr rtlCol="0" anchor="ctr"/>
                <a:lstStyle/>
                <a:p>
                  <a:endParaRPr lang="en-MY"/>
                </a:p>
              </p:txBody>
            </p:sp>
            <p:sp>
              <p:nvSpPr>
                <p:cNvPr id="26" name="Freeform: Shape 25">
                  <a:extLst>
                    <a:ext uri="{FF2B5EF4-FFF2-40B4-BE49-F238E27FC236}">
                      <a16:creationId xmlns:a16="http://schemas.microsoft.com/office/drawing/2014/main" id="{0F2343A9-ABDC-44D1-C6B9-2D68C7544448}"/>
                    </a:ext>
                  </a:extLst>
                </p:cNvPr>
                <p:cNvSpPr/>
                <p:nvPr/>
              </p:nvSpPr>
              <p:spPr>
                <a:xfrm>
                  <a:off x="1915154" y="2109268"/>
                  <a:ext cx="140341" cy="136354"/>
                </a:xfrm>
                <a:custGeom>
                  <a:avLst/>
                  <a:gdLst>
                    <a:gd name="connsiteX0" fmla="*/ 118788 w 140341"/>
                    <a:gd name="connsiteY0" fmla="*/ 136354 h 136354"/>
                    <a:gd name="connsiteX1" fmla="*/ 21554 w 140341"/>
                    <a:gd name="connsiteY1" fmla="*/ 136354 h 136354"/>
                    <a:gd name="connsiteX2" fmla="*/ 0 w 140341"/>
                    <a:gd name="connsiteY2" fmla="*/ 114801 h 136354"/>
                    <a:gd name="connsiteX3" fmla="*/ 0 w 140341"/>
                    <a:gd name="connsiteY3" fmla="*/ 21554 h 136354"/>
                    <a:gd name="connsiteX4" fmla="*/ 21554 w 140341"/>
                    <a:gd name="connsiteY4" fmla="*/ 0 h 136354"/>
                    <a:gd name="connsiteX5" fmla="*/ 43107 w 140341"/>
                    <a:gd name="connsiteY5" fmla="*/ 21554 h 136354"/>
                    <a:gd name="connsiteX6" fmla="*/ 43107 w 140341"/>
                    <a:gd name="connsiteY6" fmla="*/ 93247 h 136354"/>
                    <a:gd name="connsiteX7" fmla="*/ 97234 w 140341"/>
                    <a:gd name="connsiteY7" fmla="*/ 93247 h 136354"/>
                    <a:gd name="connsiteX8" fmla="*/ 97234 w 140341"/>
                    <a:gd name="connsiteY8" fmla="*/ 22955 h 136354"/>
                    <a:gd name="connsiteX9" fmla="*/ 118788 w 140341"/>
                    <a:gd name="connsiteY9" fmla="*/ 1401 h 136354"/>
                    <a:gd name="connsiteX10" fmla="*/ 140342 w 140341"/>
                    <a:gd name="connsiteY10" fmla="*/ 22955 h 136354"/>
                    <a:gd name="connsiteX11" fmla="*/ 140342 w 140341"/>
                    <a:gd name="connsiteY11" fmla="*/ 114801 h 136354"/>
                    <a:gd name="connsiteX12" fmla="*/ 118788 w 140341"/>
                    <a:gd name="connsiteY12" fmla="*/ 136354 h 13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341" h="136354">
                      <a:moveTo>
                        <a:pt x="118788" y="136354"/>
                      </a:moveTo>
                      <a:lnTo>
                        <a:pt x="21554" y="136354"/>
                      </a:lnTo>
                      <a:cubicBezTo>
                        <a:pt x="9650" y="136354"/>
                        <a:pt x="0" y="126704"/>
                        <a:pt x="0" y="114801"/>
                      </a:cubicBezTo>
                      <a:lnTo>
                        <a:pt x="0" y="21554"/>
                      </a:lnTo>
                      <a:cubicBezTo>
                        <a:pt x="0" y="9651"/>
                        <a:pt x="9650" y="0"/>
                        <a:pt x="21554" y="0"/>
                      </a:cubicBezTo>
                      <a:cubicBezTo>
                        <a:pt x="33458" y="0"/>
                        <a:pt x="43107" y="9651"/>
                        <a:pt x="43107" y="21554"/>
                      </a:cubicBezTo>
                      <a:lnTo>
                        <a:pt x="43107" y="93247"/>
                      </a:lnTo>
                      <a:lnTo>
                        <a:pt x="97234" y="93247"/>
                      </a:lnTo>
                      <a:lnTo>
                        <a:pt x="97234" y="22955"/>
                      </a:lnTo>
                      <a:cubicBezTo>
                        <a:pt x="97234" y="11052"/>
                        <a:pt x="106885" y="1401"/>
                        <a:pt x="118788" y="1401"/>
                      </a:cubicBezTo>
                      <a:cubicBezTo>
                        <a:pt x="130691" y="1401"/>
                        <a:pt x="140342" y="11052"/>
                        <a:pt x="140342" y="22955"/>
                      </a:cubicBezTo>
                      <a:lnTo>
                        <a:pt x="140342" y="114801"/>
                      </a:lnTo>
                      <a:cubicBezTo>
                        <a:pt x="140342" y="126704"/>
                        <a:pt x="130691" y="136354"/>
                        <a:pt x="118788" y="136354"/>
                      </a:cubicBezTo>
                      <a:close/>
                    </a:path>
                  </a:pathLst>
                </a:custGeom>
                <a:grpFill/>
                <a:ln w="2667" cap="flat">
                  <a:noFill/>
                  <a:prstDash val="solid"/>
                  <a:miter/>
                </a:ln>
              </p:spPr>
              <p:txBody>
                <a:bodyPr rtlCol="0" anchor="ctr"/>
                <a:lstStyle/>
                <a:p>
                  <a:endParaRPr lang="en-MY"/>
                </a:p>
              </p:txBody>
            </p:sp>
          </p:grpSp>
          <p:sp>
            <p:nvSpPr>
              <p:cNvPr id="19" name="Freeform: Shape 18">
                <a:extLst>
                  <a:ext uri="{FF2B5EF4-FFF2-40B4-BE49-F238E27FC236}">
                    <a16:creationId xmlns:a16="http://schemas.microsoft.com/office/drawing/2014/main" id="{FD7FAADB-030D-A837-626E-1147F80D5D89}"/>
                  </a:ext>
                </a:extLst>
              </p:cNvPr>
              <p:cNvSpPr/>
              <p:nvPr/>
            </p:nvSpPr>
            <p:spPr>
              <a:xfrm>
                <a:off x="2078461" y="1845892"/>
                <a:ext cx="77396" cy="77393"/>
              </a:xfrm>
              <a:custGeom>
                <a:avLst/>
                <a:gdLst>
                  <a:gd name="connsiteX0" fmla="*/ 21543 w 77396"/>
                  <a:gd name="connsiteY0" fmla="*/ 77394 h 77393"/>
                  <a:gd name="connsiteX1" fmla="*/ 0 w 77396"/>
                  <a:gd name="connsiteY1" fmla="*/ 55830 h 77393"/>
                  <a:gd name="connsiteX2" fmla="*/ 6321 w 77396"/>
                  <a:gd name="connsiteY2" fmla="*/ 40591 h 77393"/>
                  <a:gd name="connsiteX3" fmla="*/ 40591 w 77396"/>
                  <a:gd name="connsiteY3" fmla="*/ 6320 h 77393"/>
                  <a:gd name="connsiteX4" fmla="*/ 71076 w 77396"/>
                  <a:gd name="connsiteY4" fmla="*/ 6307 h 77393"/>
                  <a:gd name="connsiteX5" fmla="*/ 71090 w 77396"/>
                  <a:gd name="connsiteY5" fmla="*/ 36792 h 77393"/>
                  <a:gd name="connsiteX6" fmla="*/ 36792 w 77396"/>
                  <a:gd name="connsiteY6" fmla="*/ 71089 h 77393"/>
                  <a:gd name="connsiteX7" fmla="*/ 21543 w 77396"/>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6" h="77393">
                    <a:moveTo>
                      <a:pt x="21543" y="77394"/>
                    </a:moveTo>
                    <a:cubicBezTo>
                      <a:pt x="9640" y="77388"/>
                      <a:pt x="-5" y="67734"/>
                      <a:pt x="0" y="55830"/>
                    </a:cubicBezTo>
                    <a:cubicBezTo>
                      <a:pt x="3" y="50113"/>
                      <a:pt x="2277" y="44631"/>
                      <a:pt x="6321" y="40591"/>
                    </a:cubicBezTo>
                    <a:lnTo>
                      <a:pt x="40591" y="6320"/>
                    </a:lnTo>
                    <a:cubicBezTo>
                      <a:pt x="49005" y="-2101"/>
                      <a:pt x="62654" y="-2108"/>
                      <a:pt x="71076" y="6307"/>
                    </a:cubicBezTo>
                    <a:cubicBezTo>
                      <a:pt x="79498" y="14722"/>
                      <a:pt x="79504" y="28370"/>
                      <a:pt x="71090" y="36792"/>
                    </a:cubicBezTo>
                    <a:lnTo>
                      <a:pt x="36792" y="71089"/>
                    </a:lnTo>
                    <a:cubicBezTo>
                      <a:pt x="32746" y="75130"/>
                      <a:pt x="27260" y="77398"/>
                      <a:pt x="21543" y="77394"/>
                    </a:cubicBezTo>
                    <a:close/>
                  </a:path>
                </a:pathLst>
              </a:custGeom>
              <a:grpFill/>
              <a:ln w="2667" cap="flat">
                <a:noFill/>
                <a:prstDash val="solid"/>
                <a:miter/>
              </a:ln>
            </p:spPr>
            <p:txBody>
              <a:bodyPr rtlCol="0" anchor="ctr"/>
              <a:lstStyle/>
              <a:p>
                <a:endParaRPr lang="en-MY"/>
              </a:p>
            </p:txBody>
          </p:sp>
          <p:sp>
            <p:nvSpPr>
              <p:cNvPr id="20" name="Freeform: Shape 19">
                <a:extLst>
                  <a:ext uri="{FF2B5EF4-FFF2-40B4-BE49-F238E27FC236}">
                    <a16:creationId xmlns:a16="http://schemas.microsoft.com/office/drawing/2014/main" id="{39A91AAF-9BD5-E0B8-2021-7B704802BC26}"/>
                  </a:ext>
                </a:extLst>
              </p:cNvPr>
              <p:cNvSpPr/>
              <p:nvPr/>
            </p:nvSpPr>
            <p:spPr>
              <a:xfrm>
                <a:off x="1811694" y="1845165"/>
                <a:ext cx="77397" cy="77393"/>
              </a:xfrm>
              <a:custGeom>
                <a:avLst/>
                <a:gdLst>
                  <a:gd name="connsiteX0" fmla="*/ 55854 w 77397"/>
                  <a:gd name="connsiteY0" fmla="*/ 77394 h 77393"/>
                  <a:gd name="connsiteX1" fmla="*/ 40604 w 77397"/>
                  <a:gd name="connsiteY1" fmla="*/ 71089 h 77393"/>
                  <a:gd name="connsiteX2" fmla="*/ 6307 w 77397"/>
                  <a:gd name="connsiteY2" fmla="*/ 36792 h 77393"/>
                  <a:gd name="connsiteX3" fmla="*/ 6320 w 77397"/>
                  <a:gd name="connsiteY3" fmla="*/ 6307 h 77393"/>
                  <a:gd name="connsiteX4" fmla="*/ 36805 w 77397"/>
                  <a:gd name="connsiteY4" fmla="*/ 6320 h 77393"/>
                  <a:gd name="connsiteX5" fmla="*/ 71103 w 77397"/>
                  <a:gd name="connsiteY5" fmla="*/ 40618 h 77393"/>
                  <a:gd name="connsiteX6" fmla="*/ 71066 w 77397"/>
                  <a:gd name="connsiteY6" fmla="*/ 71099 h 77393"/>
                  <a:gd name="connsiteX7" fmla="*/ 55854 w 77397"/>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7" h="77393">
                    <a:moveTo>
                      <a:pt x="55854" y="77394"/>
                    </a:moveTo>
                    <a:cubicBezTo>
                      <a:pt x="50135" y="77398"/>
                      <a:pt x="44650" y="75130"/>
                      <a:pt x="40604" y="71089"/>
                    </a:cubicBezTo>
                    <a:lnTo>
                      <a:pt x="6307" y="36792"/>
                    </a:lnTo>
                    <a:cubicBezTo>
                      <a:pt x="-2108" y="28370"/>
                      <a:pt x="-2101" y="14722"/>
                      <a:pt x="6320" y="6307"/>
                    </a:cubicBezTo>
                    <a:cubicBezTo>
                      <a:pt x="14742" y="-2108"/>
                      <a:pt x="28391" y="-2101"/>
                      <a:pt x="36805" y="6320"/>
                    </a:cubicBezTo>
                    <a:lnTo>
                      <a:pt x="71103" y="40618"/>
                    </a:lnTo>
                    <a:cubicBezTo>
                      <a:pt x="79510" y="49045"/>
                      <a:pt x="79493" y="62692"/>
                      <a:pt x="71066" y="71099"/>
                    </a:cubicBezTo>
                    <a:cubicBezTo>
                      <a:pt x="67028" y="75128"/>
                      <a:pt x="61558" y="77391"/>
                      <a:pt x="55854" y="77394"/>
                    </a:cubicBezTo>
                    <a:close/>
                  </a:path>
                </a:pathLst>
              </a:custGeom>
              <a:grpFill/>
              <a:ln w="2667" cap="flat">
                <a:noFill/>
                <a:prstDash val="solid"/>
                <a:miter/>
              </a:ln>
            </p:spPr>
            <p:txBody>
              <a:bodyPr rtlCol="0" anchor="ctr"/>
              <a:lstStyle/>
              <a:p>
                <a:endParaRPr lang="en-MY"/>
              </a:p>
            </p:txBody>
          </p:sp>
          <p:sp>
            <p:nvSpPr>
              <p:cNvPr id="21" name="Freeform: Shape 20">
                <a:extLst>
                  <a:ext uri="{FF2B5EF4-FFF2-40B4-BE49-F238E27FC236}">
                    <a16:creationId xmlns:a16="http://schemas.microsoft.com/office/drawing/2014/main" id="{93999343-E365-252F-C4A2-F356C8FD7416}"/>
                  </a:ext>
                </a:extLst>
              </p:cNvPr>
              <p:cNvSpPr/>
              <p:nvPr/>
            </p:nvSpPr>
            <p:spPr>
              <a:xfrm>
                <a:off x="1964108" y="1793479"/>
                <a:ext cx="43107" cy="91603"/>
              </a:xfrm>
              <a:custGeom>
                <a:avLst/>
                <a:gdLst>
                  <a:gd name="connsiteX0" fmla="*/ 21554 w 43107"/>
                  <a:gd name="connsiteY0" fmla="*/ 91603 h 91603"/>
                  <a:gd name="connsiteX1" fmla="*/ 0 w 43107"/>
                  <a:gd name="connsiteY1" fmla="*/ 70050 h 91603"/>
                  <a:gd name="connsiteX2" fmla="*/ 0 w 43107"/>
                  <a:gd name="connsiteY2" fmla="*/ 21554 h 91603"/>
                  <a:gd name="connsiteX3" fmla="*/ 21554 w 43107"/>
                  <a:gd name="connsiteY3" fmla="*/ 0 h 91603"/>
                  <a:gd name="connsiteX4" fmla="*/ 43107 w 43107"/>
                  <a:gd name="connsiteY4" fmla="*/ 21554 h 91603"/>
                  <a:gd name="connsiteX5" fmla="*/ 43107 w 43107"/>
                  <a:gd name="connsiteY5" fmla="*/ 70050 h 91603"/>
                  <a:gd name="connsiteX6" fmla="*/ 21554 w 43107"/>
                  <a:gd name="connsiteY6" fmla="*/ 91603 h 91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107" h="91603">
                    <a:moveTo>
                      <a:pt x="21554" y="91603"/>
                    </a:moveTo>
                    <a:cubicBezTo>
                      <a:pt x="9650" y="91603"/>
                      <a:pt x="0" y="81954"/>
                      <a:pt x="0" y="70050"/>
                    </a:cubicBezTo>
                    <a:lnTo>
                      <a:pt x="0" y="21554"/>
                    </a:lnTo>
                    <a:cubicBezTo>
                      <a:pt x="0" y="9650"/>
                      <a:pt x="9650" y="0"/>
                      <a:pt x="21554" y="0"/>
                    </a:cubicBezTo>
                    <a:cubicBezTo>
                      <a:pt x="33458" y="0"/>
                      <a:pt x="43107" y="9650"/>
                      <a:pt x="43107" y="21554"/>
                    </a:cubicBezTo>
                    <a:lnTo>
                      <a:pt x="43107" y="70050"/>
                    </a:lnTo>
                    <a:cubicBezTo>
                      <a:pt x="43107" y="81954"/>
                      <a:pt x="33458" y="91603"/>
                      <a:pt x="21554" y="91603"/>
                    </a:cubicBezTo>
                    <a:close/>
                  </a:path>
                </a:pathLst>
              </a:custGeom>
              <a:grpFill/>
              <a:ln w="2667" cap="flat">
                <a:noFill/>
                <a:prstDash val="solid"/>
                <a:miter/>
              </a:ln>
            </p:spPr>
            <p:txBody>
              <a:bodyPr rtlCol="0" anchor="ctr"/>
              <a:lstStyle/>
              <a:p>
                <a:endParaRPr lang="en-MY"/>
              </a:p>
            </p:txBody>
          </p:sp>
          <p:sp>
            <p:nvSpPr>
              <p:cNvPr id="22" name="Freeform: Shape 21">
                <a:extLst>
                  <a:ext uri="{FF2B5EF4-FFF2-40B4-BE49-F238E27FC236}">
                    <a16:creationId xmlns:a16="http://schemas.microsoft.com/office/drawing/2014/main" id="{E7ADD7C4-010E-C6EE-B66B-823529673476}"/>
                  </a:ext>
                </a:extLst>
              </p:cNvPr>
              <p:cNvSpPr/>
              <p:nvPr/>
            </p:nvSpPr>
            <p:spPr>
              <a:xfrm>
                <a:off x="2126354"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1" y="43107"/>
                      <a:pt x="0" y="33458"/>
                      <a:pt x="0" y="21554"/>
                    </a:cubicBezTo>
                    <a:cubicBezTo>
                      <a:pt x="0" y="9650"/>
                      <a:pt x="9651" y="0"/>
                      <a:pt x="21554" y="0"/>
                    </a:cubicBezTo>
                    <a:lnTo>
                      <a:pt x="61967" y="0"/>
                    </a:lnTo>
                    <a:cubicBezTo>
                      <a:pt x="73870" y="0"/>
                      <a:pt x="83521" y="9650"/>
                      <a:pt x="83521" y="21554"/>
                    </a:cubicBezTo>
                    <a:cubicBezTo>
                      <a:pt x="83521" y="33458"/>
                      <a:pt x="73870" y="43107"/>
                      <a:pt x="61967" y="43107"/>
                    </a:cubicBezTo>
                    <a:close/>
                  </a:path>
                </a:pathLst>
              </a:custGeom>
              <a:grpFill/>
              <a:ln w="2667" cap="flat">
                <a:noFill/>
                <a:prstDash val="solid"/>
                <a:miter/>
              </a:ln>
            </p:spPr>
            <p:txBody>
              <a:bodyPr rtlCol="0" anchor="ctr"/>
              <a:lstStyle/>
              <a:p>
                <a:endParaRPr lang="en-MY"/>
              </a:p>
            </p:txBody>
          </p:sp>
        </p:grpSp>
      </p:grpSp>
      <p:grpSp>
        <p:nvGrpSpPr>
          <p:cNvPr id="27" name="Group 26">
            <a:extLst>
              <a:ext uri="{FF2B5EF4-FFF2-40B4-BE49-F238E27FC236}">
                <a16:creationId xmlns:a16="http://schemas.microsoft.com/office/drawing/2014/main" id="{B5168F29-E452-C5EA-721E-208E43E24053}"/>
              </a:ext>
            </a:extLst>
          </p:cNvPr>
          <p:cNvGrpSpPr/>
          <p:nvPr/>
        </p:nvGrpSpPr>
        <p:grpSpPr>
          <a:xfrm>
            <a:off x="1090377" y="2241576"/>
            <a:ext cx="1641476" cy="1365966"/>
            <a:chOff x="1090377" y="2241576"/>
            <a:chExt cx="1641476" cy="1365966"/>
          </a:xfrm>
        </p:grpSpPr>
        <p:grpSp>
          <p:nvGrpSpPr>
            <p:cNvPr id="28" name="Group 27">
              <a:extLst>
                <a:ext uri="{FF2B5EF4-FFF2-40B4-BE49-F238E27FC236}">
                  <a16:creationId xmlns:a16="http://schemas.microsoft.com/office/drawing/2014/main" id="{EE4F4F26-788C-01CE-B29E-0D2E247F01D6}"/>
                </a:ext>
              </a:extLst>
            </p:cNvPr>
            <p:cNvGrpSpPr/>
            <p:nvPr/>
          </p:nvGrpSpPr>
          <p:grpSpPr>
            <a:xfrm>
              <a:off x="1090377" y="2241576"/>
              <a:ext cx="1641476" cy="1365966"/>
              <a:chOff x="1090377" y="2241576"/>
              <a:chExt cx="1641476" cy="1365966"/>
            </a:xfrm>
          </p:grpSpPr>
          <p:sp>
            <p:nvSpPr>
              <p:cNvPr id="39" name="Arrow: Chevron 288">
                <a:extLst>
                  <a:ext uri="{FF2B5EF4-FFF2-40B4-BE49-F238E27FC236}">
                    <a16:creationId xmlns:a16="http://schemas.microsoft.com/office/drawing/2014/main" id="{4259F4AD-66F7-E138-7DD5-A5B78FEBF238}"/>
                  </a:ext>
                </a:extLst>
              </p:cNvPr>
              <p:cNvSpPr/>
              <p:nvPr/>
            </p:nvSpPr>
            <p:spPr>
              <a:xfrm>
                <a:off x="1742069" y="3197853"/>
                <a:ext cx="800139"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13716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65000"/>
                      </a:schemeClr>
                    </a:solidFill>
                    <a:effectLst/>
                    <a:uLnTx/>
                    <a:uFillTx/>
                    <a:latin typeface="Century Gothic" panose="020F0302020204030204"/>
                    <a:ea typeface="+mn-ea"/>
                    <a:cs typeface="+mn-cs"/>
                  </a:rPr>
                  <a:t>Plan</a:t>
                </a:r>
              </a:p>
            </p:txBody>
          </p:sp>
          <p:sp>
            <p:nvSpPr>
              <p:cNvPr id="40" name="Arrow: Pentagon 14">
                <a:extLst>
                  <a:ext uri="{FF2B5EF4-FFF2-40B4-BE49-F238E27FC236}">
                    <a16:creationId xmlns:a16="http://schemas.microsoft.com/office/drawing/2014/main" id="{D74733B8-2C5D-07D0-0F95-CB4BF538302E}"/>
                  </a:ext>
                </a:extLst>
              </p:cNvPr>
              <p:cNvSpPr/>
              <p:nvPr/>
            </p:nvSpPr>
            <p:spPr>
              <a:xfrm>
                <a:off x="1120126" y="3198157"/>
                <a:ext cx="732384" cy="408495"/>
              </a:xfrm>
              <a:prstGeom prst="homePlate">
                <a:avLst>
                  <a:gd name="adj" fmla="val 17926"/>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9144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Prep</a:t>
                </a:r>
              </a:p>
            </p:txBody>
          </p:sp>
          <p:sp>
            <p:nvSpPr>
              <p:cNvPr id="41" name="Arrow: Pentagon 277">
                <a:extLst>
                  <a:ext uri="{FF2B5EF4-FFF2-40B4-BE49-F238E27FC236}">
                    <a16:creationId xmlns:a16="http://schemas.microsoft.com/office/drawing/2014/main" id="{90C2504D-21B2-E4D7-775F-32F50621696C}"/>
                  </a:ext>
                </a:extLst>
              </p:cNvPr>
              <p:cNvSpPr/>
              <p:nvPr/>
            </p:nvSpPr>
            <p:spPr>
              <a:xfrm>
                <a:off x="1090377" y="2241576"/>
                <a:ext cx="1641476" cy="964154"/>
              </a:xfrm>
              <a:prstGeom prst="homePlate">
                <a:avLst>
                  <a:gd name="adj" fmla="val 30009"/>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21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entury Gothic" panose="020F0302020204030204"/>
                    <a:ea typeface="+mn-ea"/>
                    <a:cs typeface="+mn-cs"/>
                  </a:rPr>
                  <a:t>Initiate</a:t>
                </a:r>
              </a:p>
            </p:txBody>
          </p:sp>
        </p:grpSp>
        <p:grpSp>
          <p:nvGrpSpPr>
            <p:cNvPr id="29" name="Group 28">
              <a:extLst>
                <a:ext uri="{FF2B5EF4-FFF2-40B4-BE49-F238E27FC236}">
                  <a16:creationId xmlns:a16="http://schemas.microsoft.com/office/drawing/2014/main" id="{454DC459-82FE-8479-040A-B4419B29ED32}"/>
                </a:ext>
              </a:extLst>
            </p:cNvPr>
            <p:cNvGrpSpPr/>
            <p:nvPr/>
          </p:nvGrpSpPr>
          <p:grpSpPr>
            <a:xfrm>
              <a:off x="1664848" y="2363819"/>
              <a:ext cx="471163" cy="471791"/>
              <a:chOff x="1664848" y="2363819"/>
              <a:chExt cx="471163" cy="471791"/>
            </a:xfrm>
          </p:grpSpPr>
          <p:sp>
            <p:nvSpPr>
              <p:cNvPr id="30" name="Oval 29">
                <a:extLst>
                  <a:ext uri="{FF2B5EF4-FFF2-40B4-BE49-F238E27FC236}">
                    <a16:creationId xmlns:a16="http://schemas.microsoft.com/office/drawing/2014/main" id="{00072543-CAA5-BEDA-5AE1-FFED2E4567F6}"/>
                  </a:ext>
                </a:extLst>
              </p:cNvPr>
              <p:cNvSpPr/>
              <p:nvPr/>
            </p:nvSpPr>
            <p:spPr>
              <a:xfrm>
                <a:off x="1664848" y="2363819"/>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31" name="Group 30">
                <a:extLst>
                  <a:ext uri="{FF2B5EF4-FFF2-40B4-BE49-F238E27FC236}">
                    <a16:creationId xmlns:a16="http://schemas.microsoft.com/office/drawing/2014/main" id="{B1EC9BF8-6F61-C7AB-2E92-A654D9176C8A}"/>
                  </a:ext>
                </a:extLst>
              </p:cNvPr>
              <p:cNvGrpSpPr/>
              <p:nvPr/>
            </p:nvGrpSpPr>
            <p:grpSpPr>
              <a:xfrm>
                <a:off x="1774910" y="2468040"/>
                <a:ext cx="251038" cy="260212"/>
                <a:chOff x="738790" y="2040956"/>
                <a:chExt cx="251373" cy="260212"/>
              </a:xfrm>
              <a:solidFill>
                <a:schemeClr val="bg1">
                  <a:lumMod val="75000"/>
                </a:schemeClr>
              </a:solidFill>
            </p:grpSpPr>
            <p:sp>
              <p:nvSpPr>
                <p:cNvPr id="32" name="Freeform 176">
                  <a:extLst>
                    <a:ext uri="{FF2B5EF4-FFF2-40B4-BE49-F238E27FC236}">
                      <a16:creationId xmlns:a16="http://schemas.microsoft.com/office/drawing/2014/main" id="{0ACD6C62-9E68-2312-1BE4-1128F6DBEAF2}"/>
                    </a:ext>
                  </a:extLst>
                </p:cNvPr>
                <p:cNvSpPr/>
                <p:nvPr/>
              </p:nvSpPr>
              <p:spPr>
                <a:xfrm>
                  <a:off x="738790" y="2134679"/>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4"/>
                        <a:pt x="5614" y="0"/>
                        <a:pt x="12540" y="0"/>
                      </a:cubicBezTo>
                      <a:lnTo>
                        <a:pt x="65163" y="0"/>
                      </a:lnTo>
                      <a:cubicBezTo>
                        <a:pt x="72089" y="0"/>
                        <a:pt x="77703" y="5614"/>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3" name="Freeform 177">
                  <a:extLst>
                    <a:ext uri="{FF2B5EF4-FFF2-40B4-BE49-F238E27FC236}">
                      <a16:creationId xmlns:a16="http://schemas.microsoft.com/office/drawing/2014/main" id="{EB895577-CBC8-183E-4C72-DBDFD2902E79}"/>
                    </a:ext>
                  </a:extLst>
                </p:cNvPr>
                <p:cNvSpPr/>
                <p:nvPr/>
              </p:nvSpPr>
              <p:spPr>
                <a:xfrm>
                  <a:off x="738790" y="2223465"/>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5"/>
                        <a:pt x="5614" y="0"/>
                        <a:pt x="12540" y="0"/>
                      </a:cubicBezTo>
                      <a:lnTo>
                        <a:pt x="65163" y="0"/>
                      </a:lnTo>
                      <a:cubicBezTo>
                        <a:pt x="72089" y="0"/>
                        <a:pt x="77703" y="5615"/>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 name="Freeform 178">
                  <a:extLst>
                    <a:ext uri="{FF2B5EF4-FFF2-40B4-BE49-F238E27FC236}">
                      <a16:creationId xmlns:a16="http://schemas.microsoft.com/office/drawing/2014/main" id="{129CCD2E-A237-FA66-D497-5E2A3387ADDB}"/>
                    </a:ext>
                  </a:extLst>
                </p:cNvPr>
                <p:cNvSpPr/>
                <p:nvPr/>
              </p:nvSpPr>
              <p:spPr>
                <a:xfrm>
                  <a:off x="791413" y="2082057"/>
                  <a:ext cx="86732" cy="104006"/>
                </a:xfrm>
                <a:custGeom>
                  <a:avLst/>
                  <a:gdLst>
                    <a:gd name="connsiteX0" fmla="*/ 74192 w 86732"/>
                    <a:gd name="connsiteY0" fmla="*/ 104006 h 104006"/>
                    <a:gd name="connsiteX1" fmla="*/ 12540 w 86732"/>
                    <a:gd name="connsiteY1" fmla="*/ 104006 h 104006"/>
                    <a:gd name="connsiteX2" fmla="*/ 0 w 86732"/>
                    <a:gd name="connsiteY2" fmla="*/ 91466 h 104006"/>
                    <a:gd name="connsiteX3" fmla="*/ 12540 w 86732"/>
                    <a:gd name="connsiteY3" fmla="*/ 78926 h 104006"/>
                    <a:gd name="connsiteX4" fmla="*/ 61651 w 86732"/>
                    <a:gd name="connsiteY4" fmla="*/ 78926 h 104006"/>
                    <a:gd name="connsiteX5" fmla="*/ 61651 w 86732"/>
                    <a:gd name="connsiteY5" fmla="*/ 12540 h 104006"/>
                    <a:gd name="connsiteX6" fmla="*/ 74192 w 86732"/>
                    <a:gd name="connsiteY6" fmla="*/ 0 h 104006"/>
                    <a:gd name="connsiteX7" fmla="*/ 86732 w 86732"/>
                    <a:gd name="connsiteY7" fmla="*/ 12540 h 104006"/>
                    <a:gd name="connsiteX8" fmla="*/ 86732 w 86732"/>
                    <a:gd name="connsiteY8" fmla="*/ 91466 h 104006"/>
                    <a:gd name="connsiteX9" fmla="*/ 74192 w 86732"/>
                    <a:gd name="connsiteY9" fmla="*/ 104006 h 10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732" h="104006">
                      <a:moveTo>
                        <a:pt x="74192" y="104006"/>
                      </a:moveTo>
                      <a:lnTo>
                        <a:pt x="12540" y="104006"/>
                      </a:lnTo>
                      <a:cubicBezTo>
                        <a:pt x="5614" y="104006"/>
                        <a:pt x="0" y="98392"/>
                        <a:pt x="0" y="91466"/>
                      </a:cubicBezTo>
                      <a:cubicBezTo>
                        <a:pt x="0" y="84540"/>
                        <a:pt x="5614" y="78926"/>
                        <a:pt x="12540" y="78926"/>
                      </a:cubicBezTo>
                      <a:lnTo>
                        <a:pt x="61651" y="78926"/>
                      </a:lnTo>
                      <a:lnTo>
                        <a:pt x="61651" y="12540"/>
                      </a:lnTo>
                      <a:cubicBezTo>
                        <a:pt x="61651" y="5614"/>
                        <a:pt x="67266" y="0"/>
                        <a:pt x="74192" y="0"/>
                      </a:cubicBezTo>
                      <a:cubicBezTo>
                        <a:pt x="81118" y="0"/>
                        <a:pt x="86732" y="5614"/>
                        <a:pt x="86732" y="12540"/>
                      </a:cubicBezTo>
                      <a:lnTo>
                        <a:pt x="86732" y="91466"/>
                      </a:lnTo>
                      <a:cubicBezTo>
                        <a:pt x="86732" y="98392"/>
                        <a:pt x="81118" y="104006"/>
                        <a:pt x="74192" y="104006"/>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5" name="Freeform 179">
                  <a:extLst>
                    <a:ext uri="{FF2B5EF4-FFF2-40B4-BE49-F238E27FC236}">
                      <a16:creationId xmlns:a16="http://schemas.microsoft.com/office/drawing/2014/main" id="{B30FEF61-B559-1DE0-4128-BE9FBA3F2D31}"/>
                    </a:ext>
                  </a:extLst>
                </p:cNvPr>
                <p:cNvSpPr/>
                <p:nvPr/>
              </p:nvSpPr>
              <p:spPr>
                <a:xfrm>
                  <a:off x="853064" y="2160983"/>
                  <a:ext cx="62701" cy="25080"/>
                </a:xfrm>
                <a:custGeom>
                  <a:avLst/>
                  <a:gdLst>
                    <a:gd name="connsiteX0" fmla="*/ 50161 w 62701"/>
                    <a:gd name="connsiteY0" fmla="*/ 25081 h 25080"/>
                    <a:gd name="connsiteX1" fmla="*/ 12540 w 62701"/>
                    <a:gd name="connsiteY1" fmla="*/ 25081 h 25080"/>
                    <a:gd name="connsiteX2" fmla="*/ 0 w 62701"/>
                    <a:gd name="connsiteY2" fmla="*/ 12540 h 25080"/>
                    <a:gd name="connsiteX3" fmla="*/ 12540 w 62701"/>
                    <a:gd name="connsiteY3" fmla="*/ 0 h 25080"/>
                    <a:gd name="connsiteX4" fmla="*/ 50161 w 62701"/>
                    <a:gd name="connsiteY4" fmla="*/ 0 h 25080"/>
                    <a:gd name="connsiteX5" fmla="*/ 62702 w 62701"/>
                    <a:gd name="connsiteY5" fmla="*/ 12540 h 25080"/>
                    <a:gd name="connsiteX6" fmla="*/ 50161 w 62701"/>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01" h="25080">
                      <a:moveTo>
                        <a:pt x="50161" y="25081"/>
                      </a:moveTo>
                      <a:lnTo>
                        <a:pt x="12540" y="25081"/>
                      </a:lnTo>
                      <a:cubicBezTo>
                        <a:pt x="5614" y="25081"/>
                        <a:pt x="0" y="19466"/>
                        <a:pt x="0" y="12540"/>
                      </a:cubicBezTo>
                      <a:cubicBezTo>
                        <a:pt x="0" y="5614"/>
                        <a:pt x="5614" y="0"/>
                        <a:pt x="12540" y="0"/>
                      </a:cubicBezTo>
                      <a:lnTo>
                        <a:pt x="50161" y="0"/>
                      </a:lnTo>
                      <a:cubicBezTo>
                        <a:pt x="57087" y="0"/>
                        <a:pt x="62702" y="5614"/>
                        <a:pt x="62702" y="12540"/>
                      </a:cubicBezTo>
                      <a:cubicBezTo>
                        <a:pt x="62702" y="19466"/>
                        <a:pt x="57087" y="25081"/>
                        <a:pt x="50161" y="25081"/>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6" name="Freeform 180">
                  <a:extLst>
                    <a:ext uri="{FF2B5EF4-FFF2-40B4-BE49-F238E27FC236}">
                      <a16:creationId xmlns:a16="http://schemas.microsoft.com/office/drawing/2014/main" id="{CCF4426B-422F-6BC2-C7E8-19E12F1F52C4}"/>
                    </a:ext>
                  </a:extLst>
                </p:cNvPr>
                <p:cNvSpPr/>
                <p:nvPr/>
              </p:nvSpPr>
              <p:spPr>
                <a:xfrm>
                  <a:off x="791413" y="2198196"/>
                  <a:ext cx="161550" cy="76668"/>
                </a:xfrm>
                <a:custGeom>
                  <a:avLst/>
                  <a:gdLst>
                    <a:gd name="connsiteX0" fmla="*/ 149011 w 161550"/>
                    <a:gd name="connsiteY0" fmla="*/ 76669 h 76668"/>
                    <a:gd name="connsiteX1" fmla="*/ 12540 w 161550"/>
                    <a:gd name="connsiteY1" fmla="*/ 76669 h 76668"/>
                    <a:gd name="connsiteX2" fmla="*/ 0 w 161550"/>
                    <a:gd name="connsiteY2" fmla="*/ 64128 h 76668"/>
                    <a:gd name="connsiteX3" fmla="*/ 12540 w 161550"/>
                    <a:gd name="connsiteY3" fmla="*/ 51588 h 76668"/>
                    <a:gd name="connsiteX4" fmla="*/ 136470 w 161550"/>
                    <a:gd name="connsiteY4" fmla="*/ 51588 h 76668"/>
                    <a:gd name="connsiteX5" fmla="*/ 136470 w 161550"/>
                    <a:gd name="connsiteY5" fmla="*/ 12540 h 76668"/>
                    <a:gd name="connsiteX6" fmla="*/ 149011 w 161550"/>
                    <a:gd name="connsiteY6" fmla="*/ 0 h 76668"/>
                    <a:gd name="connsiteX7" fmla="*/ 161551 w 161550"/>
                    <a:gd name="connsiteY7" fmla="*/ 12540 h 76668"/>
                    <a:gd name="connsiteX8" fmla="*/ 161551 w 161550"/>
                    <a:gd name="connsiteY8" fmla="*/ 64128 h 76668"/>
                    <a:gd name="connsiteX9" fmla="*/ 149011 w 161550"/>
                    <a:gd name="connsiteY9" fmla="*/ 76669 h 7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550" h="76668">
                      <a:moveTo>
                        <a:pt x="149011" y="76669"/>
                      </a:moveTo>
                      <a:lnTo>
                        <a:pt x="12540" y="76669"/>
                      </a:lnTo>
                      <a:cubicBezTo>
                        <a:pt x="5614" y="76669"/>
                        <a:pt x="0" y="71054"/>
                        <a:pt x="0" y="64128"/>
                      </a:cubicBezTo>
                      <a:cubicBezTo>
                        <a:pt x="0" y="57203"/>
                        <a:pt x="5614" y="51588"/>
                        <a:pt x="12540" y="51588"/>
                      </a:cubicBezTo>
                      <a:lnTo>
                        <a:pt x="136470" y="51588"/>
                      </a:lnTo>
                      <a:lnTo>
                        <a:pt x="136470" y="12540"/>
                      </a:lnTo>
                      <a:cubicBezTo>
                        <a:pt x="136470" y="5615"/>
                        <a:pt x="142085" y="0"/>
                        <a:pt x="149011" y="0"/>
                      </a:cubicBezTo>
                      <a:cubicBezTo>
                        <a:pt x="155936" y="0"/>
                        <a:pt x="161551" y="5615"/>
                        <a:pt x="161551" y="12540"/>
                      </a:cubicBezTo>
                      <a:lnTo>
                        <a:pt x="161551" y="64128"/>
                      </a:lnTo>
                      <a:cubicBezTo>
                        <a:pt x="161551" y="71054"/>
                        <a:pt x="155936" y="76669"/>
                        <a:pt x="149011" y="76669"/>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7" name="Freeform 181">
                  <a:extLst>
                    <a:ext uri="{FF2B5EF4-FFF2-40B4-BE49-F238E27FC236}">
                      <a16:creationId xmlns:a16="http://schemas.microsoft.com/office/drawing/2014/main" id="{E16F3869-7401-0BF9-B50E-5E33C3436380}"/>
                    </a:ext>
                  </a:extLst>
                </p:cNvPr>
                <p:cNvSpPr/>
                <p:nvPr/>
              </p:nvSpPr>
              <p:spPr>
                <a:xfrm>
                  <a:off x="890683" y="2123775"/>
                  <a:ext cx="99480" cy="99501"/>
                </a:xfrm>
                <a:custGeom>
                  <a:avLst/>
                  <a:gdLst>
                    <a:gd name="connsiteX0" fmla="*/ 49740 w 99480"/>
                    <a:gd name="connsiteY0" fmla="*/ 99502 h 99501"/>
                    <a:gd name="connsiteX1" fmla="*/ 40868 w 99480"/>
                    <a:gd name="connsiteY1" fmla="*/ 95834 h 99501"/>
                    <a:gd name="connsiteX2" fmla="*/ 3670 w 99480"/>
                    <a:gd name="connsiteY2" fmla="*/ 58620 h 99501"/>
                    <a:gd name="connsiteX3" fmla="*/ 3670 w 99480"/>
                    <a:gd name="connsiteY3" fmla="*/ 40891 h 99501"/>
                    <a:gd name="connsiteX4" fmla="*/ 40868 w 99480"/>
                    <a:gd name="connsiteY4" fmla="*/ 3678 h 99501"/>
                    <a:gd name="connsiteX5" fmla="*/ 58603 w 99480"/>
                    <a:gd name="connsiteY5" fmla="*/ 3668 h 99501"/>
                    <a:gd name="connsiteX6" fmla="*/ 58613 w 99480"/>
                    <a:gd name="connsiteY6" fmla="*/ 3678 h 99501"/>
                    <a:gd name="connsiteX7" fmla="*/ 95811 w 99480"/>
                    <a:gd name="connsiteY7" fmla="*/ 40891 h 99501"/>
                    <a:gd name="connsiteX8" fmla="*/ 95811 w 99480"/>
                    <a:gd name="connsiteY8" fmla="*/ 58620 h 99501"/>
                    <a:gd name="connsiteX9" fmla="*/ 58613 w 99480"/>
                    <a:gd name="connsiteY9" fmla="*/ 95834 h 99501"/>
                    <a:gd name="connsiteX10" fmla="*/ 49740 w 99480"/>
                    <a:gd name="connsiteY10" fmla="*/ 99502 h 99501"/>
                    <a:gd name="connsiteX11" fmla="*/ 30272 w 99480"/>
                    <a:gd name="connsiteY11" fmla="*/ 49748 h 99501"/>
                    <a:gd name="connsiteX12" fmla="*/ 49740 w 99480"/>
                    <a:gd name="connsiteY12" fmla="*/ 69233 h 99501"/>
                    <a:gd name="connsiteX13" fmla="*/ 69209 w 99480"/>
                    <a:gd name="connsiteY13" fmla="*/ 49748 h 99501"/>
                    <a:gd name="connsiteX14" fmla="*/ 49740 w 99480"/>
                    <a:gd name="connsiteY14" fmla="*/ 30279 h 9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480" h="99501">
                      <a:moveTo>
                        <a:pt x="49740" y="99502"/>
                      </a:moveTo>
                      <a:cubicBezTo>
                        <a:pt x="46414" y="99505"/>
                        <a:pt x="43223" y="98185"/>
                        <a:pt x="40868" y="95834"/>
                      </a:cubicBezTo>
                      <a:lnTo>
                        <a:pt x="3670" y="58620"/>
                      </a:lnTo>
                      <a:cubicBezTo>
                        <a:pt x="-1223" y="53724"/>
                        <a:pt x="-1223" y="45788"/>
                        <a:pt x="3670" y="40891"/>
                      </a:cubicBezTo>
                      <a:lnTo>
                        <a:pt x="40868" y="3678"/>
                      </a:lnTo>
                      <a:cubicBezTo>
                        <a:pt x="45762" y="-1222"/>
                        <a:pt x="53703" y="-1227"/>
                        <a:pt x="58603" y="3668"/>
                      </a:cubicBezTo>
                      <a:cubicBezTo>
                        <a:pt x="58607" y="3671"/>
                        <a:pt x="58610" y="3675"/>
                        <a:pt x="58613" y="3678"/>
                      </a:cubicBezTo>
                      <a:lnTo>
                        <a:pt x="95811" y="40891"/>
                      </a:lnTo>
                      <a:cubicBezTo>
                        <a:pt x="100704" y="45788"/>
                        <a:pt x="100704" y="53724"/>
                        <a:pt x="95811" y="58620"/>
                      </a:cubicBezTo>
                      <a:lnTo>
                        <a:pt x="58613" y="95834"/>
                      </a:lnTo>
                      <a:cubicBezTo>
                        <a:pt x="56258" y="98185"/>
                        <a:pt x="53067" y="99505"/>
                        <a:pt x="49740" y="99502"/>
                      </a:cubicBezTo>
                      <a:close/>
                      <a:moveTo>
                        <a:pt x="30272" y="49748"/>
                      </a:moveTo>
                      <a:lnTo>
                        <a:pt x="49740" y="69233"/>
                      </a:lnTo>
                      <a:lnTo>
                        <a:pt x="69209" y="49748"/>
                      </a:lnTo>
                      <a:lnTo>
                        <a:pt x="49740" y="30279"/>
                      </a:ln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8" name="Freeform 182">
                  <a:extLst>
                    <a:ext uri="{FF2B5EF4-FFF2-40B4-BE49-F238E27FC236}">
                      <a16:creationId xmlns:a16="http://schemas.microsoft.com/office/drawing/2014/main" id="{627AB439-9228-96BD-CD96-90C560882917}"/>
                    </a:ext>
                  </a:extLst>
                </p:cNvPr>
                <p:cNvSpPr/>
                <p:nvPr/>
              </p:nvSpPr>
              <p:spPr>
                <a:xfrm>
                  <a:off x="786397" y="2040956"/>
                  <a:ext cx="158321" cy="66181"/>
                </a:xfrm>
                <a:custGeom>
                  <a:avLst/>
                  <a:gdLst>
                    <a:gd name="connsiteX0" fmla="*/ 145781 w 158321"/>
                    <a:gd name="connsiteY0" fmla="*/ 66182 h 66181"/>
                    <a:gd name="connsiteX1" fmla="*/ 12540 w 158321"/>
                    <a:gd name="connsiteY1" fmla="*/ 66182 h 66181"/>
                    <a:gd name="connsiteX2" fmla="*/ 0 w 158321"/>
                    <a:gd name="connsiteY2" fmla="*/ 53641 h 66181"/>
                    <a:gd name="connsiteX3" fmla="*/ 0 w 158321"/>
                    <a:gd name="connsiteY3" fmla="*/ 12540 h 66181"/>
                    <a:gd name="connsiteX4" fmla="*/ 12540 w 158321"/>
                    <a:gd name="connsiteY4" fmla="*/ 0 h 66181"/>
                    <a:gd name="connsiteX5" fmla="*/ 145781 w 158321"/>
                    <a:gd name="connsiteY5" fmla="*/ 0 h 66181"/>
                    <a:gd name="connsiteX6" fmla="*/ 158322 w 158321"/>
                    <a:gd name="connsiteY6" fmla="*/ 12540 h 66181"/>
                    <a:gd name="connsiteX7" fmla="*/ 158322 w 158321"/>
                    <a:gd name="connsiteY7" fmla="*/ 53641 h 66181"/>
                    <a:gd name="connsiteX8" fmla="*/ 145781 w 158321"/>
                    <a:gd name="connsiteY8" fmla="*/ 66182 h 66181"/>
                    <a:gd name="connsiteX9" fmla="*/ 25081 w 158321"/>
                    <a:gd name="connsiteY9" fmla="*/ 41101 h 66181"/>
                    <a:gd name="connsiteX10" fmla="*/ 133241 w 158321"/>
                    <a:gd name="connsiteY10" fmla="*/ 41101 h 66181"/>
                    <a:gd name="connsiteX11" fmla="*/ 133241 w 158321"/>
                    <a:gd name="connsiteY11" fmla="*/ 25081 h 66181"/>
                    <a:gd name="connsiteX12" fmla="*/ 25081 w 158321"/>
                    <a:gd name="connsiteY12" fmla="*/ 25081 h 6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321" h="66181">
                      <a:moveTo>
                        <a:pt x="145781" y="66182"/>
                      </a:moveTo>
                      <a:lnTo>
                        <a:pt x="12540" y="66182"/>
                      </a:lnTo>
                      <a:cubicBezTo>
                        <a:pt x="5614" y="66182"/>
                        <a:pt x="0" y="60567"/>
                        <a:pt x="0" y="53641"/>
                      </a:cubicBezTo>
                      <a:lnTo>
                        <a:pt x="0" y="12540"/>
                      </a:lnTo>
                      <a:cubicBezTo>
                        <a:pt x="0" y="5614"/>
                        <a:pt x="5614" y="0"/>
                        <a:pt x="12540" y="0"/>
                      </a:cubicBezTo>
                      <a:lnTo>
                        <a:pt x="145781" y="0"/>
                      </a:lnTo>
                      <a:cubicBezTo>
                        <a:pt x="152707" y="0"/>
                        <a:pt x="158322" y="5614"/>
                        <a:pt x="158322" y="12540"/>
                      </a:cubicBezTo>
                      <a:lnTo>
                        <a:pt x="158322" y="53641"/>
                      </a:lnTo>
                      <a:cubicBezTo>
                        <a:pt x="158322" y="60567"/>
                        <a:pt x="152707" y="66182"/>
                        <a:pt x="145781" y="66182"/>
                      </a:cubicBezTo>
                      <a:close/>
                      <a:moveTo>
                        <a:pt x="25081" y="41101"/>
                      </a:moveTo>
                      <a:lnTo>
                        <a:pt x="133241" y="41101"/>
                      </a:lnTo>
                      <a:lnTo>
                        <a:pt x="133241" y="25081"/>
                      </a:lnTo>
                      <a:lnTo>
                        <a:pt x="25081" y="25081"/>
                      </a:ln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42" name="Group 41">
            <a:extLst>
              <a:ext uri="{FF2B5EF4-FFF2-40B4-BE49-F238E27FC236}">
                <a16:creationId xmlns:a16="http://schemas.microsoft.com/office/drawing/2014/main" id="{50D098C7-F6D8-65CD-5FC2-DA3BFD50E2B6}"/>
              </a:ext>
            </a:extLst>
          </p:cNvPr>
          <p:cNvGrpSpPr/>
          <p:nvPr/>
        </p:nvGrpSpPr>
        <p:grpSpPr>
          <a:xfrm>
            <a:off x="2432465" y="2241576"/>
            <a:ext cx="2601223" cy="1365966"/>
            <a:chOff x="2432465" y="2241576"/>
            <a:chExt cx="2601223" cy="1365966"/>
          </a:xfrm>
        </p:grpSpPr>
        <p:sp>
          <p:nvSpPr>
            <p:cNvPr id="43" name="Arrow: Chevron 284">
              <a:extLst>
                <a:ext uri="{FF2B5EF4-FFF2-40B4-BE49-F238E27FC236}">
                  <a16:creationId xmlns:a16="http://schemas.microsoft.com/office/drawing/2014/main" id="{0394E500-A706-2962-AF12-9D7EA0EF16D0}"/>
                </a:ext>
              </a:extLst>
            </p:cNvPr>
            <p:cNvSpPr/>
            <p:nvPr/>
          </p:nvSpPr>
          <p:spPr>
            <a:xfrm>
              <a:off x="3208888" y="3197853"/>
              <a:ext cx="1634664"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432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F2S/BBP</a:t>
              </a:r>
            </a:p>
          </p:txBody>
        </p:sp>
        <p:sp>
          <p:nvSpPr>
            <p:cNvPr id="44" name="Arrow: Chevron 287">
              <a:extLst>
                <a:ext uri="{FF2B5EF4-FFF2-40B4-BE49-F238E27FC236}">
                  <a16:creationId xmlns:a16="http://schemas.microsoft.com/office/drawing/2014/main" id="{311DDA4C-FC96-DCE9-E873-90FCD65C71F2}"/>
                </a:ext>
              </a:extLst>
            </p:cNvPr>
            <p:cNvSpPr/>
            <p:nvPr/>
          </p:nvSpPr>
          <p:spPr>
            <a:xfrm>
              <a:off x="2441619" y="3197853"/>
              <a:ext cx="1225818"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65000"/>
                    </a:schemeClr>
                  </a:solidFill>
                  <a:effectLst/>
                  <a:uLnTx/>
                  <a:uFillTx/>
                  <a:latin typeface="Century Gothic" panose="020F0302020204030204"/>
                  <a:ea typeface="+mn-ea"/>
                  <a:cs typeface="+mn-cs"/>
                </a:rPr>
                <a:t>Inception</a:t>
              </a:r>
              <a:endPar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endParaRPr>
            </a:p>
          </p:txBody>
        </p:sp>
        <p:sp>
          <p:nvSpPr>
            <p:cNvPr id="45" name="Arrow: Chevron 278">
              <a:extLst>
                <a:ext uri="{FF2B5EF4-FFF2-40B4-BE49-F238E27FC236}">
                  <a16:creationId xmlns:a16="http://schemas.microsoft.com/office/drawing/2014/main" id="{DF87F92E-ADCC-46BF-0A19-56646E4656B6}"/>
                </a:ext>
              </a:extLst>
            </p:cNvPr>
            <p:cNvSpPr/>
            <p:nvPr/>
          </p:nvSpPr>
          <p:spPr>
            <a:xfrm>
              <a:off x="2432465" y="2241576"/>
              <a:ext cx="2601223" cy="964154"/>
            </a:xfrm>
            <a:prstGeom prst="chevron">
              <a:avLst>
                <a:gd name="adj" fmla="val 29545"/>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Explore</a:t>
              </a:r>
            </a:p>
          </p:txBody>
        </p:sp>
        <p:grpSp>
          <p:nvGrpSpPr>
            <p:cNvPr id="46" name="Group 45">
              <a:extLst>
                <a:ext uri="{FF2B5EF4-FFF2-40B4-BE49-F238E27FC236}">
                  <a16:creationId xmlns:a16="http://schemas.microsoft.com/office/drawing/2014/main" id="{2576F0F5-0F91-2806-88BF-6DD8A12A7562}"/>
                </a:ext>
              </a:extLst>
            </p:cNvPr>
            <p:cNvGrpSpPr/>
            <p:nvPr/>
          </p:nvGrpSpPr>
          <p:grpSpPr>
            <a:xfrm>
              <a:off x="3424308" y="2369261"/>
              <a:ext cx="471163" cy="471791"/>
              <a:chOff x="3424308" y="2369261"/>
              <a:chExt cx="471163" cy="471791"/>
            </a:xfrm>
          </p:grpSpPr>
          <p:sp>
            <p:nvSpPr>
              <p:cNvPr id="47" name="Oval 46">
                <a:extLst>
                  <a:ext uri="{FF2B5EF4-FFF2-40B4-BE49-F238E27FC236}">
                    <a16:creationId xmlns:a16="http://schemas.microsoft.com/office/drawing/2014/main" id="{8D67E143-AC17-A174-C3E7-2D3BDA8CF935}"/>
                  </a:ext>
                </a:extLst>
              </p:cNvPr>
              <p:cNvSpPr/>
              <p:nvPr/>
            </p:nvSpPr>
            <p:spPr>
              <a:xfrm>
                <a:off x="3424308" y="2369261"/>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48" name="Graphic 330">
                <a:extLst>
                  <a:ext uri="{FF2B5EF4-FFF2-40B4-BE49-F238E27FC236}">
                    <a16:creationId xmlns:a16="http://schemas.microsoft.com/office/drawing/2014/main" id="{900B276E-0331-6737-B664-5350A3099FBE}"/>
                  </a:ext>
                </a:extLst>
              </p:cNvPr>
              <p:cNvGrpSpPr/>
              <p:nvPr/>
            </p:nvGrpSpPr>
            <p:grpSpPr>
              <a:xfrm>
                <a:off x="3529178" y="2474297"/>
                <a:ext cx="261425" cy="261748"/>
                <a:chOff x="2905403" y="2047213"/>
                <a:chExt cx="261773" cy="261748"/>
              </a:xfrm>
              <a:solidFill>
                <a:schemeClr val="bg1">
                  <a:lumMod val="75000"/>
                </a:schemeClr>
              </a:solidFill>
            </p:grpSpPr>
            <p:sp>
              <p:nvSpPr>
                <p:cNvPr id="49" name="Freeform 170">
                  <a:extLst>
                    <a:ext uri="{FF2B5EF4-FFF2-40B4-BE49-F238E27FC236}">
                      <a16:creationId xmlns:a16="http://schemas.microsoft.com/office/drawing/2014/main" id="{AF440EFF-C9D2-4F61-1827-F815936FE344}"/>
                    </a:ext>
                  </a:extLst>
                </p:cNvPr>
                <p:cNvSpPr/>
                <p:nvPr/>
              </p:nvSpPr>
              <p:spPr>
                <a:xfrm>
                  <a:off x="2905403" y="2197919"/>
                  <a:ext cx="111010" cy="111042"/>
                </a:xfrm>
                <a:custGeom>
                  <a:avLst/>
                  <a:gdLst>
                    <a:gd name="connsiteX0" fmla="*/ 12535 w 111010"/>
                    <a:gd name="connsiteY0" fmla="*/ 111042 h 111042"/>
                    <a:gd name="connsiteX1" fmla="*/ 0 w 111010"/>
                    <a:gd name="connsiteY1" fmla="*/ 98495 h 111042"/>
                    <a:gd name="connsiteX2" fmla="*/ 3662 w 111010"/>
                    <a:gd name="connsiteY2" fmla="*/ 89645 h 111042"/>
                    <a:gd name="connsiteX3" fmla="*/ 88890 w 111010"/>
                    <a:gd name="connsiteY3" fmla="*/ 4449 h 111042"/>
                    <a:gd name="connsiteX4" fmla="*/ 106562 w 111010"/>
                    <a:gd name="connsiteY4" fmla="*/ 2960 h 111042"/>
                    <a:gd name="connsiteX5" fmla="*/ 108051 w 111010"/>
                    <a:gd name="connsiteY5" fmla="*/ 20632 h 111042"/>
                    <a:gd name="connsiteX6" fmla="*/ 106587 w 111010"/>
                    <a:gd name="connsiteY6" fmla="*/ 22100 h 111042"/>
                    <a:gd name="connsiteX7" fmla="*/ 21407 w 111010"/>
                    <a:gd name="connsiteY7" fmla="*/ 107327 h 111042"/>
                    <a:gd name="connsiteX8" fmla="*/ 12535 w 111010"/>
                    <a:gd name="connsiteY8" fmla="*/ 111042 h 11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010" h="111042">
                      <a:moveTo>
                        <a:pt x="12535" y="111042"/>
                      </a:moveTo>
                      <a:cubicBezTo>
                        <a:pt x="5609" y="111039"/>
                        <a:pt x="-3" y="105422"/>
                        <a:pt x="0" y="98495"/>
                      </a:cubicBezTo>
                      <a:cubicBezTo>
                        <a:pt x="2" y="95177"/>
                        <a:pt x="1318" y="91995"/>
                        <a:pt x="3662" y="89645"/>
                      </a:cubicBezTo>
                      <a:lnTo>
                        <a:pt x="88890" y="4449"/>
                      </a:lnTo>
                      <a:cubicBezTo>
                        <a:pt x="93358" y="-842"/>
                        <a:pt x="101270" y="-1509"/>
                        <a:pt x="106562" y="2960"/>
                      </a:cubicBezTo>
                      <a:cubicBezTo>
                        <a:pt x="111853" y="7429"/>
                        <a:pt x="112520" y="15340"/>
                        <a:pt x="108051" y="20632"/>
                      </a:cubicBezTo>
                      <a:cubicBezTo>
                        <a:pt x="107604" y="21161"/>
                        <a:pt x="107115" y="21651"/>
                        <a:pt x="106587" y="22100"/>
                      </a:cubicBezTo>
                      <a:lnTo>
                        <a:pt x="21407" y="107327"/>
                      </a:lnTo>
                      <a:cubicBezTo>
                        <a:pt x="19061" y="109696"/>
                        <a:pt x="15868" y="111033"/>
                        <a:pt x="12535" y="111042"/>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0" name="Freeform 171">
                  <a:extLst>
                    <a:ext uri="{FF2B5EF4-FFF2-40B4-BE49-F238E27FC236}">
                      <a16:creationId xmlns:a16="http://schemas.microsoft.com/office/drawing/2014/main" id="{D1436181-C870-83F4-8069-B08C65FA7674}"/>
                    </a:ext>
                  </a:extLst>
                </p:cNvPr>
                <p:cNvSpPr/>
                <p:nvPr/>
              </p:nvSpPr>
              <p:spPr>
                <a:xfrm>
                  <a:off x="2964682" y="2047213"/>
                  <a:ext cx="202495" cy="202495"/>
                </a:xfrm>
                <a:custGeom>
                  <a:avLst/>
                  <a:gdLst>
                    <a:gd name="connsiteX0" fmla="*/ 101263 w 202495"/>
                    <a:gd name="connsiteY0" fmla="*/ 202495 h 202495"/>
                    <a:gd name="connsiteX1" fmla="*/ 0 w 202495"/>
                    <a:gd name="connsiteY1" fmla="*/ 101263 h 202495"/>
                    <a:gd name="connsiteX2" fmla="*/ 101232 w 202495"/>
                    <a:gd name="connsiteY2" fmla="*/ 0 h 202495"/>
                    <a:gd name="connsiteX3" fmla="*/ 202495 w 202495"/>
                    <a:gd name="connsiteY3" fmla="*/ 101232 h 202495"/>
                    <a:gd name="connsiteX4" fmla="*/ 202495 w 202495"/>
                    <a:gd name="connsiteY4" fmla="*/ 101248 h 202495"/>
                    <a:gd name="connsiteX5" fmla="*/ 101263 w 202495"/>
                    <a:gd name="connsiteY5" fmla="*/ 202495 h 202495"/>
                    <a:gd name="connsiteX6" fmla="*/ 101263 w 202495"/>
                    <a:gd name="connsiteY6" fmla="*/ 25096 h 202495"/>
                    <a:gd name="connsiteX7" fmla="*/ 25081 w 202495"/>
                    <a:gd name="connsiteY7" fmla="*/ 101248 h 202495"/>
                    <a:gd name="connsiteX8" fmla="*/ 101232 w 202495"/>
                    <a:gd name="connsiteY8" fmla="*/ 177430 h 202495"/>
                    <a:gd name="connsiteX9" fmla="*/ 177415 w 202495"/>
                    <a:gd name="connsiteY9" fmla="*/ 101279 h 202495"/>
                    <a:gd name="connsiteX10" fmla="*/ 177415 w 202495"/>
                    <a:gd name="connsiteY10" fmla="*/ 101248 h 202495"/>
                    <a:gd name="connsiteX11" fmla="*/ 101263 w 202495"/>
                    <a:gd name="connsiteY11" fmla="*/ 25049 h 202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495" h="202495">
                      <a:moveTo>
                        <a:pt x="101263" y="202495"/>
                      </a:moveTo>
                      <a:cubicBezTo>
                        <a:pt x="45346" y="202505"/>
                        <a:pt x="9" y="157181"/>
                        <a:pt x="0" y="101263"/>
                      </a:cubicBezTo>
                      <a:cubicBezTo>
                        <a:pt x="-9" y="45346"/>
                        <a:pt x="45314" y="9"/>
                        <a:pt x="101232" y="0"/>
                      </a:cubicBezTo>
                      <a:cubicBezTo>
                        <a:pt x="157149" y="-9"/>
                        <a:pt x="202486" y="45314"/>
                        <a:pt x="202495" y="101232"/>
                      </a:cubicBezTo>
                      <a:cubicBezTo>
                        <a:pt x="202495" y="101237"/>
                        <a:pt x="202495" y="101242"/>
                        <a:pt x="202495" y="101248"/>
                      </a:cubicBezTo>
                      <a:cubicBezTo>
                        <a:pt x="202434" y="157134"/>
                        <a:pt x="157149" y="202426"/>
                        <a:pt x="101263" y="202495"/>
                      </a:cubicBezTo>
                      <a:close/>
                      <a:moveTo>
                        <a:pt x="101263" y="25096"/>
                      </a:moveTo>
                      <a:cubicBezTo>
                        <a:pt x="59197" y="25088"/>
                        <a:pt x="25089" y="59182"/>
                        <a:pt x="25081" y="101248"/>
                      </a:cubicBezTo>
                      <a:cubicBezTo>
                        <a:pt x="25072" y="143313"/>
                        <a:pt x="59166" y="177421"/>
                        <a:pt x="101232" y="177430"/>
                      </a:cubicBezTo>
                      <a:cubicBezTo>
                        <a:pt x="143298" y="177440"/>
                        <a:pt x="177405" y="143345"/>
                        <a:pt x="177415" y="101279"/>
                      </a:cubicBezTo>
                      <a:cubicBezTo>
                        <a:pt x="177415" y="101268"/>
                        <a:pt x="177415" y="101258"/>
                        <a:pt x="177415" y="101248"/>
                      </a:cubicBezTo>
                      <a:cubicBezTo>
                        <a:pt x="177388" y="59194"/>
                        <a:pt x="143317" y="25101"/>
                        <a:pt x="101263" y="25049"/>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1" name="Freeform 172">
                  <a:extLst>
                    <a:ext uri="{FF2B5EF4-FFF2-40B4-BE49-F238E27FC236}">
                      <a16:creationId xmlns:a16="http://schemas.microsoft.com/office/drawing/2014/main" id="{627B197F-F4C2-D08B-EB31-7859E346A321}"/>
                    </a:ext>
                  </a:extLst>
                </p:cNvPr>
                <p:cNvSpPr/>
                <p:nvPr/>
              </p:nvSpPr>
              <p:spPr>
                <a:xfrm>
                  <a:off x="3052606" y="2106356"/>
                  <a:ext cx="25080" cy="84208"/>
                </a:xfrm>
                <a:custGeom>
                  <a:avLst/>
                  <a:gdLst>
                    <a:gd name="connsiteX0" fmla="*/ 12540 w 25080"/>
                    <a:gd name="connsiteY0" fmla="*/ 84208 h 84208"/>
                    <a:gd name="connsiteX1" fmla="*/ 0 w 25080"/>
                    <a:gd name="connsiteY1" fmla="*/ 71668 h 84208"/>
                    <a:gd name="connsiteX2" fmla="*/ 0 w 25080"/>
                    <a:gd name="connsiteY2" fmla="*/ 12540 h 84208"/>
                    <a:gd name="connsiteX3" fmla="*/ 12540 w 25080"/>
                    <a:gd name="connsiteY3" fmla="*/ 0 h 84208"/>
                    <a:gd name="connsiteX4" fmla="*/ 25081 w 25080"/>
                    <a:gd name="connsiteY4" fmla="*/ 12540 h 84208"/>
                    <a:gd name="connsiteX5" fmla="*/ 25081 w 25080"/>
                    <a:gd name="connsiteY5" fmla="*/ 71668 h 84208"/>
                    <a:gd name="connsiteX6" fmla="*/ 12540 w 25080"/>
                    <a:gd name="connsiteY6" fmla="*/ 84208 h 84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80" h="84208">
                      <a:moveTo>
                        <a:pt x="12540" y="84208"/>
                      </a:moveTo>
                      <a:cubicBezTo>
                        <a:pt x="5615" y="84208"/>
                        <a:pt x="0" y="78594"/>
                        <a:pt x="0" y="71668"/>
                      </a:cubicBezTo>
                      <a:lnTo>
                        <a:pt x="0" y="12540"/>
                      </a:lnTo>
                      <a:cubicBezTo>
                        <a:pt x="0" y="5614"/>
                        <a:pt x="5615" y="0"/>
                        <a:pt x="12540" y="0"/>
                      </a:cubicBezTo>
                      <a:cubicBezTo>
                        <a:pt x="19466" y="0"/>
                        <a:pt x="25081" y="5614"/>
                        <a:pt x="25081" y="12540"/>
                      </a:cubicBezTo>
                      <a:lnTo>
                        <a:pt x="25081" y="71668"/>
                      </a:lnTo>
                      <a:cubicBezTo>
                        <a:pt x="25081" y="78594"/>
                        <a:pt x="19466" y="84208"/>
                        <a:pt x="12540" y="84208"/>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2" name="Freeform 173">
                  <a:extLst>
                    <a:ext uri="{FF2B5EF4-FFF2-40B4-BE49-F238E27FC236}">
                      <a16:creationId xmlns:a16="http://schemas.microsoft.com/office/drawing/2014/main" id="{F5D70960-82D4-7506-50EA-48C5B194143A}"/>
                    </a:ext>
                  </a:extLst>
                </p:cNvPr>
                <p:cNvSpPr/>
                <p:nvPr/>
              </p:nvSpPr>
              <p:spPr>
                <a:xfrm>
                  <a:off x="3023826" y="2135121"/>
                  <a:ext cx="84224" cy="25080"/>
                </a:xfrm>
                <a:custGeom>
                  <a:avLst/>
                  <a:gdLst>
                    <a:gd name="connsiteX0" fmla="*/ 71684 w 84224"/>
                    <a:gd name="connsiteY0" fmla="*/ 25081 h 25080"/>
                    <a:gd name="connsiteX1" fmla="*/ 12540 w 84224"/>
                    <a:gd name="connsiteY1" fmla="*/ 25081 h 25080"/>
                    <a:gd name="connsiteX2" fmla="*/ 0 w 84224"/>
                    <a:gd name="connsiteY2" fmla="*/ 12540 h 25080"/>
                    <a:gd name="connsiteX3" fmla="*/ 12540 w 84224"/>
                    <a:gd name="connsiteY3" fmla="*/ 0 h 25080"/>
                    <a:gd name="connsiteX4" fmla="*/ 71684 w 84224"/>
                    <a:gd name="connsiteY4" fmla="*/ 0 h 25080"/>
                    <a:gd name="connsiteX5" fmla="*/ 84224 w 84224"/>
                    <a:gd name="connsiteY5" fmla="*/ 12540 h 25080"/>
                    <a:gd name="connsiteX6" fmla="*/ 71684 w 8422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224" h="25080">
                      <a:moveTo>
                        <a:pt x="71684" y="25081"/>
                      </a:moveTo>
                      <a:lnTo>
                        <a:pt x="12540" y="25081"/>
                      </a:lnTo>
                      <a:cubicBezTo>
                        <a:pt x="5614" y="25081"/>
                        <a:pt x="0" y="19466"/>
                        <a:pt x="0" y="12540"/>
                      </a:cubicBezTo>
                      <a:cubicBezTo>
                        <a:pt x="0" y="5614"/>
                        <a:pt x="5614" y="0"/>
                        <a:pt x="12540" y="0"/>
                      </a:cubicBezTo>
                      <a:lnTo>
                        <a:pt x="71684" y="0"/>
                      </a:lnTo>
                      <a:cubicBezTo>
                        <a:pt x="78609" y="0"/>
                        <a:pt x="84224" y="5614"/>
                        <a:pt x="84224" y="12540"/>
                      </a:cubicBezTo>
                      <a:cubicBezTo>
                        <a:pt x="84224" y="19466"/>
                        <a:pt x="78609" y="25081"/>
                        <a:pt x="71684" y="25081"/>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53" name="Group 52">
            <a:extLst>
              <a:ext uri="{FF2B5EF4-FFF2-40B4-BE49-F238E27FC236}">
                <a16:creationId xmlns:a16="http://schemas.microsoft.com/office/drawing/2014/main" id="{4A056943-FBCB-80EC-D761-60BE8295397D}"/>
              </a:ext>
            </a:extLst>
          </p:cNvPr>
          <p:cNvGrpSpPr/>
          <p:nvPr/>
        </p:nvGrpSpPr>
        <p:grpSpPr>
          <a:xfrm>
            <a:off x="4748633" y="2241576"/>
            <a:ext cx="4663391" cy="1365967"/>
            <a:chOff x="4748633" y="2241576"/>
            <a:chExt cx="4663391" cy="1365967"/>
          </a:xfrm>
        </p:grpSpPr>
        <p:grpSp>
          <p:nvGrpSpPr>
            <p:cNvPr id="54" name="Group 53">
              <a:extLst>
                <a:ext uri="{FF2B5EF4-FFF2-40B4-BE49-F238E27FC236}">
                  <a16:creationId xmlns:a16="http://schemas.microsoft.com/office/drawing/2014/main" id="{0562AB54-E197-EA1F-B0C8-C6236EB823A8}"/>
                </a:ext>
              </a:extLst>
            </p:cNvPr>
            <p:cNvGrpSpPr/>
            <p:nvPr/>
          </p:nvGrpSpPr>
          <p:grpSpPr>
            <a:xfrm>
              <a:off x="4748633" y="2241576"/>
              <a:ext cx="4663391" cy="1365967"/>
              <a:chOff x="4748633" y="2241576"/>
              <a:chExt cx="4663391" cy="1365967"/>
            </a:xfrm>
          </p:grpSpPr>
          <p:sp>
            <p:nvSpPr>
              <p:cNvPr id="460" name="Arrow: Chevron 22">
                <a:extLst>
                  <a:ext uri="{FF2B5EF4-FFF2-40B4-BE49-F238E27FC236}">
                    <a16:creationId xmlns:a16="http://schemas.microsoft.com/office/drawing/2014/main" id="{21374C05-2895-C98A-1D7E-9EA2F64406C0}"/>
                  </a:ext>
                </a:extLst>
              </p:cNvPr>
              <p:cNvSpPr/>
              <p:nvPr/>
            </p:nvSpPr>
            <p:spPr>
              <a:xfrm>
                <a:off x="4748633" y="3197853"/>
                <a:ext cx="2666844" cy="409690"/>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Realization</a:t>
                </a:r>
              </a:p>
            </p:txBody>
          </p:sp>
          <p:sp>
            <p:nvSpPr>
              <p:cNvPr id="461" name="Arrow: Chevron 274">
                <a:extLst>
                  <a:ext uri="{FF2B5EF4-FFF2-40B4-BE49-F238E27FC236}">
                    <a16:creationId xmlns:a16="http://schemas.microsoft.com/office/drawing/2014/main" id="{B3016F1A-1B8F-F7C7-11E6-D29C7F636E84}"/>
                  </a:ext>
                </a:extLst>
              </p:cNvPr>
              <p:cNvSpPr/>
              <p:nvPr/>
            </p:nvSpPr>
            <p:spPr>
              <a:xfrm>
                <a:off x="8266342" y="3197853"/>
                <a:ext cx="978242" cy="409690"/>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000" b="1" dirty="0">
                    <a:solidFill>
                      <a:schemeClr val="bg1">
                        <a:lumMod val="65000"/>
                      </a:schemeClr>
                    </a:solidFill>
                    <a:latin typeface="Century Gothic" panose="020F0302020204030204"/>
                  </a:rPr>
                  <a:t>BRT</a:t>
                </a:r>
                <a:endPar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endParaRPr>
              </a:p>
            </p:txBody>
          </p:sp>
          <p:sp>
            <p:nvSpPr>
              <p:cNvPr id="462" name="Arrow: Chevron 273">
                <a:extLst>
                  <a:ext uri="{FF2B5EF4-FFF2-40B4-BE49-F238E27FC236}">
                    <a16:creationId xmlns:a16="http://schemas.microsoft.com/office/drawing/2014/main" id="{EF5ABACD-E765-D2F1-94BC-266B15FFB945}"/>
                  </a:ext>
                </a:extLst>
              </p:cNvPr>
              <p:cNvSpPr/>
              <p:nvPr/>
            </p:nvSpPr>
            <p:spPr>
              <a:xfrm>
                <a:off x="7323214" y="3197853"/>
                <a:ext cx="1045211"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65000"/>
                      </a:schemeClr>
                    </a:solidFill>
                    <a:effectLst/>
                    <a:uLnTx/>
                    <a:uFillTx/>
                    <a:latin typeface="Century Gothic" panose="020F0302020204030204"/>
                    <a:ea typeface="+mn-ea"/>
                    <a:cs typeface="+mn-cs"/>
                  </a:rPr>
                  <a:t>SIT</a:t>
                </a:r>
              </a:p>
            </p:txBody>
          </p:sp>
          <p:sp>
            <p:nvSpPr>
              <p:cNvPr id="463" name="Arrow: Chevron 279">
                <a:extLst>
                  <a:ext uri="{FF2B5EF4-FFF2-40B4-BE49-F238E27FC236}">
                    <a16:creationId xmlns:a16="http://schemas.microsoft.com/office/drawing/2014/main" id="{EBFAA14B-5469-BDCD-7489-8E85B64DD9C9}"/>
                  </a:ext>
                </a:extLst>
              </p:cNvPr>
              <p:cNvSpPr/>
              <p:nvPr/>
            </p:nvSpPr>
            <p:spPr>
              <a:xfrm>
                <a:off x="4748633" y="2241576"/>
                <a:ext cx="4663391" cy="964154"/>
              </a:xfrm>
              <a:prstGeom prst="chevron">
                <a:avLst>
                  <a:gd name="adj" fmla="val 28502"/>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Execute</a:t>
                </a:r>
              </a:p>
            </p:txBody>
          </p:sp>
        </p:grpSp>
        <p:grpSp>
          <p:nvGrpSpPr>
            <p:cNvPr id="55" name="Group 54">
              <a:extLst>
                <a:ext uri="{FF2B5EF4-FFF2-40B4-BE49-F238E27FC236}">
                  <a16:creationId xmlns:a16="http://schemas.microsoft.com/office/drawing/2014/main" id="{D3FC999D-51AE-262D-B372-834B5881BEF9}"/>
                </a:ext>
              </a:extLst>
            </p:cNvPr>
            <p:cNvGrpSpPr/>
            <p:nvPr/>
          </p:nvGrpSpPr>
          <p:grpSpPr>
            <a:xfrm>
              <a:off x="6831073" y="2369261"/>
              <a:ext cx="471163" cy="471791"/>
              <a:chOff x="6831073" y="2369261"/>
              <a:chExt cx="471163" cy="471791"/>
            </a:xfrm>
          </p:grpSpPr>
          <p:sp>
            <p:nvSpPr>
              <p:cNvPr id="56" name="Oval 55">
                <a:extLst>
                  <a:ext uri="{FF2B5EF4-FFF2-40B4-BE49-F238E27FC236}">
                    <a16:creationId xmlns:a16="http://schemas.microsoft.com/office/drawing/2014/main" id="{F67B65D5-4AA1-4E51-F24F-F43F76D05098}"/>
                  </a:ext>
                </a:extLst>
              </p:cNvPr>
              <p:cNvSpPr/>
              <p:nvPr/>
            </p:nvSpPr>
            <p:spPr>
              <a:xfrm>
                <a:off x="6831073" y="2369261"/>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57" name="Group 56">
                <a:extLst>
                  <a:ext uri="{FF2B5EF4-FFF2-40B4-BE49-F238E27FC236}">
                    <a16:creationId xmlns:a16="http://schemas.microsoft.com/office/drawing/2014/main" id="{A44C38BA-7FE9-51FF-8F91-27560BE7093E}"/>
                  </a:ext>
                </a:extLst>
              </p:cNvPr>
              <p:cNvGrpSpPr/>
              <p:nvPr/>
            </p:nvGrpSpPr>
            <p:grpSpPr>
              <a:xfrm>
                <a:off x="6939507" y="2475833"/>
                <a:ext cx="254219" cy="258644"/>
                <a:chOff x="6566257" y="2048749"/>
                <a:chExt cx="254558" cy="258644"/>
              </a:xfrm>
              <a:solidFill>
                <a:schemeClr val="bg1">
                  <a:lumMod val="75000"/>
                </a:schemeClr>
              </a:solidFill>
            </p:grpSpPr>
            <p:grpSp>
              <p:nvGrpSpPr>
                <p:cNvPr id="58" name="Graphic 332">
                  <a:extLst>
                    <a:ext uri="{FF2B5EF4-FFF2-40B4-BE49-F238E27FC236}">
                      <a16:creationId xmlns:a16="http://schemas.microsoft.com/office/drawing/2014/main" id="{186EF9A7-2B78-7472-0AAA-D98630C1D0F8}"/>
                    </a:ext>
                  </a:extLst>
                </p:cNvPr>
                <p:cNvGrpSpPr/>
                <p:nvPr/>
              </p:nvGrpSpPr>
              <p:grpSpPr>
                <a:xfrm>
                  <a:off x="6566257" y="2086119"/>
                  <a:ext cx="135075" cy="185001"/>
                  <a:chOff x="6566257" y="2086119"/>
                  <a:chExt cx="135075" cy="185001"/>
                </a:xfrm>
                <a:grpFill/>
              </p:grpSpPr>
              <p:sp>
                <p:nvSpPr>
                  <p:cNvPr id="456" name="Freeform 164">
                    <a:extLst>
                      <a:ext uri="{FF2B5EF4-FFF2-40B4-BE49-F238E27FC236}">
                        <a16:creationId xmlns:a16="http://schemas.microsoft.com/office/drawing/2014/main" id="{88F7BEAA-A121-210C-8C87-12DD920F40CB}"/>
                      </a:ext>
                    </a:extLst>
                  </p:cNvPr>
                  <p:cNvSpPr/>
                  <p:nvPr/>
                </p:nvSpPr>
                <p:spPr>
                  <a:xfrm>
                    <a:off x="6566257" y="2086119"/>
                    <a:ext cx="135075" cy="131501"/>
                  </a:xfrm>
                  <a:custGeom>
                    <a:avLst/>
                    <a:gdLst>
                      <a:gd name="connsiteX0" fmla="*/ 92814 w 135075"/>
                      <a:gd name="connsiteY0" fmla="*/ 131501 h 131501"/>
                      <a:gd name="connsiteX1" fmla="*/ 80275 w 135075"/>
                      <a:gd name="connsiteY1" fmla="*/ 118959 h 131501"/>
                      <a:gd name="connsiteX2" fmla="*/ 88409 w 135075"/>
                      <a:gd name="connsiteY2" fmla="*/ 107220 h 131501"/>
                      <a:gd name="connsiteX3" fmla="*/ 109994 w 135075"/>
                      <a:gd name="connsiteY3" fmla="*/ 66088 h 131501"/>
                      <a:gd name="connsiteX4" fmla="*/ 67545 w 135075"/>
                      <a:gd name="connsiteY4" fmla="*/ 25081 h 131501"/>
                      <a:gd name="connsiteX5" fmla="*/ 25081 w 135075"/>
                      <a:gd name="connsiteY5" fmla="*/ 66088 h 131501"/>
                      <a:gd name="connsiteX6" fmla="*/ 47481 w 135075"/>
                      <a:gd name="connsiteY6" fmla="*/ 107016 h 131501"/>
                      <a:gd name="connsiteX7" fmla="*/ 53935 w 135075"/>
                      <a:gd name="connsiteY7" fmla="*/ 123535 h 131501"/>
                      <a:gd name="connsiteX8" fmla="*/ 38358 w 135075"/>
                      <a:gd name="connsiteY8" fmla="*/ 130357 h 131501"/>
                      <a:gd name="connsiteX9" fmla="*/ 0 w 135075"/>
                      <a:gd name="connsiteY9" fmla="*/ 66088 h 131501"/>
                      <a:gd name="connsiteX10" fmla="*/ 67545 w 135075"/>
                      <a:gd name="connsiteY10" fmla="*/ 0 h 131501"/>
                      <a:gd name="connsiteX11" fmla="*/ 135075 w 135075"/>
                      <a:gd name="connsiteY11" fmla="*/ 66088 h 131501"/>
                      <a:gd name="connsiteX12" fmla="*/ 97219 w 135075"/>
                      <a:gd name="connsiteY12" fmla="*/ 130702 h 131501"/>
                      <a:gd name="connsiteX13" fmla="*/ 92814 w 135075"/>
                      <a:gd name="connsiteY13" fmla="*/ 131501 h 131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5075" h="131501">
                        <a:moveTo>
                          <a:pt x="92814" y="131501"/>
                        </a:moveTo>
                        <a:cubicBezTo>
                          <a:pt x="85888" y="131501"/>
                          <a:pt x="80274" y="125886"/>
                          <a:pt x="80275" y="118959"/>
                        </a:cubicBezTo>
                        <a:cubicBezTo>
                          <a:pt x="80275" y="113733"/>
                          <a:pt x="83517" y="109056"/>
                          <a:pt x="88409" y="107220"/>
                        </a:cubicBezTo>
                        <a:cubicBezTo>
                          <a:pt x="109994" y="99116"/>
                          <a:pt x="109994" y="74302"/>
                          <a:pt x="109994" y="66088"/>
                        </a:cubicBezTo>
                        <a:cubicBezTo>
                          <a:pt x="109994" y="42324"/>
                          <a:pt x="92140" y="25081"/>
                          <a:pt x="67545" y="25081"/>
                        </a:cubicBezTo>
                        <a:cubicBezTo>
                          <a:pt x="42951" y="25081"/>
                          <a:pt x="25081" y="42324"/>
                          <a:pt x="25081" y="66088"/>
                        </a:cubicBezTo>
                        <a:cubicBezTo>
                          <a:pt x="25081" y="80760"/>
                          <a:pt x="28968" y="99774"/>
                          <a:pt x="47481" y="107016"/>
                        </a:cubicBezTo>
                        <a:cubicBezTo>
                          <a:pt x="53825" y="109795"/>
                          <a:pt x="56714" y="117191"/>
                          <a:pt x="53935" y="123535"/>
                        </a:cubicBezTo>
                        <a:cubicBezTo>
                          <a:pt x="51313" y="129520"/>
                          <a:pt x="44535" y="132489"/>
                          <a:pt x="38358" y="130357"/>
                        </a:cubicBezTo>
                        <a:cubicBezTo>
                          <a:pt x="13669" y="120701"/>
                          <a:pt x="0" y="97862"/>
                          <a:pt x="0" y="66088"/>
                        </a:cubicBezTo>
                        <a:cubicBezTo>
                          <a:pt x="0" y="28467"/>
                          <a:pt x="29031" y="0"/>
                          <a:pt x="67545" y="0"/>
                        </a:cubicBezTo>
                        <a:cubicBezTo>
                          <a:pt x="106060" y="0"/>
                          <a:pt x="135075" y="28467"/>
                          <a:pt x="135075" y="66088"/>
                        </a:cubicBezTo>
                        <a:cubicBezTo>
                          <a:pt x="135075" y="98598"/>
                          <a:pt x="121641" y="121547"/>
                          <a:pt x="97219" y="130702"/>
                        </a:cubicBezTo>
                        <a:cubicBezTo>
                          <a:pt x="95809" y="131224"/>
                          <a:pt x="94318" y="131495"/>
                          <a:pt x="92814" y="131501"/>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57" name="Freeform 165">
                    <a:extLst>
                      <a:ext uri="{FF2B5EF4-FFF2-40B4-BE49-F238E27FC236}">
                        <a16:creationId xmlns:a16="http://schemas.microsoft.com/office/drawing/2014/main" id="{BECD587D-BB41-08A7-D2A0-F61B2E35EC1D}"/>
                      </a:ext>
                    </a:extLst>
                  </p:cNvPr>
                  <p:cNvSpPr/>
                  <p:nvPr/>
                </p:nvSpPr>
                <p:spPr>
                  <a:xfrm>
                    <a:off x="6601417" y="2210096"/>
                    <a:ext cx="64864" cy="25080"/>
                  </a:xfrm>
                  <a:custGeom>
                    <a:avLst/>
                    <a:gdLst>
                      <a:gd name="connsiteX0" fmla="*/ 52325 w 64864"/>
                      <a:gd name="connsiteY0" fmla="*/ 25081 h 25080"/>
                      <a:gd name="connsiteX1" fmla="*/ 12540 w 64864"/>
                      <a:gd name="connsiteY1" fmla="*/ 25081 h 25080"/>
                      <a:gd name="connsiteX2" fmla="*/ 0 w 64864"/>
                      <a:gd name="connsiteY2" fmla="*/ 12540 h 25080"/>
                      <a:gd name="connsiteX3" fmla="*/ 12540 w 64864"/>
                      <a:gd name="connsiteY3" fmla="*/ 0 h 25080"/>
                      <a:gd name="connsiteX4" fmla="*/ 52325 w 64864"/>
                      <a:gd name="connsiteY4" fmla="*/ 0 h 25080"/>
                      <a:gd name="connsiteX5" fmla="*/ 64865 w 64864"/>
                      <a:gd name="connsiteY5" fmla="*/ 12540 h 25080"/>
                      <a:gd name="connsiteX6" fmla="*/ 52325 w 6486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64" h="25080">
                        <a:moveTo>
                          <a:pt x="52325" y="25081"/>
                        </a:moveTo>
                        <a:lnTo>
                          <a:pt x="12540" y="25081"/>
                        </a:lnTo>
                        <a:cubicBezTo>
                          <a:pt x="5614" y="25081"/>
                          <a:pt x="0" y="19466"/>
                          <a:pt x="0" y="12540"/>
                        </a:cubicBezTo>
                        <a:cubicBezTo>
                          <a:pt x="0" y="5615"/>
                          <a:pt x="5614" y="0"/>
                          <a:pt x="12540" y="0"/>
                        </a:cubicBezTo>
                        <a:lnTo>
                          <a:pt x="52325" y="0"/>
                        </a:lnTo>
                        <a:cubicBezTo>
                          <a:pt x="59250" y="0"/>
                          <a:pt x="64865" y="5615"/>
                          <a:pt x="64865" y="12540"/>
                        </a:cubicBezTo>
                        <a:cubicBezTo>
                          <a:pt x="64865" y="19466"/>
                          <a:pt x="59250" y="25081"/>
                          <a:pt x="52325" y="25081"/>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58" name="Freeform 166">
                    <a:extLst>
                      <a:ext uri="{FF2B5EF4-FFF2-40B4-BE49-F238E27FC236}">
                        <a16:creationId xmlns:a16="http://schemas.microsoft.com/office/drawing/2014/main" id="{E826EC9A-BB3D-C75B-413F-26B94CCB525A}"/>
                      </a:ext>
                    </a:extLst>
                  </p:cNvPr>
                  <p:cNvSpPr/>
                  <p:nvPr/>
                </p:nvSpPr>
                <p:spPr>
                  <a:xfrm>
                    <a:off x="6601417" y="2246040"/>
                    <a:ext cx="63846" cy="25080"/>
                  </a:xfrm>
                  <a:custGeom>
                    <a:avLst/>
                    <a:gdLst>
                      <a:gd name="connsiteX0" fmla="*/ 51306 w 63846"/>
                      <a:gd name="connsiteY0" fmla="*/ 25081 h 25080"/>
                      <a:gd name="connsiteX1" fmla="*/ 12540 w 63846"/>
                      <a:gd name="connsiteY1" fmla="*/ 25081 h 25080"/>
                      <a:gd name="connsiteX2" fmla="*/ 0 w 63846"/>
                      <a:gd name="connsiteY2" fmla="*/ 12540 h 25080"/>
                      <a:gd name="connsiteX3" fmla="*/ 12540 w 63846"/>
                      <a:gd name="connsiteY3" fmla="*/ 0 h 25080"/>
                      <a:gd name="connsiteX4" fmla="*/ 51306 w 63846"/>
                      <a:gd name="connsiteY4" fmla="*/ 0 h 25080"/>
                      <a:gd name="connsiteX5" fmla="*/ 63846 w 63846"/>
                      <a:gd name="connsiteY5" fmla="*/ 12540 h 25080"/>
                      <a:gd name="connsiteX6" fmla="*/ 51306 w 63846"/>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846" h="25080">
                        <a:moveTo>
                          <a:pt x="51306" y="25081"/>
                        </a:moveTo>
                        <a:lnTo>
                          <a:pt x="12540" y="25081"/>
                        </a:lnTo>
                        <a:cubicBezTo>
                          <a:pt x="5614" y="25081"/>
                          <a:pt x="0" y="19466"/>
                          <a:pt x="0" y="12540"/>
                        </a:cubicBezTo>
                        <a:cubicBezTo>
                          <a:pt x="0" y="5615"/>
                          <a:pt x="5614" y="0"/>
                          <a:pt x="12540" y="0"/>
                        </a:cubicBezTo>
                        <a:lnTo>
                          <a:pt x="51306" y="0"/>
                        </a:lnTo>
                        <a:cubicBezTo>
                          <a:pt x="58232" y="0"/>
                          <a:pt x="63846" y="5615"/>
                          <a:pt x="63846" y="12540"/>
                        </a:cubicBezTo>
                        <a:cubicBezTo>
                          <a:pt x="63846" y="19466"/>
                          <a:pt x="58232" y="25081"/>
                          <a:pt x="51306" y="25081"/>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59" name="Freeform 167">
                    <a:extLst>
                      <a:ext uri="{FF2B5EF4-FFF2-40B4-BE49-F238E27FC236}">
                        <a16:creationId xmlns:a16="http://schemas.microsoft.com/office/drawing/2014/main" id="{3AAE92E7-F942-D222-67DB-2596EFF1239B}"/>
                      </a:ext>
                    </a:extLst>
                  </p:cNvPr>
                  <p:cNvSpPr/>
                  <p:nvPr/>
                </p:nvSpPr>
                <p:spPr>
                  <a:xfrm>
                    <a:off x="6597059" y="2192744"/>
                    <a:ext cx="73564" cy="78377"/>
                  </a:xfrm>
                  <a:custGeom>
                    <a:avLst/>
                    <a:gdLst>
                      <a:gd name="connsiteX0" fmla="*/ 61024 w 73564"/>
                      <a:gd name="connsiteY0" fmla="*/ 78377 h 78377"/>
                      <a:gd name="connsiteX1" fmla="*/ 12540 w 73564"/>
                      <a:gd name="connsiteY1" fmla="*/ 78377 h 78377"/>
                      <a:gd name="connsiteX2" fmla="*/ 0 w 73564"/>
                      <a:gd name="connsiteY2" fmla="*/ 65837 h 78377"/>
                      <a:gd name="connsiteX3" fmla="*/ 0 w 73564"/>
                      <a:gd name="connsiteY3" fmla="*/ 12540 h 78377"/>
                      <a:gd name="connsiteX4" fmla="*/ 12540 w 73564"/>
                      <a:gd name="connsiteY4" fmla="*/ 0 h 78377"/>
                      <a:gd name="connsiteX5" fmla="*/ 25081 w 73564"/>
                      <a:gd name="connsiteY5" fmla="*/ 12540 h 78377"/>
                      <a:gd name="connsiteX6" fmla="*/ 25081 w 73564"/>
                      <a:gd name="connsiteY6" fmla="*/ 53296 h 78377"/>
                      <a:gd name="connsiteX7" fmla="*/ 48484 w 73564"/>
                      <a:gd name="connsiteY7" fmla="*/ 53296 h 78377"/>
                      <a:gd name="connsiteX8" fmla="*/ 48484 w 73564"/>
                      <a:gd name="connsiteY8" fmla="*/ 13308 h 78377"/>
                      <a:gd name="connsiteX9" fmla="*/ 61024 w 73564"/>
                      <a:gd name="connsiteY9" fmla="*/ 768 h 78377"/>
                      <a:gd name="connsiteX10" fmla="*/ 73565 w 73564"/>
                      <a:gd name="connsiteY10" fmla="*/ 13308 h 78377"/>
                      <a:gd name="connsiteX11" fmla="*/ 73565 w 73564"/>
                      <a:gd name="connsiteY11" fmla="*/ 65837 h 78377"/>
                      <a:gd name="connsiteX12" fmla="*/ 61024 w 73564"/>
                      <a:gd name="connsiteY12" fmla="*/ 78377 h 7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564" h="78377">
                        <a:moveTo>
                          <a:pt x="61024" y="78377"/>
                        </a:moveTo>
                        <a:lnTo>
                          <a:pt x="12540" y="78377"/>
                        </a:lnTo>
                        <a:cubicBezTo>
                          <a:pt x="5614" y="78377"/>
                          <a:pt x="0" y="72762"/>
                          <a:pt x="0" y="65837"/>
                        </a:cubicBezTo>
                        <a:lnTo>
                          <a:pt x="0" y="12540"/>
                        </a:lnTo>
                        <a:cubicBezTo>
                          <a:pt x="0" y="5615"/>
                          <a:pt x="5614" y="0"/>
                          <a:pt x="12540" y="0"/>
                        </a:cubicBezTo>
                        <a:cubicBezTo>
                          <a:pt x="19466" y="0"/>
                          <a:pt x="25081" y="5615"/>
                          <a:pt x="25081" y="12540"/>
                        </a:cubicBezTo>
                        <a:lnTo>
                          <a:pt x="25081" y="53296"/>
                        </a:lnTo>
                        <a:lnTo>
                          <a:pt x="48484" y="53296"/>
                        </a:lnTo>
                        <a:lnTo>
                          <a:pt x="48484" y="13308"/>
                        </a:lnTo>
                        <a:cubicBezTo>
                          <a:pt x="48484" y="6383"/>
                          <a:pt x="54099" y="768"/>
                          <a:pt x="61024" y="768"/>
                        </a:cubicBezTo>
                        <a:cubicBezTo>
                          <a:pt x="67950" y="768"/>
                          <a:pt x="73565" y="6383"/>
                          <a:pt x="73565" y="13308"/>
                        </a:cubicBezTo>
                        <a:lnTo>
                          <a:pt x="73565" y="65837"/>
                        </a:lnTo>
                        <a:cubicBezTo>
                          <a:pt x="73565" y="72762"/>
                          <a:pt x="67950" y="78377"/>
                          <a:pt x="61024" y="78377"/>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59" name="Freeform 151">
                  <a:extLst>
                    <a:ext uri="{FF2B5EF4-FFF2-40B4-BE49-F238E27FC236}">
                      <a16:creationId xmlns:a16="http://schemas.microsoft.com/office/drawing/2014/main" id="{2A94B43F-58D0-51C4-0281-7A0E3965E058}"/>
                    </a:ext>
                  </a:extLst>
                </p:cNvPr>
                <p:cNvSpPr/>
                <p:nvPr/>
              </p:nvSpPr>
              <p:spPr>
                <a:xfrm>
                  <a:off x="6621779" y="2048749"/>
                  <a:ext cx="180740" cy="115668"/>
                </a:xfrm>
                <a:custGeom>
                  <a:avLst/>
                  <a:gdLst>
                    <a:gd name="connsiteX0" fmla="*/ 138054 w 180740"/>
                    <a:gd name="connsiteY0" fmla="*/ 115669 h 115668"/>
                    <a:gd name="connsiteX1" fmla="*/ 125513 w 180740"/>
                    <a:gd name="connsiteY1" fmla="*/ 103129 h 115668"/>
                    <a:gd name="connsiteX2" fmla="*/ 125513 w 180740"/>
                    <a:gd name="connsiteY2" fmla="*/ 25081 h 115668"/>
                    <a:gd name="connsiteX3" fmla="*/ 25081 w 180740"/>
                    <a:gd name="connsiteY3" fmla="*/ 25081 h 115668"/>
                    <a:gd name="connsiteX4" fmla="*/ 25081 w 180740"/>
                    <a:gd name="connsiteY4" fmla="*/ 49754 h 115668"/>
                    <a:gd name="connsiteX5" fmla="*/ 12540 w 180740"/>
                    <a:gd name="connsiteY5" fmla="*/ 62294 h 115668"/>
                    <a:gd name="connsiteX6" fmla="*/ 0 w 180740"/>
                    <a:gd name="connsiteY6" fmla="*/ 49754 h 115668"/>
                    <a:gd name="connsiteX7" fmla="*/ 0 w 180740"/>
                    <a:gd name="connsiteY7" fmla="*/ 12540 h 115668"/>
                    <a:gd name="connsiteX8" fmla="*/ 12540 w 180740"/>
                    <a:gd name="connsiteY8" fmla="*/ 0 h 115668"/>
                    <a:gd name="connsiteX9" fmla="*/ 138054 w 180740"/>
                    <a:gd name="connsiteY9" fmla="*/ 0 h 115668"/>
                    <a:gd name="connsiteX10" fmla="*/ 150594 w 180740"/>
                    <a:gd name="connsiteY10" fmla="*/ 12540 h 115668"/>
                    <a:gd name="connsiteX11" fmla="*/ 150594 w 180740"/>
                    <a:gd name="connsiteY11" fmla="*/ 72844 h 115668"/>
                    <a:gd name="connsiteX12" fmla="*/ 158792 w 180740"/>
                    <a:gd name="connsiteY12" fmla="*/ 64724 h 115668"/>
                    <a:gd name="connsiteX13" fmla="*/ 176491 w 180740"/>
                    <a:gd name="connsiteY13" fmla="*/ 63608 h 115668"/>
                    <a:gd name="connsiteX14" fmla="*/ 177607 w 180740"/>
                    <a:gd name="connsiteY14" fmla="*/ 81308 h 115668"/>
                    <a:gd name="connsiteX15" fmla="*/ 176458 w 180740"/>
                    <a:gd name="connsiteY15" fmla="*/ 82453 h 115668"/>
                    <a:gd name="connsiteX16" fmla="*/ 146926 w 180740"/>
                    <a:gd name="connsiteY16" fmla="*/ 111985 h 115668"/>
                    <a:gd name="connsiteX17" fmla="*/ 138054 w 180740"/>
                    <a:gd name="connsiteY17" fmla="*/ 115669 h 11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740" h="115668">
                      <a:moveTo>
                        <a:pt x="138054" y="115669"/>
                      </a:moveTo>
                      <a:cubicBezTo>
                        <a:pt x="131128" y="115669"/>
                        <a:pt x="125513" y="110055"/>
                        <a:pt x="125513" y="103129"/>
                      </a:cubicBezTo>
                      <a:lnTo>
                        <a:pt x="125513" y="25081"/>
                      </a:lnTo>
                      <a:lnTo>
                        <a:pt x="25081" y="25081"/>
                      </a:lnTo>
                      <a:lnTo>
                        <a:pt x="25081" y="49754"/>
                      </a:lnTo>
                      <a:cubicBezTo>
                        <a:pt x="25081" y="56680"/>
                        <a:pt x="19466" y="62294"/>
                        <a:pt x="12540" y="62294"/>
                      </a:cubicBezTo>
                      <a:cubicBezTo>
                        <a:pt x="5614" y="62294"/>
                        <a:pt x="0" y="56680"/>
                        <a:pt x="0" y="49754"/>
                      </a:cubicBezTo>
                      <a:lnTo>
                        <a:pt x="0" y="12540"/>
                      </a:lnTo>
                      <a:cubicBezTo>
                        <a:pt x="0" y="5615"/>
                        <a:pt x="5614" y="0"/>
                        <a:pt x="12540" y="0"/>
                      </a:cubicBezTo>
                      <a:lnTo>
                        <a:pt x="138054" y="0"/>
                      </a:lnTo>
                      <a:cubicBezTo>
                        <a:pt x="144979" y="0"/>
                        <a:pt x="150594" y="5615"/>
                        <a:pt x="150594" y="12540"/>
                      </a:cubicBezTo>
                      <a:lnTo>
                        <a:pt x="150594" y="72844"/>
                      </a:lnTo>
                      <a:lnTo>
                        <a:pt x="158792" y="64724"/>
                      </a:lnTo>
                      <a:cubicBezTo>
                        <a:pt x="163371" y="59528"/>
                        <a:pt x="171296" y="59029"/>
                        <a:pt x="176491" y="63608"/>
                      </a:cubicBezTo>
                      <a:cubicBezTo>
                        <a:pt x="181688" y="68188"/>
                        <a:pt x="182188" y="76112"/>
                        <a:pt x="177607" y="81308"/>
                      </a:cubicBezTo>
                      <a:cubicBezTo>
                        <a:pt x="177250" y="81714"/>
                        <a:pt x="176866" y="82096"/>
                        <a:pt x="176458" y="82453"/>
                      </a:cubicBezTo>
                      <a:lnTo>
                        <a:pt x="146926" y="111985"/>
                      </a:lnTo>
                      <a:cubicBezTo>
                        <a:pt x="144574" y="114342"/>
                        <a:pt x="141383" y="115667"/>
                        <a:pt x="138054" y="115669"/>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0" name="Freeform 152">
                  <a:extLst>
                    <a:ext uri="{FF2B5EF4-FFF2-40B4-BE49-F238E27FC236}">
                      <a16:creationId xmlns:a16="http://schemas.microsoft.com/office/drawing/2014/main" id="{9C6F7230-772E-0B0E-D566-26A66BB4737B}"/>
                    </a:ext>
                  </a:extLst>
                </p:cNvPr>
                <p:cNvSpPr/>
                <p:nvPr/>
              </p:nvSpPr>
              <p:spPr>
                <a:xfrm>
                  <a:off x="6602514" y="2254254"/>
                  <a:ext cx="62701" cy="53139"/>
                </a:xfrm>
                <a:custGeom>
                  <a:avLst/>
                  <a:gdLst>
                    <a:gd name="connsiteX0" fmla="*/ 31351 w 62701"/>
                    <a:gd name="connsiteY0" fmla="*/ 53140 h 53139"/>
                    <a:gd name="connsiteX1" fmla="*/ 0 w 62701"/>
                    <a:gd name="connsiteY1" fmla="*/ 21789 h 53139"/>
                    <a:gd name="connsiteX2" fmla="*/ 0 w 62701"/>
                    <a:gd name="connsiteY2" fmla="*/ 12540 h 53139"/>
                    <a:gd name="connsiteX3" fmla="*/ 12540 w 62701"/>
                    <a:gd name="connsiteY3" fmla="*/ 0 h 53139"/>
                    <a:gd name="connsiteX4" fmla="*/ 25081 w 62701"/>
                    <a:gd name="connsiteY4" fmla="*/ 12540 h 53139"/>
                    <a:gd name="connsiteX5" fmla="*/ 25081 w 62701"/>
                    <a:gd name="connsiteY5" fmla="*/ 21789 h 53139"/>
                    <a:gd name="connsiteX6" fmla="*/ 31351 w 62701"/>
                    <a:gd name="connsiteY6" fmla="*/ 28059 h 53139"/>
                    <a:gd name="connsiteX7" fmla="*/ 37621 w 62701"/>
                    <a:gd name="connsiteY7" fmla="*/ 21789 h 53139"/>
                    <a:gd name="connsiteX8" fmla="*/ 37621 w 62701"/>
                    <a:gd name="connsiteY8" fmla="*/ 12540 h 53139"/>
                    <a:gd name="connsiteX9" fmla="*/ 50161 w 62701"/>
                    <a:gd name="connsiteY9" fmla="*/ 0 h 53139"/>
                    <a:gd name="connsiteX10" fmla="*/ 62702 w 62701"/>
                    <a:gd name="connsiteY10" fmla="*/ 12540 h 53139"/>
                    <a:gd name="connsiteX11" fmla="*/ 62702 w 62701"/>
                    <a:gd name="connsiteY11" fmla="*/ 21789 h 53139"/>
                    <a:gd name="connsiteX12" fmla="*/ 31351 w 62701"/>
                    <a:gd name="connsiteY12" fmla="*/ 53140 h 5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701" h="53139">
                      <a:moveTo>
                        <a:pt x="31351" y="53140"/>
                      </a:moveTo>
                      <a:cubicBezTo>
                        <a:pt x="14036" y="53140"/>
                        <a:pt x="0" y="39104"/>
                        <a:pt x="0" y="21789"/>
                      </a:cubicBezTo>
                      <a:lnTo>
                        <a:pt x="0" y="12540"/>
                      </a:lnTo>
                      <a:cubicBezTo>
                        <a:pt x="0" y="5615"/>
                        <a:pt x="5614" y="0"/>
                        <a:pt x="12540" y="0"/>
                      </a:cubicBezTo>
                      <a:cubicBezTo>
                        <a:pt x="19466" y="0"/>
                        <a:pt x="25081" y="5615"/>
                        <a:pt x="25081" y="12540"/>
                      </a:cubicBezTo>
                      <a:lnTo>
                        <a:pt x="25081" y="21789"/>
                      </a:lnTo>
                      <a:cubicBezTo>
                        <a:pt x="25081" y="25252"/>
                        <a:pt x="27888" y="28059"/>
                        <a:pt x="31351" y="28059"/>
                      </a:cubicBezTo>
                      <a:cubicBezTo>
                        <a:pt x="34814" y="28059"/>
                        <a:pt x="37621" y="25252"/>
                        <a:pt x="37621" y="21789"/>
                      </a:cubicBezTo>
                      <a:lnTo>
                        <a:pt x="37621" y="12540"/>
                      </a:lnTo>
                      <a:cubicBezTo>
                        <a:pt x="37621" y="5615"/>
                        <a:pt x="43235" y="0"/>
                        <a:pt x="50161" y="0"/>
                      </a:cubicBezTo>
                      <a:cubicBezTo>
                        <a:pt x="57087" y="0"/>
                        <a:pt x="62702" y="5615"/>
                        <a:pt x="62702" y="12540"/>
                      </a:cubicBezTo>
                      <a:lnTo>
                        <a:pt x="62702" y="21789"/>
                      </a:lnTo>
                      <a:cubicBezTo>
                        <a:pt x="62702" y="39104"/>
                        <a:pt x="48665" y="53140"/>
                        <a:pt x="31351" y="53140"/>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61" name="Graphic 332">
                  <a:extLst>
                    <a:ext uri="{FF2B5EF4-FFF2-40B4-BE49-F238E27FC236}">
                      <a16:creationId xmlns:a16="http://schemas.microsoft.com/office/drawing/2014/main" id="{D6CBB28B-720A-902B-9D0C-B8B443BC1B5D}"/>
                    </a:ext>
                  </a:extLst>
                </p:cNvPr>
                <p:cNvGrpSpPr/>
                <p:nvPr/>
              </p:nvGrpSpPr>
              <p:grpSpPr>
                <a:xfrm>
                  <a:off x="6698915" y="2181138"/>
                  <a:ext cx="121900" cy="126255"/>
                  <a:chOff x="6698915" y="2181138"/>
                  <a:chExt cx="121900" cy="126255"/>
                </a:xfrm>
                <a:grpFill/>
              </p:grpSpPr>
              <p:sp>
                <p:nvSpPr>
                  <p:cNvPr id="63" name="Freeform 155">
                    <a:extLst>
                      <a:ext uri="{FF2B5EF4-FFF2-40B4-BE49-F238E27FC236}">
                        <a16:creationId xmlns:a16="http://schemas.microsoft.com/office/drawing/2014/main" id="{43C202C5-FDFF-AC4C-8307-2BA9889E81BB}"/>
                      </a:ext>
                    </a:extLst>
                  </p:cNvPr>
                  <p:cNvSpPr/>
                  <p:nvPr/>
                </p:nvSpPr>
                <p:spPr>
                  <a:xfrm>
                    <a:off x="6734527" y="2181138"/>
                    <a:ext cx="31221" cy="47157"/>
                  </a:xfrm>
                  <a:custGeom>
                    <a:avLst/>
                    <a:gdLst>
                      <a:gd name="connsiteX0" fmla="*/ 18675 w 31221"/>
                      <a:gd name="connsiteY0" fmla="*/ 47157 h 47157"/>
                      <a:gd name="connsiteX1" fmla="*/ 6589 w 31221"/>
                      <a:gd name="connsiteY1" fmla="*/ 37971 h 47157"/>
                      <a:gd name="connsiteX2" fmla="*/ 460 w 31221"/>
                      <a:gd name="connsiteY2" fmla="*/ 15900 h 47157"/>
                      <a:gd name="connsiteX3" fmla="*/ 9191 w 31221"/>
                      <a:gd name="connsiteY3" fmla="*/ 460 h 47157"/>
                      <a:gd name="connsiteX4" fmla="*/ 24632 w 31221"/>
                      <a:gd name="connsiteY4" fmla="*/ 9191 h 47157"/>
                      <a:gd name="connsiteX5" fmla="*/ 30761 w 31221"/>
                      <a:gd name="connsiteY5" fmla="*/ 31262 h 47157"/>
                      <a:gd name="connsiteX6" fmla="*/ 22034 w 31221"/>
                      <a:gd name="connsiteY6" fmla="*/ 46701 h 47157"/>
                      <a:gd name="connsiteX7" fmla="*/ 22030 w 31221"/>
                      <a:gd name="connsiteY7" fmla="*/ 46703 h 47157"/>
                      <a:gd name="connsiteX8" fmla="*/ 18675 w 31221"/>
                      <a:gd name="connsiteY8" fmla="*/ 47157 h 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21" h="47157">
                        <a:moveTo>
                          <a:pt x="18675" y="47157"/>
                        </a:moveTo>
                        <a:cubicBezTo>
                          <a:pt x="13040" y="47159"/>
                          <a:pt x="8097" y="43401"/>
                          <a:pt x="6589" y="37971"/>
                        </a:cubicBezTo>
                        <a:lnTo>
                          <a:pt x="460" y="15900"/>
                        </a:lnTo>
                        <a:cubicBezTo>
                          <a:pt x="-1393" y="9226"/>
                          <a:pt x="2517" y="2313"/>
                          <a:pt x="9191" y="460"/>
                        </a:cubicBezTo>
                        <a:cubicBezTo>
                          <a:pt x="15866" y="-1393"/>
                          <a:pt x="22779" y="2517"/>
                          <a:pt x="24632" y="9191"/>
                        </a:cubicBezTo>
                        <a:lnTo>
                          <a:pt x="30761" y="31262"/>
                        </a:lnTo>
                        <a:cubicBezTo>
                          <a:pt x="32614" y="37935"/>
                          <a:pt x="28707" y="44848"/>
                          <a:pt x="22034" y="46701"/>
                        </a:cubicBezTo>
                        <a:cubicBezTo>
                          <a:pt x="22033" y="46701"/>
                          <a:pt x="22031" y="46703"/>
                          <a:pt x="22030" y="46703"/>
                        </a:cubicBezTo>
                        <a:cubicBezTo>
                          <a:pt x="20935" y="46997"/>
                          <a:pt x="19808" y="47151"/>
                          <a:pt x="18675" y="47157"/>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48" name="Freeform 156">
                    <a:extLst>
                      <a:ext uri="{FF2B5EF4-FFF2-40B4-BE49-F238E27FC236}">
                        <a16:creationId xmlns:a16="http://schemas.microsoft.com/office/drawing/2014/main" id="{FE368266-68D9-9C9B-85D0-45FA52F9917F}"/>
                      </a:ext>
                    </a:extLst>
                  </p:cNvPr>
                  <p:cNvSpPr/>
                  <p:nvPr/>
                </p:nvSpPr>
                <p:spPr>
                  <a:xfrm>
                    <a:off x="6762486" y="2187024"/>
                    <a:ext cx="36918" cy="44563"/>
                  </a:xfrm>
                  <a:custGeom>
                    <a:avLst/>
                    <a:gdLst>
                      <a:gd name="connsiteX0" fmla="*/ 12536 w 36918"/>
                      <a:gd name="connsiteY0" fmla="*/ 44564 h 44563"/>
                      <a:gd name="connsiteX1" fmla="*/ 0 w 36918"/>
                      <a:gd name="connsiteY1" fmla="*/ 32019 h 44563"/>
                      <a:gd name="connsiteX2" fmla="*/ 1829 w 36918"/>
                      <a:gd name="connsiteY2" fmla="*/ 25502 h 44563"/>
                      <a:gd name="connsiteX3" fmla="*/ 13774 w 36918"/>
                      <a:gd name="connsiteY3" fmla="*/ 5845 h 44563"/>
                      <a:gd name="connsiteX4" fmla="*/ 31073 w 36918"/>
                      <a:gd name="connsiteY4" fmla="*/ 1939 h 44563"/>
                      <a:gd name="connsiteX5" fmla="*/ 35202 w 36918"/>
                      <a:gd name="connsiteY5" fmla="*/ 18872 h 44563"/>
                      <a:gd name="connsiteX6" fmla="*/ 23258 w 36918"/>
                      <a:gd name="connsiteY6" fmla="*/ 38529 h 44563"/>
                      <a:gd name="connsiteX7" fmla="*/ 12536 w 36918"/>
                      <a:gd name="connsiteY7" fmla="*/ 44564 h 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18" h="44563">
                        <a:moveTo>
                          <a:pt x="12536" y="44564"/>
                        </a:moveTo>
                        <a:cubicBezTo>
                          <a:pt x="5610" y="44561"/>
                          <a:pt x="-2" y="38944"/>
                          <a:pt x="0" y="32019"/>
                        </a:cubicBezTo>
                        <a:cubicBezTo>
                          <a:pt x="2" y="29719"/>
                          <a:pt x="635" y="27465"/>
                          <a:pt x="1829" y="25502"/>
                        </a:cubicBezTo>
                        <a:lnTo>
                          <a:pt x="13774" y="5845"/>
                        </a:lnTo>
                        <a:cubicBezTo>
                          <a:pt x="17472" y="-10"/>
                          <a:pt x="25217" y="-1759"/>
                          <a:pt x="31073" y="1939"/>
                        </a:cubicBezTo>
                        <a:cubicBezTo>
                          <a:pt x="36787" y="5549"/>
                          <a:pt x="38613" y="13037"/>
                          <a:pt x="35202" y="18872"/>
                        </a:cubicBezTo>
                        <a:lnTo>
                          <a:pt x="23258" y="38529"/>
                        </a:lnTo>
                        <a:cubicBezTo>
                          <a:pt x="20985" y="42277"/>
                          <a:pt x="16918" y="44564"/>
                          <a:pt x="12536" y="44564"/>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49" name="Freeform 157">
                    <a:extLst>
                      <a:ext uri="{FF2B5EF4-FFF2-40B4-BE49-F238E27FC236}">
                        <a16:creationId xmlns:a16="http://schemas.microsoft.com/office/drawing/2014/main" id="{83C761A2-7764-704E-1AFD-BCE857CEBF83}"/>
                      </a:ext>
                    </a:extLst>
                  </p:cNvPr>
                  <p:cNvSpPr/>
                  <p:nvPr/>
                </p:nvSpPr>
                <p:spPr>
                  <a:xfrm>
                    <a:off x="6779022" y="2221060"/>
                    <a:ext cx="41793" cy="28475"/>
                  </a:xfrm>
                  <a:custGeom>
                    <a:avLst/>
                    <a:gdLst>
                      <a:gd name="connsiteX0" fmla="*/ 12522 w 41793"/>
                      <a:gd name="connsiteY0" fmla="*/ 28475 h 28475"/>
                      <a:gd name="connsiteX1" fmla="*/ 0 w 41793"/>
                      <a:gd name="connsiteY1" fmla="*/ 15916 h 28475"/>
                      <a:gd name="connsiteX2" fmla="*/ 10045 w 41793"/>
                      <a:gd name="connsiteY2" fmla="*/ 3646 h 28475"/>
                      <a:gd name="connsiteX3" fmla="*/ 26880 w 41793"/>
                      <a:gd name="connsiteY3" fmla="*/ 228 h 28475"/>
                      <a:gd name="connsiteX4" fmla="*/ 41565 w 41793"/>
                      <a:gd name="connsiteY4" fmla="*/ 10173 h 28475"/>
                      <a:gd name="connsiteX5" fmla="*/ 31865 w 41793"/>
                      <a:gd name="connsiteY5" fmla="*/ 24807 h 28475"/>
                      <a:gd name="connsiteX6" fmla="*/ 15030 w 41793"/>
                      <a:gd name="connsiteY6" fmla="*/ 28225 h 28475"/>
                      <a:gd name="connsiteX7" fmla="*/ 12522 w 41793"/>
                      <a:gd name="connsiteY7" fmla="*/ 28475 h 2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93" h="28475">
                        <a:moveTo>
                          <a:pt x="12522" y="28475"/>
                        </a:moveTo>
                        <a:cubicBezTo>
                          <a:pt x="5596" y="28464"/>
                          <a:pt x="-11" y="22842"/>
                          <a:pt x="0" y="15916"/>
                        </a:cubicBezTo>
                        <a:cubicBezTo>
                          <a:pt x="9" y="9960"/>
                          <a:pt x="4207" y="4831"/>
                          <a:pt x="10045" y="3646"/>
                        </a:cubicBezTo>
                        <a:lnTo>
                          <a:pt x="26880" y="228"/>
                        </a:lnTo>
                        <a:cubicBezTo>
                          <a:pt x="33682" y="-1081"/>
                          <a:pt x="40256" y="3371"/>
                          <a:pt x="41565" y="10173"/>
                        </a:cubicBezTo>
                        <a:cubicBezTo>
                          <a:pt x="42855" y="16877"/>
                          <a:pt x="38544" y="23384"/>
                          <a:pt x="31865" y="24807"/>
                        </a:cubicBezTo>
                        <a:lnTo>
                          <a:pt x="15030" y="28225"/>
                        </a:lnTo>
                        <a:cubicBezTo>
                          <a:pt x="14205" y="28394"/>
                          <a:pt x="13363" y="28477"/>
                          <a:pt x="12522" y="28475"/>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50" name="Freeform 158">
                    <a:extLst>
                      <a:ext uri="{FF2B5EF4-FFF2-40B4-BE49-F238E27FC236}">
                        <a16:creationId xmlns:a16="http://schemas.microsoft.com/office/drawing/2014/main" id="{45728FF6-62A3-5A48-AADC-B5C741B49709}"/>
                      </a:ext>
                    </a:extLst>
                  </p:cNvPr>
                  <p:cNvSpPr/>
                  <p:nvPr/>
                </p:nvSpPr>
                <p:spPr>
                  <a:xfrm>
                    <a:off x="6774727" y="2247949"/>
                    <a:ext cx="41840" cy="35226"/>
                  </a:xfrm>
                  <a:custGeom>
                    <a:avLst/>
                    <a:gdLst>
                      <a:gd name="connsiteX0" fmla="*/ 29357 w 41840"/>
                      <a:gd name="connsiteY0" fmla="*/ 35226 h 35226"/>
                      <a:gd name="connsiteX1" fmla="*/ 22883 w 41840"/>
                      <a:gd name="connsiteY1" fmla="*/ 33408 h 35226"/>
                      <a:gd name="connsiteX2" fmla="*/ 5390 w 41840"/>
                      <a:gd name="connsiteY2" fmla="*/ 22843 h 35226"/>
                      <a:gd name="connsiteX3" fmla="*/ 2240 w 41840"/>
                      <a:gd name="connsiteY3" fmla="*/ 5390 h 35226"/>
                      <a:gd name="connsiteX4" fmla="*/ 18385 w 41840"/>
                      <a:gd name="connsiteY4" fmla="*/ 1446 h 35226"/>
                      <a:gd name="connsiteX5" fmla="*/ 35878 w 41840"/>
                      <a:gd name="connsiteY5" fmla="*/ 12011 h 35226"/>
                      <a:gd name="connsiteX6" fmla="*/ 39973 w 41840"/>
                      <a:gd name="connsiteY6" fmla="*/ 29267 h 35226"/>
                      <a:gd name="connsiteX7" fmla="*/ 29357 w 41840"/>
                      <a:gd name="connsiteY7" fmla="*/ 35226 h 3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40" h="35226">
                        <a:moveTo>
                          <a:pt x="29357" y="35226"/>
                        </a:moveTo>
                        <a:cubicBezTo>
                          <a:pt x="27073" y="35222"/>
                          <a:pt x="24835" y="34592"/>
                          <a:pt x="22883" y="33408"/>
                        </a:cubicBezTo>
                        <a:lnTo>
                          <a:pt x="5390" y="22843"/>
                        </a:lnTo>
                        <a:cubicBezTo>
                          <a:pt x="-299" y="18893"/>
                          <a:pt x="-1710" y="11080"/>
                          <a:pt x="2240" y="5390"/>
                        </a:cubicBezTo>
                        <a:cubicBezTo>
                          <a:pt x="5852" y="186"/>
                          <a:pt x="12779" y="-1506"/>
                          <a:pt x="18385" y="1446"/>
                        </a:cubicBezTo>
                        <a:lnTo>
                          <a:pt x="35878" y="12011"/>
                        </a:lnTo>
                        <a:cubicBezTo>
                          <a:pt x="41774" y="15645"/>
                          <a:pt x="43608" y="23371"/>
                          <a:pt x="39973" y="29267"/>
                        </a:cubicBezTo>
                        <a:cubicBezTo>
                          <a:pt x="37701" y="32954"/>
                          <a:pt x="33687" y="35206"/>
                          <a:pt x="29357" y="35226"/>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51" name="Freeform 159">
                    <a:extLst>
                      <a:ext uri="{FF2B5EF4-FFF2-40B4-BE49-F238E27FC236}">
                        <a16:creationId xmlns:a16="http://schemas.microsoft.com/office/drawing/2014/main" id="{18F7D9BC-D808-CD9F-623D-F65A2C320ED6}"/>
                      </a:ext>
                    </a:extLst>
                  </p:cNvPr>
                  <p:cNvSpPr/>
                  <p:nvPr/>
                </p:nvSpPr>
                <p:spPr>
                  <a:xfrm>
                    <a:off x="6753280" y="2265531"/>
                    <a:ext cx="29214" cy="41862"/>
                  </a:xfrm>
                  <a:custGeom>
                    <a:avLst/>
                    <a:gdLst>
                      <a:gd name="connsiteX0" fmla="*/ 16585 w 29214"/>
                      <a:gd name="connsiteY0" fmla="*/ 41863 h 41862"/>
                      <a:gd name="connsiteX1" fmla="*/ 4405 w 29214"/>
                      <a:gd name="connsiteY1" fmla="*/ 32269 h 41862"/>
                      <a:gd name="connsiteX2" fmla="*/ 423 w 29214"/>
                      <a:gd name="connsiteY2" fmla="*/ 15763 h 41862"/>
                      <a:gd name="connsiteX3" fmla="*/ 9324 w 29214"/>
                      <a:gd name="connsiteY3" fmla="*/ 423 h 41862"/>
                      <a:gd name="connsiteX4" fmla="*/ 24664 w 29214"/>
                      <a:gd name="connsiteY4" fmla="*/ 9325 h 41862"/>
                      <a:gd name="connsiteX5" fmla="*/ 24799 w 29214"/>
                      <a:gd name="connsiteY5" fmla="*/ 9885 h 41862"/>
                      <a:gd name="connsiteX6" fmla="*/ 28858 w 29214"/>
                      <a:gd name="connsiteY6" fmla="*/ 26375 h 41862"/>
                      <a:gd name="connsiteX7" fmla="*/ 19626 w 29214"/>
                      <a:gd name="connsiteY7" fmla="*/ 41518 h 41862"/>
                      <a:gd name="connsiteX8" fmla="*/ 19626 w 29214"/>
                      <a:gd name="connsiteY8" fmla="*/ 41518 h 41862"/>
                      <a:gd name="connsiteX9" fmla="*/ 16585 w 29214"/>
                      <a:gd name="connsiteY9" fmla="*/ 41863 h 41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214" h="41862">
                        <a:moveTo>
                          <a:pt x="16585" y="41863"/>
                        </a:moveTo>
                        <a:cubicBezTo>
                          <a:pt x="10797" y="41858"/>
                          <a:pt x="5765" y="37894"/>
                          <a:pt x="4405" y="32269"/>
                        </a:cubicBezTo>
                        <a:lnTo>
                          <a:pt x="423" y="15763"/>
                        </a:lnTo>
                        <a:cubicBezTo>
                          <a:pt x="-1354" y="9070"/>
                          <a:pt x="2630" y="2202"/>
                          <a:pt x="9324" y="423"/>
                        </a:cubicBezTo>
                        <a:cubicBezTo>
                          <a:pt x="16019" y="-1354"/>
                          <a:pt x="22886" y="2632"/>
                          <a:pt x="24664" y="9325"/>
                        </a:cubicBezTo>
                        <a:cubicBezTo>
                          <a:pt x="24712" y="9510"/>
                          <a:pt x="24758" y="9697"/>
                          <a:pt x="24799" y="9885"/>
                        </a:cubicBezTo>
                        <a:lnTo>
                          <a:pt x="28858" y="26375"/>
                        </a:lnTo>
                        <a:cubicBezTo>
                          <a:pt x="30490" y="33106"/>
                          <a:pt x="26357" y="39886"/>
                          <a:pt x="19626" y="41518"/>
                        </a:cubicBezTo>
                        <a:cubicBezTo>
                          <a:pt x="19626" y="41518"/>
                          <a:pt x="19626" y="41518"/>
                          <a:pt x="19626" y="41518"/>
                        </a:cubicBezTo>
                        <a:cubicBezTo>
                          <a:pt x="18629" y="41753"/>
                          <a:pt x="17608" y="41869"/>
                          <a:pt x="16585" y="41863"/>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52" name="Freeform 160">
                    <a:extLst>
                      <a:ext uri="{FF2B5EF4-FFF2-40B4-BE49-F238E27FC236}">
                        <a16:creationId xmlns:a16="http://schemas.microsoft.com/office/drawing/2014/main" id="{58EFA01A-1831-F1D3-EDCF-145E4B52B636}"/>
                      </a:ext>
                    </a:extLst>
                  </p:cNvPr>
                  <p:cNvSpPr/>
                  <p:nvPr/>
                </p:nvSpPr>
                <p:spPr>
                  <a:xfrm>
                    <a:off x="6720312" y="2259509"/>
                    <a:ext cx="35042" cy="42194"/>
                  </a:xfrm>
                  <a:custGeom>
                    <a:avLst/>
                    <a:gdLst>
                      <a:gd name="connsiteX0" fmla="*/ 12497 w 35042"/>
                      <a:gd name="connsiteY0" fmla="*/ 42195 h 42194"/>
                      <a:gd name="connsiteX1" fmla="*/ 0 w 35042"/>
                      <a:gd name="connsiteY1" fmla="*/ 29611 h 42194"/>
                      <a:gd name="connsiteX2" fmla="*/ 1680 w 35042"/>
                      <a:gd name="connsiteY2" fmla="*/ 23384 h 42194"/>
                      <a:gd name="connsiteX3" fmla="*/ 11666 w 35042"/>
                      <a:gd name="connsiteY3" fmla="*/ 6220 h 42194"/>
                      <a:gd name="connsiteX4" fmla="*/ 28822 w 35042"/>
                      <a:gd name="connsiteY4" fmla="*/ 1713 h 42194"/>
                      <a:gd name="connsiteX5" fmla="*/ 33329 w 35042"/>
                      <a:gd name="connsiteY5" fmla="*/ 18870 h 42194"/>
                      <a:gd name="connsiteX6" fmla="*/ 23344 w 35042"/>
                      <a:gd name="connsiteY6" fmla="*/ 35972 h 42194"/>
                      <a:gd name="connsiteX7" fmla="*/ 12497 w 35042"/>
                      <a:gd name="connsiteY7" fmla="*/ 42195 h 4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42" h="42194">
                        <a:moveTo>
                          <a:pt x="12497" y="42195"/>
                        </a:moveTo>
                        <a:cubicBezTo>
                          <a:pt x="5571" y="42170"/>
                          <a:pt x="-23" y="36536"/>
                          <a:pt x="0" y="29611"/>
                        </a:cubicBezTo>
                        <a:cubicBezTo>
                          <a:pt x="8" y="27424"/>
                          <a:pt x="588" y="25278"/>
                          <a:pt x="1680" y="23384"/>
                        </a:cubicBezTo>
                        <a:lnTo>
                          <a:pt x="11666" y="6220"/>
                        </a:lnTo>
                        <a:cubicBezTo>
                          <a:pt x="15158" y="238"/>
                          <a:pt x="22841" y="-1779"/>
                          <a:pt x="28822" y="1713"/>
                        </a:cubicBezTo>
                        <a:cubicBezTo>
                          <a:pt x="34804" y="5206"/>
                          <a:pt x="36822" y="12888"/>
                          <a:pt x="33329" y="18870"/>
                        </a:cubicBezTo>
                        <a:lnTo>
                          <a:pt x="23344" y="35972"/>
                        </a:lnTo>
                        <a:cubicBezTo>
                          <a:pt x="21095" y="39829"/>
                          <a:pt x="16962" y="42200"/>
                          <a:pt x="12497" y="42195"/>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53" name="Freeform 161">
                    <a:extLst>
                      <a:ext uri="{FF2B5EF4-FFF2-40B4-BE49-F238E27FC236}">
                        <a16:creationId xmlns:a16="http://schemas.microsoft.com/office/drawing/2014/main" id="{E5CBB412-D340-01FE-185B-7606DF984899}"/>
                      </a:ext>
                    </a:extLst>
                  </p:cNvPr>
                  <p:cNvSpPr/>
                  <p:nvPr/>
                </p:nvSpPr>
                <p:spPr>
                  <a:xfrm>
                    <a:off x="6698915" y="2238810"/>
                    <a:ext cx="43578" cy="30116"/>
                  </a:xfrm>
                  <a:custGeom>
                    <a:avLst/>
                    <a:gdLst>
                      <a:gd name="connsiteX0" fmla="*/ 12528 w 43578"/>
                      <a:gd name="connsiteY0" fmla="*/ 30116 h 30116"/>
                      <a:gd name="connsiteX1" fmla="*/ 0 w 43578"/>
                      <a:gd name="connsiteY1" fmla="*/ 17563 h 30116"/>
                      <a:gd name="connsiteX2" fmla="*/ 9252 w 43578"/>
                      <a:gd name="connsiteY2" fmla="*/ 5475 h 30116"/>
                      <a:gd name="connsiteX3" fmla="*/ 27921 w 43578"/>
                      <a:gd name="connsiteY3" fmla="*/ 396 h 30116"/>
                      <a:gd name="connsiteX4" fmla="*/ 43183 w 43578"/>
                      <a:gd name="connsiteY4" fmla="*/ 9429 h 30116"/>
                      <a:gd name="connsiteX5" fmla="*/ 34489 w 43578"/>
                      <a:gd name="connsiteY5" fmla="*/ 24599 h 30116"/>
                      <a:gd name="connsiteX6" fmla="*/ 15820 w 43578"/>
                      <a:gd name="connsiteY6" fmla="*/ 29677 h 30116"/>
                      <a:gd name="connsiteX7" fmla="*/ 12528 w 43578"/>
                      <a:gd name="connsiteY7" fmla="*/ 30116 h 3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8" h="30116">
                        <a:moveTo>
                          <a:pt x="12528" y="30116"/>
                        </a:moveTo>
                        <a:cubicBezTo>
                          <a:pt x="5602" y="30110"/>
                          <a:pt x="-7" y="24489"/>
                          <a:pt x="0" y="17563"/>
                        </a:cubicBezTo>
                        <a:cubicBezTo>
                          <a:pt x="6" y="11909"/>
                          <a:pt x="3795" y="6957"/>
                          <a:pt x="9252" y="5475"/>
                        </a:cubicBezTo>
                        <a:lnTo>
                          <a:pt x="27921" y="396"/>
                        </a:lnTo>
                        <a:cubicBezTo>
                          <a:pt x="34630" y="-1324"/>
                          <a:pt x="41463" y="2720"/>
                          <a:pt x="43183" y="9429"/>
                        </a:cubicBezTo>
                        <a:cubicBezTo>
                          <a:pt x="44869" y="16005"/>
                          <a:pt x="41015" y="22729"/>
                          <a:pt x="34489" y="24599"/>
                        </a:cubicBezTo>
                        <a:lnTo>
                          <a:pt x="15820" y="29677"/>
                        </a:lnTo>
                        <a:cubicBezTo>
                          <a:pt x="14747" y="29969"/>
                          <a:pt x="13640" y="30116"/>
                          <a:pt x="12528" y="30116"/>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54" name="Freeform 162">
                    <a:extLst>
                      <a:ext uri="{FF2B5EF4-FFF2-40B4-BE49-F238E27FC236}">
                        <a16:creationId xmlns:a16="http://schemas.microsoft.com/office/drawing/2014/main" id="{B3F74EB8-232C-C303-E901-9586817505DF}"/>
                      </a:ext>
                    </a:extLst>
                  </p:cNvPr>
                  <p:cNvSpPr/>
                  <p:nvPr/>
                </p:nvSpPr>
                <p:spPr>
                  <a:xfrm>
                    <a:off x="6703187" y="2203941"/>
                    <a:ext cx="43000" cy="36753"/>
                  </a:xfrm>
                  <a:custGeom>
                    <a:avLst/>
                    <a:gdLst>
                      <a:gd name="connsiteX0" fmla="*/ 30436 w 43000"/>
                      <a:gd name="connsiteY0" fmla="*/ 36754 h 36753"/>
                      <a:gd name="connsiteX1" fmla="*/ 23602 w 43000"/>
                      <a:gd name="connsiteY1" fmla="*/ 34716 h 36753"/>
                      <a:gd name="connsiteX2" fmla="*/ 5700 w 43000"/>
                      <a:gd name="connsiteY2" fmla="*/ 23053 h 36753"/>
                      <a:gd name="connsiteX3" fmla="*/ 2032 w 43000"/>
                      <a:gd name="connsiteY3" fmla="*/ 5701 h 36753"/>
                      <a:gd name="connsiteX4" fmla="*/ 19385 w 43000"/>
                      <a:gd name="connsiteY4" fmla="*/ 2033 h 36753"/>
                      <a:gd name="connsiteX5" fmla="*/ 37286 w 43000"/>
                      <a:gd name="connsiteY5" fmla="*/ 13695 h 36753"/>
                      <a:gd name="connsiteX6" fmla="*/ 40976 w 43000"/>
                      <a:gd name="connsiteY6" fmla="*/ 31042 h 36753"/>
                      <a:gd name="connsiteX7" fmla="*/ 30436 w 43000"/>
                      <a:gd name="connsiteY7" fmla="*/ 36754 h 36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000" h="36753">
                        <a:moveTo>
                          <a:pt x="30436" y="36754"/>
                        </a:moveTo>
                        <a:cubicBezTo>
                          <a:pt x="28008" y="36751"/>
                          <a:pt x="25635" y="36042"/>
                          <a:pt x="23602" y="34716"/>
                        </a:cubicBezTo>
                        <a:lnTo>
                          <a:pt x="5700" y="23053"/>
                        </a:lnTo>
                        <a:cubicBezTo>
                          <a:pt x="-104" y="19274"/>
                          <a:pt x="-1746" y="11505"/>
                          <a:pt x="2032" y="5701"/>
                        </a:cubicBezTo>
                        <a:cubicBezTo>
                          <a:pt x="5811" y="-104"/>
                          <a:pt x="13581" y="-1747"/>
                          <a:pt x="19385" y="2033"/>
                        </a:cubicBezTo>
                        <a:lnTo>
                          <a:pt x="37286" y="13695"/>
                        </a:lnTo>
                        <a:cubicBezTo>
                          <a:pt x="43096" y="17467"/>
                          <a:pt x="44748" y="25232"/>
                          <a:pt x="40976" y="31042"/>
                        </a:cubicBezTo>
                        <a:cubicBezTo>
                          <a:pt x="38660" y="34611"/>
                          <a:pt x="34691" y="36762"/>
                          <a:pt x="30436" y="36754"/>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55" name="Freeform 163">
                    <a:extLst>
                      <a:ext uri="{FF2B5EF4-FFF2-40B4-BE49-F238E27FC236}">
                        <a16:creationId xmlns:a16="http://schemas.microsoft.com/office/drawing/2014/main" id="{96B515AC-C8AC-8B21-795A-06F49EB345A6}"/>
                      </a:ext>
                    </a:extLst>
                  </p:cNvPr>
                  <p:cNvSpPr/>
                  <p:nvPr/>
                </p:nvSpPr>
                <p:spPr>
                  <a:xfrm>
                    <a:off x="6717310" y="2202400"/>
                    <a:ext cx="85595" cy="85587"/>
                  </a:xfrm>
                  <a:custGeom>
                    <a:avLst/>
                    <a:gdLst>
                      <a:gd name="connsiteX0" fmla="*/ 42727 w 85595"/>
                      <a:gd name="connsiteY0" fmla="*/ 85588 h 85587"/>
                      <a:gd name="connsiteX1" fmla="*/ 0 w 85595"/>
                      <a:gd name="connsiteY1" fmla="*/ 42727 h 85587"/>
                      <a:gd name="connsiteX2" fmla="*/ 42860 w 85595"/>
                      <a:gd name="connsiteY2" fmla="*/ 0 h 85587"/>
                      <a:gd name="connsiteX3" fmla="*/ 84455 w 85595"/>
                      <a:gd name="connsiteY3" fmla="*/ 33013 h 85587"/>
                      <a:gd name="connsiteX4" fmla="*/ 84455 w 85595"/>
                      <a:gd name="connsiteY4" fmla="*/ 33013 h 85587"/>
                      <a:gd name="connsiteX5" fmla="*/ 52586 w 85595"/>
                      <a:gd name="connsiteY5" fmla="*/ 84444 h 85587"/>
                      <a:gd name="connsiteX6" fmla="*/ 42727 w 85595"/>
                      <a:gd name="connsiteY6" fmla="*/ 85588 h 85587"/>
                      <a:gd name="connsiteX7" fmla="*/ 42883 w 85595"/>
                      <a:gd name="connsiteY7" fmla="*/ 25049 h 85587"/>
                      <a:gd name="connsiteX8" fmla="*/ 38808 w 85595"/>
                      <a:gd name="connsiteY8" fmla="*/ 25520 h 85587"/>
                      <a:gd name="connsiteX9" fmla="*/ 25664 w 85595"/>
                      <a:gd name="connsiteY9" fmla="*/ 46818 h 85587"/>
                      <a:gd name="connsiteX10" fmla="*/ 46962 w 85595"/>
                      <a:gd name="connsiteY10" fmla="*/ 59963 h 85587"/>
                      <a:gd name="connsiteX11" fmla="*/ 60126 w 85595"/>
                      <a:gd name="connsiteY11" fmla="*/ 38750 h 85587"/>
                      <a:gd name="connsiteX12" fmla="*/ 60126 w 85595"/>
                      <a:gd name="connsiteY12" fmla="*/ 38750 h 85587"/>
                      <a:gd name="connsiteX13" fmla="*/ 42883 w 85595"/>
                      <a:gd name="connsiteY13" fmla="*/ 25049 h 8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595" h="85587">
                        <a:moveTo>
                          <a:pt x="42727" y="85588"/>
                        </a:moveTo>
                        <a:cubicBezTo>
                          <a:pt x="19093" y="85550"/>
                          <a:pt x="-38" y="66362"/>
                          <a:pt x="0" y="42727"/>
                        </a:cubicBezTo>
                        <a:cubicBezTo>
                          <a:pt x="36" y="19093"/>
                          <a:pt x="19226" y="-38"/>
                          <a:pt x="42860" y="0"/>
                        </a:cubicBezTo>
                        <a:cubicBezTo>
                          <a:pt x="62702" y="31"/>
                          <a:pt x="79920" y="13697"/>
                          <a:pt x="84455" y="33013"/>
                        </a:cubicBezTo>
                        <a:lnTo>
                          <a:pt x="84455" y="33013"/>
                        </a:lnTo>
                        <a:cubicBezTo>
                          <a:pt x="89850" y="56015"/>
                          <a:pt x="75585" y="79036"/>
                          <a:pt x="52586" y="84444"/>
                        </a:cubicBezTo>
                        <a:cubicBezTo>
                          <a:pt x="49354" y="85202"/>
                          <a:pt x="46047" y="85586"/>
                          <a:pt x="42727" y="85588"/>
                        </a:cubicBezTo>
                        <a:close/>
                        <a:moveTo>
                          <a:pt x="42883" y="25049"/>
                        </a:moveTo>
                        <a:cubicBezTo>
                          <a:pt x="41512" y="25051"/>
                          <a:pt x="40143" y="25209"/>
                          <a:pt x="38808" y="25520"/>
                        </a:cubicBezTo>
                        <a:cubicBezTo>
                          <a:pt x="29296" y="27771"/>
                          <a:pt x="23411" y="37308"/>
                          <a:pt x="25664" y="46818"/>
                        </a:cubicBezTo>
                        <a:cubicBezTo>
                          <a:pt x="27915" y="56330"/>
                          <a:pt x="37450" y="62214"/>
                          <a:pt x="46962" y="59963"/>
                        </a:cubicBezTo>
                        <a:cubicBezTo>
                          <a:pt x="56439" y="57719"/>
                          <a:pt x="62322" y="48238"/>
                          <a:pt x="60126" y="38750"/>
                        </a:cubicBezTo>
                        <a:lnTo>
                          <a:pt x="60126" y="38750"/>
                        </a:lnTo>
                        <a:cubicBezTo>
                          <a:pt x="58252" y="30736"/>
                          <a:pt x="51113" y="25065"/>
                          <a:pt x="42883" y="25049"/>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62" name="Freeform 154">
                  <a:extLst>
                    <a:ext uri="{FF2B5EF4-FFF2-40B4-BE49-F238E27FC236}">
                      <a16:creationId xmlns:a16="http://schemas.microsoft.com/office/drawing/2014/main" id="{DD2A49DA-3169-2684-93E7-6E204428A402}"/>
                    </a:ext>
                  </a:extLst>
                </p:cNvPr>
                <p:cNvSpPr/>
                <p:nvPr/>
              </p:nvSpPr>
              <p:spPr>
                <a:xfrm>
                  <a:off x="6717586" y="2109858"/>
                  <a:ext cx="54608" cy="54606"/>
                </a:xfrm>
                <a:custGeom>
                  <a:avLst/>
                  <a:gdLst>
                    <a:gd name="connsiteX0" fmla="*/ 42074 w 54608"/>
                    <a:gd name="connsiteY0" fmla="*/ 54607 h 54606"/>
                    <a:gd name="connsiteX1" fmla="*/ 33202 w 54608"/>
                    <a:gd name="connsiteY1" fmla="*/ 50939 h 54606"/>
                    <a:gd name="connsiteX2" fmla="*/ 3669 w 54608"/>
                    <a:gd name="connsiteY2" fmla="*/ 21406 h 54606"/>
                    <a:gd name="connsiteX3" fmla="*/ 3677 w 54608"/>
                    <a:gd name="connsiteY3" fmla="*/ 3669 h 54606"/>
                    <a:gd name="connsiteX4" fmla="*/ 21414 w 54608"/>
                    <a:gd name="connsiteY4" fmla="*/ 3677 h 54606"/>
                    <a:gd name="connsiteX5" fmla="*/ 50931 w 54608"/>
                    <a:gd name="connsiteY5" fmla="*/ 33194 h 54606"/>
                    <a:gd name="connsiteX6" fmla="*/ 50940 w 54608"/>
                    <a:gd name="connsiteY6" fmla="*/ 50929 h 54606"/>
                    <a:gd name="connsiteX7" fmla="*/ 42074 w 54608"/>
                    <a:gd name="connsiteY7" fmla="*/ 54607 h 5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608" h="54606">
                      <a:moveTo>
                        <a:pt x="42074" y="54607"/>
                      </a:moveTo>
                      <a:cubicBezTo>
                        <a:pt x="38748" y="54609"/>
                        <a:pt x="35556" y="53290"/>
                        <a:pt x="33202" y="50939"/>
                      </a:cubicBezTo>
                      <a:lnTo>
                        <a:pt x="3669" y="21406"/>
                      </a:lnTo>
                      <a:cubicBezTo>
                        <a:pt x="-1226" y="16506"/>
                        <a:pt x="-1223" y="8565"/>
                        <a:pt x="3677" y="3669"/>
                      </a:cubicBezTo>
                      <a:cubicBezTo>
                        <a:pt x="8577" y="-1226"/>
                        <a:pt x="16519" y="-1223"/>
                        <a:pt x="21414" y="3677"/>
                      </a:cubicBezTo>
                      <a:lnTo>
                        <a:pt x="50931" y="33194"/>
                      </a:lnTo>
                      <a:cubicBezTo>
                        <a:pt x="55831" y="38089"/>
                        <a:pt x="55836" y="46029"/>
                        <a:pt x="50940" y="50929"/>
                      </a:cubicBezTo>
                      <a:cubicBezTo>
                        <a:pt x="48590" y="53282"/>
                        <a:pt x="45401" y="54605"/>
                        <a:pt x="42074" y="54607"/>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464" name="Group 463">
            <a:extLst>
              <a:ext uri="{FF2B5EF4-FFF2-40B4-BE49-F238E27FC236}">
                <a16:creationId xmlns:a16="http://schemas.microsoft.com/office/drawing/2014/main" id="{01CCF0A1-4BAE-5EFB-2301-E75F3AF5F8B9}"/>
              </a:ext>
            </a:extLst>
          </p:cNvPr>
          <p:cNvGrpSpPr/>
          <p:nvPr/>
        </p:nvGrpSpPr>
        <p:grpSpPr>
          <a:xfrm>
            <a:off x="9135694" y="2241576"/>
            <a:ext cx="2194194" cy="1365967"/>
            <a:chOff x="9135694" y="2241576"/>
            <a:chExt cx="2194194" cy="1365967"/>
          </a:xfrm>
        </p:grpSpPr>
        <p:grpSp>
          <p:nvGrpSpPr>
            <p:cNvPr id="465" name="Group 464">
              <a:extLst>
                <a:ext uri="{FF2B5EF4-FFF2-40B4-BE49-F238E27FC236}">
                  <a16:creationId xmlns:a16="http://schemas.microsoft.com/office/drawing/2014/main" id="{40DE2921-1B78-FBC4-6983-1EC6D33EE35D}"/>
                </a:ext>
              </a:extLst>
            </p:cNvPr>
            <p:cNvGrpSpPr/>
            <p:nvPr/>
          </p:nvGrpSpPr>
          <p:grpSpPr>
            <a:xfrm>
              <a:off x="9135694" y="2241576"/>
              <a:ext cx="2194194" cy="1365967"/>
              <a:chOff x="9135694" y="2241576"/>
              <a:chExt cx="2194194" cy="1365967"/>
            </a:xfrm>
          </p:grpSpPr>
          <p:sp>
            <p:nvSpPr>
              <p:cNvPr id="474" name="5-Point Star 266">
                <a:extLst>
                  <a:ext uri="{FF2B5EF4-FFF2-40B4-BE49-F238E27FC236}">
                    <a16:creationId xmlns:a16="http://schemas.microsoft.com/office/drawing/2014/main" id="{9A4AD2BB-88C7-0868-E4DA-127372C65A4C}"/>
                  </a:ext>
                </a:extLst>
              </p:cNvPr>
              <p:cNvSpPr/>
              <p:nvPr/>
            </p:nvSpPr>
            <p:spPr>
              <a:xfrm>
                <a:off x="10248052" y="3233793"/>
                <a:ext cx="228607" cy="228912"/>
              </a:xfrm>
              <a:prstGeom prst="star5">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75" name="Arrow: Chevron 23">
                <a:extLst>
                  <a:ext uri="{FF2B5EF4-FFF2-40B4-BE49-F238E27FC236}">
                    <a16:creationId xmlns:a16="http://schemas.microsoft.com/office/drawing/2014/main" id="{09F58317-7F4E-FFAF-2C2A-9E0E6B60D4A0}"/>
                  </a:ext>
                </a:extLst>
              </p:cNvPr>
              <p:cNvSpPr/>
              <p:nvPr/>
            </p:nvSpPr>
            <p:spPr>
              <a:xfrm>
                <a:off x="9141959" y="3197853"/>
                <a:ext cx="1169642" cy="409690"/>
              </a:xfrm>
              <a:prstGeom prst="chevron">
                <a:avLst>
                  <a:gd name="adj" fmla="val 24644"/>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Final </a:t>
                </a:r>
                <a:b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b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Prep</a:t>
                </a:r>
              </a:p>
            </p:txBody>
          </p:sp>
          <p:sp>
            <p:nvSpPr>
              <p:cNvPr id="476" name="Arrow: Chevron 25">
                <a:extLst>
                  <a:ext uri="{FF2B5EF4-FFF2-40B4-BE49-F238E27FC236}">
                    <a16:creationId xmlns:a16="http://schemas.microsoft.com/office/drawing/2014/main" id="{6DFC8C1A-698A-973E-E374-2536095F542D}"/>
                  </a:ext>
                </a:extLst>
              </p:cNvPr>
              <p:cNvSpPr/>
              <p:nvPr/>
            </p:nvSpPr>
            <p:spPr>
              <a:xfrm>
                <a:off x="10054107" y="3197853"/>
                <a:ext cx="1103496" cy="409689"/>
              </a:xfrm>
              <a:prstGeom prst="chevron">
                <a:avLst>
                  <a:gd name="adj" fmla="val 24644"/>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65000"/>
                      </a:schemeClr>
                    </a:solidFill>
                    <a:effectLst/>
                    <a:uLnTx/>
                    <a:uFillTx/>
                    <a:latin typeface="Century Gothic" panose="020F0302020204030204"/>
                    <a:ea typeface="+mn-ea"/>
                    <a:cs typeface="+mn-cs"/>
                  </a:rPr>
                  <a:t>Go Live</a:t>
                </a:r>
              </a:p>
            </p:txBody>
          </p:sp>
          <p:sp>
            <p:nvSpPr>
              <p:cNvPr id="477" name="Arrow: Chevron 282">
                <a:extLst>
                  <a:ext uri="{FF2B5EF4-FFF2-40B4-BE49-F238E27FC236}">
                    <a16:creationId xmlns:a16="http://schemas.microsoft.com/office/drawing/2014/main" id="{6C8587E4-3C96-37F9-64D1-4F9668D3346C}"/>
                  </a:ext>
                </a:extLst>
              </p:cNvPr>
              <p:cNvSpPr/>
              <p:nvPr/>
            </p:nvSpPr>
            <p:spPr>
              <a:xfrm>
                <a:off x="9135694" y="2241576"/>
                <a:ext cx="2194194" cy="964154"/>
              </a:xfrm>
              <a:prstGeom prst="chevron">
                <a:avLst>
                  <a:gd name="adj" fmla="val 27951"/>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144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Deploy</a:t>
                </a:r>
              </a:p>
            </p:txBody>
          </p:sp>
        </p:grpSp>
        <p:grpSp>
          <p:nvGrpSpPr>
            <p:cNvPr id="466" name="Group 465">
              <a:extLst>
                <a:ext uri="{FF2B5EF4-FFF2-40B4-BE49-F238E27FC236}">
                  <a16:creationId xmlns:a16="http://schemas.microsoft.com/office/drawing/2014/main" id="{61362F4D-765E-F6EC-0DEF-799D51CAD6FA}"/>
                </a:ext>
              </a:extLst>
            </p:cNvPr>
            <p:cNvGrpSpPr/>
            <p:nvPr/>
          </p:nvGrpSpPr>
          <p:grpSpPr>
            <a:xfrm>
              <a:off x="9964697" y="2369261"/>
              <a:ext cx="471163" cy="471791"/>
              <a:chOff x="9964697" y="2369261"/>
              <a:chExt cx="471163" cy="471791"/>
            </a:xfrm>
          </p:grpSpPr>
          <p:sp>
            <p:nvSpPr>
              <p:cNvPr id="467" name="Oval 466">
                <a:extLst>
                  <a:ext uri="{FF2B5EF4-FFF2-40B4-BE49-F238E27FC236}">
                    <a16:creationId xmlns:a16="http://schemas.microsoft.com/office/drawing/2014/main" id="{EDE6B4E4-2C75-249C-B0A5-A6910776E087}"/>
                  </a:ext>
                </a:extLst>
              </p:cNvPr>
              <p:cNvSpPr/>
              <p:nvPr/>
            </p:nvSpPr>
            <p:spPr>
              <a:xfrm>
                <a:off x="9964697" y="2369261"/>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468" name="Graphic 334">
                <a:extLst>
                  <a:ext uri="{FF2B5EF4-FFF2-40B4-BE49-F238E27FC236}">
                    <a16:creationId xmlns:a16="http://schemas.microsoft.com/office/drawing/2014/main" id="{15F6CBBA-A49E-24FC-F7D0-3EB05C84757F}"/>
                  </a:ext>
                </a:extLst>
              </p:cNvPr>
              <p:cNvGrpSpPr/>
              <p:nvPr/>
            </p:nvGrpSpPr>
            <p:grpSpPr>
              <a:xfrm>
                <a:off x="10098279" y="2464019"/>
                <a:ext cx="204106" cy="282424"/>
                <a:chOff x="9951565" y="2036935"/>
                <a:chExt cx="204378" cy="282424"/>
              </a:xfrm>
              <a:solidFill>
                <a:schemeClr val="bg1">
                  <a:lumMod val="75000"/>
                </a:schemeClr>
              </a:solidFill>
            </p:grpSpPr>
            <p:sp>
              <p:nvSpPr>
                <p:cNvPr id="469" name="Freeform 143">
                  <a:extLst>
                    <a:ext uri="{FF2B5EF4-FFF2-40B4-BE49-F238E27FC236}">
                      <a16:creationId xmlns:a16="http://schemas.microsoft.com/office/drawing/2014/main" id="{C59DC00A-D640-994B-0778-094479757D84}"/>
                    </a:ext>
                  </a:extLst>
                </p:cNvPr>
                <p:cNvSpPr/>
                <p:nvPr/>
              </p:nvSpPr>
              <p:spPr>
                <a:xfrm>
                  <a:off x="10075099" y="2179856"/>
                  <a:ext cx="80844" cy="136661"/>
                </a:xfrm>
                <a:custGeom>
                  <a:avLst/>
                  <a:gdLst>
                    <a:gd name="connsiteX0" fmla="*/ 56016 w 80844"/>
                    <a:gd name="connsiteY0" fmla="*/ 136661 h 136661"/>
                    <a:gd name="connsiteX1" fmla="*/ 24749 w 80844"/>
                    <a:gd name="connsiteY1" fmla="*/ 114256 h 136661"/>
                    <a:gd name="connsiteX2" fmla="*/ 1674 w 80844"/>
                    <a:gd name="connsiteY2" fmla="*/ 91516 h 136661"/>
                    <a:gd name="connsiteX3" fmla="*/ 2510 w 80844"/>
                    <a:gd name="connsiteY3" fmla="*/ 77136 h 136661"/>
                    <a:gd name="connsiteX4" fmla="*/ 28762 w 80844"/>
                    <a:gd name="connsiteY4" fmla="*/ 12261 h 136661"/>
                    <a:gd name="connsiteX5" fmla="*/ 43141 w 80844"/>
                    <a:gd name="connsiteY5" fmla="*/ 55 h 136661"/>
                    <a:gd name="connsiteX6" fmla="*/ 50331 w 80844"/>
                    <a:gd name="connsiteY6" fmla="*/ 2897 h 136661"/>
                    <a:gd name="connsiteX7" fmla="*/ 79759 w 80844"/>
                    <a:gd name="connsiteY7" fmla="*/ 46371 h 136661"/>
                    <a:gd name="connsiteX8" fmla="*/ 76749 w 80844"/>
                    <a:gd name="connsiteY8" fmla="*/ 92017 h 136661"/>
                    <a:gd name="connsiteX9" fmla="*/ 67720 w 80844"/>
                    <a:gd name="connsiteY9" fmla="*/ 130642 h 136661"/>
                    <a:gd name="connsiteX10" fmla="*/ 57688 w 80844"/>
                    <a:gd name="connsiteY10" fmla="*/ 136494 h 136661"/>
                    <a:gd name="connsiteX11" fmla="*/ 56016 w 80844"/>
                    <a:gd name="connsiteY11" fmla="*/ 136661 h 136661"/>
                    <a:gd name="connsiteX12" fmla="*/ 30768 w 80844"/>
                    <a:gd name="connsiteY12" fmla="*/ 83156 h 136661"/>
                    <a:gd name="connsiteX13" fmla="*/ 48324 w 80844"/>
                    <a:gd name="connsiteY13" fmla="*/ 99374 h 136661"/>
                    <a:gd name="connsiteX14" fmla="*/ 54009 w 80844"/>
                    <a:gd name="connsiteY14" fmla="*/ 53728 h 136661"/>
                    <a:gd name="connsiteX15" fmla="*/ 49662 w 80844"/>
                    <a:gd name="connsiteY15" fmla="*/ 43194 h 136661"/>
                    <a:gd name="connsiteX16" fmla="*/ 30768 w 80844"/>
                    <a:gd name="connsiteY16" fmla="*/ 83156 h 136661"/>
                    <a:gd name="connsiteX17" fmla="*/ 30768 w 80844"/>
                    <a:gd name="connsiteY17" fmla="*/ 83156 h 136661"/>
                    <a:gd name="connsiteX18" fmla="*/ 24247 w 80844"/>
                    <a:gd name="connsiteY18" fmla="*/ 92686 h 136661"/>
                    <a:gd name="connsiteX19" fmla="*/ 24247 w 80844"/>
                    <a:gd name="connsiteY19" fmla="*/ 92686 h 136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0844" h="136661">
                      <a:moveTo>
                        <a:pt x="56016" y="136661"/>
                      </a:moveTo>
                      <a:cubicBezTo>
                        <a:pt x="50498" y="136661"/>
                        <a:pt x="45984" y="133651"/>
                        <a:pt x="24749" y="114256"/>
                      </a:cubicBezTo>
                      <a:cubicBezTo>
                        <a:pt x="3179" y="94526"/>
                        <a:pt x="2510" y="93188"/>
                        <a:pt x="1674" y="91516"/>
                      </a:cubicBezTo>
                      <a:cubicBezTo>
                        <a:pt x="-834" y="87001"/>
                        <a:pt x="-499" y="81484"/>
                        <a:pt x="2510" y="77136"/>
                      </a:cubicBezTo>
                      <a:cubicBezTo>
                        <a:pt x="17726" y="55901"/>
                        <a:pt x="27089" y="32827"/>
                        <a:pt x="28762" y="12261"/>
                      </a:cubicBezTo>
                      <a:cubicBezTo>
                        <a:pt x="29430" y="4904"/>
                        <a:pt x="35784" y="-614"/>
                        <a:pt x="43141" y="55"/>
                      </a:cubicBezTo>
                      <a:cubicBezTo>
                        <a:pt x="45816" y="222"/>
                        <a:pt x="48324" y="1225"/>
                        <a:pt x="50331" y="2897"/>
                      </a:cubicBezTo>
                      <a:cubicBezTo>
                        <a:pt x="64209" y="14100"/>
                        <a:pt x="74408" y="29316"/>
                        <a:pt x="79759" y="46371"/>
                      </a:cubicBezTo>
                      <a:cubicBezTo>
                        <a:pt x="80762" y="49547"/>
                        <a:pt x="82601" y="56236"/>
                        <a:pt x="76749" y="92017"/>
                      </a:cubicBezTo>
                      <a:cubicBezTo>
                        <a:pt x="71064" y="125793"/>
                        <a:pt x="68891" y="129137"/>
                        <a:pt x="67720" y="130642"/>
                      </a:cubicBezTo>
                      <a:cubicBezTo>
                        <a:pt x="65379" y="133986"/>
                        <a:pt x="61701" y="136159"/>
                        <a:pt x="57688" y="136494"/>
                      </a:cubicBezTo>
                      <a:cubicBezTo>
                        <a:pt x="57019" y="136494"/>
                        <a:pt x="56518" y="136661"/>
                        <a:pt x="56016" y="136661"/>
                      </a:cubicBezTo>
                      <a:close/>
                      <a:moveTo>
                        <a:pt x="30768" y="83156"/>
                      </a:moveTo>
                      <a:cubicBezTo>
                        <a:pt x="35784" y="87837"/>
                        <a:pt x="42305" y="94024"/>
                        <a:pt x="48324" y="99374"/>
                      </a:cubicBezTo>
                      <a:cubicBezTo>
                        <a:pt x="51501" y="82320"/>
                        <a:pt x="54845" y="59747"/>
                        <a:pt x="54009" y="53728"/>
                      </a:cubicBezTo>
                      <a:cubicBezTo>
                        <a:pt x="52839" y="50049"/>
                        <a:pt x="51501" y="46538"/>
                        <a:pt x="49662" y="43194"/>
                      </a:cubicBezTo>
                      <a:cubicBezTo>
                        <a:pt x="45148" y="57239"/>
                        <a:pt x="38794" y="70615"/>
                        <a:pt x="30768" y="83156"/>
                      </a:cubicBezTo>
                      <a:lnTo>
                        <a:pt x="30768" y="83156"/>
                      </a:lnTo>
                      <a:close/>
                      <a:moveTo>
                        <a:pt x="24247" y="92686"/>
                      </a:moveTo>
                      <a:lnTo>
                        <a:pt x="24247" y="92686"/>
                      </a:lnTo>
                      <a:close/>
                    </a:path>
                  </a:pathLst>
                </a:custGeom>
                <a:grp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70" name="Freeform 144">
                  <a:extLst>
                    <a:ext uri="{FF2B5EF4-FFF2-40B4-BE49-F238E27FC236}">
                      <a16:creationId xmlns:a16="http://schemas.microsoft.com/office/drawing/2014/main" id="{14EF2448-B576-8B79-2428-27115062EB5E}"/>
                    </a:ext>
                  </a:extLst>
                </p:cNvPr>
                <p:cNvSpPr/>
                <p:nvPr/>
              </p:nvSpPr>
              <p:spPr>
                <a:xfrm>
                  <a:off x="9951565" y="2182212"/>
                  <a:ext cx="80901" cy="136478"/>
                </a:xfrm>
                <a:custGeom>
                  <a:avLst/>
                  <a:gdLst>
                    <a:gd name="connsiteX0" fmla="*/ 24718 w 80901"/>
                    <a:gd name="connsiteY0" fmla="*/ 136479 h 136478"/>
                    <a:gd name="connsiteX1" fmla="*/ 23214 w 80901"/>
                    <a:gd name="connsiteY1" fmla="*/ 136479 h 136478"/>
                    <a:gd name="connsiteX2" fmla="*/ 13181 w 80901"/>
                    <a:gd name="connsiteY2" fmla="*/ 130627 h 136478"/>
                    <a:gd name="connsiteX3" fmla="*/ 4152 w 80901"/>
                    <a:gd name="connsiteY3" fmla="*/ 92003 h 136478"/>
                    <a:gd name="connsiteX4" fmla="*/ 1143 w 80901"/>
                    <a:gd name="connsiteY4" fmla="*/ 46356 h 136478"/>
                    <a:gd name="connsiteX5" fmla="*/ 1143 w 80901"/>
                    <a:gd name="connsiteY5" fmla="*/ 46356 h 136478"/>
                    <a:gd name="connsiteX6" fmla="*/ 30571 w 80901"/>
                    <a:gd name="connsiteY6" fmla="*/ 2882 h 136478"/>
                    <a:gd name="connsiteX7" fmla="*/ 49297 w 80901"/>
                    <a:gd name="connsiteY7" fmla="*/ 5056 h 136478"/>
                    <a:gd name="connsiteX8" fmla="*/ 52140 w 80901"/>
                    <a:gd name="connsiteY8" fmla="*/ 12246 h 136478"/>
                    <a:gd name="connsiteX9" fmla="*/ 78391 w 80901"/>
                    <a:gd name="connsiteY9" fmla="*/ 77121 h 136478"/>
                    <a:gd name="connsiteX10" fmla="*/ 79227 w 80901"/>
                    <a:gd name="connsiteY10" fmla="*/ 91501 h 136478"/>
                    <a:gd name="connsiteX11" fmla="*/ 56153 w 80901"/>
                    <a:gd name="connsiteY11" fmla="*/ 114241 h 136478"/>
                    <a:gd name="connsiteX12" fmla="*/ 24718 w 80901"/>
                    <a:gd name="connsiteY12" fmla="*/ 136479 h 136478"/>
                    <a:gd name="connsiteX13" fmla="*/ 26725 w 80901"/>
                    <a:gd name="connsiteY13" fmla="*/ 53545 h 136478"/>
                    <a:gd name="connsiteX14" fmla="*/ 32410 w 80901"/>
                    <a:gd name="connsiteY14" fmla="*/ 99192 h 136478"/>
                    <a:gd name="connsiteX15" fmla="*/ 49966 w 80901"/>
                    <a:gd name="connsiteY15" fmla="*/ 82973 h 136478"/>
                    <a:gd name="connsiteX16" fmla="*/ 31072 w 80901"/>
                    <a:gd name="connsiteY16" fmla="*/ 43012 h 136478"/>
                    <a:gd name="connsiteX17" fmla="*/ 26725 w 80901"/>
                    <a:gd name="connsiteY17" fmla="*/ 53545 h 136478"/>
                    <a:gd name="connsiteX18" fmla="*/ 56487 w 80901"/>
                    <a:gd name="connsiteY18" fmla="*/ 92671 h 136478"/>
                    <a:gd name="connsiteX19" fmla="*/ 56487 w 80901"/>
                    <a:gd name="connsiteY19" fmla="*/ 92671 h 136478"/>
                    <a:gd name="connsiteX20" fmla="*/ 26558 w 80901"/>
                    <a:gd name="connsiteY20" fmla="*/ 53880 h 136478"/>
                    <a:gd name="connsiteX21" fmla="*/ 26558 w 80901"/>
                    <a:gd name="connsiteY21" fmla="*/ 53880 h 136478"/>
                    <a:gd name="connsiteX22" fmla="*/ 26558 w 80901"/>
                    <a:gd name="connsiteY22" fmla="*/ 53880 h 136478"/>
                    <a:gd name="connsiteX23" fmla="*/ 13850 w 80901"/>
                    <a:gd name="connsiteY23" fmla="*/ 50034 h 136478"/>
                    <a:gd name="connsiteX24" fmla="*/ 13850 w 80901"/>
                    <a:gd name="connsiteY24" fmla="*/ 50034 h 13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0901" h="136478">
                      <a:moveTo>
                        <a:pt x="24718" y="136479"/>
                      </a:moveTo>
                      <a:cubicBezTo>
                        <a:pt x="24217" y="136479"/>
                        <a:pt x="23715" y="136479"/>
                        <a:pt x="23214" y="136479"/>
                      </a:cubicBezTo>
                      <a:cubicBezTo>
                        <a:pt x="19201" y="136145"/>
                        <a:pt x="15522" y="133971"/>
                        <a:pt x="13181" y="130627"/>
                      </a:cubicBezTo>
                      <a:cubicBezTo>
                        <a:pt x="12011" y="128955"/>
                        <a:pt x="9837" y="125778"/>
                        <a:pt x="4152" y="92003"/>
                      </a:cubicBezTo>
                      <a:cubicBezTo>
                        <a:pt x="-1867" y="56221"/>
                        <a:pt x="139" y="49533"/>
                        <a:pt x="1143" y="46356"/>
                      </a:cubicBezTo>
                      <a:lnTo>
                        <a:pt x="1143" y="46356"/>
                      </a:lnTo>
                      <a:cubicBezTo>
                        <a:pt x="6493" y="29301"/>
                        <a:pt x="16693" y="14085"/>
                        <a:pt x="30571" y="2882"/>
                      </a:cubicBezTo>
                      <a:cubicBezTo>
                        <a:pt x="36423" y="-1632"/>
                        <a:pt x="44783" y="-796"/>
                        <a:pt x="49297" y="5056"/>
                      </a:cubicBezTo>
                      <a:cubicBezTo>
                        <a:pt x="50969" y="7063"/>
                        <a:pt x="51973" y="9571"/>
                        <a:pt x="52140" y="12246"/>
                      </a:cubicBezTo>
                      <a:cubicBezTo>
                        <a:pt x="53812" y="32812"/>
                        <a:pt x="63175" y="55886"/>
                        <a:pt x="78391" y="77121"/>
                      </a:cubicBezTo>
                      <a:cubicBezTo>
                        <a:pt x="81401" y="81301"/>
                        <a:pt x="81735" y="86986"/>
                        <a:pt x="79227" y="91501"/>
                      </a:cubicBezTo>
                      <a:cubicBezTo>
                        <a:pt x="78391" y="93006"/>
                        <a:pt x="77555" y="94343"/>
                        <a:pt x="56153" y="114241"/>
                      </a:cubicBezTo>
                      <a:cubicBezTo>
                        <a:pt x="34751" y="133469"/>
                        <a:pt x="30236" y="136479"/>
                        <a:pt x="24718" y="136479"/>
                      </a:cubicBezTo>
                      <a:close/>
                      <a:moveTo>
                        <a:pt x="26725" y="53545"/>
                      </a:moveTo>
                      <a:cubicBezTo>
                        <a:pt x="25889" y="59565"/>
                        <a:pt x="29400" y="82137"/>
                        <a:pt x="32410" y="99192"/>
                      </a:cubicBezTo>
                      <a:cubicBezTo>
                        <a:pt x="38262" y="93842"/>
                        <a:pt x="44950" y="87655"/>
                        <a:pt x="49966" y="82973"/>
                      </a:cubicBezTo>
                      <a:cubicBezTo>
                        <a:pt x="41940" y="70600"/>
                        <a:pt x="35587" y="57057"/>
                        <a:pt x="31072" y="43012"/>
                      </a:cubicBezTo>
                      <a:cubicBezTo>
                        <a:pt x="29233" y="46356"/>
                        <a:pt x="27728" y="49867"/>
                        <a:pt x="26725" y="53545"/>
                      </a:cubicBezTo>
                      <a:close/>
                      <a:moveTo>
                        <a:pt x="56487" y="92671"/>
                      </a:moveTo>
                      <a:lnTo>
                        <a:pt x="56487" y="92671"/>
                      </a:lnTo>
                      <a:close/>
                      <a:moveTo>
                        <a:pt x="26558" y="53880"/>
                      </a:moveTo>
                      <a:lnTo>
                        <a:pt x="26558" y="53880"/>
                      </a:lnTo>
                      <a:lnTo>
                        <a:pt x="26558" y="53880"/>
                      </a:lnTo>
                      <a:close/>
                      <a:moveTo>
                        <a:pt x="13850" y="50034"/>
                      </a:moveTo>
                      <a:lnTo>
                        <a:pt x="13850" y="50034"/>
                      </a:lnTo>
                      <a:close/>
                    </a:path>
                  </a:pathLst>
                </a:custGeom>
                <a:grp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71" name="Freeform 145">
                  <a:extLst>
                    <a:ext uri="{FF2B5EF4-FFF2-40B4-BE49-F238E27FC236}">
                      <a16:creationId xmlns:a16="http://schemas.microsoft.com/office/drawing/2014/main" id="{E4A91E90-7BD7-5622-28CC-0D7935BC83DE}"/>
                    </a:ext>
                  </a:extLst>
                </p:cNvPr>
                <p:cNvSpPr/>
                <p:nvPr/>
              </p:nvSpPr>
              <p:spPr>
                <a:xfrm>
                  <a:off x="9976589" y="2036935"/>
                  <a:ext cx="153728" cy="247979"/>
                </a:xfrm>
                <a:custGeom>
                  <a:avLst/>
                  <a:gdLst>
                    <a:gd name="connsiteX0" fmla="*/ 107040 w 153728"/>
                    <a:gd name="connsiteY0" fmla="*/ 247980 h 247979"/>
                    <a:gd name="connsiteX1" fmla="*/ 46847 w 153728"/>
                    <a:gd name="connsiteY1" fmla="*/ 247980 h 247979"/>
                    <a:gd name="connsiteX2" fmla="*/ 36814 w 153728"/>
                    <a:gd name="connsiteY2" fmla="*/ 243465 h 247979"/>
                    <a:gd name="connsiteX3" fmla="*/ 1200 w 153728"/>
                    <a:gd name="connsiteY3" fmla="*/ 167053 h 247979"/>
                    <a:gd name="connsiteX4" fmla="*/ 11734 w 153728"/>
                    <a:gd name="connsiteY4" fmla="*/ 92814 h 247979"/>
                    <a:gd name="connsiteX5" fmla="*/ 42834 w 153728"/>
                    <a:gd name="connsiteY5" fmla="*/ 32286 h 247979"/>
                    <a:gd name="connsiteX6" fmla="*/ 76442 w 153728"/>
                    <a:gd name="connsiteY6" fmla="*/ 16 h 247979"/>
                    <a:gd name="connsiteX7" fmla="*/ 100018 w 153728"/>
                    <a:gd name="connsiteY7" fmla="*/ 18241 h 247979"/>
                    <a:gd name="connsiteX8" fmla="*/ 111053 w 153728"/>
                    <a:gd name="connsiteY8" fmla="*/ 31952 h 247979"/>
                    <a:gd name="connsiteX9" fmla="*/ 111221 w 153728"/>
                    <a:gd name="connsiteY9" fmla="*/ 32119 h 247979"/>
                    <a:gd name="connsiteX10" fmla="*/ 152854 w 153728"/>
                    <a:gd name="connsiteY10" fmla="*/ 166217 h 247979"/>
                    <a:gd name="connsiteX11" fmla="*/ 152687 w 153728"/>
                    <a:gd name="connsiteY11" fmla="*/ 167053 h 247979"/>
                    <a:gd name="connsiteX12" fmla="*/ 117240 w 153728"/>
                    <a:gd name="connsiteY12" fmla="*/ 243131 h 247979"/>
                    <a:gd name="connsiteX13" fmla="*/ 107040 w 153728"/>
                    <a:gd name="connsiteY13" fmla="*/ 247980 h 247979"/>
                    <a:gd name="connsiteX14" fmla="*/ 53368 w 153728"/>
                    <a:gd name="connsiteY14" fmla="*/ 221227 h 247979"/>
                    <a:gd name="connsiteX15" fmla="*/ 100352 w 153728"/>
                    <a:gd name="connsiteY15" fmla="*/ 221227 h 247979"/>
                    <a:gd name="connsiteX16" fmla="*/ 126269 w 153728"/>
                    <a:gd name="connsiteY16" fmla="*/ 163040 h 247979"/>
                    <a:gd name="connsiteX17" fmla="*/ 89818 w 153728"/>
                    <a:gd name="connsiteY17" fmla="*/ 48170 h 247979"/>
                    <a:gd name="connsiteX18" fmla="*/ 76776 w 153728"/>
                    <a:gd name="connsiteY18" fmla="*/ 31952 h 247979"/>
                    <a:gd name="connsiteX19" fmla="*/ 64403 w 153728"/>
                    <a:gd name="connsiteY19" fmla="*/ 48003 h 247979"/>
                    <a:gd name="connsiteX20" fmla="*/ 27618 w 153728"/>
                    <a:gd name="connsiteY20" fmla="*/ 162706 h 247979"/>
                    <a:gd name="connsiteX21" fmla="*/ 53368 w 153728"/>
                    <a:gd name="connsiteY21" fmla="*/ 221227 h 247979"/>
                    <a:gd name="connsiteX22" fmla="*/ 139478 w 153728"/>
                    <a:gd name="connsiteY22" fmla="*/ 164712 h 247979"/>
                    <a:gd name="connsiteX23" fmla="*/ 139478 w 153728"/>
                    <a:gd name="connsiteY23" fmla="*/ 164712 h 247979"/>
                    <a:gd name="connsiteX24" fmla="*/ 139478 w 153728"/>
                    <a:gd name="connsiteY24" fmla="*/ 164712 h 247979"/>
                    <a:gd name="connsiteX25" fmla="*/ 83130 w 153728"/>
                    <a:gd name="connsiteY25" fmla="*/ 24929 h 247979"/>
                    <a:gd name="connsiteX26" fmla="*/ 83130 w 153728"/>
                    <a:gd name="connsiteY26" fmla="*/ 24929 h 247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3728" h="247979">
                      <a:moveTo>
                        <a:pt x="107040" y="247980"/>
                      </a:moveTo>
                      <a:lnTo>
                        <a:pt x="46847" y="247980"/>
                      </a:lnTo>
                      <a:cubicBezTo>
                        <a:pt x="43001" y="247980"/>
                        <a:pt x="39323" y="246308"/>
                        <a:pt x="36814" y="243465"/>
                      </a:cubicBezTo>
                      <a:cubicBezTo>
                        <a:pt x="35644" y="242128"/>
                        <a:pt x="8222" y="210359"/>
                        <a:pt x="1200" y="167053"/>
                      </a:cubicBezTo>
                      <a:cubicBezTo>
                        <a:pt x="-2980" y="141471"/>
                        <a:pt x="4544" y="112544"/>
                        <a:pt x="11734" y="92814"/>
                      </a:cubicBezTo>
                      <a:cubicBezTo>
                        <a:pt x="19760" y="70409"/>
                        <a:pt x="31464" y="47669"/>
                        <a:pt x="42834" y="32286"/>
                      </a:cubicBezTo>
                      <a:cubicBezTo>
                        <a:pt x="65908" y="183"/>
                        <a:pt x="71091" y="16"/>
                        <a:pt x="76442" y="16"/>
                      </a:cubicBezTo>
                      <a:cubicBezTo>
                        <a:pt x="84133" y="-319"/>
                        <a:pt x="88982" y="4697"/>
                        <a:pt x="100018" y="18241"/>
                      </a:cubicBezTo>
                      <a:cubicBezTo>
                        <a:pt x="105703" y="25096"/>
                        <a:pt x="110719" y="31784"/>
                        <a:pt x="111053" y="31952"/>
                      </a:cubicBezTo>
                      <a:cubicBezTo>
                        <a:pt x="111053" y="31952"/>
                        <a:pt x="111221" y="32119"/>
                        <a:pt x="111221" y="32119"/>
                      </a:cubicBezTo>
                      <a:cubicBezTo>
                        <a:pt x="129446" y="56698"/>
                        <a:pt x="159208" y="106692"/>
                        <a:pt x="152854" y="166217"/>
                      </a:cubicBezTo>
                      <a:cubicBezTo>
                        <a:pt x="152854" y="166551"/>
                        <a:pt x="152854" y="166719"/>
                        <a:pt x="152687" y="167053"/>
                      </a:cubicBezTo>
                      <a:cubicBezTo>
                        <a:pt x="145665" y="208520"/>
                        <a:pt x="118410" y="241793"/>
                        <a:pt x="117240" y="243131"/>
                      </a:cubicBezTo>
                      <a:cubicBezTo>
                        <a:pt x="114732" y="246141"/>
                        <a:pt x="111053" y="247980"/>
                        <a:pt x="107040" y="247980"/>
                      </a:cubicBezTo>
                      <a:close/>
                      <a:moveTo>
                        <a:pt x="53368" y="221227"/>
                      </a:moveTo>
                      <a:lnTo>
                        <a:pt x="100352" y="221227"/>
                      </a:lnTo>
                      <a:cubicBezTo>
                        <a:pt x="107208" y="211697"/>
                        <a:pt x="121754" y="188790"/>
                        <a:pt x="126269" y="163040"/>
                      </a:cubicBezTo>
                      <a:cubicBezTo>
                        <a:pt x="131452" y="112879"/>
                        <a:pt x="105703" y="69573"/>
                        <a:pt x="89818" y="48170"/>
                      </a:cubicBezTo>
                      <a:cubicBezTo>
                        <a:pt x="85638" y="42653"/>
                        <a:pt x="80622" y="36633"/>
                        <a:pt x="76776" y="31952"/>
                      </a:cubicBezTo>
                      <a:cubicBezTo>
                        <a:pt x="73098" y="36299"/>
                        <a:pt x="68583" y="42318"/>
                        <a:pt x="64403" y="48003"/>
                      </a:cubicBezTo>
                      <a:cubicBezTo>
                        <a:pt x="45676" y="73084"/>
                        <a:pt x="21933" y="128261"/>
                        <a:pt x="27618" y="162706"/>
                      </a:cubicBezTo>
                      <a:cubicBezTo>
                        <a:pt x="31966" y="189626"/>
                        <a:pt x="46512" y="212031"/>
                        <a:pt x="53368" y="221227"/>
                      </a:cubicBezTo>
                      <a:close/>
                      <a:moveTo>
                        <a:pt x="139478" y="164712"/>
                      </a:moveTo>
                      <a:lnTo>
                        <a:pt x="139478" y="164712"/>
                      </a:lnTo>
                      <a:lnTo>
                        <a:pt x="139478" y="164712"/>
                      </a:lnTo>
                      <a:close/>
                      <a:moveTo>
                        <a:pt x="83130" y="24929"/>
                      </a:moveTo>
                      <a:lnTo>
                        <a:pt x="83130" y="24929"/>
                      </a:lnTo>
                      <a:close/>
                    </a:path>
                  </a:pathLst>
                </a:custGeom>
                <a:grp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72" name="Freeform 146">
                  <a:extLst>
                    <a:ext uri="{FF2B5EF4-FFF2-40B4-BE49-F238E27FC236}">
                      <a16:creationId xmlns:a16="http://schemas.microsoft.com/office/drawing/2014/main" id="{7A73D29D-F6B1-9DCA-4888-BFAA9A42DF1C}"/>
                    </a:ext>
                  </a:extLst>
                </p:cNvPr>
                <p:cNvSpPr/>
                <p:nvPr/>
              </p:nvSpPr>
              <p:spPr>
                <a:xfrm>
                  <a:off x="10038985" y="2195628"/>
                  <a:ext cx="26752" cy="123731"/>
                </a:xfrm>
                <a:custGeom>
                  <a:avLst/>
                  <a:gdLst>
                    <a:gd name="connsiteX0" fmla="*/ 13376 w 26752"/>
                    <a:gd name="connsiteY0" fmla="*/ 123731 h 123731"/>
                    <a:gd name="connsiteX1" fmla="*/ 0 w 26752"/>
                    <a:gd name="connsiteY1" fmla="*/ 110355 h 123731"/>
                    <a:gd name="connsiteX2" fmla="*/ 0 w 26752"/>
                    <a:gd name="connsiteY2" fmla="*/ 13376 h 123731"/>
                    <a:gd name="connsiteX3" fmla="*/ 13376 w 26752"/>
                    <a:gd name="connsiteY3" fmla="*/ 0 h 123731"/>
                    <a:gd name="connsiteX4" fmla="*/ 26753 w 26752"/>
                    <a:gd name="connsiteY4" fmla="*/ 13376 h 123731"/>
                    <a:gd name="connsiteX5" fmla="*/ 26753 w 26752"/>
                    <a:gd name="connsiteY5" fmla="*/ 110355 h 123731"/>
                    <a:gd name="connsiteX6" fmla="*/ 13376 w 26752"/>
                    <a:gd name="connsiteY6" fmla="*/ 123731 h 12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52" h="123731">
                      <a:moveTo>
                        <a:pt x="13376" y="123731"/>
                      </a:moveTo>
                      <a:cubicBezTo>
                        <a:pt x="6019" y="123731"/>
                        <a:pt x="0" y="117712"/>
                        <a:pt x="0" y="110355"/>
                      </a:cubicBezTo>
                      <a:lnTo>
                        <a:pt x="0" y="13376"/>
                      </a:lnTo>
                      <a:cubicBezTo>
                        <a:pt x="0" y="6019"/>
                        <a:pt x="6019" y="0"/>
                        <a:pt x="13376" y="0"/>
                      </a:cubicBezTo>
                      <a:cubicBezTo>
                        <a:pt x="20733" y="0"/>
                        <a:pt x="26753" y="6019"/>
                        <a:pt x="26753" y="13376"/>
                      </a:cubicBezTo>
                      <a:lnTo>
                        <a:pt x="26753" y="110355"/>
                      </a:lnTo>
                      <a:cubicBezTo>
                        <a:pt x="26753" y="117712"/>
                        <a:pt x="20733" y="123731"/>
                        <a:pt x="13376" y="123731"/>
                      </a:cubicBezTo>
                      <a:close/>
                    </a:path>
                  </a:pathLst>
                </a:custGeom>
                <a:grp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73" name="Freeform 147">
                  <a:extLst>
                    <a:ext uri="{FF2B5EF4-FFF2-40B4-BE49-F238E27FC236}">
                      <a16:creationId xmlns:a16="http://schemas.microsoft.com/office/drawing/2014/main" id="{3C13B915-7577-E770-EBD7-AEF940A9856D}"/>
                    </a:ext>
                  </a:extLst>
                </p:cNvPr>
                <p:cNvSpPr/>
                <p:nvPr/>
              </p:nvSpPr>
              <p:spPr>
                <a:xfrm>
                  <a:off x="10019590" y="2116540"/>
                  <a:ext cx="68386" cy="68386"/>
                </a:xfrm>
                <a:custGeom>
                  <a:avLst/>
                  <a:gdLst>
                    <a:gd name="connsiteX0" fmla="*/ 34277 w 68386"/>
                    <a:gd name="connsiteY0" fmla="*/ 68387 h 68386"/>
                    <a:gd name="connsiteX1" fmla="*/ 0 w 68386"/>
                    <a:gd name="connsiteY1" fmla="*/ 34277 h 68386"/>
                    <a:gd name="connsiteX2" fmla="*/ 34110 w 68386"/>
                    <a:gd name="connsiteY2" fmla="*/ 0 h 68386"/>
                    <a:gd name="connsiteX3" fmla="*/ 68387 w 68386"/>
                    <a:gd name="connsiteY3" fmla="*/ 34110 h 68386"/>
                    <a:gd name="connsiteX4" fmla="*/ 68387 w 68386"/>
                    <a:gd name="connsiteY4" fmla="*/ 34110 h 68386"/>
                    <a:gd name="connsiteX5" fmla="*/ 34277 w 68386"/>
                    <a:gd name="connsiteY5" fmla="*/ 68387 h 68386"/>
                    <a:gd name="connsiteX6" fmla="*/ 34277 w 68386"/>
                    <a:gd name="connsiteY6" fmla="*/ 26753 h 68386"/>
                    <a:gd name="connsiteX7" fmla="*/ 26753 w 68386"/>
                    <a:gd name="connsiteY7" fmla="*/ 34110 h 68386"/>
                    <a:gd name="connsiteX8" fmla="*/ 34110 w 68386"/>
                    <a:gd name="connsiteY8" fmla="*/ 41634 h 68386"/>
                    <a:gd name="connsiteX9" fmla="*/ 41634 w 68386"/>
                    <a:gd name="connsiteY9" fmla="*/ 34277 h 68386"/>
                    <a:gd name="connsiteX10" fmla="*/ 41634 w 68386"/>
                    <a:gd name="connsiteY10" fmla="*/ 34277 h 68386"/>
                    <a:gd name="connsiteX11" fmla="*/ 34277 w 68386"/>
                    <a:gd name="connsiteY11" fmla="*/ 26753 h 6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386" h="68386">
                      <a:moveTo>
                        <a:pt x="34277" y="68387"/>
                      </a:moveTo>
                      <a:cubicBezTo>
                        <a:pt x="15383" y="68387"/>
                        <a:pt x="0" y="53004"/>
                        <a:pt x="0" y="34277"/>
                      </a:cubicBezTo>
                      <a:cubicBezTo>
                        <a:pt x="0" y="15550"/>
                        <a:pt x="15383" y="0"/>
                        <a:pt x="34110" y="0"/>
                      </a:cubicBezTo>
                      <a:cubicBezTo>
                        <a:pt x="52837" y="0"/>
                        <a:pt x="68387" y="15216"/>
                        <a:pt x="68387" y="34110"/>
                      </a:cubicBezTo>
                      <a:cubicBezTo>
                        <a:pt x="68387" y="34110"/>
                        <a:pt x="68387" y="34110"/>
                        <a:pt x="68387" y="34110"/>
                      </a:cubicBezTo>
                      <a:cubicBezTo>
                        <a:pt x="68387" y="53004"/>
                        <a:pt x="53004" y="68387"/>
                        <a:pt x="34277" y="68387"/>
                      </a:cubicBezTo>
                      <a:close/>
                      <a:moveTo>
                        <a:pt x="34277" y="26753"/>
                      </a:moveTo>
                      <a:cubicBezTo>
                        <a:pt x="30097" y="26753"/>
                        <a:pt x="26753" y="30097"/>
                        <a:pt x="26753" y="34110"/>
                      </a:cubicBezTo>
                      <a:cubicBezTo>
                        <a:pt x="26753" y="38290"/>
                        <a:pt x="30097" y="41634"/>
                        <a:pt x="34110" y="41634"/>
                      </a:cubicBezTo>
                      <a:cubicBezTo>
                        <a:pt x="38290" y="41634"/>
                        <a:pt x="41634" y="38290"/>
                        <a:pt x="41634" y="34277"/>
                      </a:cubicBezTo>
                      <a:cubicBezTo>
                        <a:pt x="41634" y="34277"/>
                        <a:pt x="41634" y="34277"/>
                        <a:pt x="41634" y="34277"/>
                      </a:cubicBezTo>
                      <a:cubicBezTo>
                        <a:pt x="41634" y="30097"/>
                        <a:pt x="38290" y="26753"/>
                        <a:pt x="34277" y="26753"/>
                      </a:cubicBezTo>
                      <a:close/>
                    </a:path>
                  </a:pathLst>
                </a:custGeom>
                <a:grp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spTree>
    <p:extLst>
      <p:ext uri="{BB962C8B-B14F-4D97-AF65-F5344CB8AC3E}">
        <p14:creationId xmlns:p14="http://schemas.microsoft.com/office/powerpoint/2010/main" val="3685860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6519BF3-9F86-1A74-2593-DF0BCDECAF19}"/>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B84C716D-8FB0-BD7B-A10E-AD8D6CF99EFB}"/>
              </a:ext>
            </a:extLst>
          </p:cNvPr>
          <p:cNvGrpSpPr/>
          <p:nvPr/>
        </p:nvGrpSpPr>
        <p:grpSpPr>
          <a:xfrm>
            <a:off x="10916676" y="2241576"/>
            <a:ext cx="1275324" cy="1365966"/>
            <a:chOff x="10916676" y="2241576"/>
            <a:chExt cx="1275324" cy="1365966"/>
          </a:xfrm>
        </p:grpSpPr>
        <p:grpSp>
          <p:nvGrpSpPr>
            <p:cNvPr id="13" name="Group 12">
              <a:extLst>
                <a:ext uri="{FF2B5EF4-FFF2-40B4-BE49-F238E27FC236}">
                  <a16:creationId xmlns:a16="http://schemas.microsoft.com/office/drawing/2014/main" id="{7BED2626-82F8-FBC4-0EA9-56A3A6AAEC49}"/>
                </a:ext>
              </a:extLst>
            </p:cNvPr>
            <p:cNvGrpSpPr/>
            <p:nvPr/>
          </p:nvGrpSpPr>
          <p:grpSpPr>
            <a:xfrm>
              <a:off x="10916676" y="2241576"/>
              <a:ext cx="1275324" cy="1365966"/>
              <a:chOff x="10916676" y="2241576"/>
              <a:chExt cx="1275324" cy="1365966"/>
            </a:xfrm>
          </p:grpSpPr>
          <p:sp>
            <p:nvSpPr>
              <p:cNvPr id="31" name="Arrow: Chevron 26">
                <a:extLst>
                  <a:ext uri="{FF2B5EF4-FFF2-40B4-BE49-F238E27FC236}">
                    <a16:creationId xmlns:a16="http://schemas.microsoft.com/office/drawing/2014/main" id="{EDA96702-B257-74F3-8EAD-10469BB3778C}"/>
                  </a:ext>
                </a:extLst>
              </p:cNvPr>
              <p:cNvSpPr/>
              <p:nvPr/>
            </p:nvSpPr>
            <p:spPr>
              <a:xfrm>
                <a:off x="11066350" y="3197853"/>
                <a:ext cx="1125650" cy="409689"/>
              </a:xfrm>
              <a:prstGeom prst="chevron">
                <a:avLst>
                  <a:gd name="adj" fmla="val 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Operate</a:t>
                </a:r>
              </a:p>
            </p:txBody>
          </p:sp>
          <p:sp>
            <p:nvSpPr>
              <p:cNvPr id="32" name="Arrow: Chevron 283">
                <a:extLst>
                  <a:ext uri="{FF2B5EF4-FFF2-40B4-BE49-F238E27FC236}">
                    <a16:creationId xmlns:a16="http://schemas.microsoft.com/office/drawing/2014/main" id="{982C4884-0FE3-032C-25BC-FB6602366FD2}"/>
                  </a:ext>
                </a:extLst>
              </p:cNvPr>
              <p:cNvSpPr/>
              <p:nvPr/>
            </p:nvSpPr>
            <p:spPr>
              <a:xfrm>
                <a:off x="10916676" y="2241576"/>
                <a:ext cx="1275324" cy="964154"/>
              </a:xfrm>
              <a:prstGeom prst="chevron">
                <a:avLst>
                  <a:gd name="adj" fmla="val 0"/>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20040" tIns="59436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Run</a:t>
                </a:r>
              </a:p>
            </p:txBody>
          </p:sp>
        </p:grpSp>
        <p:grpSp>
          <p:nvGrpSpPr>
            <p:cNvPr id="14" name="Group 13">
              <a:extLst>
                <a:ext uri="{FF2B5EF4-FFF2-40B4-BE49-F238E27FC236}">
                  <a16:creationId xmlns:a16="http://schemas.microsoft.com/office/drawing/2014/main" id="{548590DB-2CFF-B64F-4F11-A13A484650DF}"/>
                </a:ext>
              </a:extLst>
            </p:cNvPr>
            <p:cNvGrpSpPr/>
            <p:nvPr/>
          </p:nvGrpSpPr>
          <p:grpSpPr>
            <a:xfrm>
              <a:off x="11474566" y="2369261"/>
              <a:ext cx="471163" cy="471791"/>
              <a:chOff x="11474566" y="2369261"/>
              <a:chExt cx="471163" cy="471791"/>
            </a:xfrm>
          </p:grpSpPr>
          <p:sp>
            <p:nvSpPr>
              <p:cNvPr id="15" name="Oval 14">
                <a:extLst>
                  <a:ext uri="{FF2B5EF4-FFF2-40B4-BE49-F238E27FC236}">
                    <a16:creationId xmlns:a16="http://schemas.microsoft.com/office/drawing/2014/main" id="{A4A04B0D-4F5A-D61B-E99C-848314DF6A08}"/>
                  </a:ext>
                </a:extLst>
              </p:cNvPr>
              <p:cNvSpPr/>
              <p:nvPr/>
            </p:nvSpPr>
            <p:spPr>
              <a:xfrm>
                <a:off x="11474566" y="2369261"/>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16" name="Group 15">
                <a:extLst>
                  <a:ext uri="{FF2B5EF4-FFF2-40B4-BE49-F238E27FC236}">
                    <a16:creationId xmlns:a16="http://schemas.microsoft.com/office/drawing/2014/main" id="{FB6457FA-B12B-EBD1-4911-C8105E768EFC}"/>
                  </a:ext>
                </a:extLst>
              </p:cNvPr>
              <p:cNvGrpSpPr/>
              <p:nvPr/>
            </p:nvGrpSpPr>
            <p:grpSpPr>
              <a:xfrm>
                <a:off x="11571620" y="2470200"/>
                <a:ext cx="277151" cy="269933"/>
                <a:chOff x="11570793" y="2043116"/>
                <a:chExt cx="277520" cy="269933"/>
              </a:xfrm>
              <a:solidFill>
                <a:schemeClr val="bg1">
                  <a:lumMod val="75000"/>
                </a:schemeClr>
              </a:solidFill>
            </p:grpSpPr>
            <p:sp>
              <p:nvSpPr>
                <p:cNvPr id="17" name="Freeform 127">
                  <a:extLst>
                    <a:ext uri="{FF2B5EF4-FFF2-40B4-BE49-F238E27FC236}">
                      <a16:creationId xmlns:a16="http://schemas.microsoft.com/office/drawing/2014/main" id="{80AC0E2A-852A-C3D2-3FF6-2B0DD57530BB}"/>
                    </a:ext>
                  </a:extLst>
                </p:cNvPr>
                <p:cNvSpPr/>
                <p:nvPr/>
              </p:nvSpPr>
              <p:spPr>
                <a:xfrm>
                  <a:off x="11570793" y="2043116"/>
                  <a:ext cx="179741" cy="226257"/>
                </a:xfrm>
                <a:custGeom>
                  <a:avLst/>
                  <a:gdLst>
                    <a:gd name="connsiteX0" fmla="*/ 41995 w 179741"/>
                    <a:gd name="connsiteY0" fmla="*/ 226257 h 226257"/>
                    <a:gd name="connsiteX1" fmla="*/ 31425 w 179741"/>
                    <a:gd name="connsiteY1" fmla="*/ 221343 h 226257"/>
                    <a:gd name="connsiteX2" fmla="*/ 48307 w 179741"/>
                    <a:gd name="connsiteY2" fmla="*/ 31424 h 226257"/>
                    <a:gd name="connsiteX3" fmla="*/ 168886 w 179741"/>
                    <a:gd name="connsiteY3" fmla="*/ 4375 h 226257"/>
                    <a:gd name="connsiteX4" fmla="*/ 179422 w 179741"/>
                    <a:gd name="connsiteY4" fmla="*/ 20793 h 226257"/>
                    <a:gd name="connsiteX5" fmla="*/ 163005 w 179741"/>
                    <a:gd name="connsiteY5" fmla="*/ 31329 h 226257"/>
                    <a:gd name="connsiteX6" fmla="*/ 161989 w 179741"/>
                    <a:gd name="connsiteY6" fmla="*/ 31067 h 226257"/>
                    <a:gd name="connsiteX7" fmla="*/ 31017 w 179741"/>
                    <a:gd name="connsiteY7" fmla="*/ 107371 h 226257"/>
                    <a:gd name="connsiteX8" fmla="*/ 52548 w 179741"/>
                    <a:gd name="connsiteY8" fmla="*/ 203600 h 226257"/>
                    <a:gd name="connsiteX9" fmla="*/ 50841 w 179741"/>
                    <a:gd name="connsiteY9" fmla="*/ 223033 h 226257"/>
                    <a:gd name="connsiteX10" fmla="*/ 41995 w 179741"/>
                    <a:gd name="connsiteY10" fmla="*/ 226257 h 22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41" h="226257">
                      <a:moveTo>
                        <a:pt x="41995" y="226257"/>
                      </a:moveTo>
                      <a:cubicBezTo>
                        <a:pt x="37919" y="226261"/>
                        <a:pt x="34050" y="224462"/>
                        <a:pt x="31425" y="221343"/>
                      </a:cubicBezTo>
                      <a:cubicBezTo>
                        <a:pt x="-16358" y="164236"/>
                        <a:pt x="-8799" y="79207"/>
                        <a:pt x="48307" y="31424"/>
                      </a:cubicBezTo>
                      <a:cubicBezTo>
                        <a:pt x="81759" y="3434"/>
                        <a:pt x="126684" y="-6644"/>
                        <a:pt x="168886" y="4375"/>
                      </a:cubicBezTo>
                      <a:cubicBezTo>
                        <a:pt x="176330" y="5999"/>
                        <a:pt x="181046" y="13350"/>
                        <a:pt x="179422" y="20793"/>
                      </a:cubicBezTo>
                      <a:cubicBezTo>
                        <a:pt x="177798" y="28236"/>
                        <a:pt x="170447" y="32954"/>
                        <a:pt x="163005" y="31329"/>
                      </a:cubicBezTo>
                      <a:cubicBezTo>
                        <a:pt x="162663" y="31255"/>
                        <a:pt x="162324" y="31167"/>
                        <a:pt x="161989" y="31067"/>
                      </a:cubicBezTo>
                      <a:cubicBezTo>
                        <a:pt x="104751" y="15971"/>
                        <a:pt x="46113" y="50133"/>
                        <a:pt x="31017" y="107371"/>
                      </a:cubicBezTo>
                      <a:cubicBezTo>
                        <a:pt x="22136" y="141041"/>
                        <a:pt x="30166" y="176925"/>
                        <a:pt x="52548" y="203600"/>
                      </a:cubicBezTo>
                      <a:cubicBezTo>
                        <a:pt x="57443" y="209439"/>
                        <a:pt x="56678" y="218140"/>
                        <a:pt x="50841" y="223033"/>
                      </a:cubicBezTo>
                      <a:cubicBezTo>
                        <a:pt x="48361" y="225113"/>
                        <a:pt x="45231" y="226254"/>
                        <a:pt x="41995" y="226257"/>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8" name="Freeform 128">
                  <a:extLst>
                    <a:ext uri="{FF2B5EF4-FFF2-40B4-BE49-F238E27FC236}">
                      <a16:creationId xmlns:a16="http://schemas.microsoft.com/office/drawing/2014/main" id="{F19A6596-1A56-3089-AEEC-35C164520993}"/>
                    </a:ext>
                  </a:extLst>
                </p:cNvPr>
                <p:cNvSpPr/>
                <p:nvPr/>
              </p:nvSpPr>
              <p:spPr>
                <a:xfrm>
                  <a:off x="11594873" y="2243457"/>
                  <a:ext cx="54073" cy="54073"/>
                </a:xfrm>
                <a:custGeom>
                  <a:avLst/>
                  <a:gdLst>
                    <a:gd name="connsiteX0" fmla="*/ 27054 w 54073"/>
                    <a:gd name="connsiteY0" fmla="*/ 54074 h 54073"/>
                    <a:gd name="connsiteX1" fmla="*/ 0 w 54073"/>
                    <a:gd name="connsiteY1" fmla="*/ 27054 h 54073"/>
                    <a:gd name="connsiteX2" fmla="*/ 27020 w 54073"/>
                    <a:gd name="connsiteY2" fmla="*/ 0 h 54073"/>
                    <a:gd name="connsiteX3" fmla="*/ 54074 w 54073"/>
                    <a:gd name="connsiteY3" fmla="*/ 27020 h 54073"/>
                    <a:gd name="connsiteX4" fmla="*/ 54074 w 54073"/>
                    <a:gd name="connsiteY4" fmla="*/ 27037 h 54073"/>
                    <a:gd name="connsiteX5" fmla="*/ 27054 w 54073"/>
                    <a:gd name="connsiteY5" fmla="*/ 54074 h 54073"/>
                    <a:gd name="connsiteX6" fmla="*/ 27054 w 54073"/>
                    <a:gd name="connsiteY6" fmla="*/ 26485 h 54073"/>
                    <a:gd name="connsiteX7" fmla="*/ 26486 w 54073"/>
                    <a:gd name="connsiteY7" fmla="*/ 27020 h 54073"/>
                    <a:gd name="connsiteX8" fmla="*/ 26485 w 54073"/>
                    <a:gd name="connsiteY8" fmla="*/ 27037 h 54073"/>
                    <a:gd name="connsiteX9" fmla="*/ 26947 w 54073"/>
                    <a:gd name="connsiteY9" fmla="*/ 27696 h 54073"/>
                    <a:gd name="connsiteX10" fmla="*/ 27606 w 54073"/>
                    <a:gd name="connsiteY10" fmla="*/ 27234 h 54073"/>
                    <a:gd name="connsiteX11" fmla="*/ 27606 w 54073"/>
                    <a:gd name="connsiteY11" fmla="*/ 27037 h 54073"/>
                    <a:gd name="connsiteX12" fmla="*/ 27054 w 54073"/>
                    <a:gd name="connsiteY12"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073" h="54073">
                      <a:moveTo>
                        <a:pt x="27054" y="54074"/>
                      </a:moveTo>
                      <a:cubicBezTo>
                        <a:pt x="12122" y="54084"/>
                        <a:pt x="9" y="41987"/>
                        <a:pt x="0" y="27054"/>
                      </a:cubicBezTo>
                      <a:cubicBezTo>
                        <a:pt x="-9" y="12122"/>
                        <a:pt x="12088" y="10"/>
                        <a:pt x="27020" y="0"/>
                      </a:cubicBezTo>
                      <a:cubicBezTo>
                        <a:pt x="41952" y="-10"/>
                        <a:pt x="54064" y="12087"/>
                        <a:pt x="54074" y="27020"/>
                      </a:cubicBezTo>
                      <a:cubicBezTo>
                        <a:pt x="54074" y="27025"/>
                        <a:pt x="54074" y="27032"/>
                        <a:pt x="54074" y="27037"/>
                      </a:cubicBezTo>
                      <a:cubicBezTo>
                        <a:pt x="54064" y="41959"/>
                        <a:pt x="41976" y="54055"/>
                        <a:pt x="27054" y="54074"/>
                      </a:cubicBezTo>
                      <a:close/>
                      <a:moveTo>
                        <a:pt x="27054" y="26485"/>
                      </a:moveTo>
                      <a:cubicBezTo>
                        <a:pt x="26750" y="26475"/>
                        <a:pt x="26495" y="26715"/>
                        <a:pt x="26486" y="27020"/>
                      </a:cubicBezTo>
                      <a:cubicBezTo>
                        <a:pt x="26485" y="27025"/>
                        <a:pt x="26485" y="27032"/>
                        <a:pt x="26485" y="27037"/>
                      </a:cubicBezTo>
                      <a:cubicBezTo>
                        <a:pt x="26431" y="27346"/>
                        <a:pt x="26637" y="27642"/>
                        <a:pt x="26947" y="27696"/>
                      </a:cubicBezTo>
                      <a:cubicBezTo>
                        <a:pt x="27256" y="27751"/>
                        <a:pt x="27552" y="27544"/>
                        <a:pt x="27606" y="27234"/>
                      </a:cubicBezTo>
                      <a:cubicBezTo>
                        <a:pt x="27618" y="27170"/>
                        <a:pt x="27618" y="27103"/>
                        <a:pt x="27606" y="27037"/>
                      </a:cubicBezTo>
                      <a:cubicBezTo>
                        <a:pt x="27606" y="26732"/>
                        <a:pt x="27359" y="26485"/>
                        <a:pt x="27054" y="26485"/>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9" name="Freeform 129">
                  <a:extLst>
                    <a:ext uri="{FF2B5EF4-FFF2-40B4-BE49-F238E27FC236}">
                      <a16:creationId xmlns:a16="http://schemas.microsoft.com/office/drawing/2014/main" id="{92F98FA6-12D6-14EE-43D2-A6511810C054}"/>
                    </a:ext>
                  </a:extLst>
                </p:cNvPr>
                <p:cNvSpPr/>
                <p:nvPr/>
              </p:nvSpPr>
              <p:spPr>
                <a:xfrm>
                  <a:off x="11669487" y="2086914"/>
                  <a:ext cx="178826" cy="226135"/>
                </a:xfrm>
                <a:custGeom>
                  <a:avLst/>
                  <a:gdLst>
                    <a:gd name="connsiteX0" fmla="*/ 44069 w 178826"/>
                    <a:gd name="connsiteY0" fmla="*/ 226136 h 226135"/>
                    <a:gd name="connsiteX1" fmla="*/ 9842 w 178826"/>
                    <a:gd name="connsiteY1" fmla="*/ 221739 h 226135"/>
                    <a:gd name="connsiteX2" fmla="*/ 583 w 178826"/>
                    <a:gd name="connsiteY2" fmla="*/ 204568 h 226135"/>
                    <a:gd name="connsiteX3" fmla="*/ 16739 w 178826"/>
                    <a:gd name="connsiteY3" fmla="*/ 195047 h 226135"/>
                    <a:gd name="connsiteX4" fmla="*/ 147712 w 178826"/>
                    <a:gd name="connsiteY4" fmla="*/ 118743 h 226135"/>
                    <a:gd name="connsiteX5" fmla="*/ 126180 w 178826"/>
                    <a:gd name="connsiteY5" fmla="*/ 22514 h 226135"/>
                    <a:gd name="connsiteX6" fmla="*/ 128151 w 178826"/>
                    <a:gd name="connsiteY6" fmla="*/ 3105 h 226135"/>
                    <a:gd name="connsiteX7" fmla="*/ 147303 w 178826"/>
                    <a:gd name="connsiteY7" fmla="*/ 4771 h 226135"/>
                    <a:gd name="connsiteX8" fmla="*/ 130681 w 178826"/>
                    <a:gd name="connsiteY8" fmla="*/ 194616 h 226135"/>
                    <a:gd name="connsiteX9" fmla="*/ 44069 w 178826"/>
                    <a:gd name="connsiteY9" fmla="*/ 226136 h 22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8826" h="226135">
                      <a:moveTo>
                        <a:pt x="44069" y="226136"/>
                      </a:moveTo>
                      <a:cubicBezTo>
                        <a:pt x="32519" y="226134"/>
                        <a:pt x="21017" y="224656"/>
                        <a:pt x="9842" y="221739"/>
                      </a:cubicBezTo>
                      <a:cubicBezTo>
                        <a:pt x="2543" y="219554"/>
                        <a:pt x="-1602" y="211866"/>
                        <a:pt x="583" y="204568"/>
                      </a:cubicBezTo>
                      <a:cubicBezTo>
                        <a:pt x="2651" y="197659"/>
                        <a:pt x="9693" y="193509"/>
                        <a:pt x="16739" y="195047"/>
                      </a:cubicBezTo>
                      <a:cubicBezTo>
                        <a:pt x="73977" y="210143"/>
                        <a:pt x="132615" y="175981"/>
                        <a:pt x="147712" y="118743"/>
                      </a:cubicBezTo>
                      <a:cubicBezTo>
                        <a:pt x="156592" y="85073"/>
                        <a:pt x="148563" y="49188"/>
                        <a:pt x="126180" y="22514"/>
                      </a:cubicBezTo>
                      <a:cubicBezTo>
                        <a:pt x="121364" y="16610"/>
                        <a:pt x="122247" y="7921"/>
                        <a:pt x="128151" y="3105"/>
                      </a:cubicBezTo>
                      <a:cubicBezTo>
                        <a:pt x="133934" y="-1612"/>
                        <a:pt x="142421" y="-874"/>
                        <a:pt x="147303" y="4771"/>
                      </a:cubicBezTo>
                      <a:cubicBezTo>
                        <a:pt x="195137" y="61785"/>
                        <a:pt x="187695" y="146780"/>
                        <a:pt x="130681" y="194616"/>
                      </a:cubicBezTo>
                      <a:cubicBezTo>
                        <a:pt x="106413" y="214976"/>
                        <a:pt x="75748" y="226136"/>
                        <a:pt x="44069" y="226136"/>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0" name="Freeform 130">
                  <a:extLst>
                    <a:ext uri="{FF2B5EF4-FFF2-40B4-BE49-F238E27FC236}">
                      <a16:creationId xmlns:a16="http://schemas.microsoft.com/office/drawing/2014/main" id="{E8D048EE-40F4-7D4C-E2C8-FFBBCCA447AC}"/>
                    </a:ext>
                  </a:extLst>
                </p:cNvPr>
                <p:cNvSpPr/>
                <p:nvPr/>
              </p:nvSpPr>
              <p:spPr>
                <a:xfrm>
                  <a:off x="11770096" y="2058595"/>
                  <a:ext cx="54074" cy="54073"/>
                </a:xfrm>
                <a:custGeom>
                  <a:avLst/>
                  <a:gdLst>
                    <a:gd name="connsiteX0" fmla="*/ 26985 w 54074"/>
                    <a:gd name="connsiteY0" fmla="*/ 54074 h 54073"/>
                    <a:gd name="connsiteX1" fmla="*/ 0 w 54074"/>
                    <a:gd name="connsiteY1" fmla="*/ 26985 h 54073"/>
                    <a:gd name="connsiteX2" fmla="*/ 27089 w 54074"/>
                    <a:gd name="connsiteY2" fmla="*/ 0 h 54073"/>
                    <a:gd name="connsiteX3" fmla="*/ 54074 w 54074"/>
                    <a:gd name="connsiteY3" fmla="*/ 27054 h 54073"/>
                    <a:gd name="connsiteX4" fmla="*/ 26985 w 54074"/>
                    <a:gd name="connsiteY4" fmla="*/ 54074 h 54073"/>
                    <a:gd name="connsiteX5" fmla="*/ 26985 w 54074"/>
                    <a:gd name="connsiteY5" fmla="*/ 26485 h 54073"/>
                    <a:gd name="connsiteX6" fmla="*/ 26434 w 54074"/>
                    <a:gd name="connsiteY6" fmla="*/ 27054 h 54073"/>
                    <a:gd name="connsiteX7" fmla="*/ 27092 w 54074"/>
                    <a:gd name="connsiteY7" fmla="*/ 27516 h 54073"/>
                    <a:gd name="connsiteX8" fmla="*/ 27554 w 54074"/>
                    <a:gd name="connsiteY8" fmla="*/ 27054 h 54073"/>
                    <a:gd name="connsiteX9" fmla="*/ 26985 w 54074"/>
                    <a:gd name="connsiteY9"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74" h="54073">
                      <a:moveTo>
                        <a:pt x="26985" y="54074"/>
                      </a:moveTo>
                      <a:cubicBezTo>
                        <a:pt x="12053" y="54045"/>
                        <a:pt x="-29" y="41917"/>
                        <a:pt x="0" y="26985"/>
                      </a:cubicBezTo>
                      <a:cubicBezTo>
                        <a:pt x="29" y="12053"/>
                        <a:pt x="12156" y="-29"/>
                        <a:pt x="27089" y="0"/>
                      </a:cubicBezTo>
                      <a:cubicBezTo>
                        <a:pt x="42007" y="29"/>
                        <a:pt x="54083" y="12135"/>
                        <a:pt x="54074" y="27054"/>
                      </a:cubicBezTo>
                      <a:cubicBezTo>
                        <a:pt x="54055" y="41996"/>
                        <a:pt x="41926" y="54093"/>
                        <a:pt x="26985" y="54074"/>
                      </a:cubicBezTo>
                      <a:close/>
                      <a:moveTo>
                        <a:pt x="26985" y="26485"/>
                      </a:moveTo>
                      <a:cubicBezTo>
                        <a:pt x="26678" y="26494"/>
                        <a:pt x="26434" y="26746"/>
                        <a:pt x="26434" y="27054"/>
                      </a:cubicBezTo>
                      <a:cubicBezTo>
                        <a:pt x="26489" y="27364"/>
                        <a:pt x="26784" y="27570"/>
                        <a:pt x="27092" y="27516"/>
                      </a:cubicBezTo>
                      <a:cubicBezTo>
                        <a:pt x="27328" y="27474"/>
                        <a:pt x="27513" y="27290"/>
                        <a:pt x="27554" y="27054"/>
                      </a:cubicBezTo>
                      <a:cubicBezTo>
                        <a:pt x="27554" y="26740"/>
                        <a:pt x="27299" y="26485"/>
                        <a:pt x="26985" y="26485"/>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21" name="Graphic 336">
                  <a:extLst>
                    <a:ext uri="{FF2B5EF4-FFF2-40B4-BE49-F238E27FC236}">
                      <a16:creationId xmlns:a16="http://schemas.microsoft.com/office/drawing/2014/main" id="{2A279898-0B42-1438-AF50-95BA28D2AB61}"/>
                    </a:ext>
                  </a:extLst>
                </p:cNvPr>
                <p:cNvGrpSpPr/>
                <p:nvPr/>
              </p:nvGrpSpPr>
              <p:grpSpPr>
                <a:xfrm>
                  <a:off x="11642426" y="2109389"/>
                  <a:ext cx="134189" cy="138120"/>
                  <a:chOff x="11642426" y="2109389"/>
                  <a:chExt cx="134189" cy="138120"/>
                </a:xfrm>
                <a:grpFill/>
              </p:grpSpPr>
              <p:sp>
                <p:nvSpPr>
                  <p:cNvPr id="22" name="Freeform 132">
                    <a:extLst>
                      <a:ext uri="{FF2B5EF4-FFF2-40B4-BE49-F238E27FC236}">
                        <a16:creationId xmlns:a16="http://schemas.microsoft.com/office/drawing/2014/main" id="{80C4C046-6459-BFFE-57CC-CF72A0F285C6}"/>
                      </a:ext>
                    </a:extLst>
                  </p:cNvPr>
                  <p:cNvSpPr/>
                  <p:nvPr/>
                </p:nvSpPr>
                <p:spPr>
                  <a:xfrm>
                    <a:off x="11681787" y="2109389"/>
                    <a:ext cx="34081" cy="51112"/>
                  </a:xfrm>
                  <a:custGeom>
                    <a:avLst/>
                    <a:gdLst>
                      <a:gd name="connsiteX0" fmla="*/ 20338 w 34081"/>
                      <a:gd name="connsiteY0" fmla="*/ 51112 h 51112"/>
                      <a:gd name="connsiteX1" fmla="*/ 7060 w 34081"/>
                      <a:gd name="connsiteY1" fmla="*/ 41008 h 51112"/>
                      <a:gd name="connsiteX2" fmla="*/ 318 w 34081"/>
                      <a:gd name="connsiteY2" fmla="*/ 16730 h 51112"/>
                      <a:gd name="connsiteX3" fmla="*/ 10864 w 34081"/>
                      <a:gd name="connsiteY3" fmla="*/ 317 h 51112"/>
                      <a:gd name="connsiteX4" fmla="*/ 26855 w 34081"/>
                      <a:gd name="connsiteY4" fmla="*/ 9350 h 51112"/>
                      <a:gd name="connsiteX5" fmla="*/ 33580 w 34081"/>
                      <a:gd name="connsiteY5" fmla="*/ 33628 h 51112"/>
                      <a:gd name="connsiteX6" fmla="*/ 24028 w 34081"/>
                      <a:gd name="connsiteY6" fmla="*/ 50578 h 51112"/>
                      <a:gd name="connsiteX7" fmla="*/ 20338 w 34081"/>
                      <a:gd name="connsiteY7" fmla="*/ 51112 h 51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081" h="51112">
                        <a:moveTo>
                          <a:pt x="20338" y="51112"/>
                        </a:moveTo>
                        <a:cubicBezTo>
                          <a:pt x="14146" y="51106"/>
                          <a:pt x="8717" y="46974"/>
                          <a:pt x="7060" y="41008"/>
                        </a:cubicBezTo>
                        <a:lnTo>
                          <a:pt x="318" y="16730"/>
                        </a:lnTo>
                        <a:cubicBezTo>
                          <a:pt x="-1302" y="9286"/>
                          <a:pt x="3420" y="1938"/>
                          <a:pt x="10864" y="317"/>
                        </a:cubicBezTo>
                        <a:cubicBezTo>
                          <a:pt x="17715" y="-1174"/>
                          <a:pt x="24595" y="2712"/>
                          <a:pt x="26855" y="9350"/>
                        </a:cubicBezTo>
                        <a:lnTo>
                          <a:pt x="33580" y="33628"/>
                        </a:lnTo>
                        <a:cubicBezTo>
                          <a:pt x="35601" y="40944"/>
                          <a:pt x="31332" y="48518"/>
                          <a:pt x="24028" y="50578"/>
                        </a:cubicBezTo>
                        <a:cubicBezTo>
                          <a:pt x="22826" y="50916"/>
                          <a:pt x="21586" y="51096"/>
                          <a:pt x="20338" y="51112"/>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3" name="Freeform 133">
                    <a:extLst>
                      <a:ext uri="{FF2B5EF4-FFF2-40B4-BE49-F238E27FC236}">
                        <a16:creationId xmlns:a16="http://schemas.microsoft.com/office/drawing/2014/main" id="{B4703D31-D9F4-7BA8-F36B-B351A473AE3E}"/>
                      </a:ext>
                    </a:extLst>
                  </p:cNvPr>
                  <p:cNvSpPr/>
                  <p:nvPr/>
                </p:nvSpPr>
                <p:spPr>
                  <a:xfrm>
                    <a:off x="11712355" y="2115152"/>
                    <a:ext cx="40560" cy="48969"/>
                  </a:xfrm>
                  <a:custGeom>
                    <a:avLst/>
                    <a:gdLst>
                      <a:gd name="connsiteX0" fmla="*/ 13789 w 40560"/>
                      <a:gd name="connsiteY0" fmla="*/ 48970 h 48969"/>
                      <a:gd name="connsiteX1" fmla="*/ 0 w 40560"/>
                      <a:gd name="connsiteY1" fmla="*/ 35170 h 48969"/>
                      <a:gd name="connsiteX2" fmla="*/ 2012 w 40560"/>
                      <a:gd name="connsiteY2" fmla="*/ 28002 h 48969"/>
                      <a:gd name="connsiteX3" fmla="*/ 15134 w 40560"/>
                      <a:gd name="connsiteY3" fmla="*/ 6379 h 48969"/>
                      <a:gd name="connsiteX4" fmla="*/ 34182 w 40560"/>
                      <a:gd name="connsiteY4" fmla="*/ 2165 h 48969"/>
                      <a:gd name="connsiteX5" fmla="*/ 38722 w 40560"/>
                      <a:gd name="connsiteY5" fmla="*/ 20674 h 48969"/>
                      <a:gd name="connsiteX6" fmla="*/ 25600 w 40560"/>
                      <a:gd name="connsiteY6" fmla="*/ 42331 h 48969"/>
                      <a:gd name="connsiteX7" fmla="*/ 13789 w 40560"/>
                      <a:gd name="connsiteY7" fmla="*/ 48970 h 4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60" h="48969">
                        <a:moveTo>
                          <a:pt x="13789" y="48970"/>
                        </a:moveTo>
                        <a:cubicBezTo>
                          <a:pt x="6170" y="48967"/>
                          <a:pt x="-3" y="42788"/>
                          <a:pt x="0" y="35170"/>
                        </a:cubicBezTo>
                        <a:cubicBezTo>
                          <a:pt x="1" y="32641"/>
                          <a:pt x="697" y="30162"/>
                          <a:pt x="2012" y="28002"/>
                        </a:cubicBezTo>
                        <a:lnTo>
                          <a:pt x="15134" y="6379"/>
                        </a:lnTo>
                        <a:cubicBezTo>
                          <a:pt x="19231" y="-44"/>
                          <a:pt x="27757" y="-1931"/>
                          <a:pt x="34182" y="2165"/>
                        </a:cubicBezTo>
                        <a:cubicBezTo>
                          <a:pt x="40398" y="6130"/>
                          <a:pt x="42398" y="14282"/>
                          <a:pt x="38722" y="20674"/>
                        </a:cubicBezTo>
                        <a:lnTo>
                          <a:pt x="25600" y="42331"/>
                        </a:lnTo>
                        <a:cubicBezTo>
                          <a:pt x="23096" y="46458"/>
                          <a:pt x="18616" y="48976"/>
                          <a:pt x="13789" y="48970"/>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4" name="Freeform 134">
                    <a:extLst>
                      <a:ext uri="{FF2B5EF4-FFF2-40B4-BE49-F238E27FC236}">
                        <a16:creationId xmlns:a16="http://schemas.microsoft.com/office/drawing/2014/main" id="{2B8A7972-B1EA-68F9-2D59-2E922C82FB29}"/>
                      </a:ext>
                    </a:extLst>
                  </p:cNvPr>
                  <p:cNvSpPr/>
                  <p:nvPr/>
                </p:nvSpPr>
                <p:spPr>
                  <a:xfrm>
                    <a:off x="11730312" y="2152481"/>
                    <a:ext cx="46303" cy="31384"/>
                  </a:xfrm>
                  <a:custGeom>
                    <a:avLst/>
                    <a:gdLst>
                      <a:gd name="connsiteX0" fmla="*/ 13954 w 46303"/>
                      <a:gd name="connsiteY0" fmla="*/ 31384 h 31384"/>
                      <a:gd name="connsiteX1" fmla="*/ 1 w 46303"/>
                      <a:gd name="connsiteY1" fmla="*/ 17750 h 31384"/>
                      <a:gd name="connsiteX2" fmla="*/ 11230 w 46303"/>
                      <a:gd name="connsiteY2" fmla="*/ 4037 h 31384"/>
                      <a:gd name="connsiteX3" fmla="*/ 29749 w 46303"/>
                      <a:gd name="connsiteY3" fmla="*/ 278 h 31384"/>
                      <a:gd name="connsiteX4" fmla="*/ 46026 w 46303"/>
                      <a:gd name="connsiteY4" fmla="*/ 11072 h 31384"/>
                      <a:gd name="connsiteX5" fmla="*/ 35232 w 46303"/>
                      <a:gd name="connsiteY5" fmla="*/ 27349 h 31384"/>
                      <a:gd name="connsiteX6" fmla="*/ 16713 w 46303"/>
                      <a:gd name="connsiteY6" fmla="*/ 31108 h 31384"/>
                      <a:gd name="connsiteX7" fmla="*/ 13954 w 46303"/>
                      <a:gd name="connsiteY7" fmla="*/ 31384 h 3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303" h="31384">
                        <a:moveTo>
                          <a:pt x="13954" y="31384"/>
                        </a:moveTo>
                        <a:cubicBezTo>
                          <a:pt x="6336" y="31472"/>
                          <a:pt x="89" y="25368"/>
                          <a:pt x="1" y="17750"/>
                        </a:cubicBezTo>
                        <a:cubicBezTo>
                          <a:pt x="-77" y="11061"/>
                          <a:pt x="4657" y="5280"/>
                          <a:pt x="11230" y="4037"/>
                        </a:cubicBezTo>
                        <a:lnTo>
                          <a:pt x="29749" y="278"/>
                        </a:lnTo>
                        <a:cubicBezTo>
                          <a:pt x="37224" y="-1237"/>
                          <a:pt x="44512" y="3596"/>
                          <a:pt x="46026" y="11072"/>
                        </a:cubicBezTo>
                        <a:cubicBezTo>
                          <a:pt x="47540" y="18547"/>
                          <a:pt x="42707" y="25835"/>
                          <a:pt x="35232" y="27349"/>
                        </a:cubicBezTo>
                        <a:lnTo>
                          <a:pt x="16713" y="31108"/>
                        </a:lnTo>
                        <a:cubicBezTo>
                          <a:pt x="15804" y="31292"/>
                          <a:pt x="14880" y="31385"/>
                          <a:pt x="13954" y="31384"/>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5" name="Freeform 135">
                    <a:extLst>
                      <a:ext uri="{FF2B5EF4-FFF2-40B4-BE49-F238E27FC236}">
                        <a16:creationId xmlns:a16="http://schemas.microsoft.com/office/drawing/2014/main" id="{DFD008D6-2203-E0E0-F970-3A5AABA6D0CD}"/>
                      </a:ext>
                    </a:extLst>
                  </p:cNvPr>
                  <p:cNvSpPr/>
                  <p:nvPr/>
                </p:nvSpPr>
                <p:spPr>
                  <a:xfrm>
                    <a:off x="11725062" y="2181654"/>
                    <a:ext cx="46842" cy="39214"/>
                  </a:xfrm>
                  <a:custGeom>
                    <a:avLst/>
                    <a:gdLst>
                      <a:gd name="connsiteX0" fmla="*/ 33016 w 46842"/>
                      <a:gd name="connsiteY0" fmla="*/ 39215 h 39214"/>
                      <a:gd name="connsiteX1" fmla="*/ 25895 w 46842"/>
                      <a:gd name="connsiteY1" fmla="*/ 37232 h 39214"/>
                      <a:gd name="connsiteX2" fmla="*/ 6669 w 46842"/>
                      <a:gd name="connsiteY2" fmla="*/ 25610 h 39214"/>
                      <a:gd name="connsiteX3" fmla="*/ 1987 w 46842"/>
                      <a:gd name="connsiteY3" fmla="*/ 6669 h 39214"/>
                      <a:gd name="connsiteX4" fmla="*/ 20929 w 46842"/>
                      <a:gd name="connsiteY4" fmla="*/ 1987 h 39214"/>
                      <a:gd name="connsiteX5" fmla="*/ 40172 w 46842"/>
                      <a:gd name="connsiteY5" fmla="*/ 13609 h 39214"/>
                      <a:gd name="connsiteX6" fmla="*/ 44858 w 46842"/>
                      <a:gd name="connsiteY6" fmla="*/ 32545 h 39214"/>
                      <a:gd name="connsiteX7" fmla="*/ 33016 w 46842"/>
                      <a:gd name="connsiteY7" fmla="*/ 39215 h 3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842" h="39214">
                        <a:moveTo>
                          <a:pt x="33016" y="39215"/>
                        </a:moveTo>
                        <a:cubicBezTo>
                          <a:pt x="30505" y="39215"/>
                          <a:pt x="28043" y="38529"/>
                          <a:pt x="25895" y="37232"/>
                        </a:cubicBezTo>
                        <a:lnTo>
                          <a:pt x="6669" y="25610"/>
                        </a:lnTo>
                        <a:cubicBezTo>
                          <a:pt x="145" y="21672"/>
                          <a:pt x="-1951" y="13192"/>
                          <a:pt x="1987" y="6669"/>
                        </a:cubicBezTo>
                        <a:cubicBezTo>
                          <a:pt x="5925" y="145"/>
                          <a:pt x="14406" y="-1951"/>
                          <a:pt x="20929" y="1987"/>
                        </a:cubicBezTo>
                        <a:lnTo>
                          <a:pt x="40172" y="13609"/>
                        </a:lnTo>
                        <a:cubicBezTo>
                          <a:pt x="46695" y="17544"/>
                          <a:pt x="48793" y="26022"/>
                          <a:pt x="44858" y="32545"/>
                        </a:cubicBezTo>
                        <a:cubicBezTo>
                          <a:pt x="42355" y="36694"/>
                          <a:pt x="37860" y="39225"/>
                          <a:pt x="33016" y="39215"/>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6" name="Freeform 136">
                    <a:extLst>
                      <a:ext uri="{FF2B5EF4-FFF2-40B4-BE49-F238E27FC236}">
                        <a16:creationId xmlns:a16="http://schemas.microsoft.com/office/drawing/2014/main" id="{546DD127-50B0-FBF5-1C13-FE99264C2043}"/>
                      </a:ext>
                    </a:extLst>
                  </p:cNvPr>
                  <p:cNvSpPr/>
                  <p:nvPr/>
                </p:nvSpPr>
                <p:spPr>
                  <a:xfrm>
                    <a:off x="11702289" y="2201764"/>
                    <a:ext cx="31987" cy="45745"/>
                  </a:xfrm>
                  <a:custGeom>
                    <a:avLst/>
                    <a:gdLst>
                      <a:gd name="connsiteX0" fmla="*/ 18182 w 31987"/>
                      <a:gd name="connsiteY0" fmla="*/ 45745 h 45745"/>
                      <a:gd name="connsiteX1" fmla="*/ 4784 w 31987"/>
                      <a:gd name="connsiteY1" fmla="*/ 35192 h 45745"/>
                      <a:gd name="connsiteX2" fmla="*/ 387 w 31987"/>
                      <a:gd name="connsiteY2" fmla="*/ 17036 h 45745"/>
                      <a:gd name="connsiteX3" fmla="*/ 10569 w 31987"/>
                      <a:gd name="connsiteY3" fmla="*/ 388 h 45745"/>
                      <a:gd name="connsiteX4" fmla="*/ 27217 w 31987"/>
                      <a:gd name="connsiteY4" fmla="*/ 10570 h 45745"/>
                      <a:gd name="connsiteX5" fmla="*/ 31597 w 31987"/>
                      <a:gd name="connsiteY5" fmla="*/ 28709 h 45745"/>
                      <a:gd name="connsiteX6" fmla="*/ 21437 w 31987"/>
                      <a:gd name="connsiteY6" fmla="*/ 45362 h 45745"/>
                      <a:gd name="connsiteX7" fmla="*/ 21424 w 31987"/>
                      <a:gd name="connsiteY7" fmla="*/ 45366 h 45745"/>
                      <a:gd name="connsiteX8" fmla="*/ 18182 w 31987"/>
                      <a:gd name="connsiteY8" fmla="*/ 45745 h 4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87" h="45745">
                        <a:moveTo>
                          <a:pt x="18182" y="45745"/>
                        </a:moveTo>
                        <a:cubicBezTo>
                          <a:pt x="11816" y="45740"/>
                          <a:pt x="6280" y="41379"/>
                          <a:pt x="4784" y="35192"/>
                        </a:cubicBezTo>
                        <a:lnTo>
                          <a:pt x="387" y="17036"/>
                        </a:lnTo>
                        <a:cubicBezTo>
                          <a:pt x="-1398" y="9626"/>
                          <a:pt x="3160" y="2174"/>
                          <a:pt x="10569" y="388"/>
                        </a:cubicBezTo>
                        <a:cubicBezTo>
                          <a:pt x="17978" y="-1399"/>
                          <a:pt x="25432" y="3160"/>
                          <a:pt x="27217" y="10570"/>
                        </a:cubicBezTo>
                        <a:lnTo>
                          <a:pt x="31597" y="28709"/>
                        </a:lnTo>
                        <a:cubicBezTo>
                          <a:pt x="33390" y="36113"/>
                          <a:pt x="28842" y="43569"/>
                          <a:pt x="21437" y="45362"/>
                        </a:cubicBezTo>
                        <a:cubicBezTo>
                          <a:pt x="21432" y="45364"/>
                          <a:pt x="21428" y="45364"/>
                          <a:pt x="21424" y="45366"/>
                        </a:cubicBezTo>
                        <a:cubicBezTo>
                          <a:pt x="20362" y="45618"/>
                          <a:pt x="19274" y="45745"/>
                          <a:pt x="18182" y="45745"/>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7" name="Freeform 137">
                    <a:extLst>
                      <a:ext uri="{FF2B5EF4-FFF2-40B4-BE49-F238E27FC236}">
                        <a16:creationId xmlns:a16="http://schemas.microsoft.com/office/drawing/2014/main" id="{63FF9347-10F6-576C-A61C-DF9AD7AD8B86}"/>
                      </a:ext>
                    </a:extLst>
                  </p:cNvPr>
                  <p:cNvSpPr/>
                  <p:nvPr/>
                </p:nvSpPr>
                <p:spPr>
                  <a:xfrm>
                    <a:off x="11665963" y="2194759"/>
                    <a:ext cx="38617" cy="46490"/>
                  </a:xfrm>
                  <a:custGeom>
                    <a:avLst/>
                    <a:gdLst>
                      <a:gd name="connsiteX0" fmla="*/ 13746 w 38617"/>
                      <a:gd name="connsiteY0" fmla="*/ 46490 h 46490"/>
                      <a:gd name="connsiteX1" fmla="*/ 0 w 38617"/>
                      <a:gd name="connsiteY1" fmla="*/ 32648 h 46490"/>
                      <a:gd name="connsiteX2" fmla="*/ 1848 w 38617"/>
                      <a:gd name="connsiteY2" fmla="*/ 25799 h 46490"/>
                      <a:gd name="connsiteX3" fmla="*/ 12815 w 38617"/>
                      <a:gd name="connsiteY3" fmla="*/ 7004 h 46490"/>
                      <a:gd name="connsiteX4" fmla="*/ 31613 w 38617"/>
                      <a:gd name="connsiteY4" fmla="*/ 1791 h 46490"/>
                      <a:gd name="connsiteX5" fmla="*/ 36827 w 38617"/>
                      <a:gd name="connsiteY5" fmla="*/ 20590 h 46490"/>
                      <a:gd name="connsiteX6" fmla="*/ 36645 w 38617"/>
                      <a:gd name="connsiteY6" fmla="*/ 20902 h 46490"/>
                      <a:gd name="connsiteX7" fmla="*/ 25678 w 38617"/>
                      <a:gd name="connsiteY7" fmla="*/ 39714 h 46490"/>
                      <a:gd name="connsiteX8" fmla="*/ 13746 w 38617"/>
                      <a:gd name="connsiteY8" fmla="*/ 46490 h 46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17" h="46490">
                        <a:moveTo>
                          <a:pt x="13746" y="46490"/>
                        </a:moveTo>
                        <a:cubicBezTo>
                          <a:pt x="6128" y="46463"/>
                          <a:pt x="-27" y="40266"/>
                          <a:pt x="0" y="32648"/>
                        </a:cubicBezTo>
                        <a:cubicBezTo>
                          <a:pt x="9" y="30242"/>
                          <a:pt x="646" y="27882"/>
                          <a:pt x="1848" y="25799"/>
                        </a:cubicBezTo>
                        <a:lnTo>
                          <a:pt x="12815" y="7004"/>
                        </a:lnTo>
                        <a:cubicBezTo>
                          <a:pt x="16566" y="373"/>
                          <a:pt x="24983" y="-1961"/>
                          <a:pt x="31613" y="1791"/>
                        </a:cubicBezTo>
                        <a:cubicBezTo>
                          <a:pt x="38244" y="5542"/>
                          <a:pt x="40578" y="13958"/>
                          <a:pt x="36827" y="20590"/>
                        </a:cubicBezTo>
                        <a:cubicBezTo>
                          <a:pt x="36767" y="20695"/>
                          <a:pt x="36707" y="20798"/>
                          <a:pt x="36645" y="20902"/>
                        </a:cubicBezTo>
                        <a:lnTo>
                          <a:pt x="25678" y="39714"/>
                        </a:lnTo>
                        <a:cubicBezTo>
                          <a:pt x="23186" y="43932"/>
                          <a:pt x="18644" y="46511"/>
                          <a:pt x="13746" y="46490"/>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8" name="Freeform 138">
                    <a:extLst>
                      <a:ext uri="{FF2B5EF4-FFF2-40B4-BE49-F238E27FC236}">
                        <a16:creationId xmlns:a16="http://schemas.microsoft.com/office/drawing/2014/main" id="{416B2500-3A77-9F3E-7A82-9F1B6043B125}"/>
                      </a:ext>
                    </a:extLst>
                  </p:cNvPr>
                  <p:cNvSpPr/>
                  <p:nvPr/>
                </p:nvSpPr>
                <p:spPr>
                  <a:xfrm>
                    <a:off x="11642426" y="2171965"/>
                    <a:ext cx="48292" cy="33233"/>
                  </a:xfrm>
                  <a:custGeom>
                    <a:avLst/>
                    <a:gdLst>
                      <a:gd name="connsiteX0" fmla="*/ 13781 w 48292"/>
                      <a:gd name="connsiteY0" fmla="*/ 33230 h 33233"/>
                      <a:gd name="connsiteX1" fmla="*/ 0 w 48292"/>
                      <a:gd name="connsiteY1" fmla="*/ 19422 h 33233"/>
                      <a:gd name="connsiteX2" fmla="*/ 10177 w 48292"/>
                      <a:gd name="connsiteY2" fmla="*/ 6124 h 33233"/>
                      <a:gd name="connsiteX3" fmla="*/ 30696 w 48292"/>
                      <a:gd name="connsiteY3" fmla="*/ 537 h 33233"/>
                      <a:gd name="connsiteX4" fmla="*/ 47756 w 48292"/>
                      <a:gd name="connsiteY4" fmla="*/ 9999 h 33233"/>
                      <a:gd name="connsiteX5" fmla="*/ 38294 w 48292"/>
                      <a:gd name="connsiteY5" fmla="*/ 27059 h 33233"/>
                      <a:gd name="connsiteX6" fmla="*/ 37921 w 48292"/>
                      <a:gd name="connsiteY6" fmla="*/ 27160 h 33233"/>
                      <a:gd name="connsiteX7" fmla="*/ 17402 w 48292"/>
                      <a:gd name="connsiteY7" fmla="*/ 32833 h 33233"/>
                      <a:gd name="connsiteX8" fmla="*/ 13781 w 48292"/>
                      <a:gd name="connsiteY8" fmla="*/ 33230 h 3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92" h="33233">
                        <a:moveTo>
                          <a:pt x="13781" y="33230"/>
                        </a:moveTo>
                        <a:cubicBezTo>
                          <a:pt x="6162" y="33223"/>
                          <a:pt x="-8" y="27040"/>
                          <a:pt x="0" y="19422"/>
                        </a:cubicBezTo>
                        <a:cubicBezTo>
                          <a:pt x="6" y="13201"/>
                          <a:pt x="4174" y="7755"/>
                          <a:pt x="10177" y="6124"/>
                        </a:cubicBezTo>
                        <a:lnTo>
                          <a:pt x="30696" y="537"/>
                        </a:lnTo>
                        <a:cubicBezTo>
                          <a:pt x="38020" y="-1561"/>
                          <a:pt x="45658" y="2675"/>
                          <a:pt x="47756" y="9999"/>
                        </a:cubicBezTo>
                        <a:cubicBezTo>
                          <a:pt x="49854" y="17323"/>
                          <a:pt x="45618" y="24961"/>
                          <a:pt x="38294" y="27059"/>
                        </a:cubicBezTo>
                        <a:cubicBezTo>
                          <a:pt x="38170" y="27094"/>
                          <a:pt x="38046" y="27128"/>
                          <a:pt x="37921" y="27160"/>
                        </a:cubicBezTo>
                        <a:lnTo>
                          <a:pt x="17402" y="32833"/>
                        </a:lnTo>
                        <a:cubicBezTo>
                          <a:pt x="16217" y="33124"/>
                          <a:pt x="15000" y="33257"/>
                          <a:pt x="13781" y="33230"/>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9" name="Freeform 139">
                    <a:extLst>
                      <a:ext uri="{FF2B5EF4-FFF2-40B4-BE49-F238E27FC236}">
                        <a16:creationId xmlns:a16="http://schemas.microsoft.com/office/drawing/2014/main" id="{34CEBA88-8736-953E-CA55-E94B00B42FC3}"/>
                      </a:ext>
                    </a:extLst>
                  </p:cNvPr>
                  <p:cNvSpPr/>
                  <p:nvPr/>
                </p:nvSpPr>
                <p:spPr>
                  <a:xfrm>
                    <a:off x="11647198" y="2133707"/>
                    <a:ext cx="47286" cy="40433"/>
                  </a:xfrm>
                  <a:custGeom>
                    <a:avLst/>
                    <a:gdLst>
                      <a:gd name="connsiteX0" fmla="*/ 33390 w 47286"/>
                      <a:gd name="connsiteY0" fmla="*/ 40434 h 40433"/>
                      <a:gd name="connsiteX1" fmla="*/ 25872 w 47286"/>
                      <a:gd name="connsiteY1" fmla="*/ 38192 h 40433"/>
                      <a:gd name="connsiteX2" fmla="*/ 6267 w 47286"/>
                      <a:gd name="connsiteY2" fmla="*/ 25363 h 40433"/>
                      <a:gd name="connsiteX3" fmla="*/ 2240 w 47286"/>
                      <a:gd name="connsiteY3" fmla="*/ 6267 h 40433"/>
                      <a:gd name="connsiteX4" fmla="*/ 21337 w 47286"/>
                      <a:gd name="connsiteY4" fmla="*/ 2240 h 40433"/>
                      <a:gd name="connsiteX5" fmla="*/ 41028 w 47286"/>
                      <a:gd name="connsiteY5" fmla="*/ 15086 h 40433"/>
                      <a:gd name="connsiteX6" fmla="*/ 45043 w 47286"/>
                      <a:gd name="connsiteY6" fmla="*/ 34177 h 40433"/>
                      <a:gd name="connsiteX7" fmla="*/ 33476 w 47286"/>
                      <a:gd name="connsiteY7" fmla="*/ 40434 h 4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286" h="40433">
                        <a:moveTo>
                          <a:pt x="33390" y="40434"/>
                        </a:moveTo>
                        <a:cubicBezTo>
                          <a:pt x="30720" y="40430"/>
                          <a:pt x="28108" y="39651"/>
                          <a:pt x="25872" y="38192"/>
                        </a:cubicBezTo>
                        <a:lnTo>
                          <a:pt x="6267" y="25363"/>
                        </a:lnTo>
                        <a:cubicBezTo>
                          <a:pt x="-119" y="21202"/>
                          <a:pt x="-1921" y="12652"/>
                          <a:pt x="2240" y="6267"/>
                        </a:cubicBezTo>
                        <a:cubicBezTo>
                          <a:pt x="6402" y="-119"/>
                          <a:pt x="14952" y="-1921"/>
                          <a:pt x="21337" y="2240"/>
                        </a:cubicBezTo>
                        <a:lnTo>
                          <a:pt x="41028" y="15086"/>
                        </a:lnTo>
                        <a:cubicBezTo>
                          <a:pt x="47409" y="19249"/>
                          <a:pt x="49206" y="27797"/>
                          <a:pt x="45043" y="34177"/>
                        </a:cubicBezTo>
                        <a:cubicBezTo>
                          <a:pt x="42494" y="38085"/>
                          <a:pt x="38142" y="40439"/>
                          <a:pt x="33476" y="40434"/>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0" name="Freeform 140">
                    <a:extLst>
                      <a:ext uri="{FF2B5EF4-FFF2-40B4-BE49-F238E27FC236}">
                        <a16:creationId xmlns:a16="http://schemas.microsoft.com/office/drawing/2014/main" id="{B551632A-2775-E6D1-9188-823809DEB2F5}"/>
                      </a:ext>
                    </a:extLst>
                  </p:cNvPr>
                  <p:cNvSpPr/>
                  <p:nvPr/>
                </p:nvSpPr>
                <p:spPr>
                  <a:xfrm>
                    <a:off x="11662660" y="2132016"/>
                    <a:ext cx="94148" cy="94146"/>
                  </a:xfrm>
                  <a:custGeom>
                    <a:avLst/>
                    <a:gdLst>
                      <a:gd name="connsiteX0" fmla="*/ 47086 w 94148"/>
                      <a:gd name="connsiteY0" fmla="*/ 94147 h 94146"/>
                      <a:gd name="connsiteX1" fmla="*/ 0 w 94148"/>
                      <a:gd name="connsiteY1" fmla="*/ 47086 h 94146"/>
                      <a:gd name="connsiteX2" fmla="*/ 47061 w 94148"/>
                      <a:gd name="connsiteY2" fmla="*/ 0 h 94146"/>
                      <a:gd name="connsiteX3" fmla="*/ 92900 w 94148"/>
                      <a:gd name="connsiteY3" fmla="*/ 36314 h 94146"/>
                      <a:gd name="connsiteX4" fmla="*/ 92900 w 94148"/>
                      <a:gd name="connsiteY4" fmla="*/ 36314 h 94146"/>
                      <a:gd name="connsiteX5" fmla="*/ 57755 w 94148"/>
                      <a:gd name="connsiteY5" fmla="*/ 92910 h 94146"/>
                      <a:gd name="connsiteX6" fmla="*/ 47086 w 94148"/>
                      <a:gd name="connsiteY6" fmla="*/ 94147 h 94146"/>
                      <a:gd name="connsiteX7" fmla="*/ 47086 w 94148"/>
                      <a:gd name="connsiteY7" fmla="*/ 27589 h 94146"/>
                      <a:gd name="connsiteX8" fmla="*/ 42620 w 94148"/>
                      <a:gd name="connsiteY8" fmla="*/ 28106 h 94146"/>
                      <a:gd name="connsiteX9" fmla="*/ 28110 w 94148"/>
                      <a:gd name="connsiteY9" fmla="*/ 51531 h 94146"/>
                      <a:gd name="connsiteX10" fmla="*/ 51535 w 94148"/>
                      <a:gd name="connsiteY10" fmla="*/ 66041 h 94146"/>
                      <a:gd name="connsiteX11" fmla="*/ 66043 w 94148"/>
                      <a:gd name="connsiteY11" fmla="*/ 42671 h 94146"/>
                      <a:gd name="connsiteX12" fmla="*/ 66036 w 94148"/>
                      <a:gd name="connsiteY12" fmla="*/ 42642 h 94146"/>
                      <a:gd name="connsiteX13" fmla="*/ 66036 w 94148"/>
                      <a:gd name="connsiteY13" fmla="*/ 42642 h 94146"/>
                      <a:gd name="connsiteX14" fmla="*/ 47086 w 94148"/>
                      <a:gd name="connsiteY14" fmla="*/ 27589 h 9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148" h="94146">
                        <a:moveTo>
                          <a:pt x="47086" y="94147"/>
                        </a:moveTo>
                        <a:cubicBezTo>
                          <a:pt x="21088" y="94154"/>
                          <a:pt x="7" y="73084"/>
                          <a:pt x="0" y="47086"/>
                        </a:cubicBezTo>
                        <a:cubicBezTo>
                          <a:pt x="-7" y="21088"/>
                          <a:pt x="21063" y="7"/>
                          <a:pt x="47061" y="0"/>
                        </a:cubicBezTo>
                        <a:cubicBezTo>
                          <a:pt x="68919" y="-6"/>
                          <a:pt x="87905" y="15035"/>
                          <a:pt x="92900" y="36314"/>
                        </a:cubicBezTo>
                        <a:lnTo>
                          <a:pt x="92900" y="36314"/>
                        </a:lnTo>
                        <a:cubicBezTo>
                          <a:pt x="98823" y="61647"/>
                          <a:pt x="83089" y="86986"/>
                          <a:pt x="57755" y="92910"/>
                        </a:cubicBezTo>
                        <a:cubicBezTo>
                          <a:pt x="54257" y="93728"/>
                          <a:pt x="50678" y="94143"/>
                          <a:pt x="47086" y="94147"/>
                        </a:cubicBezTo>
                        <a:close/>
                        <a:moveTo>
                          <a:pt x="47086" y="27589"/>
                        </a:moveTo>
                        <a:cubicBezTo>
                          <a:pt x="45582" y="27592"/>
                          <a:pt x="44084" y="27766"/>
                          <a:pt x="42620" y="28106"/>
                        </a:cubicBezTo>
                        <a:cubicBezTo>
                          <a:pt x="32145" y="30568"/>
                          <a:pt x="25648" y="41055"/>
                          <a:pt x="28110" y="51531"/>
                        </a:cubicBezTo>
                        <a:cubicBezTo>
                          <a:pt x="30572" y="62006"/>
                          <a:pt x="41059" y="68503"/>
                          <a:pt x="51535" y="66041"/>
                        </a:cubicBezTo>
                        <a:cubicBezTo>
                          <a:pt x="61994" y="63594"/>
                          <a:pt x="68490" y="53131"/>
                          <a:pt x="66043" y="42671"/>
                        </a:cubicBezTo>
                        <a:cubicBezTo>
                          <a:pt x="66041" y="42662"/>
                          <a:pt x="66038" y="42652"/>
                          <a:pt x="66036" y="42642"/>
                        </a:cubicBezTo>
                        <a:lnTo>
                          <a:pt x="66036" y="42642"/>
                        </a:lnTo>
                        <a:cubicBezTo>
                          <a:pt x="63973" y="33838"/>
                          <a:pt x="56129" y="27606"/>
                          <a:pt x="47086" y="27589"/>
                        </a:cubicBezTo>
                        <a:close/>
                      </a:path>
                    </a:pathLst>
                  </a:custGeom>
                  <a:grp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sp>
        <p:nvSpPr>
          <p:cNvPr id="6" name="Title 5">
            <a:extLst>
              <a:ext uri="{FF2B5EF4-FFF2-40B4-BE49-F238E27FC236}">
                <a16:creationId xmlns:a16="http://schemas.microsoft.com/office/drawing/2014/main" id="{22B3DAD9-D5C2-5F42-EDE9-6470DC18EB59}"/>
              </a:ext>
            </a:extLst>
          </p:cNvPr>
          <p:cNvSpPr>
            <a:spLocks noGrp="1"/>
          </p:cNvSpPr>
          <p:nvPr>
            <p:ph type="ctrTitle"/>
          </p:nvPr>
        </p:nvSpPr>
        <p:spPr/>
        <p:txBody>
          <a:bodyPr/>
          <a:lstStyle/>
          <a:p>
            <a:r>
              <a:rPr lang="nl-BE"/>
              <a:t>project phases</a:t>
            </a:r>
            <a:endParaRPr lang="en-US"/>
          </a:p>
        </p:txBody>
      </p:sp>
      <p:grpSp>
        <p:nvGrpSpPr>
          <p:cNvPr id="502" name="Group 501">
            <a:extLst>
              <a:ext uri="{FF2B5EF4-FFF2-40B4-BE49-F238E27FC236}">
                <a16:creationId xmlns:a16="http://schemas.microsoft.com/office/drawing/2014/main" id="{A1261938-AB67-58BA-075A-CD213D91156D}"/>
              </a:ext>
            </a:extLst>
          </p:cNvPr>
          <p:cNvGrpSpPr/>
          <p:nvPr/>
        </p:nvGrpSpPr>
        <p:grpSpPr>
          <a:xfrm>
            <a:off x="2381250" y="1886722"/>
            <a:ext cx="9691302" cy="361520"/>
            <a:chOff x="1752680" y="1406433"/>
            <a:chExt cx="10319872" cy="361520"/>
          </a:xfrm>
        </p:grpSpPr>
        <p:cxnSp>
          <p:nvCxnSpPr>
            <p:cNvPr id="503" name="Straight Arrow Connector 502">
              <a:extLst>
                <a:ext uri="{FF2B5EF4-FFF2-40B4-BE49-F238E27FC236}">
                  <a16:creationId xmlns:a16="http://schemas.microsoft.com/office/drawing/2014/main" id="{2F67139A-41CC-3469-5462-63E27B2A1D6C}"/>
                </a:ext>
              </a:extLst>
            </p:cNvPr>
            <p:cNvCxnSpPr>
              <a:cxnSpLocks/>
            </p:cNvCxnSpPr>
            <p:nvPr/>
          </p:nvCxnSpPr>
          <p:spPr>
            <a:xfrm>
              <a:off x="1752680" y="1602550"/>
              <a:ext cx="10319872" cy="0"/>
            </a:xfrm>
            <a:prstGeom prst="straightConnector1">
              <a:avLst/>
            </a:prstGeom>
            <a:ln w="19050">
              <a:solidFill>
                <a:schemeClr val="tx1"/>
              </a:solidFill>
              <a:headEnd type="diamond" w="lg" len="lg"/>
              <a:tailEnd type="triangle" w="lg" len="lg"/>
            </a:ln>
          </p:spPr>
          <p:style>
            <a:lnRef idx="1">
              <a:schemeClr val="accent1"/>
            </a:lnRef>
            <a:fillRef idx="0">
              <a:schemeClr val="accent1"/>
            </a:fillRef>
            <a:effectRef idx="0">
              <a:schemeClr val="accent1"/>
            </a:effectRef>
            <a:fontRef idx="minor">
              <a:schemeClr val="tx1"/>
            </a:fontRef>
          </p:style>
        </p:cxnSp>
        <p:sp>
          <p:nvSpPr>
            <p:cNvPr id="504" name="Arrow: Pentagon 115">
              <a:extLst>
                <a:ext uri="{FF2B5EF4-FFF2-40B4-BE49-F238E27FC236}">
                  <a16:creationId xmlns:a16="http://schemas.microsoft.com/office/drawing/2014/main" id="{7DF2B791-F107-64D3-3CD0-AC31C9212BA3}"/>
                </a:ext>
              </a:extLst>
            </p:cNvPr>
            <p:cNvSpPr/>
            <p:nvPr/>
          </p:nvSpPr>
          <p:spPr>
            <a:xfrm>
              <a:off x="6050080" y="1406433"/>
              <a:ext cx="1725072" cy="361520"/>
            </a:xfrm>
            <a:prstGeom prst="homePlate">
              <a:avLst>
                <a:gd name="adj" fmla="val 0"/>
              </a:avLst>
            </a:prstGeom>
            <a:solidFill>
              <a:schemeClr val="bg1"/>
            </a:solidFill>
            <a:ln w="19050">
              <a:no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C3C3C"/>
                  </a:solidFill>
                  <a:effectLst/>
                  <a:uLnTx/>
                  <a:uFillTx/>
                  <a:latin typeface="Century Gothic" panose="020F0302020204030204"/>
                  <a:ea typeface="+mn-ea"/>
                  <a:cs typeface="+mn-cs"/>
                </a:rPr>
                <a:t>Monitor and Control</a:t>
              </a:r>
            </a:p>
          </p:txBody>
        </p:sp>
      </p:grpSp>
      <p:grpSp>
        <p:nvGrpSpPr>
          <p:cNvPr id="2" name="Group 1">
            <a:extLst>
              <a:ext uri="{FF2B5EF4-FFF2-40B4-BE49-F238E27FC236}">
                <a16:creationId xmlns:a16="http://schemas.microsoft.com/office/drawing/2014/main" id="{9633D426-9DCF-C741-763F-E7CC2B95CE79}"/>
              </a:ext>
            </a:extLst>
          </p:cNvPr>
          <p:cNvGrpSpPr/>
          <p:nvPr/>
        </p:nvGrpSpPr>
        <p:grpSpPr>
          <a:xfrm>
            <a:off x="10667997" y="-3"/>
            <a:ext cx="1143475" cy="828677"/>
            <a:chOff x="10667997" y="-3"/>
            <a:chExt cx="1143475" cy="828677"/>
          </a:xfrm>
        </p:grpSpPr>
        <p:sp>
          <p:nvSpPr>
            <p:cNvPr id="3" name="Round Same-side Corner of Rectangle 3">
              <a:extLst>
                <a:ext uri="{FF2B5EF4-FFF2-40B4-BE49-F238E27FC236}">
                  <a16:creationId xmlns:a16="http://schemas.microsoft.com/office/drawing/2014/main" id="{7C284F21-DDF8-657C-0EAE-DC2E9C365D68}"/>
                </a:ext>
              </a:extLst>
            </p:cNvPr>
            <p:cNvSpPr/>
            <p:nvPr/>
          </p:nvSpPr>
          <p:spPr>
            <a:xfrm rot="10800000">
              <a:off x="10667997" y="-3"/>
              <a:ext cx="1143475" cy="828677"/>
            </a:xfrm>
            <a:prstGeom prst="round2SameRect">
              <a:avLst/>
            </a:prstGeom>
            <a:solidFill>
              <a:schemeClr val="bg1"/>
            </a:solidFill>
            <a:ln>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4" name="Picture 3">
              <a:extLst>
                <a:ext uri="{FF2B5EF4-FFF2-40B4-BE49-F238E27FC236}">
                  <a16:creationId xmlns:a16="http://schemas.microsoft.com/office/drawing/2014/main" id="{48E64943-24F5-49D1-898D-A9B74A0CF872}"/>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0957794" y="135851"/>
              <a:ext cx="563880" cy="563880"/>
            </a:xfrm>
            <a:prstGeom prst="rect">
              <a:avLst/>
            </a:prstGeom>
          </p:spPr>
        </p:pic>
      </p:grpSp>
      <p:grpSp>
        <p:nvGrpSpPr>
          <p:cNvPr id="33" name="Group 32">
            <a:extLst>
              <a:ext uri="{FF2B5EF4-FFF2-40B4-BE49-F238E27FC236}">
                <a16:creationId xmlns:a16="http://schemas.microsoft.com/office/drawing/2014/main" id="{17D591C1-D5C3-6BF2-2C53-BEF3288ADDB3}"/>
              </a:ext>
            </a:extLst>
          </p:cNvPr>
          <p:cNvGrpSpPr/>
          <p:nvPr/>
        </p:nvGrpSpPr>
        <p:grpSpPr>
          <a:xfrm>
            <a:off x="0" y="2241576"/>
            <a:ext cx="1405182" cy="1368676"/>
            <a:chOff x="0" y="2241576"/>
            <a:chExt cx="1405182" cy="1368676"/>
          </a:xfrm>
        </p:grpSpPr>
        <p:sp>
          <p:nvSpPr>
            <p:cNvPr id="34" name="Rectangle 33">
              <a:extLst>
                <a:ext uri="{FF2B5EF4-FFF2-40B4-BE49-F238E27FC236}">
                  <a16:creationId xmlns:a16="http://schemas.microsoft.com/office/drawing/2014/main" id="{6A180197-5D33-E432-BB2B-FDBE1C6CADB9}"/>
                </a:ext>
              </a:extLst>
            </p:cNvPr>
            <p:cNvSpPr/>
            <p:nvPr/>
          </p:nvSpPr>
          <p:spPr>
            <a:xfrm>
              <a:off x="1" y="3199852"/>
              <a:ext cx="1120125" cy="410400"/>
            </a:xfrm>
            <a:prstGeom prst="rect">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Pre-Project</a:t>
              </a:r>
            </a:p>
          </p:txBody>
        </p:sp>
        <p:sp>
          <p:nvSpPr>
            <p:cNvPr id="35" name="Arrow: Pentagon 277">
              <a:extLst>
                <a:ext uri="{FF2B5EF4-FFF2-40B4-BE49-F238E27FC236}">
                  <a16:creationId xmlns:a16="http://schemas.microsoft.com/office/drawing/2014/main" id="{12F29FD2-576A-8482-4611-4591A7DBCDF9}"/>
                </a:ext>
              </a:extLst>
            </p:cNvPr>
            <p:cNvSpPr/>
            <p:nvPr/>
          </p:nvSpPr>
          <p:spPr>
            <a:xfrm>
              <a:off x="0" y="2241576"/>
              <a:ext cx="1405182" cy="964154"/>
            </a:xfrm>
            <a:prstGeom prst="homePlate">
              <a:avLst>
                <a:gd name="adj" fmla="val 30009"/>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Discover</a:t>
              </a:r>
            </a:p>
          </p:txBody>
        </p:sp>
        <p:sp>
          <p:nvSpPr>
            <p:cNvPr id="36" name="Oval 35">
              <a:extLst>
                <a:ext uri="{FF2B5EF4-FFF2-40B4-BE49-F238E27FC236}">
                  <a16:creationId xmlns:a16="http://schemas.microsoft.com/office/drawing/2014/main" id="{1EFA02CE-51F0-D9C2-435D-79C12AAC3F55}"/>
                </a:ext>
              </a:extLst>
            </p:cNvPr>
            <p:cNvSpPr/>
            <p:nvPr/>
          </p:nvSpPr>
          <p:spPr>
            <a:xfrm>
              <a:off x="448897" y="2363819"/>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37" name="Graphic 43">
              <a:extLst>
                <a:ext uri="{FF2B5EF4-FFF2-40B4-BE49-F238E27FC236}">
                  <a16:creationId xmlns:a16="http://schemas.microsoft.com/office/drawing/2014/main" id="{986F1C0E-025B-E47F-3F50-11CD6846D910}"/>
                </a:ext>
              </a:extLst>
            </p:cNvPr>
            <p:cNvGrpSpPr/>
            <p:nvPr/>
          </p:nvGrpSpPr>
          <p:grpSpPr>
            <a:xfrm>
              <a:off x="548554" y="2462941"/>
              <a:ext cx="271848" cy="273546"/>
              <a:chOff x="1759940" y="1793479"/>
              <a:chExt cx="449934" cy="452143"/>
            </a:xfrm>
            <a:solidFill>
              <a:schemeClr val="bg1">
                <a:lumMod val="75000"/>
              </a:schemeClr>
            </a:solidFill>
          </p:grpSpPr>
          <p:sp>
            <p:nvSpPr>
              <p:cNvPr id="38" name="Freeform: Shape 37">
                <a:extLst>
                  <a:ext uri="{FF2B5EF4-FFF2-40B4-BE49-F238E27FC236}">
                    <a16:creationId xmlns:a16="http://schemas.microsoft.com/office/drawing/2014/main" id="{AA003F1A-1131-DF8F-F267-0AE29CEB7BC5}"/>
                  </a:ext>
                </a:extLst>
              </p:cNvPr>
              <p:cNvSpPr/>
              <p:nvPr/>
            </p:nvSpPr>
            <p:spPr>
              <a:xfrm>
                <a:off x="1759940"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0" y="43107"/>
                      <a:pt x="0" y="33458"/>
                      <a:pt x="0" y="21554"/>
                    </a:cubicBezTo>
                    <a:cubicBezTo>
                      <a:pt x="0" y="9650"/>
                      <a:pt x="9650" y="0"/>
                      <a:pt x="21554" y="0"/>
                    </a:cubicBezTo>
                    <a:lnTo>
                      <a:pt x="61967" y="0"/>
                    </a:lnTo>
                    <a:cubicBezTo>
                      <a:pt x="73871" y="0"/>
                      <a:pt x="83521" y="9650"/>
                      <a:pt x="83521" y="21554"/>
                    </a:cubicBezTo>
                    <a:cubicBezTo>
                      <a:pt x="83521" y="33458"/>
                      <a:pt x="73871" y="43107"/>
                      <a:pt x="61967" y="43107"/>
                    </a:cubicBezTo>
                    <a:close/>
                  </a:path>
                </a:pathLst>
              </a:custGeom>
              <a:grpFill/>
              <a:ln w="2667" cap="flat">
                <a:noFill/>
                <a:prstDash val="solid"/>
                <a:miter/>
              </a:ln>
            </p:spPr>
            <p:txBody>
              <a:bodyPr rtlCol="0" anchor="ctr"/>
              <a:lstStyle/>
              <a:p>
                <a:endParaRPr lang="en-MY"/>
              </a:p>
            </p:txBody>
          </p:sp>
          <p:grpSp>
            <p:nvGrpSpPr>
              <p:cNvPr id="39" name="Graphic 43">
                <a:extLst>
                  <a:ext uri="{FF2B5EF4-FFF2-40B4-BE49-F238E27FC236}">
                    <a16:creationId xmlns:a16="http://schemas.microsoft.com/office/drawing/2014/main" id="{4458E80A-13ED-1C45-FEF4-8373B8F0FA4C}"/>
                  </a:ext>
                </a:extLst>
              </p:cNvPr>
              <p:cNvGrpSpPr/>
              <p:nvPr/>
            </p:nvGrpSpPr>
            <p:grpSpPr>
              <a:xfrm>
                <a:off x="1853403" y="1895374"/>
                <a:ext cx="263656" cy="350248"/>
                <a:chOff x="1853403" y="1895374"/>
                <a:chExt cx="263656" cy="350248"/>
              </a:xfrm>
              <a:grpFill/>
            </p:grpSpPr>
            <p:sp>
              <p:nvSpPr>
                <p:cNvPr id="44" name="Freeform: Shape 43">
                  <a:extLst>
                    <a:ext uri="{FF2B5EF4-FFF2-40B4-BE49-F238E27FC236}">
                      <a16:creationId xmlns:a16="http://schemas.microsoft.com/office/drawing/2014/main" id="{ED70CBF1-A445-EBB2-2B0F-D75372B74584}"/>
                    </a:ext>
                  </a:extLst>
                </p:cNvPr>
                <p:cNvSpPr/>
                <p:nvPr/>
              </p:nvSpPr>
              <p:spPr>
                <a:xfrm>
                  <a:off x="1853403" y="1895374"/>
                  <a:ext cx="263656" cy="256435"/>
                </a:xfrm>
                <a:custGeom>
                  <a:avLst/>
                  <a:gdLst>
                    <a:gd name="connsiteX0" fmla="*/ 182506 w 263656"/>
                    <a:gd name="connsiteY0" fmla="*/ 256436 h 256435"/>
                    <a:gd name="connsiteX1" fmla="*/ 160954 w 263656"/>
                    <a:gd name="connsiteY1" fmla="*/ 234879 h 256435"/>
                    <a:gd name="connsiteX2" fmla="*/ 174936 w 263656"/>
                    <a:gd name="connsiteY2" fmla="*/ 214702 h 256435"/>
                    <a:gd name="connsiteX3" fmla="*/ 220549 w 263656"/>
                    <a:gd name="connsiteY3" fmla="*/ 128891 h 256435"/>
                    <a:gd name="connsiteX4" fmla="*/ 131828 w 263656"/>
                    <a:gd name="connsiteY4" fmla="*/ 43107 h 256435"/>
                    <a:gd name="connsiteX5" fmla="*/ 43107 w 263656"/>
                    <a:gd name="connsiteY5" fmla="*/ 128891 h 256435"/>
                    <a:gd name="connsiteX6" fmla="*/ 90310 w 263656"/>
                    <a:gd name="connsiteY6" fmla="*/ 214271 h 256435"/>
                    <a:gd name="connsiteX7" fmla="*/ 103140 w 263656"/>
                    <a:gd name="connsiteY7" fmla="*/ 241922 h 256435"/>
                    <a:gd name="connsiteX8" fmla="*/ 75490 w 263656"/>
                    <a:gd name="connsiteY8" fmla="*/ 254752 h 256435"/>
                    <a:gd name="connsiteX9" fmla="*/ 74630 w 263656"/>
                    <a:gd name="connsiteY9" fmla="*/ 254415 h 256435"/>
                    <a:gd name="connsiteX10" fmla="*/ 0 w 263656"/>
                    <a:gd name="connsiteY10" fmla="*/ 128891 h 256435"/>
                    <a:gd name="connsiteX11" fmla="*/ 131828 w 263656"/>
                    <a:gd name="connsiteY11" fmla="*/ 0 h 256435"/>
                    <a:gd name="connsiteX12" fmla="*/ 263656 w 263656"/>
                    <a:gd name="connsiteY12" fmla="*/ 128891 h 256435"/>
                    <a:gd name="connsiteX13" fmla="*/ 190077 w 263656"/>
                    <a:gd name="connsiteY13" fmla="*/ 255062 h 256435"/>
                    <a:gd name="connsiteX14" fmla="*/ 182506 w 263656"/>
                    <a:gd name="connsiteY14" fmla="*/ 256436 h 25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656" h="256435">
                      <a:moveTo>
                        <a:pt x="182506" y="256436"/>
                      </a:moveTo>
                      <a:cubicBezTo>
                        <a:pt x="170603" y="256436"/>
                        <a:pt x="160953" y="246785"/>
                        <a:pt x="160954" y="234879"/>
                      </a:cubicBezTo>
                      <a:cubicBezTo>
                        <a:pt x="160955" y="225897"/>
                        <a:pt x="166527" y="217857"/>
                        <a:pt x="174936" y="214702"/>
                      </a:cubicBezTo>
                      <a:cubicBezTo>
                        <a:pt x="205192" y="203360"/>
                        <a:pt x="220549" y="174478"/>
                        <a:pt x="220549" y="128891"/>
                      </a:cubicBezTo>
                      <a:cubicBezTo>
                        <a:pt x="220549" y="79183"/>
                        <a:pt x="183234" y="43107"/>
                        <a:pt x="131828" y="43107"/>
                      </a:cubicBezTo>
                      <a:cubicBezTo>
                        <a:pt x="80422" y="43107"/>
                        <a:pt x="43107" y="79183"/>
                        <a:pt x="43107" y="128891"/>
                      </a:cubicBezTo>
                      <a:cubicBezTo>
                        <a:pt x="43107" y="159417"/>
                        <a:pt x="51190" y="198941"/>
                        <a:pt x="90310" y="214271"/>
                      </a:cubicBezTo>
                      <a:cubicBezTo>
                        <a:pt x="101488" y="218364"/>
                        <a:pt x="107233" y="230744"/>
                        <a:pt x="103140" y="241922"/>
                      </a:cubicBezTo>
                      <a:cubicBezTo>
                        <a:pt x="99048" y="253100"/>
                        <a:pt x="86669" y="258844"/>
                        <a:pt x="75490" y="254752"/>
                      </a:cubicBezTo>
                      <a:cubicBezTo>
                        <a:pt x="75201" y="254644"/>
                        <a:pt x="74914" y="254533"/>
                        <a:pt x="74630" y="254415"/>
                      </a:cubicBezTo>
                      <a:cubicBezTo>
                        <a:pt x="26511" y="235555"/>
                        <a:pt x="0" y="191020"/>
                        <a:pt x="0" y="128891"/>
                      </a:cubicBezTo>
                      <a:cubicBezTo>
                        <a:pt x="0" y="55393"/>
                        <a:pt x="56579" y="0"/>
                        <a:pt x="131828" y="0"/>
                      </a:cubicBezTo>
                      <a:cubicBezTo>
                        <a:pt x="207078" y="0"/>
                        <a:pt x="263656" y="55474"/>
                        <a:pt x="263656" y="128891"/>
                      </a:cubicBezTo>
                      <a:cubicBezTo>
                        <a:pt x="263656" y="210364"/>
                        <a:pt x="223647" y="242480"/>
                        <a:pt x="190077" y="255062"/>
                      </a:cubicBezTo>
                      <a:cubicBezTo>
                        <a:pt x="187655" y="255970"/>
                        <a:pt x="185093" y="256436"/>
                        <a:pt x="182506" y="256436"/>
                      </a:cubicBezTo>
                      <a:close/>
                    </a:path>
                  </a:pathLst>
                </a:custGeom>
                <a:grpFill/>
                <a:ln w="2667" cap="flat">
                  <a:noFill/>
                  <a:prstDash val="solid"/>
                  <a:miter/>
                </a:ln>
              </p:spPr>
              <p:txBody>
                <a:bodyPr rtlCol="0" anchor="ctr"/>
                <a:lstStyle/>
                <a:p>
                  <a:endParaRPr lang="en-MY"/>
                </a:p>
              </p:txBody>
            </p:sp>
            <p:sp>
              <p:nvSpPr>
                <p:cNvPr id="45" name="Freeform: Shape 44">
                  <a:extLst>
                    <a:ext uri="{FF2B5EF4-FFF2-40B4-BE49-F238E27FC236}">
                      <a16:creationId xmlns:a16="http://schemas.microsoft.com/office/drawing/2014/main" id="{93FBDB36-36C3-81FB-DAFE-2886F5644AB2}"/>
                    </a:ext>
                  </a:extLst>
                </p:cNvPr>
                <p:cNvSpPr/>
                <p:nvPr/>
              </p:nvSpPr>
              <p:spPr>
                <a:xfrm>
                  <a:off x="1923883" y="2151082"/>
                  <a:ext cx="122883" cy="43107"/>
                </a:xfrm>
                <a:custGeom>
                  <a:avLst/>
                  <a:gdLst>
                    <a:gd name="connsiteX0" fmla="*/ 101330 w 122883"/>
                    <a:gd name="connsiteY0" fmla="*/ 43107 h 43107"/>
                    <a:gd name="connsiteX1" fmla="*/ 21554 w 122883"/>
                    <a:gd name="connsiteY1" fmla="*/ 43107 h 43107"/>
                    <a:gd name="connsiteX2" fmla="*/ 0 w 122883"/>
                    <a:gd name="connsiteY2" fmla="*/ 21554 h 43107"/>
                    <a:gd name="connsiteX3" fmla="*/ 21554 w 122883"/>
                    <a:gd name="connsiteY3" fmla="*/ 0 h 43107"/>
                    <a:gd name="connsiteX4" fmla="*/ 101330 w 122883"/>
                    <a:gd name="connsiteY4" fmla="*/ 0 h 43107"/>
                    <a:gd name="connsiteX5" fmla="*/ 122883 w 122883"/>
                    <a:gd name="connsiteY5" fmla="*/ 21554 h 43107"/>
                    <a:gd name="connsiteX6" fmla="*/ 101330 w 122883"/>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883" h="43107">
                      <a:moveTo>
                        <a:pt x="101330" y="43107"/>
                      </a:moveTo>
                      <a:lnTo>
                        <a:pt x="21554" y="43107"/>
                      </a:lnTo>
                      <a:cubicBezTo>
                        <a:pt x="9650" y="43107"/>
                        <a:pt x="0" y="33457"/>
                        <a:pt x="0" y="21554"/>
                      </a:cubicBezTo>
                      <a:cubicBezTo>
                        <a:pt x="0" y="9651"/>
                        <a:pt x="9650" y="0"/>
                        <a:pt x="21554" y="0"/>
                      </a:cubicBezTo>
                      <a:lnTo>
                        <a:pt x="101330" y="0"/>
                      </a:lnTo>
                      <a:cubicBezTo>
                        <a:pt x="113233" y="0"/>
                        <a:pt x="122883" y="9651"/>
                        <a:pt x="122883" y="21554"/>
                      </a:cubicBezTo>
                      <a:cubicBezTo>
                        <a:pt x="122883" y="33457"/>
                        <a:pt x="113233" y="43107"/>
                        <a:pt x="101330" y="43107"/>
                      </a:cubicBezTo>
                      <a:close/>
                    </a:path>
                  </a:pathLst>
                </a:custGeom>
                <a:grpFill/>
                <a:ln w="2667" cap="flat">
                  <a:noFill/>
                  <a:prstDash val="solid"/>
                  <a:miter/>
                </a:ln>
              </p:spPr>
              <p:txBody>
                <a:bodyPr rtlCol="0" anchor="ctr"/>
                <a:lstStyle/>
                <a:p>
                  <a:endParaRPr lang="en-MY"/>
                </a:p>
              </p:txBody>
            </p:sp>
            <p:sp>
              <p:nvSpPr>
                <p:cNvPr id="46" name="Freeform: Shape 45">
                  <a:extLst>
                    <a:ext uri="{FF2B5EF4-FFF2-40B4-BE49-F238E27FC236}">
                      <a16:creationId xmlns:a16="http://schemas.microsoft.com/office/drawing/2014/main" id="{E98A8C5E-3D58-9531-A31D-08405BD1B6DA}"/>
                    </a:ext>
                  </a:extLst>
                </p:cNvPr>
                <p:cNvSpPr/>
                <p:nvPr/>
              </p:nvSpPr>
              <p:spPr>
                <a:xfrm>
                  <a:off x="1923883" y="2202515"/>
                  <a:ext cx="120835" cy="43107"/>
                </a:xfrm>
                <a:custGeom>
                  <a:avLst/>
                  <a:gdLst>
                    <a:gd name="connsiteX0" fmla="*/ 99282 w 120835"/>
                    <a:gd name="connsiteY0" fmla="*/ 43107 h 43107"/>
                    <a:gd name="connsiteX1" fmla="*/ 21554 w 120835"/>
                    <a:gd name="connsiteY1" fmla="*/ 43107 h 43107"/>
                    <a:gd name="connsiteX2" fmla="*/ 0 w 120835"/>
                    <a:gd name="connsiteY2" fmla="*/ 21554 h 43107"/>
                    <a:gd name="connsiteX3" fmla="*/ 21554 w 120835"/>
                    <a:gd name="connsiteY3" fmla="*/ 0 h 43107"/>
                    <a:gd name="connsiteX4" fmla="*/ 99282 w 120835"/>
                    <a:gd name="connsiteY4" fmla="*/ 0 h 43107"/>
                    <a:gd name="connsiteX5" fmla="*/ 120836 w 120835"/>
                    <a:gd name="connsiteY5" fmla="*/ 21554 h 43107"/>
                    <a:gd name="connsiteX6" fmla="*/ 99282 w 120835"/>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35" h="43107">
                      <a:moveTo>
                        <a:pt x="99282" y="43107"/>
                      </a:moveTo>
                      <a:lnTo>
                        <a:pt x="21554" y="43107"/>
                      </a:lnTo>
                      <a:cubicBezTo>
                        <a:pt x="9650" y="43107"/>
                        <a:pt x="0" y="33457"/>
                        <a:pt x="0" y="21554"/>
                      </a:cubicBezTo>
                      <a:cubicBezTo>
                        <a:pt x="0" y="9651"/>
                        <a:pt x="9650" y="0"/>
                        <a:pt x="21554" y="0"/>
                      </a:cubicBezTo>
                      <a:lnTo>
                        <a:pt x="99282" y="0"/>
                      </a:lnTo>
                      <a:cubicBezTo>
                        <a:pt x="111185" y="0"/>
                        <a:pt x="120836" y="9651"/>
                        <a:pt x="120836" y="21554"/>
                      </a:cubicBezTo>
                      <a:cubicBezTo>
                        <a:pt x="120836" y="33457"/>
                        <a:pt x="111185" y="43107"/>
                        <a:pt x="99282" y="43107"/>
                      </a:cubicBezTo>
                      <a:close/>
                    </a:path>
                  </a:pathLst>
                </a:custGeom>
                <a:grpFill/>
                <a:ln w="2667" cap="flat">
                  <a:noFill/>
                  <a:prstDash val="solid"/>
                  <a:miter/>
                </a:ln>
              </p:spPr>
              <p:txBody>
                <a:bodyPr rtlCol="0" anchor="ctr"/>
                <a:lstStyle/>
                <a:p>
                  <a:endParaRPr lang="en-MY"/>
                </a:p>
              </p:txBody>
            </p:sp>
            <p:sp>
              <p:nvSpPr>
                <p:cNvPr id="47" name="Freeform: Shape 46">
                  <a:extLst>
                    <a:ext uri="{FF2B5EF4-FFF2-40B4-BE49-F238E27FC236}">
                      <a16:creationId xmlns:a16="http://schemas.microsoft.com/office/drawing/2014/main" id="{06773F62-CD2A-D123-D493-1AAE58D1EF44}"/>
                    </a:ext>
                  </a:extLst>
                </p:cNvPr>
                <p:cNvSpPr/>
                <p:nvPr/>
              </p:nvSpPr>
              <p:spPr>
                <a:xfrm>
                  <a:off x="1915154" y="2109268"/>
                  <a:ext cx="140341" cy="136354"/>
                </a:xfrm>
                <a:custGeom>
                  <a:avLst/>
                  <a:gdLst>
                    <a:gd name="connsiteX0" fmla="*/ 118788 w 140341"/>
                    <a:gd name="connsiteY0" fmla="*/ 136354 h 136354"/>
                    <a:gd name="connsiteX1" fmla="*/ 21554 w 140341"/>
                    <a:gd name="connsiteY1" fmla="*/ 136354 h 136354"/>
                    <a:gd name="connsiteX2" fmla="*/ 0 w 140341"/>
                    <a:gd name="connsiteY2" fmla="*/ 114801 h 136354"/>
                    <a:gd name="connsiteX3" fmla="*/ 0 w 140341"/>
                    <a:gd name="connsiteY3" fmla="*/ 21554 h 136354"/>
                    <a:gd name="connsiteX4" fmla="*/ 21554 w 140341"/>
                    <a:gd name="connsiteY4" fmla="*/ 0 h 136354"/>
                    <a:gd name="connsiteX5" fmla="*/ 43107 w 140341"/>
                    <a:gd name="connsiteY5" fmla="*/ 21554 h 136354"/>
                    <a:gd name="connsiteX6" fmla="*/ 43107 w 140341"/>
                    <a:gd name="connsiteY6" fmla="*/ 93247 h 136354"/>
                    <a:gd name="connsiteX7" fmla="*/ 97234 w 140341"/>
                    <a:gd name="connsiteY7" fmla="*/ 93247 h 136354"/>
                    <a:gd name="connsiteX8" fmla="*/ 97234 w 140341"/>
                    <a:gd name="connsiteY8" fmla="*/ 22955 h 136354"/>
                    <a:gd name="connsiteX9" fmla="*/ 118788 w 140341"/>
                    <a:gd name="connsiteY9" fmla="*/ 1401 h 136354"/>
                    <a:gd name="connsiteX10" fmla="*/ 140342 w 140341"/>
                    <a:gd name="connsiteY10" fmla="*/ 22955 h 136354"/>
                    <a:gd name="connsiteX11" fmla="*/ 140342 w 140341"/>
                    <a:gd name="connsiteY11" fmla="*/ 114801 h 136354"/>
                    <a:gd name="connsiteX12" fmla="*/ 118788 w 140341"/>
                    <a:gd name="connsiteY12" fmla="*/ 136354 h 13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341" h="136354">
                      <a:moveTo>
                        <a:pt x="118788" y="136354"/>
                      </a:moveTo>
                      <a:lnTo>
                        <a:pt x="21554" y="136354"/>
                      </a:lnTo>
                      <a:cubicBezTo>
                        <a:pt x="9650" y="136354"/>
                        <a:pt x="0" y="126704"/>
                        <a:pt x="0" y="114801"/>
                      </a:cubicBezTo>
                      <a:lnTo>
                        <a:pt x="0" y="21554"/>
                      </a:lnTo>
                      <a:cubicBezTo>
                        <a:pt x="0" y="9651"/>
                        <a:pt x="9650" y="0"/>
                        <a:pt x="21554" y="0"/>
                      </a:cubicBezTo>
                      <a:cubicBezTo>
                        <a:pt x="33458" y="0"/>
                        <a:pt x="43107" y="9651"/>
                        <a:pt x="43107" y="21554"/>
                      </a:cubicBezTo>
                      <a:lnTo>
                        <a:pt x="43107" y="93247"/>
                      </a:lnTo>
                      <a:lnTo>
                        <a:pt x="97234" y="93247"/>
                      </a:lnTo>
                      <a:lnTo>
                        <a:pt x="97234" y="22955"/>
                      </a:lnTo>
                      <a:cubicBezTo>
                        <a:pt x="97234" y="11052"/>
                        <a:pt x="106885" y="1401"/>
                        <a:pt x="118788" y="1401"/>
                      </a:cubicBezTo>
                      <a:cubicBezTo>
                        <a:pt x="130691" y="1401"/>
                        <a:pt x="140342" y="11052"/>
                        <a:pt x="140342" y="22955"/>
                      </a:cubicBezTo>
                      <a:lnTo>
                        <a:pt x="140342" y="114801"/>
                      </a:lnTo>
                      <a:cubicBezTo>
                        <a:pt x="140342" y="126704"/>
                        <a:pt x="130691" y="136354"/>
                        <a:pt x="118788" y="136354"/>
                      </a:cubicBezTo>
                      <a:close/>
                    </a:path>
                  </a:pathLst>
                </a:custGeom>
                <a:grpFill/>
                <a:ln w="2667" cap="flat">
                  <a:noFill/>
                  <a:prstDash val="solid"/>
                  <a:miter/>
                </a:ln>
              </p:spPr>
              <p:txBody>
                <a:bodyPr rtlCol="0" anchor="ctr"/>
                <a:lstStyle/>
                <a:p>
                  <a:endParaRPr lang="en-MY"/>
                </a:p>
              </p:txBody>
            </p:sp>
          </p:grpSp>
          <p:sp>
            <p:nvSpPr>
              <p:cNvPr id="40" name="Freeform: Shape 39">
                <a:extLst>
                  <a:ext uri="{FF2B5EF4-FFF2-40B4-BE49-F238E27FC236}">
                    <a16:creationId xmlns:a16="http://schemas.microsoft.com/office/drawing/2014/main" id="{06DB735D-29D2-5580-EE71-AF71AC4AE270}"/>
                  </a:ext>
                </a:extLst>
              </p:cNvPr>
              <p:cNvSpPr/>
              <p:nvPr/>
            </p:nvSpPr>
            <p:spPr>
              <a:xfrm>
                <a:off x="2078461" y="1845892"/>
                <a:ext cx="77396" cy="77393"/>
              </a:xfrm>
              <a:custGeom>
                <a:avLst/>
                <a:gdLst>
                  <a:gd name="connsiteX0" fmla="*/ 21543 w 77396"/>
                  <a:gd name="connsiteY0" fmla="*/ 77394 h 77393"/>
                  <a:gd name="connsiteX1" fmla="*/ 0 w 77396"/>
                  <a:gd name="connsiteY1" fmla="*/ 55830 h 77393"/>
                  <a:gd name="connsiteX2" fmla="*/ 6321 w 77396"/>
                  <a:gd name="connsiteY2" fmla="*/ 40591 h 77393"/>
                  <a:gd name="connsiteX3" fmla="*/ 40591 w 77396"/>
                  <a:gd name="connsiteY3" fmla="*/ 6320 h 77393"/>
                  <a:gd name="connsiteX4" fmla="*/ 71076 w 77396"/>
                  <a:gd name="connsiteY4" fmla="*/ 6307 h 77393"/>
                  <a:gd name="connsiteX5" fmla="*/ 71090 w 77396"/>
                  <a:gd name="connsiteY5" fmla="*/ 36792 h 77393"/>
                  <a:gd name="connsiteX6" fmla="*/ 36792 w 77396"/>
                  <a:gd name="connsiteY6" fmla="*/ 71089 h 77393"/>
                  <a:gd name="connsiteX7" fmla="*/ 21543 w 77396"/>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6" h="77393">
                    <a:moveTo>
                      <a:pt x="21543" y="77394"/>
                    </a:moveTo>
                    <a:cubicBezTo>
                      <a:pt x="9640" y="77388"/>
                      <a:pt x="-5" y="67734"/>
                      <a:pt x="0" y="55830"/>
                    </a:cubicBezTo>
                    <a:cubicBezTo>
                      <a:pt x="3" y="50113"/>
                      <a:pt x="2277" y="44631"/>
                      <a:pt x="6321" y="40591"/>
                    </a:cubicBezTo>
                    <a:lnTo>
                      <a:pt x="40591" y="6320"/>
                    </a:lnTo>
                    <a:cubicBezTo>
                      <a:pt x="49005" y="-2101"/>
                      <a:pt x="62654" y="-2108"/>
                      <a:pt x="71076" y="6307"/>
                    </a:cubicBezTo>
                    <a:cubicBezTo>
                      <a:pt x="79498" y="14722"/>
                      <a:pt x="79504" y="28370"/>
                      <a:pt x="71090" y="36792"/>
                    </a:cubicBezTo>
                    <a:lnTo>
                      <a:pt x="36792" y="71089"/>
                    </a:lnTo>
                    <a:cubicBezTo>
                      <a:pt x="32746" y="75130"/>
                      <a:pt x="27260" y="77398"/>
                      <a:pt x="21543" y="77394"/>
                    </a:cubicBezTo>
                    <a:close/>
                  </a:path>
                </a:pathLst>
              </a:custGeom>
              <a:grpFill/>
              <a:ln w="2667" cap="flat">
                <a:noFill/>
                <a:prstDash val="solid"/>
                <a:miter/>
              </a:ln>
            </p:spPr>
            <p:txBody>
              <a:bodyPr rtlCol="0" anchor="ctr"/>
              <a:lstStyle/>
              <a:p>
                <a:endParaRPr lang="en-MY"/>
              </a:p>
            </p:txBody>
          </p:sp>
          <p:sp>
            <p:nvSpPr>
              <p:cNvPr id="41" name="Freeform: Shape 40">
                <a:extLst>
                  <a:ext uri="{FF2B5EF4-FFF2-40B4-BE49-F238E27FC236}">
                    <a16:creationId xmlns:a16="http://schemas.microsoft.com/office/drawing/2014/main" id="{92E0CB93-E0F4-278F-F94C-562B6AC1068B}"/>
                  </a:ext>
                </a:extLst>
              </p:cNvPr>
              <p:cNvSpPr/>
              <p:nvPr/>
            </p:nvSpPr>
            <p:spPr>
              <a:xfrm>
                <a:off x="1811694" y="1845165"/>
                <a:ext cx="77397" cy="77393"/>
              </a:xfrm>
              <a:custGeom>
                <a:avLst/>
                <a:gdLst>
                  <a:gd name="connsiteX0" fmla="*/ 55854 w 77397"/>
                  <a:gd name="connsiteY0" fmla="*/ 77394 h 77393"/>
                  <a:gd name="connsiteX1" fmla="*/ 40604 w 77397"/>
                  <a:gd name="connsiteY1" fmla="*/ 71089 h 77393"/>
                  <a:gd name="connsiteX2" fmla="*/ 6307 w 77397"/>
                  <a:gd name="connsiteY2" fmla="*/ 36792 h 77393"/>
                  <a:gd name="connsiteX3" fmla="*/ 6320 w 77397"/>
                  <a:gd name="connsiteY3" fmla="*/ 6307 h 77393"/>
                  <a:gd name="connsiteX4" fmla="*/ 36805 w 77397"/>
                  <a:gd name="connsiteY4" fmla="*/ 6320 h 77393"/>
                  <a:gd name="connsiteX5" fmla="*/ 71103 w 77397"/>
                  <a:gd name="connsiteY5" fmla="*/ 40618 h 77393"/>
                  <a:gd name="connsiteX6" fmla="*/ 71066 w 77397"/>
                  <a:gd name="connsiteY6" fmla="*/ 71099 h 77393"/>
                  <a:gd name="connsiteX7" fmla="*/ 55854 w 77397"/>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7" h="77393">
                    <a:moveTo>
                      <a:pt x="55854" y="77394"/>
                    </a:moveTo>
                    <a:cubicBezTo>
                      <a:pt x="50135" y="77398"/>
                      <a:pt x="44650" y="75130"/>
                      <a:pt x="40604" y="71089"/>
                    </a:cubicBezTo>
                    <a:lnTo>
                      <a:pt x="6307" y="36792"/>
                    </a:lnTo>
                    <a:cubicBezTo>
                      <a:pt x="-2108" y="28370"/>
                      <a:pt x="-2101" y="14722"/>
                      <a:pt x="6320" y="6307"/>
                    </a:cubicBezTo>
                    <a:cubicBezTo>
                      <a:pt x="14742" y="-2108"/>
                      <a:pt x="28391" y="-2101"/>
                      <a:pt x="36805" y="6320"/>
                    </a:cubicBezTo>
                    <a:lnTo>
                      <a:pt x="71103" y="40618"/>
                    </a:lnTo>
                    <a:cubicBezTo>
                      <a:pt x="79510" y="49045"/>
                      <a:pt x="79493" y="62692"/>
                      <a:pt x="71066" y="71099"/>
                    </a:cubicBezTo>
                    <a:cubicBezTo>
                      <a:pt x="67028" y="75128"/>
                      <a:pt x="61558" y="77391"/>
                      <a:pt x="55854" y="77394"/>
                    </a:cubicBezTo>
                    <a:close/>
                  </a:path>
                </a:pathLst>
              </a:custGeom>
              <a:grpFill/>
              <a:ln w="2667" cap="flat">
                <a:noFill/>
                <a:prstDash val="solid"/>
                <a:miter/>
              </a:ln>
            </p:spPr>
            <p:txBody>
              <a:bodyPr rtlCol="0" anchor="ctr"/>
              <a:lstStyle/>
              <a:p>
                <a:endParaRPr lang="en-MY"/>
              </a:p>
            </p:txBody>
          </p:sp>
          <p:sp>
            <p:nvSpPr>
              <p:cNvPr id="42" name="Freeform: Shape 41">
                <a:extLst>
                  <a:ext uri="{FF2B5EF4-FFF2-40B4-BE49-F238E27FC236}">
                    <a16:creationId xmlns:a16="http://schemas.microsoft.com/office/drawing/2014/main" id="{73D16EA1-61A0-0175-E729-10B2E906A34F}"/>
                  </a:ext>
                </a:extLst>
              </p:cNvPr>
              <p:cNvSpPr/>
              <p:nvPr/>
            </p:nvSpPr>
            <p:spPr>
              <a:xfrm>
                <a:off x="1964108" y="1793479"/>
                <a:ext cx="43107" cy="91603"/>
              </a:xfrm>
              <a:custGeom>
                <a:avLst/>
                <a:gdLst>
                  <a:gd name="connsiteX0" fmla="*/ 21554 w 43107"/>
                  <a:gd name="connsiteY0" fmla="*/ 91603 h 91603"/>
                  <a:gd name="connsiteX1" fmla="*/ 0 w 43107"/>
                  <a:gd name="connsiteY1" fmla="*/ 70050 h 91603"/>
                  <a:gd name="connsiteX2" fmla="*/ 0 w 43107"/>
                  <a:gd name="connsiteY2" fmla="*/ 21554 h 91603"/>
                  <a:gd name="connsiteX3" fmla="*/ 21554 w 43107"/>
                  <a:gd name="connsiteY3" fmla="*/ 0 h 91603"/>
                  <a:gd name="connsiteX4" fmla="*/ 43107 w 43107"/>
                  <a:gd name="connsiteY4" fmla="*/ 21554 h 91603"/>
                  <a:gd name="connsiteX5" fmla="*/ 43107 w 43107"/>
                  <a:gd name="connsiteY5" fmla="*/ 70050 h 91603"/>
                  <a:gd name="connsiteX6" fmla="*/ 21554 w 43107"/>
                  <a:gd name="connsiteY6" fmla="*/ 91603 h 91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107" h="91603">
                    <a:moveTo>
                      <a:pt x="21554" y="91603"/>
                    </a:moveTo>
                    <a:cubicBezTo>
                      <a:pt x="9650" y="91603"/>
                      <a:pt x="0" y="81954"/>
                      <a:pt x="0" y="70050"/>
                    </a:cubicBezTo>
                    <a:lnTo>
                      <a:pt x="0" y="21554"/>
                    </a:lnTo>
                    <a:cubicBezTo>
                      <a:pt x="0" y="9650"/>
                      <a:pt x="9650" y="0"/>
                      <a:pt x="21554" y="0"/>
                    </a:cubicBezTo>
                    <a:cubicBezTo>
                      <a:pt x="33458" y="0"/>
                      <a:pt x="43107" y="9650"/>
                      <a:pt x="43107" y="21554"/>
                    </a:cubicBezTo>
                    <a:lnTo>
                      <a:pt x="43107" y="70050"/>
                    </a:lnTo>
                    <a:cubicBezTo>
                      <a:pt x="43107" y="81954"/>
                      <a:pt x="33458" y="91603"/>
                      <a:pt x="21554" y="91603"/>
                    </a:cubicBezTo>
                    <a:close/>
                  </a:path>
                </a:pathLst>
              </a:custGeom>
              <a:grpFill/>
              <a:ln w="2667" cap="flat">
                <a:noFill/>
                <a:prstDash val="solid"/>
                <a:miter/>
              </a:ln>
            </p:spPr>
            <p:txBody>
              <a:bodyPr rtlCol="0" anchor="ctr"/>
              <a:lstStyle/>
              <a:p>
                <a:endParaRPr lang="en-MY"/>
              </a:p>
            </p:txBody>
          </p:sp>
          <p:sp>
            <p:nvSpPr>
              <p:cNvPr id="43" name="Freeform: Shape 42">
                <a:extLst>
                  <a:ext uri="{FF2B5EF4-FFF2-40B4-BE49-F238E27FC236}">
                    <a16:creationId xmlns:a16="http://schemas.microsoft.com/office/drawing/2014/main" id="{F0064F5A-285A-C824-9269-3BED8DAE45F4}"/>
                  </a:ext>
                </a:extLst>
              </p:cNvPr>
              <p:cNvSpPr/>
              <p:nvPr/>
            </p:nvSpPr>
            <p:spPr>
              <a:xfrm>
                <a:off x="2126354"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1" y="43107"/>
                      <a:pt x="0" y="33458"/>
                      <a:pt x="0" y="21554"/>
                    </a:cubicBezTo>
                    <a:cubicBezTo>
                      <a:pt x="0" y="9650"/>
                      <a:pt x="9651" y="0"/>
                      <a:pt x="21554" y="0"/>
                    </a:cubicBezTo>
                    <a:lnTo>
                      <a:pt x="61967" y="0"/>
                    </a:lnTo>
                    <a:cubicBezTo>
                      <a:pt x="73870" y="0"/>
                      <a:pt x="83521" y="9650"/>
                      <a:pt x="83521" y="21554"/>
                    </a:cubicBezTo>
                    <a:cubicBezTo>
                      <a:pt x="83521" y="33458"/>
                      <a:pt x="73870" y="43107"/>
                      <a:pt x="61967" y="43107"/>
                    </a:cubicBezTo>
                    <a:close/>
                  </a:path>
                </a:pathLst>
              </a:custGeom>
              <a:grpFill/>
              <a:ln w="2667" cap="flat">
                <a:noFill/>
                <a:prstDash val="solid"/>
                <a:miter/>
              </a:ln>
            </p:spPr>
            <p:txBody>
              <a:bodyPr rtlCol="0" anchor="ctr"/>
              <a:lstStyle/>
              <a:p>
                <a:endParaRPr lang="en-MY"/>
              </a:p>
            </p:txBody>
          </p:sp>
        </p:grpSp>
      </p:grpSp>
      <p:grpSp>
        <p:nvGrpSpPr>
          <p:cNvPr id="48" name="Group 47">
            <a:extLst>
              <a:ext uri="{FF2B5EF4-FFF2-40B4-BE49-F238E27FC236}">
                <a16:creationId xmlns:a16="http://schemas.microsoft.com/office/drawing/2014/main" id="{66BBFD22-5EA1-CE5F-CED2-482BF13B6416}"/>
              </a:ext>
            </a:extLst>
          </p:cNvPr>
          <p:cNvGrpSpPr/>
          <p:nvPr/>
        </p:nvGrpSpPr>
        <p:grpSpPr>
          <a:xfrm>
            <a:off x="1090377" y="2241576"/>
            <a:ext cx="1641476" cy="1365966"/>
            <a:chOff x="1090377" y="2241576"/>
            <a:chExt cx="1641476" cy="1365966"/>
          </a:xfrm>
        </p:grpSpPr>
        <p:grpSp>
          <p:nvGrpSpPr>
            <p:cNvPr id="49" name="Group 48">
              <a:extLst>
                <a:ext uri="{FF2B5EF4-FFF2-40B4-BE49-F238E27FC236}">
                  <a16:creationId xmlns:a16="http://schemas.microsoft.com/office/drawing/2014/main" id="{D41B248A-88CF-248B-EADA-265F3AD01848}"/>
                </a:ext>
              </a:extLst>
            </p:cNvPr>
            <p:cNvGrpSpPr/>
            <p:nvPr/>
          </p:nvGrpSpPr>
          <p:grpSpPr>
            <a:xfrm>
              <a:off x="1090377" y="2241576"/>
              <a:ext cx="1641476" cy="1365966"/>
              <a:chOff x="1090377" y="2241576"/>
              <a:chExt cx="1641476" cy="1365966"/>
            </a:xfrm>
          </p:grpSpPr>
          <p:sp>
            <p:nvSpPr>
              <p:cNvPr id="60" name="Arrow: Chevron 288">
                <a:extLst>
                  <a:ext uri="{FF2B5EF4-FFF2-40B4-BE49-F238E27FC236}">
                    <a16:creationId xmlns:a16="http://schemas.microsoft.com/office/drawing/2014/main" id="{C57C8161-9853-CEC3-9C51-9F2BC11F74A8}"/>
                  </a:ext>
                </a:extLst>
              </p:cNvPr>
              <p:cNvSpPr/>
              <p:nvPr/>
            </p:nvSpPr>
            <p:spPr>
              <a:xfrm>
                <a:off x="1742069" y="3197853"/>
                <a:ext cx="800139"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13716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65000"/>
                      </a:schemeClr>
                    </a:solidFill>
                    <a:effectLst/>
                    <a:uLnTx/>
                    <a:uFillTx/>
                    <a:latin typeface="Century Gothic" panose="020F0302020204030204"/>
                    <a:ea typeface="+mn-ea"/>
                    <a:cs typeface="+mn-cs"/>
                  </a:rPr>
                  <a:t>Plan</a:t>
                </a:r>
              </a:p>
            </p:txBody>
          </p:sp>
          <p:sp>
            <p:nvSpPr>
              <p:cNvPr id="61" name="Arrow: Pentagon 14">
                <a:extLst>
                  <a:ext uri="{FF2B5EF4-FFF2-40B4-BE49-F238E27FC236}">
                    <a16:creationId xmlns:a16="http://schemas.microsoft.com/office/drawing/2014/main" id="{3855823C-36AB-3E1D-B2C7-B77653FEA189}"/>
                  </a:ext>
                </a:extLst>
              </p:cNvPr>
              <p:cNvSpPr/>
              <p:nvPr/>
            </p:nvSpPr>
            <p:spPr>
              <a:xfrm>
                <a:off x="1120126" y="3198157"/>
                <a:ext cx="732384" cy="408495"/>
              </a:xfrm>
              <a:prstGeom prst="homePlate">
                <a:avLst>
                  <a:gd name="adj" fmla="val 17926"/>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9144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Prep</a:t>
                </a:r>
              </a:p>
            </p:txBody>
          </p:sp>
          <p:sp>
            <p:nvSpPr>
              <p:cNvPr id="62" name="Arrow: Pentagon 277">
                <a:extLst>
                  <a:ext uri="{FF2B5EF4-FFF2-40B4-BE49-F238E27FC236}">
                    <a16:creationId xmlns:a16="http://schemas.microsoft.com/office/drawing/2014/main" id="{5D06CBF8-07C3-2A95-458C-8090A4F77D4C}"/>
                  </a:ext>
                </a:extLst>
              </p:cNvPr>
              <p:cNvSpPr/>
              <p:nvPr/>
            </p:nvSpPr>
            <p:spPr>
              <a:xfrm>
                <a:off x="1090377" y="2241576"/>
                <a:ext cx="1641476" cy="964154"/>
              </a:xfrm>
              <a:prstGeom prst="homePlate">
                <a:avLst>
                  <a:gd name="adj" fmla="val 30009"/>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21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entury Gothic" panose="020F0302020204030204"/>
                    <a:ea typeface="+mn-ea"/>
                    <a:cs typeface="+mn-cs"/>
                  </a:rPr>
                  <a:t>Initiate</a:t>
                </a:r>
              </a:p>
            </p:txBody>
          </p:sp>
        </p:grpSp>
        <p:grpSp>
          <p:nvGrpSpPr>
            <p:cNvPr id="50" name="Group 49">
              <a:extLst>
                <a:ext uri="{FF2B5EF4-FFF2-40B4-BE49-F238E27FC236}">
                  <a16:creationId xmlns:a16="http://schemas.microsoft.com/office/drawing/2014/main" id="{6D019264-AF37-9EC9-D133-585EED380692}"/>
                </a:ext>
              </a:extLst>
            </p:cNvPr>
            <p:cNvGrpSpPr/>
            <p:nvPr/>
          </p:nvGrpSpPr>
          <p:grpSpPr>
            <a:xfrm>
              <a:off x="1664848" y="2363819"/>
              <a:ext cx="471163" cy="471791"/>
              <a:chOff x="1664848" y="2363819"/>
              <a:chExt cx="471163" cy="471791"/>
            </a:xfrm>
          </p:grpSpPr>
          <p:sp>
            <p:nvSpPr>
              <p:cNvPr id="51" name="Oval 50">
                <a:extLst>
                  <a:ext uri="{FF2B5EF4-FFF2-40B4-BE49-F238E27FC236}">
                    <a16:creationId xmlns:a16="http://schemas.microsoft.com/office/drawing/2014/main" id="{56A4D1D0-6E24-758E-A070-CDF8DEC9132D}"/>
                  </a:ext>
                </a:extLst>
              </p:cNvPr>
              <p:cNvSpPr/>
              <p:nvPr/>
            </p:nvSpPr>
            <p:spPr>
              <a:xfrm>
                <a:off x="1664848" y="2363819"/>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52" name="Group 51">
                <a:extLst>
                  <a:ext uri="{FF2B5EF4-FFF2-40B4-BE49-F238E27FC236}">
                    <a16:creationId xmlns:a16="http://schemas.microsoft.com/office/drawing/2014/main" id="{494FED92-E71D-A570-3CC1-AE9DDB1C8040}"/>
                  </a:ext>
                </a:extLst>
              </p:cNvPr>
              <p:cNvGrpSpPr/>
              <p:nvPr/>
            </p:nvGrpSpPr>
            <p:grpSpPr>
              <a:xfrm>
                <a:off x="1774910" y="2468040"/>
                <a:ext cx="251038" cy="260212"/>
                <a:chOff x="738790" y="2040956"/>
                <a:chExt cx="251373" cy="260212"/>
              </a:xfrm>
              <a:solidFill>
                <a:schemeClr val="bg1">
                  <a:lumMod val="75000"/>
                </a:schemeClr>
              </a:solidFill>
            </p:grpSpPr>
            <p:sp>
              <p:nvSpPr>
                <p:cNvPr id="53" name="Freeform 176">
                  <a:extLst>
                    <a:ext uri="{FF2B5EF4-FFF2-40B4-BE49-F238E27FC236}">
                      <a16:creationId xmlns:a16="http://schemas.microsoft.com/office/drawing/2014/main" id="{646BD220-5927-F3EC-A2CE-A3CC32E01B32}"/>
                    </a:ext>
                  </a:extLst>
                </p:cNvPr>
                <p:cNvSpPr/>
                <p:nvPr/>
              </p:nvSpPr>
              <p:spPr>
                <a:xfrm>
                  <a:off x="738790" y="2134679"/>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4"/>
                        <a:pt x="5614" y="0"/>
                        <a:pt x="12540" y="0"/>
                      </a:cubicBezTo>
                      <a:lnTo>
                        <a:pt x="65163" y="0"/>
                      </a:lnTo>
                      <a:cubicBezTo>
                        <a:pt x="72089" y="0"/>
                        <a:pt x="77703" y="5614"/>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4" name="Freeform 177">
                  <a:extLst>
                    <a:ext uri="{FF2B5EF4-FFF2-40B4-BE49-F238E27FC236}">
                      <a16:creationId xmlns:a16="http://schemas.microsoft.com/office/drawing/2014/main" id="{6078DDDA-0531-1E45-5EA9-7C5DE059E848}"/>
                    </a:ext>
                  </a:extLst>
                </p:cNvPr>
                <p:cNvSpPr/>
                <p:nvPr/>
              </p:nvSpPr>
              <p:spPr>
                <a:xfrm>
                  <a:off x="738790" y="2223465"/>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5"/>
                        <a:pt x="5614" y="0"/>
                        <a:pt x="12540" y="0"/>
                      </a:cubicBezTo>
                      <a:lnTo>
                        <a:pt x="65163" y="0"/>
                      </a:lnTo>
                      <a:cubicBezTo>
                        <a:pt x="72089" y="0"/>
                        <a:pt x="77703" y="5615"/>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5" name="Freeform 178">
                  <a:extLst>
                    <a:ext uri="{FF2B5EF4-FFF2-40B4-BE49-F238E27FC236}">
                      <a16:creationId xmlns:a16="http://schemas.microsoft.com/office/drawing/2014/main" id="{87C8D80A-A82C-52E9-DC69-6BAA0B5B7332}"/>
                    </a:ext>
                  </a:extLst>
                </p:cNvPr>
                <p:cNvSpPr/>
                <p:nvPr/>
              </p:nvSpPr>
              <p:spPr>
                <a:xfrm>
                  <a:off x="791413" y="2082057"/>
                  <a:ext cx="86732" cy="104006"/>
                </a:xfrm>
                <a:custGeom>
                  <a:avLst/>
                  <a:gdLst>
                    <a:gd name="connsiteX0" fmla="*/ 74192 w 86732"/>
                    <a:gd name="connsiteY0" fmla="*/ 104006 h 104006"/>
                    <a:gd name="connsiteX1" fmla="*/ 12540 w 86732"/>
                    <a:gd name="connsiteY1" fmla="*/ 104006 h 104006"/>
                    <a:gd name="connsiteX2" fmla="*/ 0 w 86732"/>
                    <a:gd name="connsiteY2" fmla="*/ 91466 h 104006"/>
                    <a:gd name="connsiteX3" fmla="*/ 12540 w 86732"/>
                    <a:gd name="connsiteY3" fmla="*/ 78926 h 104006"/>
                    <a:gd name="connsiteX4" fmla="*/ 61651 w 86732"/>
                    <a:gd name="connsiteY4" fmla="*/ 78926 h 104006"/>
                    <a:gd name="connsiteX5" fmla="*/ 61651 w 86732"/>
                    <a:gd name="connsiteY5" fmla="*/ 12540 h 104006"/>
                    <a:gd name="connsiteX6" fmla="*/ 74192 w 86732"/>
                    <a:gd name="connsiteY6" fmla="*/ 0 h 104006"/>
                    <a:gd name="connsiteX7" fmla="*/ 86732 w 86732"/>
                    <a:gd name="connsiteY7" fmla="*/ 12540 h 104006"/>
                    <a:gd name="connsiteX8" fmla="*/ 86732 w 86732"/>
                    <a:gd name="connsiteY8" fmla="*/ 91466 h 104006"/>
                    <a:gd name="connsiteX9" fmla="*/ 74192 w 86732"/>
                    <a:gd name="connsiteY9" fmla="*/ 104006 h 10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732" h="104006">
                      <a:moveTo>
                        <a:pt x="74192" y="104006"/>
                      </a:moveTo>
                      <a:lnTo>
                        <a:pt x="12540" y="104006"/>
                      </a:lnTo>
                      <a:cubicBezTo>
                        <a:pt x="5614" y="104006"/>
                        <a:pt x="0" y="98392"/>
                        <a:pt x="0" y="91466"/>
                      </a:cubicBezTo>
                      <a:cubicBezTo>
                        <a:pt x="0" y="84540"/>
                        <a:pt x="5614" y="78926"/>
                        <a:pt x="12540" y="78926"/>
                      </a:cubicBezTo>
                      <a:lnTo>
                        <a:pt x="61651" y="78926"/>
                      </a:lnTo>
                      <a:lnTo>
                        <a:pt x="61651" y="12540"/>
                      </a:lnTo>
                      <a:cubicBezTo>
                        <a:pt x="61651" y="5614"/>
                        <a:pt x="67266" y="0"/>
                        <a:pt x="74192" y="0"/>
                      </a:cubicBezTo>
                      <a:cubicBezTo>
                        <a:pt x="81118" y="0"/>
                        <a:pt x="86732" y="5614"/>
                        <a:pt x="86732" y="12540"/>
                      </a:cubicBezTo>
                      <a:lnTo>
                        <a:pt x="86732" y="91466"/>
                      </a:lnTo>
                      <a:cubicBezTo>
                        <a:pt x="86732" y="98392"/>
                        <a:pt x="81118" y="104006"/>
                        <a:pt x="74192" y="104006"/>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6" name="Freeform 179">
                  <a:extLst>
                    <a:ext uri="{FF2B5EF4-FFF2-40B4-BE49-F238E27FC236}">
                      <a16:creationId xmlns:a16="http://schemas.microsoft.com/office/drawing/2014/main" id="{F62EB1D1-1322-A8EF-6562-DFF6AD0A9279}"/>
                    </a:ext>
                  </a:extLst>
                </p:cNvPr>
                <p:cNvSpPr/>
                <p:nvPr/>
              </p:nvSpPr>
              <p:spPr>
                <a:xfrm>
                  <a:off x="853064" y="2160983"/>
                  <a:ext cx="62701" cy="25080"/>
                </a:xfrm>
                <a:custGeom>
                  <a:avLst/>
                  <a:gdLst>
                    <a:gd name="connsiteX0" fmla="*/ 50161 w 62701"/>
                    <a:gd name="connsiteY0" fmla="*/ 25081 h 25080"/>
                    <a:gd name="connsiteX1" fmla="*/ 12540 w 62701"/>
                    <a:gd name="connsiteY1" fmla="*/ 25081 h 25080"/>
                    <a:gd name="connsiteX2" fmla="*/ 0 w 62701"/>
                    <a:gd name="connsiteY2" fmla="*/ 12540 h 25080"/>
                    <a:gd name="connsiteX3" fmla="*/ 12540 w 62701"/>
                    <a:gd name="connsiteY3" fmla="*/ 0 h 25080"/>
                    <a:gd name="connsiteX4" fmla="*/ 50161 w 62701"/>
                    <a:gd name="connsiteY4" fmla="*/ 0 h 25080"/>
                    <a:gd name="connsiteX5" fmla="*/ 62702 w 62701"/>
                    <a:gd name="connsiteY5" fmla="*/ 12540 h 25080"/>
                    <a:gd name="connsiteX6" fmla="*/ 50161 w 62701"/>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01" h="25080">
                      <a:moveTo>
                        <a:pt x="50161" y="25081"/>
                      </a:moveTo>
                      <a:lnTo>
                        <a:pt x="12540" y="25081"/>
                      </a:lnTo>
                      <a:cubicBezTo>
                        <a:pt x="5614" y="25081"/>
                        <a:pt x="0" y="19466"/>
                        <a:pt x="0" y="12540"/>
                      </a:cubicBezTo>
                      <a:cubicBezTo>
                        <a:pt x="0" y="5614"/>
                        <a:pt x="5614" y="0"/>
                        <a:pt x="12540" y="0"/>
                      </a:cubicBezTo>
                      <a:lnTo>
                        <a:pt x="50161" y="0"/>
                      </a:lnTo>
                      <a:cubicBezTo>
                        <a:pt x="57087" y="0"/>
                        <a:pt x="62702" y="5614"/>
                        <a:pt x="62702" y="12540"/>
                      </a:cubicBezTo>
                      <a:cubicBezTo>
                        <a:pt x="62702" y="19466"/>
                        <a:pt x="57087" y="25081"/>
                        <a:pt x="50161" y="25081"/>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7" name="Freeform 180">
                  <a:extLst>
                    <a:ext uri="{FF2B5EF4-FFF2-40B4-BE49-F238E27FC236}">
                      <a16:creationId xmlns:a16="http://schemas.microsoft.com/office/drawing/2014/main" id="{4853D7AF-BF4B-428A-F5FC-B5D3CD7B0EEF}"/>
                    </a:ext>
                  </a:extLst>
                </p:cNvPr>
                <p:cNvSpPr/>
                <p:nvPr/>
              </p:nvSpPr>
              <p:spPr>
                <a:xfrm>
                  <a:off x="791413" y="2198196"/>
                  <a:ext cx="161550" cy="76668"/>
                </a:xfrm>
                <a:custGeom>
                  <a:avLst/>
                  <a:gdLst>
                    <a:gd name="connsiteX0" fmla="*/ 149011 w 161550"/>
                    <a:gd name="connsiteY0" fmla="*/ 76669 h 76668"/>
                    <a:gd name="connsiteX1" fmla="*/ 12540 w 161550"/>
                    <a:gd name="connsiteY1" fmla="*/ 76669 h 76668"/>
                    <a:gd name="connsiteX2" fmla="*/ 0 w 161550"/>
                    <a:gd name="connsiteY2" fmla="*/ 64128 h 76668"/>
                    <a:gd name="connsiteX3" fmla="*/ 12540 w 161550"/>
                    <a:gd name="connsiteY3" fmla="*/ 51588 h 76668"/>
                    <a:gd name="connsiteX4" fmla="*/ 136470 w 161550"/>
                    <a:gd name="connsiteY4" fmla="*/ 51588 h 76668"/>
                    <a:gd name="connsiteX5" fmla="*/ 136470 w 161550"/>
                    <a:gd name="connsiteY5" fmla="*/ 12540 h 76668"/>
                    <a:gd name="connsiteX6" fmla="*/ 149011 w 161550"/>
                    <a:gd name="connsiteY6" fmla="*/ 0 h 76668"/>
                    <a:gd name="connsiteX7" fmla="*/ 161551 w 161550"/>
                    <a:gd name="connsiteY7" fmla="*/ 12540 h 76668"/>
                    <a:gd name="connsiteX8" fmla="*/ 161551 w 161550"/>
                    <a:gd name="connsiteY8" fmla="*/ 64128 h 76668"/>
                    <a:gd name="connsiteX9" fmla="*/ 149011 w 161550"/>
                    <a:gd name="connsiteY9" fmla="*/ 76669 h 7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550" h="76668">
                      <a:moveTo>
                        <a:pt x="149011" y="76669"/>
                      </a:moveTo>
                      <a:lnTo>
                        <a:pt x="12540" y="76669"/>
                      </a:lnTo>
                      <a:cubicBezTo>
                        <a:pt x="5614" y="76669"/>
                        <a:pt x="0" y="71054"/>
                        <a:pt x="0" y="64128"/>
                      </a:cubicBezTo>
                      <a:cubicBezTo>
                        <a:pt x="0" y="57203"/>
                        <a:pt x="5614" y="51588"/>
                        <a:pt x="12540" y="51588"/>
                      </a:cubicBezTo>
                      <a:lnTo>
                        <a:pt x="136470" y="51588"/>
                      </a:lnTo>
                      <a:lnTo>
                        <a:pt x="136470" y="12540"/>
                      </a:lnTo>
                      <a:cubicBezTo>
                        <a:pt x="136470" y="5615"/>
                        <a:pt x="142085" y="0"/>
                        <a:pt x="149011" y="0"/>
                      </a:cubicBezTo>
                      <a:cubicBezTo>
                        <a:pt x="155936" y="0"/>
                        <a:pt x="161551" y="5615"/>
                        <a:pt x="161551" y="12540"/>
                      </a:cubicBezTo>
                      <a:lnTo>
                        <a:pt x="161551" y="64128"/>
                      </a:lnTo>
                      <a:cubicBezTo>
                        <a:pt x="161551" y="71054"/>
                        <a:pt x="155936" y="76669"/>
                        <a:pt x="149011" y="76669"/>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8" name="Freeform 181">
                  <a:extLst>
                    <a:ext uri="{FF2B5EF4-FFF2-40B4-BE49-F238E27FC236}">
                      <a16:creationId xmlns:a16="http://schemas.microsoft.com/office/drawing/2014/main" id="{87A465E9-6815-F76D-7EEE-66EA5BBEED32}"/>
                    </a:ext>
                  </a:extLst>
                </p:cNvPr>
                <p:cNvSpPr/>
                <p:nvPr/>
              </p:nvSpPr>
              <p:spPr>
                <a:xfrm>
                  <a:off x="890683" y="2123775"/>
                  <a:ext cx="99480" cy="99501"/>
                </a:xfrm>
                <a:custGeom>
                  <a:avLst/>
                  <a:gdLst>
                    <a:gd name="connsiteX0" fmla="*/ 49740 w 99480"/>
                    <a:gd name="connsiteY0" fmla="*/ 99502 h 99501"/>
                    <a:gd name="connsiteX1" fmla="*/ 40868 w 99480"/>
                    <a:gd name="connsiteY1" fmla="*/ 95834 h 99501"/>
                    <a:gd name="connsiteX2" fmla="*/ 3670 w 99480"/>
                    <a:gd name="connsiteY2" fmla="*/ 58620 h 99501"/>
                    <a:gd name="connsiteX3" fmla="*/ 3670 w 99480"/>
                    <a:gd name="connsiteY3" fmla="*/ 40891 h 99501"/>
                    <a:gd name="connsiteX4" fmla="*/ 40868 w 99480"/>
                    <a:gd name="connsiteY4" fmla="*/ 3678 h 99501"/>
                    <a:gd name="connsiteX5" fmla="*/ 58603 w 99480"/>
                    <a:gd name="connsiteY5" fmla="*/ 3668 h 99501"/>
                    <a:gd name="connsiteX6" fmla="*/ 58613 w 99480"/>
                    <a:gd name="connsiteY6" fmla="*/ 3678 h 99501"/>
                    <a:gd name="connsiteX7" fmla="*/ 95811 w 99480"/>
                    <a:gd name="connsiteY7" fmla="*/ 40891 h 99501"/>
                    <a:gd name="connsiteX8" fmla="*/ 95811 w 99480"/>
                    <a:gd name="connsiteY8" fmla="*/ 58620 h 99501"/>
                    <a:gd name="connsiteX9" fmla="*/ 58613 w 99480"/>
                    <a:gd name="connsiteY9" fmla="*/ 95834 h 99501"/>
                    <a:gd name="connsiteX10" fmla="*/ 49740 w 99480"/>
                    <a:gd name="connsiteY10" fmla="*/ 99502 h 99501"/>
                    <a:gd name="connsiteX11" fmla="*/ 30272 w 99480"/>
                    <a:gd name="connsiteY11" fmla="*/ 49748 h 99501"/>
                    <a:gd name="connsiteX12" fmla="*/ 49740 w 99480"/>
                    <a:gd name="connsiteY12" fmla="*/ 69233 h 99501"/>
                    <a:gd name="connsiteX13" fmla="*/ 69209 w 99480"/>
                    <a:gd name="connsiteY13" fmla="*/ 49748 h 99501"/>
                    <a:gd name="connsiteX14" fmla="*/ 49740 w 99480"/>
                    <a:gd name="connsiteY14" fmla="*/ 30279 h 9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480" h="99501">
                      <a:moveTo>
                        <a:pt x="49740" y="99502"/>
                      </a:moveTo>
                      <a:cubicBezTo>
                        <a:pt x="46414" y="99505"/>
                        <a:pt x="43223" y="98185"/>
                        <a:pt x="40868" y="95834"/>
                      </a:cubicBezTo>
                      <a:lnTo>
                        <a:pt x="3670" y="58620"/>
                      </a:lnTo>
                      <a:cubicBezTo>
                        <a:pt x="-1223" y="53724"/>
                        <a:pt x="-1223" y="45788"/>
                        <a:pt x="3670" y="40891"/>
                      </a:cubicBezTo>
                      <a:lnTo>
                        <a:pt x="40868" y="3678"/>
                      </a:lnTo>
                      <a:cubicBezTo>
                        <a:pt x="45762" y="-1222"/>
                        <a:pt x="53703" y="-1227"/>
                        <a:pt x="58603" y="3668"/>
                      </a:cubicBezTo>
                      <a:cubicBezTo>
                        <a:pt x="58607" y="3671"/>
                        <a:pt x="58610" y="3675"/>
                        <a:pt x="58613" y="3678"/>
                      </a:cubicBezTo>
                      <a:lnTo>
                        <a:pt x="95811" y="40891"/>
                      </a:lnTo>
                      <a:cubicBezTo>
                        <a:pt x="100704" y="45788"/>
                        <a:pt x="100704" y="53724"/>
                        <a:pt x="95811" y="58620"/>
                      </a:cubicBezTo>
                      <a:lnTo>
                        <a:pt x="58613" y="95834"/>
                      </a:lnTo>
                      <a:cubicBezTo>
                        <a:pt x="56258" y="98185"/>
                        <a:pt x="53067" y="99505"/>
                        <a:pt x="49740" y="99502"/>
                      </a:cubicBezTo>
                      <a:close/>
                      <a:moveTo>
                        <a:pt x="30272" y="49748"/>
                      </a:moveTo>
                      <a:lnTo>
                        <a:pt x="49740" y="69233"/>
                      </a:lnTo>
                      <a:lnTo>
                        <a:pt x="69209" y="49748"/>
                      </a:lnTo>
                      <a:lnTo>
                        <a:pt x="49740" y="30279"/>
                      </a:ln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 name="Freeform 182">
                  <a:extLst>
                    <a:ext uri="{FF2B5EF4-FFF2-40B4-BE49-F238E27FC236}">
                      <a16:creationId xmlns:a16="http://schemas.microsoft.com/office/drawing/2014/main" id="{CEF58F02-4855-4FBB-E5E7-9151CAD04BD3}"/>
                    </a:ext>
                  </a:extLst>
                </p:cNvPr>
                <p:cNvSpPr/>
                <p:nvPr/>
              </p:nvSpPr>
              <p:spPr>
                <a:xfrm>
                  <a:off x="786397" y="2040956"/>
                  <a:ext cx="158321" cy="66181"/>
                </a:xfrm>
                <a:custGeom>
                  <a:avLst/>
                  <a:gdLst>
                    <a:gd name="connsiteX0" fmla="*/ 145781 w 158321"/>
                    <a:gd name="connsiteY0" fmla="*/ 66182 h 66181"/>
                    <a:gd name="connsiteX1" fmla="*/ 12540 w 158321"/>
                    <a:gd name="connsiteY1" fmla="*/ 66182 h 66181"/>
                    <a:gd name="connsiteX2" fmla="*/ 0 w 158321"/>
                    <a:gd name="connsiteY2" fmla="*/ 53641 h 66181"/>
                    <a:gd name="connsiteX3" fmla="*/ 0 w 158321"/>
                    <a:gd name="connsiteY3" fmla="*/ 12540 h 66181"/>
                    <a:gd name="connsiteX4" fmla="*/ 12540 w 158321"/>
                    <a:gd name="connsiteY4" fmla="*/ 0 h 66181"/>
                    <a:gd name="connsiteX5" fmla="*/ 145781 w 158321"/>
                    <a:gd name="connsiteY5" fmla="*/ 0 h 66181"/>
                    <a:gd name="connsiteX6" fmla="*/ 158322 w 158321"/>
                    <a:gd name="connsiteY6" fmla="*/ 12540 h 66181"/>
                    <a:gd name="connsiteX7" fmla="*/ 158322 w 158321"/>
                    <a:gd name="connsiteY7" fmla="*/ 53641 h 66181"/>
                    <a:gd name="connsiteX8" fmla="*/ 145781 w 158321"/>
                    <a:gd name="connsiteY8" fmla="*/ 66182 h 66181"/>
                    <a:gd name="connsiteX9" fmla="*/ 25081 w 158321"/>
                    <a:gd name="connsiteY9" fmla="*/ 41101 h 66181"/>
                    <a:gd name="connsiteX10" fmla="*/ 133241 w 158321"/>
                    <a:gd name="connsiteY10" fmla="*/ 41101 h 66181"/>
                    <a:gd name="connsiteX11" fmla="*/ 133241 w 158321"/>
                    <a:gd name="connsiteY11" fmla="*/ 25081 h 66181"/>
                    <a:gd name="connsiteX12" fmla="*/ 25081 w 158321"/>
                    <a:gd name="connsiteY12" fmla="*/ 25081 h 6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321" h="66181">
                      <a:moveTo>
                        <a:pt x="145781" y="66182"/>
                      </a:moveTo>
                      <a:lnTo>
                        <a:pt x="12540" y="66182"/>
                      </a:lnTo>
                      <a:cubicBezTo>
                        <a:pt x="5614" y="66182"/>
                        <a:pt x="0" y="60567"/>
                        <a:pt x="0" y="53641"/>
                      </a:cubicBezTo>
                      <a:lnTo>
                        <a:pt x="0" y="12540"/>
                      </a:lnTo>
                      <a:cubicBezTo>
                        <a:pt x="0" y="5614"/>
                        <a:pt x="5614" y="0"/>
                        <a:pt x="12540" y="0"/>
                      </a:cubicBezTo>
                      <a:lnTo>
                        <a:pt x="145781" y="0"/>
                      </a:lnTo>
                      <a:cubicBezTo>
                        <a:pt x="152707" y="0"/>
                        <a:pt x="158322" y="5614"/>
                        <a:pt x="158322" y="12540"/>
                      </a:cubicBezTo>
                      <a:lnTo>
                        <a:pt x="158322" y="53641"/>
                      </a:lnTo>
                      <a:cubicBezTo>
                        <a:pt x="158322" y="60567"/>
                        <a:pt x="152707" y="66182"/>
                        <a:pt x="145781" y="66182"/>
                      </a:cubicBezTo>
                      <a:close/>
                      <a:moveTo>
                        <a:pt x="25081" y="41101"/>
                      </a:moveTo>
                      <a:lnTo>
                        <a:pt x="133241" y="41101"/>
                      </a:lnTo>
                      <a:lnTo>
                        <a:pt x="133241" y="25081"/>
                      </a:lnTo>
                      <a:lnTo>
                        <a:pt x="25081" y="25081"/>
                      </a:ln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63" name="Group 62">
            <a:extLst>
              <a:ext uri="{FF2B5EF4-FFF2-40B4-BE49-F238E27FC236}">
                <a16:creationId xmlns:a16="http://schemas.microsoft.com/office/drawing/2014/main" id="{68DCD8D1-6B09-A3D6-DF37-0B53AD469E08}"/>
              </a:ext>
            </a:extLst>
          </p:cNvPr>
          <p:cNvGrpSpPr/>
          <p:nvPr/>
        </p:nvGrpSpPr>
        <p:grpSpPr>
          <a:xfrm>
            <a:off x="2432465" y="2241576"/>
            <a:ext cx="2601223" cy="1365966"/>
            <a:chOff x="2432465" y="2241576"/>
            <a:chExt cx="2601223" cy="1365966"/>
          </a:xfrm>
        </p:grpSpPr>
        <p:sp>
          <p:nvSpPr>
            <p:cNvPr id="448" name="Arrow: Chevron 284">
              <a:extLst>
                <a:ext uri="{FF2B5EF4-FFF2-40B4-BE49-F238E27FC236}">
                  <a16:creationId xmlns:a16="http://schemas.microsoft.com/office/drawing/2014/main" id="{08F85673-488F-4046-B9C2-FF0BBA94CBAD}"/>
                </a:ext>
              </a:extLst>
            </p:cNvPr>
            <p:cNvSpPr/>
            <p:nvPr/>
          </p:nvSpPr>
          <p:spPr>
            <a:xfrm>
              <a:off x="3208888" y="3197853"/>
              <a:ext cx="1634664"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432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F2S/BBP</a:t>
              </a:r>
            </a:p>
          </p:txBody>
        </p:sp>
        <p:sp>
          <p:nvSpPr>
            <p:cNvPr id="449" name="Arrow: Chevron 287">
              <a:extLst>
                <a:ext uri="{FF2B5EF4-FFF2-40B4-BE49-F238E27FC236}">
                  <a16:creationId xmlns:a16="http://schemas.microsoft.com/office/drawing/2014/main" id="{7A2175AC-EA54-026C-BDD9-2895BFB8F0EE}"/>
                </a:ext>
              </a:extLst>
            </p:cNvPr>
            <p:cNvSpPr/>
            <p:nvPr/>
          </p:nvSpPr>
          <p:spPr>
            <a:xfrm>
              <a:off x="2441619" y="3197853"/>
              <a:ext cx="1225818"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65000"/>
                    </a:schemeClr>
                  </a:solidFill>
                  <a:effectLst/>
                  <a:uLnTx/>
                  <a:uFillTx/>
                  <a:latin typeface="Century Gothic" panose="020F0302020204030204"/>
                  <a:ea typeface="+mn-ea"/>
                  <a:cs typeface="+mn-cs"/>
                </a:rPr>
                <a:t>Inception</a:t>
              </a:r>
              <a:endPar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endParaRPr>
            </a:p>
          </p:txBody>
        </p:sp>
        <p:sp>
          <p:nvSpPr>
            <p:cNvPr id="450" name="Arrow: Chevron 278">
              <a:extLst>
                <a:ext uri="{FF2B5EF4-FFF2-40B4-BE49-F238E27FC236}">
                  <a16:creationId xmlns:a16="http://schemas.microsoft.com/office/drawing/2014/main" id="{2670ADA5-77D3-6D68-3DE4-44ED66638299}"/>
                </a:ext>
              </a:extLst>
            </p:cNvPr>
            <p:cNvSpPr/>
            <p:nvPr/>
          </p:nvSpPr>
          <p:spPr>
            <a:xfrm>
              <a:off x="2432465" y="2241576"/>
              <a:ext cx="2601223" cy="964154"/>
            </a:xfrm>
            <a:prstGeom prst="chevron">
              <a:avLst>
                <a:gd name="adj" fmla="val 29545"/>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Explore</a:t>
              </a:r>
            </a:p>
          </p:txBody>
        </p:sp>
        <p:grpSp>
          <p:nvGrpSpPr>
            <p:cNvPr id="451" name="Group 450">
              <a:extLst>
                <a:ext uri="{FF2B5EF4-FFF2-40B4-BE49-F238E27FC236}">
                  <a16:creationId xmlns:a16="http://schemas.microsoft.com/office/drawing/2014/main" id="{40316F65-4332-7C9B-8D91-750C84D9D2C9}"/>
                </a:ext>
              </a:extLst>
            </p:cNvPr>
            <p:cNvGrpSpPr/>
            <p:nvPr/>
          </p:nvGrpSpPr>
          <p:grpSpPr>
            <a:xfrm>
              <a:off x="3424308" y="2369261"/>
              <a:ext cx="471163" cy="471791"/>
              <a:chOff x="3424308" y="2369261"/>
              <a:chExt cx="471163" cy="471791"/>
            </a:xfrm>
          </p:grpSpPr>
          <p:sp>
            <p:nvSpPr>
              <p:cNvPr id="452" name="Oval 451">
                <a:extLst>
                  <a:ext uri="{FF2B5EF4-FFF2-40B4-BE49-F238E27FC236}">
                    <a16:creationId xmlns:a16="http://schemas.microsoft.com/office/drawing/2014/main" id="{08C70A43-3945-A3FB-747B-8601369862BA}"/>
                  </a:ext>
                </a:extLst>
              </p:cNvPr>
              <p:cNvSpPr/>
              <p:nvPr/>
            </p:nvSpPr>
            <p:spPr>
              <a:xfrm>
                <a:off x="3424308" y="2369261"/>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453" name="Graphic 330">
                <a:extLst>
                  <a:ext uri="{FF2B5EF4-FFF2-40B4-BE49-F238E27FC236}">
                    <a16:creationId xmlns:a16="http://schemas.microsoft.com/office/drawing/2014/main" id="{73ABF883-2282-8FE6-4D50-A6A8E664FB27}"/>
                  </a:ext>
                </a:extLst>
              </p:cNvPr>
              <p:cNvGrpSpPr/>
              <p:nvPr/>
            </p:nvGrpSpPr>
            <p:grpSpPr>
              <a:xfrm>
                <a:off x="3529178" y="2474297"/>
                <a:ext cx="261425" cy="261748"/>
                <a:chOff x="2905403" y="2047213"/>
                <a:chExt cx="261773" cy="261748"/>
              </a:xfrm>
              <a:solidFill>
                <a:schemeClr val="bg1">
                  <a:lumMod val="75000"/>
                </a:schemeClr>
              </a:solidFill>
            </p:grpSpPr>
            <p:sp>
              <p:nvSpPr>
                <p:cNvPr id="454" name="Freeform 170">
                  <a:extLst>
                    <a:ext uri="{FF2B5EF4-FFF2-40B4-BE49-F238E27FC236}">
                      <a16:creationId xmlns:a16="http://schemas.microsoft.com/office/drawing/2014/main" id="{0C68B442-C04A-8F05-0313-98110144DF42}"/>
                    </a:ext>
                  </a:extLst>
                </p:cNvPr>
                <p:cNvSpPr/>
                <p:nvPr/>
              </p:nvSpPr>
              <p:spPr>
                <a:xfrm>
                  <a:off x="2905403" y="2197919"/>
                  <a:ext cx="111010" cy="111042"/>
                </a:xfrm>
                <a:custGeom>
                  <a:avLst/>
                  <a:gdLst>
                    <a:gd name="connsiteX0" fmla="*/ 12535 w 111010"/>
                    <a:gd name="connsiteY0" fmla="*/ 111042 h 111042"/>
                    <a:gd name="connsiteX1" fmla="*/ 0 w 111010"/>
                    <a:gd name="connsiteY1" fmla="*/ 98495 h 111042"/>
                    <a:gd name="connsiteX2" fmla="*/ 3662 w 111010"/>
                    <a:gd name="connsiteY2" fmla="*/ 89645 h 111042"/>
                    <a:gd name="connsiteX3" fmla="*/ 88890 w 111010"/>
                    <a:gd name="connsiteY3" fmla="*/ 4449 h 111042"/>
                    <a:gd name="connsiteX4" fmla="*/ 106562 w 111010"/>
                    <a:gd name="connsiteY4" fmla="*/ 2960 h 111042"/>
                    <a:gd name="connsiteX5" fmla="*/ 108051 w 111010"/>
                    <a:gd name="connsiteY5" fmla="*/ 20632 h 111042"/>
                    <a:gd name="connsiteX6" fmla="*/ 106587 w 111010"/>
                    <a:gd name="connsiteY6" fmla="*/ 22100 h 111042"/>
                    <a:gd name="connsiteX7" fmla="*/ 21407 w 111010"/>
                    <a:gd name="connsiteY7" fmla="*/ 107327 h 111042"/>
                    <a:gd name="connsiteX8" fmla="*/ 12535 w 111010"/>
                    <a:gd name="connsiteY8" fmla="*/ 111042 h 11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010" h="111042">
                      <a:moveTo>
                        <a:pt x="12535" y="111042"/>
                      </a:moveTo>
                      <a:cubicBezTo>
                        <a:pt x="5609" y="111039"/>
                        <a:pt x="-3" y="105422"/>
                        <a:pt x="0" y="98495"/>
                      </a:cubicBezTo>
                      <a:cubicBezTo>
                        <a:pt x="2" y="95177"/>
                        <a:pt x="1318" y="91995"/>
                        <a:pt x="3662" y="89645"/>
                      </a:cubicBezTo>
                      <a:lnTo>
                        <a:pt x="88890" y="4449"/>
                      </a:lnTo>
                      <a:cubicBezTo>
                        <a:pt x="93358" y="-842"/>
                        <a:pt x="101270" y="-1509"/>
                        <a:pt x="106562" y="2960"/>
                      </a:cubicBezTo>
                      <a:cubicBezTo>
                        <a:pt x="111853" y="7429"/>
                        <a:pt x="112520" y="15340"/>
                        <a:pt x="108051" y="20632"/>
                      </a:cubicBezTo>
                      <a:cubicBezTo>
                        <a:pt x="107604" y="21161"/>
                        <a:pt x="107115" y="21651"/>
                        <a:pt x="106587" y="22100"/>
                      </a:cubicBezTo>
                      <a:lnTo>
                        <a:pt x="21407" y="107327"/>
                      </a:lnTo>
                      <a:cubicBezTo>
                        <a:pt x="19061" y="109696"/>
                        <a:pt x="15868" y="111033"/>
                        <a:pt x="12535" y="111042"/>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55" name="Freeform 171">
                  <a:extLst>
                    <a:ext uri="{FF2B5EF4-FFF2-40B4-BE49-F238E27FC236}">
                      <a16:creationId xmlns:a16="http://schemas.microsoft.com/office/drawing/2014/main" id="{601901FD-9AE5-4809-C18B-58BB0123D76B}"/>
                    </a:ext>
                  </a:extLst>
                </p:cNvPr>
                <p:cNvSpPr/>
                <p:nvPr/>
              </p:nvSpPr>
              <p:spPr>
                <a:xfrm>
                  <a:off x="2964682" y="2047213"/>
                  <a:ext cx="202495" cy="202495"/>
                </a:xfrm>
                <a:custGeom>
                  <a:avLst/>
                  <a:gdLst>
                    <a:gd name="connsiteX0" fmla="*/ 101263 w 202495"/>
                    <a:gd name="connsiteY0" fmla="*/ 202495 h 202495"/>
                    <a:gd name="connsiteX1" fmla="*/ 0 w 202495"/>
                    <a:gd name="connsiteY1" fmla="*/ 101263 h 202495"/>
                    <a:gd name="connsiteX2" fmla="*/ 101232 w 202495"/>
                    <a:gd name="connsiteY2" fmla="*/ 0 h 202495"/>
                    <a:gd name="connsiteX3" fmla="*/ 202495 w 202495"/>
                    <a:gd name="connsiteY3" fmla="*/ 101232 h 202495"/>
                    <a:gd name="connsiteX4" fmla="*/ 202495 w 202495"/>
                    <a:gd name="connsiteY4" fmla="*/ 101248 h 202495"/>
                    <a:gd name="connsiteX5" fmla="*/ 101263 w 202495"/>
                    <a:gd name="connsiteY5" fmla="*/ 202495 h 202495"/>
                    <a:gd name="connsiteX6" fmla="*/ 101263 w 202495"/>
                    <a:gd name="connsiteY6" fmla="*/ 25096 h 202495"/>
                    <a:gd name="connsiteX7" fmla="*/ 25081 w 202495"/>
                    <a:gd name="connsiteY7" fmla="*/ 101248 h 202495"/>
                    <a:gd name="connsiteX8" fmla="*/ 101232 w 202495"/>
                    <a:gd name="connsiteY8" fmla="*/ 177430 h 202495"/>
                    <a:gd name="connsiteX9" fmla="*/ 177415 w 202495"/>
                    <a:gd name="connsiteY9" fmla="*/ 101279 h 202495"/>
                    <a:gd name="connsiteX10" fmla="*/ 177415 w 202495"/>
                    <a:gd name="connsiteY10" fmla="*/ 101248 h 202495"/>
                    <a:gd name="connsiteX11" fmla="*/ 101263 w 202495"/>
                    <a:gd name="connsiteY11" fmla="*/ 25049 h 202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495" h="202495">
                      <a:moveTo>
                        <a:pt x="101263" y="202495"/>
                      </a:moveTo>
                      <a:cubicBezTo>
                        <a:pt x="45346" y="202505"/>
                        <a:pt x="9" y="157181"/>
                        <a:pt x="0" y="101263"/>
                      </a:cubicBezTo>
                      <a:cubicBezTo>
                        <a:pt x="-9" y="45346"/>
                        <a:pt x="45314" y="9"/>
                        <a:pt x="101232" y="0"/>
                      </a:cubicBezTo>
                      <a:cubicBezTo>
                        <a:pt x="157149" y="-9"/>
                        <a:pt x="202486" y="45314"/>
                        <a:pt x="202495" y="101232"/>
                      </a:cubicBezTo>
                      <a:cubicBezTo>
                        <a:pt x="202495" y="101237"/>
                        <a:pt x="202495" y="101242"/>
                        <a:pt x="202495" y="101248"/>
                      </a:cubicBezTo>
                      <a:cubicBezTo>
                        <a:pt x="202434" y="157134"/>
                        <a:pt x="157149" y="202426"/>
                        <a:pt x="101263" y="202495"/>
                      </a:cubicBezTo>
                      <a:close/>
                      <a:moveTo>
                        <a:pt x="101263" y="25096"/>
                      </a:moveTo>
                      <a:cubicBezTo>
                        <a:pt x="59197" y="25088"/>
                        <a:pt x="25089" y="59182"/>
                        <a:pt x="25081" y="101248"/>
                      </a:cubicBezTo>
                      <a:cubicBezTo>
                        <a:pt x="25072" y="143313"/>
                        <a:pt x="59166" y="177421"/>
                        <a:pt x="101232" y="177430"/>
                      </a:cubicBezTo>
                      <a:cubicBezTo>
                        <a:pt x="143298" y="177440"/>
                        <a:pt x="177405" y="143345"/>
                        <a:pt x="177415" y="101279"/>
                      </a:cubicBezTo>
                      <a:cubicBezTo>
                        <a:pt x="177415" y="101268"/>
                        <a:pt x="177415" y="101258"/>
                        <a:pt x="177415" y="101248"/>
                      </a:cubicBezTo>
                      <a:cubicBezTo>
                        <a:pt x="177388" y="59194"/>
                        <a:pt x="143317" y="25101"/>
                        <a:pt x="101263" y="25049"/>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56" name="Freeform 172">
                  <a:extLst>
                    <a:ext uri="{FF2B5EF4-FFF2-40B4-BE49-F238E27FC236}">
                      <a16:creationId xmlns:a16="http://schemas.microsoft.com/office/drawing/2014/main" id="{74D87895-3C2B-329C-4C11-C2E7AF73FB36}"/>
                    </a:ext>
                  </a:extLst>
                </p:cNvPr>
                <p:cNvSpPr/>
                <p:nvPr/>
              </p:nvSpPr>
              <p:spPr>
                <a:xfrm>
                  <a:off x="3052606" y="2106356"/>
                  <a:ext cx="25080" cy="84208"/>
                </a:xfrm>
                <a:custGeom>
                  <a:avLst/>
                  <a:gdLst>
                    <a:gd name="connsiteX0" fmla="*/ 12540 w 25080"/>
                    <a:gd name="connsiteY0" fmla="*/ 84208 h 84208"/>
                    <a:gd name="connsiteX1" fmla="*/ 0 w 25080"/>
                    <a:gd name="connsiteY1" fmla="*/ 71668 h 84208"/>
                    <a:gd name="connsiteX2" fmla="*/ 0 w 25080"/>
                    <a:gd name="connsiteY2" fmla="*/ 12540 h 84208"/>
                    <a:gd name="connsiteX3" fmla="*/ 12540 w 25080"/>
                    <a:gd name="connsiteY3" fmla="*/ 0 h 84208"/>
                    <a:gd name="connsiteX4" fmla="*/ 25081 w 25080"/>
                    <a:gd name="connsiteY4" fmla="*/ 12540 h 84208"/>
                    <a:gd name="connsiteX5" fmla="*/ 25081 w 25080"/>
                    <a:gd name="connsiteY5" fmla="*/ 71668 h 84208"/>
                    <a:gd name="connsiteX6" fmla="*/ 12540 w 25080"/>
                    <a:gd name="connsiteY6" fmla="*/ 84208 h 84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80" h="84208">
                      <a:moveTo>
                        <a:pt x="12540" y="84208"/>
                      </a:moveTo>
                      <a:cubicBezTo>
                        <a:pt x="5615" y="84208"/>
                        <a:pt x="0" y="78594"/>
                        <a:pt x="0" y="71668"/>
                      </a:cubicBezTo>
                      <a:lnTo>
                        <a:pt x="0" y="12540"/>
                      </a:lnTo>
                      <a:cubicBezTo>
                        <a:pt x="0" y="5614"/>
                        <a:pt x="5615" y="0"/>
                        <a:pt x="12540" y="0"/>
                      </a:cubicBezTo>
                      <a:cubicBezTo>
                        <a:pt x="19466" y="0"/>
                        <a:pt x="25081" y="5614"/>
                        <a:pt x="25081" y="12540"/>
                      </a:cubicBezTo>
                      <a:lnTo>
                        <a:pt x="25081" y="71668"/>
                      </a:lnTo>
                      <a:cubicBezTo>
                        <a:pt x="25081" y="78594"/>
                        <a:pt x="19466" y="84208"/>
                        <a:pt x="12540" y="84208"/>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57" name="Freeform 173">
                  <a:extLst>
                    <a:ext uri="{FF2B5EF4-FFF2-40B4-BE49-F238E27FC236}">
                      <a16:creationId xmlns:a16="http://schemas.microsoft.com/office/drawing/2014/main" id="{1708696F-18AA-DC1A-0439-081684F9CA40}"/>
                    </a:ext>
                  </a:extLst>
                </p:cNvPr>
                <p:cNvSpPr/>
                <p:nvPr/>
              </p:nvSpPr>
              <p:spPr>
                <a:xfrm>
                  <a:off x="3023826" y="2135121"/>
                  <a:ext cx="84224" cy="25080"/>
                </a:xfrm>
                <a:custGeom>
                  <a:avLst/>
                  <a:gdLst>
                    <a:gd name="connsiteX0" fmla="*/ 71684 w 84224"/>
                    <a:gd name="connsiteY0" fmla="*/ 25081 h 25080"/>
                    <a:gd name="connsiteX1" fmla="*/ 12540 w 84224"/>
                    <a:gd name="connsiteY1" fmla="*/ 25081 h 25080"/>
                    <a:gd name="connsiteX2" fmla="*/ 0 w 84224"/>
                    <a:gd name="connsiteY2" fmla="*/ 12540 h 25080"/>
                    <a:gd name="connsiteX3" fmla="*/ 12540 w 84224"/>
                    <a:gd name="connsiteY3" fmla="*/ 0 h 25080"/>
                    <a:gd name="connsiteX4" fmla="*/ 71684 w 84224"/>
                    <a:gd name="connsiteY4" fmla="*/ 0 h 25080"/>
                    <a:gd name="connsiteX5" fmla="*/ 84224 w 84224"/>
                    <a:gd name="connsiteY5" fmla="*/ 12540 h 25080"/>
                    <a:gd name="connsiteX6" fmla="*/ 71684 w 8422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224" h="25080">
                      <a:moveTo>
                        <a:pt x="71684" y="25081"/>
                      </a:moveTo>
                      <a:lnTo>
                        <a:pt x="12540" y="25081"/>
                      </a:lnTo>
                      <a:cubicBezTo>
                        <a:pt x="5614" y="25081"/>
                        <a:pt x="0" y="19466"/>
                        <a:pt x="0" y="12540"/>
                      </a:cubicBezTo>
                      <a:cubicBezTo>
                        <a:pt x="0" y="5614"/>
                        <a:pt x="5614" y="0"/>
                        <a:pt x="12540" y="0"/>
                      </a:cubicBezTo>
                      <a:lnTo>
                        <a:pt x="71684" y="0"/>
                      </a:lnTo>
                      <a:cubicBezTo>
                        <a:pt x="78609" y="0"/>
                        <a:pt x="84224" y="5614"/>
                        <a:pt x="84224" y="12540"/>
                      </a:cubicBezTo>
                      <a:cubicBezTo>
                        <a:pt x="84224" y="19466"/>
                        <a:pt x="78609" y="25081"/>
                        <a:pt x="71684" y="25081"/>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458" name="Group 457">
            <a:extLst>
              <a:ext uri="{FF2B5EF4-FFF2-40B4-BE49-F238E27FC236}">
                <a16:creationId xmlns:a16="http://schemas.microsoft.com/office/drawing/2014/main" id="{703DF8F3-FA85-FC8D-6641-369E27F3E70C}"/>
              </a:ext>
            </a:extLst>
          </p:cNvPr>
          <p:cNvGrpSpPr/>
          <p:nvPr/>
        </p:nvGrpSpPr>
        <p:grpSpPr>
          <a:xfrm>
            <a:off x="4748633" y="2241576"/>
            <a:ext cx="4663391" cy="1365967"/>
            <a:chOff x="4748633" y="2241576"/>
            <a:chExt cx="4663391" cy="1365967"/>
          </a:xfrm>
        </p:grpSpPr>
        <p:grpSp>
          <p:nvGrpSpPr>
            <p:cNvPr id="459" name="Group 458">
              <a:extLst>
                <a:ext uri="{FF2B5EF4-FFF2-40B4-BE49-F238E27FC236}">
                  <a16:creationId xmlns:a16="http://schemas.microsoft.com/office/drawing/2014/main" id="{ACEB1D3B-13FA-1C25-CC1D-80D7CD2F428C}"/>
                </a:ext>
              </a:extLst>
            </p:cNvPr>
            <p:cNvGrpSpPr/>
            <p:nvPr/>
          </p:nvGrpSpPr>
          <p:grpSpPr>
            <a:xfrm>
              <a:off x="4748633" y="2241576"/>
              <a:ext cx="4663391" cy="1365967"/>
              <a:chOff x="4748633" y="2241576"/>
              <a:chExt cx="4663391" cy="1365967"/>
            </a:xfrm>
          </p:grpSpPr>
          <p:sp>
            <p:nvSpPr>
              <p:cNvPr id="481" name="Arrow: Chevron 22">
                <a:extLst>
                  <a:ext uri="{FF2B5EF4-FFF2-40B4-BE49-F238E27FC236}">
                    <a16:creationId xmlns:a16="http://schemas.microsoft.com/office/drawing/2014/main" id="{9A340A9C-4E37-265A-6144-66709219887C}"/>
                  </a:ext>
                </a:extLst>
              </p:cNvPr>
              <p:cNvSpPr/>
              <p:nvPr/>
            </p:nvSpPr>
            <p:spPr>
              <a:xfrm>
                <a:off x="4748633" y="3197853"/>
                <a:ext cx="2666844" cy="409690"/>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Realization</a:t>
                </a:r>
              </a:p>
            </p:txBody>
          </p:sp>
          <p:sp>
            <p:nvSpPr>
              <p:cNvPr id="482" name="Arrow: Chevron 274">
                <a:extLst>
                  <a:ext uri="{FF2B5EF4-FFF2-40B4-BE49-F238E27FC236}">
                    <a16:creationId xmlns:a16="http://schemas.microsoft.com/office/drawing/2014/main" id="{7D3E257B-D3BF-BB45-01FA-8EB95E9F75C8}"/>
                  </a:ext>
                </a:extLst>
              </p:cNvPr>
              <p:cNvSpPr/>
              <p:nvPr/>
            </p:nvSpPr>
            <p:spPr>
              <a:xfrm>
                <a:off x="8266342" y="3197853"/>
                <a:ext cx="978242" cy="409690"/>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000" b="1" dirty="0">
                    <a:solidFill>
                      <a:schemeClr val="bg1">
                        <a:lumMod val="65000"/>
                      </a:schemeClr>
                    </a:solidFill>
                    <a:latin typeface="Century Gothic" panose="020F0302020204030204"/>
                  </a:rPr>
                  <a:t>BRT</a:t>
                </a:r>
                <a:endPar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endParaRPr>
              </a:p>
            </p:txBody>
          </p:sp>
          <p:sp>
            <p:nvSpPr>
              <p:cNvPr id="483" name="Arrow: Chevron 273">
                <a:extLst>
                  <a:ext uri="{FF2B5EF4-FFF2-40B4-BE49-F238E27FC236}">
                    <a16:creationId xmlns:a16="http://schemas.microsoft.com/office/drawing/2014/main" id="{9307261B-5416-1285-9DDD-2CF6575A0A75}"/>
                  </a:ext>
                </a:extLst>
              </p:cNvPr>
              <p:cNvSpPr/>
              <p:nvPr/>
            </p:nvSpPr>
            <p:spPr>
              <a:xfrm>
                <a:off x="7323214" y="3197853"/>
                <a:ext cx="1045211"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65000"/>
                      </a:schemeClr>
                    </a:solidFill>
                    <a:effectLst/>
                    <a:uLnTx/>
                    <a:uFillTx/>
                    <a:latin typeface="Century Gothic" panose="020F0302020204030204"/>
                    <a:ea typeface="+mn-ea"/>
                    <a:cs typeface="+mn-cs"/>
                  </a:rPr>
                  <a:t>SIT</a:t>
                </a:r>
              </a:p>
            </p:txBody>
          </p:sp>
          <p:sp>
            <p:nvSpPr>
              <p:cNvPr id="496" name="Arrow: Chevron 279">
                <a:extLst>
                  <a:ext uri="{FF2B5EF4-FFF2-40B4-BE49-F238E27FC236}">
                    <a16:creationId xmlns:a16="http://schemas.microsoft.com/office/drawing/2014/main" id="{B300048D-C18F-0623-9573-9DF745A399CB}"/>
                  </a:ext>
                </a:extLst>
              </p:cNvPr>
              <p:cNvSpPr/>
              <p:nvPr/>
            </p:nvSpPr>
            <p:spPr>
              <a:xfrm>
                <a:off x="4748633" y="2241576"/>
                <a:ext cx="4663391" cy="964154"/>
              </a:xfrm>
              <a:prstGeom prst="chevron">
                <a:avLst>
                  <a:gd name="adj" fmla="val 28502"/>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Execute</a:t>
                </a:r>
              </a:p>
            </p:txBody>
          </p:sp>
        </p:grpSp>
        <p:grpSp>
          <p:nvGrpSpPr>
            <p:cNvPr id="460" name="Group 459">
              <a:extLst>
                <a:ext uri="{FF2B5EF4-FFF2-40B4-BE49-F238E27FC236}">
                  <a16:creationId xmlns:a16="http://schemas.microsoft.com/office/drawing/2014/main" id="{7AC6BA8E-B45F-3380-3847-856962A062CB}"/>
                </a:ext>
              </a:extLst>
            </p:cNvPr>
            <p:cNvGrpSpPr/>
            <p:nvPr/>
          </p:nvGrpSpPr>
          <p:grpSpPr>
            <a:xfrm>
              <a:off x="6831073" y="2369261"/>
              <a:ext cx="471163" cy="471791"/>
              <a:chOff x="6831073" y="2369261"/>
              <a:chExt cx="471163" cy="471791"/>
            </a:xfrm>
          </p:grpSpPr>
          <p:sp>
            <p:nvSpPr>
              <p:cNvPr id="461" name="Oval 460">
                <a:extLst>
                  <a:ext uri="{FF2B5EF4-FFF2-40B4-BE49-F238E27FC236}">
                    <a16:creationId xmlns:a16="http://schemas.microsoft.com/office/drawing/2014/main" id="{F361E554-6F7D-D044-85DF-13610916D469}"/>
                  </a:ext>
                </a:extLst>
              </p:cNvPr>
              <p:cNvSpPr/>
              <p:nvPr/>
            </p:nvSpPr>
            <p:spPr>
              <a:xfrm>
                <a:off x="6831073" y="2369261"/>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462" name="Group 461">
                <a:extLst>
                  <a:ext uri="{FF2B5EF4-FFF2-40B4-BE49-F238E27FC236}">
                    <a16:creationId xmlns:a16="http://schemas.microsoft.com/office/drawing/2014/main" id="{0119AB87-3E2D-3A0C-8635-0C64ADD1D0C8}"/>
                  </a:ext>
                </a:extLst>
              </p:cNvPr>
              <p:cNvGrpSpPr/>
              <p:nvPr/>
            </p:nvGrpSpPr>
            <p:grpSpPr>
              <a:xfrm>
                <a:off x="6939507" y="2475833"/>
                <a:ext cx="254219" cy="258644"/>
                <a:chOff x="6566257" y="2048749"/>
                <a:chExt cx="254558" cy="258644"/>
              </a:xfrm>
              <a:solidFill>
                <a:schemeClr val="bg1">
                  <a:lumMod val="75000"/>
                </a:schemeClr>
              </a:solidFill>
            </p:grpSpPr>
            <p:grpSp>
              <p:nvGrpSpPr>
                <p:cNvPr id="463" name="Graphic 332">
                  <a:extLst>
                    <a:ext uri="{FF2B5EF4-FFF2-40B4-BE49-F238E27FC236}">
                      <a16:creationId xmlns:a16="http://schemas.microsoft.com/office/drawing/2014/main" id="{B1FAA0CC-3ABB-AA82-E6C9-11BB322DCDDF}"/>
                    </a:ext>
                  </a:extLst>
                </p:cNvPr>
                <p:cNvGrpSpPr/>
                <p:nvPr/>
              </p:nvGrpSpPr>
              <p:grpSpPr>
                <a:xfrm>
                  <a:off x="6566257" y="2086119"/>
                  <a:ext cx="135075" cy="185001"/>
                  <a:chOff x="6566257" y="2086119"/>
                  <a:chExt cx="135075" cy="185001"/>
                </a:xfrm>
                <a:grpFill/>
              </p:grpSpPr>
              <p:sp>
                <p:nvSpPr>
                  <p:cNvPr id="477" name="Freeform 164">
                    <a:extLst>
                      <a:ext uri="{FF2B5EF4-FFF2-40B4-BE49-F238E27FC236}">
                        <a16:creationId xmlns:a16="http://schemas.microsoft.com/office/drawing/2014/main" id="{6F573A52-948D-4C70-E60B-67C185030387}"/>
                      </a:ext>
                    </a:extLst>
                  </p:cNvPr>
                  <p:cNvSpPr/>
                  <p:nvPr/>
                </p:nvSpPr>
                <p:spPr>
                  <a:xfrm>
                    <a:off x="6566257" y="2086119"/>
                    <a:ext cx="135075" cy="131501"/>
                  </a:xfrm>
                  <a:custGeom>
                    <a:avLst/>
                    <a:gdLst>
                      <a:gd name="connsiteX0" fmla="*/ 92814 w 135075"/>
                      <a:gd name="connsiteY0" fmla="*/ 131501 h 131501"/>
                      <a:gd name="connsiteX1" fmla="*/ 80275 w 135075"/>
                      <a:gd name="connsiteY1" fmla="*/ 118959 h 131501"/>
                      <a:gd name="connsiteX2" fmla="*/ 88409 w 135075"/>
                      <a:gd name="connsiteY2" fmla="*/ 107220 h 131501"/>
                      <a:gd name="connsiteX3" fmla="*/ 109994 w 135075"/>
                      <a:gd name="connsiteY3" fmla="*/ 66088 h 131501"/>
                      <a:gd name="connsiteX4" fmla="*/ 67545 w 135075"/>
                      <a:gd name="connsiteY4" fmla="*/ 25081 h 131501"/>
                      <a:gd name="connsiteX5" fmla="*/ 25081 w 135075"/>
                      <a:gd name="connsiteY5" fmla="*/ 66088 h 131501"/>
                      <a:gd name="connsiteX6" fmla="*/ 47481 w 135075"/>
                      <a:gd name="connsiteY6" fmla="*/ 107016 h 131501"/>
                      <a:gd name="connsiteX7" fmla="*/ 53935 w 135075"/>
                      <a:gd name="connsiteY7" fmla="*/ 123535 h 131501"/>
                      <a:gd name="connsiteX8" fmla="*/ 38358 w 135075"/>
                      <a:gd name="connsiteY8" fmla="*/ 130357 h 131501"/>
                      <a:gd name="connsiteX9" fmla="*/ 0 w 135075"/>
                      <a:gd name="connsiteY9" fmla="*/ 66088 h 131501"/>
                      <a:gd name="connsiteX10" fmla="*/ 67545 w 135075"/>
                      <a:gd name="connsiteY10" fmla="*/ 0 h 131501"/>
                      <a:gd name="connsiteX11" fmla="*/ 135075 w 135075"/>
                      <a:gd name="connsiteY11" fmla="*/ 66088 h 131501"/>
                      <a:gd name="connsiteX12" fmla="*/ 97219 w 135075"/>
                      <a:gd name="connsiteY12" fmla="*/ 130702 h 131501"/>
                      <a:gd name="connsiteX13" fmla="*/ 92814 w 135075"/>
                      <a:gd name="connsiteY13" fmla="*/ 131501 h 131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5075" h="131501">
                        <a:moveTo>
                          <a:pt x="92814" y="131501"/>
                        </a:moveTo>
                        <a:cubicBezTo>
                          <a:pt x="85888" y="131501"/>
                          <a:pt x="80274" y="125886"/>
                          <a:pt x="80275" y="118959"/>
                        </a:cubicBezTo>
                        <a:cubicBezTo>
                          <a:pt x="80275" y="113733"/>
                          <a:pt x="83517" y="109056"/>
                          <a:pt x="88409" y="107220"/>
                        </a:cubicBezTo>
                        <a:cubicBezTo>
                          <a:pt x="109994" y="99116"/>
                          <a:pt x="109994" y="74302"/>
                          <a:pt x="109994" y="66088"/>
                        </a:cubicBezTo>
                        <a:cubicBezTo>
                          <a:pt x="109994" y="42324"/>
                          <a:pt x="92140" y="25081"/>
                          <a:pt x="67545" y="25081"/>
                        </a:cubicBezTo>
                        <a:cubicBezTo>
                          <a:pt x="42951" y="25081"/>
                          <a:pt x="25081" y="42324"/>
                          <a:pt x="25081" y="66088"/>
                        </a:cubicBezTo>
                        <a:cubicBezTo>
                          <a:pt x="25081" y="80760"/>
                          <a:pt x="28968" y="99774"/>
                          <a:pt x="47481" y="107016"/>
                        </a:cubicBezTo>
                        <a:cubicBezTo>
                          <a:pt x="53825" y="109795"/>
                          <a:pt x="56714" y="117191"/>
                          <a:pt x="53935" y="123535"/>
                        </a:cubicBezTo>
                        <a:cubicBezTo>
                          <a:pt x="51313" y="129520"/>
                          <a:pt x="44535" y="132489"/>
                          <a:pt x="38358" y="130357"/>
                        </a:cubicBezTo>
                        <a:cubicBezTo>
                          <a:pt x="13669" y="120701"/>
                          <a:pt x="0" y="97862"/>
                          <a:pt x="0" y="66088"/>
                        </a:cubicBezTo>
                        <a:cubicBezTo>
                          <a:pt x="0" y="28467"/>
                          <a:pt x="29031" y="0"/>
                          <a:pt x="67545" y="0"/>
                        </a:cubicBezTo>
                        <a:cubicBezTo>
                          <a:pt x="106060" y="0"/>
                          <a:pt x="135075" y="28467"/>
                          <a:pt x="135075" y="66088"/>
                        </a:cubicBezTo>
                        <a:cubicBezTo>
                          <a:pt x="135075" y="98598"/>
                          <a:pt x="121641" y="121547"/>
                          <a:pt x="97219" y="130702"/>
                        </a:cubicBezTo>
                        <a:cubicBezTo>
                          <a:pt x="95809" y="131224"/>
                          <a:pt x="94318" y="131495"/>
                          <a:pt x="92814" y="131501"/>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78" name="Freeform 165">
                    <a:extLst>
                      <a:ext uri="{FF2B5EF4-FFF2-40B4-BE49-F238E27FC236}">
                        <a16:creationId xmlns:a16="http://schemas.microsoft.com/office/drawing/2014/main" id="{9E9D28A3-5E52-965B-392B-4E08B1EDEFBF}"/>
                      </a:ext>
                    </a:extLst>
                  </p:cNvPr>
                  <p:cNvSpPr/>
                  <p:nvPr/>
                </p:nvSpPr>
                <p:spPr>
                  <a:xfrm>
                    <a:off x="6601417" y="2210096"/>
                    <a:ext cx="64864" cy="25080"/>
                  </a:xfrm>
                  <a:custGeom>
                    <a:avLst/>
                    <a:gdLst>
                      <a:gd name="connsiteX0" fmla="*/ 52325 w 64864"/>
                      <a:gd name="connsiteY0" fmla="*/ 25081 h 25080"/>
                      <a:gd name="connsiteX1" fmla="*/ 12540 w 64864"/>
                      <a:gd name="connsiteY1" fmla="*/ 25081 h 25080"/>
                      <a:gd name="connsiteX2" fmla="*/ 0 w 64864"/>
                      <a:gd name="connsiteY2" fmla="*/ 12540 h 25080"/>
                      <a:gd name="connsiteX3" fmla="*/ 12540 w 64864"/>
                      <a:gd name="connsiteY3" fmla="*/ 0 h 25080"/>
                      <a:gd name="connsiteX4" fmla="*/ 52325 w 64864"/>
                      <a:gd name="connsiteY4" fmla="*/ 0 h 25080"/>
                      <a:gd name="connsiteX5" fmla="*/ 64865 w 64864"/>
                      <a:gd name="connsiteY5" fmla="*/ 12540 h 25080"/>
                      <a:gd name="connsiteX6" fmla="*/ 52325 w 6486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64" h="25080">
                        <a:moveTo>
                          <a:pt x="52325" y="25081"/>
                        </a:moveTo>
                        <a:lnTo>
                          <a:pt x="12540" y="25081"/>
                        </a:lnTo>
                        <a:cubicBezTo>
                          <a:pt x="5614" y="25081"/>
                          <a:pt x="0" y="19466"/>
                          <a:pt x="0" y="12540"/>
                        </a:cubicBezTo>
                        <a:cubicBezTo>
                          <a:pt x="0" y="5615"/>
                          <a:pt x="5614" y="0"/>
                          <a:pt x="12540" y="0"/>
                        </a:cubicBezTo>
                        <a:lnTo>
                          <a:pt x="52325" y="0"/>
                        </a:lnTo>
                        <a:cubicBezTo>
                          <a:pt x="59250" y="0"/>
                          <a:pt x="64865" y="5615"/>
                          <a:pt x="64865" y="12540"/>
                        </a:cubicBezTo>
                        <a:cubicBezTo>
                          <a:pt x="64865" y="19466"/>
                          <a:pt x="59250" y="25081"/>
                          <a:pt x="52325" y="25081"/>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79" name="Freeform 166">
                    <a:extLst>
                      <a:ext uri="{FF2B5EF4-FFF2-40B4-BE49-F238E27FC236}">
                        <a16:creationId xmlns:a16="http://schemas.microsoft.com/office/drawing/2014/main" id="{B1BF8496-F755-90C1-61C1-77CEF56852F8}"/>
                      </a:ext>
                    </a:extLst>
                  </p:cNvPr>
                  <p:cNvSpPr/>
                  <p:nvPr/>
                </p:nvSpPr>
                <p:spPr>
                  <a:xfrm>
                    <a:off x="6601417" y="2246040"/>
                    <a:ext cx="63846" cy="25080"/>
                  </a:xfrm>
                  <a:custGeom>
                    <a:avLst/>
                    <a:gdLst>
                      <a:gd name="connsiteX0" fmla="*/ 51306 w 63846"/>
                      <a:gd name="connsiteY0" fmla="*/ 25081 h 25080"/>
                      <a:gd name="connsiteX1" fmla="*/ 12540 w 63846"/>
                      <a:gd name="connsiteY1" fmla="*/ 25081 h 25080"/>
                      <a:gd name="connsiteX2" fmla="*/ 0 w 63846"/>
                      <a:gd name="connsiteY2" fmla="*/ 12540 h 25080"/>
                      <a:gd name="connsiteX3" fmla="*/ 12540 w 63846"/>
                      <a:gd name="connsiteY3" fmla="*/ 0 h 25080"/>
                      <a:gd name="connsiteX4" fmla="*/ 51306 w 63846"/>
                      <a:gd name="connsiteY4" fmla="*/ 0 h 25080"/>
                      <a:gd name="connsiteX5" fmla="*/ 63846 w 63846"/>
                      <a:gd name="connsiteY5" fmla="*/ 12540 h 25080"/>
                      <a:gd name="connsiteX6" fmla="*/ 51306 w 63846"/>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846" h="25080">
                        <a:moveTo>
                          <a:pt x="51306" y="25081"/>
                        </a:moveTo>
                        <a:lnTo>
                          <a:pt x="12540" y="25081"/>
                        </a:lnTo>
                        <a:cubicBezTo>
                          <a:pt x="5614" y="25081"/>
                          <a:pt x="0" y="19466"/>
                          <a:pt x="0" y="12540"/>
                        </a:cubicBezTo>
                        <a:cubicBezTo>
                          <a:pt x="0" y="5615"/>
                          <a:pt x="5614" y="0"/>
                          <a:pt x="12540" y="0"/>
                        </a:cubicBezTo>
                        <a:lnTo>
                          <a:pt x="51306" y="0"/>
                        </a:lnTo>
                        <a:cubicBezTo>
                          <a:pt x="58232" y="0"/>
                          <a:pt x="63846" y="5615"/>
                          <a:pt x="63846" y="12540"/>
                        </a:cubicBezTo>
                        <a:cubicBezTo>
                          <a:pt x="63846" y="19466"/>
                          <a:pt x="58232" y="25081"/>
                          <a:pt x="51306" y="25081"/>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80" name="Freeform 167">
                    <a:extLst>
                      <a:ext uri="{FF2B5EF4-FFF2-40B4-BE49-F238E27FC236}">
                        <a16:creationId xmlns:a16="http://schemas.microsoft.com/office/drawing/2014/main" id="{7A77D036-AAA7-71E4-45FD-B4CED656844C}"/>
                      </a:ext>
                    </a:extLst>
                  </p:cNvPr>
                  <p:cNvSpPr/>
                  <p:nvPr/>
                </p:nvSpPr>
                <p:spPr>
                  <a:xfrm>
                    <a:off x="6597059" y="2192744"/>
                    <a:ext cx="73564" cy="78377"/>
                  </a:xfrm>
                  <a:custGeom>
                    <a:avLst/>
                    <a:gdLst>
                      <a:gd name="connsiteX0" fmla="*/ 61024 w 73564"/>
                      <a:gd name="connsiteY0" fmla="*/ 78377 h 78377"/>
                      <a:gd name="connsiteX1" fmla="*/ 12540 w 73564"/>
                      <a:gd name="connsiteY1" fmla="*/ 78377 h 78377"/>
                      <a:gd name="connsiteX2" fmla="*/ 0 w 73564"/>
                      <a:gd name="connsiteY2" fmla="*/ 65837 h 78377"/>
                      <a:gd name="connsiteX3" fmla="*/ 0 w 73564"/>
                      <a:gd name="connsiteY3" fmla="*/ 12540 h 78377"/>
                      <a:gd name="connsiteX4" fmla="*/ 12540 w 73564"/>
                      <a:gd name="connsiteY4" fmla="*/ 0 h 78377"/>
                      <a:gd name="connsiteX5" fmla="*/ 25081 w 73564"/>
                      <a:gd name="connsiteY5" fmla="*/ 12540 h 78377"/>
                      <a:gd name="connsiteX6" fmla="*/ 25081 w 73564"/>
                      <a:gd name="connsiteY6" fmla="*/ 53296 h 78377"/>
                      <a:gd name="connsiteX7" fmla="*/ 48484 w 73564"/>
                      <a:gd name="connsiteY7" fmla="*/ 53296 h 78377"/>
                      <a:gd name="connsiteX8" fmla="*/ 48484 w 73564"/>
                      <a:gd name="connsiteY8" fmla="*/ 13308 h 78377"/>
                      <a:gd name="connsiteX9" fmla="*/ 61024 w 73564"/>
                      <a:gd name="connsiteY9" fmla="*/ 768 h 78377"/>
                      <a:gd name="connsiteX10" fmla="*/ 73565 w 73564"/>
                      <a:gd name="connsiteY10" fmla="*/ 13308 h 78377"/>
                      <a:gd name="connsiteX11" fmla="*/ 73565 w 73564"/>
                      <a:gd name="connsiteY11" fmla="*/ 65837 h 78377"/>
                      <a:gd name="connsiteX12" fmla="*/ 61024 w 73564"/>
                      <a:gd name="connsiteY12" fmla="*/ 78377 h 7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564" h="78377">
                        <a:moveTo>
                          <a:pt x="61024" y="78377"/>
                        </a:moveTo>
                        <a:lnTo>
                          <a:pt x="12540" y="78377"/>
                        </a:lnTo>
                        <a:cubicBezTo>
                          <a:pt x="5614" y="78377"/>
                          <a:pt x="0" y="72762"/>
                          <a:pt x="0" y="65837"/>
                        </a:cubicBezTo>
                        <a:lnTo>
                          <a:pt x="0" y="12540"/>
                        </a:lnTo>
                        <a:cubicBezTo>
                          <a:pt x="0" y="5615"/>
                          <a:pt x="5614" y="0"/>
                          <a:pt x="12540" y="0"/>
                        </a:cubicBezTo>
                        <a:cubicBezTo>
                          <a:pt x="19466" y="0"/>
                          <a:pt x="25081" y="5615"/>
                          <a:pt x="25081" y="12540"/>
                        </a:cubicBezTo>
                        <a:lnTo>
                          <a:pt x="25081" y="53296"/>
                        </a:lnTo>
                        <a:lnTo>
                          <a:pt x="48484" y="53296"/>
                        </a:lnTo>
                        <a:lnTo>
                          <a:pt x="48484" y="13308"/>
                        </a:lnTo>
                        <a:cubicBezTo>
                          <a:pt x="48484" y="6383"/>
                          <a:pt x="54099" y="768"/>
                          <a:pt x="61024" y="768"/>
                        </a:cubicBezTo>
                        <a:cubicBezTo>
                          <a:pt x="67950" y="768"/>
                          <a:pt x="73565" y="6383"/>
                          <a:pt x="73565" y="13308"/>
                        </a:cubicBezTo>
                        <a:lnTo>
                          <a:pt x="73565" y="65837"/>
                        </a:lnTo>
                        <a:cubicBezTo>
                          <a:pt x="73565" y="72762"/>
                          <a:pt x="67950" y="78377"/>
                          <a:pt x="61024" y="78377"/>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464" name="Freeform 151">
                  <a:extLst>
                    <a:ext uri="{FF2B5EF4-FFF2-40B4-BE49-F238E27FC236}">
                      <a16:creationId xmlns:a16="http://schemas.microsoft.com/office/drawing/2014/main" id="{D6481883-9B59-09F1-3E1E-7DE571362EF9}"/>
                    </a:ext>
                  </a:extLst>
                </p:cNvPr>
                <p:cNvSpPr/>
                <p:nvPr/>
              </p:nvSpPr>
              <p:spPr>
                <a:xfrm>
                  <a:off x="6621779" y="2048749"/>
                  <a:ext cx="180740" cy="115668"/>
                </a:xfrm>
                <a:custGeom>
                  <a:avLst/>
                  <a:gdLst>
                    <a:gd name="connsiteX0" fmla="*/ 138054 w 180740"/>
                    <a:gd name="connsiteY0" fmla="*/ 115669 h 115668"/>
                    <a:gd name="connsiteX1" fmla="*/ 125513 w 180740"/>
                    <a:gd name="connsiteY1" fmla="*/ 103129 h 115668"/>
                    <a:gd name="connsiteX2" fmla="*/ 125513 w 180740"/>
                    <a:gd name="connsiteY2" fmla="*/ 25081 h 115668"/>
                    <a:gd name="connsiteX3" fmla="*/ 25081 w 180740"/>
                    <a:gd name="connsiteY3" fmla="*/ 25081 h 115668"/>
                    <a:gd name="connsiteX4" fmla="*/ 25081 w 180740"/>
                    <a:gd name="connsiteY4" fmla="*/ 49754 h 115668"/>
                    <a:gd name="connsiteX5" fmla="*/ 12540 w 180740"/>
                    <a:gd name="connsiteY5" fmla="*/ 62294 h 115668"/>
                    <a:gd name="connsiteX6" fmla="*/ 0 w 180740"/>
                    <a:gd name="connsiteY6" fmla="*/ 49754 h 115668"/>
                    <a:gd name="connsiteX7" fmla="*/ 0 w 180740"/>
                    <a:gd name="connsiteY7" fmla="*/ 12540 h 115668"/>
                    <a:gd name="connsiteX8" fmla="*/ 12540 w 180740"/>
                    <a:gd name="connsiteY8" fmla="*/ 0 h 115668"/>
                    <a:gd name="connsiteX9" fmla="*/ 138054 w 180740"/>
                    <a:gd name="connsiteY9" fmla="*/ 0 h 115668"/>
                    <a:gd name="connsiteX10" fmla="*/ 150594 w 180740"/>
                    <a:gd name="connsiteY10" fmla="*/ 12540 h 115668"/>
                    <a:gd name="connsiteX11" fmla="*/ 150594 w 180740"/>
                    <a:gd name="connsiteY11" fmla="*/ 72844 h 115668"/>
                    <a:gd name="connsiteX12" fmla="*/ 158792 w 180740"/>
                    <a:gd name="connsiteY12" fmla="*/ 64724 h 115668"/>
                    <a:gd name="connsiteX13" fmla="*/ 176491 w 180740"/>
                    <a:gd name="connsiteY13" fmla="*/ 63608 h 115668"/>
                    <a:gd name="connsiteX14" fmla="*/ 177607 w 180740"/>
                    <a:gd name="connsiteY14" fmla="*/ 81308 h 115668"/>
                    <a:gd name="connsiteX15" fmla="*/ 176458 w 180740"/>
                    <a:gd name="connsiteY15" fmla="*/ 82453 h 115668"/>
                    <a:gd name="connsiteX16" fmla="*/ 146926 w 180740"/>
                    <a:gd name="connsiteY16" fmla="*/ 111985 h 115668"/>
                    <a:gd name="connsiteX17" fmla="*/ 138054 w 180740"/>
                    <a:gd name="connsiteY17" fmla="*/ 115669 h 11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740" h="115668">
                      <a:moveTo>
                        <a:pt x="138054" y="115669"/>
                      </a:moveTo>
                      <a:cubicBezTo>
                        <a:pt x="131128" y="115669"/>
                        <a:pt x="125513" y="110055"/>
                        <a:pt x="125513" y="103129"/>
                      </a:cubicBezTo>
                      <a:lnTo>
                        <a:pt x="125513" y="25081"/>
                      </a:lnTo>
                      <a:lnTo>
                        <a:pt x="25081" y="25081"/>
                      </a:lnTo>
                      <a:lnTo>
                        <a:pt x="25081" y="49754"/>
                      </a:lnTo>
                      <a:cubicBezTo>
                        <a:pt x="25081" y="56680"/>
                        <a:pt x="19466" y="62294"/>
                        <a:pt x="12540" y="62294"/>
                      </a:cubicBezTo>
                      <a:cubicBezTo>
                        <a:pt x="5614" y="62294"/>
                        <a:pt x="0" y="56680"/>
                        <a:pt x="0" y="49754"/>
                      </a:cubicBezTo>
                      <a:lnTo>
                        <a:pt x="0" y="12540"/>
                      </a:lnTo>
                      <a:cubicBezTo>
                        <a:pt x="0" y="5615"/>
                        <a:pt x="5614" y="0"/>
                        <a:pt x="12540" y="0"/>
                      </a:cubicBezTo>
                      <a:lnTo>
                        <a:pt x="138054" y="0"/>
                      </a:lnTo>
                      <a:cubicBezTo>
                        <a:pt x="144979" y="0"/>
                        <a:pt x="150594" y="5615"/>
                        <a:pt x="150594" y="12540"/>
                      </a:cubicBezTo>
                      <a:lnTo>
                        <a:pt x="150594" y="72844"/>
                      </a:lnTo>
                      <a:lnTo>
                        <a:pt x="158792" y="64724"/>
                      </a:lnTo>
                      <a:cubicBezTo>
                        <a:pt x="163371" y="59528"/>
                        <a:pt x="171296" y="59029"/>
                        <a:pt x="176491" y="63608"/>
                      </a:cubicBezTo>
                      <a:cubicBezTo>
                        <a:pt x="181688" y="68188"/>
                        <a:pt x="182188" y="76112"/>
                        <a:pt x="177607" y="81308"/>
                      </a:cubicBezTo>
                      <a:cubicBezTo>
                        <a:pt x="177250" y="81714"/>
                        <a:pt x="176866" y="82096"/>
                        <a:pt x="176458" y="82453"/>
                      </a:cubicBezTo>
                      <a:lnTo>
                        <a:pt x="146926" y="111985"/>
                      </a:lnTo>
                      <a:cubicBezTo>
                        <a:pt x="144574" y="114342"/>
                        <a:pt x="141383" y="115667"/>
                        <a:pt x="138054" y="115669"/>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65" name="Freeform 152">
                  <a:extLst>
                    <a:ext uri="{FF2B5EF4-FFF2-40B4-BE49-F238E27FC236}">
                      <a16:creationId xmlns:a16="http://schemas.microsoft.com/office/drawing/2014/main" id="{A375C9F7-414C-6740-FD7F-8BE3C8E3C2CC}"/>
                    </a:ext>
                  </a:extLst>
                </p:cNvPr>
                <p:cNvSpPr/>
                <p:nvPr/>
              </p:nvSpPr>
              <p:spPr>
                <a:xfrm>
                  <a:off x="6602514" y="2254254"/>
                  <a:ext cx="62701" cy="53139"/>
                </a:xfrm>
                <a:custGeom>
                  <a:avLst/>
                  <a:gdLst>
                    <a:gd name="connsiteX0" fmla="*/ 31351 w 62701"/>
                    <a:gd name="connsiteY0" fmla="*/ 53140 h 53139"/>
                    <a:gd name="connsiteX1" fmla="*/ 0 w 62701"/>
                    <a:gd name="connsiteY1" fmla="*/ 21789 h 53139"/>
                    <a:gd name="connsiteX2" fmla="*/ 0 w 62701"/>
                    <a:gd name="connsiteY2" fmla="*/ 12540 h 53139"/>
                    <a:gd name="connsiteX3" fmla="*/ 12540 w 62701"/>
                    <a:gd name="connsiteY3" fmla="*/ 0 h 53139"/>
                    <a:gd name="connsiteX4" fmla="*/ 25081 w 62701"/>
                    <a:gd name="connsiteY4" fmla="*/ 12540 h 53139"/>
                    <a:gd name="connsiteX5" fmla="*/ 25081 w 62701"/>
                    <a:gd name="connsiteY5" fmla="*/ 21789 h 53139"/>
                    <a:gd name="connsiteX6" fmla="*/ 31351 w 62701"/>
                    <a:gd name="connsiteY6" fmla="*/ 28059 h 53139"/>
                    <a:gd name="connsiteX7" fmla="*/ 37621 w 62701"/>
                    <a:gd name="connsiteY7" fmla="*/ 21789 h 53139"/>
                    <a:gd name="connsiteX8" fmla="*/ 37621 w 62701"/>
                    <a:gd name="connsiteY8" fmla="*/ 12540 h 53139"/>
                    <a:gd name="connsiteX9" fmla="*/ 50161 w 62701"/>
                    <a:gd name="connsiteY9" fmla="*/ 0 h 53139"/>
                    <a:gd name="connsiteX10" fmla="*/ 62702 w 62701"/>
                    <a:gd name="connsiteY10" fmla="*/ 12540 h 53139"/>
                    <a:gd name="connsiteX11" fmla="*/ 62702 w 62701"/>
                    <a:gd name="connsiteY11" fmla="*/ 21789 h 53139"/>
                    <a:gd name="connsiteX12" fmla="*/ 31351 w 62701"/>
                    <a:gd name="connsiteY12" fmla="*/ 53140 h 5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701" h="53139">
                      <a:moveTo>
                        <a:pt x="31351" y="53140"/>
                      </a:moveTo>
                      <a:cubicBezTo>
                        <a:pt x="14036" y="53140"/>
                        <a:pt x="0" y="39104"/>
                        <a:pt x="0" y="21789"/>
                      </a:cubicBezTo>
                      <a:lnTo>
                        <a:pt x="0" y="12540"/>
                      </a:lnTo>
                      <a:cubicBezTo>
                        <a:pt x="0" y="5615"/>
                        <a:pt x="5614" y="0"/>
                        <a:pt x="12540" y="0"/>
                      </a:cubicBezTo>
                      <a:cubicBezTo>
                        <a:pt x="19466" y="0"/>
                        <a:pt x="25081" y="5615"/>
                        <a:pt x="25081" y="12540"/>
                      </a:cubicBezTo>
                      <a:lnTo>
                        <a:pt x="25081" y="21789"/>
                      </a:lnTo>
                      <a:cubicBezTo>
                        <a:pt x="25081" y="25252"/>
                        <a:pt x="27888" y="28059"/>
                        <a:pt x="31351" y="28059"/>
                      </a:cubicBezTo>
                      <a:cubicBezTo>
                        <a:pt x="34814" y="28059"/>
                        <a:pt x="37621" y="25252"/>
                        <a:pt x="37621" y="21789"/>
                      </a:cubicBezTo>
                      <a:lnTo>
                        <a:pt x="37621" y="12540"/>
                      </a:lnTo>
                      <a:cubicBezTo>
                        <a:pt x="37621" y="5615"/>
                        <a:pt x="43235" y="0"/>
                        <a:pt x="50161" y="0"/>
                      </a:cubicBezTo>
                      <a:cubicBezTo>
                        <a:pt x="57087" y="0"/>
                        <a:pt x="62702" y="5615"/>
                        <a:pt x="62702" y="12540"/>
                      </a:cubicBezTo>
                      <a:lnTo>
                        <a:pt x="62702" y="21789"/>
                      </a:lnTo>
                      <a:cubicBezTo>
                        <a:pt x="62702" y="39104"/>
                        <a:pt x="48665" y="53140"/>
                        <a:pt x="31351" y="53140"/>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466" name="Graphic 332">
                  <a:extLst>
                    <a:ext uri="{FF2B5EF4-FFF2-40B4-BE49-F238E27FC236}">
                      <a16:creationId xmlns:a16="http://schemas.microsoft.com/office/drawing/2014/main" id="{34D4D8AA-F6F3-6E1E-219C-AD721E3AD43B}"/>
                    </a:ext>
                  </a:extLst>
                </p:cNvPr>
                <p:cNvGrpSpPr/>
                <p:nvPr/>
              </p:nvGrpSpPr>
              <p:grpSpPr>
                <a:xfrm>
                  <a:off x="6698915" y="2181138"/>
                  <a:ext cx="121900" cy="126255"/>
                  <a:chOff x="6698915" y="2181138"/>
                  <a:chExt cx="121900" cy="126255"/>
                </a:xfrm>
                <a:grpFill/>
              </p:grpSpPr>
              <p:sp>
                <p:nvSpPr>
                  <p:cNvPr id="468" name="Freeform 155">
                    <a:extLst>
                      <a:ext uri="{FF2B5EF4-FFF2-40B4-BE49-F238E27FC236}">
                        <a16:creationId xmlns:a16="http://schemas.microsoft.com/office/drawing/2014/main" id="{7A0C715D-8F3E-AC4A-E6FE-DF8FDA8C27C0}"/>
                      </a:ext>
                    </a:extLst>
                  </p:cNvPr>
                  <p:cNvSpPr/>
                  <p:nvPr/>
                </p:nvSpPr>
                <p:spPr>
                  <a:xfrm>
                    <a:off x="6734527" y="2181138"/>
                    <a:ext cx="31221" cy="47157"/>
                  </a:xfrm>
                  <a:custGeom>
                    <a:avLst/>
                    <a:gdLst>
                      <a:gd name="connsiteX0" fmla="*/ 18675 w 31221"/>
                      <a:gd name="connsiteY0" fmla="*/ 47157 h 47157"/>
                      <a:gd name="connsiteX1" fmla="*/ 6589 w 31221"/>
                      <a:gd name="connsiteY1" fmla="*/ 37971 h 47157"/>
                      <a:gd name="connsiteX2" fmla="*/ 460 w 31221"/>
                      <a:gd name="connsiteY2" fmla="*/ 15900 h 47157"/>
                      <a:gd name="connsiteX3" fmla="*/ 9191 w 31221"/>
                      <a:gd name="connsiteY3" fmla="*/ 460 h 47157"/>
                      <a:gd name="connsiteX4" fmla="*/ 24632 w 31221"/>
                      <a:gd name="connsiteY4" fmla="*/ 9191 h 47157"/>
                      <a:gd name="connsiteX5" fmla="*/ 30761 w 31221"/>
                      <a:gd name="connsiteY5" fmla="*/ 31262 h 47157"/>
                      <a:gd name="connsiteX6" fmla="*/ 22034 w 31221"/>
                      <a:gd name="connsiteY6" fmla="*/ 46701 h 47157"/>
                      <a:gd name="connsiteX7" fmla="*/ 22030 w 31221"/>
                      <a:gd name="connsiteY7" fmla="*/ 46703 h 47157"/>
                      <a:gd name="connsiteX8" fmla="*/ 18675 w 31221"/>
                      <a:gd name="connsiteY8" fmla="*/ 47157 h 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21" h="47157">
                        <a:moveTo>
                          <a:pt x="18675" y="47157"/>
                        </a:moveTo>
                        <a:cubicBezTo>
                          <a:pt x="13040" y="47159"/>
                          <a:pt x="8097" y="43401"/>
                          <a:pt x="6589" y="37971"/>
                        </a:cubicBezTo>
                        <a:lnTo>
                          <a:pt x="460" y="15900"/>
                        </a:lnTo>
                        <a:cubicBezTo>
                          <a:pt x="-1393" y="9226"/>
                          <a:pt x="2517" y="2313"/>
                          <a:pt x="9191" y="460"/>
                        </a:cubicBezTo>
                        <a:cubicBezTo>
                          <a:pt x="15866" y="-1393"/>
                          <a:pt x="22779" y="2517"/>
                          <a:pt x="24632" y="9191"/>
                        </a:cubicBezTo>
                        <a:lnTo>
                          <a:pt x="30761" y="31262"/>
                        </a:lnTo>
                        <a:cubicBezTo>
                          <a:pt x="32614" y="37935"/>
                          <a:pt x="28707" y="44848"/>
                          <a:pt x="22034" y="46701"/>
                        </a:cubicBezTo>
                        <a:cubicBezTo>
                          <a:pt x="22033" y="46701"/>
                          <a:pt x="22031" y="46703"/>
                          <a:pt x="22030" y="46703"/>
                        </a:cubicBezTo>
                        <a:cubicBezTo>
                          <a:pt x="20935" y="46997"/>
                          <a:pt x="19808" y="47151"/>
                          <a:pt x="18675" y="47157"/>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69" name="Freeform 156">
                    <a:extLst>
                      <a:ext uri="{FF2B5EF4-FFF2-40B4-BE49-F238E27FC236}">
                        <a16:creationId xmlns:a16="http://schemas.microsoft.com/office/drawing/2014/main" id="{54A889F3-D097-2FC2-E04B-C01491A07C5F}"/>
                      </a:ext>
                    </a:extLst>
                  </p:cNvPr>
                  <p:cNvSpPr/>
                  <p:nvPr/>
                </p:nvSpPr>
                <p:spPr>
                  <a:xfrm>
                    <a:off x="6762486" y="2187024"/>
                    <a:ext cx="36918" cy="44563"/>
                  </a:xfrm>
                  <a:custGeom>
                    <a:avLst/>
                    <a:gdLst>
                      <a:gd name="connsiteX0" fmla="*/ 12536 w 36918"/>
                      <a:gd name="connsiteY0" fmla="*/ 44564 h 44563"/>
                      <a:gd name="connsiteX1" fmla="*/ 0 w 36918"/>
                      <a:gd name="connsiteY1" fmla="*/ 32019 h 44563"/>
                      <a:gd name="connsiteX2" fmla="*/ 1829 w 36918"/>
                      <a:gd name="connsiteY2" fmla="*/ 25502 h 44563"/>
                      <a:gd name="connsiteX3" fmla="*/ 13774 w 36918"/>
                      <a:gd name="connsiteY3" fmla="*/ 5845 h 44563"/>
                      <a:gd name="connsiteX4" fmla="*/ 31073 w 36918"/>
                      <a:gd name="connsiteY4" fmla="*/ 1939 h 44563"/>
                      <a:gd name="connsiteX5" fmla="*/ 35202 w 36918"/>
                      <a:gd name="connsiteY5" fmla="*/ 18872 h 44563"/>
                      <a:gd name="connsiteX6" fmla="*/ 23258 w 36918"/>
                      <a:gd name="connsiteY6" fmla="*/ 38529 h 44563"/>
                      <a:gd name="connsiteX7" fmla="*/ 12536 w 36918"/>
                      <a:gd name="connsiteY7" fmla="*/ 44564 h 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18" h="44563">
                        <a:moveTo>
                          <a:pt x="12536" y="44564"/>
                        </a:moveTo>
                        <a:cubicBezTo>
                          <a:pt x="5610" y="44561"/>
                          <a:pt x="-2" y="38944"/>
                          <a:pt x="0" y="32019"/>
                        </a:cubicBezTo>
                        <a:cubicBezTo>
                          <a:pt x="2" y="29719"/>
                          <a:pt x="635" y="27465"/>
                          <a:pt x="1829" y="25502"/>
                        </a:cubicBezTo>
                        <a:lnTo>
                          <a:pt x="13774" y="5845"/>
                        </a:lnTo>
                        <a:cubicBezTo>
                          <a:pt x="17472" y="-10"/>
                          <a:pt x="25217" y="-1759"/>
                          <a:pt x="31073" y="1939"/>
                        </a:cubicBezTo>
                        <a:cubicBezTo>
                          <a:pt x="36787" y="5549"/>
                          <a:pt x="38613" y="13037"/>
                          <a:pt x="35202" y="18872"/>
                        </a:cubicBezTo>
                        <a:lnTo>
                          <a:pt x="23258" y="38529"/>
                        </a:lnTo>
                        <a:cubicBezTo>
                          <a:pt x="20985" y="42277"/>
                          <a:pt x="16918" y="44564"/>
                          <a:pt x="12536" y="44564"/>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70" name="Freeform 157">
                    <a:extLst>
                      <a:ext uri="{FF2B5EF4-FFF2-40B4-BE49-F238E27FC236}">
                        <a16:creationId xmlns:a16="http://schemas.microsoft.com/office/drawing/2014/main" id="{1B30E049-33E3-854F-0237-CFD78003F0AA}"/>
                      </a:ext>
                    </a:extLst>
                  </p:cNvPr>
                  <p:cNvSpPr/>
                  <p:nvPr/>
                </p:nvSpPr>
                <p:spPr>
                  <a:xfrm>
                    <a:off x="6779022" y="2221060"/>
                    <a:ext cx="41793" cy="28475"/>
                  </a:xfrm>
                  <a:custGeom>
                    <a:avLst/>
                    <a:gdLst>
                      <a:gd name="connsiteX0" fmla="*/ 12522 w 41793"/>
                      <a:gd name="connsiteY0" fmla="*/ 28475 h 28475"/>
                      <a:gd name="connsiteX1" fmla="*/ 0 w 41793"/>
                      <a:gd name="connsiteY1" fmla="*/ 15916 h 28475"/>
                      <a:gd name="connsiteX2" fmla="*/ 10045 w 41793"/>
                      <a:gd name="connsiteY2" fmla="*/ 3646 h 28475"/>
                      <a:gd name="connsiteX3" fmla="*/ 26880 w 41793"/>
                      <a:gd name="connsiteY3" fmla="*/ 228 h 28475"/>
                      <a:gd name="connsiteX4" fmla="*/ 41565 w 41793"/>
                      <a:gd name="connsiteY4" fmla="*/ 10173 h 28475"/>
                      <a:gd name="connsiteX5" fmla="*/ 31865 w 41793"/>
                      <a:gd name="connsiteY5" fmla="*/ 24807 h 28475"/>
                      <a:gd name="connsiteX6" fmla="*/ 15030 w 41793"/>
                      <a:gd name="connsiteY6" fmla="*/ 28225 h 28475"/>
                      <a:gd name="connsiteX7" fmla="*/ 12522 w 41793"/>
                      <a:gd name="connsiteY7" fmla="*/ 28475 h 2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93" h="28475">
                        <a:moveTo>
                          <a:pt x="12522" y="28475"/>
                        </a:moveTo>
                        <a:cubicBezTo>
                          <a:pt x="5596" y="28464"/>
                          <a:pt x="-11" y="22842"/>
                          <a:pt x="0" y="15916"/>
                        </a:cubicBezTo>
                        <a:cubicBezTo>
                          <a:pt x="9" y="9960"/>
                          <a:pt x="4207" y="4831"/>
                          <a:pt x="10045" y="3646"/>
                        </a:cubicBezTo>
                        <a:lnTo>
                          <a:pt x="26880" y="228"/>
                        </a:lnTo>
                        <a:cubicBezTo>
                          <a:pt x="33682" y="-1081"/>
                          <a:pt x="40256" y="3371"/>
                          <a:pt x="41565" y="10173"/>
                        </a:cubicBezTo>
                        <a:cubicBezTo>
                          <a:pt x="42855" y="16877"/>
                          <a:pt x="38544" y="23384"/>
                          <a:pt x="31865" y="24807"/>
                        </a:cubicBezTo>
                        <a:lnTo>
                          <a:pt x="15030" y="28225"/>
                        </a:lnTo>
                        <a:cubicBezTo>
                          <a:pt x="14205" y="28394"/>
                          <a:pt x="13363" y="28477"/>
                          <a:pt x="12522" y="28475"/>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71" name="Freeform 158">
                    <a:extLst>
                      <a:ext uri="{FF2B5EF4-FFF2-40B4-BE49-F238E27FC236}">
                        <a16:creationId xmlns:a16="http://schemas.microsoft.com/office/drawing/2014/main" id="{7952E4CA-57CC-204C-60E7-C0D0235B05A9}"/>
                      </a:ext>
                    </a:extLst>
                  </p:cNvPr>
                  <p:cNvSpPr/>
                  <p:nvPr/>
                </p:nvSpPr>
                <p:spPr>
                  <a:xfrm>
                    <a:off x="6774727" y="2247949"/>
                    <a:ext cx="41840" cy="35226"/>
                  </a:xfrm>
                  <a:custGeom>
                    <a:avLst/>
                    <a:gdLst>
                      <a:gd name="connsiteX0" fmla="*/ 29357 w 41840"/>
                      <a:gd name="connsiteY0" fmla="*/ 35226 h 35226"/>
                      <a:gd name="connsiteX1" fmla="*/ 22883 w 41840"/>
                      <a:gd name="connsiteY1" fmla="*/ 33408 h 35226"/>
                      <a:gd name="connsiteX2" fmla="*/ 5390 w 41840"/>
                      <a:gd name="connsiteY2" fmla="*/ 22843 h 35226"/>
                      <a:gd name="connsiteX3" fmla="*/ 2240 w 41840"/>
                      <a:gd name="connsiteY3" fmla="*/ 5390 h 35226"/>
                      <a:gd name="connsiteX4" fmla="*/ 18385 w 41840"/>
                      <a:gd name="connsiteY4" fmla="*/ 1446 h 35226"/>
                      <a:gd name="connsiteX5" fmla="*/ 35878 w 41840"/>
                      <a:gd name="connsiteY5" fmla="*/ 12011 h 35226"/>
                      <a:gd name="connsiteX6" fmla="*/ 39973 w 41840"/>
                      <a:gd name="connsiteY6" fmla="*/ 29267 h 35226"/>
                      <a:gd name="connsiteX7" fmla="*/ 29357 w 41840"/>
                      <a:gd name="connsiteY7" fmla="*/ 35226 h 3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40" h="35226">
                        <a:moveTo>
                          <a:pt x="29357" y="35226"/>
                        </a:moveTo>
                        <a:cubicBezTo>
                          <a:pt x="27073" y="35222"/>
                          <a:pt x="24835" y="34592"/>
                          <a:pt x="22883" y="33408"/>
                        </a:cubicBezTo>
                        <a:lnTo>
                          <a:pt x="5390" y="22843"/>
                        </a:lnTo>
                        <a:cubicBezTo>
                          <a:pt x="-299" y="18893"/>
                          <a:pt x="-1710" y="11080"/>
                          <a:pt x="2240" y="5390"/>
                        </a:cubicBezTo>
                        <a:cubicBezTo>
                          <a:pt x="5852" y="186"/>
                          <a:pt x="12779" y="-1506"/>
                          <a:pt x="18385" y="1446"/>
                        </a:cubicBezTo>
                        <a:lnTo>
                          <a:pt x="35878" y="12011"/>
                        </a:lnTo>
                        <a:cubicBezTo>
                          <a:pt x="41774" y="15645"/>
                          <a:pt x="43608" y="23371"/>
                          <a:pt x="39973" y="29267"/>
                        </a:cubicBezTo>
                        <a:cubicBezTo>
                          <a:pt x="37701" y="32954"/>
                          <a:pt x="33687" y="35206"/>
                          <a:pt x="29357" y="35226"/>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72" name="Freeform 159">
                    <a:extLst>
                      <a:ext uri="{FF2B5EF4-FFF2-40B4-BE49-F238E27FC236}">
                        <a16:creationId xmlns:a16="http://schemas.microsoft.com/office/drawing/2014/main" id="{51222813-9678-0247-ED08-A2BA17279597}"/>
                      </a:ext>
                    </a:extLst>
                  </p:cNvPr>
                  <p:cNvSpPr/>
                  <p:nvPr/>
                </p:nvSpPr>
                <p:spPr>
                  <a:xfrm>
                    <a:off x="6753280" y="2265531"/>
                    <a:ext cx="29214" cy="41862"/>
                  </a:xfrm>
                  <a:custGeom>
                    <a:avLst/>
                    <a:gdLst>
                      <a:gd name="connsiteX0" fmla="*/ 16585 w 29214"/>
                      <a:gd name="connsiteY0" fmla="*/ 41863 h 41862"/>
                      <a:gd name="connsiteX1" fmla="*/ 4405 w 29214"/>
                      <a:gd name="connsiteY1" fmla="*/ 32269 h 41862"/>
                      <a:gd name="connsiteX2" fmla="*/ 423 w 29214"/>
                      <a:gd name="connsiteY2" fmla="*/ 15763 h 41862"/>
                      <a:gd name="connsiteX3" fmla="*/ 9324 w 29214"/>
                      <a:gd name="connsiteY3" fmla="*/ 423 h 41862"/>
                      <a:gd name="connsiteX4" fmla="*/ 24664 w 29214"/>
                      <a:gd name="connsiteY4" fmla="*/ 9325 h 41862"/>
                      <a:gd name="connsiteX5" fmla="*/ 24799 w 29214"/>
                      <a:gd name="connsiteY5" fmla="*/ 9885 h 41862"/>
                      <a:gd name="connsiteX6" fmla="*/ 28858 w 29214"/>
                      <a:gd name="connsiteY6" fmla="*/ 26375 h 41862"/>
                      <a:gd name="connsiteX7" fmla="*/ 19626 w 29214"/>
                      <a:gd name="connsiteY7" fmla="*/ 41518 h 41862"/>
                      <a:gd name="connsiteX8" fmla="*/ 19626 w 29214"/>
                      <a:gd name="connsiteY8" fmla="*/ 41518 h 41862"/>
                      <a:gd name="connsiteX9" fmla="*/ 16585 w 29214"/>
                      <a:gd name="connsiteY9" fmla="*/ 41863 h 41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214" h="41862">
                        <a:moveTo>
                          <a:pt x="16585" y="41863"/>
                        </a:moveTo>
                        <a:cubicBezTo>
                          <a:pt x="10797" y="41858"/>
                          <a:pt x="5765" y="37894"/>
                          <a:pt x="4405" y="32269"/>
                        </a:cubicBezTo>
                        <a:lnTo>
                          <a:pt x="423" y="15763"/>
                        </a:lnTo>
                        <a:cubicBezTo>
                          <a:pt x="-1354" y="9070"/>
                          <a:pt x="2630" y="2202"/>
                          <a:pt x="9324" y="423"/>
                        </a:cubicBezTo>
                        <a:cubicBezTo>
                          <a:pt x="16019" y="-1354"/>
                          <a:pt x="22886" y="2632"/>
                          <a:pt x="24664" y="9325"/>
                        </a:cubicBezTo>
                        <a:cubicBezTo>
                          <a:pt x="24712" y="9510"/>
                          <a:pt x="24758" y="9697"/>
                          <a:pt x="24799" y="9885"/>
                        </a:cubicBezTo>
                        <a:lnTo>
                          <a:pt x="28858" y="26375"/>
                        </a:lnTo>
                        <a:cubicBezTo>
                          <a:pt x="30490" y="33106"/>
                          <a:pt x="26357" y="39886"/>
                          <a:pt x="19626" y="41518"/>
                        </a:cubicBezTo>
                        <a:cubicBezTo>
                          <a:pt x="19626" y="41518"/>
                          <a:pt x="19626" y="41518"/>
                          <a:pt x="19626" y="41518"/>
                        </a:cubicBezTo>
                        <a:cubicBezTo>
                          <a:pt x="18629" y="41753"/>
                          <a:pt x="17608" y="41869"/>
                          <a:pt x="16585" y="41863"/>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73" name="Freeform 160">
                    <a:extLst>
                      <a:ext uri="{FF2B5EF4-FFF2-40B4-BE49-F238E27FC236}">
                        <a16:creationId xmlns:a16="http://schemas.microsoft.com/office/drawing/2014/main" id="{F61B1A88-0174-2F27-24E9-66121C8A9325}"/>
                      </a:ext>
                    </a:extLst>
                  </p:cNvPr>
                  <p:cNvSpPr/>
                  <p:nvPr/>
                </p:nvSpPr>
                <p:spPr>
                  <a:xfrm>
                    <a:off x="6720312" y="2259509"/>
                    <a:ext cx="35042" cy="42194"/>
                  </a:xfrm>
                  <a:custGeom>
                    <a:avLst/>
                    <a:gdLst>
                      <a:gd name="connsiteX0" fmla="*/ 12497 w 35042"/>
                      <a:gd name="connsiteY0" fmla="*/ 42195 h 42194"/>
                      <a:gd name="connsiteX1" fmla="*/ 0 w 35042"/>
                      <a:gd name="connsiteY1" fmla="*/ 29611 h 42194"/>
                      <a:gd name="connsiteX2" fmla="*/ 1680 w 35042"/>
                      <a:gd name="connsiteY2" fmla="*/ 23384 h 42194"/>
                      <a:gd name="connsiteX3" fmla="*/ 11666 w 35042"/>
                      <a:gd name="connsiteY3" fmla="*/ 6220 h 42194"/>
                      <a:gd name="connsiteX4" fmla="*/ 28822 w 35042"/>
                      <a:gd name="connsiteY4" fmla="*/ 1713 h 42194"/>
                      <a:gd name="connsiteX5" fmla="*/ 33329 w 35042"/>
                      <a:gd name="connsiteY5" fmla="*/ 18870 h 42194"/>
                      <a:gd name="connsiteX6" fmla="*/ 23344 w 35042"/>
                      <a:gd name="connsiteY6" fmla="*/ 35972 h 42194"/>
                      <a:gd name="connsiteX7" fmla="*/ 12497 w 35042"/>
                      <a:gd name="connsiteY7" fmla="*/ 42195 h 4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42" h="42194">
                        <a:moveTo>
                          <a:pt x="12497" y="42195"/>
                        </a:moveTo>
                        <a:cubicBezTo>
                          <a:pt x="5571" y="42170"/>
                          <a:pt x="-23" y="36536"/>
                          <a:pt x="0" y="29611"/>
                        </a:cubicBezTo>
                        <a:cubicBezTo>
                          <a:pt x="8" y="27424"/>
                          <a:pt x="588" y="25278"/>
                          <a:pt x="1680" y="23384"/>
                        </a:cubicBezTo>
                        <a:lnTo>
                          <a:pt x="11666" y="6220"/>
                        </a:lnTo>
                        <a:cubicBezTo>
                          <a:pt x="15158" y="238"/>
                          <a:pt x="22841" y="-1779"/>
                          <a:pt x="28822" y="1713"/>
                        </a:cubicBezTo>
                        <a:cubicBezTo>
                          <a:pt x="34804" y="5206"/>
                          <a:pt x="36822" y="12888"/>
                          <a:pt x="33329" y="18870"/>
                        </a:cubicBezTo>
                        <a:lnTo>
                          <a:pt x="23344" y="35972"/>
                        </a:lnTo>
                        <a:cubicBezTo>
                          <a:pt x="21095" y="39829"/>
                          <a:pt x="16962" y="42200"/>
                          <a:pt x="12497" y="42195"/>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74" name="Freeform 161">
                    <a:extLst>
                      <a:ext uri="{FF2B5EF4-FFF2-40B4-BE49-F238E27FC236}">
                        <a16:creationId xmlns:a16="http://schemas.microsoft.com/office/drawing/2014/main" id="{AF702134-1ECE-D7BB-B6A5-97DB881262CF}"/>
                      </a:ext>
                    </a:extLst>
                  </p:cNvPr>
                  <p:cNvSpPr/>
                  <p:nvPr/>
                </p:nvSpPr>
                <p:spPr>
                  <a:xfrm>
                    <a:off x="6698915" y="2238810"/>
                    <a:ext cx="43578" cy="30116"/>
                  </a:xfrm>
                  <a:custGeom>
                    <a:avLst/>
                    <a:gdLst>
                      <a:gd name="connsiteX0" fmla="*/ 12528 w 43578"/>
                      <a:gd name="connsiteY0" fmla="*/ 30116 h 30116"/>
                      <a:gd name="connsiteX1" fmla="*/ 0 w 43578"/>
                      <a:gd name="connsiteY1" fmla="*/ 17563 h 30116"/>
                      <a:gd name="connsiteX2" fmla="*/ 9252 w 43578"/>
                      <a:gd name="connsiteY2" fmla="*/ 5475 h 30116"/>
                      <a:gd name="connsiteX3" fmla="*/ 27921 w 43578"/>
                      <a:gd name="connsiteY3" fmla="*/ 396 h 30116"/>
                      <a:gd name="connsiteX4" fmla="*/ 43183 w 43578"/>
                      <a:gd name="connsiteY4" fmla="*/ 9429 h 30116"/>
                      <a:gd name="connsiteX5" fmla="*/ 34489 w 43578"/>
                      <a:gd name="connsiteY5" fmla="*/ 24599 h 30116"/>
                      <a:gd name="connsiteX6" fmla="*/ 15820 w 43578"/>
                      <a:gd name="connsiteY6" fmla="*/ 29677 h 30116"/>
                      <a:gd name="connsiteX7" fmla="*/ 12528 w 43578"/>
                      <a:gd name="connsiteY7" fmla="*/ 30116 h 3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8" h="30116">
                        <a:moveTo>
                          <a:pt x="12528" y="30116"/>
                        </a:moveTo>
                        <a:cubicBezTo>
                          <a:pt x="5602" y="30110"/>
                          <a:pt x="-7" y="24489"/>
                          <a:pt x="0" y="17563"/>
                        </a:cubicBezTo>
                        <a:cubicBezTo>
                          <a:pt x="6" y="11909"/>
                          <a:pt x="3795" y="6957"/>
                          <a:pt x="9252" y="5475"/>
                        </a:cubicBezTo>
                        <a:lnTo>
                          <a:pt x="27921" y="396"/>
                        </a:lnTo>
                        <a:cubicBezTo>
                          <a:pt x="34630" y="-1324"/>
                          <a:pt x="41463" y="2720"/>
                          <a:pt x="43183" y="9429"/>
                        </a:cubicBezTo>
                        <a:cubicBezTo>
                          <a:pt x="44869" y="16005"/>
                          <a:pt x="41015" y="22729"/>
                          <a:pt x="34489" y="24599"/>
                        </a:cubicBezTo>
                        <a:lnTo>
                          <a:pt x="15820" y="29677"/>
                        </a:lnTo>
                        <a:cubicBezTo>
                          <a:pt x="14747" y="29969"/>
                          <a:pt x="13640" y="30116"/>
                          <a:pt x="12528" y="30116"/>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75" name="Freeform 162">
                    <a:extLst>
                      <a:ext uri="{FF2B5EF4-FFF2-40B4-BE49-F238E27FC236}">
                        <a16:creationId xmlns:a16="http://schemas.microsoft.com/office/drawing/2014/main" id="{EC955738-563C-F82D-D157-16D3840711D6}"/>
                      </a:ext>
                    </a:extLst>
                  </p:cNvPr>
                  <p:cNvSpPr/>
                  <p:nvPr/>
                </p:nvSpPr>
                <p:spPr>
                  <a:xfrm>
                    <a:off x="6703187" y="2203941"/>
                    <a:ext cx="43000" cy="36753"/>
                  </a:xfrm>
                  <a:custGeom>
                    <a:avLst/>
                    <a:gdLst>
                      <a:gd name="connsiteX0" fmla="*/ 30436 w 43000"/>
                      <a:gd name="connsiteY0" fmla="*/ 36754 h 36753"/>
                      <a:gd name="connsiteX1" fmla="*/ 23602 w 43000"/>
                      <a:gd name="connsiteY1" fmla="*/ 34716 h 36753"/>
                      <a:gd name="connsiteX2" fmla="*/ 5700 w 43000"/>
                      <a:gd name="connsiteY2" fmla="*/ 23053 h 36753"/>
                      <a:gd name="connsiteX3" fmla="*/ 2032 w 43000"/>
                      <a:gd name="connsiteY3" fmla="*/ 5701 h 36753"/>
                      <a:gd name="connsiteX4" fmla="*/ 19385 w 43000"/>
                      <a:gd name="connsiteY4" fmla="*/ 2033 h 36753"/>
                      <a:gd name="connsiteX5" fmla="*/ 37286 w 43000"/>
                      <a:gd name="connsiteY5" fmla="*/ 13695 h 36753"/>
                      <a:gd name="connsiteX6" fmla="*/ 40976 w 43000"/>
                      <a:gd name="connsiteY6" fmla="*/ 31042 h 36753"/>
                      <a:gd name="connsiteX7" fmla="*/ 30436 w 43000"/>
                      <a:gd name="connsiteY7" fmla="*/ 36754 h 36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000" h="36753">
                        <a:moveTo>
                          <a:pt x="30436" y="36754"/>
                        </a:moveTo>
                        <a:cubicBezTo>
                          <a:pt x="28008" y="36751"/>
                          <a:pt x="25635" y="36042"/>
                          <a:pt x="23602" y="34716"/>
                        </a:cubicBezTo>
                        <a:lnTo>
                          <a:pt x="5700" y="23053"/>
                        </a:lnTo>
                        <a:cubicBezTo>
                          <a:pt x="-104" y="19274"/>
                          <a:pt x="-1746" y="11505"/>
                          <a:pt x="2032" y="5701"/>
                        </a:cubicBezTo>
                        <a:cubicBezTo>
                          <a:pt x="5811" y="-104"/>
                          <a:pt x="13581" y="-1747"/>
                          <a:pt x="19385" y="2033"/>
                        </a:cubicBezTo>
                        <a:lnTo>
                          <a:pt x="37286" y="13695"/>
                        </a:lnTo>
                        <a:cubicBezTo>
                          <a:pt x="43096" y="17467"/>
                          <a:pt x="44748" y="25232"/>
                          <a:pt x="40976" y="31042"/>
                        </a:cubicBezTo>
                        <a:cubicBezTo>
                          <a:pt x="38660" y="34611"/>
                          <a:pt x="34691" y="36762"/>
                          <a:pt x="30436" y="36754"/>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76" name="Freeform 163">
                    <a:extLst>
                      <a:ext uri="{FF2B5EF4-FFF2-40B4-BE49-F238E27FC236}">
                        <a16:creationId xmlns:a16="http://schemas.microsoft.com/office/drawing/2014/main" id="{4D9FB6BD-E3D6-388C-1019-616E08191B92}"/>
                      </a:ext>
                    </a:extLst>
                  </p:cNvPr>
                  <p:cNvSpPr/>
                  <p:nvPr/>
                </p:nvSpPr>
                <p:spPr>
                  <a:xfrm>
                    <a:off x="6717310" y="2202400"/>
                    <a:ext cx="85595" cy="85587"/>
                  </a:xfrm>
                  <a:custGeom>
                    <a:avLst/>
                    <a:gdLst>
                      <a:gd name="connsiteX0" fmla="*/ 42727 w 85595"/>
                      <a:gd name="connsiteY0" fmla="*/ 85588 h 85587"/>
                      <a:gd name="connsiteX1" fmla="*/ 0 w 85595"/>
                      <a:gd name="connsiteY1" fmla="*/ 42727 h 85587"/>
                      <a:gd name="connsiteX2" fmla="*/ 42860 w 85595"/>
                      <a:gd name="connsiteY2" fmla="*/ 0 h 85587"/>
                      <a:gd name="connsiteX3" fmla="*/ 84455 w 85595"/>
                      <a:gd name="connsiteY3" fmla="*/ 33013 h 85587"/>
                      <a:gd name="connsiteX4" fmla="*/ 84455 w 85595"/>
                      <a:gd name="connsiteY4" fmla="*/ 33013 h 85587"/>
                      <a:gd name="connsiteX5" fmla="*/ 52586 w 85595"/>
                      <a:gd name="connsiteY5" fmla="*/ 84444 h 85587"/>
                      <a:gd name="connsiteX6" fmla="*/ 42727 w 85595"/>
                      <a:gd name="connsiteY6" fmla="*/ 85588 h 85587"/>
                      <a:gd name="connsiteX7" fmla="*/ 42883 w 85595"/>
                      <a:gd name="connsiteY7" fmla="*/ 25049 h 85587"/>
                      <a:gd name="connsiteX8" fmla="*/ 38808 w 85595"/>
                      <a:gd name="connsiteY8" fmla="*/ 25520 h 85587"/>
                      <a:gd name="connsiteX9" fmla="*/ 25664 w 85595"/>
                      <a:gd name="connsiteY9" fmla="*/ 46818 h 85587"/>
                      <a:gd name="connsiteX10" fmla="*/ 46962 w 85595"/>
                      <a:gd name="connsiteY10" fmla="*/ 59963 h 85587"/>
                      <a:gd name="connsiteX11" fmla="*/ 60126 w 85595"/>
                      <a:gd name="connsiteY11" fmla="*/ 38750 h 85587"/>
                      <a:gd name="connsiteX12" fmla="*/ 60126 w 85595"/>
                      <a:gd name="connsiteY12" fmla="*/ 38750 h 85587"/>
                      <a:gd name="connsiteX13" fmla="*/ 42883 w 85595"/>
                      <a:gd name="connsiteY13" fmla="*/ 25049 h 8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595" h="85587">
                        <a:moveTo>
                          <a:pt x="42727" y="85588"/>
                        </a:moveTo>
                        <a:cubicBezTo>
                          <a:pt x="19093" y="85550"/>
                          <a:pt x="-38" y="66362"/>
                          <a:pt x="0" y="42727"/>
                        </a:cubicBezTo>
                        <a:cubicBezTo>
                          <a:pt x="36" y="19093"/>
                          <a:pt x="19226" y="-38"/>
                          <a:pt x="42860" y="0"/>
                        </a:cubicBezTo>
                        <a:cubicBezTo>
                          <a:pt x="62702" y="31"/>
                          <a:pt x="79920" y="13697"/>
                          <a:pt x="84455" y="33013"/>
                        </a:cubicBezTo>
                        <a:lnTo>
                          <a:pt x="84455" y="33013"/>
                        </a:lnTo>
                        <a:cubicBezTo>
                          <a:pt x="89850" y="56015"/>
                          <a:pt x="75585" y="79036"/>
                          <a:pt x="52586" y="84444"/>
                        </a:cubicBezTo>
                        <a:cubicBezTo>
                          <a:pt x="49354" y="85202"/>
                          <a:pt x="46047" y="85586"/>
                          <a:pt x="42727" y="85588"/>
                        </a:cubicBezTo>
                        <a:close/>
                        <a:moveTo>
                          <a:pt x="42883" y="25049"/>
                        </a:moveTo>
                        <a:cubicBezTo>
                          <a:pt x="41512" y="25051"/>
                          <a:pt x="40143" y="25209"/>
                          <a:pt x="38808" y="25520"/>
                        </a:cubicBezTo>
                        <a:cubicBezTo>
                          <a:pt x="29296" y="27771"/>
                          <a:pt x="23411" y="37308"/>
                          <a:pt x="25664" y="46818"/>
                        </a:cubicBezTo>
                        <a:cubicBezTo>
                          <a:pt x="27915" y="56330"/>
                          <a:pt x="37450" y="62214"/>
                          <a:pt x="46962" y="59963"/>
                        </a:cubicBezTo>
                        <a:cubicBezTo>
                          <a:pt x="56439" y="57719"/>
                          <a:pt x="62322" y="48238"/>
                          <a:pt x="60126" y="38750"/>
                        </a:cubicBezTo>
                        <a:lnTo>
                          <a:pt x="60126" y="38750"/>
                        </a:lnTo>
                        <a:cubicBezTo>
                          <a:pt x="58252" y="30736"/>
                          <a:pt x="51113" y="25065"/>
                          <a:pt x="42883" y="25049"/>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467" name="Freeform 154">
                  <a:extLst>
                    <a:ext uri="{FF2B5EF4-FFF2-40B4-BE49-F238E27FC236}">
                      <a16:creationId xmlns:a16="http://schemas.microsoft.com/office/drawing/2014/main" id="{C3D39677-C514-01BE-8478-E95CA5C6C8DB}"/>
                    </a:ext>
                  </a:extLst>
                </p:cNvPr>
                <p:cNvSpPr/>
                <p:nvPr/>
              </p:nvSpPr>
              <p:spPr>
                <a:xfrm>
                  <a:off x="6717586" y="2109858"/>
                  <a:ext cx="54608" cy="54606"/>
                </a:xfrm>
                <a:custGeom>
                  <a:avLst/>
                  <a:gdLst>
                    <a:gd name="connsiteX0" fmla="*/ 42074 w 54608"/>
                    <a:gd name="connsiteY0" fmla="*/ 54607 h 54606"/>
                    <a:gd name="connsiteX1" fmla="*/ 33202 w 54608"/>
                    <a:gd name="connsiteY1" fmla="*/ 50939 h 54606"/>
                    <a:gd name="connsiteX2" fmla="*/ 3669 w 54608"/>
                    <a:gd name="connsiteY2" fmla="*/ 21406 h 54606"/>
                    <a:gd name="connsiteX3" fmla="*/ 3677 w 54608"/>
                    <a:gd name="connsiteY3" fmla="*/ 3669 h 54606"/>
                    <a:gd name="connsiteX4" fmla="*/ 21414 w 54608"/>
                    <a:gd name="connsiteY4" fmla="*/ 3677 h 54606"/>
                    <a:gd name="connsiteX5" fmla="*/ 50931 w 54608"/>
                    <a:gd name="connsiteY5" fmla="*/ 33194 h 54606"/>
                    <a:gd name="connsiteX6" fmla="*/ 50940 w 54608"/>
                    <a:gd name="connsiteY6" fmla="*/ 50929 h 54606"/>
                    <a:gd name="connsiteX7" fmla="*/ 42074 w 54608"/>
                    <a:gd name="connsiteY7" fmla="*/ 54607 h 5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608" h="54606">
                      <a:moveTo>
                        <a:pt x="42074" y="54607"/>
                      </a:moveTo>
                      <a:cubicBezTo>
                        <a:pt x="38748" y="54609"/>
                        <a:pt x="35556" y="53290"/>
                        <a:pt x="33202" y="50939"/>
                      </a:cubicBezTo>
                      <a:lnTo>
                        <a:pt x="3669" y="21406"/>
                      </a:lnTo>
                      <a:cubicBezTo>
                        <a:pt x="-1226" y="16506"/>
                        <a:pt x="-1223" y="8565"/>
                        <a:pt x="3677" y="3669"/>
                      </a:cubicBezTo>
                      <a:cubicBezTo>
                        <a:pt x="8577" y="-1226"/>
                        <a:pt x="16519" y="-1223"/>
                        <a:pt x="21414" y="3677"/>
                      </a:cubicBezTo>
                      <a:lnTo>
                        <a:pt x="50931" y="33194"/>
                      </a:lnTo>
                      <a:cubicBezTo>
                        <a:pt x="55831" y="38089"/>
                        <a:pt x="55836" y="46029"/>
                        <a:pt x="50940" y="50929"/>
                      </a:cubicBezTo>
                      <a:cubicBezTo>
                        <a:pt x="48590" y="53282"/>
                        <a:pt x="45401" y="54605"/>
                        <a:pt x="42074" y="54607"/>
                      </a:cubicBezTo>
                      <a:close/>
                    </a:path>
                  </a:pathLst>
                </a:custGeom>
                <a:grp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505" name="Group 504">
            <a:extLst>
              <a:ext uri="{FF2B5EF4-FFF2-40B4-BE49-F238E27FC236}">
                <a16:creationId xmlns:a16="http://schemas.microsoft.com/office/drawing/2014/main" id="{CAD3D95C-253F-2319-7A6E-7E1770DA66CC}"/>
              </a:ext>
            </a:extLst>
          </p:cNvPr>
          <p:cNvGrpSpPr/>
          <p:nvPr/>
        </p:nvGrpSpPr>
        <p:grpSpPr>
          <a:xfrm>
            <a:off x="9135694" y="2241576"/>
            <a:ext cx="2194194" cy="1365967"/>
            <a:chOff x="9135694" y="2241576"/>
            <a:chExt cx="2194194" cy="1365967"/>
          </a:xfrm>
        </p:grpSpPr>
        <p:grpSp>
          <p:nvGrpSpPr>
            <p:cNvPr id="506" name="Group 505">
              <a:extLst>
                <a:ext uri="{FF2B5EF4-FFF2-40B4-BE49-F238E27FC236}">
                  <a16:creationId xmlns:a16="http://schemas.microsoft.com/office/drawing/2014/main" id="{FE9B577E-7D24-1A0C-6746-5EFD095A4DFD}"/>
                </a:ext>
              </a:extLst>
            </p:cNvPr>
            <p:cNvGrpSpPr/>
            <p:nvPr/>
          </p:nvGrpSpPr>
          <p:grpSpPr>
            <a:xfrm>
              <a:off x="9135694" y="2241576"/>
              <a:ext cx="2194194" cy="1365967"/>
              <a:chOff x="9135694" y="2241576"/>
              <a:chExt cx="2194194" cy="1365967"/>
            </a:xfrm>
          </p:grpSpPr>
          <p:sp>
            <p:nvSpPr>
              <p:cNvPr id="579" name="5-Point Star 266">
                <a:extLst>
                  <a:ext uri="{FF2B5EF4-FFF2-40B4-BE49-F238E27FC236}">
                    <a16:creationId xmlns:a16="http://schemas.microsoft.com/office/drawing/2014/main" id="{767A17D2-44B4-343B-18D8-352F9927BD36}"/>
                  </a:ext>
                </a:extLst>
              </p:cNvPr>
              <p:cNvSpPr/>
              <p:nvPr/>
            </p:nvSpPr>
            <p:spPr>
              <a:xfrm>
                <a:off x="10248052" y="3233793"/>
                <a:ext cx="228607" cy="228912"/>
              </a:xfrm>
              <a:prstGeom prst="star5">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80" name="Arrow: Chevron 23">
                <a:extLst>
                  <a:ext uri="{FF2B5EF4-FFF2-40B4-BE49-F238E27FC236}">
                    <a16:creationId xmlns:a16="http://schemas.microsoft.com/office/drawing/2014/main" id="{7D7F9E3D-C78B-1D60-867B-9FE7A0D1E0E0}"/>
                  </a:ext>
                </a:extLst>
              </p:cNvPr>
              <p:cNvSpPr/>
              <p:nvPr/>
            </p:nvSpPr>
            <p:spPr>
              <a:xfrm>
                <a:off x="9141959" y="3197853"/>
                <a:ext cx="1169642" cy="409690"/>
              </a:xfrm>
              <a:prstGeom prst="chevron">
                <a:avLst>
                  <a:gd name="adj" fmla="val 24644"/>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Final </a:t>
                </a:r>
                <a:b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br>
                <a:r>
                  <a:rPr kumimoji="0" lang="en-US" sz="1000" b="1" i="0" u="none" strike="noStrike" kern="1200" cap="none" spc="0" normalizeH="0" baseline="0" noProof="0" dirty="0">
                    <a:ln>
                      <a:noFill/>
                    </a:ln>
                    <a:solidFill>
                      <a:schemeClr val="bg1">
                        <a:lumMod val="65000"/>
                      </a:schemeClr>
                    </a:solidFill>
                    <a:effectLst/>
                    <a:uLnTx/>
                    <a:uFillTx/>
                    <a:latin typeface="Century Gothic" panose="020F0302020204030204"/>
                    <a:ea typeface="+mn-ea"/>
                    <a:cs typeface="+mn-cs"/>
                  </a:rPr>
                  <a:t>Prep</a:t>
                </a:r>
              </a:p>
            </p:txBody>
          </p:sp>
          <p:sp>
            <p:nvSpPr>
              <p:cNvPr id="581" name="Arrow: Chevron 25">
                <a:extLst>
                  <a:ext uri="{FF2B5EF4-FFF2-40B4-BE49-F238E27FC236}">
                    <a16:creationId xmlns:a16="http://schemas.microsoft.com/office/drawing/2014/main" id="{E467120E-1320-39D5-B362-229524A5C86F}"/>
                  </a:ext>
                </a:extLst>
              </p:cNvPr>
              <p:cNvSpPr/>
              <p:nvPr/>
            </p:nvSpPr>
            <p:spPr>
              <a:xfrm>
                <a:off x="10054107" y="3197853"/>
                <a:ext cx="1103496" cy="409689"/>
              </a:xfrm>
              <a:prstGeom prst="chevron">
                <a:avLst>
                  <a:gd name="adj" fmla="val 24644"/>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65000"/>
                      </a:schemeClr>
                    </a:solidFill>
                    <a:effectLst/>
                    <a:uLnTx/>
                    <a:uFillTx/>
                    <a:latin typeface="Century Gothic" panose="020F0302020204030204"/>
                    <a:ea typeface="+mn-ea"/>
                    <a:cs typeface="+mn-cs"/>
                  </a:rPr>
                  <a:t>Go Live</a:t>
                </a:r>
              </a:p>
            </p:txBody>
          </p:sp>
          <p:sp>
            <p:nvSpPr>
              <p:cNvPr id="582" name="Arrow: Chevron 282">
                <a:extLst>
                  <a:ext uri="{FF2B5EF4-FFF2-40B4-BE49-F238E27FC236}">
                    <a16:creationId xmlns:a16="http://schemas.microsoft.com/office/drawing/2014/main" id="{9C068FBA-CFE1-C196-8039-D0FAA0F1CC58}"/>
                  </a:ext>
                </a:extLst>
              </p:cNvPr>
              <p:cNvSpPr/>
              <p:nvPr/>
            </p:nvSpPr>
            <p:spPr>
              <a:xfrm>
                <a:off x="9135694" y="2241576"/>
                <a:ext cx="2194194" cy="964154"/>
              </a:xfrm>
              <a:prstGeom prst="chevron">
                <a:avLst>
                  <a:gd name="adj" fmla="val 27951"/>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144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Deploy</a:t>
                </a:r>
              </a:p>
            </p:txBody>
          </p:sp>
        </p:grpSp>
        <p:grpSp>
          <p:nvGrpSpPr>
            <p:cNvPr id="507" name="Group 506">
              <a:extLst>
                <a:ext uri="{FF2B5EF4-FFF2-40B4-BE49-F238E27FC236}">
                  <a16:creationId xmlns:a16="http://schemas.microsoft.com/office/drawing/2014/main" id="{C385E043-068D-481E-4A8A-EBF03AA60A5B}"/>
                </a:ext>
              </a:extLst>
            </p:cNvPr>
            <p:cNvGrpSpPr/>
            <p:nvPr/>
          </p:nvGrpSpPr>
          <p:grpSpPr>
            <a:xfrm>
              <a:off x="9964697" y="2369261"/>
              <a:ext cx="471163" cy="471791"/>
              <a:chOff x="9964697" y="2369261"/>
              <a:chExt cx="471163" cy="471791"/>
            </a:xfrm>
          </p:grpSpPr>
          <p:sp>
            <p:nvSpPr>
              <p:cNvPr id="508" name="Oval 507">
                <a:extLst>
                  <a:ext uri="{FF2B5EF4-FFF2-40B4-BE49-F238E27FC236}">
                    <a16:creationId xmlns:a16="http://schemas.microsoft.com/office/drawing/2014/main" id="{9FC31CD3-D9A2-66DF-2939-F8741D42F906}"/>
                  </a:ext>
                </a:extLst>
              </p:cNvPr>
              <p:cNvSpPr/>
              <p:nvPr/>
            </p:nvSpPr>
            <p:spPr>
              <a:xfrm>
                <a:off x="9964697" y="2369261"/>
                <a:ext cx="471163"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509" name="Graphic 334">
                <a:extLst>
                  <a:ext uri="{FF2B5EF4-FFF2-40B4-BE49-F238E27FC236}">
                    <a16:creationId xmlns:a16="http://schemas.microsoft.com/office/drawing/2014/main" id="{F0D36BBE-2179-4200-CD87-EED7BCA24377}"/>
                  </a:ext>
                </a:extLst>
              </p:cNvPr>
              <p:cNvGrpSpPr/>
              <p:nvPr/>
            </p:nvGrpSpPr>
            <p:grpSpPr>
              <a:xfrm>
                <a:off x="10098279" y="2464019"/>
                <a:ext cx="204106" cy="282424"/>
                <a:chOff x="9951565" y="2036935"/>
                <a:chExt cx="204378" cy="282424"/>
              </a:xfrm>
              <a:solidFill>
                <a:schemeClr val="bg1">
                  <a:lumMod val="75000"/>
                </a:schemeClr>
              </a:solidFill>
            </p:grpSpPr>
            <p:sp>
              <p:nvSpPr>
                <p:cNvPr id="510" name="Freeform 143">
                  <a:extLst>
                    <a:ext uri="{FF2B5EF4-FFF2-40B4-BE49-F238E27FC236}">
                      <a16:creationId xmlns:a16="http://schemas.microsoft.com/office/drawing/2014/main" id="{B70548B8-5274-A009-E95F-22DF90C074DE}"/>
                    </a:ext>
                  </a:extLst>
                </p:cNvPr>
                <p:cNvSpPr/>
                <p:nvPr/>
              </p:nvSpPr>
              <p:spPr>
                <a:xfrm>
                  <a:off x="10075099" y="2179856"/>
                  <a:ext cx="80844" cy="136661"/>
                </a:xfrm>
                <a:custGeom>
                  <a:avLst/>
                  <a:gdLst>
                    <a:gd name="connsiteX0" fmla="*/ 56016 w 80844"/>
                    <a:gd name="connsiteY0" fmla="*/ 136661 h 136661"/>
                    <a:gd name="connsiteX1" fmla="*/ 24749 w 80844"/>
                    <a:gd name="connsiteY1" fmla="*/ 114256 h 136661"/>
                    <a:gd name="connsiteX2" fmla="*/ 1674 w 80844"/>
                    <a:gd name="connsiteY2" fmla="*/ 91516 h 136661"/>
                    <a:gd name="connsiteX3" fmla="*/ 2510 w 80844"/>
                    <a:gd name="connsiteY3" fmla="*/ 77136 h 136661"/>
                    <a:gd name="connsiteX4" fmla="*/ 28762 w 80844"/>
                    <a:gd name="connsiteY4" fmla="*/ 12261 h 136661"/>
                    <a:gd name="connsiteX5" fmla="*/ 43141 w 80844"/>
                    <a:gd name="connsiteY5" fmla="*/ 55 h 136661"/>
                    <a:gd name="connsiteX6" fmla="*/ 50331 w 80844"/>
                    <a:gd name="connsiteY6" fmla="*/ 2897 h 136661"/>
                    <a:gd name="connsiteX7" fmla="*/ 79759 w 80844"/>
                    <a:gd name="connsiteY7" fmla="*/ 46371 h 136661"/>
                    <a:gd name="connsiteX8" fmla="*/ 76749 w 80844"/>
                    <a:gd name="connsiteY8" fmla="*/ 92017 h 136661"/>
                    <a:gd name="connsiteX9" fmla="*/ 67720 w 80844"/>
                    <a:gd name="connsiteY9" fmla="*/ 130642 h 136661"/>
                    <a:gd name="connsiteX10" fmla="*/ 57688 w 80844"/>
                    <a:gd name="connsiteY10" fmla="*/ 136494 h 136661"/>
                    <a:gd name="connsiteX11" fmla="*/ 56016 w 80844"/>
                    <a:gd name="connsiteY11" fmla="*/ 136661 h 136661"/>
                    <a:gd name="connsiteX12" fmla="*/ 30768 w 80844"/>
                    <a:gd name="connsiteY12" fmla="*/ 83156 h 136661"/>
                    <a:gd name="connsiteX13" fmla="*/ 48324 w 80844"/>
                    <a:gd name="connsiteY13" fmla="*/ 99374 h 136661"/>
                    <a:gd name="connsiteX14" fmla="*/ 54009 w 80844"/>
                    <a:gd name="connsiteY14" fmla="*/ 53728 h 136661"/>
                    <a:gd name="connsiteX15" fmla="*/ 49662 w 80844"/>
                    <a:gd name="connsiteY15" fmla="*/ 43194 h 136661"/>
                    <a:gd name="connsiteX16" fmla="*/ 30768 w 80844"/>
                    <a:gd name="connsiteY16" fmla="*/ 83156 h 136661"/>
                    <a:gd name="connsiteX17" fmla="*/ 30768 w 80844"/>
                    <a:gd name="connsiteY17" fmla="*/ 83156 h 136661"/>
                    <a:gd name="connsiteX18" fmla="*/ 24247 w 80844"/>
                    <a:gd name="connsiteY18" fmla="*/ 92686 h 136661"/>
                    <a:gd name="connsiteX19" fmla="*/ 24247 w 80844"/>
                    <a:gd name="connsiteY19" fmla="*/ 92686 h 136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0844" h="136661">
                      <a:moveTo>
                        <a:pt x="56016" y="136661"/>
                      </a:moveTo>
                      <a:cubicBezTo>
                        <a:pt x="50498" y="136661"/>
                        <a:pt x="45984" y="133651"/>
                        <a:pt x="24749" y="114256"/>
                      </a:cubicBezTo>
                      <a:cubicBezTo>
                        <a:pt x="3179" y="94526"/>
                        <a:pt x="2510" y="93188"/>
                        <a:pt x="1674" y="91516"/>
                      </a:cubicBezTo>
                      <a:cubicBezTo>
                        <a:pt x="-834" y="87001"/>
                        <a:pt x="-499" y="81484"/>
                        <a:pt x="2510" y="77136"/>
                      </a:cubicBezTo>
                      <a:cubicBezTo>
                        <a:pt x="17726" y="55901"/>
                        <a:pt x="27089" y="32827"/>
                        <a:pt x="28762" y="12261"/>
                      </a:cubicBezTo>
                      <a:cubicBezTo>
                        <a:pt x="29430" y="4904"/>
                        <a:pt x="35784" y="-614"/>
                        <a:pt x="43141" y="55"/>
                      </a:cubicBezTo>
                      <a:cubicBezTo>
                        <a:pt x="45816" y="222"/>
                        <a:pt x="48324" y="1225"/>
                        <a:pt x="50331" y="2897"/>
                      </a:cubicBezTo>
                      <a:cubicBezTo>
                        <a:pt x="64209" y="14100"/>
                        <a:pt x="74408" y="29316"/>
                        <a:pt x="79759" y="46371"/>
                      </a:cubicBezTo>
                      <a:cubicBezTo>
                        <a:pt x="80762" y="49547"/>
                        <a:pt x="82601" y="56236"/>
                        <a:pt x="76749" y="92017"/>
                      </a:cubicBezTo>
                      <a:cubicBezTo>
                        <a:pt x="71064" y="125793"/>
                        <a:pt x="68891" y="129137"/>
                        <a:pt x="67720" y="130642"/>
                      </a:cubicBezTo>
                      <a:cubicBezTo>
                        <a:pt x="65379" y="133986"/>
                        <a:pt x="61701" y="136159"/>
                        <a:pt x="57688" y="136494"/>
                      </a:cubicBezTo>
                      <a:cubicBezTo>
                        <a:pt x="57019" y="136494"/>
                        <a:pt x="56518" y="136661"/>
                        <a:pt x="56016" y="136661"/>
                      </a:cubicBezTo>
                      <a:close/>
                      <a:moveTo>
                        <a:pt x="30768" y="83156"/>
                      </a:moveTo>
                      <a:cubicBezTo>
                        <a:pt x="35784" y="87837"/>
                        <a:pt x="42305" y="94024"/>
                        <a:pt x="48324" y="99374"/>
                      </a:cubicBezTo>
                      <a:cubicBezTo>
                        <a:pt x="51501" y="82320"/>
                        <a:pt x="54845" y="59747"/>
                        <a:pt x="54009" y="53728"/>
                      </a:cubicBezTo>
                      <a:cubicBezTo>
                        <a:pt x="52839" y="50049"/>
                        <a:pt x="51501" y="46538"/>
                        <a:pt x="49662" y="43194"/>
                      </a:cubicBezTo>
                      <a:cubicBezTo>
                        <a:pt x="45148" y="57239"/>
                        <a:pt x="38794" y="70615"/>
                        <a:pt x="30768" y="83156"/>
                      </a:cubicBezTo>
                      <a:lnTo>
                        <a:pt x="30768" y="83156"/>
                      </a:lnTo>
                      <a:close/>
                      <a:moveTo>
                        <a:pt x="24247" y="92686"/>
                      </a:moveTo>
                      <a:lnTo>
                        <a:pt x="24247" y="92686"/>
                      </a:lnTo>
                      <a:close/>
                    </a:path>
                  </a:pathLst>
                </a:custGeom>
                <a:grp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11" name="Freeform 144">
                  <a:extLst>
                    <a:ext uri="{FF2B5EF4-FFF2-40B4-BE49-F238E27FC236}">
                      <a16:creationId xmlns:a16="http://schemas.microsoft.com/office/drawing/2014/main" id="{1A41C711-2207-4CA1-1E07-7A7C19752EBC}"/>
                    </a:ext>
                  </a:extLst>
                </p:cNvPr>
                <p:cNvSpPr/>
                <p:nvPr/>
              </p:nvSpPr>
              <p:spPr>
                <a:xfrm>
                  <a:off x="9951565" y="2182212"/>
                  <a:ext cx="80901" cy="136478"/>
                </a:xfrm>
                <a:custGeom>
                  <a:avLst/>
                  <a:gdLst>
                    <a:gd name="connsiteX0" fmla="*/ 24718 w 80901"/>
                    <a:gd name="connsiteY0" fmla="*/ 136479 h 136478"/>
                    <a:gd name="connsiteX1" fmla="*/ 23214 w 80901"/>
                    <a:gd name="connsiteY1" fmla="*/ 136479 h 136478"/>
                    <a:gd name="connsiteX2" fmla="*/ 13181 w 80901"/>
                    <a:gd name="connsiteY2" fmla="*/ 130627 h 136478"/>
                    <a:gd name="connsiteX3" fmla="*/ 4152 w 80901"/>
                    <a:gd name="connsiteY3" fmla="*/ 92003 h 136478"/>
                    <a:gd name="connsiteX4" fmla="*/ 1143 w 80901"/>
                    <a:gd name="connsiteY4" fmla="*/ 46356 h 136478"/>
                    <a:gd name="connsiteX5" fmla="*/ 1143 w 80901"/>
                    <a:gd name="connsiteY5" fmla="*/ 46356 h 136478"/>
                    <a:gd name="connsiteX6" fmla="*/ 30571 w 80901"/>
                    <a:gd name="connsiteY6" fmla="*/ 2882 h 136478"/>
                    <a:gd name="connsiteX7" fmla="*/ 49297 w 80901"/>
                    <a:gd name="connsiteY7" fmla="*/ 5056 h 136478"/>
                    <a:gd name="connsiteX8" fmla="*/ 52140 w 80901"/>
                    <a:gd name="connsiteY8" fmla="*/ 12246 h 136478"/>
                    <a:gd name="connsiteX9" fmla="*/ 78391 w 80901"/>
                    <a:gd name="connsiteY9" fmla="*/ 77121 h 136478"/>
                    <a:gd name="connsiteX10" fmla="*/ 79227 w 80901"/>
                    <a:gd name="connsiteY10" fmla="*/ 91501 h 136478"/>
                    <a:gd name="connsiteX11" fmla="*/ 56153 w 80901"/>
                    <a:gd name="connsiteY11" fmla="*/ 114241 h 136478"/>
                    <a:gd name="connsiteX12" fmla="*/ 24718 w 80901"/>
                    <a:gd name="connsiteY12" fmla="*/ 136479 h 136478"/>
                    <a:gd name="connsiteX13" fmla="*/ 26725 w 80901"/>
                    <a:gd name="connsiteY13" fmla="*/ 53545 h 136478"/>
                    <a:gd name="connsiteX14" fmla="*/ 32410 w 80901"/>
                    <a:gd name="connsiteY14" fmla="*/ 99192 h 136478"/>
                    <a:gd name="connsiteX15" fmla="*/ 49966 w 80901"/>
                    <a:gd name="connsiteY15" fmla="*/ 82973 h 136478"/>
                    <a:gd name="connsiteX16" fmla="*/ 31072 w 80901"/>
                    <a:gd name="connsiteY16" fmla="*/ 43012 h 136478"/>
                    <a:gd name="connsiteX17" fmla="*/ 26725 w 80901"/>
                    <a:gd name="connsiteY17" fmla="*/ 53545 h 136478"/>
                    <a:gd name="connsiteX18" fmla="*/ 56487 w 80901"/>
                    <a:gd name="connsiteY18" fmla="*/ 92671 h 136478"/>
                    <a:gd name="connsiteX19" fmla="*/ 56487 w 80901"/>
                    <a:gd name="connsiteY19" fmla="*/ 92671 h 136478"/>
                    <a:gd name="connsiteX20" fmla="*/ 26558 w 80901"/>
                    <a:gd name="connsiteY20" fmla="*/ 53880 h 136478"/>
                    <a:gd name="connsiteX21" fmla="*/ 26558 w 80901"/>
                    <a:gd name="connsiteY21" fmla="*/ 53880 h 136478"/>
                    <a:gd name="connsiteX22" fmla="*/ 26558 w 80901"/>
                    <a:gd name="connsiteY22" fmla="*/ 53880 h 136478"/>
                    <a:gd name="connsiteX23" fmla="*/ 13850 w 80901"/>
                    <a:gd name="connsiteY23" fmla="*/ 50034 h 136478"/>
                    <a:gd name="connsiteX24" fmla="*/ 13850 w 80901"/>
                    <a:gd name="connsiteY24" fmla="*/ 50034 h 13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0901" h="136478">
                      <a:moveTo>
                        <a:pt x="24718" y="136479"/>
                      </a:moveTo>
                      <a:cubicBezTo>
                        <a:pt x="24217" y="136479"/>
                        <a:pt x="23715" y="136479"/>
                        <a:pt x="23214" y="136479"/>
                      </a:cubicBezTo>
                      <a:cubicBezTo>
                        <a:pt x="19201" y="136145"/>
                        <a:pt x="15522" y="133971"/>
                        <a:pt x="13181" y="130627"/>
                      </a:cubicBezTo>
                      <a:cubicBezTo>
                        <a:pt x="12011" y="128955"/>
                        <a:pt x="9837" y="125778"/>
                        <a:pt x="4152" y="92003"/>
                      </a:cubicBezTo>
                      <a:cubicBezTo>
                        <a:pt x="-1867" y="56221"/>
                        <a:pt x="139" y="49533"/>
                        <a:pt x="1143" y="46356"/>
                      </a:cubicBezTo>
                      <a:lnTo>
                        <a:pt x="1143" y="46356"/>
                      </a:lnTo>
                      <a:cubicBezTo>
                        <a:pt x="6493" y="29301"/>
                        <a:pt x="16693" y="14085"/>
                        <a:pt x="30571" y="2882"/>
                      </a:cubicBezTo>
                      <a:cubicBezTo>
                        <a:pt x="36423" y="-1632"/>
                        <a:pt x="44783" y="-796"/>
                        <a:pt x="49297" y="5056"/>
                      </a:cubicBezTo>
                      <a:cubicBezTo>
                        <a:pt x="50969" y="7063"/>
                        <a:pt x="51973" y="9571"/>
                        <a:pt x="52140" y="12246"/>
                      </a:cubicBezTo>
                      <a:cubicBezTo>
                        <a:pt x="53812" y="32812"/>
                        <a:pt x="63175" y="55886"/>
                        <a:pt x="78391" y="77121"/>
                      </a:cubicBezTo>
                      <a:cubicBezTo>
                        <a:pt x="81401" y="81301"/>
                        <a:pt x="81735" y="86986"/>
                        <a:pt x="79227" y="91501"/>
                      </a:cubicBezTo>
                      <a:cubicBezTo>
                        <a:pt x="78391" y="93006"/>
                        <a:pt x="77555" y="94343"/>
                        <a:pt x="56153" y="114241"/>
                      </a:cubicBezTo>
                      <a:cubicBezTo>
                        <a:pt x="34751" y="133469"/>
                        <a:pt x="30236" y="136479"/>
                        <a:pt x="24718" y="136479"/>
                      </a:cubicBezTo>
                      <a:close/>
                      <a:moveTo>
                        <a:pt x="26725" y="53545"/>
                      </a:moveTo>
                      <a:cubicBezTo>
                        <a:pt x="25889" y="59565"/>
                        <a:pt x="29400" y="82137"/>
                        <a:pt x="32410" y="99192"/>
                      </a:cubicBezTo>
                      <a:cubicBezTo>
                        <a:pt x="38262" y="93842"/>
                        <a:pt x="44950" y="87655"/>
                        <a:pt x="49966" y="82973"/>
                      </a:cubicBezTo>
                      <a:cubicBezTo>
                        <a:pt x="41940" y="70600"/>
                        <a:pt x="35587" y="57057"/>
                        <a:pt x="31072" y="43012"/>
                      </a:cubicBezTo>
                      <a:cubicBezTo>
                        <a:pt x="29233" y="46356"/>
                        <a:pt x="27728" y="49867"/>
                        <a:pt x="26725" y="53545"/>
                      </a:cubicBezTo>
                      <a:close/>
                      <a:moveTo>
                        <a:pt x="56487" y="92671"/>
                      </a:moveTo>
                      <a:lnTo>
                        <a:pt x="56487" y="92671"/>
                      </a:lnTo>
                      <a:close/>
                      <a:moveTo>
                        <a:pt x="26558" y="53880"/>
                      </a:moveTo>
                      <a:lnTo>
                        <a:pt x="26558" y="53880"/>
                      </a:lnTo>
                      <a:lnTo>
                        <a:pt x="26558" y="53880"/>
                      </a:lnTo>
                      <a:close/>
                      <a:moveTo>
                        <a:pt x="13850" y="50034"/>
                      </a:moveTo>
                      <a:lnTo>
                        <a:pt x="13850" y="50034"/>
                      </a:lnTo>
                      <a:close/>
                    </a:path>
                  </a:pathLst>
                </a:custGeom>
                <a:grp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76" name="Freeform 145">
                  <a:extLst>
                    <a:ext uri="{FF2B5EF4-FFF2-40B4-BE49-F238E27FC236}">
                      <a16:creationId xmlns:a16="http://schemas.microsoft.com/office/drawing/2014/main" id="{1A986983-5211-C52C-55BB-376E5E1464F6}"/>
                    </a:ext>
                  </a:extLst>
                </p:cNvPr>
                <p:cNvSpPr/>
                <p:nvPr/>
              </p:nvSpPr>
              <p:spPr>
                <a:xfrm>
                  <a:off x="9976589" y="2036935"/>
                  <a:ext cx="153728" cy="247979"/>
                </a:xfrm>
                <a:custGeom>
                  <a:avLst/>
                  <a:gdLst>
                    <a:gd name="connsiteX0" fmla="*/ 107040 w 153728"/>
                    <a:gd name="connsiteY0" fmla="*/ 247980 h 247979"/>
                    <a:gd name="connsiteX1" fmla="*/ 46847 w 153728"/>
                    <a:gd name="connsiteY1" fmla="*/ 247980 h 247979"/>
                    <a:gd name="connsiteX2" fmla="*/ 36814 w 153728"/>
                    <a:gd name="connsiteY2" fmla="*/ 243465 h 247979"/>
                    <a:gd name="connsiteX3" fmla="*/ 1200 w 153728"/>
                    <a:gd name="connsiteY3" fmla="*/ 167053 h 247979"/>
                    <a:gd name="connsiteX4" fmla="*/ 11734 w 153728"/>
                    <a:gd name="connsiteY4" fmla="*/ 92814 h 247979"/>
                    <a:gd name="connsiteX5" fmla="*/ 42834 w 153728"/>
                    <a:gd name="connsiteY5" fmla="*/ 32286 h 247979"/>
                    <a:gd name="connsiteX6" fmla="*/ 76442 w 153728"/>
                    <a:gd name="connsiteY6" fmla="*/ 16 h 247979"/>
                    <a:gd name="connsiteX7" fmla="*/ 100018 w 153728"/>
                    <a:gd name="connsiteY7" fmla="*/ 18241 h 247979"/>
                    <a:gd name="connsiteX8" fmla="*/ 111053 w 153728"/>
                    <a:gd name="connsiteY8" fmla="*/ 31952 h 247979"/>
                    <a:gd name="connsiteX9" fmla="*/ 111221 w 153728"/>
                    <a:gd name="connsiteY9" fmla="*/ 32119 h 247979"/>
                    <a:gd name="connsiteX10" fmla="*/ 152854 w 153728"/>
                    <a:gd name="connsiteY10" fmla="*/ 166217 h 247979"/>
                    <a:gd name="connsiteX11" fmla="*/ 152687 w 153728"/>
                    <a:gd name="connsiteY11" fmla="*/ 167053 h 247979"/>
                    <a:gd name="connsiteX12" fmla="*/ 117240 w 153728"/>
                    <a:gd name="connsiteY12" fmla="*/ 243131 h 247979"/>
                    <a:gd name="connsiteX13" fmla="*/ 107040 w 153728"/>
                    <a:gd name="connsiteY13" fmla="*/ 247980 h 247979"/>
                    <a:gd name="connsiteX14" fmla="*/ 53368 w 153728"/>
                    <a:gd name="connsiteY14" fmla="*/ 221227 h 247979"/>
                    <a:gd name="connsiteX15" fmla="*/ 100352 w 153728"/>
                    <a:gd name="connsiteY15" fmla="*/ 221227 h 247979"/>
                    <a:gd name="connsiteX16" fmla="*/ 126269 w 153728"/>
                    <a:gd name="connsiteY16" fmla="*/ 163040 h 247979"/>
                    <a:gd name="connsiteX17" fmla="*/ 89818 w 153728"/>
                    <a:gd name="connsiteY17" fmla="*/ 48170 h 247979"/>
                    <a:gd name="connsiteX18" fmla="*/ 76776 w 153728"/>
                    <a:gd name="connsiteY18" fmla="*/ 31952 h 247979"/>
                    <a:gd name="connsiteX19" fmla="*/ 64403 w 153728"/>
                    <a:gd name="connsiteY19" fmla="*/ 48003 h 247979"/>
                    <a:gd name="connsiteX20" fmla="*/ 27618 w 153728"/>
                    <a:gd name="connsiteY20" fmla="*/ 162706 h 247979"/>
                    <a:gd name="connsiteX21" fmla="*/ 53368 w 153728"/>
                    <a:gd name="connsiteY21" fmla="*/ 221227 h 247979"/>
                    <a:gd name="connsiteX22" fmla="*/ 139478 w 153728"/>
                    <a:gd name="connsiteY22" fmla="*/ 164712 h 247979"/>
                    <a:gd name="connsiteX23" fmla="*/ 139478 w 153728"/>
                    <a:gd name="connsiteY23" fmla="*/ 164712 h 247979"/>
                    <a:gd name="connsiteX24" fmla="*/ 139478 w 153728"/>
                    <a:gd name="connsiteY24" fmla="*/ 164712 h 247979"/>
                    <a:gd name="connsiteX25" fmla="*/ 83130 w 153728"/>
                    <a:gd name="connsiteY25" fmla="*/ 24929 h 247979"/>
                    <a:gd name="connsiteX26" fmla="*/ 83130 w 153728"/>
                    <a:gd name="connsiteY26" fmla="*/ 24929 h 247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3728" h="247979">
                      <a:moveTo>
                        <a:pt x="107040" y="247980"/>
                      </a:moveTo>
                      <a:lnTo>
                        <a:pt x="46847" y="247980"/>
                      </a:lnTo>
                      <a:cubicBezTo>
                        <a:pt x="43001" y="247980"/>
                        <a:pt x="39323" y="246308"/>
                        <a:pt x="36814" y="243465"/>
                      </a:cubicBezTo>
                      <a:cubicBezTo>
                        <a:pt x="35644" y="242128"/>
                        <a:pt x="8222" y="210359"/>
                        <a:pt x="1200" y="167053"/>
                      </a:cubicBezTo>
                      <a:cubicBezTo>
                        <a:pt x="-2980" y="141471"/>
                        <a:pt x="4544" y="112544"/>
                        <a:pt x="11734" y="92814"/>
                      </a:cubicBezTo>
                      <a:cubicBezTo>
                        <a:pt x="19760" y="70409"/>
                        <a:pt x="31464" y="47669"/>
                        <a:pt x="42834" y="32286"/>
                      </a:cubicBezTo>
                      <a:cubicBezTo>
                        <a:pt x="65908" y="183"/>
                        <a:pt x="71091" y="16"/>
                        <a:pt x="76442" y="16"/>
                      </a:cubicBezTo>
                      <a:cubicBezTo>
                        <a:pt x="84133" y="-319"/>
                        <a:pt x="88982" y="4697"/>
                        <a:pt x="100018" y="18241"/>
                      </a:cubicBezTo>
                      <a:cubicBezTo>
                        <a:pt x="105703" y="25096"/>
                        <a:pt x="110719" y="31784"/>
                        <a:pt x="111053" y="31952"/>
                      </a:cubicBezTo>
                      <a:cubicBezTo>
                        <a:pt x="111053" y="31952"/>
                        <a:pt x="111221" y="32119"/>
                        <a:pt x="111221" y="32119"/>
                      </a:cubicBezTo>
                      <a:cubicBezTo>
                        <a:pt x="129446" y="56698"/>
                        <a:pt x="159208" y="106692"/>
                        <a:pt x="152854" y="166217"/>
                      </a:cubicBezTo>
                      <a:cubicBezTo>
                        <a:pt x="152854" y="166551"/>
                        <a:pt x="152854" y="166719"/>
                        <a:pt x="152687" y="167053"/>
                      </a:cubicBezTo>
                      <a:cubicBezTo>
                        <a:pt x="145665" y="208520"/>
                        <a:pt x="118410" y="241793"/>
                        <a:pt x="117240" y="243131"/>
                      </a:cubicBezTo>
                      <a:cubicBezTo>
                        <a:pt x="114732" y="246141"/>
                        <a:pt x="111053" y="247980"/>
                        <a:pt x="107040" y="247980"/>
                      </a:cubicBezTo>
                      <a:close/>
                      <a:moveTo>
                        <a:pt x="53368" y="221227"/>
                      </a:moveTo>
                      <a:lnTo>
                        <a:pt x="100352" y="221227"/>
                      </a:lnTo>
                      <a:cubicBezTo>
                        <a:pt x="107208" y="211697"/>
                        <a:pt x="121754" y="188790"/>
                        <a:pt x="126269" y="163040"/>
                      </a:cubicBezTo>
                      <a:cubicBezTo>
                        <a:pt x="131452" y="112879"/>
                        <a:pt x="105703" y="69573"/>
                        <a:pt x="89818" y="48170"/>
                      </a:cubicBezTo>
                      <a:cubicBezTo>
                        <a:pt x="85638" y="42653"/>
                        <a:pt x="80622" y="36633"/>
                        <a:pt x="76776" y="31952"/>
                      </a:cubicBezTo>
                      <a:cubicBezTo>
                        <a:pt x="73098" y="36299"/>
                        <a:pt x="68583" y="42318"/>
                        <a:pt x="64403" y="48003"/>
                      </a:cubicBezTo>
                      <a:cubicBezTo>
                        <a:pt x="45676" y="73084"/>
                        <a:pt x="21933" y="128261"/>
                        <a:pt x="27618" y="162706"/>
                      </a:cubicBezTo>
                      <a:cubicBezTo>
                        <a:pt x="31966" y="189626"/>
                        <a:pt x="46512" y="212031"/>
                        <a:pt x="53368" y="221227"/>
                      </a:cubicBezTo>
                      <a:close/>
                      <a:moveTo>
                        <a:pt x="139478" y="164712"/>
                      </a:moveTo>
                      <a:lnTo>
                        <a:pt x="139478" y="164712"/>
                      </a:lnTo>
                      <a:lnTo>
                        <a:pt x="139478" y="164712"/>
                      </a:lnTo>
                      <a:close/>
                      <a:moveTo>
                        <a:pt x="83130" y="24929"/>
                      </a:moveTo>
                      <a:lnTo>
                        <a:pt x="83130" y="24929"/>
                      </a:lnTo>
                      <a:close/>
                    </a:path>
                  </a:pathLst>
                </a:custGeom>
                <a:grp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77" name="Freeform 146">
                  <a:extLst>
                    <a:ext uri="{FF2B5EF4-FFF2-40B4-BE49-F238E27FC236}">
                      <a16:creationId xmlns:a16="http://schemas.microsoft.com/office/drawing/2014/main" id="{F9D95582-AFCC-27F1-FA5F-7642E82334F6}"/>
                    </a:ext>
                  </a:extLst>
                </p:cNvPr>
                <p:cNvSpPr/>
                <p:nvPr/>
              </p:nvSpPr>
              <p:spPr>
                <a:xfrm>
                  <a:off x="10038985" y="2195628"/>
                  <a:ext cx="26752" cy="123731"/>
                </a:xfrm>
                <a:custGeom>
                  <a:avLst/>
                  <a:gdLst>
                    <a:gd name="connsiteX0" fmla="*/ 13376 w 26752"/>
                    <a:gd name="connsiteY0" fmla="*/ 123731 h 123731"/>
                    <a:gd name="connsiteX1" fmla="*/ 0 w 26752"/>
                    <a:gd name="connsiteY1" fmla="*/ 110355 h 123731"/>
                    <a:gd name="connsiteX2" fmla="*/ 0 w 26752"/>
                    <a:gd name="connsiteY2" fmla="*/ 13376 h 123731"/>
                    <a:gd name="connsiteX3" fmla="*/ 13376 w 26752"/>
                    <a:gd name="connsiteY3" fmla="*/ 0 h 123731"/>
                    <a:gd name="connsiteX4" fmla="*/ 26753 w 26752"/>
                    <a:gd name="connsiteY4" fmla="*/ 13376 h 123731"/>
                    <a:gd name="connsiteX5" fmla="*/ 26753 w 26752"/>
                    <a:gd name="connsiteY5" fmla="*/ 110355 h 123731"/>
                    <a:gd name="connsiteX6" fmla="*/ 13376 w 26752"/>
                    <a:gd name="connsiteY6" fmla="*/ 123731 h 12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52" h="123731">
                      <a:moveTo>
                        <a:pt x="13376" y="123731"/>
                      </a:moveTo>
                      <a:cubicBezTo>
                        <a:pt x="6019" y="123731"/>
                        <a:pt x="0" y="117712"/>
                        <a:pt x="0" y="110355"/>
                      </a:cubicBezTo>
                      <a:lnTo>
                        <a:pt x="0" y="13376"/>
                      </a:lnTo>
                      <a:cubicBezTo>
                        <a:pt x="0" y="6019"/>
                        <a:pt x="6019" y="0"/>
                        <a:pt x="13376" y="0"/>
                      </a:cubicBezTo>
                      <a:cubicBezTo>
                        <a:pt x="20733" y="0"/>
                        <a:pt x="26753" y="6019"/>
                        <a:pt x="26753" y="13376"/>
                      </a:cubicBezTo>
                      <a:lnTo>
                        <a:pt x="26753" y="110355"/>
                      </a:lnTo>
                      <a:cubicBezTo>
                        <a:pt x="26753" y="117712"/>
                        <a:pt x="20733" y="123731"/>
                        <a:pt x="13376" y="123731"/>
                      </a:cubicBezTo>
                      <a:close/>
                    </a:path>
                  </a:pathLst>
                </a:custGeom>
                <a:grp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78" name="Freeform 147">
                  <a:extLst>
                    <a:ext uri="{FF2B5EF4-FFF2-40B4-BE49-F238E27FC236}">
                      <a16:creationId xmlns:a16="http://schemas.microsoft.com/office/drawing/2014/main" id="{FA144883-5204-FC85-859B-5E52F11FC820}"/>
                    </a:ext>
                  </a:extLst>
                </p:cNvPr>
                <p:cNvSpPr/>
                <p:nvPr/>
              </p:nvSpPr>
              <p:spPr>
                <a:xfrm>
                  <a:off x="10019590" y="2116540"/>
                  <a:ext cx="68386" cy="68386"/>
                </a:xfrm>
                <a:custGeom>
                  <a:avLst/>
                  <a:gdLst>
                    <a:gd name="connsiteX0" fmla="*/ 34277 w 68386"/>
                    <a:gd name="connsiteY0" fmla="*/ 68387 h 68386"/>
                    <a:gd name="connsiteX1" fmla="*/ 0 w 68386"/>
                    <a:gd name="connsiteY1" fmla="*/ 34277 h 68386"/>
                    <a:gd name="connsiteX2" fmla="*/ 34110 w 68386"/>
                    <a:gd name="connsiteY2" fmla="*/ 0 h 68386"/>
                    <a:gd name="connsiteX3" fmla="*/ 68387 w 68386"/>
                    <a:gd name="connsiteY3" fmla="*/ 34110 h 68386"/>
                    <a:gd name="connsiteX4" fmla="*/ 68387 w 68386"/>
                    <a:gd name="connsiteY4" fmla="*/ 34110 h 68386"/>
                    <a:gd name="connsiteX5" fmla="*/ 34277 w 68386"/>
                    <a:gd name="connsiteY5" fmla="*/ 68387 h 68386"/>
                    <a:gd name="connsiteX6" fmla="*/ 34277 w 68386"/>
                    <a:gd name="connsiteY6" fmla="*/ 26753 h 68386"/>
                    <a:gd name="connsiteX7" fmla="*/ 26753 w 68386"/>
                    <a:gd name="connsiteY7" fmla="*/ 34110 h 68386"/>
                    <a:gd name="connsiteX8" fmla="*/ 34110 w 68386"/>
                    <a:gd name="connsiteY8" fmla="*/ 41634 h 68386"/>
                    <a:gd name="connsiteX9" fmla="*/ 41634 w 68386"/>
                    <a:gd name="connsiteY9" fmla="*/ 34277 h 68386"/>
                    <a:gd name="connsiteX10" fmla="*/ 41634 w 68386"/>
                    <a:gd name="connsiteY10" fmla="*/ 34277 h 68386"/>
                    <a:gd name="connsiteX11" fmla="*/ 34277 w 68386"/>
                    <a:gd name="connsiteY11" fmla="*/ 26753 h 6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386" h="68386">
                      <a:moveTo>
                        <a:pt x="34277" y="68387"/>
                      </a:moveTo>
                      <a:cubicBezTo>
                        <a:pt x="15383" y="68387"/>
                        <a:pt x="0" y="53004"/>
                        <a:pt x="0" y="34277"/>
                      </a:cubicBezTo>
                      <a:cubicBezTo>
                        <a:pt x="0" y="15550"/>
                        <a:pt x="15383" y="0"/>
                        <a:pt x="34110" y="0"/>
                      </a:cubicBezTo>
                      <a:cubicBezTo>
                        <a:pt x="52837" y="0"/>
                        <a:pt x="68387" y="15216"/>
                        <a:pt x="68387" y="34110"/>
                      </a:cubicBezTo>
                      <a:cubicBezTo>
                        <a:pt x="68387" y="34110"/>
                        <a:pt x="68387" y="34110"/>
                        <a:pt x="68387" y="34110"/>
                      </a:cubicBezTo>
                      <a:cubicBezTo>
                        <a:pt x="68387" y="53004"/>
                        <a:pt x="53004" y="68387"/>
                        <a:pt x="34277" y="68387"/>
                      </a:cubicBezTo>
                      <a:close/>
                      <a:moveTo>
                        <a:pt x="34277" y="26753"/>
                      </a:moveTo>
                      <a:cubicBezTo>
                        <a:pt x="30097" y="26753"/>
                        <a:pt x="26753" y="30097"/>
                        <a:pt x="26753" y="34110"/>
                      </a:cubicBezTo>
                      <a:cubicBezTo>
                        <a:pt x="26753" y="38290"/>
                        <a:pt x="30097" y="41634"/>
                        <a:pt x="34110" y="41634"/>
                      </a:cubicBezTo>
                      <a:cubicBezTo>
                        <a:pt x="38290" y="41634"/>
                        <a:pt x="41634" y="38290"/>
                        <a:pt x="41634" y="34277"/>
                      </a:cubicBezTo>
                      <a:cubicBezTo>
                        <a:pt x="41634" y="34277"/>
                        <a:pt x="41634" y="34277"/>
                        <a:pt x="41634" y="34277"/>
                      </a:cubicBezTo>
                      <a:cubicBezTo>
                        <a:pt x="41634" y="30097"/>
                        <a:pt x="38290" y="26753"/>
                        <a:pt x="34277" y="26753"/>
                      </a:cubicBezTo>
                      <a:close/>
                    </a:path>
                  </a:pathLst>
                </a:custGeom>
                <a:grp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spTree>
    <p:extLst>
      <p:ext uri="{BB962C8B-B14F-4D97-AF65-F5344CB8AC3E}">
        <p14:creationId xmlns:p14="http://schemas.microsoft.com/office/powerpoint/2010/main" val="2032749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D3C35-55AF-38A4-4210-E3899F28AF8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5D6767C-215B-2925-5ADA-2944E0B369C6}"/>
              </a:ext>
            </a:extLst>
          </p:cNvPr>
          <p:cNvSpPr>
            <a:spLocks noGrp="1"/>
          </p:cNvSpPr>
          <p:nvPr>
            <p:ph type="ctrTitle"/>
          </p:nvPr>
        </p:nvSpPr>
        <p:spPr/>
        <p:txBody>
          <a:bodyPr/>
          <a:lstStyle/>
          <a:p>
            <a:r>
              <a:rPr lang="nl-BE"/>
              <a:t>project phases</a:t>
            </a:r>
            <a:endParaRPr lang="en-US"/>
          </a:p>
        </p:txBody>
      </p:sp>
      <p:grpSp>
        <p:nvGrpSpPr>
          <p:cNvPr id="502" name="Group 501">
            <a:extLst>
              <a:ext uri="{FF2B5EF4-FFF2-40B4-BE49-F238E27FC236}">
                <a16:creationId xmlns:a16="http://schemas.microsoft.com/office/drawing/2014/main" id="{20BDE8CA-5772-392F-C826-34573A033D91}"/>
              </a:ext>
            </a:extLst>
          </p:cNvPr>
          <p:cNvGrpSpPr/>
          <p:nvPr/>
        </p:nvGrpSpPr>
        <p:grpSpPr>
          <a:xfrm>
            <a:off x="2381250" y="1886722"/>
            <a:ext cx="9691302" cy="361520"/>
            <a:chOff x="1752680" y="1406433"/>
            <a:chExt cx="10319872" cy="361520"/>
          </a:xfrm>
        </p:grpSpPr>
        <p:cxnSp>
          <p:nvCxnSpPr>
            <p:cNvPr id="503" name="Straight Arrow Connector 502">
              <a:extLst>
                <a:ext uri="{FF2B5EF4-FFF2-40B4-BE49-F238E27FC236}">
                  <a16:creationId xmlns:a16="http://schemas.microsoft.com/office/drawing/2014/main" id="{401C0683-12D5-00E9-9373-50EAB801E9AC}"/>
                </a:ext>
              </a:extLst>
            </p:cNvPr>
            <p:cNvCxnSpPr>
              <a:cxnSpLocks/>
            </p:cNvCxnSpPr>
            <p:nvPr/>
          </p:nvCxnSpPr>
          <p:spPr>
            <a:xfrm>
              <a:off x="1752680" y="1602550"/>
              <a:ext cx="10319872" cy="0"/>
            </a:xfrm>
            <a:prstGeom prst="straightConnector1">
              <a:avLst/>
            </a:prstGeom>
            <a:ln w="19050">
              <a:solidFill>
                <a:schemeClr val="tx1"/>
              </a:solidFill>
              <a:headEnd type="diamond" w="lg" len="lg"/>
              <a:tailEnd type="triangle" w="lg" len="lg"/>
            </a:ln>
          </p:spPr>
          <p:style>
            <a:lnRef idx="1">
              <a:schemeClr val="accent1"/>
            </a:lnRef>
            <a:fillRef idx="0">
              <a:schemeClr val="accent1"/>
            </a:fillRef>
            <a:effectRef idx="0">
              <a:schemeClr val="accent1"/>
            </a:effectRef>
            <a:fontRef idx="minor">
              <a:schemeClr val="tx1"/>
            </a:fontRef>
          </p:style>
        </p:cxnSp>
        <p:sp>
          <p:nvSpPr>
            <p:cNvPr id="504" name="Arrow: Pentagon 115">
              <a:extLst>
                <a:ext uri="{FF2B5EF4-FFF2-40B4-BE49-F238E27FC236}">
                  <a16:creationId xmlns:a16="http://schemas.microsoft.com/office/drawing/2014/main" id="{09AB848A-F948-A995-4D42-A4023C543427}"/>
                </a:ext>
              </a:extLst>
            </p:cNvPr>
            <p:cNvSpPr/>
            <p:nvPr/>
          </p:nvSpPr>
          <p:spPr>
            <a:xfrm>
              <a:off x="6050080" y="1406433"/>
              <a:ext cx="1725072" cy="361520"/>
            </a:xfrm>
            <a:prstGeom prst="homePlate">
              <a:avLst>
                <a:gd name="adj" fmla="val 0"/>
              </a:avLst>
            </a:prstGeom>
            <a:solidFill>
              <a:schemeClr val="bg1"/>
            </a:solidFill>
            <a:ln w="19050">
              <a:no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C3C3C"/>
                  </a:solidFill>
                  <a:effectLst/>
                  <a:uLnTx/>
                  <a:uFillTx/>
                  <a:latin typeface="Century Gothic" panose="020F0302020204030204"/>
                  <a:ea typeface="+mn-ea"/>
                  <a:cs typeface="+mn-cs"/>
                </a:rPr>
                <a:t>Monitor and Control</a:t>
              </a:r>
            </a:p>
          </p:txBody>
        </p:sp>
      </p:grpSp>
      <p:grpSp>
        <p:nvGrpSpPr>
          <p:cNvPr id="9" name="Group 8">
            <a:extLst>
              <a:ext uri="{FF2B5EF4-FFF2-40B4-BE49-F238E27FC236}">
                <a16:creationId xmlns:a16="http://schemas.microsoft.com/office/drawing/2014/main" id="{3C43BCEE-2D18-6CDB-7728-879F3CC21B4A}"/>
              </a:ext>
            </a:extLst>
          </p:cNvPr>
          <p:cNvGrpSpPr/>
          <p:nvPr/>
        </p:nvGrpSpPr>
        <p:grpSpPr>
          <a:xfrm>
            <a:off x="2419454" y="2241576"/>
            <a:ext cx="4304138" cy="3895329"/>
            <a:chOff x="2419454" y="2241576"/>
            <a:chExt cx="4304138" cy="3895329"/>
          </a:xfrm>
        </p:grpSpPr>
        <p:cxnSp>
          <p:nvCxnSpPr>
            <p:cNvPr id="364" name="Straight Connector 363">
              <a:extLst>
                <a:ext uri="{FF2B5EF4-FFF2-40B4-BE49-F238E27FC236}">
                  <a16:creationId xmlns:a16="http://schemas.microsoft.com/office/drawing/2014/main" id="{B18933D5-03C8-7E4E-304C-721F350B7871}"/>
                </a:ext>
              </a:extLst>
            </p:cNvPr>
            <p:cNvCxnSpPr>
              <a:cxnSpLocks/>
            </p:cNvCxnSpPr>
            <p:nvPr/>
          </p:nvCxnSpPr>
          <p:spPr>
            <a:xfrm>
              <a:off x="2419454" y="3643541"/>
              <a:ext cx="0" cy="2484000"/>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cxnSp>
          <p:nvCxnSpPr>
            <p:cNvPr id="365" name="Straight Connector 364">
              <a:extLst>
                <a:ext uri="{FF2B5EF4-FFF2-40B4-BE49-F238E27FC236}">
                  <a16:creationId xmlns:a16="http://schemas.microsoft.com/office/drawing/2014/main" id="{744453F0-3863-924F-E402-30ECF20741F3}"/>
                </a:ext>
              </a:extLst>
            </p:cNvPr>
            <p:cNvCxnSpPr>
              <a:cxnSpLocks/>
            </p:cNvCxnSpPr>
            <p:nvPr/>
          </p:nvCxnSpPr>
          <p:spPr>
            <a:xfrm>
              <a:off x="3562381" y="3643541"/>
              <a:ext cx="0" cy="1246682"/>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sp>
          <p:nvSpPr>
            <p:cNvPr id="366" name="TextBox 365">
              <a:extLst>
                <a:ext uri="{FF2B5EF4-FFF2-40B4-BE49-F238E27FC236}">
                  <a16:creationId xmlns:a16="http://schemas.microsoft.com/office/drawing/2014/main" id="{5D01BE8A-DFD8-261D-FEF9-1EBCB47467B2}"/>
                </a:ext>
              </a:extLst>
            </p:cNvPr>
            <p:cNvSpPr txBox="1"/>
            <p:nvPr/>
          </p:nvSpPr>
          <p:spPr>
            <a:xfrm>
              <a:off x="2471529" y="4959660"/>
              <a:ext cx="3388939" cy="1177245"/>
            </a:xfrm>
            <a:prstGeom prst="rect">
              <a:avLst/>
            </a:prstGeom>
            <a:solidFill>
              <a:srgbClr val="FFFFFF"/>
            </a:solidFill>
          </p:spPr>
          <p:txBody>
            <a:bodyPr wrap="square" lIns="0" tIns="0" rIns="0" bIns="0" rtlCol="0">
              <a:spAutoFit/>
            </a:bodyPr>
            <a:lstStyle/>
            <a:p>
              <a:pPr>
                <a:spcAft>
                  <a:spcPts val="300"/>
                </a:spcAft>
              </a:pPr>
              <a:r>
                <a:rPr lang="en-US" sz="1000" b="1" dirty="0">
                  <a:solidFill>
                    <a:schemeClr val="tx2"/>
                  </a:solidFill>
                </a:rPr>
                <a:t>Inception</a:t>
              </a:r>
            </a:p>
            <a:p>
              <a:r>
                <a:rPr lang="en-US" sz="800" b="1" dirty="0">
                  <a:solidFill>
                    <a:schemeClr val="tx2"/>
                  </a:solidFill>
                </a:rPr>
                <a:t>Customer Process Discovery (CPD)</a:t>
              </a:r>
            </a:p>
            <a:p>
              <a:r>
                <a:rPr lang="en-GB" sz="800" dirty="0"/>
                <a:t>Foster a mutual understanding between the customer and consultants about the details and value of the customer’s operational processes. Create a Business Process Master List (BPML)</a:t>
              </a:r>
              <a:r>
                <a:rPr lang="en-US" sz="800" b="1" dirty="0"/>
                <a:t>.</a:t>
              </a:r>
            </a:p>
            <a:p>
              <a:r>
                <a:rPr lang="en-US" sz="800" b="1" dirty="0">
                  <a:solidFill>
                    <a:schemeClr val="tx2"/>
                  </a:solidFill>
                </a:rPr>
                <a:t>Conceptual Design (CCD)</a:t>
              </a:r>
            </a:p>
            <a:p>
              <a:r>
                <a:rPr lang="en-US" sz="800" dirty="0"/>
                <a:t>Discuss and decide on core topics and issues that have a major impact on the course of the project, the scope of the blueprint and the final solution..</a:t>
              </a:r>
              <a:endParaRPr lang="nl-BE" sz="800" dirty="0"/>
            </a:p>
          </p:txBody>
        </p:sp>
        <p:sp>
          <p:nvSpPr>
            <p:cNvPr id="367" name="TextBox 366">
              <a:extLst>
                <a:ext uri="{FF2B5EF4-FFF2-40B4-BE49-F238E27FC236}">
                  <a16:creationId xmlns:a16="http://schemas.microsoft.com/office/drawing/2014/main" id="{D6CD0475-618A-DE1E-F4AE-DB8838203B22}"/>
                </a:ext>
              </a:extLst>
            </p:cNvPr>
            <p:cNvSpPr txBox="1"/>
            <p:nvPr/>
          </p:nvSpPr>
          <p:spPr>
            <a:xfrm>
              <a:off x="3605861" y="3712978"/>
              <a:ext cx="3117731" cy="1208023"/>
            </a:xfrm>
            <a:prstGeom prst="rect">
              <a:avLst/>
            </a:prstGeom>
            <a:solidFill>
              <a:srgbClr val="FFFFFF"/>
            </a:solidFill>
          </p:spPr>
          <p:txBody>
            <a:bodyPr wrap="square" lIns="0" tIns="0" rIns="0" bIns="0" rtlCol="0">
              <a:spAutoFit/>
            </a:bodyPr>
            <a:lstStyle/>
            <a:p>
              <a:pPr>
                <a:spcAft>
                  <a:spcPts val="300"/>
                </a:spcAft>
              </a:pPr>
              <a:r>
                <a:rPr lang="en-US" sz="1000" b="1" dirty="0">
                  <a:solidFill>
                    <a:schemeClr val="tx2"/>
                  </a:solidFill>
                </a:rPr>
                <a:t>Fit-to-Standard / Blueprint</a:t>
              </a:r>
            </a:p>
            <a:p>
              <a:r>
                <a:rPr lang="en-US" sz="800" b="1" dirty="0">
                  <a:solidFill>
                    <a:schemeClr val="tx2"/>
                  </a:solidFill>
                </a:rPr>
                <a:t>Fit-to-Standard (F2S) </a:t>
              </a:r>
            </a:p>
            <a:p>
              <a:r>
                <a:rPr lang="en-US" sz="800" dirty="0"/>
                <a:t>Perform a fit/gap analysis to validate the solution functionality included in the project scope and to confirm that the business requirements can be satisfied </a:t>
              </a:r>
              <a:r>
                <a:rPr lang="en-GB" sz="800" dirty="0">
                  <a:solidFill>
                    <a:schemeClr val="tx1"/>
                  </a:solidFill>
                </a:rPr>
                <a:t>by the standard solution.</a:t>
              </a:r>
              <a:endParaRPr lang="en-US" sz="800" dirty="0"/>
            </a:p>
            <a:p>
              <a:r>
                <a:rPr lang="en-US" sz="800" b="1" dirty="0">
                  <a:solidFill>
                    <a:schemeClr val="tx2"/>
                  </a:solidFill>
                </a:rPr>
                <a:t>Blueprint (BBP)</a:t>
              </a:r>
            </a:p>
            <a:p>
              <a:r>
                <a:rPr lang="en-US" sz="800" dirty="0"/>
                <a:t>Describe company's business processes and their requirements. Define the components to be implemented and developed and build an initial product backlog (WBS).</a:t>
              </a:r>
            </a:p>
          </p:txBody>
        </p:sp>
        <p:sp>
          <p:nvSpPr>
            <p:cNvPr id="490" name="Arrow: Chevron 284">
              <a:extLst>
                <a:ext uri="{FF2B5EF4-FFF2-40B4-BE49-F238E27FC236}">
                  <a16:creationId xmlns:a16="http://schemas.microsoft.com/office/drawing/2014/main" id="{0558176A-DA13-BAB8-48B7-E19910000C0B}"/>
                </a:ext>
              </a:extLst>
            </p:cNvPr>
            <p:cNvSpPr/>
            <p:nvPr/>
          </p:nvSpPr>
          <p:spPr>
            <a:xfrm>
              <a:off x="3208888" y="3197853"/>
              <a:ext cx="1634664"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432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999999">
                      <a:lumMod val="50000"/>
                    </a:srgbClr>
                  </a:solidFill>
                  <a:effectLst/>
                  <a:uLnTx/>
                  <a:uFillTx/>
                  <a:latin typeface="Century Gothic" panose="020F0302020204030204"/>
                  <a:ea typeface="+mn-ea"/>
                  <a:cs typeface="+mn-cs"/>
                </a:rPr>
                <a:t>F2S/BBP</a:t>
              </a:r>
            </a:p>
          </p:txBody>
        </p:sp>
        <p:sp>
          <p:nvSpPr>
            <p:cNvPr id="491" name="Arrow: Chevron 287">
              <a:extLst>
                <a:ext uri="{FF2B5EF4-FFF2-40B4-BE49-F238E27FC236}">
                  <a16:creationId xmlns:a16="http://schemas.microsoft.com/office/drawing/2014/main" id="{D53D706F-8441-1A14-2C50-B045B27A3FC2}"/>
                </a:ext>
              </a:extLst>
            </p:cNvPr>
            <p:cNvSpPr/>
            <p:nvPr/>
          </p:nvSpPr>
          <p:spPr>
            <a:xfrm>
              <a:off x="2441619" y="3197853"/>
              <a:ext cx="1225818"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999999">
                      <a:lumMod val="50000"/>
                    </a:srgbClr>
                  </a:solidFill>
                  <a:effectLst/>
                  <a:uLnTx/>
                  <a:uFillTx/>
                  <a:latin typeface="Century Gothic" panose="020F0302020204030204"/>
                  <a:ea typeface="+mn-ea"/>
                  <a:cs typeface="+mn-cs"/>
                </a:rPr>
                <a:t>Inception</a:t>
              </a:r>
            </a:p>
          </p:txBody>
        </p:sp>
        <p:sp>
          <p:nvSpPr>
            <p:cNvPr id="498" name="Arrow: Chevron 278">
              <a:extLst>
                <a:ext uri="{FF2B5EF4-FFF2-40B4-BE49-F238E27FC236}">
                  <a16:creationId xmlns:a16="http://schemas.microsoft.com/office/drawing/2014/main" id="{742C0C0A-0D86-4EE1-2858-84DAAD0C81B3}"/>
                </a:ext>
              </a:extLst>
            </p:cNvPr>
            <p:cNvSpPr/>
            <p:nvPr/>
          </p:nvSpPr>
          <p:spPr>
            <a:xfrm>
              <a:off x="2432465" y="2241576"/>
              <a:ext cx="2601223" cy="964154"/>
            </a:xfrm>
            <a:prstGeom prst="chevron">
              <a:avLst>
                <a:gd name="adj" fmla="val 29545"/>
              </a:avLst>
            </a:prstGeom>
            <a:gradFill>
              <a:gsLst>
                <a:gs pos="100000">
                  <a:schemeClr val="bg2"/>
                </a:gs>
                <a:gs pos="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Explore</a:t>
              </a:r>
            </a:p>
          </p:txBody>
        </p:sp>
        <p:grpSp>
          <p:nvGrpSpPr>
            <p:cNvPr id="501" name="Group 500">
              <a:extLst>
                <a:ext uri="{FF2B5EF4-FFF2-40B4-BE49-F238E27FC236}">
                  <a16:creationId xmlns:a16="http://schemas.microsoft.com/office/drawing/2014/main" id="{78AF421C-629A-6913-6BA0-17FAE25B05D5}"/>
                </a:ext>
              </a:extLst>
            </p:cNvPr>
            <p:cNvGrpSpPr/>
            <p:nvPr/>
          </p:nvGrpSpPr>
          <p:grpSpPr>
            <a:xfrm>
              <a:off x="3424308" y="2369261"/>
              <a:ext cx="471163" cy="471791"/>
              <a:chOff x="2800393" y="1942177"/>
              <a:chExt cx="471791" cy="471791"/>
            </a:xfrm>
          </p:grpSpPr>
          <p:sp>
            <p:nvSpPr>
              <p:cNvPr id="353" name="Oval 352">
                <a:extLst>
                  <a:ext uri="{FF2B5EF4-FFF2-40B4-BE49-F238E27FC236}">
                    <a16:creationId xmlns:a16="http://schemas.microsoft.com/office/drawing/2014/main" id="{EF2821DE-5BED-5C61-6B3D-AFDE5D5BB3D7}"/>
                  </a:ext>
                </a:extLst>
              </p:cNvPr>
              <p:cNvSpPr/>
              <p:nvPr/>
            </p:nvSpPr>
            <p:spPr>
              <a:xfrm>
                <a:off x="2800393"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354" name="Graphic 330">
                <a:extLst>
                  <a:ext uri="{FF2B5EF4-FFF2-40B4-BE49-F238E27FC236}">
                    <a16:creationId xmlns:a16="http://schemas.microsoft.com/office/drawing/2014/main" id="{16ADCDD1-9F8C-4410-9EAF-7B1600A8FDA5}"/>
                  </a:ext>
                </a:extLst>
              </p:cNvPr>
              <p:cNvGrpSpPr/>
              <p:nvPr/>
            </p:nvGrpSpPr>
            <p:grpSpPr>
              <a:xfrm>
                <a:off x="2905403" y="2047213"/>
                <a:ext cx="261773" cy="261748"/>
                <a:chOff x="2905403" y="2047213"/>
                <a:chExt cx="261773" cy="261748"/>
              </a:xfrm>
            </p:grpSpPr>
            <p:sp>
              <p:nvSpPr>
                <p:cNvPr id="355" name="Freeform 170">
                  <a:extLst>
                    <a:ext uri="{FF2B5EF4-FFF2-40B4-BE49-F238E27FC236}">
                      <a16:creationId xmlns:a16="http://schemas.microsoft.com/office/drawing/2014/main" id="{38C15775-3E75-D5B0-7A0D-939739371FA6}"/>
                    </a:ext>
                  </a:extLst>
                </p:cNvPr>
                <p:cNvSpPr/>
                <p:nvPr/>
              </p:nvSpPr>
              <p:spPr>
                <a:xfrm>
                  <a:off x="2905403" y="2197919"/>
                  <a:ext cx="111010" cy="111042"/>
                </a:xfrm>
                <a:custGeom>
                  <a:avLst/>
                  <a:gdLst>
                    <a:gd name="connsiteX0" fmla="*/ 12535 w 111010"/>
                    <a:gd name="connsiteY0" fmla="*/ 111042 h 111042"/>
                    <a:gd name="connsiteX1" fmla="*/ 0 w 111010"/>
                    <a:gd name="connsiteY1" fmla="*/ 98495 h 111042"/>
                    <a:gd name="connsiteX2" fmla="*/ 3662 w 111010"/>
                    <a:gd name="connsiteY2" fmla="*/ 89645 h 111042"/>
                    <a:gd name="connsiteX3" fmla="*/ 88890 w 111010"/>
                    <a:gd name="connsiteY3" fmla="*/ 4449 h 111042"/>
                    <a:gd name="connsiteX4" fmla="*/ 106562 w 111010"/>
                    <a:gd name="connsiteY4" fmla="*/ 2960 h 111042"/>
                    <a:gd name="connsiteX5" fmla="*/ 108051 w 111010"/>
                    <a:gd name="connsiteY5" fmla="*/ 20632 h 111042"/>
                    <a:gd name="connsiteX6" fmla="*/ 106587 w 111010"/>
                    <a:gd name="connsiteY6" fmla="*/ 22100 h 111042"/>
                    <a:gd name="connsiteX7" fmla="*/ 21407 w 111010"/>
                    <a:gd name="connsiteY7" fmla="*/ 107327 h 111042"/>
                    <a:gd name="connsiteX8" fmla="*/ 12535 w 111010"/>
                    <a:gd name="connsiteY8" fmla="*/ 111042 h 11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010" h="111042">
                      <a:moveTo>
                        <a:pt x="12535" y="111042"/>
                      </a:moveTo>
                      <a:cubicBezTo>
                        <a:pt x="5609" y="111039"/>
                        <a:pt x="-3" y="105422"/>
                        <a:pt x="0" y="98495"/>
                      </a:cubicBezTo>
                      <a:cubicBezTo>
                        <a:pt x="2" y="95177"/>
                        <a:pt x="1318" y="91995"/>
                        <a:pt x="3662" y="89645"/>
                      </a:cubicBezTo>
                      <a:lnTo>
                        <a:pt x="88890" y="4449"/>
                      </a:lnTo>
                      <a:cubicBezTo>
                        <a:pt x="93358" y="-842"/>
                        <a:pt x="101270" y="-1509"/>
                        <a:pt x="106562" y="2960"/>
                      </a:cubicBezTo>
                      <a:cubicBezTo>
                        <a:pt x="111853" y="7429"/>
                        <a:pt x="112520" y="15340"/>
                        <a:pt x="108051" y="20632"/>
                      </a:cubicBezTo>
                      <a:cubicBezTo>
                        <a:pt x="107604" y="21161"/>
                        <a:pt x="107115" y="21651"/>
                        <a:pt x="106587" y="22100"/>
                      </a:cubicBezTo>
                      <a:lnTo>
                        <a:pt x="21407" y="107327"/>
                      </a:lnTo>
                      <a:cubicBezTo>
                        <a:pt x="19061" y="109696"/>
                        <a:pt x="15868" y="111033"/>
                        <a:pt x="12535" y="111042"/>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56" name="Freeform 171">
                  <a:extLst>
                    <a:ext uri="{FF2B5EF4-FFF2-40B4-BE49-F238E27FC236}">
                      <a16:creationId xmlns:a16="http://schemas.microsoft.com/office/drawing/2014/main" id="{C7E47717-CBA8-A3DC-5960-75F2F15FCCAF}"/>
                    </a:ext>
                  </a:extLst>
                </p:cNvPr>
                <p:cNvSpPr/>
                <p:nvPr/>
              </p:nvSpPr>
              <p:spPr>
                <a:xfrm>
                  <a:off x="2964682" y="2047213"/>
                  <a:ext cx="202495" cy="202495"/>
                </a:xfrm>
                <a:custGeom>
                  <a:avLst/>
                  <a:gdLst>
                    <a:gd name="connsiteX0" fmla="*/ 101263 w 202495"/>
                    <a:gd name="connsiteY0" fmla="*/ 202495 h 202495"/>
                    <a:gd name="connsiteX1" fmla="*/ 0 w 202495"/>
                    <a:gd name="connsiteY1" fmla="*/ 101263 h 202495"/>
                    <a:gd name="connsiteX2" fmla="*/ 101232 w 202495"/>
                    <a:gd name="connsiteY2" fmla="*/ 0 h 202495"/>
                    <a:gd name="connsiteX3" fmla="*/ 202495 w 202495"/>
                    <a:gd name="connsiteY3" fmla="*/ 101232 h 202495"/>
                    <a:gd name="connsiteX4" fmla="*/ 202495 w 202495"/>
                    <a:gd name="connsiteY4" fmla="*/ 101248 h 202495"/>
                    <a:gd name="connsiteX5" fmla="*/ 101263 w 202495"/>
                    <a:gd name="connsiteY5" fmla="*/ 202495 h 202495"/>
                    <a:gd name="connsiteX6" fmla="*/ 101263 w 202495"/>
                    <a:gd name="connsiteY6" fmla="*/ 25096 h 202495"/>
                    <a:gd name="connsiteX7" fmla="*/ 25081 w 202495"/>
                    <a:gd name="connsiteY7" fmla="*/ 101248 h 202495"/>
                    <a:gd name="connsiteX8" fmla="*/ 101232 w 202495"/>
                    <a:gd name="connsiteY8" fmla="*/ 177430 h 202495"/>
                    <a:gd name="connsiteX9" fmla="*/ 177415 w 202495"/>
                    <a:gd name="connsiteY9" fmla="*/ 101279 h 202495"/>
                    <a:gd name="connsiteX10" fmla="*/ 177415 w 202495"/>
                    <a:gd name="connsiteY10" fmla="*/ 101248 h 202495"/>
                    <a:gd name="connsiteX11" fmla="*/ 101263 w 202495"/>
                    <a:gd name="connsiteY11" fmla="*/ 25049 h 202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495" h="202495">
                      <a:moveTo>
                        <a:pt x="101263" y="202495"/>
                      </a:moveTo>
                      <a:cubicBezTo>
                        <a:pt x="45346" y="202505"/>
                        <a:pt x="9" y="157181"/>
                        <a:pt x="0" y="101263"/>
                      </a:cubicBezTo>
                      <a:cubicBezTo>
                        <a:pt x="-9" y="45346"/>
                        <a:pt x="45314" y="9"/>
                        <a:pt x="101232" y="0"/>
                      </a:cubicBezTo>
                      <a:cubicBezTo>
                        <a:pt x="157149" y="-9"/>
                        <a:pt x="202486" y="45314"/>
                        <a:pt x="202495" y="101232"/>
                      </a:cubicBezTo>
                      <a:cubicBezTo>
                        <a:pt x="202495" y="101237"/>
                        <a:pt x="202495" y="101242"/>
                        <a:pt x="202495" y="101248"/>
                      </a:cubicBezTo>
                      <a:cubicBezTo>
                        <a:pt x="202434" y="157134"/>
                        <a:pt x="157149" y="202426"/>
                        <a:pt x="101263" y="202495"/>
                      </a:cubicBezTo>
                      <a:close/>
                      <a:moveTo>
                        <a:pt x="101263" y="25096"/>
                      </a:moveTo>
                      <a:cubicBezTo>
                        <a:pt x="59197" y="25088"/>
                        <a:pt x="25089" y="59182"/>
                        <a:pt x="25081" y="101248"/>
                      </a:cubicBezTo>
                      <a:cubicBezTo>
                        <a:pt x="25072" y="143313"/>
                        <a:pt x="59166" y="177421"/>
                        <a:pt x="101232" y="177430"/>
                      </a:cubicBezTo>
                      <a:cubicBezTo>
                        <a:pt x="143298" y="177440"/>
                        <a:pt x="177405" y="143345"/>
                        <a:pt x="177415" y="101279"/>
                      </a:cubicBezTo>
                      <a:cubicBezTo>
                        <a:pt x="177415" y="101268"/>
                        <a:pt x="177415" y="101258"/>
                        <a:pt x="177415" y="101248"/>
                      </a:cubicBezTo>
                      <a:cubicBezTo>
                        <a:pt x="177388" y="59194"/>
                        <a:pt x="143317" y="25101"/>
                        <a:pt x="101263" y="2504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57" name="Freeform 172">
                  <a:extLst>
                    <a:ext uri="{FF2B5EF4-FFF2-40B4-BE49-F238E27FC236}">
                      <a16:creationId xmlns:a16="http://schemas.microsoft.com/office/drawing/2014/main" id="{C862893C-E245-564C-3793-5DE40CAA6DE3}"/>
                    </a:ext>
                  </a:extLst>
                </p:cNvPr>
                <p:cNvSpPr/>
                <p:nvPr/>
              </p:nvSpPr>
              <p:spPr>
                <a:xfrm>
                  <a:off x="3052606" y="2106356"/>
                  <a:ext cx="25080" cy="84208"/>
                </a:xfrm>
                <a:custGeom>
                  <a:avLst/>
                  <a:gdLst>
                    <a:gd name="connsiteX0" fmla="*/ 12540 w 25080"/>
                    <a:gd name="connsiteY0" fmla="*/ 84208 h 84208"/>
                    <a:gd name="connsiteX1" fmla="*/ 0 w 25080"/>
                    <a:gd name="connsiteY1" fmla="*/ 71668 h 84208"/>
                    <a:gd name="connsiteX2" fmla="*/ 0 w 25080"/>
                    <a:gd name="connsiteY2" fmla="*/ 12540 h 84208"/>
                    <a:gd name="connsiteX3" fmla="*/ 12540 w 25080"/>
                    <a:gd name="connsiteY3" fmla="*/ 0 h 84208"/>
                    <a:gd name="connsiteX4" fmla="*/ 25081 w 25080"/>
                    <a:gd name="connsiteY4" fmla="*/ 12540 h 84208"/>
                    <a:gd name="connsiteX5" fmla="*/ 25081 w 25080"/>
                    <a:gd name="connsiteY5" fmla="*/ 71668 h 84208"/>
                    <a:gd name="connsiteX6" fmla="*/ 12540 w 25080"/>
                    <a:gd name="connsiteY6" fmla="*/ 84208 h 84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80" h="84208">
                      <a:moveTo>
                        <a:pt x="12540" y="84208"/>
                      </a:moveTo>
                      <a:cubicBezTo>
                        <a:pt x="5615" y="84208"/>
                        <a:pt x="0" y="78594"/>
                        <a:pt x="0" y="71668"/>
                      </a:cubicBezTo>
                      <a:lnTo>
                        <a:pt x="0" y="12540"/>
                      </a:lnTo>
                      <a:cubicBezTo>
                        <a:pt x="0" y="5614"/>
                        <a:pt x="5615" y="0"/>
                        <a:pt x="12540" y="0"/>
                      </a:cubicBezTo>
                      <a:cubicBezTo>
                        <a:pt x="19466" y="0"/>
                        <a:pt x="25081" y="5614"/>
                        <a:pt x="25081" y="12540"/>
                      </a:cubicBezTo>
                      <a:lnTo>
                        <a:pt x="25081" y="71668"/>
                      </a:lnTo>
                      <a:cubicBezTo>
                        <a:pt x="25081" y="78594"/>
                        <a:pt x="19466" y="84208"/>
                        <a:pt x="12540" y="84208"/>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58" name="Freeform 173">
                  <a:extLst>
                    <a:ext uri="{FF2B5EF4-FFF2-40B4-BE49-F238E27FC236}">
                      <a16:creationId xmlns:a16="http://schemas.microsoft.com/office/drawing/2014/main" id="{3FBD23F5-D719-B4F4-BA0D-2B336E8DF708}"/>
                    </a:ext>
                  </a:extLst>
                </p:cNvPr>
                <p:cNvSpPr/>
                <p:nvPr/>
              </p:nvSpPr>
              <p:spPr>
                <a:xfrm>
                  <a:off x="3023826" y="2135121"/>
                  <a:ext cx="84224" cy="25080"/>
                </a:xfrm>
                <a:custGeom>
                  <a:avLst/>
                  <a:gdLst>
                    <a:gd name="connsiteX0" fmla="*/ 71684 w 84224"/>
                    <a:gd name="connsiteY0" fmla="*/ 25081 h 25080"/>
                    <a:gd name="connsiteX1" fmla="*/ 12540 w 84224"/>
                    <a:gd name="connsiteY1" fmla="*/ 25081 h 25080"/>
                    <a:gd name="connsiteX2" fmla="*/ 0 w 84224"/>
                    <a:gd name="connsiteY2" fmla="*/ 12540 h 25080"/>
                    <a:gd name="connsiteX3" fmla="*/ 12540 w 84224"/>
                    <a:gd name="connsiteY3" fmla="*/ 0 h 25080"/>
                    <a:gd name="connsiteX4" fmla="*/ 71684 w 84224"/>
                    <a:gd name="connsiteY4" fmla="*/ 0 h 25080"/>
                    <a:gd name="connsiteX5" fmla="*/ 84224 w 84224"/>
                    <a:gd name="connsiteY5" fmla="*/ 12540 h 25080"/>
                    <a:gd name="connsiteX6" fmla="*/ 71684 w 8422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224" h="25080">
                      <a:moveTo>
                        <a:pt x="71684" y="25081"/>
                      </a:moveTo>
                      <a:lnTo>
                        <a:pt x="12540" y="25081"/>
                      </a:lnTo>
                      <a:cubicBezTo>
                        <a:pt x="5614" y="25081"/>
                        <a:pt x="0" y="19466"/>
                        <a:pt x="0" y="12540"/>
                      </a:cubicBezTo>
                      <a:cubicBezTo>
                        <a:pt x="0" y="5614"/>
                        <a:pt x="5614" y="0"/>
                        <a:pt x="12540" y="0"/>
                      </a:cubicBezTo>
                      <a:lnTo>
                        <a:pt x="71684" y="0"/>
                      </a:lnTo>
                      <a:cubicBezTo>
                        <a:pt x="78609" y="0"/>
                        <a:pt x="84224" y="5614"/>
                        <a:pt x="84224" y="12540"/>
                      </a:cubicBezTo>
                      <a:cubicBezTo>
                        <a:pt x="84224" y="19466"/>
                        <a:pt x="78609" y="25081"/>
                        <a:pt x="71684"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10" name="Group 9">
            <a:extLst>
              <a:ext uri="{FF2B5EF4-FFF2-40B4-BE49-F238E27FC236}">
                <a16:creationId xmlns:a16="http://schemas.microsoft.com/office/drawing/2014/main" id="{7923AFA0-BF9D-179D-A3EC-4D76333C14D7}"/>
              </a:ext>
            </a:extLst>
          </p:cNvPr>
          <p:cNvGrpSpPr/>
          <p:nvPr/>
        </p:nvGrpSpPr>
        <p:grpSpPr>
          <a:xfrm>
            <a:off x="4738710" y="1086060"/>
            <a:ext cx="4673314" cy="4609482"/>
            <a:chOff x="4738710" y="1086060"/>
            <a:chExt cx="4673314" cy="4609482"/>
          </a:xfrm>
        </p:grpSpPr>
        <p:cxnSp>
          <p:nvCxnSpPr>
            <p:cNvPr id="371" name="Straight Connector 370">
              <a:extLst>
                <a:ext uri="{FF2B5EF4-FFF2-40B4-BE49-F238E27FC236}">
                  <a16:creationId xmlns:a16="http://schemas.microsoft.com/office/drawing/2014/main" id="{04ADFA8D-60A8-9CEB-42DC-BB824F105FD2}"/>
                </a:ext>
              </a:extLst>
            </p:cNvPr>
            <p:cNvCxnSpPr>
              <a:cxnSpLocks/>
            </p:cNvCxnSpPr>
            <p:nvPr/>
          </p:nvCxnSpPr>
          <p:spPr>
            <a:xfrm>
              <a:off x="9155434" y="3643541"/>
              <a:ext cx="0" cy="1512000"/>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sp>
          <p:nvSpPr>
            <p:cNvPr id="381" name="TextBox 380">
              <a:extLst>
                <a:ext uri="{FF2B5EF4-FFF2-40B4-BE49-F238E27FC236}">
                  <a16:creationId xmlns:a16="http://schemas.microsoft.com/office/drawing/2014/main" id="{58BC11BF-EE90-4F10-3D25-0B576BF55F7D}"/>
                </a:ext>
              </a:extLst>
            </p:cNvPr>
            <p:cNvSpPr txBox="1"/>
            <p:nvPr/>
          </p:nvSpPr>
          <p:spPr>
            <a:xfrm>
              <a:off x="4791565" y="1086060"/>
              <a:ext cx="2814990" cy="561692"/>
            </a:xfrm>
            <a:prstGeom prst="rect">
              <a:avLst/>
            </a:prstGeom>
            <a:solidFill>
              <a:srgbClr val="FFFFFF"/>
            </a:solidFill>
          </p:spPr>
          <p:txBody>
            <a:bodyPr wrap="square" lIns="0" tIns="0" rIns="0" bIns="0" rtlCol="0">
              <a:spAutoFit/>
            </a:bodyPr>
            <a:lstStyle/>
            <a:p>
              <a:pPr>
                <a:spcAft>
                  <a:spcPts val="300"/>
                </a:spcAft>
              </a:pPr>
              <a:r>
                <a:rPr lang="en-US" sz="1000" b="1">
                  <a:solidFill>
                    <a:schemeClr val="tx2"/>
                  </a:solidFill>
                </a:rPr>
                <a:t>Realization (REA)</a:t>
              </a:r>
            </a:p>
            <a:p>
              <a:r>
                <a:rPr lang="en-US" sz="800"/>
                <a:t>Focus on building the new solution, e.g., configuration, custom developments, integration, data migration… but also train the key users to use and test the new solution.</a:t>
              </a:r>
              <a:endParaRPr lang="nl-BE" sz="800"/>
            </a:p>
          </p:txBody>
        </p:sp>
        <p:sp>
          <p:nvSpPr>
            <p:cNvPr id="382" name="TextBox 381">
              <a:extLst>
                <a:ext uri="{FF2B5EF4-FFF2-40B4-BE49-F238E27FC236}">
                  <a16:creationId xmlns:a16="http://schemas.microsoft.com/office/drawing/2014/main" id="{22526814-664D-E49D-74B9-78B799144175}"/>
                </a:ext>
              </a:extLst>
            </p:cNvPr>
            <p:cNvSpPr txBox="1"/>
            <p:nvPr/>
          </p:nvSpPr>
          <p:spPr>
            <a:xfrm>
              <a:off x="7349140" y="3705189"/>
              <a:ext cx="862104" cy="1977464"/>
            </a:xfrm>
            <a:prstGeom prst="rect">
              <a:avLst/>
            </a:prstGeom>
            <a:solidFill>
              <a:srgbClr val="FFFFFF"/>
            </a:solidFill>
          </p:spPr>
          <p:txBody>
            <a:bodyPr wrap="square" lIns="0" tIns="0" rIns="0" bIns="0" rtlCol="0">
              <a:spAutoFit/>
            </a:bodyPr>
            <a:lstStyle/>
            <a:p>
              <a:pPr>
                <a:spcAft>
                  <a:spcPts val="300"/>
                </a:spcAft>
              </a:pPr>
              <a:r>
                <a:rPr lang="en-US" sz="1000" b="1">
                  <a:solidFill>
                    <a:schemeClr val="tx2"/>
                  </a:solidFill>
                </a:rPr>
                <a:t>System Integration Testing (SIT)</a:t>
              </a:r>
            </a:p>
            <a:p>
              <a:r>
                <a:rPr lang="en-US" sz="800"/>
                <a:t>Scenario-driven testing of integrated processes starting with simple happy flows, progressing to complex and exceptional flows with full set of migrated data.  </a:t>
              </a:r>
              <a:endParaRPr lang="nl-BE" sz="800"/>
            </a:p>
          </p:txBody>
        </p:sp>
        <p:sp>
          <p:nvSpPr>
            <p:cNvPr id="383" name="TextBox 382">
              <a:extLst>
                <a:ext uri="{FF2B5EF4-FFF2-40B4-BE49-F238E27FC236}">
                  <a16:creationId xmlns:a16="http://schemas.microsoft.com/office/drawing/2014/main" id="{0FA0063C-679B-3DAF-DF28-CAF97F07D7BD}"/>
                </a:ext>
              </a:extLst>
            </p:cNvPr>
            <p:cNvSpPr txBox="1"/>
            <p:nvPr/>
          </p:nvSpPr>
          <p:spPr>
            <a:xfrm>
              <a:off x="8323849" y="3712978"/>
              <a:ext cx="778484" cy="1977464"/>
            </a:xfrm>
            <a:prstGeom prst="rect">
              <a:avLst/>
            </a:prstGeom>
            <a:solidFill>
              <a:srgbClr val="FFFFFF"/>
            </a:solidFill>
          </p:spPr>
          <p:txBody>
            <a:bodyPr wrap="square" lIns="0" tIns="0" rIns="0" bIns="0" rtlCol="0">
              <a:spAutoFit/>
            </a:bodyPr>
            <a:lstStyle/>
            <a:p>
              <a:pPr>
                <a:spcAft>
                  <a:spcPts val="300"/>
                </a:spcAft>
              </a:pPr>
              <a:r>
                <a:rPr lang="en-US" sz="1000" b="1">
                  <a:solidFill>
                    <a:schemeClr val="tx2"/>
                  </a:solidFill>
                </a:rPr>
                <a:t>Business Readiness Testing (BRT)</a:t>
              </a:r>
            </a:p>
            <a:p>
              <a:r>
                <a:rPr lang="en-US" sz="800"/>
                <a:t>End users are involved in the execution </a:t>
              </a:r>
              <a:br>
                <a:rPr lang="en-US" sz="800"/>
              </a:br>
              <a:r>
                <a:rPr lang="en-US" sz="800"/>
                <a:t>of scenario-driven test scenarios to validate the readiness of the solution from an end-user perspective.</a:t>
              </a:r>
              <a:endParaRPr lang="nl-BE" sz="800"/>
            </a:p>
          </p:txBody>
        </p:sp>
        <p:cxnSp>
          <p:nvCxnSpPr>
            <p:cNvPr id="385" name="Straight Connector 384">
              <a:extLst>
                <a:ext uri="{FF2B5EF4-FFF2-40B4-BE49-F238E27FC236}">
                  <a16:creationId xmlns:a16="http://schemas.microsoft.com/office/drawing/2014/main" id="{A52B72AA-B044-134F-0905-44F680062B05}"/>
                </a:ext>
              </a:extLst>
            </p:cNvPr>
            <p:cNvCxnSpPr>
              <a:cxnSpLocks/>
            </p:cNvCxnSpPr>
            <p:nvPr/>
          </p:nvCxnSpPr>
          <p:spPr>
            <a:xfrm>
              <a:off x="8265871" y="3643542"/>
              <a:ext cx="0" cy="2052000"/>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cxnSp>
          <p:nvCxnSpPr>
            <p:cNvPr id="384" name="Straight Connector 383">
              <a:extLst>
                <a:ext uri="{FF2B5EF4-FFF2-40B4-BE49-F238E27FC236}">
                  <a16:creationId xmlns:a16="http://schemas.microsoft.com/office/drawing/2014/main" id="{69FFF6E2-5EC9-5946-E2AE-B9E4ECF5EED5}"/>
                </a:ext>
              </a:extLst>
            </p:cNvPr>
            <p:cNvCxnSpPr>
              <a:cxnSpLocks/>
            </p:cNvCxnSpPr>
            <p:nvPr/>
          </p:nvCxnSpPr>
          <p:spPr>
            <a:xfrm>
              <a:off x="7307119" y="3643541"/>
              <a:ext cx="0" cy="2052000"/>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sp>
          <p:nvSpPr>
            <p:cNvPr id="486" name="Arrow: Chevron 22">
              <a:extLst>
                <a:ext uri="{FF2B5EF4-FFF2-40B4-BE49-F238E27FC236}">
                  <a16:creationId xmlns:a16="http://schemas.microsoft.com/office/drawing/2014/main" id="{DE9E3565-4ADE-87B3-8D56-14466548DB17}"/>
                </a:ext>
              </a:extLst>
            </p:cNvPr>
            <p:cNvSpPr/>
            <p:nvPr/>
          </p:nvSpPr>
          <p:spPr>
            <a:xfrm>
              <a:off x="4748633" y="3197853"/>
              <a:ext cx="2666844" cy="409690"/>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Realization</a:t>
              </a:r>
            </a:p>
          </p:txBody>
        </p:sp>
        <p:sp>
          <p:nvSpPr>
            <p:cNvPr id="492" name="Arrow: Chevron 274">
              <a:extLst>
                <a:ext uri="{FF2B5EF4-FFF2-40B4-BE49-F238E27FC236}">
                  <a16:creationId xmlns:a16="http://schemas.microsoft.com/office/drawing/2014/main" id="{A3C62C9C-460C-979C-D4E9-F9B913B091AD}"/>
                </a:ext>
              </a:extLst>
            </p:cNvPr>
            <p:cNvSpPr/>
            <p:nvPr/>
          </p:nvSpPr>
          <p:spPr>
            <a:xfrm>
              <a:off x="8266342" y="3197853"/>
              <a:ext cx="978242" cy="409690"/>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000" b="1">
                  <a:solidFill>
                    <a:srgbClr val="999999">
                      <a:lumMod val="50000"/>
                    </a:srgbClr>
                  </a:solidFill>
                  <a:latin typeface="Century Gothic" panose="020F0302020204030204"/>
                </a:rPr>
                <a:t>BRT</a:t>
              </a:r>
              <a:endPar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endParaRPr>
            </a:p>
          </p:txBody>
        </p:sp>
        <p:sp>
          <p:nvSpPr>
            <p:cNvPr id="493" name="Arrow: Chevron 273">
              <a:extLst>
                <a:ext uri="{FF2B5EF4-FFF2-40B4-BE49-F238E27FC236}">
                  <a16:creationId xmlns:a16="http://schemas.microsoft.com/office/drawing/2014/main" id="{37B43302-08FC-D05B-3D9E-C794F9E077B2}"/>
                </a:ext>
              </a:extLst>
            </p:cNvPr>
            <p:cNvSpPr/>
            <p:nvPr/>
          </p:nvSpPr>
          <p:spPr>
            <a:xfrm>
              <a:off x="7323214" y="3197853"/>
              <a:ext cx="1045211"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SIT</a:t>
              </a:r>
            </a:p>
          </p:txBody>
        </p:sp>
        <p:sp>
          <p:nvSpPr>
            <p:cNvPr id="499" name="Arrow: Chevron 279">
              <a:extLst>
                <a:ext uri="{FF2B5EF4-FFF2-40B4-BE49-F238E27FC236}">
                  <a16:creationId xmlns:a16="http://schemas.microsoft.com/office/drawing/2014/main" id="{D9B9C010-C699-D726-D80E-F99C744ABFAE}"/>
                </a:ext>
              </a:extLst>
            </p:cNvPr>
            <p:cNvSpPr/>
            <p:nvPr/>
          </p:nvSpPr>
          <p:spPr>
            <a:xfrm>
              <a:off x="4748633" y="2241576"/>
              <a:ext cx="4663391" cy="964154"/>
            </a:xfrm>
            <a:prstGeom prst="chevron">
              <a:avLst>
                <a:gd name="adj" fmla="val 28502"/>
              </a:avLst>
            </a:prstGeom>
            <a:gradFill>
              <a:gsLst>
                <a:gs pos="15000">
                  <a:srgbClr val="D76570"/>
                </a:gs>
                <a:gs pos="0">
                  <a:schemeClr val="bg2"/>
                </a:gs>
                <a:gs pos="100000">
                  <a:schemeClr val="accent4"/>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Execute</a:t>
              </a:r>
            </a:p>
          </p:txBody>
        </p:sp>
        <p:cxnSp>
          <p:nvCxnSpPr>
            <p:cNvPr id="380" name="Straight Connector 379">
              <a:extLst>
                <a:ext uri="{FF2B5EF4-FFF2-40B4-BE49-F238E27FC236}">
                  <a16:creationId xmlns:a16="http://schemas.microsoft.com/office/drawing/2014/main" id="{D92C062E-FCF5-2D2B-76E7-C7959969413B}"/>
                </a:ext>
              </a:extLst>
            </p:cNvPr>
            <p:cNvCxnSpPr>
              <a:cxnSpLocks/>
            </p:cNvCxnSpPr>
            <p:nvPr/>
          </p:nvCxnSpPr>
          <p:spPr>
            <a:xfrm>
              <a:off x="4738710" y="1086060"/>
              <a:ext cx="0" cy="900000"/>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grpSp>
          <p:nvGrpSpPr>
            <p:cNvPr id="602" name="Group 601">
              <a:extLst>
                <a:ext uri="{FF2B5EF4-FFF2-40B4-BE49-F238E27FC236}">
                  <a16:creationId xmlns:a16="http://schemas.microsoft.com/office/drawing/2014/main" id="{D8281D68-B536-8BC7-7EB3-CA12C712BB35}"/>
                </a:ext>
              </a:extLst>
            </p:cNvPr>
            <p:cNvGrpSpPr/>
            <p:nvPr/>
          </p:nvGrpSpPr>
          <p:grpSpPr>
            <a:xfrm>
              <a:off x="6831073" y="2369261"/>
              <a:ext cx="471163" cy="471791"/>
              <a:chOff x="6457678" y="1942177"/>
              <a:chExt cx="471791" cy="471791"/>
            </a:xfrm>
          </p:grpSpPr>
          <p:sp>
            <p:nvSpPr>
              <p:cNvPr id="333" name="Oval 332">
                <a:extLst>
                  <a:ext uri="{FF2B5EF4-FFF2-40B4-BE49-F238E27FC236}">
                    <a16:creationId xmlns:a16="http://schemas.microsoft.com/office/drawing/2014/main" id="{9BD24F1E-A9F4-4115-8D84-71592C23E4C3}"/>
                  </a:ext>
                </a:extLst>
              </p:cNvPr>
              <p:cNvSpPr/>
              <p:nvPr/>
            </p:nvSpPr>
            <p:spPr>
              <a:xfrm>
                <a:off x="6457678"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334" name="Group 333">
                <a:extLst>
                  <a:ext uri="{FF2B5EF4-FFF2-40B4-BE49-F238E27FC236}">
                    <a16:creationId xmlns:a16="http://schemas.microsoft.com/office/drawing/2014/main" id="{04E02023-C9CE-8BC8-8FE1-CC271A5A0215}"/>
                  </a:ext>
                </a:extLst>
              </p:cNvPr>
              <p:cNvGrpSpPr/>
              <p:nvPr/>
            </p:nvGrpSpPr>
            <p:grpSpPr>
              <a:xfrm>
                <a:off x="6566257" y="2048749"/>
                <a:ext cx="254558" cy="258644"/>
                <a:chOff x="6566257" y="2048749"/>
                <a:chExt cx="254558" cy="258644"/>
              </a:xfrm>
            </p:grpSpPr>
            <p:grpSp>
              <p:nvGrpSpPr>
                <p:cNvPr id="335" name="Graphic 332">
                  <a:extLst>
                    <a:ext uri="{FF2B5EF4-FFF2-40B4-BE49-F238E27FC236}">
                      <a16:creationId xmlns:a16="http://schemas.microsoft.com/office/drawing/2014/main" id="{6D7450BB-A5A6-9747-1FD5-3AC92EC9F35D}"/>
                    </a:ext>
                  </a:extLst>
                </p:cNvPr>
                <p:cNvGrpSpPr/>
                <p:nvPr/>
              </p:nvGrpSpPr>
              <p:grpSpPr>
                <a:xfrm>
                  <a:off x="6566257" y="2086119"/>
                  <a:ext cx="135075" cy="185001"/>
                  <a:chOff x="6566257" y="2086119"/>
                  <a:chExt cx="135075" cy="185001"/>
                </a:xfrm>
              </p:grpSpPr>
              <p:sp>
                <p:nvSpPr>
                  <p:cNvPr id="349" name="Freeform 164">
                    <a:extLst>
                      <a:ext uri="{FF2B5EF4-FFF2-40B4-BE49-F238E27FC236}">
                        <a16:creationId xmlns:a16="http://schemas.microsoft.com/office/drawing/2014/main" id="{1E9D1216-1652-3984-C643-8198E1401985}"/>
                      </a:ext>
                    </a:extLst>
                  </p:cNvPr>
                  <p:cNvSpPr/>
                  <p:nvPr/>
                </p:nvSpPr>
                <p:spPr>
                  <a:xfrm>
                    <a:off x="6566257" y="2086119"/>
                    <a:ext cx="135075" cy="131501"/>
                  </a:xfrm>
                  <a:custGeom>
                    <a:avLst/>
                    <a:gdLst>
                      <a:gd name="connsiteX0" fmla="*/ 92814 w 135075"/>
                      <a:gd name="connsiteY0" fmla="*/ 131501 h 131501"/>
                      <a:gd name="connsiteX1" fmla="*/ 80275 w 135075"/>
                      <a:gd name="connsiteY1" fmla="*/ 118959 h 131501"/>
                      <a:gd name="connsiteX2" fmla="*/ 88409 w 135075"/>
                      <a:gd name="connsiteY2" fmla="*/ 107220 h 131501"/>
                      <a:gd name="connsiteX3" fmla="*/ 109994 w 135075"/>
                      <a:gd name="connsiteY3" fmla="*/ 66088 h 131501"/>
                      <a:gd name="connsiteX4" fmla="*/ 67545 w 135075"/>
                      <a:gd name="connsiteY4" fmla="*/ 25081 h 131501"/>
                      <a:gd name="connsiteX5" fmla="*/ 25081 w 135075"/>
                      <a:gd name="connsiteY5" fmla="*/ 66088 h 131501"/>
                      <a:gd name="connsiteX6" fmla="*/ 47481 w 135075"/>
                      <a:gd name="connsiteY6" fmla="*/ 107016 h 131501"/>
                      <a:gd name="connsiteX7" fmla="*/ 53935 w 135075"/>
                      <a:gd name="connsiteY7" fmla="*/ 123535 h 131501"/>
                      <a:gd name="connsiteX8" fmla="*/ 38358 w 135075"/>
                      <a:gd name="connsiteY8" fmla="*/ 130357 h 131501"/>
                      <a:gd name="connsiteX9" fmla="*/ 0 w 135075"/>
                      <a:gd name="connsiteY9" fmla="*/ 66088 h 131501"/>
                      <a:gd name="connsiteX10" fmla="*/ 67545 w 135075"/>
                      <a:gd name="connsiteY10" fmla="*/ 0 h 131501"/>
                      <a:gd name="connsiteX11" fmla="*/ 135075 w 135075"/>
                      <a:gd name="connsiteY11" fmla="*/ 66088 h 131501"/>
                      <a:gd name="connsiteX12" fmla="*/ 97219 w 135075"/>
                      <a:gd name="connsiteY12" fmla="*/ 130702 h 131501"/>
                      <a:gd name="connsiteX13" fmla="*/ 92814 w 135075"/>
                      <a:gd name="connsiteY13" fmla="*/ 131501 h 131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5075" h="131501">
                        <a:moveTo>
                          <a:pt x="92814" y="131501"/>
                        </a:moveTo>
                        <a:cubicBezTo>
                          <a:pt x="85888" y="131501"/>
                          <a:pt x="80274" y="125886"/>
                          <a:pt x="80275" y="118959"/>
                        </a:cubicBezTo>
                        <a:cubicBezTo>
                          <a:pt x="80275" y="113733"/>
                          <a:pt x="83517" y="109056"/>
                          <a:pt x="88409" y="107220"/>
                        </a:cubicBezTo>
                        <a:cubicBezTo>
                          <a:pt x="109994" y="99116"/>
                          <a:pt x="109994" y="74302"/>
                          <a:pt x="109994" y="66088"/>
                        </a:cubicBezTo>
                        <a:cubicBezTo>
                          <a:pt x="109994" y="42324"/>
                          <a:pt x="92140" y="25081"/>
                          <a:pt x="67545" y="25081"/>
                        </a:cubicBezTo>
                        <a:cubicBezTo>
                          <a:pt x="42951" y="25081"/>
                          <a:pt x="25081" y="42324"/>
                          <a:pt x="25081" y="66088"/>
                        </a:cubicBezTo>
                        <a:cubicBezTo>
                          <a:pt x="25081" y="80760"/>
                          <a:pt x="28968" y="99774"/>
                          <a:pt x="47481" y="107016"/>
                        </a:cubicBezTo>
                        <a:cubicBezTo>
                          <a:pt x="53825" y="109795"/>
                          <a:pt x="56714" y="117191"/>
                          <a:pt x="53935" y="123535"/>
                        </a:cubicBezTo>
                        <a:cubicBezTo>
                          <a:pt x="51313" y="129520"/>
                          <a:pt x="44535" y="132489"/>
                          <a:pt x="38358" y="130357"/>
                        </a:cubicBezTo>
                        <a:cubicBezTo>
                          <a:pt x="13669" y="120701"/>
                          <a:pt x="0" y="97862"/>
                          <a:pt x="0" y="66088"/>
                        </a:cubicBezTo>
                        <a:cubicBezTo>
                          <a:pt x="0" y="28467"/>
                          <a:pt x="29031" y="0"/>
                          <a:pt x="67545" y="0"/>
                        </a:cubicBezTo>
                        <a:cubicBezTo>
                          <a:pt x="106060" y="0"/>
                          <a:pt x="135075" y="28467"/>
                          <a:pt x="135075" y="66088"/>
                        </a:cubicBezTo>
                        <a:cubicBezTo>
                          <a:pt x="135075" y="98598"/>
                          <a:pt x="121641" y="121547"/>
                          <a:pt x="97219" y="130702"/>
                        </a:cubicBezTo>
                        <a:cubicBezTo>
                          <a:pt x="95809" y="131224"/>
                          <a:pt x="94318" y="131495"/>
                          <a:pt x="92814" y="13150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50" name="Freeform 165">
                    <a:extLst>
                      <a:ext uri="{FF2B5EF4-FFF2-40B4-BE49-F238E27FC236}">
                        <a16:creationId xmlns:a16="http://schemas.microsoft.com/office/drawing/2014/main" id="{5E69B86C-5684-0A25-8CDC-A24AEB117580}"/>
                      </a:ext>
                    </a:extLst>
                  </p:cNvPr>
                  <p:cNvSpPr/>
                  <p:nvPr/>
                </p:nvSpPr>
                <p:spPr>
                  <a:xfrm>
                    <a:off x="6601417" y="2210096"/>
                    <a:ext cx="64864" cy="25080"/>
                  </a:xfrm>
                  <a:custGeom>
                    <a:avLst/>
                    <a:gdLst>
                      <a:gd name="connsiteX0" fmla="*/ 52325 w 64864"/>
                      <a:gd name="connsiteY0" fmla="*/ 25081 h 25080"/>
                      <a:gd name="connsiteX1" fmla="*/ 12540 w 64864"/>
                      <a:gd name="connsiteY1" fmla="*/ 25081 h 25080"/>
                      <a:gd name="connsiteX2" fmla="*/ 0 w 64864"/>
                      <a:gd name="connsiteY2" fmla="*/ 12540 h 25080"/>
                      <a:gd name="connsiteX3" fmla="*/ 12540 w 64864"/>
                      <a:gd name="connsiteY3" fmla="*/ 0 h 25080"/>
                      <a:gd name="connsiteX4" fmla="*/ 52325 w 64864"/>
                      <a:gd name="connsiteY4" fmla="*/ 0 h 25080"/>
                      <a:gd name="connsiteX5" fmla="*/ 64865 w 64864"/>
                      <a:gd name="connsiteY5" fmla="*/ 12540 h 25080"/>
                      <a:gd name="connsiteX6" fmla="*/ 52325 w 6486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64" h="25080">
                        <a:moveTo>
                          <a:pt x="52325" y="25081"/>
                        </a:moveTo>
                        <a:lnTo>
                          <a:pt x="12540" y="25081"/>
                        </a:lnTo>
                        <a:cubicBezTo>
                          <a:pt x="5614" y="25081"/>
                          <a:pt x="0" y="19466"/>
                          <a:pt x="0" y="12540"/>
                        </a:cubicBezTo>
                        <a:cubicBezTo>
                          <a:pt x="0" y="5615"/>
                          <a:pt x="5614" y="0"/>
                          <a:pt x="12540" y="0"/>
                        </a:cubicBezTo>
                        <a:lnTo>
                          <a:pt x="52325" y="0"/>
                        </a:lnTo>
                        <a:cubicBezTo>
                          <a:pt x="59250" y="0"/>
                          <a:pt x="64865" y="5615"/>
                          <a:pt x="64865" y="12540"/>
                        </a:cubicBezTo>
                        <a:cubicBezTo>
                          <a:pt x="64865" y="19466"/>
                          <a:pt x="59250" y="25081"/>
                          <a:pt x="52325"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51" name="Freeform 166">
                    <a:extLst>
                      <a:ext uri="{FF2B5EF4-FFF2-40B4-BE49-F238E27FC236}">
                        <a16:creationId xmlns:a16="http://schemas.microsoft.com/office/drawing/2014/main" id="{0549E6D8-F5E4-070E-F869-6149F4817F1B}"/>
                      </a:ext>
                    </a:extLst>
                  </p:cNvPr>
                  <p:cNvSpPr/>
                  <p:nvPr/>
                </p:nvSpPr>
                <p:spPr>
                  <a:xfrm>
                    <a:off x="6601417" y="2246040"/>
                    <a:ext cx="63846" cy="25080"/>
                  </a:xfrm>
                  <a:custGeom>
                    <a:avLst/>
                    <a:gdLst>
                      <a:gd name="connsiteX0" fmla="*/ 51306 w 63846"/>
                      <a:gd name="connsiteY0" fmla="*/ 25081 h 25080"/>
                      <a:gd name="connsiteX1" fmla="*/ 12540 w 63846"/>
                      <a:gd name="connsiteY1" fmla="*/ 25081 h 25080"/>
                      <a:gd name="connsiteX2" fmla="*/ 0 w 63846"/>
                      <a:gd name="connsiteY2" fmla="*/ 12540 h 25080"/>
                      <a:gd name="connsiteX3" fmla="*/ 12540 w 63846"/>
                      <a:gd name="connsiteY3" fmla="*/ 0 h 25080"/>
                      <a:gd name="connsiteX4" fmla="*/ 51306 w 63846"/>
                      <a:gd name="connsiteY4" fmla="*/ 0 h 25080"/>
                      <a:gd name="connsiteX5" fmla="*/ 63846 w 63846"/>
                      <a:gd name="connsiteY5" fmla="*/ 12540 h 25080"/>
                      <a:gd name="connsiteX6" fmla="*/ 51306 w 63846"/>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846" h="25080">
                        <a:moveTo>
                          <a:pt x="51306" y="25081"/>
                        </a:moveTo>
                        <a:lnTo>
                          <a:pt x="12540" y="25081"/>
                        </a:lnTo>
                        <a:cubicBezTo>
                          <a:pt x="5614" y="25081"/>
                          <a:pt x="0" y="19466"/>
                          <a:pt x="0" y="12540"/>
                        </a:cubicBezTo>
                        <a:cubicBezTo>
                          <a:pt x="0" y="5615"/>
                          <a:pt x="5614" y="0"/>
                          <a:pt x="12540" y="0"/>
                        </a:cubicBezTo>
                        <a:lnTo>
                          <a:pt x="51306" y="0"/>
                        </a:lnTo>
                        <a:cubicBezTo>
                          <a:pt x="58232" y="0"/>
                          <a:pt x="63846" y="5615"/>
                          <a:pt x="63846" y="12540"/>
                        </a:cubicBezTo>
                        <a:cubicBezTo>
                          <a:pt x="63846" y="19466"/>
                          <a:pt x="58232" y="25081"/>
                          <a:pt x="51306"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52" name="Freeform 167">
                    <a:extLst>
                      <a:ext uri="{FF2B5EF4-FFF2-40B4-BE49-F238E27FC236}">
                        <a16:creationId xmlns:a16="http://schemas.microsoft.com/office/drawing/2014/main" id="{10064441-262B-4710-198C-23204772279D}"/>
                      </a:ext>
                    </a:extLst>
                  </p:cNvPr>
                  <p:cNvSpPr/>
                  <p:nvPr/>
                </p:nvSpPr>
                <p:spPr>
                  <a:xfrm>
                    <a:off x="6597059" y="2192744"/>
                    <a:ext cx="73564" cy="78377"/>
                  </a:xfrm>
                  <a:custGeom>
                    <a:avLst/>
                    <a:gdLst>
                      <a:gd name="connsiteX0" fmla="*/ 61024 w 73564"/>
                      <a:gd name="connsiteY0" fmla="*/ 78377 h 78377"/>
                      <a:gd name="connsiteX1" fmla="*/ 12540 w 73564"/>
                      <a:gd name="connsiteY1" fmla="*/ 78377 h 78377"/>
                      <a:gd name="connsiteX2" fmla="*/ 0 w 73564"/>
                      <a:gd name="connsiteY2" fmla="*/ 65837 h 78377"/>
                      <a:gd name="connsiteX3" fmla="*/ 0 w 73564"/>
                      <a:gd name="connsiteY3" fmla="*/ 12540 h 78377"/>
                      <a:gd name="connsiteX4" fmla="*/ 12540 w 73564"/>
                      <a:gd name="connsiteY4" fmla="*/ 0 h 78377"/>
                      <a:gd name="connsiteX5" fmla="*/ 25081 w 73564"/>
                      <a:gd name="connsiteY5" fmla="*/ 12540 h 78377"/>
                      <a:gd name="connsiteX6" fmla="*/ 25081 w 73564"/>
                      <a:gd name="connsiteY6" fmla="*/ 53296 h 78377"/>
                      <a:gd name="connsiteX7" fmla="*/ 48484 w 73564"/>
                      <a:gd name="connsiteY7" fmla="*/ 53296 h 78377"/>
                      <a:gd name="connsiteX8" fmla="*/ 48484 w 73564"/>
                      <a:gd name="connsiteY8" fmla="*/ 13308 h 78377"/>
                      <a:gd name="connsiteX9" fmla="*/ 61024 w 73564"/>
                      <a:gd name="connsiteY9" fmla="*/ 768 h 78377"/>
                      <a:gd name="connsiteX10" fmla="*/ 73565 w 73564"/>
                      <a:gd name="connsiteY10" fmla="*/ 13308 h 78377"/>
                      <a:gd name="connsiteX11" fmla="*/ 73565 w 73564"/>
                      <a:gd name="connsiteY11" fmla="*/ 65837 h 78377"/>
                      <a:gd name="connsiteX12" fmla="*/ 61024 w 73564"/>
                      <a:gd name="connsiteY12" fmla="*/ 78377 h 7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564" h="78377">
                        <a:moveTo>
                          <a:pt x="61024" y="78377"/>
                        </a:moveTo>
                        <a:lnTo>
                          <a:pt x="12540" y="78377"/>
                        </a:lnTo>
                        <a:cubicBezTo>
                          <a:pt x="5614" y="78377"/>
                          <a:pt x="0" y="72762"/>
                          <a:pt x="0" y="65837"/>
                        </a:cubicBezTo>
                        <a:lnTo>
                          <a:pt x="0" y="12540"/>
                        </a:lnTo>
                        <a:cubicBezTo>
                          <a:pt x="0" y="5615"/>
                          <a:pt x="5614" y="0"/>
                          <a:pt x="12540" y="0"/>
                        </a:cubicBezTo>
                        <a:cubicBezTo>
                          <a:pt x="19466" y="0"/>
                          <a:pt x="25081" y="5615"/>
                          <a:pt x="25081" y="12540"/>
                        </a:cubicBezTo>
                        <a:lnTo>
                          <a:pt x="25081" y="53296"/>
                        </a:lnTo>
                        <a:lnTo>
                          <a:pt x="48484" y="53296"/>
                        </a:lnTo>
                        <a:lnTo>
                          <a:pt x="48484" y="13308"/>
                        </a:lnTo>
                        <a:cubicBezTo>
                          <a:pt x="48484" y="6383"/>
                          <a:pt x="54099" y="768"/>
                          <a:pt x="61024" y="768"/>
                        </a:cubicBezTo>
                        <a:cubicBezTo>
                          <a:pt x="67950" y="768"/>
                          <a:pt x="73565" y="6383"/>
                          <a:pt x="73565" y="13308"/>
                        </a:cubicBezTo>
                        <a:lnTo>
                          <a:pt x="73565" y="65837"/>
                        </a:lnTo>
                        <a:cubicBezTo>
                          <a:pt x="73565" y="72762"/>
                          <a:pt x="67950" y="78377"/>
                          <a:pt x="61024" y="7837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336" name="Freeform 151">
                  <a:extLst>
                    <a:ext uri="{FF2B5EF4-FFF2-40B4-BE49-F238E27FC236}">
                      <a16:creationId xmlns:a16="http://schemas.microsoft.com/office/drawing/2014/main" id="{B4CF17F5-4F4E-FD5A-5BD8-E1555C77EC92}"/>
                    </a:ext>
                  </a:extLst>
                </p:cNvPr>
                <p:cNvSpPr/>
                <p:nvPr/>
              </p:nvSpPr>
              <p:spPr>
                <a:xfrm>
                  <a:off x="6621779" y="2048749"/>
                  <a:ext cx="180740" cy="115668"/>
                </a:xfrm>
                <a:custGeom>
                  <a:avLst/>
                  <a:gdLst>
                    <a:gd name="connsiteX0" fmla="*/ 138054 w 180740"/>
                    <a:gd name="connsiteY0" fmla="*/ 115669 h 115668"/>
                    <a:gd name="connsiteX1" fmla="*/ 125513 w 180740"/>
                    <a:gd name="connsiteY1" fmla="*/ 103129 h 115668"/>
                    <a:gd name="connsiteX2" fmla="*/ 125513 w 180740"/>
                    <a:gd name="connsiteY2" fmla="*/ 25081 h 115668"/>
                    <a:gd name="connsiteX3" fmla="*/ 25081 w 180740"/>
                    <a:gd name="connsiteY3" fmla="*/ 25081 h 115668"/>
                    <a:gd name="connsiteX4" fmla="*/ 25081 w 180740"/>
                    <a:gd name="connsiteY4" fmla="*/ 49754 h 115668"/>
                    <a:gd name="connsiteX5" fmla="*/ 12540 w 180740"/>
                    <a:gd name="connsiteY5" fmla="*/ 62294 h 115668"/>
                    <a:gd name="connsiteX6" fmla="*/ 0 w 180740"/>
                    <a:gd name="connsiteY6" fmla="*/ 49754 h 115668"/>
                    <a:gd name="connsiteX7" fmla="*/ 0 w 180740"/>
                    <a:gd name="connsiteY7" fmla="*/ 12540 h 115668"/>
                    <a:gd name="connsiteX8" fmla="*/ 12540 w 180740"/>
                    <a:gd name="connsiteY8" fmla="*/ 0 h 115668"/>
                    <a:gd name="connsiteX9" fmla="*/ 138054 w 180740"/>
                    <a:gd name="connsiteY9" fmla="*/ 0 h 115668"/>
                    <a:gd name="connsiteX10" fmla="*/ 150594 w 180740"/>
                    <a:gd name="connsiteY10" fmla="*/ 12540 h 115668"/>
                    <a:gd name="connsiteX11" fmla="*/ 150594 w 180740"/>
                    <a:gd name="connsiteY11" fmla="*/ 72844 h 115668"/>
                    <a:gd name="connsiteX12" fmla="*/ 158792 w 180740"/>
                    <a:gd name="connsiteY12" fmla="*/ 64724 h 115668"/>
                    <a:gd name="connsiteX13" fmla="*/ 176491 w 180740"/>
                    <a:gd name="connsiteY13" fmla="*/ 63608 h 115668"/>
                    <a:gd name="connsiteX14" fmla="*/ 177607 w 180740"/>
                    <a:gd name="connsiteY14" fmla="*/ 81308 h 115668"/>
                    <a:gd name="connsiteX15" fmla="*/ 176458 w 180740"/>
                    <a:gd name="connsiteY15" fmla="*/ 82453 h 115668"/>
                    <a:gd name="connsiteX16" fmla="*/ 146926 w 180740"/>
                    <a:gd name="connsiteY16" fmla="*/ 111985 h 115668"/>
                    <a:gd name="connsiteX17" fmla="*/ 138054 w 180740"/>
                    <a:gd name="connsiteY17" fmla="*/ 115669 h 11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740" h="115668">
                      <a:moveTo>
                        <a:pt x="138054" y="115669"/>
                      </a:moveTo>
                      <a:cubicBezTo>
                        <a:pt x="131128" y="115669"/>
                        <a:pt x="125513" y="110055"/>
                        <a:pt x="125513" y="103129"/>
                      </a:cubicBezTo>
                      <a:lnTo>
                        <a:pt x="125513" y="25081"/>
                      </a:lnTo>
                      <a:lnTo>
                        <a:pt x="25081" y="25081"/>
                      </a:lnTo>
                      <a:lnTo>
                        <a:pt x="25081" y="49754"/>
                      </a:lnTo>
                      <a:cubicBezTo>
                        <a:pt x="25081" y="56680"/>
                        <a:pt x="19466" y="62294"/>
                        <a:pt x="12540" y="62294"/>
                      </a:cubicBezTo>
                      <a:cubicBezTo>
                        <a:pt x="5614" y="62294"/>
                        <a:pt x="0" y="56680"/>
                        <a:pt x="0" y="49754"/>
                      </a:cubicBezTo>
                      <a:lnTo>
                        <a:pt x="0" y="12540"/>
                      </a:lnTo>
                      <a:cubicBezTo>
                        <a:pt x="0" y="5615"/>
                        <a:pt x="5614" y="0"/>
                        <a:pt x="12540" y="0"/>
                      </a:cubicBezTo>
                      <a:lnTo>
                        <a:pt x="138054" y="0"/>
                      </a:lnTo>
                      <a:cubicBezTo>
                        <a:pt x="144979" y="0"/>
                        <a:pt x="150594" y="5615"/>
                        <a:pt x="150594" y="12540"/>
                      </a:cubicBezTo>
                      <a:lnTo>
                        <a:pt x="150594" y="72844"/>
                      </a:lnTo>
                      <a:lnTo>
                        <a:pt x="158792" y="64724"/>
                      </a:lnTo>
                      <a:cubicBezTo>
                        <a:pt x="163371" y="59528"/>
                        <a:pt x="171296" y="59029"/>
                        <a:pt x="176491" y="63608"/>
                      </a:cubicBezTo>
                      <a:cubicBezTo>
                        <a:pt x="181688" y="68188"/>
                        <a:pt x="182188" y="76112"/>
                        <a:pt x="177607" y="81308"/>
                      </a:cubicBezTo>
                      <a:cubicBezTo>
                        <a:pt x="177250" y="81714"/>
                        <a:pt x="176866" y="82096"/>
                        <a:pt x="176458" y="82453"/>
                      </a:cubicBezTo>
                      <a:lnTo>
                        <a:pt x="146926" y="111985"/>
                      </a:lnTo>
                      <a:cubicBezTo>
                        <a:pt x="144574" y="114342"/>
                        <a:pt x="141383" y="115667"/>
                        <a:pt x="138054" y="115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37" name="Freeform 152">
                  <a:extLst>
                    <a:ext uri="{FF2B5EF4-FFF2-40B4-BE49-F238E27FC236}">
                      <a16:creationId xmlns:a16="http://schemas.microsoft.com/office/drawing/2014/main" id="{AE3AFCF2-A21A-0E82-AD46-94C5AE9F0BF9}"/>
                    </a:ext>
                  </a:extLst>
                </p:cNvPr>
                <p:cNvSpPr/>
                <p:nvPr/>
              </p:nvSpPr>
              <p:spPr>
                <a:xfrm>
                  <a:off x="6602514" y="2254254"/>
                  <a:ext cx="62701" cy="53139"/>
                </a:xfrm>
                <a:custGeom>
                  <a:avLst/>
                  <a:gdLst>
                    <a:gd name="connsiteX0" fmla="*/ 31351 w 62701"/>
                    <a:gd name="connsiteY0" fmla="*/ 53140 h 53139"/>
                    <a:gd name="connsiteX1" fmla="*/ 0 w 62701"/>
                    <a:gd name="connsiteY1" fmla="*/ 21789 h 53139"/>
                    <a:gd name="connsiteX2" fmla="*/ 0 w 62701"/>
                    <a:gd name="connsiteY2" fmla="*/ 12540 h 53139"/>
                    <a:gd name="connsiteX3" fmla="*/ 12540 w 62701"/>
                    <a:gd name="connsiteY3" fmla="*/ 0 h 53139"/>
                    <a:gd name="connsiteX4" fmla="*/ 25081 w 62701"/>
                    <a:gd name="connsiteY4" fmla="*/ 12540 h 53139"/>
                    <a:gd name="connsiteX5" fmla="*/ 25081 w 62701"/>
                    <a:gd name="connsiteY5" fmla="*/ 21789 h 53139"/>
                    <a:gd name="connsiteX6" fmla="*/ 31351 w 62701"/>
                    <a:gd name="connsiteY6" fmla="*/ 28059 h 53139"/>
                    <a:gd name="connsiteX7" fmla="*/ 37621 w 62701"/>
                    <a:gd name="connsiteY7" fmla="*/ 21789 h 53139"/>
                    <a:gd name="connsiteX8" fmla="*/ 37621 w 62701"/>
                    <a:gd name="connsiteY8" fmla="*/ 12540 h 53139"/>
                    <a:gd name="connsiteX9" fmla="*/ 50161 w 62701"/>
                    <a:gd name="connsiteY9" fmla="*/ 0 h 53139"/>
                    <a:gd name="connsiteX10" fmla="*/ 62702 w 62701"/>
                    <a:gd name="connsiteY10" fmla="*/ 12540 h 53139"/>
                    <a:gd name="connsiteX11" fmla="*/ 62702 w 62701"/>
                    <a:gd name="connsiteY11" fmla="*/ 21789 h 53139"/>
                    <a:gd name="connsiteX12" fmla="*/ 31351 w 62701"/>
                    <a:gd name="connsiteY12" fmla="*/ 53140 h 5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701" h="53139">
                      <a:moveTo>
                        <a:pt x="31351" y="53140"/>
                      </a:moveTo>
                      <a:cubicBezTo>
                        <a:pt x="14036" y="53140"/>
                        <a:pt x="0" y="39104"/>
                        <a:pt x="0" y="21789"/>
                      </a:cubicBezTo>
                      <a:lnTo>
                        <a:pt x="0" y="12540"/>
                      </a:lnTo>
                      <a:cubicBezTo>
                        <a:pt x="0" y="5615"/>
                        <a:pt x="5614" y="0"/>
                        <a:pt x="12540" y="0"/>
                      </a:cubicBezTo>
                      <a:cubicBezTo>
                        <a:pt x="19466" y="0"/>
                        <a:pt x="25081" y="5615"/>
                        <a:pt x="25081" y="12540"/>
                      </a:cubicBezTo>
                      <a:lnTo>
                        <a:pt x="25081" y="21789"/>
                      </a:lnTo>
                      <a:cubicBezTo>
                        <a:pt x="25081" y="25252"/>
                        <a:pt x="27888" y="28059"/>
                        <a:pt x="31351" y="28059"/>
                      </a:cubicBezTo>
                      <a:cubicBezTo>
                        <a:pt x="34814" y="28059"/>
                        <a:pt x="37621" y="25252"/>
                        <a:pt x="37621" y="21789"/>
                      </a:cubicBezTo>
                      <a:lnTo>
                        <a:pt x="37621" y="12540"/>
                      </a:lnTo>
                      <a:cubicBezTo>
                        <a:pt x="37621" y="5615"/>
                        <a:pt x="43235" y="0"/>
                        <a:pt x="50161" y="0"/>
                      </a:cubicBezTo>
                      <a:cubicBezTo>
                        <a:pt x="57087" y="0"/>
                        <a:pt x="62702" y="5615"/>
                        <a:pt x="62702" y="12540"/>
                      </a:cubicBezTo>
                      <a:lnTo>
                        <a:pt x="62702" y="21789"/>
                      </a:lnTo>
                      <a:cubicBezTo>
                        <a:pt x="62702" y="39104"/>
                        <a:pt x="48665" y="53140"/>
                        <a:pt x="31351" y="53140"/>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338" name="Graphic 332">
                  <a:extLst>
                    <a:ext uri="{FF2B5EF4-FFF2-40B4-BE49-F238E27FC236}">
                      <a16:creationId xmlns:a16="http://schemas.microsoft.com/office/drawing/2014/main" id="{A2B58A54-0AF4-6736-02EF-EE6315AD03E6}"/>
                    </a:ext>
                  </a:extLst>
                </p:cNvPr>
                <p:cNvGrpSpPr/>
                <p:nvPr/>
              </p:nvGrpSpPr>
              <p:grpSpPr>
                <a:xfrm>
                  <a:off x="6698915" y="2181138"/>
                  <a:ext cx="121900" cy="126255"/>
                  <a:chOff x="6698915" y="2181138"/>
                  <a:chExt cx="121900" cy="126255"/>
                </a:xfrm>
                <a:solidFill>
                  <a:srgbClr val="EF463C"/>
                </a:solidFill>
              </p:grpSpPr>
              <p:sp>
                <p:nvSpPr>
                  <p:cNvPr id="340" name="Freeform 155">
                    <a:extLst>
                      <a:ext uri="{FF2B5EF4-FFF2-40B4-BE49-F238E27FC236}">
                        <a16:creationId xmlns:a16="http://schemas.microsoft.com/office/drawing/2014/main" id="{8DF03485-91F5-0F77-77E1-6574CA167F67}"/>
                      </a:ext>
                    </a:extLst>
                  </p:cNvPr>
                  <p:cNvSpPr/>
                  <p:nvPr/>
                </p:nvSpPr>
                <p:spPr>
                  <a:xfrm>
                    <a:off x="6734527" y="2181138"/>
                    <a:ext cx="31221" cy="47157"/>
                  </a:xfrm>
                  <a:custGeom>
                    <a:avLst/>
                    <a:gdLst>
                      <a:gd name="connsiteX0" fmla="*/ 18675 w 31221"/>
                      <a:gd name="connsiteY0" fmla="*/ 47157 h 47157"/>
                      <a:gd name="connsiteX1" fmla="*/ 6589 w 31221"/>
                      <a:gd name="connsiteY1" fmla="*/ 37971 h 47157"/>
                      <a:gd name="connsiteX2" fmla="*/ 460 w 31221"/>
                      <a:gd name="connsiteY2" fmla="*/ 15900 h 47157"/>
                      <a:gd name="connsiteX3" fmla="*/ 9191 w 31221"/>
                      <a:gd name="connsiteY3" fmla="*/ 460 h 47157"/>
                      <a:gd name="connsiteX4" fmla="*/ 24632 w 31221"/>
                      <a:gd name="connsiteY4" fmla="*/ 9191 h 47157"/>
                      <a:gd name="connsiteX5" fmla="*/ 30761 w 31221"/>
                      <a:gd name="connsiteY5" fmla="*/ 31262 h 47157"/>
                      <a:gd name="connsiteX6" fmla="*/ 22034 w 31221"/>
                      <a:gd name="connsiteY6" fmla="*/ 46701 h 47157"/>
                      <a:gd name="connsiteX7" fmla="*/ 22030 w 31221"/>
                      <a:gd name="connsiteY7" fmla="*/ 46703 h 47157"/>
                      <a:gd name="connsiteX8" fmla="*/ 18675 w 31221"/>
                      <a:gd name="connsiteY8" fmla="*/ 47157 h 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21" h="47157">
                        <a:moveTo>
                          <a:pt x="18675" y="47157"/>
                        </a:moveTo>
                        <a:cubicBezTo>
                          <a:pt x="13040" y="47159"/>
                          <a:pt x="8097" y="43401"/>
                          <a:pt x="6589" y="37971"/>
                        </a:cubicBezTo>
                        <a:lnTo>
                          <a:pt x="460" y="15900"/>
                        </a:lnTo>
                        <a:cubicBezTo>
                          <a:pt x="-1393" y="9226"/>
                          <a:pt x="2517" y="2313"/>
                          <a:pt x="9191" y="460"/>
                        </a:cubicBezTo>
                        <a:cubicBezTo>
                          <a:pt x="15866" y="-1393"/>
                          <a:pt x="22779" y="2517"/>
                          <a:pt x="24632" y="9191"/>
                        </a:cubicBezTo>
                        <a:lnTo>
                          <a:pt x="30761" y="31262"/>
                        </a:lnTo>
                        <a:cubicBezTo>
                          <a:pt x="32614" y="37935"/>
                          <a:pt x="28707" y="44848"/>
                          <a:pt x="22034" y="46701"/>
                        </a:cubicBezTo>
                        <a:cubicBezTo>
                          <a:pt x="22033" y="46701"/>
                          <a:pt x="22031" y="46703"/>
                          <a:pt x="22030" y="46703"/>
                        </a:cubicBezTo>
                        <a:cubicBezTo>
                          <a:pt x="20935" y="46997"/>
                          <a:pt x="19808" y="47151"/>
                          <a:pt x="18675" y="47157"/>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1" name="Freeform 156">
                    <a:extLst>
                      <a:ext uri="{FF2B5EF4-FFF2-40B4-BE49-F238E27FC236}">
                        <a16:creationId xmlns:a16="http://schemas.microsoft.com/office/drawing/2014/main" id="{FF98C8A4-7A98-AC42-3F0C-A4CDF3490E9B}"/>
                      </a:ext>
                    </a:extLst>
                  </p:cNvPr>
                  <p:cNvSpPr/>
                  <p:nvPr/>
                </p:nvSpPr>
                <p:spPr>
                  <a:xfrm>
                    <a:off x="6762486" y="2187024"/>
                    <a:ext cx="36918" cy="44563"/>
                  </a:xfrm>
                  <a:custGeom>
                    <a:avLst/>
                    <a:gdLst>
                      <a:gd name="connsiteX0" fmla="*/ 12536 w 36918"/>
                      <a:gd name="connsiteY0" fmla="*/ 44564 h 44563"/>
                      <a:gd name="connsiteX1" fmla="*/ 0 w 36918"/>
                      <a:gd name="connsiteY1" fmla="*/ 32019 h 44563"/>
                      <a:gd name="connsiteX2" fmla="*/ 1829 w 36918"/>
                      <a:gd name="connsiteY2" fmla="*/ 25502 h 44563"/>
                      <a:gd name="connsiteX3" fmla="*/ 13774 w 36918"/>
                      <a:gd name="connsiteY3" fmla="*/ 5845 h 44563"/>
                      <a:gd name="connsiteX4" fmla="*/ 31073 w 36918"/>
                      <a:gd name="connsiteY4" fmla="*/ 1939 h 44563"/>
                      <a:gd name="connsiteX5" fmla="*/ 35202 w 36918"/>
                      <a:gd name="connsiteY5" fmla="*/ 18872 h 44563"/>
                      <a:gd name="connsiteX6" fmla="*/ 23258 w 36918"/>
                      <a:gd name="connsiteY6" fmla="*/ 38529 h 44563"/>
                      <a:gd name="connsiteX7" fmla="*/ 12536 w 36918"/>
                      <a:gd name="connsiteY7" fmla="*/ 44564 h 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18" h="44563">
                        <a:moveTo>
                          <a:pt x="12536" y="44564"/>
                        </a:moveTo>
                        <a:cubicBezTo>
                          <a:pt x="5610" y="44561"/>
                          <a:pt x="-2" y="38944"/>
                          <a:pt x="0" y="32019"/>
                        </a:cubicBezTo>
                        <a:cubicBezTo>
                          <a:pt x="2" y="29719"/>
                          <a:pt x="635" y="27465"/>
                          <a:pt x="1829" y="25502"/>
                        </a:cubicBezTo>
                        <a:lnTo>
                          <a:pt x="13774" y="5845"/>
                        </a:lnTo>
                        <a:cubicBezTo>
                          <a:pt x="17472" y="-10"/>
                          <a:pt x="25217" y="-1759"/>
                          <a:pt x="31073" y="1939"/>
                        </a:cubicBezTo>
                        <a:cubicBezTo>
                          <a:pt x="36787" y="5549"/>
                          <a:pt x="38613" y="13037"/>
                          <a:pt x="35202" y="18872"/>
                        </a:cubicBezTo>
                        <a:lnTo>
                          <a:pt x="23258" y="38529"/>
                        </a:lnTo>
                        <a:cubicBezTo>
                          <a:pt x="20985" y="42277"/>
                          <a:pt x="16918" y="44564"/>
                          <a:pt x="12536" y="4456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2" name="Freeform 157">
                    <a:extLst>
                      <a:ext uri="{FF2B5EF4-FFF2-40B4-BE49-F238E27FC236}">
                        <a16:creationId xmlns:a16="http://schemas.microsoft.com/office/drawing/2014/main" id="{8FF0FE08-DDD0-E3AD-002C-09AFD44F4BD3}"/>
                      </a:ext>
                    </a:extLst>
                  </p:cNvPr>
                  <p:cNvSpPr/>
                  <p:nvPr/>
                </p:nvSpPr>
                <p:spPr>
                  <a:xfrm>
                    <a:off x="6779022" y="2221060"/>
                    <a:ext cx="41793" cy="28475"/>
                  </a:xfrm>
                  <a:custGeom>
                    <a:avLst/>
                    <a:gdLst>
                      <a:gd name="connsiteX0" fmla="*/ 12522 w 41793"/>
                      <a:gd name="connsiteY0" fmla="*/ 28475 h 28475"/>
                      <a:gd name="connsiteX1" fmla="*/ 0 w 41793"/>
                      <a:gd name="connsiteY1" fmla="*/ 15916 h 28475"/>
                      <a:gd name="connsiteX2" fmla="*/ 10045 w 41793"/>
                      <a:gd name="connsiteY2" fmla="*/ 3646 h 28475"/>
                      <a:gd name="connsiteX3" fmla="*/ 26880 w 41793"/>
                      <a:gd name="connsiteY3" fmla="*/ 228 h 28475"/>
                      <a:gd name="connsiteX4" fmla="*/ 41565 w 41793"/>
                      <a:gd name="connsiteY4" fmla="*/ 10173 h 28475"/>
                      <a:gd name="connsiteX5" fmla="*/ 31865 w 41793"/>
                      <a:gd name="connsiteY5" fmla="*/ 24807 h 28475"/>
                      <a:gd name="connsiteX6" fmla="*/ 15030 w 41793"/>
                      <a:gd name="connsiteY6" fmla="*/ 28225 h 28475"/>
                      <a:gd name="connsiteX7" fmla="*/ 12522 w 41793"/>
                      <a:gd name="connsiteY7" fmla="*/ 28475 h 2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93" h="28475">
                        <a:moveTo>
                          <a:pt x="12522" y="28475"/>
                        </a:moveTo>
                        <a:cubicBezTo>
                          <a:pt x="5596" y="28464"/>
                          <a:pt x="-11" y="22842"/>
                          <a:pt x="0" y="15916"/>
                        </a:cubicBezTo>
                        <a:cubicBezTo>
                          <a:pt x="9" y="9960"/>
                          <a:pt x="4207" y="4831"/>
                          <a:pt x="10045" y="3646"/>
                        </a:cubicBezTo>
                        <a:lnTo>
                          <a:pt x="26880" y="228"/>
                        </a:lnTo>
                        <a:cubicBezTo>
                          <a:pt x="33682" y="-1081"/>
                          <a:pt x="40256" y="3371"/>
                          <a:pt x="41565" y="10173"/>
                        </a:cubicBezTo>
                        <a:cubicBezTo>
                          <a:pt x="42855" y="16877"/>
                          <a:pt x="38544" y="23384"/>
                          <a:pt x="31865" y="24807"/>
                        </a:cubicBezTo>
                        <a:lnTo>
                          <a:pt x="15030" y="28225"/>
                        </a:lnTo>
                        <a:cubicBezTo>
                          <a:pt x="14205" y="28394"/>
                          <a:pt x="13363" y="28477"/>
                          <a:pt x="12522" y="2847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3" name="Freeform 158">
                    <a:extLst>
                      <a:ext uri="{FF2B5EF4-FFF2-40B4-BE49-F238E27FC236}">
                        <a16:creationId xmlns:a16="http://schemas.microsoft.com/office/drawing/2014/main" id="{751CC9A4-B008-911D-72E2-EED4353E60C5}"/>
                      </a:ext>
                    </a:extLst>
                  </p:cNvPr>
                  <p:cNvSpPr/>
                  <p:nvPr/>
                </p:nvSpPr>
                <p:spPr>
                  <a:xfrm>
                    <a:off x="6774727" y="2247949"/>
                    <a:ext cx="41840" cy="35226"/>
                  </a:xfrm>
                  <a:custGeom>
                    <a:avLst/>
                    <a:gdLst>
                      <a:gd name="connsiteX0" fmla="*/ 29357 w 41840"/>
                      <a:gd name="connsiteY0" fmla="*/ 35226 h 35226"/>
                      <a:gd name="connsiteX1" fmla="*/ 22883 w 41840"/>
                      <a:gd name="connsiteY1" fmla="*/ 33408 h 35226"/>
                      <a:gd name="connsiteX2" fmla="*/ 5390 w 41840"/>
                      <a:gd name="connsiteY2" fmla="*/ 22843 h 35226"/>
                      <a:gd name="connsiteX3" fmla="*/ 2240 w 41840"/>
                      <a:gd name="connsiteY3" fmla="*/ 5390 h 35226"/>
                      <a:gd name="connsiteX4" fmla="*/ 18385 w 41840"/>
                      <a:gd name="connsiteY4" fmla="*/ 1446 h 35226"/>
                      <a:gd name="connsiteX5" fmla="*/ 35878 w 41840"/>
                      <a:gd name="connsiteY5" fmla="*/ 12011 h 35226"/>
                      <a:gd name="connsiteX6" fmla="*/ 39973 w 41840"/>
                      <a:gd name="connsiteY6" fmla="*/ 29267 h 35226"/>
                      <a:gd name="connsiteX7" fmla="*/ 29357 w 41840"/>
                      <a:gd name="connsiteY7" fmla="*/ 35226 h 3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40" h="35226">
                        <a:moveTo>
                          <a:pt x="29357" y="35226"/>
                        </a:moveTo>
                        <a:cubicBezTo>
                          <a:pt x="27073" y="35222"/>
                          <a:pt x="24835" y="34592"/>
                          <a:pt x="22883" y="33408"/>
                        </a:cubicBezTo>
                        <a:lnTo>
                          <a:pt x="5390" y="22843"/>
                        </a:lnTo>
                        <a:cubicBezTo>
                          <a:pt x="-299" y="18893"/>
                          <a:pt x="-1710" y="11080"/>
                          <a:pt x="2240" y="5390"/>
                        </a:cubicBezTo>
                        <a:cubicBezTo>
                          <a:pt x="5852" y="186"/>
                          <a:pt x="12779" y="-1506"/>
                          <a:pt x="18385" y="1446"/>
                        </a:cubicBezTo>
                        <a:lnTo>
                          <a:pt x="35878" y="12011"/>
                        </a:lnTo>
                        <a:cubicBezTo>
                          <a:pt x="41774" y="15645"/>
                          <a:pt x="43608" y="23371"/>
                          <a:pt x="39973" y="29267"/>
                        </a:cubicBezTo>
                        <a:cubicBezTo>
                          <a:pt x="37701" y="32954"/>
                          <a:pt x="33687" y="35206"/>
                          <a:pt x="29357" y="3522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4" name="Freeform 159">
                    <a:extLst>
                      <a:ext uri="{FF2B5EF4-FFF2-40B4-BE49-F238E27FC236}">
                        <a16:creationId xmlns:a16="http://schemas.microsoft.com/office/drawing/2014/main" id="{E1043142-0047-E1C9-D2AD-CD19AA50D520}"/>
                      </a:ext>
                    </a:extLst>
                  </p:cNvPr>
                  <p:cNvSpPr/>
                  <p:nvPr/>
                </p:nvSpPr>
                <p:spPr>
                  <a:xfrm>
                    <a:off x="6753280" y="2265531"/>
                    <a:ext cx="29214" cy="41862"/>
                  </a:xfrm>
                  <a:custGeom>
                    <a:avLst/>
                    <a:gdLst>
                      <a:gd name="connsiteX0" fmla="*/ 16585 w 29214"/>
                      <a:gd name="connsiteY0" fmla="*/ 41863 h 41862"/>
                      <a:gd name="connsiteX1" fmla="*/ 4405 w 29214"/>
                      <a:gd name="connsiteY1" fmla="*/ 32269 h 41862"/>
                      <a:gd name="connsiteX2" fmla="*/ 423 w 29214"/>
                      <a:gd name="connsiteY2" fmla="*/ 15763 h 41862"/>
                      <a:gd name="connsiteX3" fmla="*/ 9324 w 29214"/>
                      <a:gd name="connsiteY3" fmla="*/ 423 h 41862"/>
                      <a:gd name="connsiteX4" fmla="*/ 24664 w 29214"/>
                      <a:gd name="connsiteY4" fmla="*/ 9325 h 41862"/>
                      <a:gd name="connsiteX5" fmla="*/ 24799 w 29214"/>
                      <a:gd name="connsiteY5" fmla="*/ 9885 h 41862"/>
                      <a:gd name="connsiteX6" fmla="*/ 28858 w 29214"/>
                      <a:gd name="connsiteY6" fmla="*/ 26375 h 41862"/>
                      <a:gd name="connsiteX7" fmla="*/ 19626 w 29214"/>
                      <a:gd name="connsiteY7" fmla="*/ 41518 h 41862"/>
                      <a:gd name="connsiteX8" fmla="*/ 19626 w 29214"/>
                      <a:gd name="connsiteY8" fmla="*/ 41518 h 41862"/>
                      <a:gd name="connsiteX9" fmla="*/ 16585 w 29214"/>
                      <a:gd name="connsiteY9" fmla="*/ 41863 h 41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214" h="41862">
                        <a:moveTo>
                          <a:pt x="16585" y="41863"/>
                        </a:moveTo>
                        <a:cubicBezTo>
                          <a:pt x="10797" y="41858"/>
                          <a:pt x="5765" y="37894"/>
                          <a:pt x="4405" y="32269"/>
                        </a:cubicBezTo>
                        <a:lnTo>
                          <a:pt x="423" y="15763"/>
                        </a:lnTo>
                        <a:cubicBezTo>
                          <a:pt x="-1354" y="9070"/>
                          <a:pt x="2630" y="2202"/>
                          <a:pt x="9324" y="423"/>
                        </a:cubicBezTo>
                        <a:cubicBezTo>
                          <a:pt x="16019" y="-1354"/>
                          <a:pt x="22886" y="2632"/>
                          <a:pt x="24664" y="9325"/>
                        </a:cubicBezTo>
                        <a:cubicBezTo>
                          <a:pt x="24712" y="9510"/>
                          <a:pt x="24758" y="9697"/>
                          <a:pt x="24799" y="9885"/>
                        </a:cubicBezTo>
                        <a:lnTo>
                          <a:pt x="28858" y="26375"/>
                        </a:lnTo>
                        <a:cubicBezTo>
                          <a:pt x="30490" y="33106"/>
                          <a:pt x="26357" y="39886"/>
                          <a:pt x="19626" y="41518"/>
                        </a:cubicBezTo>
                        <a:cubicBezTo>
                          <a:pt x="19626" y="41518"/>
                          <a:pt x="19626" y="41518"/>
                          <a:pt x="19626" y="41518"/>
                        </a:cubicBezTo>
                        <a:cubicBezTo>
                          <a:pt x="18629" y="41753"/>
                          <a:pt x="17608" y="41869"/>
                          <a:pt x="16585" y="41863"/>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5" name="Freeform 160">
                    <a:extLst>
                      <a:ext uri="{FF2B5EF4-FFF2-40B4-BE49-F238E27FC236}">
                        <a16:creationId xmlns:a16="http://schemas.microsoft.com/office/drawing/2014/main" id="{75123E8C-5FBC-E7EA-299D-02975ADDB5F8}"/>
                      </a:ext>
                    </a:extLst>
                  </p:cNvPr>
                  <p:cNvSpPr/>
                  <p:nvPr/>
                </p:nvSpPr>
                <p:spPr>
                  <a:xfrm>
                    <a:off x="6720312" y="2259509"/>
                    <a:ext cx="35042" cy="42194"/>
                  </a:xfrm>
                  <a:custGeom>
                    <a:avLst/>
                    <a:gdLst>
                      <a:gd name="connsiteX0" fmla="*/ 12497 w 35042"/>
                      <a:gd name="connsiteY0" fmla="*/ 42195 h 42194"/>
                      <a:gd name="connsiteX1" fmla="*/ 0 w 35042"/>
                      <a:gd name="connsiteY1" fmla="*/ 29611 h 42194"/>
                      <a:gd name="connsiteX2" fmla="*/ 1680 w 35042"/>
                      <a:gd name="connsiteY2" fmla="*/ 23384 h 42194"/>
                      <a:gd name="connsiteX3" fmla="*/ 11666 w 35042"/>
                      <a:gd name="connsiteY3" fmla="*/ 6220 h 42194"/>
                      <a:gd name="connsiteX4" fmla="*/ 28822 w 35042"/>
                      <a:gd name="connsiteY4" fmla="*/ 1713 h 42194"/>
                      <a:gd name="connsiteX5" fmla="*/ 33329 w 35042"/>
                      <a:gd name="connsiteY5" fmla="*/ 18870 h 42194"/>
                      <a:gd name="connsiteX6" fmla="*/ 23344 w 35042"/>
                      <a:gd name="connsiteY6" fmla="*/ 35972 h 42194"/>
                      <a:gd name="connsiteX7" fmla="*/ 12497 w 35042"/>
                      <a:gd name="connsiteY7" fmla="*/ 42195 h 4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42" h="42194">
                        <a:moveTo>
                          <a:pt x="12497" y="42195"/>
                        </a:moveTo>
                        <a:cubicBezTo>
                          <a:pt x="5571" y="42170"/>
                          <a:pt x="-23" y="36536"/>
                          <a:pt x="0" y="29611"/>
                        </a:cubicBezTo>
                        <a:cubicBezTo>
                          <a:pt x="8" y="27424"/>
                          <a:pt x="588" y="25278"/>
                          <a:pt x="1680" y="23384"/>
                        </a:cubicBezTo>
                        <a:lnTo>
                          <a:pt x="11666" y="6220"/>
                        </a:lnTo>
                        <a:cubicBezTo>
                          <a:pt x="15158" y="238"/>
                          <a:pt x="22841" y="-1779"/>
                          <a:pt x="28822" y="1713"/>
                        </a:cubicBezTo>
                        <a:cubicBezTo>
                          <a:pt x="34804" y="5206"/>
                          <a:pt x="36822" y="12888"/>
                          <a:pt x="33329" y="18870"/>
                        </a:cubicBezTo>
                        <a:lnTo>
                          <a:pt x="23344" y="35972"/>
                        </a:lnTo>
                        <a:cubicBezTo>
                          <a:pt x="21095" y="39829"/>
                          <a:pt x="16962" y="42200"/>
                          <a:pt x="12497" y="4219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6" name="Freeform 161">
                    <a:extLst>
                      <a:ext uri="{FF2B5EF4-FFF2-40B4-BE49-F238E27FC236}">
                        <a16:creationId xmlns:a16="http://schemas.microsoft.com/office/drawing/2014/main" id="{C1497C0B-BE44-A6F1-E0C5-5AADCC358601}"/>
                      </a:ext>
                    </a:extLst>
                  </p:cNvPr>
                  <p:cNvSpPr/>
                  <p:nvPr/>
                </p:nvSpPr>
                <p:spPr>
                  <a:xfrm>
                    <a:off x="6698915" y="2238810"/>
                    <a:ext cx="43578" cy="30116"/>
                  </a:xfrm>
                  <a:custGeom>
                    <a:avLst/>
                    <a:gdLst>
                      <a:gd name="connsiteX0" fmla="*/ 12528 w 43578"/>
                      <a:gd name="connsiteY0" fmla="*/ 30116 h 30116"/>
                      <a:gd name="connsiteX1" fmla="*/ 0 w 43578"/>
                      <a:gd name="connsiteY1" fmla="*/ 17563 h 30116"/>
                      <a:gd name="connsiteX2" fmla="*/ 9252 w 43578"/>
                      <a:gd name="connsiteY2" fmla="*/ 5475 h 30116"/>
                      <a:gd name="connsiteX3" fmla="*/ 27921 w 43578"/>
                      <a:gd name="connsiteY3" fmla="*/ 396 h 30116"/>
                      <a:gd name="connsiteX4" fmla="*/ 43183 w 43578"/>
                      <a:gd name="connsiteY4" fmla="*/ 9429 h 30116"/>
                      <a:gd name="connsiteX5" fmla="*/ 34489 w 43578"/>
                      <a:gd name="connsiteY5" fmla="*/ 24599 h 30116"/>
                      <a:gd name="connsiteX6" fmla="*/ 15820 w 43578"/>
                      <a:gd name="connsiteY6" fmla="*/ 29677 h 30116"/>
                      <a:gd name="connsiteX7" fmla="*/ 12528 w 43578"/>
                      <a:gd name="connsiteY7" fmla="*/ 30116 h 3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8" h="30116">
                        <a:moveTo>
                          <a:pt x="12528" y="30116"/>
                        </a:moveTo>
                        <a:cubicBezTo>
                          <a:pt x="5602" y="30110"/>
                          <a:pt x="-7" y="24489"/>
                          <a:pt x="0" y="17563"/>
                        </a:cubicBezTo>
                        <a:cubicBezTo>
                          <a:pt x="6" y="11909"/>
                          <a:pt x="3795" y="6957"/>
                          <a:pt x="9252" y="5475"/>
                        </a:cubicBezTo>
                        <a:lnTo>
                          <a:pt x="27921" y="396"/>
                        </a:lnTo>
                        <a:cubicBezTo>
                          <a:pt x="34630" y="-1324"/>
                          <a:pt x="41463" y="2720"/>
                          <a:pt x="43183" y="9429"/>
                        </a:cubicBezTo>
                        <a:cubicBezTo>
                          <a:pt x="44869" y="16005"/>
                          <a:pt x="41015" y="22729"/>
                          <a:pt x="34489" y="24599"/>
                        </a:cubicBezTo>
                        <a:lnTo>
                          <a:pt x="15820" y="29677"/>
                        </a:lnTo>
                        <a:cubicBezTo>
                          <a:pt x="14747" y="29969"/>
                          <a:pt x="13640" y="30116"/>
                          <a:pt x="12528" y="3011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7" name="Freeform 162">
                    <a:extLst>
                      <a:ext uri="{FF2B5EF4-FFF2-40B4-BE49-F238E27FC236}">
                        <a16:creationId xmlns:a16="http://schemas.microsoft.com/office/drawing/2014/main" id="{659B8E44-B3D4-F19B-893D-013B915D8223}"/>
                      </a:ext>
                    </a:extLst>
                  </p:cNvPr>
                  <p:cNvSpPr/>
                  <p:nvPr/>
                </p:nvSpPr>
                <p:spPr>
                  <a:xfrm>
                    <a:off x="6703187" y="2203941"/>
                    <a:ext cx="43000" cy="36753"/>
                  </a:xfrm>
                  <a:custGeom>
                    <a:avLst/>
                    <a:gdLst>
                      <a:gd name="connsiteX0" fmla="*/ 30436 w 43000"/>
                      <a:gd name="connsiteY0" fmla="*/ 36754 h 36753"/>
                      <a:gd name="connsiteX1" fmla="*/ 23602 w 43000"/>
                      <a:gd name="connsiteY1" fmla="*/ 34716 h 36753"/>
                      <a:gd name="connsiteX2" fmla="*/ 5700 w 43000"/>
                      <a:gd name="connsiteY2" fmla="*/ 23053 h 36753"/>
                      <a:gd name="connsiteX3" fmla="*/ 2032 w 43000"/>
                      <a:gd name="connsiteY3" fmla="*/ 5701 h 36753"/>
                      <a:gd name="connsiteX4" fmla="*/ 19385 w 43000"/>
                      <a:gd name="connsiteY4" fmla="*/ 2033 h 36753"/>
                      <a:gd name="connsiteX5" fmla="*/ 37286 w 43000"/>
                      <a:gd name="connsiteY5" fmla="*/ 13695 h 36753"/>
                      <a:gd name="connsiteX6" fmla="*/ 40976 w 43000"/>
                      <a:gd name="connsiteY6" fmla="*/ 31042 h 36753"/>
                      <a:gd name="connsiteX7" fmla="*/ 30436 w 43000"/>
                      <a:gd name="connsiteY7" fmla="*/ 36754 h 36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000" h="36753">
                        <a:moveTo>
                          <a:pt x="30436" y="36754"/>
                        </a:moveTo>
                        <a:cubicBezTo>
                          <a:pt x="28008" y="36751"/>
                          <a:pt x="25635" y="36042"/>
                          <a:pt x="23602" y="34716"/>
                        </a:cubicBezTo>
                        <a:lnTo>
                          <a:pt x="5700" y="23053"/>
                        </a:lnTo>
                        <a:cubicBezTo>
                          <a:pt x="-104" y="19274"/>
                          <a:pt x="-1746" y="11505"/>
                          <a:pt x="2032" y="5701"/>
                        </a:cubicBezTo>
                        <a:cubicBezTo>
                          <a:pt x="5811" y="-104"/>
                          <a:pt x="13581" y="-1747"/>
                          <a:pt x="19385" y="2033"/>
                        </a:cubicBezTo>
                        <a:lnTo>
                          <a:pt x="37286" y="13695"/>
                        </a:lnTo>
                        <a:cubicBezTo>
                          <a:pt x="43096" y="17467"/>
                          <a:pt x="44748" y="25232"/>
                          <a:pt x="40976" y="31042"/>
                        </a:cubicBezTo>
                        <a:cubicBezTo>
                          <a:pt x="38660" y="34611"/>
                          <a:pt x="34691" y="36762"/>
                          <a:pt x="30436" y="3675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8" name="Freeform 163">
                    <a:extLst>
                      <a:ext uri="{FF2B5EF4-FFF2-40B4-BE49-F238E27FC236}">
                        <a16:creationId xmlns:a16="http://schemas.microsoft.com/office/drawing/2014/main" id="{C900A708-B508-74F0-C5C8-E79B1C3E7B3E}"/>
                      </a:ext>
                    </a:extLst>
                  </p:cNvPr>
                  <p:cNvSpPr/>
                  <p:nvPr/>
                </p:nvSpPr>
                <p:spPr>
                  <a:xfrm>
                    <a:off x="6717310" y="2202400"/>
                    <a:ext cx="85595" cy="85587"/>
                  </a:xfrm>
                  <a:custGeom>
                    <a:avLst/>
                    <a:gdLst>
                      <a:gd name="connsiteX0" fmla="*/ 42727 w 85595"/>
                      <a:gd name="connsiteY0" fmla="*/ 85588 h 85587"/>
                      <a:gd name="connsiteX1" fmla="*/ 0 w 85595"/>
                      <a:gd name="connsiteY1" fmla="*/ 42727 h 85587"/>
                      <a:gd name="connsiteX2" fmla="*/ 42860 w 85595"/>
                      <a:gd name="connsiteY2" fmla="*/ 0 h 85587"/>
                      <a:gd name="connsiteX3" fmla="*/ 84455 w 85595"/>
                      <a:gd name="connsiteY3" fmla="*/ 33013 h 85587"/>
                      <a:gd name="connsiteX4" fmla="*/ 84455 w 85595"/>
                      <a:gd name="connsiteY4" fmla="*/ 33013 h 85587"/>
                      <a:gd name="connsiteX5" fmla="*/ 52586 w 85595"/>
                      <a:gd name="connsiteY5" fmla="*/ 84444 h 85587"/>
                      <a:gd name="connsiteX6" fmla="*/ 42727 w 85595"/>
                      <a:gd name="connsiteY6" fmla="*/ 85588 h 85587"/>
                      <a:gd name="connsiteX7" fmla="*/ 42883 w 85595"/>
                      <a:gd name="connsiteY7" fmla="*/ 25049 h 85587"/>
                      <a:gd name="connsiteX8" fmla="*/ 38808 w 85595"/>
                      <a:gd name="connsiteY8" fmla="*/ 25520 h 85587"/>
                      <a:gd name="connsiteX9" fmla="*/ 25664 w 85595"/>
                      <a:gd name="connsiteY9" fmla="*/ 46818 h 85587"/>
                      <a:gd name="connsiteX10" fmla="*/ 46962 w 85595"/>
                      <a:gd name="connsiteY10" fmla="*/ 59963 h 85587"/>
                      <a:gd name="connsiteX11" fmla="*/ 60126 w 85595"/>
                      <a:gd name="connsiteY11" fmla="*/ 38750 h 85587"/>
                      <a:gd name="connsiteX12" fmla="*/ 60126 w 85595"/>
                      <a:gd name="connsiteY12" fmla="*/ 38750 h 85587"/>
                      <a:gd name="connsiteX13" fmla="*/ 42883 w 85595"/>
                      <a:gd name="connsiteY13" fmla="*/ 25049 h 8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595" h="85587">
                        <a:moveTo>
                          <a:pt x="42727" y="85588"/>
                        </a:moveTo>
                        <a:cubicBezTo>
                          <a:pt x="19093" y="85550"/>
                          <a:pt x="-38" y="66362"/>
                          <a:pt x="0" y="42727"/>
                        </a:cubicBezTo>
                        <a:cubicBezTo>
                          <a:pt x="36" y="19093"/>
                          <a:pt x="19226" y="-38"/>
                          <a:pt x="42860" y="0"/>
                        </a:cubicBezTo>
                        <a:cubicBezTo>
                          <a:pt x="62702" y="31"/>
                          <a:pt x="79920" y="13697"/>
                          <a:pt x="84455" y="33013"/>
                        </a:cubicBezTo>
                        <a:lnTo>
                          <a:pt x="84455" y="33013"/>
                        </a:lnTo>
                        <a:cubicBezTo>
                          <a:pt x="89850" y="56015"/>
                          <a:pt x="75585" y="79036"/>
                          <a:pt x="52586" y="84444"/>
                        </a:cubicBezTo>
                        <a:cubicBezTo>
                          <a:pt x="49354" y="85202"/>
                          <a:pt x="46047" y="85586"/>
                          <a:pt x="42727" y="85588"/>
                        </a:cubicBezTo>
                        <a:close/>
                        <a:moveTo>
                          <a:pt x="42883" y="25049"/>
                        </a:moveTo>
                        <a:cubicBezTo>
                          <a:pt x="41512" y="25051"/>
                          <a:pt x="40143" y="25209"/>
                          <a:pt x="38808" y="25520"/>
                        </a:cubicBezTo>
                        <a:cubicBezTo>
                          <a:pt x="29296" y="27771"/>
                          <a:pt x="23411" y="37308"/>
                          <a:pt x="25664" y="46818"/>
                        </a:cubicBezTo>
                        <a:cubicBezTo>
                          <a:pt x="27915" y="56330"/>
                          <a:pt x="37450" y="62214"/>
                          <a:pt x="46962" y="59963"/>
                        </a:cubicBezTo>
                        <a:cubicBezTo>
                          <a:pt x="56439" y="57719"/>
                          <a:pt x="62322" y="48238"/>
                          <a:pt x="60126" y="38750"/>
                        </a:cubicBezTo>
                        <a:lnTo>
                          <a:pt x="60126" y="38750"/>
                        </a:lnTo>
                        <a:cubicBezTo>
                          <a:pt x="58252" y="30736"/>
                          <a:pt x="51113" y="25065"/>
                          <a:pt x="42883" y="25049"/>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339" name="Freeform 154">
                  <a:extLst>
                    <a:ext uri="{FF2B5EF4-FFF2-40B4-BE49-F238E27FC236}">
                      <a16:creationId xmlns:a16="http://schemas.microsoft.com/office/drawing/2014/main" id="{6F2F7BEB-159E-A427-9DF0-112B31AB2392}"/>
                    </a:ext>
                  </a:extLst>
                </p:cNvPr>
                <p:cNvSpPr/>
                <p:nvPr/>
              </p:nvSpPr>
              <p:spPr>
                <a:xfrm>
                  <a:off x="6717586" y="2109858"/>
                  <a:ext cx="54608" cy="54606"/>
                </a:xfrm>
                <a:custGeom>
                  <a:avLst/>
                  <a:gdLst>
                    <a:gd name="connsiteX0" fmla="*/ 42074 w 54608"/>
                    <a:gd name="connsiteY0" fmla="*/ 54607 h 54606"/>
                    <a:gd name="connsiteX1" fmla="*/ 33202 w 54608"/>
                    <a:gd name="connsiteY1" fmla="*/ 50939 h 54606"/>
                    <a:gd name="connsiteX2" fmla="*/ 3669 w 54608"/>
                    <a:gd name="connsiteY2" fmla="*/ 21406 h 54606"/>
                    <a:gd name="connsiteX3" fmla="*/ 3677 w 54608"/>
                    <a:gd name="connsiteY3" fmla="*/ 3669 h 54606"/>
                    <a:gd name="connsiteX4" fmla="*/ 21414 w 54608"/>
                    <a:gd name="connsiteY4" fmla="*/ 3677 h 54606"/>
                    <a:gd name="connsiteX5" fmla="*/ 50931 w 54608"/>
                    <a:gd name="connsiteY5" fmla="*/ 33194 h 54606"/>
                    <a:gd name="connsiteX6" fmla="*/ 50940 w 54608"/>
                    <a:gd name="connsiteY6" fmla="*/ 50929 h 54606"/>
                    <a:gd name="connsiteX7" fmla="*/ 42074 w 54608"/>
                    <a:gd name="connsiteY7" fmla="*/ 54607 h 5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608" h="54606">
                      <a:moveTo>
                        <a:pt x="42074" y="54607"/>
                      </a:moveTo>
                      <a:cubicBezTo>
                        <a:pt x="38748" y="54609"/>
                        <a:pt x="35556" y="53290"/>
                        <a:pt x="33202" y="50939"/>
                      </a:cubicBezTo>
                      <a:lnTo>
                        <a:pt x="3669" y="21406"/>
                      </a:lnTo>
                      <a:cubicBezTo>
                        <a:pt x="-1226" y="16506"/>
                        <a:pt x="-1223" y="8565"/>
                        <a:pt x="3677" y="3669"/>
                      </a:cubicBezTo>
                      <a:cubicBezTo>
                        <a:pt x="8577" y="-1226"/>
                        <a:pt x="16519" y="-1223"/>
                        <a:pt x="21414" y="3677"/>
                      </a:cubicBezTo>
                      <a:lnTo>
                        <a:pt x="50931" y="33194"/>
                      </a:lnTo>
                      <a:cubicBezTo>
                        <a:pt x="55831" y="38089"/>
                        <a:pt x="55836" y="46029"/>
                        <a:pt x="50940" y="50929"/>
                      </a:cubicBezTo>
                      <a:cubicBezTo>
                        <a:pt x="48590" y="53282"/>
                        <a:pt x="45401" y="54605"/>
                        <a:pt x="42074" y="5460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12" name="Group 11">
            <a:extLst>
              <a:ext uri="{FF2B5EF4-FFF2-40B4-BE49-F238E27FC236}">
                <a16:creationId xmlns:a16="http://schemas.microsoft.com/office/drawing/2014/main" id="{044FAC70-AF96-CE69-30A0-FDF34230BC2B}"/>
              </a:ext>
            </a:extLst>
          </p:cNvPr>
          <p:cNvGrpSpPr/>
          <p:nvPr/>
        </p:nvGrpSpPr>
        <p:grpSpPr>
          <a:xfrm>
            <a:off x="10916676" y="2241576"/>
            <a:ext cx="1275324" cy="2148416"/>
            <a:chOff x="10916676" y="2241576"/>
            <a:chExt cx="1275324" cy="2148416"/>
          </a:xfrm>
        </p:grpSpPr>
        <p:sp>
          <p:nvSpPr>
            <p:cNvPr id="378" name="TextBox 377">
              <a:extLst>
                <a:ext uri="{FF2B5EF4-FFF2-40B4-BE49-F238E27FC236}">
                  <a16:creationId xmlns:a16="http://schemas.microsoft.com/office/drawing/2014/main" id="{8E4F3A02-2816-F5D4-4BBC-85464B90206B}"/>
                </a:ext>
              </a:extLst>
            </p:cNvPr>
            <p:cNvSpPr txBox="1"/>
            <p:nvPr/>
          </p:nvSpPr>
          <p:spPr>
            <a:xfrm>
              <a:off x="11107458" y="3705189"/>
              <a:ext cx="932523" cy="684803"/>
            </a:xfrm>
            <a:prstGeom prst="rect">
              <a:avLst/>
            </a:prstGeom>
            <a:solidFill>
              <a:srgbClr val="FFFFFF"/>
            </a:solidFill>
          </p:spPr>
          <p:txBody>
            <a:bodyPr wrap="square" lIns="0" tIns="0" rIns="0" bIns="0" rtlCol="0">
              <a:spAutoFit/>
            </a:bodyPr>
            <a:lstStyle/>
            <a:p>
              <a:pPr>
                <a:spcAft>
                  <a:spcPts val="300"/>
                </a:spcAft>
              </a:pPr>
              <a:r>
                <a:rPr lang="en-US" sz="1000" b="1">
                  <a:solidFill>
                    <a:schemeClr val="tx2"/>
                  </a:solidFill>
                </a:rPr>
                <a:t>Operate</a:t>
              </a:r>
            </a:p>
            <a:p>
              <a:r>
                <a:rPr lang="en-US" sz="800"/>
                <a:t>After a period of hypercare, the customer takes over the solution</a:t>
              </a:r>
              <a:endParaRPr lang="nl-BE" sz="800"/>
            </a:p>
          </p:txBody>
        </p:sp>
        <p:sp>
          <p:nvSpPr>
            <p:cNvPr id="494" name="Arrow: Chevron 26">
              <a:extLst>
                <a:ext uri="{FF2B5EF4-FFF2-40B4-BE49-F238E27FC236}">
                  <a16:creationId xmlns:a16="http://schemas.microsoft.com/office/drawing/2014/main" id="{0C265822-9631-4D9E-D930-DEABE7C7AA0E}"/>
                </a:ext>
              </a:extLst>
            </p:cNvPr>
            <p:cNvSpPr/>
            <p:nvPr/>
          </p:nvSpPr>
          <p:spPr>
            <a:xfrm>
              <a:off x="11066350" y="3197853"/>
              <a:ext cx="1125650" cy="409689"/>
            </a:xfrm>
            <a:prstGeom prst="chevron">
              <a:avLst>
                <a:gd name="adj" fmla="val 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Operate</a:t>
              </a:r>
            </a:p>
          </p:txBody>
        </p:sp>
        <p:sp>
          <p:nvSpPr>
            <p:cNvPr id="497" name="Arrow: Chevron 283">
              <a:extLst>
                <a:ext uri="{FF2B5EF4-FFF2-40B4-BE49-F238E27FC236}">
                  <a16:creationId xmlns:a16="http://schemas.microsoft.com/office/drawing/2014/main" id="{6D079616-BF5C-D8B8-C8F3-1A940D98A389}"/>
                </a:ext>
              </a:extLst>
            </p:cNvPr>
            <p:cNvSpPr/>
            <p:nvPr/>
          </p:nvSpPr>
          <p:spPr>
            <a:xfrm>
              <a:off x="10916676" y="2241576"/>
              <a:ext cx="1275324" cy="964154"/>
            </a:xfrm>
            <a:prstGeom prst="chevron">
              <a:avLst>
                <a:gd name="adj" fmla="val 0"/>
              </a:avLst>
            </a:prstGeom>
            <a:gradFill>
              <a:gsLst>
                <a:gs pos="1000">
                  <a:schemeClr val="accent3"/>
                </a:gs>
                <a:gs pos="99000">
                  <a:schemeClr val="accent3">
                    <a:lumMod val="75000"/>
                  </a:schemeClr>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20040" tIns="59436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Run</a:t>
              </a:r>
            </a:p>
          </p:txBody>
        </p:sp>
        <p:grpSp>
          <p:nvGrpSpPr>
            <p:cNvPr id="604" name="Group 603">
              <a:extLst>
                <a:ext uri="{FF2B5EF4-FFF2-40B4-BE49-F238E27FC236}">
                  <a16:creationId xmlns:a16="http://schemas.microsoft.com/office/drawing/2014/main" id="{CB358797-5A09-9190-CBE9-C536F3A788AB}"/>
                </a:ext>
              </a:extLst>
            </p:cNvPr>
            <p:cNvGrpSpPr/>
            <p:nvPr/>
          </p:nvGrpSpPr>
          <p:grpSpPr>
            <a:xfrm>
              <a:off x="11474566" y="2369261"/>
              <a:ext cx="471163" cy="471791"/>
              <a:chOff x="11473610" y="1942177"/>
              <a:chExt cx="471791" cy="471791"/>
            </a:xfrm>
          </p:grpSpPr>
          <p:sp>
            <p:nvSpPr>
              <p:cNvPr id="630" name="Oval 629">
                <a:extLst>
                  <a:ext uri="{FF2B5EF4-FFF2-40B4-BE49-F238E27FC236}">
                    <a16:creationId xmlns:a16="http://schemas.microsoft.com/office/drawing/2014/main" id="{5DE3DEEA-F8BB-1F2E-9571-49786CFC397F}"/>
                  </a:ext>
                </a:extLst>
              </p:cNvPr>
              <p:cNvSpPr/>
              <p:nvPr/>
            </p:nvSpPr>
            <p:spPr>
              <a:xfrm>
                <a:off x="11473610"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631" name="Group 630">
                <a:extLst>
                  <a:ext uri="{FF2B5EF4-FFF2-40B4-BE49-F238E27FC236}">
                    <a16:creationId xmlns:a16="http://schemas.microsoft.com/office/drawing/2014/main" id="{20EF2DA4-4E21-8075-68F6-02CB9E119389}"/>
                  </a:ext>
                </a:extLst>
              </p:cNvPr>
              <p:cNvGrpSpPr/>
              <p:nvPr/>
            </p:nvGrpSpPr>
            <p:grpSpPr>
              <a:xfrm>
                <a:off x="11570793" y="2043116"/>
                <a:ext cx="277520" cy="269933"/>
                <a:chOff x="11570793" y="2043116"/>
                <a:chExt cx="277520" cy="269933"/>
              </a:xfrm>
            </p:grpSpPr>
            <p:sp>
              <p:nvSpPr>
                <p:cNvPr id="632" name="Freeform 127">
                  <a:extLst>
                    <a:ext uri="{FF2B5EF4-FFF2-40B4-BE49-F238E27FC236}">
                      <a16:creationId xmlns:a16="http://schemas.microsoft.com/office/drawing/2014/main" id="{FFC2CBF1-2002-EA5D-C72B-9FB37AADE109}"/>
                    </a:ext>
                  </a:extLst>
                </p:cNvPr>
                <p:cNvSpPr/>
                <p:nvPr/>
              </p:nvSpPr>
              <p:spPr>
                <a:xfrm>
                  <a:off x="11570793" y="2043116"/>
                  <a:ext cx="179741" cy="226257"/>
                </a:xfrm>
                <a:custGeom>
                  <a:avLst/>
                  <a:gdLst>
                    <a:gd name="connsiteX0" fmla="*/ 41995 w 179741"/>
                    <a:gd name="connsiteY0" fmla="*/ 226257 h 226257"/>
                    <a:gd name="connsiteX1" fmla="*/ 31425 w 179741"/>
                    <a:gd name="connsiteY1" fmla="*/ 221343 h 226257"/>
                    <a:gd name="connsiteX2" fmla="*/ 48307 w 179741"/>
                    <a:gd name="connsiteY2" fmla="*/ 31424 h 226257"/>
                    <a:gd name="connsiteX3" fmla="*/ 168886 w 179741"/>
                    <a:gd name="connsiteY3" fmla="*/ 4375 h 226257"/>
                    <a:gd name="connsiteX4" fmla="*/ 179422 w 179741"/>
                    <a:gd name="connsiteY4" fmla="*/ 20793 h 226257"/>
                    <a:gd name="connsiteX5" fmla="*/ 163005 w 179741"/>
                    <a:gd name="connsiteY5" fmla="*/ 31329 h 226257"/>
                    <a:gd name="connsiteX6" fmla="*/ 161989 w 179741"/>
                    <a:gd name="connsiteY6" fmla="*/ 31067 h 226257"/>
                    <a:gd name="connsiteX7" fmla="*/ 31017 w 179741"/>
                    <a:gd name="connsiteY7" fmla="*/ 107371 h 226257"/>
                    <a:gd name="connsiteX8" fmla="*/ 52548 w 179741"/>
                    <a:gd name="connsiteY8" fmla="*/ 203600 h 226257"/>
                    <a:gd name="connsiteX9" fmla="*/ 50841 w 179741"/>
                    <a:gd name="connsiteY9" fmla="*/ 223033 h 226257"/>
                    <a:gd name="connsiteX10" fmla="*/ 41995 w 179741"/>
                    <a:gd name="connsiteY10" fmla="*/ 226257 h 22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41" h="226257">
                      <a:moveTo>
                        <a:pt x="41995" y="226257"/>
                      </a:moveTo>
                      <a:cubicBezTo>
                        <a:pt x="37919" y="226261"/>
                        <a:pt x="34050" y="224462"/>
                        <a:pt x="31425" y="221343"/>
                      </a:cubicBezTo>
                      <a:cubicBezTo>
                        <a:pt x="-16358" y="164236"/>
                        <a:pt x="-8799" y="79207"/>
                        <a:pt x="48307" y="31424"/>
                      </a:cubicBezTo>
                      <a:cubicBezTo>
                        <a:pt x="81759" y="3434"/>
                        <a:pt x="126684" y="-6644"/>
                        <a:pt x="168886" y="4375"/>
                      </a:cubicBezTo>
                      <a:cubicBezTo>
                        <a:pt x="176330" y="5999"/>
                        <a:pt x="181046" y="13350"/>
                        <a:pt x="179422" y="20793"/>
                      </a:cubicBezTo>
                      <a:cubicBezTo>
                        <a:pt x="177798" y="28236"/>
                        <a:pt x="170447" y="32954"/>
                        <a:pt x="163005" y="31329"/>
                      </a:cubicBezTo>
                      <a:cubicBezTo>
                        <a:pt x="162663" y="31255"/>
                        <a:pt x="162324" y="31167"/>
                        <a:pt x="161989" y="31067"/>
                      </a:cubicBezTo>
                      <a:cubicBezTo>
                        <a:pt x="104751" y="15971"/>
                        <a:pt x="46113" y="50133"/>
                        <a:pt x="31017" y="107371"/>
                      </a:cubicBezTo>
                      <a:cubicBezTo>
                        <a:pt x="22136" y="141041"/>
                        <a:pt x="30166" y="176925"/>
                        <a:pt x="52548" y="203600"/>
                      </a:cubicBezTo>
                      <a:cubicBezTo>
                        <a:pt x="57443" y="209439"/>
                        <a:pt x="56678" y="218140"/>
                        <a:pt x="50841" y="223033"/>
                      </a:cubicBezTo>
                      <a:cubicBezTo>
                        <a:pt x="48361" y="225113"/>
                        <a:pt x="45231" y="226254"/>
                        <a:pt x="41995" y="226257"/>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33" name="Freeform 128">
                  <a:extLst>
                    <a:ext uri="{FF2B5EF4-FFF2-40B4-BE49-F238E27FC236}">
                      <a16:creationId xmlns:a16="http://schemas.microsoft.com/office/drawing/2014/main" id="{3B046055-E137-3671-4374-9AF6C7496D6D}"/>
                    </a:ext>
                  </a:extLst>
                </p:cNvPr>
                <p:cNvSpPr/>
                <p:nvPr/>
              </p:nvSpPr>
              <p:spPr>
                <a:xfrm>
                  <a:off x="11594873" y="2243457"/>
                  <a:ext cx="54073" cy="54073"/>
                </a:xfrm>
                <a:custGeom>
                  <a:avLst/>
                  <a:gdLst>
                    <a:gd name="connsiteX0" fmla="*/ 27054 w 54073"/>
                    <a:gd name="connsiteY0" fmla="*/ 54074 h 54073"/>
                    <a:gd name="connsiteX1" fmla="*/ 0 w 54073"/>
                    <a:gd name="connsiteY1" fmla="*/ 27054 h 54073"/>
                    <a:gd name="connsiteX2" fmla="*/ 27020 w 54073"/>
                    <a:gd name="connsiteY2" fmla="*/ 0 h 54073"/>
                    <a:gd name="connsiteX3" fmla="*/ 54074 w 54073"/>
                    <a:gd name="connsiteY3" fmla="*/ 27020 h 54073"/>
                    <a:gd name="connsiteX4" fmla="*/ 54074 w 54073"/>
                    <a:gd name="connsiteY4" fmla="*/ 27037 h 54073"/>
                    <a:gd name="connsiteX5" fmla="*/ 27054 w 54073"/>
                    <a:gd name="connsiteY5" fmla="*/ 54074 h 54073"/>
                    <a:gd name="connsiteX6" fmla="*/ 27054 w 54073"/>
                    <a:gd name="connsiteY6" fmla="*/ 26485 h 54073"/>
                    <a:gd name="connsiteX7" fmla="*/ 26486 w 54073"/>
                    <a:gd name="connsiteY7" fmla="*/ 27020 h 54073"/>
                    <a:gd name="connsiteX8" fmla="*/ 26485 w 54073"/>
                    <a:gd name="connsiteY8" fmla="*/ 27037 h 54073"/>
                    <a:gd name="connsiteX9" fmla="*/ 26947 w 54073"/>
                    <a:gd name="connsiteY9" fmla="*/ 27696 h 54073"/>
                    <a:gd name="connsiteX10" fmla="*/ 27606 w 54073"/>
                    <a:gd name="connsiteY10" fmla="*/ 27234 h 54073"/>
                    <a:gd name="connsiteX11" fmla="*/ 27606 w 54073"/>
                    <a:gd name="connsiteY11" fmla="*/ 27037 h 54073"/>
                    <a:gd name="connsiteX12" fmla="*/ 27054 w 54073"/>
                    <a:gd name="connsiteY12"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073" h="54073">
                      <a:moveTo>
                        <a:pt x="27054" y="54074"/>
                      </a:moveTo>
                      <a:cubicBezTo>
                        <a:pt x="12122" y="54084"/>
                        <a:pt x="9" y="41987"/>
                        <a:pt x="0" y="27054"/>
                      </a:cubicBezTo>
                      <a:cubicBezTo>
                        <a:pt x="-9" y="12122"/>
                        <a:pt x="12088" y="10"/>
                        <a:pt x="27020" y="0"/>
                      </a:cubicBezTo>
                      <a:cubicBezTo>
                        <a:pt x="41952" y="-10"/>
                        <a:pt x="54064" y="12087"/>
                        <a:pt x="54074" y="27020"/>
                      </a:cubicBezTo>
                      <a:cubicBezTo>
                        <a:pt x="54074" y="27025"/>
                        <a:pt x="54074" y="27032"/>
                        <a:pt x="54074" y="27037"/>
                      </a:cubicBezTo>
                      <a:cubicBezTo>
                        <a:pt x="54064" y="41959"/>
                        <a:pt x="41976" y="54055"/>
                        <a:pt x="27054" y="54074"/>
                      </a:cubicBezTo>
                      <a:close/>
                      <a:moveTo>
                        <a:pt x="27054" y="26485"/>
                      </a:moveTo>
                      <a:cubicBezTo>
                        <a:pt x="26750" y="26475"/>
                        <a:pt x="26495" y="26715"/>
                        <a:pt x="26486" y="27020"/>
                      </a:cubicBezTo>
                      <a:cubicBezTo>
                        <a:pt x="26485" y="27025"/>
                        <a:pt x="26485" y="27032"/>
                        <a:pt x="26485" y="27037"/>
                      </a:cubicBezTo>
                      <a:cubicBezTo>
                        <a:pt x="26431" y="27346"/>
                        <a:pt x="26637" y="27642"/>
                        <a:pt x="26947" y="27696"/>
                      </a:cubicBezTo>
                      <a:cubicBezTo>
                        <a:pt x="27256" y="27751"/>
                        <a:pt x="27552" y="27544"/>
                        <a:pt x="27606" y="27234"/>
                      </a:cubicBezTo>
                      <a:cubicBezTo>
                        <a:pt x="27618" y="27170"/>
                        <a:pt x="27618" y="27103"/>
                        <a:pt x="27606" y="27037"/>
                      </a:cubicBezTo>
                      <a:cubicBezTo>
                        <a:pt x="27606" y="26732"/>
                        <a:pt x="27359" y="26485"/>
                        <a:pt x="27054"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34" name="Freeform 129">
                  <a:extLst>
                    <a:ext uri="{FF2B5EF4-FFF2-40B4-BE49-F238E27FC236}">
                      <a16:creationId xmlns:a16="http://schemas.microsoft.com/office/drawing/2014/main" id="{54027E39-B96E-C38F-464D-3BD12025785E}"/>
                    </a:ext>
                  </a:extLst>
                </p:cNvPr>
                <p:cNvSpPr/>
                <p:nvPr/>
              </p:nvSpPr>
              <p:spPr>
                <a:xfrm>
                  <a:off x="11669487" y="2086914"/>
                  <a:ext cx="178826" cy="226135"/>
                </a:xfrm>
                <a:custGeom>
                  <a:avLst/>
                  <a:gdLst>
                    <a:gd name="connsiteX0" fmla="*/ 44069 w 178826"/>
                    <a:gd name="connsiteY0" fmla="*/ 226136 h 226135"/>
                    <a:gd name="connsiteX1" fmla="*/ 9842 w 178826"/>
                    <a:gd name="connsiteY1" fmla="*/ 221739 h 226135"/>
                    <a:gd name="connsiteX2" fmla="*/ 583 w 178826"/>
                    <a:gd name="connsiteY2" fmla="*/ 204568 h 226135"/>
                    <a:gd name="connsiteX3" fmla="*/ 16739 w 178826"/>
                    <a:gd name="connsiteY3" fmla="*/ 195047 h 226135"/>
                    <a:gd name="connsiteX4" fmla="*/ 147712 w 178826"/>
                    <a:gd name="connsiteY4" fmla="*/ 118743 h 226135"/>
                    <a:gd name="connsiteX5" fmla="*/ 126180 w 178826"/>
                    <a:gd name="connsiteY5" fmla="*/ 22514 h 226135"/>
                    <a:gd name="connsiteX6" fmla="*/ 128151 w 178826"/>
                    <a:gd name="connsiteY6" fmla="*/ 3105 h 226135"/>
                    <a:gd name="connsiteX7" fmla="*/ 147303 w 178826"/>
                    <a:gd name="connsiteY7" fmla="*/ 4771 h 226135"/>
                    <a:gd name="connsiteX8" fmla="*/ 130681 w 178826"/>
                    <a:gd name="connsiteY8" fmla="*/ 194616 h 226135"/>
                    <a:gd name="connsiteX9" fmla="*/ 44069 w 178826"/>
                    <a:gd name="connsiteY9" fmla="*/ 226136 h 22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8826" h="226135">
                      <a:moveTo>
                        <a:pt x="44069" y="226136"/>
                      </a:moveTo>
                      <a:cubicBezTo>
                        <a:pt x="32519" y="226134"/>
                        <a:pt x="21017" y="224656"/>
                        <a:pt x="9842" y="221739"/>
                      </a:cubicBezTo>
                      <a:cubicBezTo>
                        <a:pt x="2543" y="219554"/>
                        <a:pt x="-1602" y="211866"/>
                        <a:pt x="583" y="204568"/>
                      </a:cubicBezTo>
                      <a:cubicBezTo>
                        <a:pt x="2651" y="197659"/>
                        <a:pt x="9693" y="193509"/>
                        <a:pt x="16739" y="195047"/>
                      </a:cubicBezTo>
                      <a:cubicBezTo>
                        <a:pt x="73977" y="210143"/>
                        <a:pt x="132615" y="175981"/>
                        <a:pt x="147712" y="118743"/>
                      </a:cubicBezTo>
                      <a:cubicBezTo>
                        <a:pt x="156592" y="85073"/>
                        <a:pt x="148563" y="49188"/>
                        <a:pt x="126180" y="22514"/>
                      </a:cubicBezTo>
                      <a:cubicBezTo>
                        <a:pt x="121364" y="16610"/>
                        <a:pt x="122247" y="7921"/>
                        <a:pt x="128151" y="3105"/>
                      </a:cubicBezTo>
                      <a:cubicBezTo>
                        <a:pt x="133934" y="-1612"/>
                        <a:pt x="142421" y="-874"/>
                        <a:pt x="147303" y="4771"/>
                      </a:cubicBezTo>
                      <a:cubicBezTo>
                        <a:pt x="195137" y="61785"/>
                        <a:pt x="187695" y="146780"/>
                        <a:pt x="130681" y="194616"/>
                      </a:cubicBezTo>
                      <a:cubicBezTo>
                        <a:pt x="106413" y="214976"/>
                        <a:pt x="75748" y="226136"/>
                        <a:pt x="44069" y="226136"/>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35" name="Freeform 130">
                  <a:extLst>
                    <a:ext uri="{FF2B5EF4-FFF2-40B4-BE49-F238E27FC236}">
                      <a16:creationId xmlns:a16="http://schemas.microsoft.com/office/drawing/2014/main" id="{9DEB6943-D23A-C303-4E42-C9B3F8AF2513}"/>
                    </a:ext>
                  </a:extLst>
                </p:cNvPr>
                <p:cNvSpPr/>
                <p:nvPr/>
              </p:nvSpPr>
              <p:spPr>
                <a:xfrm>
                  <a:off x="11770096" y="2058595"/>
                  <a:ext cx="54074" cy="54073"/>
                </a:xfrm>
                <a:custGeom>
                  <a:avLst/>
                  <a:gdLst>
                    <a:gd name="connsiteX0" fmla="*/ 26985 w 54074"/>
                    <a:gd name="connsiteY0" fmla="*/ 54074 h 54073"/>
                    <a:gd name="connsiteX1" fmla="*/ 0 w 54074"/>
                    <a:gd name="connsiteY1" fmla="*/ 26985 h 54073"/>
                    <a:gd name="connsiteX2" fmla="*/ 27089 w 54074"/>
                    <a:gd name="connsiteY2" fmla="*/ 0 h 54073"/>
                    <a:gd name="connsiteX3" fmla="*/ 54074 w 54074"/>
                    <a:gd name="connsiteY3" fmla="*/ 27054 h 54073"/>
                    <a:gd name="connsiteX4" fmla="*/ 26985 w 54074"/>
                    <a:gd name="connsiteY4" fmla="*/ 54074 h 54073"/>
                    <a:gd name="connsiteX5" fmla="*/ 26985 w 54074"/>
                    <a:gd name="connsiteY5" fmla="*/ 26485 h 54073"/>
                    <a:gd name="connsiteX6" fmla="*/ 26434 w 54074"/>
                    <a:gd name="connsiteY6" fmla="*/ 27054 h 54073"/>
                    <a:gd name="connsiteX7" fmla="*/ 27092 w 54074"/>
                    <a:gd name="connsiteY7" fmla="*/ 27516 h 54073"/>
                    <a:gd name="connsiteX8" fmla="*/ 27554 w 54074"/>
                    <a:gd name="connsiteY8" fmla="*/ 27054 h 54073"/>
                    <a:gd name="connsiteX9" fmla="*/ 26985 w 54074"/>
                    <a:gd name="connsiteY9"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74" h="54073">
                      <a:moveTo>
                        <a:pt x="26985" y="54074"/>
                      </a:moveTo>
                      <a:cubicBezTo>
                        <a:pt x="12053" y="54045"/>
                        <a:pt x="-29" y="41917"/>
                        <a:pt x="0" y="26985"/>
                      </a:cubicBezTo>
                      <a:cubicBezTo>
                        <a:pt x="29" y="12053"/>
                        <a:pt x="12156" y="-29"/>
                        <a:pt x="27089" y="0"/>
                      </a:cubicBezTo>
                      <a:cubicBezTo>
                        <a:pt x="42007" y="29"/>
                        <a:pt x="54083" y="12135"/>
                        <a:pt x="54074" y="27054"/>
                      </a:cubicBezTo>
                      <a:cubicBezTo>
                        <a:pt x="54055" y="41996"/>
                        <a:pt x="41926" y="54093"/>
                        <a:pt x="26985" y="54074"/>
                      </a:cubicBezTo>
                      <a:close/>
                      <a:moveTo>
                        <a:pt x="26985" y="26485"/>
                      </a:moveTo>
                      <a:cubicBezTo>
                        <a:pt x="26678" y="26494"/>
                        <a:pt x="26434" y="26746"/>
                        <a:pt x="26434" y="27054"/>
                      </a:cubicBezTo>
                      <a:cubicBezTo>
                        <a:pt x="26489" y="27364"/>
                        <a:pt x="26784" y="27570"/>
                        <a:pt x="27092" y="27516"/>
                      </a:cubicBezTo>
                      <a:cubicBezTo>
                        <a:pt x="27328" y="27474"/>
                        <a:pt x="27513" y="27290"/>
                        <a:pt x="27554" y="27054"/>
                      </a:cubicBezTo>
                      <a:cubicBezTo>
                        <a:pt x="27554" y="26740"/>
                        <a:pt x="27299" y="26485"/>
                        <a:pt x="26985"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636" name="Graphic 336">
                  <a:extLst>
                    <a:ext uri="{FF2B5EF4-FFF2-40B4-BE49-F238E27FC236}">
                      <a16:creationId xmlns:a16="http://schemas.microsoft.com/office/drawing/2014/main" id="{3E3FEAEF-F418-7202-941D-932E9F62EDF3}"/>
                    </a:ext>
                  </a:extLst>
                </p:cNvPr>
                <p:cNvGrpSpPr/>
                <p:nvPr/>
              </p:nvGrpSpPr>
              <p:grpSpPr>
                <a:xfrm>
                  <a:off x="11642426" y="2109389"/>
                  <a:ext cx="134189" cy="138120"/>
                  <a:chOff x="11642426" y="2109389"/>
                  <a:chExt cx="134189" cy="138120"/>
                </a:xfrm>
                <a:solidFill>
                  <a:srgbClr val="EF463C"/>
                </a:solidFill>
              </p:grpSpPr>
              <p:sp>
                <p:nvSpPr>
                  <p:cNvPr id="637" name="Freeform 132">
                    <a:extLst>
                      <a:ext uri="{FF2B5EF4-FFF2-40B4-BE49-F238E27FC236}">
                        <a16:creationId xmlns:a16="http://schemas.microsoft.com/office/drawing/2014/main" id="{98B1A696-3E3C-37E6-3FD9-B4D1FD0111DA}"/>
                      </a:ext>
                    </a:extLst>
                  </p:cNvPr>
                  <p:cNvSpPr/>
                  <p:nvPr/>
                </p:nvSpPr>
                <p:spPr>
                  <a:xfrm>
                    <a:off x="11681787" y="2109389"/>
                    <a:ext cx="34081" cy="51112"/>
                  </a:xfrm>
                  <a:custGeom>
                    <a:avLst/>
                    <a:gdLst>
                      <a:gd name="connsiteX0" fmla="*/ 20338 w 34081"/>
                      <a:gd name="connsiteY0" fmla="*/ 51112 h 51112"/>
                      <a:gd name="connsiteX1" fmla="*/ 7060 w 34081"/>
                      <a:gd name="connsiteY1" fmla="*/ 41008 h 51112"/>
                      <a:gd name="connsiteX2" fmla="*/ 318 w 34081"/>
                      <a:gd name="connsiteY2" fmla="*/ 16730 h 51112"/>
                      <a:gd name="connsiteX3" fmla="*/ 10864 w 34081"/>
                      <a:gd name="connsiteY3" fmla="*/ 317 h 51112"/>
                      <a:gd name="connsiteX4" fmla="*/ 26855 w 34081"/>
                      <a:gd name="connsiteY4" fmla="*/ 9350 h 51112"/>
                      <a:gd name="connsiteX5" fmla="*/ 33580 w 34081"/>
                      <a:gd name="connsiteY5" fmla="*/ 33628 h 51112"/>
                      <a:gd name="connsiteX6" fmla="*/ 24028 w 34081"/>
                      <a:gd name="connsiteY6" fmla="*/ 50578 h 51112"/>
                      <a:gd name="connsiteX7" fmla="*/ 20338 w 34081"/>
                      <a:gd name="connsiteY7" fmla="*/ 51112 h 51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081" h="51112">
                        <a:moveTo>
                          <a:pt x="20338" y="51112"/>
                        </a:moveTo>
                        <a:cubicBezTo>
                          <a:pt x="14146" y="51106"/>
                          <a:pt x="8717" y="46974"/>
                          <a:pt x="7060" y="41008"/>
                        </a:cubicBezTo>
                        <a:lnTo>
                          <a:pt x="318" y="16730"/>
                        </a:lnTo>
                        <a:cubicBezTo>
                          <a:pt x="-1302" y="9286"/>
                          <a:pt x="3420" y="1938"/>
                          <a:pt x="10864" y="317"/>
                        </a:cubicBezTo>
                        <a:cubicBezTo>
                          <a:pt x="17715" y="-1174"/>
                          <a:pt x="24595" y="2712"/>
                          <a:pt x="26855" y="9350"/>
                        </a:cubicBezTo>
                        <a:lnTo>
                          <a:pt x="33580" y="33628"/>
                        </a:lnTo>
                        <a:cubicBezTo>
                          <a:pt x="35601" y="40944"/>
                          <a:pt x="31332" y="48518"/>
                          <a:pt x="24028" y="50578"/>
                        </a:cubicBezTo>
                        <a:cubicBezTo>
                          <a:pt x="22826" y="50916"/>
                          <a:pt x="21586" y="51096"/>
                          <a:pt x="20338" y="51112"/>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38" name="Freeform 133">
                    <a:extLst>
                      <a:ext uri="{FF2B5EF4-FFF2-40B4-BE49-F238E27FC236}">
                        <a16:creationId xmlns:a16="http://schemas.microsoft.com/office/drawing/2014/main" id="{176000F0-B195-48DB-C9AB-70ECA72CDB6A}"/>
                      </a:ext>
                    </a:extLst>
                  </p:cNvPr>
                  <p:cNvSpPr/>
                  <p:nvPr/>
                </p:nvSpPr>
                <p:spPr>
                  <a:xfrm>
                    <a:off x="11712355" y="2115152"/>
                    <a:ext cx="40560" cy="48969"/>
                  </a:xfrm>
                  <a:custGeom>
                    <a:avLst/>
                    <a:gdLst>
                      <a:gd name="connsiteX0" fmla="*/ 13789 w 40560"/>
                      <a:gd name="connsiteY0" fmla="*/ 48970 h 48969"/>
                      <a:gd name="connsiteX1" fmla="*/ 0 w 40560"/>
                      <a:gd name="connsiteY1" fmla="*/ 35170 h 48969"/>
                      <a:gd name="connsiteX2" fmla="*/ 2012 w 40560"/>
                      <a:gd name="connsiteY2" fmla="*/ 28002 h 48969"/>
                      <a:gd name="connsiteX3" fmla="*/ 15134 w 40560"/>
                      <a:gd name="connsiteY3" fmla="*/ 6379 h 48969"/>
                      <a:gd name="connsiteX4" fmla="*/ 34182 w 40560"/>
                      <a:gd name="connsiteY4" fmla="*/ 2165 h 48969"/>
                      <a:gd name="connsiteX5" fmla="*/ 38722 w 40560"/>
                      <a:gd name="connsiteY5" fmla="*/ 20674 h 48969"/>
                      <a:gd name="connsiteX6" fmla="*/ 25600 w 40560"/>
                      <a:gd name="connsiteY6" fmla="*/ 42331 h 48969"/>
                      <a:gd name="connsiteX7" fmla="*/ 13789 w 40560"/>
                      <a:gd name="connsiteY7" fmla="*/ 48970 h 4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60" h="48969">
                        <a:moveTo>
                          <a:pt x="13789" y="48970"/>
                        </a:moveTo>
                        <a:cubicBezTo>
                          <a:pt x="6170" y="48967"/>
                          <a:pt x="-3" y="42788"/>
                          <a:pt x="0" y="35170"/>
                        </a:cubicBezTo>
                        <a:cubicBezTo>
                          <a:pt x="1" y="32641"/>
                          <a:pt x="697" y="30162"/>
                          <a:pt x="2012" y="28002"/>
                        </a:cubicBezTo>
                        <a:lnTo>
                          <a:pt x="15134" y="6379"/>
                        </a:lnTo>
                        <a:cubicBezTo>
                          <a:pt x="19231" y="-44"/>
                          <a:pt x="27757" y="-1931"/>
                          <a:pt x="34182" y="2165"/>
                        </a:cubicBezTo>
                        <a:cubicBezTo>
                          <a:pt x="40398" y="6130"/>
                          <a:pt x="42398" y="14282"/>
                          <a:pt x="38722" y="20674"/>
                        </a:cubicBezTo>
                        <a:lnTo>
                          <a:pt x="25600" y="42331"/>
                        </a:lnTo>
                        <a:cubicBezTo>
                          <a:pt x="23096" y="46458"/>
                          <a:pt x="18616" y="48976"/>
                          <a:pt x="13789" y="4897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39" name="Freeform 134">
                    <a:extLst>
                      <a:ext uri="{FF2B5EF4-FFF2-40B4-BE49-F238E27FC236}">
                        <a16:creationId xmlns:a16="http://schemas.microsoft.com/office/drawing/2014/main" id="{0AB6538E-57CE-FC17-4F83-B4135594BB44}"/>
                      </a:ext>
                    </a:extLst>
                  </p:cNvPr>
                  <p:cNvSpPr/>
                  <p:nvPr/>
                </p:nvSpPr>
                <p:spPr>
                  <a:xfrm>
                    <a:off x="11730312" y="2152481"/>
                    <a:ext cx="46303" cy="31384"/>
                  </a:xfrm>
                  <a:custGeom>
                    <a:avLst/>
                    <a:gdLst>
                      <a:gd name="connsiteX0" fmla="*/ 13954 w 46303"/>
                      <a:gd name="connsiteY0" fmla="*/ 31384 h 31384"/>
                      <a:gd name="connsiteX1" fmla="*/ 1 w 46303"/>
                      <a:gd name="connsiteY1" fmla="*/ 17750 h 31384"/>
                      <a:gd name="connsiteX2" fmla="*/ 11230 w 46303"/>
                      <a:gd name="connsiteY2" fmla="*/ 4037 h 31384"/>
                      <a:gd name="connsiteX3" fmla="*/ 29749 w 46303"/>
                      <a:gd name="connsiteY3" fmla="*/ 278 h 31384"/>
                      <a:gd name="connsiteX4" fmla="*/ 46026 w 46303"/>
                      <a:gd name="connsiteY4" fmla="*/ 11072 h 31384"/>
                      <a:gd name="connsiteX5" fmla="*/ 35232 w 46303"/>
                      <a:gd name="connsiteY5" fmla="*/ 27349 h 31384"/>
                      <a:gd name="connsiteX6" fmla="*/ 16713 w 46303"/>
                      <a:gd name="connsiteY6" fmla="*/ 31108 h 31384"/>
                      <a:gd name="connsiteX7" fmla="*/ 13954 w 46303"/>
                      <a:gd name="connsiteY7" fmla="*/ 31384 h 3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303" h="31384">
                        <a:moveTo>
                          <a:pt x="13954" y="31384"/>
                        </a:moveTo>
                        <a:cubicBezTo>
                          <a:pt x="6336" y="31472"/>
                          <a:pt x="89" y="25368"/>
                          <a:pt x="1" y="17750"/>
                        </a:cubicBezTo>
                        <a:cubicBezTo>
                          <a:pt x="-77" y="11061"/>
                          <a:pt x="4657" y="5280"/>
                          <a:pt x="11230" y="4037"/>
                        </a:cubicBezTo>
                        <a:lnTo>
                          <a:pt x="29749" y="278"/>
                        </a:lnTo>
                        <a:cubicBezTo>
                          <a:pt x="37224" y="-1237"/>
                          <a:pt x="44512" y="3596"/>
                          <a:pt x="46026" y="11072"/>
                        </a:cubicBezTo>
                        <a:cubicBezTo>
                          <a:pt x="47540" y="18547"/>
                          <a:pt x="42707" y="25835"/>
                          <a:pt x="35232" y="27349"/>
                        </a:cubicBezTo>
                        <a:lnTo>
                          <a:pt x="16713" y="31108"/>
                        </a:lnTo>
                        <a:cubicBezTo>
                          <a:pt x="15804" y="31292"/>
                          <a:pt x="14880" y="31385"/>
                          <a:pt x="13954" y="3138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0" name="Freeform 135">
                    <a:extLst>
                      <a:ext uri="{FF2B5EF4-FFF2-40B4-BE49-F238E27FC236}">
                        <a16:creationId xmlns:a16="http://schemas.microsoft.com/office/drawing/2014/main" id="{F9B1DBBC-A210-206E-5AA7-D88EBE128A51}"/>
                      </a:ext>
                    </a:extLst>
                  </p:cNvPr>
                  <p:cNvSpPr/>
                  <p:nvPr/>
                </p:nvSpPr>
                <p:spPr>
                  <a:xfrm>
                    <a:off x="11725062" y="2181654"/>
                    <a:ext cx="46842" cy="39214"/>
                  </a:xfrm>
                  <a:custGeom>
                    <a:avLst/>
                    <a:gdLst>
                      <a:gd name="connsiteX0" fmla="*/ 33016 w 46842"/>
                      <a:gd name="connsiteY0" fmla="*/ 39215 h 39214"/>
                      <a:gd name="connsiteX1" fmla="*/ 25895 w 46842"/>
                      <a:gd name="connsiteY1" fmla="*/ 37232 h 39214"/>
                      <a:gd name="connsiteX2" fmla="*/ 6669 w 46842"/>
                      <a:gd name="connsiteY2" fmla="*/ 25610 h 39214"/>
                      <a:gd name="connsiteX3" fmla="*/ 1987 w 46842"/>
                      <a:gd name="connsiteY3" fmla="*/ 6669 h 39214"/>
                      <a:gd name="connsiteX4" fmla="*/ 20929 w 46842"/>
                      <a:gd name="connsiteY4" fmla="*/ 1987 h 39214"/>
                      <a:gd name="connsiteX5" fmla="*/ 40172 w 46842"/>
                      <a:gd name="connsiteY5" fmla="*/ 13609 h 39214"/>
                      <a:gd name="connsiteX6" fmla="*/ 44858 w 46842"/>
                      <a:gd name="connsiteY6" fmla="*/ 32545 h 39214"/>
                      <a:gd name="connsiteX7" fmla="*/ 33016 w 46842"/>
                      <a:gd name="connsiteY7" fmla="*/ 39215 h 3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842" h="39214">
                        <a:moveTo>
                          <a:pt x="33016" y="39215"/>
                        </a:moveTo>
                        <a:cubicBezTo>
                          <a:pt x="30505" y="39215"/>
                          <a:pt x="28043" y="38529"/>
                          <a:pt x="25895" y="37232"/>
                        </a:cubicBezTo>
                        <a:lnTo>
                          <a:pt x="6669" y="25610"/>
                        </a:lnTo>
                        <a:cubicBezTo>
                          <a:pt x="145" y="21672"/>
                          <a:pt x="-1951" y="13192"/>
                          <a:pt x="1987" y="6669"/>
                        </a:cubicBezTo>
                        <a:cubicBezTo>
                          <a:pt x="5925" y="145"/>
                          <a:pt x="14406" y="-1951"/>
                          <a:pt x="20929" y="1987"/>
                        </a:cubicBezTo>
                        <a:lnTo>
                          <a:pt x="40172" y="13609"/>
                        </a:lnTo>
                        <a:cubicBezTo>
                          <a:pt x="46695" y="17544"/>
                          <a:pt x="48793" y="26022"/>
                          <a:pt x="44858" y="32545"/>
                        </a:cubicBezTo>
                        <a:cubicBezTo>
                          <a:pt x="42355" y="36694"/>
                          <a:pt x="37860" y="39225"/>
                          <a:pt x="33016" y="3921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1" name="Freeform 136">
                    <a:extLst>
                      <a:ext uri="{FF2B5EF4-FFF2-40B4-BE49-F238E27FC236}">
                        <a16:creationId xmlns:a16="http://schemas.microsoft.com/office/drawing/2014/main" id="{C59D154B-1B46-CDC2-0089-0645363D7DBF}"/>
                      </a:ext>
                    </a:extLst>
                  </p:cNvPr>
                  <p:cNvSpPr/>
                  <p:nvPr/>
                </p:nvSpPr>
                <p:spPr>
                  <a:xfrm>
                    <a:off x="11702289" y="2201764"/>
                    <a:ext cx="31987" cy="45745"/>
                  </a:xfrm>
                  <a:custGeom>
                    <a:avLst/>
                    <a:gdLst>
                      <a:gd name="connsiteX0" fmla="*/ 18182 w 31987"/>
                      <a:gd name="connsiteY0" fmla="*/ 45745 h 45745"/>
                      <a:gd name="connsiteX1" fmla="*/ 4784 w 31987"/>
                      <a:gd name="connsiteY1" fmla="*/ 35192 h 45745"/>
                      <a:gd name="connsiteX2" fmla="*/ 387 w 31987"/>
                      <a:gd name="connsiteY2" fmla="*/ 17036 h 45745"/>
                      <a:gd name="connsiteX3" fmla="*/ 10569 w 31987"/>
                      <a:gd name="connsiteY3" fmla="*/ 388 h 45745"/>
                      <a:gd name="connsiteX4" fmla="*/ 27217 w 31987"/>
                      <a:gd name="connsiteY4" fmla="*/ 10570 h 45745"/>
                      <a:gd name="connsiteX5" fmla="*/ 31597 w 31987"/>
                      <a:gd name="connsiteY5" fmla="*/ 28709 h 45745"/>
                      <a:gd name="connsiteX6" fmla="*/ 21437 w 31987"/>
                      <a:gd name="connsiteY6" fmla="*/ 45362 h 45745"/>
                      <a:gd name="connsiteX7" fmla="*/ 21424 w 31987"/>
                      <a:gd name="connsiteY7" fmla="*/ 45366 h 45745"/>
                      <a:gd name="connsiteX8" fmla="*/ 18182 w 31987"/>
                      <a:gd name="connsiteY8" fmla="*/ 45745 h 4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87" h="45745">
                        <a:moveTo>
                          <a:pt x="18182" y="45745"/>
                        </a:moveTo>
                        <a:cubicBezTo>
                          <a:pt x="11816" y="45740"/>
                          <a:pt x="6280" y="41379"/>
                          <a:pt x="4784" y="35192"/>
                        </a:cubicBezTo>
                        <a:lnTo>
                          <a:pt x="387" y="17036"/>
                        </a:lnTo>
                        <a:cubicBezTo>
                          <a:pt x="-1398" y="9626"/>
                          <a:pt x="3160" y="2174"/>
                          <a:pt x="10569" y="388"/>
                        </a:cubicBezTo>
                        <a:cubicBezTo>
                          <a:pt x="17978" y="-1399"/>
                          <a:pt x="25432" y="3160"/>
                          <a:pt x="27217" y="10570"/>
                        </a:cubicBezTo>
                        <a:lnTo>
                          <a:pt x="31597" y="28709"/>
                        </a:lnTo>
                        <a:cubicBezTo>
                          <a:pt x="33390" y="36113"/>
                          <a:pt x="28842" y="43569"/>
                          <a:pt x="21437" y="45362"/>
                        </a:cubicBezTo>
                        <a:cubicBezTo>
                          <a:pt x="21432" y="45364"/>
                          <a:pt x="21428" y="45364"/>
                          <a:pt x="21424" y="45366"/>
                        </a:cubicBezTo>
                        <a:cubicBezTo>
                          <a:pt x="20362" y="45618"/>
                          <a:pt x="19274" y="45745"/>
                          <a:pt x="18182" y="4574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2" name="Freeform 137">
                    <a:extLst>
                      <a:ext uri="{FF2B5EF4-FFF2-40B4-BE49-F238E27FC236}">
                        <a16:creationId xmlns:a16="http://schemas.microsoft.com/office/drawing/2014/main" id="{7E8CAC7F-1102-50AE-E8CF-068F5E28AC3D}"/>
                      </a:ext>
                    </a:extLst>
                  </p:cNvPr>
                  <p:cNvSpPr/>
                  <p:nvPr/>
                </p:nvSpPr>
                <p:spPr>
                  <a:xfrm>
                    <a:off x="11665963" y="2194759"/>
                    <a:ext cx="38617" cy="46490"/>
                  </a:xfrm>
                  <a:custGeom>
                    <a:avLst/>
                    <a:gdLst>
                      <a:gd name="connsiteX0" fmla="*/ 13746 w 38617"/>
                      <a:gd name="connsiteY0" fmla="*/ 46490 h 46490"/>
                      <a:gd name="connsiteX1" fmla="*/ 0 w 38617"/>
                      <a:gd name="connsiteY1" fmla="*/ 32648 h 46490"/>
                      <a:gd name="connsiteX2" fmla="*/ 1848 w 38617"/>
                      <a:gd name="connsiteY2" fmla="*/ 25799 h 46490"/>
                      <a:gd name="connsiteX3" fmla="*/ 12815 w 38617"/>
                      <a:gd name="connsiteY3" fmla="*/ 7004 h 46490"/>
                      <a:gd name="connsiteX4" fmla="*/ 31613 w 38617"/>
                      <a:gd name="connsiteY4" fmla="*/ 1791 h 46490"/>
                      <a:gd name="connsiteX5" fmla="*/ 36827 w 38617"/>
                      <a:gd name="connsiteY5" fmla="*/ 20590 h 46490"/>
                      <a:gd name="connsiteX6" fmla="*/ 36645 w 38617"/>
                      <a:gd name="connsiteY6" fmla="*/ 20902 h 46490"/>
                      <a:gd name="connsiteX7" fmla="*/ 25678 w 38617"/>
                      <a:gd name="connsiteY7" fmla="*/ 39714 h 46490"/>
                      <a:gd name="connsiteX8" fmla="*/ 13746 w 38617"/>
                      <a:gd name="connsiteY8" fmla="*/ 46490 h 46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17" h="46490">
                        <a:moveTo>
                          <a:pt x="13746" y="46490"/>
                        </a:moveTo>
                        <a:cubicBezTo>
                          <a:pt x="6128" y="46463"/>
                          <a:pt x="-27" y="40266"/>
                          <a:pt x="0" y="32648"/>
                        </a:cubicBezTo>
                        <a:cubicBezTo>
                          <a:pt x="9" y="30242"/>
                          <a:pt x="646" y="27882"/>
                          <a:pt x="1848" y="25799"/>
                        </a:cubicBezTo>
                        <a:lnTo>
                          <a:pt x="12815" y="7004"/>
                        </a:lnTo>
                        <a:cubicBezTo>
                          <a:pt x="16566" y="373"/>
                          <a:pt x="24983" y="-1961"/>
                          <a:pt x="31613" y="1791"/>
                        </a:cubicBezTo>
                        <a:cubicBezTo>
                          <a:pt x="38244" y="5542"/>
                          <a:pt x="40578" y="13958"/>
                          <a:pt x="36827" y="20590"/>
                        </a:cubicBezTo>
                        <a:cubicBezTo>
                          <a:pt x="36767" y="20695"/>
                          <a:pt x="36707" y="20798"/>
                          <a:pt x="36645" y="20902"/>
                        </a:cubicBezTo>
                        <a:lnTo>
                          <a:pt x="25678" y="39714"/>
                        </a:lnTo>
                        <a:cubicBezTo>
                          <a:pt x="23186" y="43932"/>
                          <a:pt x="18644" y="46511"/>
                          <a:pt x="13746" y="4649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3" name="Freeform 138">
                    <a:extLst>
                      <a:ext uri="{FF2B5EF4-FFF2-40B4-BE49-F238E27FC236}">
                        <a16:creationId xmlns:a16="http://schemas.microsoft.com/office/drawing/2014/main" id="{3C48086E-6B75-5E80-4753-D8DE210A1582}"/>
                      </a:ext>
                    </a:extLst>
                  </p:cNvPr>
                  <p:cNvSpPr/>
                  <p:nvPr/>
                </p:nvSpPr>
                <p:spPr>
                  <a:xfrm>
                    <a:off x="11642426" y="2171965"/>
                    <a:ext cx="48292" cy="33233"/>
                  </a:xfrm>
                  <a:custGeom>
                    <a:avLst/>
                    <a:gdLst>
                      <a:gd name="connsiteX0" fmla="*/ 13781 w 48292"/>
                      <a:gd name="connsiteY0" fmla="*/ 33230 h 33233"/>
                      <a:gd name="connsiteX1" fmla="*/ 0 w 48292"/>
                      <a:gd name="connsiteY1" fmla="*/ 19422 h 33233"/>
                      <a:gd name="connsiteX2" fmla="*/ 10177 w 48292"/>
                      <a:gd name="connsiteY2" fmla="*/ 6124 h 33233"/>
                      <a:gd name="connsiteX3" fmla="*/ 30696 w 48292"/>
                      <a:gd name="connsiteY3" fmla="*/ 537 h 33233"/>
                      <a:gd name="connsiteX4" fmla="*/ 47756 w 48292"/>
                      <a:gd name="connsiteY4" fmla="*/ 9999 h 33233"/>
                      <a:gd name="connsiteX5" fmla="*/ 38294 w 48292"/>
                      <a:gd name="connsiteY5" fmla="*/ 27059 h 33233"/>
                      <a:gd name="connsiteX6" fmla="*/ 37921 w 48292"/>
                      <a:gd name="connsiteY6" fmla="*/ 27160 h 33233"/>
                      <a:gd name="connsiteX7" fmla="*/ 17402 w 48292"/>
                      <a:gd name="connsiteY7" fmla="*/ 32833 h 33233"/>
                      <a:gd name="connsiteX8" fmla="*/ 13781 w 48292"/>
                      <a:gd name="connsiteY8" fmla="*/ 33230 h 3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92" h="33233">
                        <a:moveTo>
                          <a:pt x="13781" y="33230"/>
                        </a:moveTo>
                        <a:cubicBezTo>
                          <a:pt x="6162" y="33223"/>
                          <a:pt x="-8" y="27040"/>
                          <a:pt x="0" y="19422"/>
                        </a:cubicBezTo>
                        <a:cubicBezTo>
                          <a:pt x="6" y="13201"/>
                          <a:pt x="4174" y="7755"/>
                          <a:pt x="10177" y="6124"/>
                        </a:cubicBezTo>
                        <a:lnTo>
                          <a:pt x="30696" y="537"/>
                        </a:lnTo>
                        <a:cubicBezTo>
                          <a:pt x="38020" y="-1561"/>
                          <a:pt x="45658" y="2675"/>
                          <a:pt x="47756" y="9999"/>
                        </a:cubicBezTo>
                        <a:cubicBezTo>
                          <a:pt x="49854" y="17323"/>
                          <a:pt x="45618" y="24961"/>
                          <a:pt x="38294" y="27059"/>
                        </a:cubicBezTo>
                        <a:cubicBezTo>
                          <a:pt x="38170" y="27094"/>
                          <a:pt x="38046" y="27128"/>
                          <a:pt x="37921" y="27160"/>
                        </a:cubicBezTo>
                        <a:lnTo>
                          <a:pt x="17402" y="32833"/>
                        </a:lnTo>
                        <a:cubicBezTo>
                          <a:pt x="16217" y="33124"/>
                          <a:pt x="15000" y="33257"/>
                          <a:pt x="13781" y="3323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4" name="Freeform 139">
                    <a:extLst>
                      <a:ext uri="{FF2B5EF4-FFF2-40B4-BE49-F238E27FC236}">
                        <a16:creationId xmlns:a16="http://schemas.microsoft.com/office/drawing/2014/main" id="{3D6AA31F-AED9-5924-11DB-FF4BF05E22D0}"/>
                      </a:ext>
                    </a:extLst>
                  </p:cNvPr>
                  <p:cNvSpPr/>
                  <p:nvPr/>
                </p:nvSpPr>
                <p:spPr>
                  <a:xfrm>
                    <a:off x="11647198" y="2133707"/>
                    <a:ext cx="47286" cy="40433"/>
                  </a:xfrm>
                  <a:custGeom>
                    <a:avLst/>
                    <a:gdLst>
                      <a:gd name="connsiteX0" fmla="*/ 33390 w 47286"/>
                      <a:gd name="connsiteY0" fmla="*/ 40434 h 40433"/>
                      <a:gd name="connsiteX1" fmla="*/ 25872 w 47286"/>
                      <a:gd name="connsiteY1" fmla="*/ 38192 h 40433"/>
                      <a:gd name="connsiteX2" fmla="*/ 6267 w 47286"/>
                      <a:gd name="connsiteY2" fmla="*/ 25363 h 40433"/>
                      <a:gd name="connsiteX3" fmla="*/ 2240 w 47286"/>
                      <a:gd name="connsiteY3" fmla="*/ 6267 h 40433"/>
                      <a:gd name="connsiteX4" fmla="*/ 21337 w 47286"/>
                      <a:gd name="connsiteY4" fmla="*/ 2240 h 40433"/>
                      <a:gd name="connsiteX5" fmla="*/ 41028 w 47286"/>
                      <a:gd name="connsiteY5" fmla="*/ 15086 h 40433"/>
                      <a:gd name="connsiteX6" fmla="*/ 45043 w 47286"/>
                      <a:gd name="connsiteY6" fmla="*/ 34177 h 40433"/>
                      <a:gd name="connsiteX7" fmla="*/ 33476 w 47286"/>
                      <a:gd name="connsiteY7" fmla="*/ 40434 h 4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286" h="40433">
                        <a:moveTo>
                          <a:pt x="33390" y="40434"/>
                        </a:moveTo>
                        <a:cubicBezTo>
                          <a:pt x="30720" y="40430"/>
                          <a:pt x="28108" y="39651"/>
                          <a:pt x="25872" y="38192"/>
                        </a:cubicBezTo>
                        <a:lnTo>
                          <a:pt x="6267" y="25363"/>
                        </a:lnTo>
                        <a:cubicBezTo>
                          <a:pt x="-119" y="21202"/>
                          <a:pt x="-1921" y="12652"/>
                          <a:pt x="2240" y="6267"/>
                        </a:cubicBezTo>
                        <a:cubicBezTo>
                          <a:pt x="6402" y="-119"/>
                          <a:pt x="14952" y="-1921"/>
                          <a:pt x="21337" y="2240"/>
                        </a:cubicBezTo>
                        <a:lnTo>
                          <a:pt x="41028" y="15086"/>
                        </a:lnTo>
                        <a:cubicBezTo>
                          <a:pt x="47409" y="19249"/>
                          <a:pt x="49206" y="27797"/>
                          <a:pt x="45043" y="34177"/>
                        </a:cubicBezTo>
                        <a:cubicBezTo>
                          <a:pt x="42494" y="38085"/>
                          <a:pt x="38142" y="40439"/>
                          <a:pt x="33476" y="4043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5" name="Freeform 140">
                    <a:extLst>
                      <a:ext uri="{FF2B5EF4-FFF2-40B4-BE49-F238E27FC236}">
                        <a16:creationId xmlns:a16="http://schemas.microsoft.com/office/drawing/2014/main" id="{C4A324BC-DFD6-3D6A-D6D2-2BADBE106E88}"/>
                      </a:ext>
                    </a:extLst>
                  </p:cNvPr>
                  <p:cNvSpPr/>
                  <p:nvPr/>
                </p:nvSpPr>
                <p:spPr>
                  <a:xfrm>
                    <a:off x="11662660" y="2132016"/>
                    <a:ext cx="94148" cy="94146"/>
                  </a:xfrm>
                  <a:custGeom>
                    <a:avLst/>
                    <a:gdLst>
                      <a:gd name="connsiteX0" fmla="*/ 47086 w 94148"/>
                      <a:gd name="connsiteY0" fmla="*/ 94147 h 94146"/>
                      <a:gd name="connsiteX1" fmla="*/ 0 w 94148"/>
                      <a:gd name="connsiteY1" fmla="*/ 47086 h 94146"/>
                      <a:gd name="connsiteX2" fmla="*/ 47061 w 94148"/>
                      <a:gd name="connsiteY2" fmla="*/ 0 h 94146"/>
                      <a:gd name="connsiteX3" fmla="*/ 92900 w 94148"/>
                      <a:gd name="connsiteY3" fmla="*/ 36314 h 94146"/>
                      <a:gd name="connsiteX4" fmla="*/ 92900 w 94148"/>
                      <a:gd name="connsiteY4" fmla="*/ 36314 h 94146"/>
                      <a:gd name="connsiteX5" fmla="*/ 57755 w 94148"/>
                      <a:gd name="connsiteY5" fmla="*/ 92910 h 94146"/>
                      <a:gd name="connsiteX6" fmla="*/ 47086 w 94148"/>
                      <a:gd name="connsiteY6" fmla="*/ 94147 h 94146"/>
                      <a:gd name="connsiteX7" fmla="*/ 47086 w 94148"/>
                      <a:gd name="connsiteY7" fmla="*/ 27589 h 94146"/>
                      <a:gd name="connsiteX8" fmla="*/ 42620 w 94148"/>
                      <a:gd name="connsiteY8" fmla="*/ 28106 h 94146"/>
                      <a:gd name="connsiteX9" fmla="*/ 28110 w 94148"/>
                      <a:gd name="connsiteY9" fmla="*/ 51531 h 94146"/>
                      <a:gd name="connsiteX10" fmla="*/ 51535 w 94148"/>
                      <a:gd name="connsiteY10" fmla="*/ 66041 h 94146"/>
                      <a:gd name="connsiteX11" fmla="*/ 66043 w 94148"/>
                      <a:gd name="connsiteY11" fmla="*/ 42671 h 94146"/>
                      <a:gd name="connsiteX12" fmla="*/ 66036 w 94148"/>
                      <a:gd name="connsiteY12" fmla="*/ 42642 h 94146"/>
                      <a:gd name="connsiteX13" fmla="*/ 66036 w 94148"/>
                      <a:gd name="connsiteY13" fmla="*/ 42642 h 94146"/>
                      <a:gd name="connsiteX14" fmla="*/ 47086 w 94148"/>
                      <a:gd name="connsiteY14" fmla="*/ 27589 h 9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148" h="94146">
                        <a:moveTo>
                          <a:pt x="47086" y="94147"/>
                        </a:moveTo>
                        <a:cubicBezTo>
                          <a:pt x="21088" y="94154"/>
                          <a:pt x="7" y="73084"/>
                          <a:pt x="0" y="47086"/>
                        </a:cubicBezTo>
                        <a:cubicBezTo>
                          <a:pt x="-7" y="21088"/>
                          <a:pt x="21063" y="7"/>
                          <a:pt x="47061" y="0"/>
                        </a:cubicBezTo>
                        <a:cubicBezTo>
                          <a:pt x="68919" y="-6"/>
                          <a:pt x="87905" y="15035"/>
                          <a:pt x="92900" y="36314"/>
                        </a:cubicBezTo>
                        <a:lnTo>
                          <a:pt x="92900" y="36314"/>
                        </a:lnTo>
                        <a:cubicBezTo>
                          <a:pt x="98823" y="61647"/>
                          <a:pt x="83089" y="86986"/>
                          <a:pt x="57755" y="92910"/>
                        </a:cubicBezTo>
                        <a:cubicBezTo>
                          <a:pt x="54257" y="93728"/>
                          <a:pt x="50678" y="94143"/>
                          <a:pt x="47086" y="94147"/>
                        </a:cubicBezTo>
                        <a:close/>
                        <a:moveTo>
                          <a:pt x="47086" y="27589"/>
                        </a:moveTo>
                        <a:cubicBezTo>
                          <a:pt x="45582" y="27592"/>
                          <a:pt x="44084" y="27766"/>
                          <a:pt x="42620" y="28106"/>
                        </a:cubicBezTo>
                        <a:cubicBezTo>
                          <a:pt x="32145" y="30568"/>
                          <a:pt x="25648" y="41055"/>
                          <a:pt x="28110" y="51531"/>
                        </a:cubicBezTo>
                        <a:cubicBezTo>
                          <a:pt x="30572" y="62006"/>
                          <a:pt x="41059" y="68503"/>
                          <a:pt x="51535" y="66041"/>
                        </a:cubicBezTo>
                        <a:cubicBezTo>
                          <a:pt x="61994" y="63594"/>
                          <a:pt x="68490" y="53131"/>
                          <a:pt x="66043" y="42671"/>
                        </a:cubicBezTo>
                        <a:cubicBezTo>
                          <a:pt x="66041" y="42662"/>
                          <a:pt x="66038" y="42652"/>
                          <a:pt x="66036" y="42642"/>
                        </a:cubicBezTo>
                        <a:lnTo>
                          <a:pt x="66036" y="42642"/>
                        </a:lnTo>
                        <a:cubicBezTo>
                          <a:pt x="63973" y="33838"/>
                          <a:pt x="56129" y="27606"/>
                          <a:pt x="47086" y="27589"/>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grpSp>
        <p:nvGrpSpPr>
          <p:cNvPr id="7" name="Group 6">
            <a:extLst>
              <a:ext uri="{FF2B5EF4-FFF2-40B4-BE49-F238E27FC236}">
                <a16:creationId xmlns:a16="http://schemas.microsoft.com/office/drawing/2014/main" id="{02C1A8AA-4A1E-63A2-B25C-20270747873A}"/>
              </a:ext>
            </a:extLst>
          </p:cNvPr>
          <p:cNvGrpSpPr/>
          <p:nvPr/>
        </p:nvGrpSpPr>
        <p:grpSpPr>
          <a:xfrm>
            <a:off x="1075577" y="1048314"/>
            <a:ext cx="2597077" cy="3718799"/>
            <a:chOff x="1075577" y="1048314"/>
            <a:chExt cx="2597077" cy="3718799"/>
          </a:xfrm>
        </p:grpSpPr>
        <p:cxnSp>
          <p:nvCxnSpPr>
            <p:cNvPr id="373" name="Straight Connector 372">
              <a:extLst>
                <a:ext uri="{FF2B5EF4-FFF2-40B4-BE49-F238E27FC236}">
                  <a16:creationId xmlns:a16="http://schemas.microsoft.com/office/drawing/2014/main" id="{0460DCD5-FDD5-78C1-1AD7-C6A7C9E7D00D}"/>
                </a:ext>
              </a:extLst>
            </p:cNvPr>
            <p:cNvCxnSpPr>
              <a:cxnSpLocks/>
            </p:cNvCxnSpPr>
            <p:nvPr/>
          </p:nvCxnSpPr>
          <p:spPr>
            <a:xfrm>
              <a:off x="1761023" y="3643542"/>
              <a:ext cx="0" cy="1123571"/>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sp>
          <p:nvSpPr>
            <p:cNvPr id="374" name="TextBox 373">
              <a:extLst>
                <a:ext uri="{FF2B5EF4-FFF2-40B4-BE49-F238E27FC236}">
                  <a16:creationId xmlns:a16="http://schemas.microsoft.com/office/drawing/2014/main" id="{EB4BAE4C-F30A-CDAE-00A0-B8187CE47C4C}"/>
                </a:ext>
              </a:extLst>
            </p:cNvPr>
            <p:cNvSpPr txBox="1"/>
            <p:nvPr/>
          </p:nvSpPr>
          <p:spPr>
            <a:xfrm>
              <a:off x="1152654" y="1048314"/>
              <a:ext cx="2520000" cy="684803"/>
            </a:xfrm>
            <a:prstGeom prst="rect">
              <a:avLst/>
            </a:prstGeom>
            <a:solidFill>
              <a:srgbClr val="FFFFFF"/>
            </a:solidFill>
          </p:spPr>
          <p:txBody>
            <a:bodyPr wrap="square" lIns="0" tIns="0" rIns="0" bIns="0" rtlCol="0">
              <a:spAutoFit/>
            </a:bodyPr>
            <a:lstStyle/>
            <a:p>
              <a:pPr>
                <a:spcAft>
                  <a:spcPts val="300"/>
                </a:spcAft>
              </a:pPr>
              <a:r>
                <a:rPr lang="en-US" sz="1000" b="1" dirty="0">
                  <a:solidFill>
                    <a:schemeClr val="tx2"/>
                  </a:solidFill>
                </a:rPr>
                <a:t>Preparation</a:t>
              </a:r>
            </a:p>
            <a:p>
              <a:r>
                <a:rPr lang="en-US" sz="800" dirty="0"/>
                <a:t>Collect and review all project info and agreements to understand and clarify the project context, objectives, scope, budget and all other agreements</a:t>
              </a:r>
              <a:endParaRPr lang="nl-BE" sz="800" dirty="0"/>
            </a:p>
          </p:txBody>
        </p:sp>
        <p:sp>
          <p:nvSpPr>
            <p:cNvPr id="375" name="TextBox 374">
              <a:extLst>
                <a:ext uri="{FF2B5EF4-FFF2-40B4-BE49-F238E27FC236}">
                  <a16:creationId xmlns:a16="http://schemas.microsoft.com/office/drawing/2014/main" id="{02149A75-EF03-B036-C2C7-D877C2344C67}"/>
                </a:ext>
              </a:extLst>
            </p:cNvPr>
            <p:cNvSpPr txBox="1"/>
            <p:nvPr/>
          </p:nvSpPr>
          <p:spPr>
            <a:xfrm>
              <a:off x="1811380" y="3712978"/>
              <a:ext cx="1225186" cy="1054135"/>
            </a:xfrm>
            <a:prstGeom prst="rect">
              <a:avLst/>
            </a:prstGeom>
            <a:solidFill>
              <a:srgbClr val="FFFFFF"/>
            </a:solidFill>
          </p:spPr>
          <p:txBody>
            <a:bodyPr wrap="square" lIns="0" tIns="0" rIns="0" bIns="0" rtlCol="0">
              <a:spAutoFit/>
            </a:bodyPr>
            <a:lstStyle/>
            <a:p>
              <a:pPr>
                <a:spcAft>
                  <a:spcPts val="300"/>
                </a:spcAft>
              </a:pPr>
              <a:r>
                <a:rPr lang="en-US" sz="1000" b="1" dirty="0">
                  <a:solidFill>
                    <a:schemeClr val="tx2"/>
                  </a:solidFill>
                </a:rPr>
                <a:t>Initial plan</a:t>
              </a:r>
            </a:p>
            <a:p>
              <a:r>
                <a:rPr lang="en-US" sz="800" dirty="0"/>
                <a:t>Prepare for the effective start of the project. Elaborate project plan, governance structure, templates and tools, staffing and conduct a kick-off meeting</a:t>
              </a:r>
              <a:endParaRPr lang="nl-BE" sz="800" dirty="0"/>
            </a:p>
          </p:txBody>
        </p:sp>
        <p:cxnSp>
          <p:nvCxnSpPr>
            <p:cNvPr id="372" name="Straight Connector 371">
              <a:extLst>
                <a:ext uri="{FF2B5EF4-FFF2-40B4-BE49-F238E27FC236}">
                  <a16:creationId xmlns:a16="http://schemas.microsoft.com/office/drawing/2014/main" id="{5ED8B658-8BEF-0122-F3DE-A2F1E538577C}"/>
                </a:ext>
              </a:extLst>
            </p:cNvPr>
            <p:cNvCxnSpPr>
              <a:cxnSpLocks/>
            </p:cNvCxnSpPr>
            <p:nvPr/>
          </p:nvCxnSpPr>
          <p:spPr>
            <a:xfrm flipH="1">
              <a:off x="1075577" y="1086060"/>
              <a:ext cx="0" cy="900000"/>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sp>
          <p:nvSpPr>
            <p:cNvPr id="487" name="Arrow: Chevron 288">
              <a:extLst>
                <a:ext uri="{FF2B5EF4-FFF2-40B4-BE49-F238E27FC236}">
                  <a16:creationId xmlns:a16="http://schemas.microsoft.com/office/drawing/2014/main" id="{CE8F528A-2572-FB62-B9ED-8BBC8644333D}"/>
                </a:ext>
              </a:extLst>
            </p:cNvPr>
            <p:cNvSpPr/>
            <p:nvPr/>
          </p:nvSpPr>
          <p:spPr>
            <a:xfrm>
              <a:off x="1742069" y="3197853"/>
              <a:ext cx="800139"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13716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Plan</a:t>
              </a:r>
            </a:p>
          </p:txBody>
        </p:sp>
        <p:sp>
          <p:nvSpPr>
            <p:cNvPr id="488" name="Arrow: Pentagon 14">
              <a:extLst>
                <a:ext uri="{FF2B5EF4-FFF2-40B4-BE49-F238E27FC236}">
                  <a16:creationId xmlns:a16="http://schemas.microsoft.com/office/drawing/2014/main" id="{05684645-7BE7-E643-38C9-B9B52D70760D}"/>
                </a:ext>
              </a:extLst>
            </p:cNvPr>
            <p:cNvSpPr/>
            <p:nvPr/>
          </p:nvSpPr>
          <p:spPr>
            <a:xfrm>
              <a:off x="1120126" y="3198157"/>
              <a:ext cx="732384" cy="408495"/>
            </a:xfrm>
            <a:prstGeom prst="homePlate">
              <a:avLst>
                <a:gd name="adj" fmla="val 17926"/>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9144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a:t>
              </a:r>
            </a:p>
          </p:txBody>
        </p:sp>
        <p:sp>
          <p:nvSpPr>
            <p:cNvPr id="605" name="Arrow: Pentagon 277">
              <a:extLst>
                <a:ext uri="{FF2B5EF4-FFF2-40B4-BE49-F238E27FC236}">
                  <a16:creationId xmlns:a16="http://schemas.microsoft.com/office/drawing/2014/main" id="{2B73A694-A562-78B3-20A5-D8580B271396}"/>
                </a:ext>
              </a:extLst>
            </p:cNvPr>
            <p:cNvSpPr/>
            <p:nvPr/>
          </p:nvSpPr>
          <p:spPr>
            <a:xfrm>
              <a:off x="1090377" y="2241576"/>
              <a:ext cx="1641476" cy="964154"/>
            </a:xfrm>
            <a:prstGeom prst="homePlate">
              <a:avLst>
                <a:gd name="adj" fmla="val 30009"/>
              </a:avLst>
            </a:prstGeom>
            <a:gradFill>
              <a:gsLst>
                <a:gs pos="0">
                  <a:schemeClr val="tx2"/>
                </a:gs>
                <a:gs pos="9900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21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Initiate</a:t>
              </a:r>
            </a:p>
          </p:txBody>
        </p:sp>
        <p:grpSp>
          <p:nvGrpSpPr>
            <p:cNvPr id="608" name="Group 607">
              <a:extLst>
                <a:ext uri="{FF2B5EF4-FFF2-40B4-BE49-F238E27FC236}">
                  <a16:creationId xmlns:a16="http://schemas.microsoft.com/office/drawing/2014/main" id="{2084339C-C7E8-BE7A-308C-EE230C03A57A}"/>
                </a:ext>
              </a:extLst>
            </p:cNvPr>
            <p:cNvGrpSpPr/>
            <p:nvPr/>
          </p:nvGrpSpPr>
          <p:grpSpPr>
            <a:xfrm>
              <a:off x="1664848" y="2363819"/>
              <a:ext cx="471163" cy="471791"/>
              <a:chOff x="433241" y="1570462"/>
              <a:chExt cx="471791" cy="471791"/>
            </a:xfrm>
          </p:grpSpPr>
          <p:sp>
            <p:nvSpPr>
              <p:cNvPr id="609" name="Oval 608">
                <a:extLst>
                  <a:ext uri="{FF2B5EF4-FFF2-40B4-BE49-F238E27FC236}">
                    <a16:creationId xmlns:a16="http://schemas.microsoft.com/office/drawing/2014/main" id="{A0C44A67-13CA-B3D2-A97B-32FE14290F0D}"/>
                  </a:ext>
                </a:extLst>
              </p:cNvPr>
              <p:cNvSpPr/>
              <p:nvPr/>
            </p:nvSpPr>
            <p:spPr>
              <a:xfrm>
                <a:off x="433241"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610" name="Group 609">
                <a:extLst>
                  <a:ext uri="{FF2B5EF4-FFF2-40B4-BE49-F238E27FC236}">
                    <a16:creationId xmlns:a16="http://schemas.microsoft.com/office/drawing/2014/main" id="{1F95F41B-FDC9-3E89-46D0-B38FE27FF7DD}"/>
                  </a:ext>
                </a:extLst>
              </p:cNvPr>
              <p:cNvGrpSpPr/>
              <p:nvPr/>
            </p:nvGrpSpPr>
            <p:grpSpPr>
              <a:xfrm>
                <a:off x="543450" y="1674683"/>
                <a:ext cx="251373" cy="260212"/>
                <a:chOff x="738790" y="2040956"/>
                <a:chExt cx="251373" cy="260212"/>
              </a:xfrm>
            </p:grpSpPr>
            <p:sp>
              <p:nvSpPr>
                <p:cNvPr id="611" name="Freeform 176">
                  <a:extLst>
                    <a:ext uri="{FF2B5EF4-FFF2-40B4-BE49-F238E27FC236}">
                      <a16:creationId xmlns:a16="http://schemas.microsoft.com/office/drawing/2014/main" id="{5E912D2E-9440-6E17-65FF-B1F7CD297A6E}"/>
                    </a:ext>
                  </a:extLst>
                </p:cNvPr>
                <p:cNvSpPr/>
                <p:nvPr/>
              </p:nvSpPr>
              <p:spPr>
                <a:xfrm>
                  <a:off x="738790" y="2134679"/>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4"/>
                        <a:pt x="5614" y="0"/>
                        <a:pt x="12540" y="0"/>
                      </a:cubicBezTo>
                      <a:lnTo>
                        <a:pt x="65163" y="0"/>
                      </a:lnTo>
                      <a:cubicBezTo>
                        <a:pt x="72089" y="0"/>
                        <a:pt x="77703" y="5614"/>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12" name="Freeform 177">
                  <a:extLst>
                    <a:ext uri="{FF2B5EF4-FFF2-40B4-BE49-F238E27FC236}">
                      <a16:creationId xmlns:a16="http://schemas.microsoft.com/office/drawing/2014/main" id="{0DFB4453-8DDE-45C7-72CB-E9B229377EDE}"/>
                    </a:ext>
                  </a:extLst>
                </p:cNvPr>
                <p:cNvSpPr/>
                <p:nvPr/>
              </p:nvSpPr>
              <p:spPr>
                <a:xfrm>
                  <a:off x="738790" y="2223465"/>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5"/>
                        <a:pt x="5614" y="0"/>
                        <a:pt x="12540" y="0"/>
                      </a:cubicBezTo>
                      <a:lnTo>
                        <a:pt x="65163" y="0"/>
                      </a:lnTo>
                      <a:cubicBezTo>
                        <a:pt x="72089" y="0"/>
                        <a:pt x="77703" y="5615"/>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13" name="Freeform 178">
                  <a:extLst>
                    <a:ext uri="{FF2B5EF4-FFF2-40B4-BE49-F238E27FC236}">
                      <a16:creationId xmlns:a16="http://schemas.microsoft.com/office/drawing/2014/main" id="{2CF8951D-E5DC-A817-4FEE-68AE6ACCC25C}"/>
                    </a:ext>
                  </a:extLst>
                </p:cNvPr>
                <p:cNvSpPr/>
                <p:nvPr/>
              </p:nvSpPr>
              <p:spPr>
                <a:xfrm>
                  <a:off x="791413" y="2082057"/>
                  <a:ext cx="86732" cy="104006"/>
                </a:xfrm>
                <a:custGeom>
                  <a:avLst/>
                  <a:gdLst>
                    <a:gd name="connsiteX0" fmla="*/ 74192 w 86732"/>
                    <a:gd name="connsiteY0" fmla="*/ 104006 h 104006"/>
                    <a:gd name="connsiteX1" fmla="*/ 12540 w 86732"/>
                    <a:gd name="connsiteY1" fmla="*/ 104006 h 104006"/>
                    <a:gd name="connsiteX2" fmla="*/ 0 w 86732"/>
                    <a:gd name="connsiteY2" fmla="*/ 91466 h 104006"/>
                    <a:gd name="connsiteX3" fmla="*/ 12540 w 86732"/>
                    <a:gd name="connsiteY3" fmla="*/ 78926 h 104006"/>
                    <a:gd name="connsiteX4" fmla="*/ 61651 w 86732"/>
                    <a:gd name="connsiteY4" fmla="*/ 78926 h 104006"/>
                    <a:gd name="connsiteX5" fmla="*/ 61651 w 86732"/>
                    <a:gd name="connsiteY5" fmla="*/ 12540 h 104006"/>
                    <a:gd name="connsiteX6" fmla="*/ 74192 w 86732"/>
                    <a:gd name="connsiteY6" fmla="*/ 0 h 104006"/>
                    <a:gd name="connsiteX7" fmla="*/ 86732 w 86732"/>
                    <a:gd name="connsiteY7" fmla="*/ 12540 h 104006"/>
                    <a:gd name="connsiteX8" fmla="*/ 86732 w 86732"/>
                    <a:gd name="connsiteY8" fmla="*/ 91466 h 104006"/>
                    <a:gd name="connsiteX9" fmla="*/ 74192 w 86732"/>
                    <a:gd name="connsiteY9" fmla="*/ 104006 h 10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732" h="104006">
                      <a:moveTo>
                        <a:pt x="74192" y="104006"/>
                      </a:moveTo>
                      <a:lnTo>
                        <a:pt x="12540" y="104006"/>
                      </a:lnTo>
                      <a:cubicBezTo>
                        <a:pt x="5614" y="104006"/>
                        <a:pt x="0" y="98392"/>
                        <a:pt x="0" y="91466"/>
                      </a:cubicBezTo>
                      <a:cubicBezTo>
                        <a:pt x="0" y="84540"/>
                        <a:pt x="5614" y="78926"/>
                        <a:pt x="12540" y="78926"/>
                      </a:cubicBezTo>
                      <a:lnTo>
                        <a:pt x="61651" y="78926"/>
                      </a:lnTo>
                      <a:lnTo>
                        <a:pt x="61651" y="12540"/>
                      </a:lnTo>
                      <a:cubicBezTo>
                        <a:pt x="61651" y="5614"/>
                        <a:pt x="67266" y="0"/>
                        <a:pt x="74192" y="0"/>
                      </a:cubicBezTo>
                      <a:cubicBezTo>
                        <a:pt x="81118" y="0"/>
                        <a:pt x="86732" y="5614"/>
                        <a:pt x="86732" y="12540"/>
                      </a:cubicBezTo>
                      <a:lnTo>
                        <a:pt x="86732" y="91466"/>
                      </a:lnTo>
                      <a:cubicBezTo>
                        <a:pt x="86732" y="98392"/>
                        <a:pt x="81118" y="104006"/>
                        <a:pt x="74192" y="104006"/>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14" name="Freeform 179">
                  <a:extLst>
                    <a:ext uri="{FF2B5EF4-FFF2-40B4-BE49-F238E27FC236}">
                      <a16:creationId xmlns:a16="http://schemas.microsoft.com/office/drawing/2014/main" id="{79CC087D-211F-1FF4-2E5A-308BBF5DF951}"/>
                    </a:ext>
                  </a:extLst>
                </p:cNvPr>
                <p:cNvSpPr/>
                <p:nvPr/>
              </p:nvSpPr>
              <p:spPr>
                <a:xfrm>
                  <a:off x="853064" y="2160983"/>
                  <a:ext cx="62701" cy="25080"/>
                </a:xfrm>
                <a:custGeom>
                  <a:avLst/>
                  <a:gdLst>
                    <a:gd name="connsiteX0" fmla="*/ 50161 w 62701"/>
                    <a:gd name="connsiteY0" fmla="*/ 25081 h 25080"/>
                    <a:gd name="connsiteX1" fmla="*/ 12540 w 62701"/>
                    <a:gd name="connsiteY1" fmla="*/ 25081 h 25080"/>
                    <a:gd name="connsiteX2" fmla="*/ 0 w 62701"/>
                    <a:gd name="connsiteY2" fmla="*/ 12540 h 25080"/>
                    <a:gd name="connsiteX3" fmla="*/ 12540 w 62701"/>
                    <a:gd name="connsiteY3" fmla="*/ 0 h 25080"/>
                    <a:gd name="connsiteX4" fmla="*/ 50161 w 62701"/>
                    <a:gd name="connsiteY4" fmla="*/ 0 h 25080"/>
                    <a:gd name="connsiteX5" fmla="*/ 62702 w 62701"/>
                    <a:gd name="connsiteY5" fmla="*/ 12540 h 25080"/>
                    <a:gd name="connsiteX6" fmla="*/ 50161 w 62701"/>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01" h="25080">
                      <a:moveTo>
                        <a:pt x="50161" y="25081"/>
                      </a:moveTo>
                      <a:lnTo>
                        <a:pt x="12540" y="25081"/>
                      </a:lnTo>
                      <a:cubicBezTo>
                        <a:pt x="5614" y="25081"/>
                        <a:pt x="0" y="19466"/>
                        <a:pt x="0" y="12540"/>
                      </a:cubicBezTo>
                      <a:cubicBezTo>
                        <a:pt x="0" y="5614"/>
                        <a:pt x="5614" y="0"/>
                        <a:pt x="12540" y="0"/>
                      </a:cubicBezTo>
                      <a:lnTo>
                        <a:pt x="50161" y="0"/>
                      </a:lnTo>
                      <a:cubicBezTo>
                        <a:pt x="57087" y="0"/>
                        <a:pt x="62702" y="5614"/>
                        <a:pt x="62702" y="12540"/>
                      </a:cubicBezTo>
                      <a:cubicBezTo>
                        <a:pt x="62702" y="19466"/>
                        <a:pt x="57087" y="25081"/>
                        <a:pt x="50161"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15" name="Freeform 180">
                  <a:extLst>
                    <a:ext uri="{FF2B5EF4-FFF2-40B4-BE49-F238E27FC236}">
                      <a16:creationId xmlns:a16="http://schemas.microsoft.com/office/drawing/2014/main" id="{7A28994A-4332-38E9-A6F5-092313DBA949}"/>
                    </a:ext>
                  </a:extLst>
                </p:cNvPr>
                <p:cNvSpPr/>
                <p:nvPr/>
              </p:nvSpPr>
              <p:spPr>
                <a:xfrm>
                  <a:off x="791413" y="2198196"/>
                  <a:ext cx="161550" cy="76668"/>
                </a:xfrm>
                <a:custGeom>
                  <a:avLst/>
                  <a:gdLst>
                    <a:gd name="connsiteX0" fmla="*/ 149011 w 161550"/>
                    <a:gd name="connsiteY0" fmla="*/ 76669 h 76668"/>
                    <a:gd name="connsiteX1" fmla="*/ 12540 w 161550"/>
                    <a:gd name="connsiteY1" fmla="*/ 76669 h 76668"/>
                    <a:gd name="connsiteX2" fmla="*/ 0 w 161550"/>
                    <a:gd name="connsiteY2" fmla="*/ 64128 h 76668"/>
                    <a:gd name="connsiteX3" fmla="*/ 12540 w 161550"/>
                    <a:gd name="connsiteY3" fmla="*/ 51588 h 76668"/>
                    <a:gd name="connsiteX4" fmla="*/ 136470 w 161550"/>
                    <a:gd name="connsiteY4" fmla="*/ 51588 h 76668"/>
                    <a:gd name="connsiteX5" fmla="*/ 136470 w 161550"/>
                    <a:gd name="connsiteY5" fmla="*/ 12540 h 76668"/>
                    <a:gd name="connsiteX6" fmla="*/ 149011 w 161550"/>
                    <a:gd name="connsiteY6" fmla="*/ 0 h 76668"/>
                    <a:gd name="connsiteX7" fmla="*/ 161551 w 161550"/>
                    <a:gd name="connsiteY7" fmla="*/ 12540 h 76668"/>
                    <a:gd name="connsiteX8" fmla="*/ 161551 w 161550"/>
                    <a:gd name="connsiteY8" fmla="*/ 64128 h 76668"/>
                    <a:gd name="connsiteX9" fmla="*/ 149011 w 161550"/>
                    <a:gd name="connsiteY9" fmla="*/ 76669 h 7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550" h="76668">
                      <a:moveTo>
                        <a:pt x="149011" y="76669"/>
                      </a:moveTo>
                      <a:lnTo>
                        <a:pt x="12540" y="76669"/>
                      </a:lnTo>
                      <a:cubicBezTo>
                        <a:pt x="5614" y="76669"/>
                        <a:pt x="0" y="71054"/>
                        <a:pt x="0" y="64128"/>
                      </a:cubicBezTo>
                      <a:cubicBezTo>
                        <a:pt x="0" y="57203"/>
                        <a:pt x="5614" y="51588"/>
                        <a:pt x="12540" y="51588"/>
                      </a:cubicBezTo>
                      <a:lnTo>
                        <a:pt x="136470" y="51588"/>
                      </a:lnTo>
                      <a:lnTo>
                        <a:pt x="136470" y="12540"/>
                      </a:lnTo>
                      <a:cubicBezTo>
                        <a:pt x="136470" y="5615"/>
                        <a:pt x="142085" y="0"/>
                        <a:pt x="149011" y="0"/>
                      </a:cubicBezTo>
                      <a:cubicBezTo>
                        <a:pt x="155936" y="0"/>
                        <a:pt x="161551" y="5615"/>
                        <a:pt x="161551" y="12540"/>
                      </a:cubicBezTo>
                      <a:lnTo>
                        <a:pt x="161551" y="64128"/>
                      </a:lnTo>
                      <a:cubicBezTo>
                        <a:pt x="161551" y="71054"/>
                        <a:pt x="155936" y="76669"/>
                        <a:pt x="149011" y="76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16" name="Freeform 181">
                  <a:extLst>
                    <a:ext uri="{FF2B5EF4-FFF2-40B4-BE49-F238E27FC236}">
                      <a16:creationId xmlns:a16="http://schemas.microsoft.com/office/drawing/2014/main" id="{BB8383CC-7EF4-FF0D-4AE4-4F652DB2E431}"/>
                    </a:ext>
                  </a:extLst>
                </p:cNvPr>
                <p:cNvSpPr/>
                <p:nvPr/>
              </p:nvSpPr>
              <p:spPr>
                <a:xfrm>
                  <a:off x="890683" y="2123775"/>
                  <a:ext cx="99480" cy="99501"/>
                </a:xfrm>
                <a:custGeom>
                  <a:avLst/>
                  <a:gdLst>
                    <a:gd name="connsiteX0" fmla="*/ 49740 w 99480"/>
                    <a:gd name="connsiteY0" fmla="*/ 99502 h 99501"/>
                    <a:gd name="connsiteX1" fmla="*/ 40868 w 99480"/>
                    <a:gd name="connsiteY1" fmla="*/ 95834 h 99501"/>
                    <a:gd name="connsiteX2" fmla="*/ 3670 w 99480"/>
                    <a:gd name="connsiteY2" fmla="*/ 58620 h 99501"/>
                    <a:gd name="connsiteX3" fmla="*/ 3670 w 99480"/>
                    <a:gd name="connsiteY3" fmla="*/ 40891 h 99501"/>
                    <a:gd name="connsiteX4" fmla="*/ 40868 w 99480"/>
                    <a:gd name="connsiteY4" fmla="*/ 3678 h 99501"/>
                    <a:gd name="connsiteX5" fmla="*/ 58603 w 99480"/>
                    <a:gd name="connsiteY5" fmla="*/ 3668 h 99501"/>
                    <a:gd name="connsiteX6" fmla="*/ 58613 w 99480"/>
                    <a:gd name="connsiteY6" fmla="*/ 3678 h 99501"/>
                    <a:gd name="connsiteX7" fmla="*/ 95811 w 99480"/>
                    <a:gd name="connsiteY7" fmla="*/ 40891 h 99501"/>
                    <a:gd name="connsiteX8" fmla="*/ 95811 w 99480"/>
                    <a:gd name="connsiteY8" fmla="*/ 58620 h 99501"/>
                    <a:gd name="connsiteX9" fmla="*/ 58613 w 99480"/>
                    <a:gd name="connsiteY9" fmla="*/ 95834 h 99501"/>
                    <a:gd name="connsiteX10" fmla="*/ 49740 w 99480"/>
                    <a:gd name="connsiteY10" fmla="*/ 99502 h 99501"/>
                    <a:gd name="connsiteX11" fmla="*/ 30272 w 99480"/>
                    <a:gd name="connsiteY11" fmla="*/ 49748 h 99501"/>
                    <a:gd name="connsiteX12" fmla="*/ 49740 w 99480"/>
                    <a:gd name="connsiteY12" fmla="*/ 69233 h 99501"/>
                    <a:gd name="connsiteX13" fmla="*/ 69209 w 99480"/>
                    <a:gd name="connsiteY13" fmla="*/ 49748 h 99501"/>
                    <a:gd name="connsiteX14" fmla="*/ 49740 w 99480"/>
                    <a:gd name="connsiteY14" fmla="*/ 30279 h 9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480" h="99501">
                      <a:moveTo>
                        <a:pt x="49740" y="99502"/>
                      </a:moveTo>
                      <a:cubicBezTo>
                        <a:pt x="46414" y="99505"/>
                        <a:pt x="43223" y="98185"/>
                        <a:pt x="40868" y="95834"/>
                      </a:cubicBezTo>
                      <a:lnTo>
                        <a:pt x="3670" y="58620"/>
                      </a:lnTo>
                      <a:cubicBezTo>
                        <a:pt x="-1223" y="53724"/>
                        <a:pt x="-1223" y="45788"/>
                        <a:pt x="3670" y="40891"/>
                      </a:cubicBezTo>
                      <a:lnTo>
                        <a:pt x="40868" y="3678"/>
                      </a:lnTo>
                      <a:cubicBezTo>
                        <a:pt x="45762" y="-1222"/>
                        <a:pt x="53703" y="-1227"/>
                        <a:pt x="58603" y="3668"/>
                      </a:cubicBezTo>
                      <a:cubicBezTo>
                        <a:pt x="58607" y="3671"/>
                        <a:pt x="58610" y="3675"/>
                        <a:pt x="58613" y="3678"/>
                      </a:cubicBezTo>
                      <a:lnTo>
                        <a:pt x="95811" y="40891"/>
                      </a:lnTo>
                      <a:cubicBezTo>
                        <a:pt x="100704" y="45788"/>
                        <a:pt x="100704" y="53724"/>
                        <a:pt x="95811" y="58620"/>
                      </a:cubicBezTo>
                      <a:lnTo>
                        <a:pt x="58613" y="95834"/>
                      </a:lnTo>
                      <a:cubicBezTo>
                        <a:pt x="56258" y="98185"/>
                        <a:pt x="53067" y="99505"/>
                        <a:pt x="49740" y="99502"/>
                      </a:cubicBezTo>
                      <a:close/>
                      <a:moveTo>
                        <a:pt x="30272" y="49748"/>
                      </a:moveTo>
                      <a:lnTo>
                        <a:pt x="49740" y="69233"/>
                      </a:lnTo>
                      <a:lnTo>
                        <a:pt x="69209" y="49748"/>
                      </a:lnTo>
                      <a:lnTo>
                        <a:pt x="49740" y="30279"/>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17" name="Freeform 182">
                  <a:extLst>
                    <a:ext uri="{FF2B5EF4-FFF2-40B4-BE49-F238E27FC236}">
                      <a16:creationId xmlns:a16="http://schemas.microsoft.com/office/drawing/2014/main" id="{A9972244-DF01-56EA-1572-8AA36ED188A0}"/>
                    </a:ext>
                  </a:extLst>
                </p:cNvPr>
                <p:cNvSpPr/>
                <p:nvPr/>
              </p:nvSpPr>
              <p:spPr>
                <a:xfrm>
                  <a:off x="786397" y="2040956"/>
                  <a:ext cx="158321" cy="66181"/>
                </a:xfrm>
                <a:custGeom>
                  <a:avLst/>
                  <a:gdLst>
                    <a:gd name="connsiteX0" fmla="*/ 145781 w 158321"/>
                    <a:gd name="connsiteY0" fmla="*/ 66182 h 66181"/>
                    <a:gd name="connsiteX1" fmla="*/ 12540 w 158321"/>
                    <a:gd name="connsiteY1" fmla="*/ 66182 h 66181"/>
                    <a:gd name="connsiteX2" fmla="*/ 0 w 158321"/>
                    <a:gd name="connsiteY2" fmla="*/ 53641 h 66181"/>
                    <a:gd name="connsiteX3" fmla="*/ 0 w 158321"/>
                    <a:gd name="connsiteY3" fmla="*/ 12540 h 66181"/>
                    <a:gd name="connsiteX4" fmla="*/ 12540 w 158321"/>
                    <a:gd name="connsiteY4" fmla="*/ 0 h 66181"/>
                    <a:gd name="connsiteX5" fmla="*/ 145781 w 158321"/>
                    <a:gd name="connsiteY5" fmla="*/ 0 h 66181"/>
                    <a:gd name="connsiteX6" fmla="*/ 158322 w 158321"/>
                    <a:gd name="connsiteY6" fmla="*/ 12540 h 66181"/>
                    <a:gd name="connsiteX7" fmla="*/ 158322 w 158321"/>
                    <a:gd name="connsiteY7" fmla="*/ 53641 h 66181"/>
                    <a:gd name="connsiteX8" fmla="*/ 145781 w 158321"/>
                    <a:gd name="connsiteY8" fmla="*/ 66182 h 66181"/>
                    <a:gd name="connsiteX9" fmla="*/ 25081 w 158321"/>
                    <a:gd name="connsiteY9" fmla="*/ 41101 h 66181"/>
                    <a:gd name="connsiteX10" fmla="*/ 133241 w 158321"/>
                    <a:gd name="connsiteY10" fmla="*/ 41101 h 66181"/>
                    <a:gd name="connsiteX11" fmla="*/ 133241 w 158321"/>
                    <a:gd name="connsiteY11" fmla="*/ 25081 h 66181"/>
                    <a:gd name="connsiteX12" fmla="*/ 25081 w 158321"/>
                    <a:gd name="connsiteY12" fmla="*/ 25081 h 6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321" h="66181">
                      <a:moveTo>
                        <a:pt x="145781" y="66182"/>
                      </a:moveTo>
                      <a:lnTo>
                        <a:pt x="12540" y="66182"/>
                      </a:lnTo>
                      <a:cubicBezTo>
                        <a:pt x="5614" y="66182"/>
                        <a:pt x="0" y="60567"/>
                        <a:pt x="0" y="53641"/>
                      </a:cubicBezTo>
                      <a:lnTo>
                        <a:pt x="0" y="12540"/>
                      </a:lnTo>
                      <a:cubicBezTo>
                        <a:pt x="0" y="5614"/>
                        <a:pt x="5614" y="0"/>
                        <a:pt x="12540" y="0"/>
                      </a:cubicBezTo>
                      <a:lnTo>
                        <a:pt x="145781" y="0"/>
                      </a:lnTo>
                      <a:cubicBezTo>
                        <a:pt x="152707" y="0"/>
                        <a:pt x="158322" y="5614"/>
                        <a:pt x="158322" y="12540"/>
                      </a:cubicBezTo>
                      <a:lnTo>
                        <a:pt x="158322" y="53641"/>
                      </a:lnTo>
                      <a:cubicBezTo>
                        <a:pt x="158322" y="60567"/>
                        <a:pt x="152707" y="66182"/>
                        <a:pt x="145781" y="66182"/>
                      </a:cubicBezTo>
                      <a:close/>
                      <a:moveTo>
                        <a:pt x="25081" y="41101"/>
                      </a:moveTo>
                      <a:lnTo>
                        <a:pt x="133241" y="41101"/>
                      </a:lnTo>
                      <a:lnTo>
                        <a:pt x="133241" y="25081"/>
                      </a:lnTo>
                      <a:lnTo>
                        <a:pt x="25081" y="25081"/>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2" name="Group 1">
            <a:extLst>
              <a:ext uri="{FF2B5EF4-FFF2-40B4-BE49-F238E27FC236}">
                <a16:creationId xmlns:a16="http://schemas.microsoft.com/office/drawing/2014/main" id="{FCB1F8B2-86EA-38D4-8438-BB3316FA1D8C}"/>
              </a:ext>
            </a:extLst>
          </p:cNvPr>
          <p:cNvGrpSpPr/>
          <p:nvPr/>
        </p:nvGrpSpPr>
        <p:grpSpPr>
          <a:xfrm>
            <a:off x="10667997" y="-3"/>
            <a:ext cx="1143475" cy="828677"/>
            <a:chOff x="10667997" y="-3"/>
            <a:chExt cx="1143475" cy="828677"/>
          </a:xfrm>
        </p:grpSpPr>
        <p:sp>
          <p:nvSpPr>
            <p:cNvPr id="3" name="Round Same-side Corner of Rectangle 3">
              <a:extLst>
                <a:ext uri="{FF2B5EF4-FFF2-40B4-BE49-F238E27FC236}">
                  <a16:creationId xmlns:a16="http://schemas.microsoft.com/office/drawing/2014/main" id="{2012D4EE-48DC-98FB-8DA7-2104381D34C6}"/>
                </a:ext>
              </a:extLst>
            </p:cNvPr>
            <p:cNvSpPr/>
            <p:nvPr/>
          </p:nvSpPr>
          <p:spPr>
            <a:xfrm rot="10800000">
              <a:off x="10667997" y="-3"/>
              <a:ext cx="1143475" cy="828677"/>
            </a:xfrm>
            <a:prstGeom prst="round2SameRect">
              <a:avLst/>
            </a:prstGeom>
            <a:solidFill>
              <a:schemeClr val="bg1"/>
            </a:solidFill>
            <a:ln>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4" name="Picture 3">
              <a:extLst>
                <a:ext uri="{FF2B5EF4-FFF2-40B4-BE49-F238E27FC236}">
                  <a16:creationId xmlns:a16="http://schemas.microsoft.com/office/drawing/2014/main" id="{822A2D50-466F-BDA3-F0A4-6FA905B034D7}"/>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0957794" y="135851"/>
              <a:ext cx="563880" cy="563880"/>
            </a:xfrm>
            <a:prstGeom prst="rect">
              <a:avLst/>
            </a:prstGeom>
          </p:spPr>
        </p:pic>
      </p:grpSp>
      <p:grpSp>
        <p:nvGrpSpPr>
          <p:cNvPr id="11" name="Group 10">
            <a:extLst>
              <a:ext uri="{FF2B5EF4-FFF2-40B4-BE49-F238E27FC236}">
                <a16:creationId xmlns:a16="http://schemas.microsoft.com/office/drawing/2014/main" id="{6AF6916A-AD85-51F1-8E71-02BAFAC57665}"/>
              </a:ext>
            </a:extLst>
          </p:cNvPr>
          <p:cNvGrpSpPr/>
          <p:nvPr/>
        </p:nvGrpSpPr>
        <p:grpSpPr>
          <a:xfrm>
            <a:off x="9135694" y="2241576"/>
            <a:ext cx="2194194" cy="2952482"/>
            <a:chOff x="9135694" y="2241576"/>
            <a:chExt cx="2194194" cy="2952482"/>
          </a:xfrm>
        </p:grpSpPr>
        <p:cxnSp>
          <p:nvCxnSpPr>
            <p:cNvPr id="369" name="Straight Connector 368">
              <a:extLst>
                <a:ext uri="{FF2B5EF4-FFF2-40B4-BE49-F238E27FC236}">
                  <a16:creationId xmlns:a16="http://schemas.microsoft.com/office/drawing/2014/main" id="{5BD7ADAC-4D1D-85E0-79A4-06D6A68C7497}"/>
                </a:ext>
              </a:extLst>
            </p:cNvPr>
            <p:cNvCxnSpPr>
              <a:cxnSpLocks/>
            </p:cNvCxnSpPr>
            <p:nvPr/>
          </p:nvCxnSpPr>
          <p:spPr>
            <a:xfrm>
              <a:off x="10062223" y="3643542"/>
              <a:ext cx="0" cy="1512000"/>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sp>
          <p:nvSpPr>
            <p:cNvPr id="368" name="TextBox 367">
              <a:extLst>
                <a:ext uri="{FF2B5EF4-FFF2-40B4-BE49-F238E27FC236}">
                  <a16:creationId xmlns:a16="http://schemas.microsoft.com/office/drawing/2014/main" id="{4A523FD1-3AB2-F94E-C722-C62E8F2E9258}"/>
                </a:ext>
              </a:extLst>
            </p:cNvPr>
            <p:cNvSpPr txBox="1"/>
            <p:nvPr/>
          </p:nvSpPr>
          <p:spPr>
            <a:xfrm>
              <a:off x="9198764" y="3739814"/>
              <a:ext cx="813333" cy="1454244"/>
            </a:xfrm>
            <a:prstGeom prst="rect">
              <a:avLst/>
            </a:prstGeom>
            <a:solidFill>
              <a:srgbClr val="FFFFFF"/>
            </a:solidFill>
          </p:spPr>
          <p:txBody>
            <a:bodyPr wrap="square" lIns="0" tIns="0" rIns="0" bIns="0" rtlCol="0">
              <a:spAutoFit/>
            </a:bodyPr>
            <a:lstStyle/>
            <a:p>
              <a:pPr>
                <a:spcAft>
                  <a:spcPts val="300"/>
                </a:spcAft>
              </a:pPr>
              <a:r>
                <a:rPr lang="en-US" sz="1000" b="1">
                  <a:solidFill>
                    <a:schemeClr val="tx2"/>
                  </a:solidFill>
                </a:rPr>
                <a:t>Final Preparation</a:t>
              </a:r>
            </a:p>
            <a:p>
              <a:r>
                <a:rPr lang="en-US" sz="800"/>
                <a:t>Complete the golive of the project, including end user training, data migration and preparation of a cutover plan</a:t>
              </a:r>
              <a:endParaRPr lang="nl-BE" sz="800"/>
            </a:p>
          </p:txBody>
        </p:sp>
        <p:sp>
          <p:nvSpPr>
            <p:cNvPr id="370" name="TextBox 369">
              <a:extLst>
                <a:ext uri="{FF2B5EF4-FFF2-40B4-BE49-F238E27FC236}">
                  <a16:creationId xmlns:a16="http://schemas.microsoft.com/office/drawing/2014/main" id="{97AF157E-5B8F-1166-52E5-F96985662B27}"/>
                </a:ext>
              </a:extLst>
            </p:cNvPr>
            <p:cNvSpPr txBox="1"/>
            <p:nvPr/>
          </p:nvSpPr>
          <p:spPr>
            <a:xfrm>
              <a:off x="10109087" y="3705189"/>
              <a:ext cx="820991" cy="1423467"/>
            </a:xfrm>
            <a:prstGeom prst="rect">
              <a:avLst/>
            </a:prstGeom>
            <a:solidFill>
              <a:srgbClr val="FFFFFF"/>
            </a:solidFill>
          </p:spPr>
          <p:txBody>
            <a:bodyPr wrap="square" lIns="0" tIns="0" rIns="0" bIns="0" rtlCol="0">
              <a:spAutoFit/>
            </a:bodyPr>
            <a:lstStyle/>
            <a:p>
              <a:pPr>
                <a:spcAft>
                  <a:spcPts val="300"/>
                </a:spcAft>
              </a:pPr>
              <a:r>
                <a:rPr lang="en-US" sz="1000" b="1">
                  <a:solidFill>
                    <a:schemeClr val="tx2"/>
                  </a:solidFill>
                </a:rPr>
                <a:t>Go live</a:t>
              </a:r>
            </a:p>
            <a:p>
              <a:r>
                <a:rPr lang="en-US" sz="800"/>
                <a:t>Execute the cutover plan and move from a project-oriented, pre-production environment to a live production operation. </a:t>
              </a:r>
              <a:endParaRPr lang="nl-BE" sz="800"/>
            </a:p>
          </p:txBody>
        </p:sp>
        <p:cxnSp>
          <p:nvCxnSpPr>
            <p:cNvPr id="377" name="Straight Connector 376">
              <a:extLst>
                <a:ext uri="{FF2B5EF4-FFF2-40B4-BE49-F238E27FC236}">
                  <a16:creationId xmlns:a16="http://schemas.microsoft.com/office/drawing/2014/main" id="{A33552DB-1915-3472-2F30-50EDC1C736D3}"/>
                </a:ext>
              </a:extLst>
            </p:cNvPr>
            <p:cNvCxnSpPr>
              <a:cxnSpLocks/>
            </p:cNvCxnSpPr>
            <p:nvPr/>
          </p:nvCxnSpPr>
          <p:spPr>
            <a:xfrm flipH="1">
              <a:off x="11064849" y="3643540"/>
              <a:ext cx="161" cy="756000"/>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sp>
          <p:nvSpPr>
            <p:cNvPr id="484" name="5-Point Star 266">
              <a:extLst>
                <a:ext uri="{FF2B5EF4-FFF2-40B4-BE49-F238E27FC236}">
                  <a16:creationId xmlns:a16="http://schemas.microsoft.com/office/drawing/2014/main" id="{6A5E0109-DC6E-AD15-9F94-E56987F8B79B}"/>
                </a:ext>
              </a:extLst>
            </p:cNvPr>
            <p:cNvSpPr/>
            <p:nvPr/>
          </p:nvSpPr>
          <p:spPr>
            <a:xfrm>
              <a:off x="10248052" y="3233793"/>
              <a:ext cx="228607" cy="228912"/>
            </a:xfrm>
            <a:prstGeom prst="star5">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85" name="Arrow: Chevron 23">
              <a:extLst>
                <a:ext uri="{FF2B5EF4-FFF2-40B4-BE49-F238E27FC236}">
                  <a16:creationId xmlns:a16="http://schemas.microsoft.com/office/drawing/2014/main" id="{FA0182BA-A61E-3D5D-9B8F-5D86C81BD4EA}"/>
                </a:ext>
              </a:extLst>
            </p:cNvPr>
            <p:cNvSpPr/>
            <p:nvPr/>
          </p:nvSpPr>
          <p:spPr>
            <a:xfrm>
              <a:off x="9141959" y="3197853"/>
              <a:ext cx="1169642" cy="409690"/>
            </a:xfrm>
            <a:prstGeom prst="chevron">
              <a:avLst>
                <a:gd name="adj" fmla="val 24644"/>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Final </a:t>
              </a:r>
              <a:b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b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a:t>
              </a:r>
            </a:p>
          </p:txBody>
        </p:sp>
        <p:sp>
          <p:nvSpPr>
            <p:cNvPr id="495" name="Arrow: Chevron 25">
              <a:extLst>
                <a:ext uri="{FF2B5EF4-FFF2-40B4-BE49-F238E27FC236}">
                  <a16:creationId xmlns:a16="http://schemas.microsoft.com/office/drawing/2014/main" id="{AFA530D3-A1B4-3252-653D-7172C9C04006}"/>
                </a:ext>
              </a:extLst>
            </p:cNvPr>
            <p:cNvSpPr/>
            <p:nvPr/>
          </p:nvSpPr>
          <p:spPr>
            <a:xfrm>
              <a:off x="10054107" y="3197853"/>
              <a:ext cx="1103496" cy="409689"/>
            </a:xfrm>
            <a:prstGeom prst="chevron">
              <a:avLst>
                <a:gd name="adj" fmla="val 24644"/>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Go Live</a:t>
              </a:r>
            </a:p>
          </p:txBody>
        </p:sp>
        <p:sp>
          <p:nvSpPr>
            <p:cNvPr id="500" name="Arrow: Chevron 282">
              <a:extLst>
                <a:ext uri="{FF2B5EF4-FFF2-40B4-BE49-F238E27FC236}">
                  <a16:creationId xmlns:a16="http://schemas.microsoft.com/office/drawing/2014/main" id="{9D633572-581D-C497-228F-BF89DBC4B69C}"/>
                </a:ext>
              </a:extLst>
            </p:cNvPr>
            <p:cNvSpPr/>
            <p:nvPr/>
          </p:nvSpPr>
          <p:spPr>
            <a:xfrm>
              <a:off x="9135694" y="2241576"/>
              <a:ext cx="2194194" cy="964154"/>
            </a:xfrm>
            <a:prstGeom prst="chevron">
              <a:avLst>
                <a:gd name="adj" fmla="val 27951"/>
              </a:avLst>
            </a:prstGeom>
            <a:gradFill>
              <a:gsLst>
                <a:gs pos="13000">
                  <a:srgbClr val="9BA7C7"/>
                </a:gs>
                <a:gs pos="1000">
                  <a:schemeClr val="accent4"/>
                </a:gs>
                <a:gs pos="99000">
                  <a:schemeClr val="accent3"/>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144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Deploy</a:t>
              </a:r>
            </a:p>
          </p:txBody>
        </p:sp>
        <p:grpSp>
          <p:nvGrpSpPr>
            <p:cNvPr id="603" name="Group 602">
              <a:extLst>
                <a:ext uri="{FF2B5EF4-FFF2-40B4-BE49-F238E27FC236}">
                  <a16:creationId xmlns:a16="http://schemas.microsoft.com/office/drawing/2014/main" id="{4874B75B-6A60-DD6F-F20A-DE90A90DC5BD}"/>
                </a:ext>
              </a:extLst>
            </p:cNvPr>
            <p:cNvGrpSpPr/>
            <p:nvPr/>
          </p:nvGrpSpPr>
          <p:grpSpPr>
            <a:xfrm>
              <a:off x="9964697" y="2369261"/>
              <a:ext cx="471163" cy="471791"/>
              <a:chOff x="9817805" y="1942177"/>
              <a:chExt cx="471791" cy="471791"/>
            </a:xfrm>
          </p:grpSpPr>
          <p:sp>
            <p:nvSpPr>
              <p:cNvPr id="326" name="Oval 325">
                <a:extLst>
                  <a:ext uri="{FF2B5EF4-FFF2-40B4-BE49-F238E27FC236}">
                    <a16:creationId xmlns:a16="http://schemas.microsoft.com/office/drawing/2014/main" id="{9BFC9191-82E9-D27D-E1A6-F750588DAF98}"/>
                  </a:ext>
                </a:extLst>
              </p:cNvPr>
              <p:cNvSpPr/>
              <p:nvPr/>
            </p:nvSpPr>
            <p:spPr>
              <a:xfrm>
                <a:off x="9817805"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327" name="Graphic 334">
                <a:extLst>
                  <a:ext uri="{FF2B5EF4-FFF2-40B4-BE49-F238E27FC236}">
                    <a16:creationId xmlns:a16="http://schemas.microsoft.com/office/drawing/2014/main" id="{7EF5BFA3-6AA0-5E3C-3C88-9AE292AFAA75}"/>
                  </a:ext>
                </a:extLst>
              </p:cNvPr>
              <p:cNvGrpSpPr/>
              <p:nvPr/>
            </p:nvGrpSpPr>
            <p:grpSpPr>
              <a:xfrm>
                <a:off x="9951565" y="2036935"/>
                <a:ext cx="204378" cy="282424"/>
                <a:chOff x="9951565" y="2036935"/>
                <a:chExt cx="204378" cy="282424"/>
              </a:xfrm>
            </p:grpSpPr>
            <p:sp>
              <p:nvSpPr>
                <p:cNvPr id="328" name="Freeform 143">
                  <a:extLst>
                    <a:ext uri="{FF2B5EF4-FFF2-40B4-BE49-F238E27FC236}">
                      <a16:creationId xmlns:a16="http://schemas.microsoft.com/office/drawing/2014/main" id="{26B7B8FE-7202-0242-5946-8A339F40B8CF}"/>
                    </a:ext>
                  </a:extLst>
                </p:cNvPr>
                <p:cNvSpPr/>
                <p:nvPr/>
              </p:nvSpPr>
              <p:spPr>
                <a:xfrm>
                  <a:off x="10075099" y="2179856"/>
                  <a:ext cx="80844" cy="136661"/>
                </a:xfrm>
                <a:custGeom>
                  <a:avLst/>
                  <a:gdLst>
                    <a:gd name="connsiteX0" fmla="*/ 56016 w 80844"/>
                    <a:gd name="connsiteY0" fmla="*/ 136661 h 136661"/>
                    <a:gd name="connsiteX1" fmla="*/ 24749 w 80844"/>
                    <a:gd name="connsiteY1" fmla="*/ 114256 h 136661"/>
                    <a:gd name="connsiteX2" fmla="*/ 1674 w 80844"/>
                    <a:gd name="connsiteY2" fmla="*/ 91516 h 136661"/>
                    <a:gd name="connsiteX3" fmla="*/ 2510 w 80844"/>
                    <a:gd name="connsiteY3" fmla="*/ 77136 h 136661"/>
                    <a:gd name="connsiteX4" fmla="*/ 28762 w 80844"/>
                    <a:gd name="connsiteY4" fmla="*/ 12261 h 136661"/>
                    <a:gd name="connsiteX5" fmla="*/ 43141 w 80844"/>
                    <a:gd name="connsiteY5" fmla="*/ 55 h 136661"/>
                    <a:gd name="connsiteX6" fmla="*/ 50331 w 80844"/>
                    <a:gd name="connsiteY6" fmla="*/ 2897 h 136661"/>
                    <a:gd name="connsiteX7" fmla="*/ 79759 w 80844"/>
                    <a:gd name="connsiteY7" fmla="*/ 46371 h 136661"/>
                    <a:gd name="connsiteX8" fmla="*/ 76749 w 80844"/>
                    <a:gd name="connsiteY8" fmla="*/ 92017 h 136661"/>
                    <a:gd name="connsiteX9" fmla="*/ 67720 w 80844"/>
                    <a:gd name="connsiteY9" fmla="*/ 130642 h 136661"/>
                    <a:gd name="connsiteX10" fmla="*/ 57688 w 80844"/>
                    <a:gd name="connsiteY10" fmla="*/ 136494 h 136661"/>
                    <a:gd name="connsiteX11" fmla="*/ 56016 w 80844"/>
                    <a:gd name="connsiteY11" fmla="*/ 136661 h 136661"/>
                    <a:gd name="connsiteX12" fmla="*/ 30768 w 80844"/>
                    <a:gd name="connsiteY12" fmla="*/ 83156 h 136661"/>
                    <a:gd name="connsiteX13" fmla="*/ 48324 w 80844"/>
                    <a:gd name="connsiteY13" fmla="*/ 99374 h 136661"/>
                    <a:gd name="connsiteX14" fmla="*/ 54009 w 80844"/>
                    <a:gd name="connsiteY14" fmla="*/ 53728 h 136661"/>
                    <a:gd name="connsiteX15" fmla="*/ 49662 w 80844"/>
                    <a:gd name="connsiteY15" fmla="*/ 43194 h 136661"/>
                    <a:gd name="connsiteX16" fmla="*/ 30768 w 80844"/>
                    <a:gd name="connsiteY16" fmla="*/ 83156 h 136661"/>
                    <a:gd name="connsiteX17" fmla="*/ 30768 w 80844"/>
                    <a:gd name="connsiteY17" fmla="*/ 83156 h 136661"/>
                    <a:gd name="connsiteX18" fmla="*/ 24247 w 80844"/>
                    <a:gd name="connsiteY18" fmla="*/ 92686 h 136661"/>
                    <a:gd name="connsiteX19" fmla="*/ 24247 w 80844"/>
                    <a:gd name="connsiteY19" fmla="*/ 92686 h 136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0844" h="136661">
                      <a:moveTo>
                        <a:pt x="56016" y="136661"/>
                      </a:moveTo>
                      <a:cubicBezTo>
                        <a:pt x="50498" y="136661"/>
                        <a:pt x="45984" y="133651"/>
                        <a:pt x="24749" y="114256"/>
                      </a:cubicBezTo>
                      <a:cubicBezTo>
                        <a:pt x="3179" y="94526"/>
                        <a:pt x="2510" y="93188"/>
                        <a:pt x="1674" y="91516"/>
                      </a:cubicBezTo>
                      <a:cubicBezTo>
                        <a:pt x="-834" y="87001"/>
                        <a:pt x="-499" y="81484"/>
                        <a:pt x="2510" y="77136"/>
                      </a:cubicBezTo>
                      <a:cubicBezTo>
                        <a:pt x="17726" y="55901"/>
                        <a:pt x="27089" y="32827"/>
                        <a:pt x="28762" y="12261"/>
                      </a:cubicBezTo>
                      <a:cubicBezTo>
                        <a:pt x="29430" y="4904"/>
                        <a:pt x="35784" y="-614"/>
                        <a:pt x="43141" y="55"/>
                      </a:cubicBezTo>
                      <a:cubicBezTo>
                        <a:pt x="45816" y="222"/>
                        <a:pt x="48324" y="1225"/>
                        <a:pt x="50331" y="2897"/>
                      </a:cubicBezTo>
                      <a:cubicBezTo>
                        <a:pt x="64209" y="14100"/>
                        <a:pt x="74408" y="29316"/>
                        <a:pt x="79759" y="46371"/>
                      </a:cubicBezTo>
                      <a:cubicBezTo>
                        <a:pt x="80762" y="49547"/>
                        <a:pt x="82601" y="56236"/>
                        <a:pt x="76749" y="92017"/>
                      </a:cubicBezTo>
                      <a:cubicBezTo>
                        <a:pt x="71064" y="125793"/>
                        <a:pt x="68891" y="129137"/>
                        <a:pt x="67720" y="130642"/>
                      </a:cubicBezTo>
                      <a:cubicBezTo>
                        <a:pt x="65379" y="133986"/>
                        <a:pt x="61701" y="136159"/>
                        <a:pt x="57688" y="136494"/>
                      </a:cubicBezTo>
                      <a:cubicBezTo>
                        <a:pt x="57019" y="136494"/>
                        <a:pt x="56518" y="136661"/>
                        <a:pt x="56016" y="136661"/>
                      </a:cubicBezTo>
                      <a:close/>
                      <a:moveTo>
                        <a:pt x="30768" y="83156"/>
                      </a:moveTo>
                      <a:cubicBezTo>
                        <a:pt x="35784" y="87837"/>
                        <a:pt x="42305" y="94024"/>
                        <a:pt x="48324" y="99374"/>
                      </a:cubicBezTo>
                      <a:cubicBezTo>
                        <a:pt x="51501" y="82320"/>
                        <a:pt x="54845" y="59747"/>
                        <a:pt x="54009" y="53728"/>
                      </a:cubicBezTo>
                      <a:cubicBezTo>
                        <a:pt x="52839" y="50049"/>
                        <a:pt x="51501" y="46538"/>
                        <a:pt x="49662" y="43194"/>
                      </a:cubicBezTo>
                      <a:cubicBezTo>
                        <a:pt x="45148" y="57239"/>
                        <a:pt x="38794" y="70615"/>
                        <a:pt x="30768" y="83156"/>
                      </a:cubicBezTo>
                      <a:lnTo>
                        <a:pt x="30768" y="83156"/>
                      </a:lnTo>
                      <a:close/>
                      <a:moveTo>
                        <a:pt x="24247" y="92686"/>
                      </a:moveTo>
                      <a:lnTo>
                        <a:pt x="24247" y="92686"/>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9" name="Freeform 144">
                  <a:extLst>
                    <a:ext uri="{FF2B5EF4-FFF2-40B4-BE49-F238E27FC236}">
                      <a16:creationId xmlns:a16="http://schemas.microsoft.com/office/drawing/2014/main" id="{B0565BEC-A0A6-4EC3-FC18-BA39EFE0D01F}"/>
                    </a:ext>
                  </a:extLst>
                </p:cNvPr>
                <p:cNvSpPr/>
                <p:nvPr/>
              </p:nvSpPr>
              <p:spPr>
                <a:xfrm>
                  <a:off x="9951565" y="2182212"/>
                  <a:ext cx="80901" cy="136478"/>
                </a:xfrm>
                <a:custGeom>
                  <a:avLst/>
                  <a:gdLst>
                    <a:gd name="connsiteX0" fmla="*/ 24718 w 80901"/>
                    <a:gd name="connsiteY0" fmla="*/ 136479 h 136478"/>
                    <a:gd name="connsiteX1" fmla="*/ 23214 w 80901"/>
                    <a:gd name="connsiteY1" fmla="*/ 136479 h 136478"/>
                    <a:gd name="connsiteX2" fmla="*/ 13181 w 80901"/>
                    <a:gd name="connsiteY2" fmla="*/ 130627 h 136478"/>
                    <a:gd name="connsiteX3" fmla="*/ 4152 w 80901"/>
                    <a:gd name="connsiteY3" fmla="*/ 92003 h 136478"/>
                    <a:gd name="connsiteX4" fmla="*/ 1143 w 80901"/>
                    <a:gd name="connsiteY4" fmla="*/ 46356 h 136478"/>
                    <a:gd name="connsiteX5" fmla="*/ 1143 w 80901"/>
                    <a:gd name="connsiteY5" fmla="*/ 46356 h 136478"/>
                    <a:gd name="connsiteX6" fmla="*/ 30571 w 80901"/>
                    <a:gd name="connsiteY6" fmla="*/ 2882 h 136478"/>
                    <a:gd name="connsiteX7" fmla="*/ 49297 w 80901"/>
                    <a:gd name="connsiteY7" fmla="*/ 5056 h 136478"/>
                    <a:gd name="connsiteX8" fmla="*/ 52140 w 80901"/>
                    <a:gd name="connsiteY8" fmla="*/ 12246 h 136478"/>
                    <a:gd name="connsiteX9" fmla="*/ 78391 w 80901"/>
                    <a:gd name="connsiteY9" fmla="*/ 77121 h 136478"/>
                    <a:gd name="connsiteX10" fmla="*/ 79227 w 80901"/>
                    <a:gd name="connsiteY10" fmla="*/ 91501 h 136478"/>
                    <a:gd name="connsiteX11" fmla="*/ 56153 w 80901"/>
                    <a:gd name="connsiteY11" fmla="*/ 114241 h 136478"/>
                    <a:gd name="connsiteX12" fmla="*/ 24718 w 80901"/>
                    <a:gd name="connsiteY12" fmla="*/ 136479 h 136478"/>
                    <a:gd name="connsiteX13" fmla="*/ 26725 w 80901"/>
                    <a:gd name="connsiteY13" fmla="*/ 53545 h 136478"/>
                    <a:gd name="connsiteX14" fmla="*/ 32410 w 80901"/>
                    <a:gd name="connsiteY14" fmla="*/ 99192 h 136478"/>
                    <a:gd name="connsiteX15" fmla="*/ 49966 w 80901"/>
                    <a:gd name="connsiteY15" fmla="*/ 82973 h 136478"/>
                    <a:gd name="connsiteX16" fmla="*/ 31072 w 80901"/>
                    <a:gd name="connsiteY16" fmla="*/ 43012 h 136478"/>
                    <a:gd name="connsiteX17" fmla="*/ 26725 w 80901"/>
                    <a:gd name="connsiteY17" fmla="*/ 53545 h 136478"/>
                    <a:gd name="connsiteX18" fmla="*/ 56487 w 80901"/>
                    <a:gd name="connsiteY18" fmla="*/ 92671 h 136478"/>
                    <a:gd name="connsiteX19" fmla="*/ 56487 w 80901"/>
                    <a:gd name="connsiteY19" fmla="*/ 92671 h 136478"/>
                    <a:gd name="connsiteX20" fmla="*/ 26558 w 80901"/>
                    <a:gd name="connsiteY20" fmla="*/ 53880 h 136478"/>
                    <a:gd name="connsiteX21" fmla="*/ 26558 w 80901"/>
                    <a:gd name="connsiteY21" fmla="*/ 53880 h 136478"/>
                    <a:gd name="connsiteX22" fmla="*/ 26558 w 80901"/>
                    <a:gd name="connsiteY22" fmla="*/ 53880 h 136478"/>
                    <a:gd name="connsiteX23" fmla="*/ 13850 w 80901"/>
                    <a:gd name="connsiteY23" fmla="*/ 50034 h 136478"/>
                    <a:gd name="connsiteX24" fmla="*/ 13850 w 80901"/>
                    <a:gd name="connsiteY24" fmla="*/ 50034 h 13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0901" h="136478">
                      <a:moveTo>
                        <a:pt x="24718" y="136479"/>
                      </a:moveTo>
                      <a:cubicBezTo>
                        <a:pt x="24217" y="136479"/>
                        <a:pt x="23715" y="136479"/>
                        <a:pt x="23214" y="136479"/>
                      </a:cubicBezTo>
                      <a:cubicBezTo>
                        <a:pt x="19201" y="136145"/>
                        <a:pt x="15522" y="133971"/>
                        <a:pt x="13181" y="130627"/>
                      </a:cubicBezTo>
                      <a:cubicBezTo>
                        <a:pt x="12011" y="128955"/>
                        <a:pt x="9837" y="125778"/>
                        <a:pt x="4152" y="92003"/>
                      </a:cubicBezTo>
                      <a:cubicBezTo>
                        <a:pt x="-1867" y="56221"/>
                        <a:pt x="139" y="49533"/>
                        <a:pt x="1143" y="46356"/>
                      </a:cubicBezTo>
                      <a:lnTo>
                        <a:pt x="1143" y="46356"/>
                      </a:lnTo>
                      <a:cubicBezTo>
                        <a:pt x="6493" y="29301"/>
                        <a:pt x="16693" y="14085"/>
                        <a:pt x="30571" y="2882"/>
                      </a:cubicBezTo>
                      <a:cubicBezTo>
                        <a:pt x="36423" y="-1632"/>
                        <a:pt x="44783" y="-796"/>
                        <a:pt x="49297" y="5056"/>
                      </a:cubicBezTo>
                      <a:cubicBezTo>
                        <a:pt x="50969" y="7063"/>
                        <a:pt x="51973" y="9571"/>
                        <a:pt x="52140" y="12246"/>
                      </a:cubicBezTo>
                      <a:cubicBezTo>
                        <a:pt x="53812" y="32812"/>
                        <a:pt x="63175" y="55886"/>
                        <a:pt x="78391" y="77121"/>
                      </a:cubicBezTo>
                      <a:cubicBezTo>
                        <a:pt x="81401" y="81301"/>
                        <a:pt x="81735" y="86986"/>
                        <a:pt x="79227" y="91501"/>
                      </a:cubicBezTo>
                      <a:cubicBezTo>
                        <a:pt x="78391" y="93006"/>
                        <a:pt x="77555" y="94343"/>
                        <a:pt x="56153" y="114241"/>
                      </a:cubicBezTo>
                      <a:cubicBezTo>
                        <a:pt x="34751" y="133469"/>
                        <a:pt x="30236" y="136479"/>
                        <a:pt x="24718" y="136479"/>
                      </a:cubicBezTo>
                      <a:close/>
                      <a:moveTo>
                        <a:pt x="26725" y="53545"/>
                      </a:moveTo>
                      <a:cubicBezTo>
                        <a:pt x="25889" y="59565"/>
                        <a:pt x="29400" y="82137"/>
                        <a:pt x="32410" y="99192"/>
                      </a:cubicBezTo>
                      <a:cubicBezTo>
                        <a:pt x="38262" y="93842"/>
                        <a:pt x="44950" y="87655"/>
                        <a:pt x="49966" y="82973"/>
                      </a:cubicBezTo>
                      <a:cubicBezTo>
                        <a:pt x="41940" y="70600"/>
                        <a:pt x="35587" y="57057"/>
                        <a:pt x="31072" y="43012"/>
                      </a:cubicBezTo>
                      <a:cubicBezTo>
                        <a:pt x="29233" y="46356"/>
                        <a:pt x="27728" y="49867"/>
                        <a:pt x="26725" y="53545"/>
                      </a:cubicBezTo>
                      <a:close/>
                      <a:moveTo>
                        <a:pt x="56487" y="92671"/>
                      </a:moveTo>
                      <a:lnTo>
                        <a:pt x="56487" y="92671"/>
                      </a:lnTo>
                      <a:close/>
                      <a:moveTo>
                        <a:pt x="26558" y="53880"/>
                      </a:moveTo>
                      <a:lnTo>
                        <a:pt x="26558" y="53880"/>
                      </a:lnTo>
                      <a:lnTo>
                        <a:pt x="26558" y="53880"/>
                      </a:lnTo>
                      <a:close/>
                      <a:moveTo>
                        <a:pt x="13850" y="50034"/>
                      </a:moveTo>
                      <a:lnTo>
                        <a:pt x="13850" y="50034"/>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30" name="Freeform 145">
                  <a:extLst>
                    <a:ext uri="{FF2B5EF4-FFF2-40B4-BE49-F238E27FC236}">
                      <a16:creationId xmlns:a16="http://schemas.microsoft.com/office/drawing/2014/main" id="{F0CB0F33-CE67-B3A1-AB0A-4D673347EECB}"/>
                    </a:ext>
                  </a:extLst>
                </p:cNvPr>
                <p:cNvSpPr/>
                <p:nvPr/>
              </p:nvSpPr>
              <p:spPr>
                <a:xfrm>
                  <a:off x="9976589" y="2036935"/>
                  <a:ext cx="153728" cy="247979"/>
                </a:xfrm>
                <a:custGeom>
                  <a:avLst/>
                  <a:gdLst>
                    <a:gd name="connsiteX0" fmla="*/ 107040 w 153728"/>
                    <a:gd name="connsiteY0" fmla="*/ 247980 h 247979"/>
                    <a:gd name="connsiteX1" fmla="*/ 46847 w 153728"/>
                    <a:gd name="connsiteY1" fmla="*/ 247980 h 247979"/>
                    <a:gd name="connsiteX2" fmla="*/ 36814 w 153728"/>
                    <a:gd name="connsiteY2" fmla="*/ 243465 h 247979"/>
                    <a:gd name="connsiteX3" fmla="*/ 1200 w 153728"/>
                    <a:gd name="connsiteY3" fmla="*/ 167053 h 247979"/>
                    <a:gd name="connsiteX4" fmla="*/ 11734 w 153728"/>
                    <a:gd name="connsiteY4" fmla="*/ 92814 h 247979"/>
                    <a:gd name="connsiteX5" fmla="*/ 42834 w 153728"/>
                    <a:gd name="connsiteY5" fmla="*/ 32286 h 247979"/>
                    <a:gd name="connsiteX6" fmla="*/ 76442 w 153728"/>
                    <a:gd name="connsiteY6" fmla="*/ 16 h 247979"/>
                    <a:gd name="connsiteX7" fmla="*/ 100018 w 153728"/>
                    <a:gd name="connsiteY7" fmla="*/ 18241 h 247979"/>
                    <a:gd name="connsiteX8" fmla="*/ 111053 w 153728"/>
                    <a:gd name="connsiteY8" fmla="*/ 31952 h 247979"/>
                    <a:gd name="connsiteX9" fmla="*/ 111221 w 153728"/>
                    <a:gd name="connsiteY9" fmla="*/ 32119 h 247979"/>
                    <a:gd name="connsiteX10" fmla="*/ 152854 w 153728"/>
                    <a:gd name="connsiteY10" fmla="*/ 166217 h 247979"/>
                    <a:gd name="connsiteX11" fmla="*/ 152687 w 153728"/>
                    <a:gd name="connsiteY11" fmla="*/ 167053 h 247979"/>
                    <a:gd name="connsiteX12" fmla="*/ 117240 w 153728"/>
                    <a:gd name="connsiteY12" fmla="*/ 243131 h 247979"/>
                    <a:gd name="connsiteX13" fmla="*/ 107040 w 153728"/>
                    <a:gd name="connsiteY13" fmla="*/ 247980 h 247979"/>
                    <a:gd name="connsiteX14" fmla="*/ 53368 w 153728"/>
                    <a:gd name="connsiteY14" fmla="*/ 221227 h 247979"/>
                    <a:gd name="connsiteX15" fmla="*/ 100352 w 153728"/>
                    <a:gd name="connsiteY15" fmla="*/ 221227 h 247979"/>
                    <a:gd name="connsiteX16" fmla="*/ 126269 w 153728"/>
                    <a:gd name="connsiteY16" fmla="*/ 163040 h 247979"/>
                    <a:gd name="connsiteX17" fmla="*/ 89818 w 153728"/>
                    <a:gd name="connsiteY17" fmla="*/ 48170 h 247979"/>
                    <a:gd name="connsiteX18" fmla="*/ 76776 w 153728"/>
                    <a:gd name="connsiteY18" fmla="*/ 31952 h 247979"/>
                    <a:gd name="connsiteX19" fmla="*/ 64403 w 153728"/>
                    <a:gd name="connsiteY19" fmla="*/ 48003 h 247979"/>
                    <a:gd name="connsiteX20" fmla="*/ 27618 w 153728"/>
                    <a:gd name="connsiteY20" fmla="*/ 162706 h 247979"/>
                    <a:gd name="connsiteX21" fmla="*/ 53368 w 153728"/>
                    <a:gd name="connsiteY21" fmla="*/ 221227 h 247979"/>
                    <a:gd name="connsiteX22" fmla="*/ 139478 w 153728"/>
                    <a:gd name="connsiteY22" fmla="*/ 164712 h 247979"/>
                    <a:gd name="connsiteX23" fmla="*/ 139478 w 153728"/>
                    <a:gd name="connsiteY23" fmla="*/ 164712 h 247979"/>
                    <a:gd name="connsiteX24" fmla="*/ 139478 w 153728"/>
                    <a:gd name="connsiteY24" fmla="*/ 164712 h 247979"/>
                    <a:gd name="connsiteX25" fmla="*/ 83130 w 153728"/>
                    <a:gd name="connsiteY25" fmla="*/ 24929 h 247979"/>
                    <a:gd name="connsiteX26" fmla="*/ 83130 w 153728"/>
                    <a:gd name="connsiteY26" fmla="*/ 24929 h 247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3728" h="247979">
                      <a:moveTo>
                        <a:pt x="107040" y="247980"/>
                      </a:moveTo>
                      <a:lnTo>
                        <a:pt x="46847" y="247980"/>
                      </a:lnTo>
                      <a:cubicBezTo>
                        <a:pt x="43001" y="247980"/>
                        <a:pt x="39323" y="246308"/>
                        <a:pt x="36814" y="243465"/>
                      </a:cubicBezTo>
                      <a:cubicBezTo>
                        <a:pt x="35644" y="242128"/>
                        <a:pt x="8222" y="210359"/>
                        <a:pt x="1200" y="167053"/>
                      </a:cubicBezTo>
                      <a:cubicBezTo>
                        <a:pt x="-2980" y="141471"/>
                        <a:pt x="4544" y="112544"/>
                        <a:pt x="11734" y="92814"/>
                      </a:cubicBezTo>
                      <a:cubicBezTo>
                        <a:pt x="19760" y="70409"/>
                        <a:pt x="31464" y="47669"/>
                        <a:pt x="42834" y="32286"/>
                      </a:cubicBezTo>
                      <a:cubicBezTo>
                        <a:pt x="65908" y="183"/>
                        <a:pt x="71091" y="16"/>
                        <a:pt x="76442" y="16"/>
                      </a:cubicBezTo>
                      <a:cubicBezTo>
                        <a:pt x="84133" y="-319"/>
                        <a:pt x="88982" y="4697"/>
                        <a:pt x="100018" y="18241"/>
                      </a:cubicBezTo>
                      <a:cubicBezTo>
                        <a:pt x="105703" y="25096"/>
                        <a:pt x="110719" y="31784"/>
                        <a:pt x="111053" y="31952"/>
                      </a:cubicBezTo>
                      <a:cubicBezTo>
                        <a:pt x="111053" y="31952"/>
                        <a:pt x="111221" y="32119"/>
                        <a:pt x="111221" y="32119"/>
                      </a:cubicBezTo>
                      <a:cubicBezTo>
                        <a:pt x="129446" y="56698"/>
                        <a:pt x="159208" y="106692"/>
                        <a:pt x="152854" y="166217"/>
                      </a:cubicBezTo>
                      <a:cubicBezTo>
                        <a:pt x="152854" y="166551"/>
                        <a:pt x="152854" y="166719"/>
                        <a:pt x="152687" y="167053"/>
                      </a:cubicBezTo>
                      <a:cubicBezTo>
                        <a:pt x="145665" y="208520"/>
                        <a:pt x="118410" y="241793"/>
                        <a:pt x="117240" y="243131"/>
                      </a:cubicBezTo>
                      <a:cubicBezTo>
                        <a:pt x="114732" y="246141"/>
                        <a:pt x="111053" y="247980"/>
                        <a:pt x="107040" y="247980"/>
                      </a:cubicBezTo>
                      <a:close/>
                      <a:moveTo>
                        <a:pt x="53368" y="221227"/>
                      </a:moveTo>
                      <a:lnTo>
                        <a:pt x="100352" y="221227"/>
                      </a:lnTo>
                      <a:cubicBezTo>
                        <a:pt x="107208" y="211697"/>
                        <a:pt x="121754" y="188790"/>
                        <a:pt x="126269" y="163040"/>
                      </a:cubicBezTo>
                      <a:cubicBezTo>
                        <a:pt x="131452" y="112879"/>
                        <a:pt x="105703" y="69573"/>
                        <a:pt x="89818" y="48170"/>
                      </a:cubicBezTo>
                      <a:cubicBezTo>
                        <a:pt x="85638" y="42653"/>
                        <a:pt x="80622" y="36633"/>
                        <a:pt x="76776" y="31952"/>
                      </a:cubicBezTo>
                      <a:cubicBezTo>
                        <a:pt x="73098" y="36299"/>
                        <a:pt x="68583" y="42318"/>
                        <a:pt x="64403" y="48003"/>
                      </a:cubicBezTo>
                      <a:cubicBezTo>
                        <a:pt x="45676" y="73084"/>
                        <a:pt x="21933" y="128261"/>
                        <a:pt x="27618" y="162706"/>
                      </a:cubicBezTo>
                      <a:cubicBezTo>
                        <a:pt x="31966" y="189626"/>
                        <a:pt x="46512" y="212031"/>
                        <a:pt x="53368" y="221227"/>
                      </a:cubicBezTo>
                      <a:close/>
                      <a:moveTo>
                        <a:pt x="139478" y="164712"/>
                      </a:moveTo>
                      <a:lnTo>
                        <a:pt x="139478" y="164712"/>
                      </a:lnTo>
                      <a:lnTo>
                        <a:pt x="139478" y="164712"/>
                      </a:lnTo>
                      <a:close/>
                      <a:moveTo>
                        <a:pt x="83130" y="24929"/>
                      </a:moveTo>
                      <a:lnTo>
                        <a:pt x="83130" y="24929"/>
                      </a:ln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31" name="Freeform 146">
                  <a:extLst>
                    <a:ext uri="{FF2B5EF4-FFF2-40B4-BE49-F238E27FC236}">
                      <a16:creationId xmlns:a16="http://schemas.microsoft.com/office/drawing/2014/main" id="{E4FC71B0-147A-5336-606C-78D10A0F422A}"/>
                    </a:ext>
                  </a:extLst>
                </p:cNvPr>
                <p:cNvSpPr/>
                <p:nvPr/>
              </p:nvSpPr>
              <p:spPr>
                <a:xfrm>
                  <a:off x="10038985" y="2195628"/>
                  <a:ext cx="26752" cy="123731"/>
                </a:xfrm>
                <a:custGeom>
                  <a:avLst/>
                  <a:gdLst>
                    <a:gd name="connsiteX0" fmla="*/ 13376 w 26752"/>
                    <a:gd name="connsiteY0" fmla="*/ 123731 h 123731"/>
                    <a:gd name="connsiteX1" fmla="*/ 0 w 26752"/>
                    <a:gd name="connsiteY1" fmla="*/ 110355 h 123731"/>
                    <a:gd name="connsiteX2" fmla="*/ 0 w 26752"/>
                    <a:gd name="connsiteY2" fmla="*/ 13376 h 123731"/>
                    <a:gd name="connsiteX3" fmla="*/ 13376 w 26752"/>
                    <a:gd name="connsiteY3" fmla="*/ 0 h 123731"/>
                    <a:gd name="connsiteX4" fmla="*/ 26753 w 26752"/>
                    <a:gd name="connsiteY4" fmla="*/ 13376 h 123731"/>
                    <a:gd name="connsiteX5" fmla="*/ 26753 w 26752"/>
                    <a:gd name="connsiteY5" fmla="*/ 110355 h 123731"/>
                    <a:gd name="connsiteX6" fmla="*/ 13376 w 26752"/>
                    <a:gd name="connsiteY6" fmla="*/ 123731 h 12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52" h="123731">
                      <a:moveTo>
                        <a:pt x="13376" y="123731"/>
                      </a:moveTo>
                      <a:cubicBezTo>
                        <a:pt x="6019" y="123731"/>
                        <a:pt x="0" y="117712"/>
                        <a:pt x="0" y="110355"/>
                      </a:cubicBezTo>
                      <a:lnTo>
                        <a:pt x="0" y="13376"/>
                      </a:lnTo>
                      <a:cubicBezTo>
                        <a:pt x="0" y="6019"/>
                        <a:pt x="6019" y="0"/>
                        <a:pt x="13376" y="0"/>
                      </a:cubicBezTo>
                      <a:cubicBezTo>
                        <a:pt x="20733" y="0"/>
                        <a:pt x="26753" y="6019"/>
                        <a:pt x="26753" y="13376"/>
                      </a:cubicBezTo>
                      <a:lnTo>
                        <a:pt x="26753" y="110355"/>
                      </a:lnTo>
                      <a:cubicBezTo>
                        <a:pt x="26753" y="117712"/>
                        <a:pt x="20733" y="123731"/>
                        <a:pt x="13376" y="123731"/>
                      </a:cubicBez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32" name="Freeform 147">
                  <a:extLst>
                    <a:ext uri="{FF2B5EF4-FFF2-40B4-BE49-F238E27FC236}">
                      <a16:creationId xmlns:a16="http://schemas.microsoft.com/office/drawing/2014/main" id="{4ABD2F38-F255-3E7D-B58F-16EFE0E8F7BD}"/>
                    </a:ext>
                  </a:extLst>
                </p:cNvPr>
                <p:cNvSpPr/>
                <p:nvPr/>
              </p:nvSpPr>
              <p:spPr>
                <a:xfrm>
                  <a:off x="10019590" y="2116540"/>
                  <a:ext cx="68386" cy="68386"/>
                </a:xfrm>
                <a:custGeom>
                  <a:avLst/>
                  <a:gdLst>
                    <a:gd name="connsiteX0" fmla="*/ 34277 w 68386"/>
                    <a:gd name="connsiteY0" fmla="*/ 68387 h 68386"/>
                    <a:gd name="connsiteX1" fmla="*/ 0 w 68386"/>
                    <a:gd name="connsiteY1" fmla="*/ 34277 h 68386"/>
                    <a:gd name="connsiteX2" fmla="*/ 34110 w 68386"/>
                    <a:gd name="connsiteY2" fmla="*/ 0 h 68386"/>
                    <a:gd name="connsiteX3" fmla="*/ 68387 w 68386"/>
                    <a:gd name="connsiteY3" fmla="*/ 34110 h 68386"/>
                    <a:gd name="connsiteX4" fmla="*/ 68387 w 68386"/>
                    <a:gd name="connsiteY4" fmla="*/ 34110 h 68386"/>
                    <a:gd name="connsiteX5" fmla="*/ 34277 w 68386"/>
                    <a:gd name="connsiteY5" fmla="*/ 68387 h 68386"/>
                    <a:gd name="connsiteX6" fmla="*/ 34277 w 68386"/>
                    <a:gd name="connsiteY6" fmla="*/ 26753 h 68386"/>
                    <a:gd name="connsiteX7" fmla="*/ 26753 w 68386"/>
                    <a:gd name="connsiteY7" fmla="*/ 34110 h 68386"/>
                    <a:gd name="connsiteX8" fmla="*/ 34110 w 68386"/>
                    <a:gd name="connsiteY8" fmla="*/ 41634 h 68386"/>
                    <a:gd name="connsiteX9" fmla="*/ 41634 w 68386"/>
                    <a:gd name="connsiteY9" fmla="*/ 34277 h 68386"/>
                    <a:gd name="connsiteX10" fmla="*/ 41634 w 68386"/>
                    <a:gd name="connsiteY10" fmla="*/ 34277 h 68386"/>
                    <a:gd name="connsiteX11" fmla="*/ 34277 w 68386"/>
                    <a:gd name="connsiteY11" fmla="*/ 26753 h 6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386" h="68386">
                      <a:moveTo>
                        <a:pt x="34277" y="68387"/>
                      </a:moveTo>
                      <a:cubicBezTo>
                        <a:pt x="15383" y="68387"/>
                        <a:pt x="0" y="53004"/>
                        <a:pt x="0" y="34277"/>
                      </a:cubicBezTo>
                      <a:cubicBezTo>
                        <a:pt x="0" y="15550"/>
                        <a:pt x="15383" y="0"/>
                        <a:pt x="34110" y="0"/>
                      </a:cubicBezTo>
                      <a:cubicBezTo>
                        <a:pt x="52837" y="0"/>
                        <a:pt x="68387" y="15216"/>
                        <a:pt x="68387" y="34110"/>
                      </a:cubicBezTo>
                      <a:cubicBezTo>
                        <a:pt x="68387" y="34110"/>
                        <a:pt x="68387" y="34110"/>
                        <a:pt x="68387" y="34110"/>
                      </a:cubicBezTo>
                      <a:cubicBezTo>
                        <a:pt x="68387" y="53004"/>
                        <a:pt x="53004" y="68387"/>
                        <a:pt x="34277" y="68387"/>
                      </a:cubicBezTo>
                      <a:close/>
                      <a:moveTo>
                        <a:pt x="34277" y="26753"/>
                      </a:moveTo>
                      <a:cubicBezTo>
                        <a:pt x="30097" y="26753"/>
                        <a:pt x="26753" y="30097"/>
                        <a:pt x="26753" y="34110"/>
                      </a:cubicBezTo>
                      <a:cubicBezTo>
                        <a:pt x="26753" y="38290"/>
                        <a:pt x="30097" y="41634"/>
                        <a:pt x="34110" y="41634"/>
                      </a:cubicBezTo>
                      <a:cubicBezTo>
                        <a:pt x="38290" y="41634"/>
                        <a:pt x="41634" y="38290"/>
                        <a:pt x="41634" y="34277"/>
                      </a:cubicBezTo>
                      <a:cubicBezTo>
                        <a:pt x="41634" y="34277"/>
                        <a:pt x="41634" y="34277"/>
                        <a:pt x="41634" y="34277"/>
                      </a:cubicBezTo>
                      <a:cubicBezTo>
                        <a:pt x="41634" y="30097"/>
                        <a:pt x="38290" y="26753"/>
                        <a:pt x="34277" y="26753"/>
                      </a:cubicBez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5" name="Group 4">
            <a:extLst>
              <a:ext uri="{FF2B5EF4-FFF2-40B4-BE49-F238E27FC236}">
                <a16:creationId xmlns:a16="http://schemas.microsoft.com/office/drawing/2014/main" id="{F37103F7-90D2-CA60-EF42-D37080AA1D82}"/>
              </a:ext>
            </a:extLst>
          </p:cNvPr>
          <p:cNvGrpSpPr/>
          <p:nvPr/>
        </p:nvGrpSpPr>
        <p:grpSpPr>
          <a:xfrm>
            <a:off x="0" y="2241576"/>
            <a:ext cx="1405182" cy="2525537"/>
            <a:chOff x="0" y="2241576"/>
            <a:chExt cx="1405182" cy="2525537"/>
          </a:xfrm>
        </p:grpSpPr>
        <p:cxnSp>
          <p:nvCxnSpPr>
            <p:cNvPr id="386" name="Straight Connector 385">
              <a:extLst>
                <a:ext uri="{FF2B5EF4-FFF2-40B4-BE49-F238E27FC236}">
                  <a16:creationId xmlns:a16="http://schemas.microsoft.com/office/drawing/2014/main" id="{8DC9C782-D573-94BA-50EE-5F78942EC2AA}"/>
                </a:ext>
              </a:extLst>
            </p:cNvPr>
            <p:cNvCxnSpPr>
              <a:cxnSpLocks/>
            </p:cNvCxnSpPr>
            <p:nvPr/>
          </p:nvCxnSpPr>
          <p:spPr>
            <a:xfrm>
              <a:off x="11225" y="3643540"/>
              <a:ext cx="0" cy="1123200"/>
            </a:xfrm>
            <a:prstGeom prst="line">
              <a:avLst/>
            </a:prstGeom>
            <a:ln w="9525" cap="rnd">
              <a:solidFill>
                <a:schemeClr val="tx1"/>
              </a:solidFill>
              <a:prstDash val="sysDot"/>
              <a:round/>
            </a:ln>
          </p:spPr>
          <p:style>
            <a:lnRef idx="1">
              <a:schemeClr val="accent1"/>
            </a:lnRef>
            <a:fillRef idx="0">
              <a:schemeClr val="accent1"/>
            </a:fillRef>
            <a:effectRef idx="0">
              <a:schemeClr val="accent1"/>
            </a:effectRef>
            <a:fontRef idx="minor">
              <a:schemeClr val="tx1"/>
            </a:fontRef>
          </p:style>
        </p:cxnSp>
        <p:sp>
          <p:nvSpPr>
            <p:cNvPr id="387" name="TextBox 386">
              <a:extLst>
                <a:ext uri="{FF2B5EF4-FFF2-40B4-BE49-F238E27FC236}">
                  <a16:creationId xmlns:a16="http://schemas.microsoft.com/office/drawing/2014/main" id="{A750D992-AFE6-6E97-0978-FB7B66FEDA4D}"/>
                </a:ext>
              </a:extLst>
            </p:cNvPr>
            <p:cNvSpPr txBox="1"/>
            <p:nvPr/>
          </p:nvSpPr>
          <p:spPr>
            <a:xfrm>
              <a:off x="51893" y="3712978"/>
              <a:ext cx="1332348" cy="1054135"/>
            </a:xfrm>
            <a:prstGeom prst="rect">
              <a:avLst/>
            </a:prstGeom>
            <a:solidFill>
              <a:srgbClr val="FFFFFF"/>
            </a:solidFill>
          </p:spPr>
          <p:txBody>
            <a:bodyPr wrap="square" lIns="0" tIns="0" rIns="0" bIns="0" rtlCol="0">
              <a:spAutoFit/>
            </a:bodyPr>
            <a:lstStyle/>
            <a:p>
              <a:pPr>
                <a:spcAft>
                  <a:spcPts val="300"/>
                </a:spcAft>
              </a:pPr>
              <a:r>
                <a:rPr lang="en-US" sz="1000" b="1">
                  <a:solidFill>
                    <a:schemeClr val="tx2"/>
                  </a:solidFill>
                </a:rPr>
                <a:t>Pre-project</a:t>
              </a:r>
            </a:p>
            <a:p>
              <a:r>
                <a:rPr lang="en-US" sz="800"/>
                <a:t>The prior collaborative work by the customer and delaware with the end goal of reaching an agreement for undertaking the project (aka pre-sales phase)</a:t>
              </a:r>
              <a:endParaRPr lang="nl-BE" sz="800"/>
            </a:p>
          </p:txBody>
        </p:sp>
        <p:sp>
          <p:nvSpPr>
            <p:cNvPr id="489" name="Rectangle 488">
              <a:extLst>
                <a:ext uri="{FF2B5EF4-FFF2-40B4-BE49-F238E27FC236}">
                  <a16:creationId xmlns:a16="http://schemas.microsoft.com/office/drawing/2014/main" id="{01A8F663-F0C9-1F9A-5747-BDA673379244}"/>
                </a:ext>
              </a:extLst>
            </p:cNvPr>
            <p:cNvSpPr/>
            <p:nvPr/>
          </p:nvSpPr>
          <p:spPr>
            <a:xfrm>
              <a:off x="1" y="3199852"/>
              <a:ext cx="1120125" cy="410400"/>
            </a:xfrm>
            <a:prstGeom prst="rect">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Pre-Project</a:t>
              </a:r>
            </a:p>
          </p:txBody>
        </p:sp>
        <p:sp>
          <p:nvSpPr>
            <p:cNvPr id="606" name="Arrow: Pentagon 277">
              <a:extLst>
                <a:ext uri="{FF2B5EF4-FFF2-40B4-BE49-F238E27FC236}">
                  <a16:creationId xmlns:a16="http://schemas.microsoft.com/office/drawing/2014/main" id="{80113098-B736-CDE5-D455-51D74A6B8193}"/>
                </a:ext>
              </a:extLst>
            </p:cNvPr>
            <p:cNvSpPr/>
            <p:nvPr/>
          </p:nvSpPr>
          <p:spPr>
            <a:xfrm>
              <a:off x="0" y="2241576"/>
              <a:ext cx="1405182" cy="964154"/>
            </a:xfrm>
            <a:prstGeom prst="homePlate">
              <a:avLst>
                <a:gd name="adj" fmla="val 30009"/>
              </a:avLst>
            </a:prstGeom>
            <a:gradFill>
              <a:gsLst>
                <a:gs pos="0">
                  <a:schemeClr val="bg2">
                    <a:lumMod val="50000"/>
                  </a:schemeClr>
                </a:gs>
                <a:gs pos="10000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Discover</a:t>
              </a:r>
            </a:p>
          </p:txBody>
        </p:sp>
        <p:grpSp>
          <p:nvGrpSpPr>
            <p:cNvPr id="607" name="Group 606">
              <a:extLst>
                <a:ext uri="{FF2B5EF4-FFF2-40B4-BE49-F238E27FC236}">
                  <a16:creationId xmlns:a16="http://schemas.microsoft.com/office/drawing/2014/main" id="{FB11A129-7F31-3385-0E16-2D7BE5FF9127}"/>
                </a:ext>
              </a:extLst>
            </p:cNvPr>
            <p:cNvGrpSpPr/>
            <p:nvPr/>
          </p:nvGrpSpPr>
          <p:grpSpPr>
            <a:xfrm>
              <a:off x="448897" y="2363819"/>
              <a:ext cx="471163" cy="471791"/>
              <a:chOff x="1650814" y="1570462"/>
              <a:chExt cx="471791" cy="471791"/>
            </a:xfrm>
          </p:grpSpPr>
          <p:sp>
            <p:nvSpPr>
              <p:cNvPr id="618" name="Oval 617">
                <a:extLst>
                  <a:ext uri="{FF2B5EF4-FFF2-40B4-BE49-F238E27FC236}">
                    <a16:creationId xmlns:a16="http://schemas.microsoft.com/office/drawing/2014/main" id="{9050461C-39CA-461B-02F0-2987CA11D4CD}"/>
                  </a:ext>
                </a:extLst>
              </p:cNvPr>
              <p:cNvSpPr/>
              <p:nvPr/>
            </p:nvSpPr>
            <p:spPr>
              <a:xfrm>
                <a:off x="1650814"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619" name="Graphic 43">
                <a:extLst>
                  <a:ext uri="{FF2B5EF4-FFF2-40B4-BE49-F238E27FC236}">
                    <a16:creationId xmlns:a16="http://schemas.microsoft.com/office/drawing/2014/main" id="{3EB0C48D-3266-42C9-46C8-03A1CC89420F}"/>
                  </a:ext>
                </a:extLst>
              </p:cNvPr>
              <p:cNvGrpSpPr/>
              <p:nvPr/>
            </p:nvGrpSpPr>
            <p:grpSpPr>
              <a:xfrm>
                <a:off x="1750604" y="1669584"/>
                <a:ext cx="272210" cy="273546"/>
                <a:chOff x="1759940" y="1793479"/>
                <a:chExt cx="449934" cy="452143"/>
              </a:xfrm>
            </p:grpSpPr>
            <p:sp>
              <p:nvSpPr>
                <p:cNvPr id="620" name="Freeform: Shape 619">
                  <a:extLst>
                    <a:ext uri="{FF2B5EF4-FFF2-40B4-BE49-F238E27FC236}">
                      <a16:creationId xmlns:a16="http://schemas.microsoft.com/office/drawing/2014/main" id="{EA0A9867-0348-7A52-F22E-EDD5B1B4CC84}"/>
                    </a:ext>
                  </a:extLst>
                </p:cNvPr>
                <p:cNvSpPr/>
                <p:nvPr/>
              </p:nvSpPr>
              <p:spPr>
                <a:xfrm>
                  <a:off x="1759940"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0" y="43107"/>
                        <a:pt x="0" y="33458"/>
                        <a:pt x="0" y="21554"/>
                      </a:cubicBezTo>
                      <a:cubicBezTo>
                        <a:pt x="0" y="9650"/>
                        <a:pt x="9650" y="0"/>
                        <a:pt x="21554" y="0"/>
                      </a:cubicBezTo>
                      <a:lnTo>
                        <a:pt x="61967" y="0"/>
                      </a:lnTo>
                      <a:cubicBezTo>
                        <a:pt x="73871" y="0"/>
                        <a:pt x="83521" y="9650"/>
                        <a:pt x="83521" y="21554"/>
                      </a:cubicBezTo>
                      <a:cubicBezTo>
                        <a:pt x="83521" y="33458"/>
                        <a:pt x="73871" y="43107"/>
                        <a:pt x="61967" y="43107"/>
                      </a:cubicBezTo>
                      <a:close/>
                    </a:path>
                  </a:pathLst>
                </a:custGeom>
                <a:solidFill>
                  <a:srgbClr val="EF463C"/>
                </a:solidFill>
                <a:ln w="2667" cap="flat">
                  <a:noFill/>
                  <a:prstDash val="solid"/>
                  <a:miter/>
                </a:ln>
              </p:spPr>
              <p:txBody>
                <a:bodyPr rtlCol="0" anchor="ctr"/>
                <a:lstStyle/>
                <a:p>
                  <a:endParaRPr lang="en-MY"/>
                </a:p>
              </p:txBody>
            </p:sp>
            <p:grpSp>
              <p:nvGrpSpPr>
                <p:cNvPr id="621" name="Graphic 43">
                  <a:extLst>
                    <a:ext uri="{FF2B5EF4-FFF2-40B4-BE49-F238E27FC236}">
                      <a16:creationId xmlns:a16="http://schemas.microsoft.com/office/drawing/2014/main" id="{3BD7AF6A-A277-B464-F455-B1BC46250DC6}"/>
                    </a:ext>
                  </a:extLst>
                </p:cNvPr>
                <p:cNvGrpSpPr/>
                <p:nvPr/>
              </p:nvGrpSpPr>
              <p:grpSpPr>
                <a:xfrm>
                  <a:off x="1853403" y="1895374"/>
                  <a:ext cx="263656" cy="350248"/>
                  <a:chOff x="1853403" y="1895374"/>
                  <a:chExt cx="263656" cy="350248"/>
                </a:xfrm>
              </p:grpSpPr>
              <p:sp>
                <p:nvSpPr>
                  <p:cNvPr id="626" name="Freeform: Shape 625">
                    <a:extLst>
                      <a:ext uri="{FF2B5EF4-FFF2-40B4-BE49-F238E27FC236}">
                        <a16:creationId xmlns:a16="http://schemas.microsoft.com/office/drawing/2014/main" id="{19CBB91D-03BE-8694-190B-ED641F4BFB31}"/>
                      </a:ext>
                    </a:extLst>
                  </p:cNvPr>
                  <p:cNvSpPr/>
                  <p:nvPr/>
                </p:nvSpPr>
                <p:spPr>
                  <a:xfrm>
                    <a:off x="1853403" y="1895374"/>
                    <a:ext cx="263656" cy="256435"/>
                  </a:xfrm>
                  <a:custGeom>
                    <a:avLst/>
                    <a:gdLst>
                      <a:gd name="connsiteX0" fmla="*/ 182506 w 263656"/>
                      <a:gd name="connsiteY0" fmla="*/ 256436 h 256435"/>
                      <a:gd name="connsiteX1" fmla="*/ 160954 w 263656"/>
                      <a:gd name="connsiteY1" fmla="*/ 234879 h 256435"/>
                      <a:gd name="connsiteX2" fmla="*/ 174936 w 263656"/>
                      <a:gd name="connsiteY2" fmla="*/ 214702 h 256435"/>
                      <a:gd name="connsiteX3" fmla="*/ 220549 w 263656"/>
                      <a:gd name="connsiteY3" fmla="*/ 128891 h 256435"/>
                      <a:gd name="connsiteX4" fmla="*/ 131828 w 263656"/>
                      <a:gd name="connsiteY4" fmla="*/ 43107 h 256435"/>
                      <a:gd name="connsiteX5" fmla="*/ 43107 w 263656"/>
                      <a:gd name="connsiteY5" fmla="*/ 128891 h 256435"/>
                      <a:gd name="connsiteX6" fmla="*/ 90310 w 263656"/>
                      <a:gd name="connsiteY6" fmla="*/ 214271 h 256435"/>
                      <a:gd name="connsiteX7" fmla="*/ 103140 w 263656"/>
                      <a:gd name="connsiteY7" fmla="*/ 241922 h 256435"/>
                      <a:gd name="connsiteX8" fmla="*/ 75490 w 263656"/>
                      <a:gd name="connsiteY8" fmla="*/ 254752 h 256435"/>
                      <a:gd name="connsiteX9" fmla="*/ 74630 w 263656"/>
                      <a:gd name="connsiteY9" fmla="*/ 254415 h 256435"/>
                      <a:gd name="connsiteX10" fmla="*/ 0 w 263656"/>
                      <a:gd name="connsiteY10" fmla="*/ 128891 h 256435"/>
                      <a:gd name="connsiteX11" fmla="*/ 131828 w 263656"/>
                      <a:gd name="connsiteY11" fmla="*/ 0 h 256435"/>
                      <a:gd name="connsiteX12" fmla="*/ 263656 w 263656"/>
                      <a:gd name="connsiteY12" fmla="*/ 128891 h 256435"/>
                      <a:gd name="connsiteX13" fmla="*/ 190077 w 263656"/>
                      <a:gd name="connsiteY13" fmla="*/ 255062 h 256435"/>
                      <a:gd name="connsiteX14" fmla="*/ 182506 w 263656"/>
                      <a:gd name="connsiteY14" fmla="*/ 256436 h 25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656" h="256435">
                        <a:moveTo>
                          <a:pt x="182506" y="256436"/>
                        </a:moveTo>
                        <a:cubicBezTo>
                          <a:pt x="170603" y="256436"/>
                          <a:pt x="160953" y="246785"/>
                          <a:pt x="160954" y="234879"/>
                        </a:cubicBezTo>
                        <a:cubicBezTo>
                          <a:pt x="160955" y="225897"/>
                          <a:pt x="166527" y="217857"/>
                          <a:pt x="174936" y="214702"/>
                        </a:cubicBezTo>
                        <a:cubicBezTo>
                          <a:pt x="205192" y="203360"/>
                          <a:pt x="220549" y="174478"/>
                          <a:pt x="220549" y="128891"/>
                        </a:cubicBezTo>
                        <a:cubicBezTo>
                          <a:pt x="220549" y="79183"/>
                          <a:pt x="183234" y="43107"/>
                          <a:pt x="131828" y="43107"/>
                        </a:cubicBezTo>
                        <a:cubicBezTo>
                          <a:pt x="80422" y="43107"/>
                          <a:pt x="43107" y="79183"/>
                          <a:pt x="43107" y="128891"/>
                        </a:cubicBezTo>
                        <a:cubicBezTo>
                          <a:pt x="43107" y="159417"/>
                          <a:pt x="51190" y="198941"/>
                          <a:pt x="90310" y="214271"/>
                        </a:cubicBezTo>
                        <a:cubicBezTo>
                          <a:pt x="101488" y="218364"/>
                          <a:pt x="107233" y="230744"/>
                          <a:pt x="103140" y="241922"/>
                        </a:cubicBezTo>
                        <a:cubicBezTo>
                          <a:pt x="99048" y="253100"/>
                          <a:pt x="86669" y="258844"/>
                          <a:pt x="75490" y="254752"/>
                        </a:cubicBezTo>
                        <a:cubicBezTo>
                          <a:pt x="75201" y="254644"/>
                          <a:pt x="74914" y="254533"/>
                          <a:pt x="74630" y="254415"/>
                        </a:cubicBezTo>
                        <a:cubicBezTo>
                          <a:pt x="26511" y="235555"/>
                          <a:pt x="0" y="191020"/>
                          <a:pt x="0" y="128891"/>
                        </a:cubicBezTo>
                        <a:cubicBezTo>
                          <a:pt x="0" y="55393"/>
                          <a:pt x="56579" y="0"/>
                          <a:pt x="131828" y="0"/>
                        </a:cubicBezTo>
                        <a:cubicBezTo>
                          <a:pt x="207078" y="0"/>
                          <a:pt x="263656" y="55474"/>
                          <a:pt x="263656" y="128891"/>
                        </a:cubicBezTo>
                        <a:cubicBezTo>
                          <a:pt x="263656" y="210364"/>
                          <a:pt x="223647" y="242480"/>
                          <a:pt x="190077" y="255062"/>
                        </a:cubicBezTo>
                        <a:cubicBezTo>
                          <a:pt x="187655" y="255970"/>
                          <a:pt x="185093" y="256436"/>
                          <a:pt x="182506" y="256436"/>
                        </a:cubicBezTo>
                        <a:close/>
                      </a:path>
                    </a:pathLst>
                  </a:custGeom>
                  <a:solidFill>
                    <a:srgbClr val="C42828"/>
                  </a:solidFill>
                  <a:ln w="2667" cap="flat">
                    <a:noFill/>
                    <a:prstDash val="solid"/>
                    <a:miter/>
                  </a:ln>
                </p:spPr>
                <p:txBody>
                  <a:bodyPr rtlCol="0" anchor="ctr"/>
                  <a:lstStyle/>
                  <a:p>
                    <a:endParaRPr lang="en-MY"/>
                  </a:p>
                </p:txBody>
              </p:sp>
              <p:sp>
                <p:nvSpPr>
                  <p:cNvPr id="627" name="Freeform: Shape 626">
                    <a:extLst>
                      <a:ext uri="{FF2B5EF4-FFF2-40B4-BE49-F238E27FC236}">
                        <a16:creationId xmlns:a16="http://schemas.microsoft.com/office/drawing/2014/main" id="{153F1E4A-C9F3-2031-53BB-6DAD5FB41EDB}"/>
                      </a:ext>
                    </a:extLst>
                  </p:cNvPr>
                  <p:cNvSpPr/>
                  <p:nvPr/>
                </p:nvSpPr>
                <p:spPr>
                  <a:xfrm>
                    <a:off x="1923883" y="2151082"/>
                    <a:ext cx="122883" cy="43107"/>
                  </a:xfrm>
                  <a:custGeom>
                    <a:avLst/>
                    <a:gdLst>
                      <a:gd name="connsiteX0" fmla="*/ 101330 w 122883"/>
                      <a:gd name="connsiteY0" fmla="*/ 43107 h 43107"/>
                      <a:gd name="connsiteX1" fmla="*/ 21554 w 122883"/>
                      <a:gd name="connsiteY1" fmla="*/ 43107 h 43107"/>
                      <a:gd name="connsiteX2" fmla="*/ 0 w 122883"/>
                      <a:gd name="connsiteY2" fmla="*/ 21554 h 43107"/>
                      <a:gd name="connsiteX3" fmla="*/ 21554 w 122883"/>
                      <a:gd name="connsiteY3" fmla="*/ 0 h 43107"/>
                      <a:gd name="connsiteX4" fmla="*/ 101330 w 122883"/>
                      <a:gd name="connsiteY4" fmla="*/ 0 h 43107"/>
                      <a:gd name="connsiteX5" fmla="*/ 122883 w 122883"/>
                      <a:gd name="connsiteY5" fmla="*/ 21554 h 43107"/>
                      <a:gd name="connsiteX6" fmla="*/ 101330 w 122883"/>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883" h="43107">
                        <a:moveTo>
                          <a:pt x="101330" y="43107"/>
                        </a:moveTo>
                        <a:lnTo>
                          <a:pt x="21554" y="43107"/>
                        </a:lnTo>
                        <a:cubicBezTo>
                          <a:pt x="9650" y="43107"/>
                          <a:pt x="0" y="33457"/>
                          <a:pt x="0" y="21554"/>
                        </a:cubicBezTo>
                        <a:cubicBezTo>
                          <a:pt x="0" y="9651"/>
                          <a:pt x="9650" y="0"/>
                          <a:pt x="21554" y="0"/>
                        </a:cubicBezTo>
                        <a:lnTo>
                          <a:pt x="101330" y="0"/>
                        </a:lnTo>
                        <a:cubicBezTo>
                          <a:pt x="113233" y="0"/>
                          <a:pt x="122883" y="9651"/>
                          <a:pt x="122883" y="21554"/>
                        </a:cubicBezTo>
                        <a:cubicBezTo>
                          <a:pt x="122883" y="33457"/>
                          <a:pt x="113233" y="43107"/>
                          <a:pt x="101330" y="43107"/>
                        </a:cubicBezTo>
                        <a:close/>
                      </a:path>
                    </a:pathLst>
                  </a:custGeom>
                  <a:solidFill>
                    <a:srgbClr val="EF463C"/>
                  </a:solidFill>
                  <a:ln w="2667" cap="flat">
                    <a:noFill/>
                    <a:prstDash val="solid"/>
                    <a:miter/>
                  </a:ln>
                </p:spPr>
                <p:txBody>
                  <a:bodyPr rtlCol="0" anchor="ctr"/>
                  <a:lstStyle/>
                  <a:p>
                    <a:endParaRPr lang="en-MY"/>
                  </a:p>
                </p:txBody>
              </p:sp>
              <p:sp>
                <p:nvSpPr>
                  <p:cNvPr id="628" name="Freeform: Shape 627">
                    <a:extLst>
                      <a:ext uri="{FF2B5EF4-FFF2-40B4-BE49-F238E27FC236}">
                        <a16:creationId xmlns:a16="http://schemas.microsoft.com/office/drawing/2014/main" id="{2B71F1E5-1129-700B-A8A9-C605422FEC98}"/>
                      </a:ext>
                    </a:extLst>
                  </p:cNvPr>
                  <p:cNvSpPr/>
                  <p:nvPr/>
                </p:nvSpPr>
                <p:spPr>
                  <a:xfrm>
                    <a:off x="1923883" y="2202515"/>
                    <a:ext cx="120835" cy="43107"/>
                  </a:xfrm>
                  <a:custGeom>
                    <a:avLst/>
                    <a:gdLst>
                      <a:gd name="connsiteX0" fmla="*/ 99282 w 120835"/>
                      <a:gd name="connsiteY0" fmla="*/ 43107 h 43107"/>
                      <a:gd name="connsiteX1" fmla="*/ 21554 w 120835"/>
                      <a:gd name="connsiteY1" fmla="*/ 43107 h 43107"/>
                      <a:gd name="connsiteX2" fmla="*/ 0 w 120835"/>
                      <a:gd name="connsiteY2" fmla="*/ 21554 h 43107"/>
                      <a:gd name="connsiteX3" fmla="*/ 21554 w 120835"/>
                      <a:gd name="connsiteY3" fmla="*/ 0 h 43107"/>
                      <a:gd name="connsiteX4" fmla="*/ 99282 w 120835"/>
                      <a:gd name="connsiteY4" fmla="*/ 0 h 43107"/>
                      <a:gd name="connsiteX5" fmla="*/ 120836 w 120835"/>
                      <a:gd name="connsiteY5" fmla="*/ 21554 h 43107"/>
                      <a:gd name="connsiteX6" fmla="*/ 99282 w 120835"/>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35" h="43107">
                        <a:moveTo>
                          <a:pt x="99282" y="43107"/>
                        </a:moveTo>
                        <a:lnTo>
                          <a:pt x="21554" y="43107"/>
                        </a:lnTo>
                        <a:cubicBezTo>
                          <a:pt x="9650" y="43107"/>
                          <a:pt x="0" y="33457"/>
                          <a:pt x="0" y="21554"/>
                        </a:cubicBezTo>
                        <a:cubicBezTo>
                          <a:pt x="0" y="9651"/>
                          <a:pt x="9650" y="0"/>
                          <a:pt x="21554" y="0"/>
                        </a:cubicBezTo>
                        <a:lnTo>
                          <a:pt x="99282" y="0"/>
                        </a:lnTo>
                        <a:cubicBezTo>
                          <a:pt x="111185" y="0"/>
                          <a:pt x="120836" y="9651"/>
                          <a:pt x="120836" y="21554"/>
                        </a:cubicBezTo>
                        <a:cubicBezTo>
                          <a:pt x="120836" y="33457"/>
                          <a:pt x="111185" y="43107"/>
                          <a:pt x="99282" y="43107"/>
                        </a:cubicBezTo>
                        <a:close/>
                      </a:path>
                    </a:pathLst>
                  </a:custGeom>
                  <a:solidFill>
                    <a:srgbClr val="EF463C"/>
                  </a:solidFill>
                  <a:ln w="2667" cap="flat">
                    <a:noFill/>
                    <a:prstDash val="solid"/>
                    <a:miter/>
                  </a:ln>
                </p:spPr>
                <p:txBody>
                  <a:bodyPr rtlCol="0" anchor="ctr"/>
                  <a:lstStyle/>
                  <a:p>
                    <a:endParaRPr lang="en-MY"/>
                  </a:p>
                </p:txBody>
              </p:sp>
              <p:sp>
                <p:nvSpPr>
                  <p:cNvPr id="629" name="Freeform: Shape 628">
                    <a:extLst>
                      <a:ext uri="{FF2B5EF4-FFF2-40B4-BE49-F238E27FC236}">
                        <a16:creationId xmlns:a16="http://schemas.microsoft.com/office/drawing/2014/main" id="{E537D7EA-4F73-D2E7-E6C7-CD9B7A5480AB}"/>
                      </a:ext>
                    </a:extLst>
                  </p:cNvPr>
                  <p:cNvSpPr/>
                  <p:nvPr/>
                </p:nvSpPr>
                <p:spPr>
                  <a:xfrm>
                    <a:off x="1915154" y="2109268"/>
                    <a:ext cx="140341" cy="136354"/>
                  </a:xfrm>
                  <a:custGeom>
                    <a:avLst/>
                    <a:gdLst>
                      <a:gd name="connsiteX0" fmla="*/ 118788 w 140341"/>
                      <a:gd name="connsiteY0" fmla="*/ 136354 h 136354"/>
                      <a:gd name="connsiteX1" fmla="*/ 21554 w 140341"/>
                      <a:gd name="connsiteY1" fmla="*/ 136354 h 136354"/>
                      <a:gd name="connsiteX2" fmla="*/ 0 w 140341"/>
                      <a:gd name="connsiteY2" fmla="*/ 114801 h 136354"/>
                      <a:gd name="connsiteX3" fmla="*/ 0 w 140341"/>
                      <a:gd name="connsiteY3" fmla="*/ 21554 h 136354"/>
                      <a:gd name="connsiteX4" fmla="*/ 21554 w 140341"/>
                      <a:gd name="connsiteY4" fmla="*/ 0 h 136354"/>
                      <a:gd name="connsiteX5" fmla="*/ 43107 w 140341"/>
                      <a:gd name="connsiteY5" fmla="*/ 21554 h 136354"/>
                      <a:gd name="connsiteX6" fmla="*/ 43107 w 140341"/>
                      <a:gd name="connsiteY6" fmla="*/ 93247 h 136354"/>
                      <a:gd name="connsiteX7" fmla="*/ 97234 w 140341"/>
                      <a:gd name="connsiteY7" fmla="*/ 93247 h 136354"/>
                      <a:gd name="connsiteX8" fmla="*/ 97234 w 140341"/>
                      <a:gd name="connsiteY8" fmla="*/ 22955 h 136354"/>
                      <a:gd name="connsiteX9" fmla="*/ 118788 w 140341"/>
                      <a:gd name="connsiteY9" fmla="*/ 1401 h 136354"/>
                      <a:gd name="connsiteX10" fmla="*/ 140342 w 140341"/>
                      <a:gd name="connsiteY10" fmla="*/ 22955 h 136354"/>
                      <a:gd name="connsiteX11" fmla="*/ 140342 w 140341"/>
                      <a:gd name="connsiteY11" fmla="*/ 114801 h 136354"/>
                      <a:gd name="connsiteX12" fmla="*/ 118788 w 140341"/>
                      <a:gd name="connsiteY12" fmla="*/ 136354 h 13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341" h="136354">
                        <a:moveTo>
                          <a:pt x="118788" y="136354"/>
                        </a:moveTo>
                        <a:lnTo>
                          <a:pt x="21554" y="136354"/>
                        </a:lnTo>
                        <a:cubicBezTo>
                          <a:pt x="9650" y="136354"/>
                          <a:pt x="0" y="126704"/>
                          <a:pt x="0" y="114801"/>
                        </a:cubicBezTo>
                        <a:lnTo>
                          <a:pt x="0" y="21554"/>
                        </a:lnTo>
                        <a:cubicBezTo>
                          <a:pt x="0" y="9651"/>
                          <a:pt x="9650" y="0"/>
                          <a:pt x="21554" y="0"/>
                        </a:cubicBezTo>
                        <a:cubicBezTo>
                          <a:pt x="33458" y="0"/>
                          <a:pt x="43107" y="9651"/>
                          <a:pt x="43107" y="21554"/>
                        </a:cubicBezTo>
                        <a:lnTo>
                          <a:pt x="43107" y="93247"/>
                        </a:lnTo>
                        <a:lnTo>
                          <a:pt x="97234" y="93247"/>
                        </a:lnTo>
                        <a:lnTo>
                          <a:pt x="97234" y="22955"/>
                        </a:lnTo>
                        <a:cubicBezTo>
                          <a:pt x="97234" y="11052"/>
                          <a:pt x="106885" y="1401"/>
                          <a:pt x="118788" y="1401"/>
                        </a:cubicBezTo>
                        <a:cubicBezTo>
                          <a:pt x="130691" y="1401"/>
                          <a:pt x="140342" y="11052"/>
                          <a:pt x="140342" y="22955"/>
                        </a:cubicBezTo>
                        <a:lnTo>
                          <a:pt x="140342" y="114801"/>
                        </a:lnTo>
                        <a:cubicBezTo>
                          <a:pt x="140342" y="126704"/>
                          <a:pt x="130691" y="136354"/>
                          <a:pt x="118788" y="136354"/>
                        </a:cubicBezTo>
                        <a:close/>
                      </a:path>
                    </a:pathLst>
                  </a:custGeom>
                  <a:solidFill>
                    <a:srgbClr val="C42828"/>
                  </a:solidFill>
                  <a:ln w="2667" cap="flat">
                    <a:noFill/>
                    <a:prstDash val="solid"/>
                    <a:miter/>
                  </a:ln>
                </p:spPr>
                <p:txBody>
                  <a:bodyPr rtlCol="0" anchor="ctr"/>
                  <a:lstStyle/>
                  <a:p>
                    <a:endParaRPr lang="en-MY"/>
                  </a:p>
                </p:txBody>
              </p:sp>
            </p:grpSp>
            <p:sp>
              <p:nvSpPr>
                <p:cNvPr id="622" name="Freeform: Shape 621">
                  <a:extLst>
                    <a:ext uri="{FF2B5EF4-FFF2-40B4-BE49-F238E27FC236}">
                      <a16:creationId xmlns:a16="http://schemas.microsoft.com/office/drawing/2014/main" id="{2F8316ED-8C6A-5876-C9D7-A4B2A4AD63FF}"/>
                    </a:ext>
                  </a:extLst>
                </p:cNvPr>
                <p:cNvSpPr/>
                <p:nvPr/>
              </p:nvSpPr>
              <p:spPr>
                <a:xfrm>
                  <a:off x="2078461" y="1845892"/>
                  <a:ext cx="77396" cy="77393"/>
                </a:xfrm>
                <a:custGeom>
                  <a:avLst/>
                  <a:gdLst>
                    <a:gd name="connsiteX0" fmla="*/ 21543 w 77396"/>
                    <a:gd name="connsiteY0" fmla="*/ 77394 h 77393"/>
                    <a:gd name="connsiteX1" fmla="*/ 0 w 77396"/>
                    <a:gd name="connsiteY1" fmla="*/ 55830 h 77393"/>
                    <a:gd name="connsiteX2" fmla="*/ 6321 w 77396"/>
                    <a:gd name="connsiteY2" fmla="*/ 40591 h 77393"/>
                    <a:gd name="connsiteX3" fmla="*/ 40591 w 77396"/>
                    <a:gd name="connsiteY3" fmla="*/ 6320 h 77393"/>
                    <a:gd name="connsiteX4" fmla="*/ 71076 w 77396"/>
                    <a:gd name="connsiteY4" fmla="*/ 6307 h 77393"/>
                    <a:gd name="connsiteX5" fmla="*/ 71090 w 77396"/>
                    <a:gd name="connsiteY5" fmla="*/ 36792 h 77393"/>
                    <a:gd name="connsiteX6" fmla="*/ 36792 w 77396"/>
                    <a:gd name="connsiteY6" fmla="*/ 71089 h 77393"/>
                    <a:gd name="connsiteX7" fmla="*/ 21543 w 77396"/>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6" h="77393">
                      <a:moveTo>
                        <a:pt x="21543" y="77394"/>
                      </a:moveTo>
                      <a:cubicBezTo>
                        <a:pt x="9640" y="77388"/>
                        <a:pt x="-5" y="67734"/>
                        <a:pt x="0" y="55830"/>
                      </a:cubicBezTo>
                      <a:cubicBezTo>
                        <a:pt x="3" y="50113"/>
                        <a:pt x="2277" y="44631"/>
                        <a:pt x="6321" y="40591"/>
                      </a:cubicBezTo>
                      <a:lnTo>
                        <a:pt x="40591" y="6320"/>
                      </a:lnTo>
                      <a:cubicBezTo>
                        <a:pt x="49005" y="-2101"/>
                        <a:pt x="62654" y="-2108"/>
                        <a:pt x="71076" y="6307"/>
                      </a:cubicBezTo>
                      <a:cubicBezTo>
                        <a:pt x="79498" y="14722"/>
                        <a:pt x="79504" y="28370"/>
                        <a:pt x="71090" y="36792"/>
                      </a:cubicBezTo>
                      <a:lnTo>
                        <a:pt x="36792" y="71089"/>
                      </a:lnTo>
                      <a:cubicBezTo>
                        <a:pt x="32746" y="75130"/>
                        <a:pt x="27260" y="77398"/>
                        <a:pt x="21543" y="77394"/>
                      </a:cubicBezTo>
                      <a:close/>
                    </a:path>
                  </a:pathLst>
                </a:custGeom>
                <a:solidFill>
                  <a:srgbClr val="EF463C"/>
                </a:solidFill>
                <a:ln w="2667" cap="flat">
                  <a:noFill/>
                  <a:prstDash val="solid"/>
                  <a:miter/>
                </a:ln>
              </p:spPr>
              <p:txBody>
                <a:bodyPr rtlCol="0" anchor="ctr"/>
                <a:lstStyle/>
                <a:p>
                  <a:endParaRPr lang="en-MY"/>
                </a:p>
              </p:txBody>
            </p:sp>
            <p:sp>
              <p:nvSpPr>
                <p:cNvPr id="623" name="Freeform: Shape 622">
                  <a:extLst>
                    <a:ext uri="{FF2B5EF4-FFF2-40B4-BE49-F238E27FC236}">
                      <a16:creationId xmlns:a16="http://schemas.microsoft.com/office/drawing/2014/main" id="{D7BB9D47-B0C4-FBFA-FE08-FB129BD8DA78}"/>
                    </a:ext>
                  </a:extLst>
                </p:cNvPr>
                <p:cNvSpPr/>
                <p:nvPr/>
              </p:nvSpPr>
              <p:spPr>
                <a:xfrm>
                  <a:off x="1811694" y="1845165"/>
                  <a:ext cx="77397" cy="77393"/>
                </a:xfrm>
                <a:custGeom>
                  <a:avLst/>
                  <a:gdLst>
                    <a:gd name="connsiteX0" fmla="*/ 55854 w 77397"/>
                    <a:gd name="connsiteY0" fmla="*/ 77394 h 77393"/>
                    <a:gd name="connsiteX1" fmla="*/ 40604 w 77397"/>
                    <a:gd name="connsiteY1" fmla="*/ 71089 h 77393"/>
                    <a:gd name="connsiteX2" fmla="*/ 6307 w 77397"/>
                    <a:gd name="connsiteY2" fmla="*/ 36792 h 77393"/>
                    <a:gd name="connsiteX3" fmla="*/ 6320 w 77397"/>
                    <a:gd name="connsiteY3" fmla="*/ 6307 h 77393"/>
                    <a:gd name="connsiteX4" fmla="*/ 36805 w 77397"/>
                    <a:gd name="connsiteY4" fmla="*/ 6320 h 77393"/>
                    <a:gd name="connsiteX5" fmla="*/ 71103 w 77397"/>
                    <a:gd name="connsiteY5" fmla="*/ 40618 h 77393"/>
                    <a:gd name="connsiteX6" fmla="*/ 71066 w 77397"/>
                    <a:gd name="connsiteY6" fmla="*/ 71099 h 77393"/>
                    <a:gd name="connsiteX7" fmla="*/ 55854 w 77397"/>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7" h="77393">
                      <a:moveTo>
                        <a:pt x="55854" y="77394"/>
                      </a:moveTo>
                      <a:cubicBezTo>
                        <a:pt x="50135" y="77398"/>
                        <a:pt x="44650" y="75130"/>
                        <a:pt x="40604" y="71089"/>
                      </a:cubicBezTo>
                      <a:lnTo>
                        <a:pt x="6307" y="36792"/>
                      </a:lnTo>
                      <a:cubicBezTo>
                        <a:pt x="-2108" y="28370"/>
                        <a:pt x="-2101" y="14722"/>
                        <a:pt x="6320" y="6307"/>
                      </a:cubicBezTo>
                      <a:cubicBezTo>
                        <a:pt x="14742" y="-2108"/>
                        <a:pt x="28391" y="-2101"/>
                        <a:pt x="36805" y="6320"/>
                      </a:cubicBezTo>
                      <a:lnTo>
                        <a:pt x="71103" y="40618"/>
                      </a:lnTo>
                      <a:cubicBezTo>
                        <a:pt x="79510" y="49045"/>
                        <a:pt x="79493" y="62692"/>
                        <a:pt x="71066" y="71099"/>
                      </a:cubicBezTo>
                      <a:cubicBezTo>
                        <a:pt x="67028" y="75128"/>
                        <a:pt x="61558" y="77391"/>
                        <a:pt x="55854" y="77394"/>
                      </a:cubicBezTo>
                      <a:close/>
                    </a:path>
                  </a:pathLst>
                </a:custGeom>
                <a:solidFill>
                  <a:srgbClr val="EF463C"/>
                </a:solidFill>
                <a:ln w="2667" cap="flat">
                  <a:noFill/>
                  <a:prstDash val="solid"/>
                  <a:miter/>
                </a:ln>
              </p:spPr>
              <p:txBody>
                <a:bodyPr rtlCol="0" anchor="ctr"/>
                <a:lstStyle/>
                <a:p>
                  <a:endParaRPr lang="en-MY"/>
                </a:p>
              </p:txBody>
            </p:sp>
            <p:sp>
              <p:nvSpPr>
                <p:cNvPr id="624" name="Freeform: Shape 623">
                  <a:extLst>
                    <a:ext uri="{FF2B5EF4-FFF2-40B4-BE49-F238E27FC236}">
                      <a16:creationId xmlns:a16="http://schemas.microsoft.com/office/drawing/2014/main" id="{1E15C19C-F853-D62F-E75F-E84067100184}"/>
                    </a:ext>
                  </a:extLst>
                </p:cNvPr>
                <p:cNvSpPr/>
                <p:nvPr/>
              </p:nvSpPr>
              <p:spPr>
                <a:xfrm>
                  <a:off x="1964108" y="1793479"/>
                  <a:ext cx="43107" cy="91603"/>
                </a:xfrm>
                <a:custGeom>
                  <a:avLst/>
                  <a:gdLst>
                    <a:gd name="connsiteX0" fmla="*/ 21554 w 43107"/>
                    <a:gd name="connsiteY0" fmla="*/ 91603 h 91603"/>
                    <a:gd name="connsiteX1" fmla="*/ 0 w 43107"/>
                    <a:gd name="connsiteY1" fmla="*/ 70050 h 91603"/>
                    <a:gd name="connsiteX2" fmla="*/ 0 w 43107"/>
                    <a:gd name="connsiteY2" fmla="*/ 21554 h 91603"/>
                    <a:gd name="connsiteX3" fmla="*/ 21554 w 43107"/>
                    <a:gd name="connsiteY3" fmla="*/ 0 h 91603"/>
                    <a:gd name="connsiteX4" fmla="*/ 43107 w 43107"/>
                    <a:gd name="connsiteY4" fmla="*/ 21554 h 91603"/>
                    <a:gd name="connsiteX5" fmla="*/ 43107 w 43107"/>
                    <a:gd name="connsiteY5" fmla="*/ 70050 h 91603"/>
                    <a:gd name="connsiteX6" fmla="*/ 21554 w 43107"/>
                    <a:gd name="connsiteY6" fmla="*/ 91603 h 91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107" h="91603">
                      <a:moveTo>
                        <a:pt x="21554" y="91603"/>
                      </a:moveTo>
                      <a:cubicBezTo>
                        <a:pt x="9650" y="91603"/>
                        <a:pt x="0" y="81954"/>
                        <a:pt x="0" y="70050"/>
                      </a:cubicBezTo>
                      <a:lnTo>
                        <a:pt x="0" y="21554"/>
                      </a:lnTo>
                      <a:cubicBezTo>
                        <a:pt x="0" y="9650"/>
                        <a:pt x="9650" y="0"/>
                        <a:pt x="21554" y="0"/>
                      </a:cubicBezTo>
                      <a:cubicBezTo>
                        <a:pt x="33458" y="0"/>
                        <a:pt x="43107" y="9650"/>
                        <a:pt x="43107" y="21554"/>
                      </a:cubicBezTo>
                      <a:lnTo>
                        <a:pt x="43107" y="70050"/>
                      </a:lnTo>
                      <a:cubicBezTo>
                        <a:pt x="43107" y="81954"/>
                        <a:pt x="33458" y="91603"/>
                        <a:pt x="21554" y="91603"/>
                      </a:cubicBezTo>
                      <a:close/>
                    </a:path>
                  </a:pathLst>
                </a:custGeom>
                <a:solidFill>
                  <a:srgbClr val="EF463C"/>
                </a:solidFill>
                <a:ln w="2667" cap="flat">
                  <a:noFill/>
                  <a:prstDash val="solid"/>
                  <a:miter/>
                </a:ln>
              </p:spPr>
              <p:txBody>
                <a:bodyPr rtlCol="0" anchor="ctr"/>
                <a:lstStyle/>
                <a:p>
                  <a:endParaRPr lang="en-MY"/>
                </a:p>
              </p:txBody>
            </p:sp>
            <p:sp>
              <p:nvSpPr>
                <p:cNvPr id="625" name="Freeform: Shape 624">
                  <a:extLst>
                    <a:ext uri="{FF2B5EF4-FFF2-40B4-BE49-F238E27FC236}">
                      <a16:creationId xmlns:a16="http://schemas.microsoft.com/office/drawing/2014/main" id="{675E1601-0D2A-ECF0-10E7-9498F166F8AC}"/>
                    </a:ext>
                  </a:extLst>
                </p:cNvPr>
                <p:cNvSpPr/>
                <p:nvPr/>
              </p:nvSpPr>
              <p:spPr>
                <a:xfrm>
                  <a:off x="2126354"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1" y="43107"/>
                        <a:pt x="0" y="33458"/>
                        <a:pt x="0" y="21554"/>
                      </a:cubicBezTo>
                      <a:cubicBezTo>
                        <a:pt x="0" y="9650"/>
                        <a:pt x="9651" y="0"/>
                        <a:pt x="21554" y="0"/>
                      </a:cubicBezTo>
                      <a:lnTo>
                        <a:pt x="61967" y="0"/>
                      </a:lnTo>
                      <a:cubicBezTo>
                        <a:pt x="73870" y="0"/>
                        <a:pt x="83521" y="9650"/>
                        <a:pt x="83521" y="21554"/>
                      </a:cubicBezTo>
                      <a:cubicBezTo>
                        <a:pt x="83521" y="33458"/>
                        <a:pt x="73870" y="43107"/>
                        <a:pt x="61967" y="43107"/>
                      </a:cubicBezTo>
                      <a:close/>
                    </a:path>
                  </a:pathLst>
                </a:custGeom>
                <a:solidFill>
                  <a:srgbClr val="EF463C"/>
                </a:solidFill>
                <a:ln w="2667" cap="flat">
                  <a:noFill/>
                  <a:prstDash val="solid"/>
                  <a:miter/>
                </a:ln>
              </p:spPr>
              <p:txBody>
                <a:bodyPr rtlCol="0" anchor="ctr"/>
                <a:lstStyle/>
                <a:p>
                  <a:endParaRPr lang="en-MY"/>
                </a:p>
              </p:txBody>
            </p:sp>
          </p:grpSp>
        </p:grpSp>
      </p:grpSp>
    </p:spTree>
    <p:extLst>
      <p:ext uri="{BB962C8B-B14F-4D97-AF65-F5344CB8AC3E}">
        <p14:creationId xmlns:p14="http://schemas.microsoft.com/office/powerpoint/2010/main" val="10330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FF4DC-20E6-985D-98FC-69952DD2CF76}"/>
            </a:ext>
          </a:extLst>
        </p:cNvPr>
        <p:cNvGrpSpPr/>
        <p:nvPr/>
      </p:nvGrpSpPr>
      <p:grpSpPr>
        <a:xfrm>
          <a:off x="0" y="0"/>
          <a:ext cx="0" cy="0"/>
          <a:chOff x="0" y="0"/>
          <a:chExt cx="0" cy="0"/>
        </a:xfrm>
      </p:grpSpPr>
      <p:cxnSp>
        <p:nvCxnSpPr>
          <p:cNvPr id="280" name="Straight Connector 279">
            <a:extLst>
              <a:ext uri="{FF2B5EF4-FFF2-40B4-BE49-F238E27FC236}">
                <a16:creationId xmlns:a16="http://schemas.microsoft.com/office/drawing/2014/main" id="{C6F76A7D-1A53-642D-813F-DF948C97CFBB}"/>
              </a:ext>
            </a:extLst>
          </p:cNvPr>
          <p:cNvCxnSpPr>
            <a:cxnSpLocks/>
          </p:cNvCxnSpPr>
          <p:nvPr/>
        </p:nvCxnSpPr>
        <p:spPr>
          <a:xfrm flipH="1">
            <a:off x="7238911" y="2708268"/>
            <a:ext cx="8382"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71" name="TextBox 270">
            <a:extLst>
              <a:ext uri="{FF2B5EF4-FFF2-40B4-BE49-F238E27FC236}">
                <a16:creationId xmlns:a16="http://schemas.microsoft.com/office/drawing/2014/main" id="{881A4FDB-F52E-9DC5-98E7-64E84E432C7B}"/>
              </a:ext>
            </a:extLst>
          </p:cNvPr>
          <p:cNvSpPr txBox="1"/>
          <p:nvPr/>
        </p:nvSpPr>
        <p:spPr>
          <a:xfrm>
            <a:off x="5942500" y="6031697"/>
            <a:ext cx="1294487"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Solution (technically) built</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Ready for integration testing</a:t>
            </a:r>
          </a:p>
        </p:txBody>
      </p:sp>
      <p:sp>
        <p:nvSpPr>
          <p:cNvPr id="328" name="TextBox 327">
            <a:extLst>
              <a:ext uri="{FF2B5EF4-FFF2-40B4-BE49-F238E27FC236}">
                <a16:creationId xmlns:a16="http://schemas.microsoft.com/office/drawing/2014/main" id="{65808771-83ED-A6AF-8E7B-27830755500A}"/>
              </a:ext>
            </a:extLst>
          </p:cNvPr>
          <p:cNvSpPr txBox="1"/>
          <p:nvPr/>
        </p:nvSpPr>
        <p:spPr>
          <a:xfrm>
            <a:off x="4925519" y="4726780"/>
            <a:ext cx="2199456" cy="461665"/>
          </a:xfrm>
          <a:prstGeom prst="rect">
            <a:avLst/>
          </a:prstGeom>
          <a:noFill/>
        </p:spPr>
        <p:txBody>
          <a:bodyPr wrap="square" rIns="36000" rtlCol="0" anchor="b">
            <a:spAutoFit/>
          </a:bodyPr>
          <a:lstStyle/>
          <a:p>
            <a:pPr algn="ctr"/>
            <a:r>
              <a:rPr lang="en-US" sz="800" i="1"/>
              <a:t>Iterative and incremental build</a:t>
            </a:r>
          </a:p>
          <a:p>
            <a:pPr algn="ctr"/>
            <a:r>
              <a:rPr lang="en-US" sz="800" i="1"/>
              <a:t>in sprints of 3 to 6 weeks </a:t>
            </a:r>
            <a:br>
              <a:rPr lang="en-US" sz="800" i="1"/>
            </a:br>
            <a:r>
              <a:rPr lang="en-US" sz="800" i="1"/>
              <a:t>(all sprints of same length)</a:t>
            </a:r>
          </a:p>
        </p:txBody>
      </p:sp>
      <p:sp>
        <p:nvSpPr>
          <p:cNvPr id="9" name="Rectangle: Rounded Corners 8">
            <a:extLst>
              <a:ext uri="{FF2B5EF4-FFF2-40B4-BE49-F238E27FC236}">
                <a16:creationId xmlns:a16="http://schemas.microsoft.com/office/drawing/2014/main" id="{76DAAD7B-5F45-AF71-6343-1C9541CF92B1}"/>
              </a:ext>
            </a:extLst>
          </p:cNvPr>
          <p:cNvSpPr/>
          <p:nvPr/>
        </p:nvSpPr>
        <p:spPr>
          <a:xfrm>
            <a:off x="4729821" y="2860709"/>
            <a:ext cx="2507610" cy="582211"/>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0" tIns="0" rIns="0" bIns="0" rtlCol="0" anchor="t">
            <a:spAutoFit/>
          </a:bodyPr>
          <a:lstStyle/>
          <a:p>
            <a:pPr algn="ctr">
              <a:spcAft>
                <a:spcPts val="400"/>
              </a:spcAft>
            </a:pPr>
            <a:r>
              <a:rPr lang="en-GB" sz="1050" b="1">
                <a:solidFill>
                  <a:schemeClr val="tx2"/>
                </a:solidFill>
              </a:rPr>
              <a:t>REA</a:t>
            </a:r>
            <a:endParaRPr lang="en-GB" sz="900">
              <a:solidFill>
                <a:schemeClr val="tx1">
                  <a:lumMod val="75000"/>
                </a:schemeClr>
              </a:solidFill>
            </a:endParaRPr>
          </a:p>
          <a:p>
            <a:pPr algn="ctr"/>
            <a:r>
              <a:rPr lang="en-GB" sz="800">
                <a:solidFill>
                  <a:schemeClr val="tx1">
                    <a:lumMod val="75000"/>
                  </a:schemeClr>
                </a:solidFill>
              </a:rPr>
              <a:t>Build of the solution in sprints </a:t>
            </a:r>
            <a:br>
              <a:rPr lang="en-GB" sz="800">
                <a:solidFill>
                  <a:schemeClr val="tx1">
                    <a:lumMod val="75000"/>
                  </a:schemeClr>
                </a:solidFill>
              </a:rPr>
            </a:br>
            <a:r>
              <a:rPr lang="en-GB" sz="800">
                <a:solidFill>
                  <a:schemeClr val="tx1">
                    <a:lumMod val="75000"/>
                  </a:schemeClr>
                </a:solidFill>
              </a:rPr>
              <a:t>(detailed design, build, test, </a:t>
            </a:r>
            <a:br>
              <a:rPr lang="en-GB" sz="800">
                <a:solidFill>
                  <a:schemeClr val="tx1">
                    <a:lumMod val="75000"/>
                  </a:schemeClr>
                </a:solidFill>
              </a:rPr>
            </a:br>
            <a:r>
              <a:rPr lang="en-GB" sz="800">
                <a:solidFill>
                  <a:schemeClr val="tx1">
                    <a:lumMod val="75000"/>
                  </a:schemeClr>
                </a:solidFill>
              </a:rPr>
              <a:t>show &amp; tell and release)</a:t>
            </a:r>
          </a:p>
        </p:txBody>
      </p:sp>
      <p:pic>
        <p:nvPicPr>
          <p:cNvPr id="461" name="Picture 460">
            <a:extLst>
              <a:ext uri="{FF2B5EF4-FFF2-40B4-BE49-F238E27FC236}">
                <a16:creationId xmlns:a16="http://schemas.microsoft.com/office/drawing/2014/main" id="{A45F3BCA-AF25-D408-9C3F-16EA1A60F532}"/>
              </a:ext>
            </a:extLst>
          </p:cNvPr>
          <p:cNvPicPr>
            <a:picLocks noChangeAspect="1"/>
          </p:cNvPicPr>
          <p:nvPr/>
        </p:nvPicPr>
        <p:blipFill rotWithShape="1">
          <a:blip r:embed="rId3"/>
          <a:srcRect l="14992" r="-1493"/>
          <a:stretch/>
        </p:blipFill>
        <p:spPr>
          <a:xfrm>
            <a:off x="4936738" y="4402428"/>
            <a:ext cx="2204820" cy="386989"/>
          </a:xfrm>
          <a:prstGeom prst="rect">
            <a:avLst/>
          </a:prstGeom>
        </p:spPr>
      </p:pic>
      <p:sp>
        <p:nvSpPr>
          <p:cNvPr id="117" name="Rectangle 116">
            <a:extLst>
              <a:ext uri="{FF2B5EF4-FFF2-40B4-BE49-F238E27FC236}">
                <a16:creationId xmlns:a16="http://schemas.microsoft.com/office/drawing/2014/main" id="{BAB69942-E51B-39FC-7FD2-3FF1FA026E48}"/>
              </a:ext>
            </a:extLst>
          </p:cNvPr>
          <p:cNvSpPr/>
          <p:nvPr/>
        </p:nvSpPr>
        <p:spPr>
          <a:xfrm>
            <a:off x="1364" y="535696"/>
            <a:ext cx="12190635" cy="914400"/>
          </a:xfrm>
          <a:prstGeom prst="rect">
            <a:avLst/>
          </a:prstGeom>
          <a:gradFill>
            <a:gsLst>
              <a:gs pos="63000">
                <a:schemeClr val="bg1">
                  <a:lumMod val="95000"/>
                </a:schemeClr>
              </a:gs>
              <a:gs pos="13000">
                <a:schemeClr val="bg1">
                  <a:lumMod val="95000"/>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100" name="Rectangle 99">
            <a:extLst>
              <a:ext uri="{FF2B5EF4-FFF2-40B4-BE49-F238E27FC236}">
                <a16:creationId xmlns:a16="http://schemas.microsoft.com/office/drawing/2014/main" id="{07100A4B-AC9A-9023-1CC3-996850196CBA}"/>
              </a:ext>
            </a:extLst>
          </p:cNvPr>
          <p:cNvSpPr/>
          <p:nvPr/>
        </p:nvSpPr>
        <p:spPr>
          <a:xfrm>
            <a:off x="147484" y="6179574"/>
            <a:ext cx="2492477"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17" name="Title 316">
            <a:extLst>
              <a:ext uri="{FF2B5EF4-FFF2-40B4-BE49-F238E27FC236}">
                <a16:creationId xmlns:a16="http://schemas.microsoft.com/office/drawing/2014/main" id="{0851C98F-7CA6-9D90-B949-1988683FE7AA}"/>
              </a:ext>
            </a:extLst>
          </p:cNvPr>
          <p:cNvSpPr>
            <a:spLocks noGrp="1"/>
          </p:cNvSpPr>
          <p:nvPr>
            <p:ph type="ctrTitle"/>
          </p:nvPr>
        </p:nvSpPr>
        <p:spPr/>
        <p:txBody>
          <a:bodyPr/>
          <a:lstStyle/>
          <a:p>
            <a:r>
              <a:rPr lang="nl-BE"/>
              <a:t>project life </a:t>
            </a:r>
            <a:r>
              <a:rPr lang="nl-BE" err="1"/>
              <a:t>cycle</a:t>
            </a:r>
            <a:endParaRPr lang="en-US"/>
          </a:p>
        </p:txBody>
      </p:sp>
      <p:grpSp>
        <p:nvGrpSpPr>
          <p:cNvPr id="212" name="Group 211">
            <a:extLst>
              <a:ext uri="{FF2B5EF4-FFF2-40B4-BE49-F238E27FC236}">
                <a16:creationId xmlns:a16="http://schemas.microsoft.com/office/drawing/2014/main" id="{8D2B278A-12A2-77BE-2BC0-251813E22D3F}"/>
              </a:ext>
            </a:extLst>
          </p:cNvPr>
          <p:cNvGrpSpPr/>
          <p:nvPr/>
        </p:nvGrpSpPr>
        <p:grpSpPr>
          <a:xfrm>
            <a:off x="2381250" y="986748"/>
            <a:ext cx="9691302" cy="361520"/>
            <a:chOff x="1752680" y="1406433"/>
            <a:chExt cx="10319872" cy="361520"/>
          </a:xfrm>
        </p:grpSpPr>
        <p:cxnSp>
          <p:nvCxnSpPr>
            <p:cNvPr id="214" name="Straight Arrow Connector 213">
              <a:extLst>
                <a:ext uri="{FF2B5EF4-FFF2-40B4-BE49-F238E27FC236}">
                  <a16:creationId xmlns:a16="http://schemas.microsoft.com/office/drawing/2014/main" id="{BC6CE62F-09EA-9DA3-B5A9-D90C390F1B69}"/>
                </a:ext>
              </a:extLst>
            </p:cNvPr>
            <p:cNvCxnSpPr>
              <a:cxnSpLocks/>
            </p:cNvCxnSpPr>
            <p:nvPr/>
          </p:nvCxnSpPr>
          <p:spPr>
            <a:xfrm>
              <a:off x="1752680" y="1602550"/>
              <a:ext cx="10319872" cy="0"/>
            </a:xfrm>
            <a:prstGeom prst="straightConnector1">
              <a:avLst/>
            </a:prstGeom>
            <a:ln w="19050">
              <a:solidFill>
                <a:schemeClr val="tx1"/>
              </a:solidFill>
              <a:headEnd type="diamond" w="lg" len="lg"/>
              <a:tailEnd type="triangle" w="lg" len="lg"/>
            </a:ln>
          </p:spPr>
          <p:style>
            <a:lnRef idx="1">
              <a:schemeClr val="accent1"/>
            </a:lnRef>
            <a:fillRef idx="0">
              <a:schemeClr val="accent1"/>
            </a:fillRef>
            <a:effectRef idx="0">
              <a:schemeClr val="accent1"/>
            </a:effectRef>
            <a:fontRef idx="minor">
              <a:schemeClr val="tx1"/>
            </a:fontRef>
          </p:style>
        </p:cxnSp>
        <p:sp>
          <p:nvSpPr>
            <p:cNvPr id="215" name="Arrow: Pentagon 115">
              <a:extLst>
                <a:ext uri="{FF2B5EF4-FFF2-40B4-BE49-F238E27FC236}">
                  <a16:creationId xmlns:a16="http://schemas.microsoft.com/office/drawing/2014/main" id="{8DF98B5B-64B5-FACE-095C-8B61CD5CB422}"/>
                </a:ext>
              </a:extLst>
            </p:cNvPr>
            <p:cNvSpPr/>
            <p:nvPr/>
          </p:nvSpPr>
          <p:spPr>
            <a:xfrm>
              <a:off x="6050080" y="1406433"/>
              <a:ext cx="1725072" cy="361520"/>
            </a:xfrm>
            <a:prstGeom prst="homePlate">
              <a:avLst>
                <a:gd name="adj" fmla="val 0"/>
              </a:avLst>
            </a:prstGeom>
            <a:solidFill>
              <a:schemeClr val="bg1">
                <a:lumMod val="95000"/>
              </a:schemeClr>
            </a:solidFill>
            <a:ln w="19050">
              <a:no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C3C3C"/>
                  </a:solidFill>
                  <a:effectLst/>
                  <a:uLnTx/>
                  <a:uFillTx/>
                  <a:latin typeface="Century Gothic" panose="020F0302020204030204"/>
                  <a:ea typeface="+mn-ea"/>
                  <a:cs typeface="+mn-cs"/>
                </a:rPr>
                <a:t>Monitor and Control</a:t>
              </a:r>
            </a:p>
          </p:txBody>
        </p:sp>
      </p:grpSp>
      <p:cxnSp>
        <p:nvCxnSpPr>
          <p:cNvPr id="281" name="Straight Connector 280">
            <a:extLst>
              <a:ext uri="{FF2B5EF4-FFF2-40B4-BE49-F238E27FC236}">
                <a16:creationId xmlns:a16="http://schemas.microsoft.com/office/drawing/2014/main" id="{3998E51A-015E-83A4-EFBE-7A301F385FE5}"/>
              </a:ext>
            </a:extLst>
          </p:cNvPr>
          <p:cNvCxnSpPr>
            <a:cxnSpLocks/>
          </p:cNvCxnSpPr>
          <p:nvPr/>
        </p:nvCxnSpPr>
        <p:spPr>
          <a:xfrm>
            <a:off x="2428620"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69" name="TextBox 268">
            <a:extLst>
              <a:ext uri="{FF2B5EF4-FFF2-40B4-BE49-F238E27FC236}">
                <a16:creationId xmlns:a16="http://schemas.microsoft.com/office/drawing/2014/main" id="{AB0FF3E4-378E-0684-796E-150641497FCF}"/>
              </a:ext>
            </a:extLst>
          </p:cNvPr>
          <p:cNvSpPr txBox="1"/>
          <p:nvPr/>
        </p:nvSpPr>
        <p:spPr>
          <a:xfrm>
            <a:off x="1529334" y="6031697"/>
            <a:ext cx="897363"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Project approach</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Project plan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Kick-off meeting</a:t>
            </a:r>
          </a:p>
        </p:txBody>
      </p:sp>
      <p:sp>
        <p:nvSpPr>
          <p:cNvPr id="14" name="Rectangle: Rounded Corners 13">
            <a:extLst>
              <a:ext uri="{FF2B5EF4-FFF2-40B4-BE49-F238E27FC236}">
                <a16:creationId xmlns:a16="http://schemas.microsoft.com/office/drawing/2014/main" id="{3890214B-04BA-E324-2400-1C975B04A1C4}"/>
              </a:ext>
            </a:extLst>
          </p:cNvPr>
          <p:cNvSpPr/>
          <p:nvPr/>
        </p:nvSpPr>
        <p:spPr>
          <a:xfrm>
            <a:off x="1110734" y="2860709"/>
            <a:ext cx="1316405" cy="697627"/>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GB" sz="1000" b="1">
                <a:solidFill>
                  <a:schemeClr val="tx2"/>
                </a:solidFill>
              </a:rPr>
              <a:t>PLAN</a:t>
            </a:r>
            <a:endParaRPr lang="en-GB" sz="1000">
              <a:solidFill>
                <a:schemeClr val="tx1">
                  <a:lumMod val="75000"/>
                </a:schemeClr>
              </a:solidFill>
            </a:endParaRPr>
          </a:p>
          <a:p>
            <a:pPr algn="ctr"/>
            <a:r>
              <a:rPr lang="en-GB" sz="800">
                <a:solidFill>
                  <a:schemeClr val="tx1">
                    <a:lumMod val="75000"/>
                  </a:schemeClr>
                </a:solidFill>
              </a:rPr>
              <a:t>Establish program </a:t>
            </a:r>
            <a:br>
              <a:rPr lang="en-GB" sz="800">
                <a:solidFill>
                  <a:schemeClr val="tx1">
                    <a:lumMod val="75000"/>
                  </a:schemeClr>
                </a:solidFill>
              </a:rPr>
            </a:br>
            <a:r>
              <a:rPr lang="en-GB" sz="800">
                <a:solidFill>
                  <a:schemeClr val="tx1">
                    <a:lumMod val="75000"/>
                  </a:schemeClr>
                </a:solidFill>
              </a:rPr>
              <a:t>or project governance and draw up initial plans​</a:t>
            </a:r>
            <a:endParaRPr lang="en-US" sz="800">
              <a:solidFill>
                <a:schemeClr val="tx1">
                  <a:lumMod val="75000"/>
                </a:schemeClr>
              </a:solidFill>
            </a:endParaRPr>
          </a:p>
        </p:txBody>
      </p:sp>
      <p:cxnSp>
        <p:nvCxnSpPr>
          <p:cNvPr id="287" name="Straight Connector 286">
            <a:extLst>
              <a:ext uri="{FF2B5EF4-FFF2-40B4-BE49-F238E27FC236}">
                <a16:creationId xmlns:a16="http://schemas.microsoft.com/office/drawing/2014/main" id="{FF32692A-3C36-67DB-67F4-ACC50E7602BB}"/>
              </a:ext>
            </a:extLst>
          </p:cNvPr>
          <p:cNvCxnSpPr>
            <a:cxnSpLocks/>
          </p:cNvCxnSpPr>
          <p:nvPr/>
        </p:nvCxnSpPr>
        <p:spPr>
          <a:xfrm flipH="1">
            <a:off x="1097233" y="2720379"/>
            <a:ext cx="5931"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75" name="TextBox 274">
            <a:extLst>
              <a:ext uri="{FF2B5EF4-FFF2-40B4-BE49-F238E27FC236}">
                <a16:creationId xmlns:a16="http://schemas.microsoft.com/office/drawing/2014/main" id="{3E24E733-5C7D-2292-9E99-1A8E03A818B2}"/>
              </a:ext>
            </a:extLst>
          </p:cNvPr>
          <p:cNvSpPr txBox="1"/>
          <p:nvPr/>
        </p:nvSpPr>
        <p:spPr>
          <a:xfrm>
            <a:off x="344956" y="6031697"/>
            <a:ext cx="752277"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Contract</a:t>
            </a:r>
          </a:p>
        </p:txBody>
      </p:sp>
      <p:sp>
        <p:nvSpPr>
          <p:cNvPr id="15" name="Rectangle: Rounded Corners 14">
            <a:extLst>
              <a:ext uri="{FF2B5EF4-FFF2-40B4-BE49-F238E27FC236}">
                <a16:creationId xmlns:a16="http://schemas.microsoft.com/office/drawing/2014/main" id="{AD654E21-A5A4-CF8E-6A5E-1F8F5ECB601B}"/>
              </a:ext>
            </a:extLst>
          </p:cNvPr>
          <p:cNvSpPr/>
          <p:nvPr/>
        </p:nvSpPr>
        <p:spPr>
          <a:xfrm>
            <a:off x="39890" y="2860709"/>
            <a:ext cx="1049771" cy="1074653"/>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US" sz="1000" b="1">
                <a:solidFill>
                  <a:schemeClr val="tx2"/>
                </a:solidFill>
              </a:rPr>
              <a:t>PRE-SALES</a:t>
            </a:r>
            <a:endParaRPr lang="en-US" sz="1000">
              <a:solidFill>
                <a:schemeClr val="tx1">
                  <a:lumMod val="75000"/>
                </a:schemeClr>
              </a:solidFill>
            </a:endParaRPr>
          </a:p>
          <a:p>
            <a:pPr algn="ctr"/>
            <a:r>
              <a:rPr lang="en-US" sz="800">
                <a:solidFill>
                  <a:schemeClr val="tx1">
                    <a:lumMod val="75000"/>
                  </a:schemeClr>
                </a:solidFill>
              </a:rPr>
              <a:t>Phase to understand project or program objectives, solution roadmap and high- level requirements</a:t>
            </a:r>
            <a:r>
              <a:rPr lang="en-US" sz="850">
                <a:solidFill>
                  <a:schemeClr val="tx1">
                    <a:lumMod val="75000"/>
                  </a:schemeClr>
                </a:solidFill>
              </a:rPr>
              <a:t>​</a:t>
            </a:r>
          </a:p>
        </p:txBody>
      </p:sp>
      <p:grpSp>
        <p:nvGrpSpPr>
          <p:cNvPr id="2" name="Group 1">
            <a:extLst>
              <a:ext uri="{FF2B5EF4-FFF2-40B4-BE49-F238E27FC236}">
                <a16:creationId xmlns:a16="http://schemas.microsoft.com/office/drawing/2014/main" id="{EF0FCDBC-9E87-FEC9-6285-ED997ABAC8B9}"/>
              </a:ext>
            </a:extLst>
          </p:cNvPr>
          <p:cNvGrpSpPr/>
          <p:nvPr/>
        </p:nvGrpSpPr>
        <p:grpSpPr>
          <a:xfrm>
            <a:off x="2580762" y="4547584"/>
            <a:ext cx="889094" cy="1388894"/>
            <a:chOff x="2580762" y="4642428"/>
            <a:chExt cx="889094" cy="1388894"/>
          </a:xfrm>
        </p:grpSpPr>
        <p:grpSp>
          <p:nvGrpSpPr>
            <p:cNvPr id="209" name="Group 208">
              <a:extLst>
                <a:ext uri="{FF2B5EF4-FFF2-40B4-BE49-F238E27FC236}">
                  <a16:creationId xmlns:a16="http://schemas.microsoft.com/office/drawing/2014/main" id="{94DA097F-B10C-A81E-7505-D154E229A322}"/>
                </a:ext>
              </a:extLst>
            </p:cNvPr>
            <p:cNvGrpSpPr/>
            <p:nvPr/>
          </p:nvGrpSpPr>
          <p:grpSpPr>
            <a:xfrm>
              <a:off x="3053106" y="4658615"/>
              <a:ext cx="416750" cy="1346179"/>
              <a:chOff x="2420404" y="3780548"/>
              <a:chExt cx="416750" cy="1346179"/>
            </a:xfrm>
          </p:grpSpPr>
          <p:grpSp>
            <p:nvGrpSpPr>
              <p:cNvPr id="246" name="Group 245">
                <a:extLst>
                  <a:ext uri="{FF2B5EF4-FFF2-40B4-BE49-F238E27FC236}">
                    <a16:creationId xmlns:a16="http://schemas.microsoft.com/office/drawing/2014/main" id="{4E1A8E1C-B882-2667-071B-958B905FD3DE}"/>
                  </a:ext>
                </a:extLst>
              </p:cNvPr>
              <p:cNvGrpSpPr/>
              <p:nvPr/>
            </p:nvGrpSpPr>
            <p:grpSpPr>
              <a:xfrm>
                <a:off x="2422409" y="3780548"/>
                <a:ext cx="414745" cy="288448"/>
                <a:chOff x="5605469" y="98036"/>
                <a:chExt cx="493294" cy="348272"/>
              </a:xfrm>
              <a:solidFill>
                <a:srgbClr val="C00000"/>
              </a:solidFill>
            </p:grpSpPr>
            <p:sp>
              <p:nvSpPr>
                <p:cNvPr id="264" name="Rectangle 263">
                  <a:extLst>
                    <a:ext uri="{FF2B5EF4-FFF2-40B4-BE49-F238E27FC236}">
                      <a16:creationId xmlns:a16="http://schemas.microsoft.com/office/drawing/2014/main" id="{41040C15-48CB-1F37-2555-B15CA4DE8DEF}"/>
                    </a:ext>
                  </a:extLst>
                </p:cNvPr>
                <p:cNvSpPr/>
                <p:nvPr/>
              </p:nvSpPr>
              <p:spPr>
                <a:xfrm rot="16200000">
                  <a:off x="5541737" y="161768"/>
                  <a:ext cx="343463" cy="216000"/>
                </a:xfrm>
                <a:prstGeom prst="rect">
                  <a:avLst/>
                </a:prstGeom>
                <a:solidFill>
                  <a:schemeClr val="accent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rgbClr val="FFFFFF"/>
                      </a:solidFill>
                      <a:effectLst/>
                      <a:uLnTx/>
                      <a:uFillTx/>
                      <a:latin typeface="Century Gothic" panose="020F0302020204030204"/>
                      <a:ea typeface="+mn-ea"/>
                      <a:cs typeface="+mn-cs"/>
                    </a:rPr>
                    <a:t>Must</a:t>
                  </a:r>
                </a:p>
              </p:txBody>
            </p:sp>
            <p:sp>
              <p:nvSpPr>
                <p:cNvPr id="265" name="Rectangle 264">
                  <a:extLst>
                    <a:ext uri="{FF2B5EF4-FFF2-40B4-BE49-F238E27FC236}">
                      <a16:creationId xmlns:a16="http://schemas.microsoft.com/office/drawing/2014/main" id="{80FBF258-20CB-70CA-12B2-F929E17467E5}"/>
                    </a:ext>
                  </a:extLst>
                </p:cNvPr>
                <p:cNvSpPr/>
                <p:nvPr/>
              </p:nvSpPr>
              <p:spPr>
                <a:xfrm>
                  <a:off x="5819080" y="98036"/>
                  <a:ext cx="279683" cy="117204"/>
                </a:xfrm>
                <a:prstGeom prst="rect">
                  <a:avLst/>
                </a:prstGeom>
                <a:solidFill>
                  <a:schemeClr val="accent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266" name="Rectangle 265">
                  <a:extLst>
                    <a:ext uri="{FF2B5EF4-FFF2-40B4-BE49-F238E27FC236}">
                      <a16:creationId xmlns:a16="http://schemas.microsoft.com/office/drawing/2014/main" id="{9E723969-9907-7F29-5E92-D0A0F9643342}"/>
                    </a:ext>
                  </a:extLst>
                </p:cNvPr>
                <p:cNvSpPr/>
                <p:nvPr/>
              </p:nvSpPr>
              <p:spPr>
                <a:xfrm>
                  <a:off x="5819080" y="213570"/>
                  <a:ext cx="279683" cy="117204"/>
                </a:xfrm>
                <a:prstGeom prst="rect">
                  <a:avLst/>
                </a:prstGeom>
                <a:solidFill>
                  <a:schemeClr val="accent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267" name="Rectangle 266">
                  <a:extLst>
                    <a:ext uri="{FF2B5EF4-FFF2-40B4-BE49-F238E27FC236}">
                      <a16:creationId xmlns:a16="http://schemas.microsoft.com/office/drawing/2014/main" id="{2AE125E0-6DBD-E948-8A03-37990D5E0BEA}"/>
                    </a:ext>
                  </a:extLst>
                </p:cNvPr>
                <p:cNvSpPr/>
                <p:nvPr/>
              </p:nvSpPr>
              <p:spPr>
                <a:xfrm>
                  <a:off x="5819080" y="329104"/>
                  <a:ext cx="279683" cy="117204"/>
                </a:xfrm>
                <a:prstGeom prst="rect">
                  <a:avLst/>
                </a:prstGeom>
                <a:solidFill>
                  <a:schemeClr val="accent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nvGrpSpPr>
              <p:cNvPr id="247" name="Group 246">
                <a:extLst>
                  <a:ext uri="{FF2B5EF4-FFF2-40B4-BE49-F238E27FC236}">
                    <a16:creationId xmlns:a16="http://schemas.microsoft.com/office/drawing/2014/main" id="{FEC246FD-E6D9-FEC9-10CE-1A277C348180}"/>
                  </a:ext>
                </a:extLst>
              </p:cNvPr>
              <p:cNvGrpSpPr/>
              <p:nvPr/>
            </p:nvGrpSpPr>
            <p:grpSpPr>
              <a:xfrm>
                <a:off x="2420404" y="4069954"/>
                <a:ext cx="416750" cy="292758"/>
                <a:chOff x="5603085" y="98036"/>
                <a:chExt cx="495678" cy="353475"/>
              </a:xfrm>
              <a:solidFill>
                <a:srgbClr val="FF4747"/>
              </a:solidFill>
            </p:grpSpPr>
            <p:sp>
              <p:nvSpPr>
                <p:cNvPr id="260" name="Rectangle 259">
                  <a:extLst>
                    <a:ext uri="{FF2B5EF4-FFF2-40B4-BE49-F238E27FC236}">
                      <a16:creationId xmlns:a16="http://schemas.microsoft.com/office/drawing/2014/main" id="{C0EF4945-86AC-AD95-B4E5-40EBB92D8B92}"/>
                    </a:ext>
                  </a:extLst>
                </p:cNvPr>
                <p:cNvSpPr/>
                <p:nvPr/>
              </p:nvSpPr>
              <p:spPr>
                <a:xfrm rot="16200000">
                  <a:off x="5534347" y="166774"/>
                  <a:ext cx="353475" cy="216000"/>
                </a:xfrm>
                <a:prstGeom prst="rect">
                  <a:avLst/>
                </a:prstGeom>
                <a:solidFill>
                  <a:schemeClr val="tx2"/>
                </a:solidFill>
                <a:ln>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rgbClr val="FFFFFF"/>
                      </a:solidFill>
                      <a:effectLst/>
                      <a:uLnTx/>
                      <a:uFillTx/>
                      <a:latin typeface="Century Gothic" panose="020F0302020204030204"/>
                      <a:ea typeface="+mn-ea"/>
                      <a:cs typeface="+mn-cs"/>
                    </a:rPr>
                    <a:t>Should</a:t>
                  </a:r>
                </a:p>
              </p:txBody>
            </p:sp>
            <p:sp>
              <p:nvSpPr>
                <p:cNvPr id="261" name="Rectangle 260">
                  <a:extLst>
                    <a:ext uri="{FF2B5EF4-FFF2-40B4-BE49-F238E27FC236}">
                      <a16:creationId xmlns:a16="http://schemas.microsoft.com/office/drawing/2014/main" id="{828A6F57-0C67-D9CB-C022-A17D685D32AF}"/>
                    </a:ext>
                  </a:extLst>
                </p:cNvPr>
                <p:cNvSpPr/>
                <p:nvPr/>
              </p:nvSpPr>
              <p:spPr>
                <a:xfrm>
                  <a:off x="5819080" y="98036"/>
                  <a:ext cx="279683" cy="117204"/>
                </a:xfrm>
                <a:prstGeom prst="rect">
                  <a:avLst/>
                </a:prstGeom>
                <a:solidFill>
                  <a:schemeClr val="tx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262" name="Rectangle 261">
                  <a:extLst>
                    <a:ext uri="{FF2B5EF4-FFF2-40B4-BE49-F238E27FC236}">
                      <a16:creationId xmlns:a16="http://schemas.microsoft.com/office/drawing/2014/main" id="{BF7EFEAB-F6F3-CD58-A77A-DE7FB9D1EE26}"/>
                    </a:ext>
                  </a:extLst>
                </p:cNvPr>
                <p:cNvSpPr/>
                <p:nvPr/>
              </p:nvSpPr>
              <p:spPr>
                <a:xfrm>
                  <a:off x="5819080" y="213570"/>
                  <a:ext cx="279683" cy="117204"/>
                </a:xfrm>
                <a:prstGeom prst="rect">
                  <a:avLst/>
                </a:prstGeom>
                <a:solidFill>
                  <a:schemeClr val="tx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263" name="Rectangle 262">
                  <a:extLst>
                    <a:ext uri="{FF2B5EF4-FFF2-40B4-BE49-F238E27FC236}">
                      <a16:creationId xmlns:a16="http://schemas.microsoft.com/office/drawing/2014/main" id="{43E167D3-337D-2263-1FDE-168CBC559A19}"/>
                    </a:ext>
                  </a:extLst>
                </p:cNvPr>
                <p:cNvSpPr/>
                <p:nvPr/>
              </p:nvSpPr>
              <p:spPr>
                <a:xfrm>
                  <a:off x="5819080" y="329104"/>
                  <a:ext cx="279683" cy="117204"/>
                </a:xfrm>
                <a:prstGeom prst="rect">
                  <a:avLst/>
                </a:prstGeom>
                <a:solidFill>
                  <a:schemeClr val="tx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nvGrpSpPr>
              <p:cNvPr id="248" name="Group 247">
                <a:extLst>
                  <a:ext uri="{FF2B5EF4-FFF2-40B4-BE49-F238E27FC236}">
                    <a16:creationId xmlns:a16="http://schemas.microsoft.com/office/drawing/2014/main" id="{32AD38EE-47B0-2048-7F4F-BC083BF54BAA}"/>
                  </a:ext>
                </a:extLst>
              </p:cNvPr>
              <p:cNvGrpSpPr/>
              <p:nvPr/>
            </p:nvGrpSpPr>
            <p:grpSpPr>
              <a:xfrm>
                <a:off x="2426170" y="4741422"/>
                <a:ext cx="410909" cy="385305"/>
                <a:chOff x="6509524" y="-116502"/>
                <a:chExt cx="488731" cy="465216"/>
              </a:xfrm>
              <a:solidFill>
                <a:srgbClr val="FFC9C9"/>
              </a:solidFill>
            </p:grpSpPr>
            <p:sp>
              <p:nvSpPr>
                <p:cNvPr id="255" name="Rectangle 254">
                  <a:extLst>
                    <a:ext uri="{FF2B5EF4-FFF2-40B4-BE49-F238E27FC236}">
                      <a16:creationId xmlns:a16="http://schemas.microsoft.com/office/drawing/2014/main" id="{ECC19066-A3C6-6222-E322-2088C284FC33}"/>
                    </a:ext>
                  </a:extLst>
                </p:cNvPr>
                <p:cNvSpPr/>
                <p:nvPr/>
              </p:nvSpPr>
              <p:spPr>
                <a:xfrm rot="16200000">
                  <a:off x="6384916" y="8106"/>
                  <a:ext cx="465216" cy="216000"/>
                </a:xfrm>
                <a:prstGeom prst="rect">
                  <a:avLst/>
                </a:prstGeom>
                <a:solidFill>
                  <a:schemeClr val="accent1"/>
                </a:solid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rgbClr val="FFFFFF"/>
                      </a:solidFill>
                      <a:effectLst/>
                      <a:uLnTx/>
                      <a:uFillTx/>
                      <a:latin typeface="Century Gothic" panose="020F0302020204030204"/>
                      <a:ea typeface="+mn-ea"/>
                      <a:cs typeface="+mn-cs"/>
                    </a:rPr>
                    <a:t>Would</a:t>
                  </a:r>
                </a:p>
              </p:txBody>
            </p:sp>
            <p:sp>
              <p:nvSpPr>
                <p:cNvPr id="256" name="Rectangle 255">
                  <a:extLst>
                    <a:ext uri="{FF2B5EF4-FFF2-40B4-BE49-F238E27FC236}">
                      <a16:creationId xmlns:a16="http://schemas.microsoft.com/office/drawing/2014/main" id="{C9C4A67B-B0E8-E659-02CF-B2034AA1055D}"/>
                    </a:ext>
                  </a:extLst>
                </p:cNvPr>
                <p:cNvSpPr/>
                <p:nvPr/>
              </p:nvSpPr>
              <p:spPr>
                <a:xfrm>
                  <a:off x="6718572" y="-116502"/>
                  <a:ext cx="279683" cy="117204"/>
                </a:xfrm>
                <a:prstGeom prst="rect">
                  <a:avLst/>
                </a:prstGeom>
                <a:solidFill>
                  <a:schemeClr val="accent1"/>
                </a:solid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57" name="Rectangle 256">
                  <a:extLst>
                    <a:ext uri="{FF2B5EF4-FFF2-40B4-BE49-F238E27FC236}">
                      <a16:creationId xmlns:a16="http://schemas.microsoft.com/office/drawing/2014/main" id="{DEF85CC8-9FC9-A445-D746-33C728C29BF5}"/>
                    </a:ext>
                  </a:extLst>
                </p:cNvPr>
                <p:cNvSpPr/>
                <p:nvPr/>
              </p:nvSpPr>
              <p:spPr>
                <a:xfrm>
                  <a:off x="6718572" y="-968"/>
                  <a:ext cx="279683" cy="117204"/>
                </a:xfrm>
                <a:prstGeom prst="rect">
                  <a:avLst/>
                </a:prstGeom>
                <a:solidFill>
                  <a:schemeClr val="accent1"/>
                </a:solid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58" name="Rectangle 257">
                  <a:extLst>
                    <a:ext uri="{FF2B5EF4-FFF2-40B4-BE49-F238E27FC236}">
                      <a16:creationId xmlns:a16="http://schemas.microsoft.com/office/drawing/2014/main" id="{BB14B4D3-9E6F-4EC9-8CC2-BE85531F670D}"/>
                    </a:ext>
                  </a:extLst>
                </p:cNvPr>
                <p:cNvSpPr/>
                <p:nvPr/>
              </p:nvSpPr>
              <p:spPr>
                <a:xfrm>
                  <a:off x="6718572" y="114566"/>
                  <a:ext cx="279683" cy="117204"/>
                </a:xfrm>
                <a:prstGeom prst="rect">
                  <a:avLst/>
                </a:prstGeom>
                <a:solidFill>
                  <a:schemeClr val="accent1"/>
                </a:solid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59" name="Rectangle 258">
                  <a:extLst>
                    <a:ext uri="{FF2B5EF4-FFF2-40B4-BE49-F238E27FC236}">
                      <a16:creationId xmlns:a16="http://schemas.microsoft.com/office/drawing/2014/main" id="{5F36500A-5144-35FF-5132-03E51D5359BE}"/>
                    </a:ext>
                  </a:extLst>
                </p:cNvPr>
                <p:cNvSpPr/>
                <p:nvPr/>
              </p:nvSpPr>
              <p:spPr>
                <a:xfrm>
                  <a:off x="6718572" y="230100"/>
                  <a:ext cx="279683" cy="117204"/>
                </a:xfrm>
                <a:prstGeom prst="rect">
                  <a:avLst/>
                </a:prstGeom>
                <a:solidFill>
                  <a:schemeClr val="accent1"/>
                </a:solid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nvGrpSpPr>
              <p:cNvPr id="249" name="Group 248">
                <a:extLst>
                  <a:ext uri="{FF2B5EF4-FFF2-40B4-BE49-F238E27FC236}">
                    <a16:creationId xmlns:a16="http://schemas.microsoft.com/office/drawing/2014/main" id="{4745DD26-BA66-D96B-8EBA-FA3E14F1F51D}"/>
                  </a:ext>
                </a:extLst>
              </p:cNvPr>
              <p:cNvGrpSpPr/>
              <p:nvPr/>
            </p:nvGrpSpPr>
            <p:grpSpPr>
              <a:xfrm>
                <a:off x="2421259" y="4359537"/>
                <a:ext cx="415895" cy="384137"/>
                <a:chOff x="5652381" y="91367"/>
                <a:chExt cx="494661" cy="463806"/>
              </a:xfrm>
              <a:solidFill>
                <a:srgbClr val="FF9393"/>
              </a:solidFill>
            </p:grpSpPr>
            <p:sp>
              <p:nvSpPr>
                <p:cNvPr id="250" name="Rectangle 249">
                  <a:extLst>
                    <a:ext uri="{FF2B5EF4-FFF2-40B4-BE49-F238E27FC236}">
                      <a16:creationId xmlns:a16="http://schemas.microsoft.com/office/drawing/2014/main" id="{1E03B0BA-B978-4460-040E-F69AF5A88D9A}"/>
                    </a:ext>
                  </a:extLst>
                </p:cNvPr>
                <p:cNvSpPr/>
                <p:nvPr/>
              </p:nvSpPr>
              <p:spPr>
                <a:xfrm rot="16200000">
                  <a:off x="5528479" y="215269"/>
                  <a:ext cx="463803" cy="216000"/>
                </a:xfrm>
                <a:prstGeom prst="rect">
                  <a:avLst/>
                </a:prstGeom>
                <a:solidFill>
                  <a:schemeClr val="bg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rgbClr val="FFFFFF"/>
                      </a:solidFill>
                      <a:effectLst/>
                      <a:uLnTx/>
                      <a:uFillTx/>
                      <a:latin typeface="Century Gothic" panose="020F0302020204030204"/>
                      <a:ea typeface="+mn-ea"/>
                      <a:cs typeface="+mn-cs"/>
                    </a:rPr>
                    <a:t>Could</a:t>
                  </a:r>
                </a:p>
              </p:txBody>
            </p:sp>
            <p:sp>
              <p:nvSpPr>
                <p:cNvPr id="251" name="Rectangle 250">
                  <a:extLst>
                    <a:ext uri="{FF2B5EF4-FFF2-40B4-BE49-F238E27FC236}">
                      <a16:creationId xmlns:a16="http://schemas.microsoft.com/office/drawing/2014/main" id="{411AC075-4733-9798-6071-EF0DE8781F0A}"/>
                    </a:ext>
                  </a:extLst>
                </p:cNvPr>
                <p:cNvSpPr/>
                <p:nvPr/>
              </p:nvSpPr>
              <p:spPr>
                <a:xfrm>
                  <a:off x="5867359" y="91367"/>
                  <a:ext cx="279683" cy="117204"/>
                </a:xfrm>
                <a:prstGeom prst="rect">
                  <a:avLst/>
                </a:prstGeom>
                <a:solidFill>
                  <a:schemeClr val="bg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252" name="Rectangle 251">
                  <a:extLst>
                    <a:ext uri="{FF2B5EF4-FFF2-40B4-BE49-F238E27FC236}">
                      <a16:creationId xmlns:a16="http://schemas.microsoft.com/office/drawing/2014/main" id="{A10739D1-6143-1306-A71A-326A41F15AF5}"/>
                    </a:ext>
                  </a:extLst>
                </p:cNvPr>
                <p:cNvSpPr/>
                <p:nvPr/>
              </p:nvSpPr>
              <p:spPr>
                <a:xfrm>
                  <a:off x="5867359" y="206901"/>
                  <a:ext cx="279683" cy="117204"/>
                </a:xfrm>
                <a:prstGeom prst="rect">
                  <a:avLst/>
                </a:prstGeom>
                <a:solidFill>
                  <a:schemeClr val="bg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253" name="Rectangle 252">
                  <a:extLst>
                    <a:ext uri="{FF2B5EF4-FFF2-40B4-BE49-F238E27FC236}">
                      <a16:creationId xmlns:a16="http://schemas.microsoft.com/office/drawing/2014/main" id="{9D2E3DB2-1425-A806-D51D-C2819CABBF63}"/>
                    </a:ext>
                  </a:extLst>
                </p:cNvPr>
                <p:cNvSpPr/>
                <p:nvPr/>
              </p:nvSpPr>
              <p:spPr>
                <a:xfrm>
                  <a:off x="5867359" y="322435"/>
                  <a:ext cx="279683" cy="117204"/>
                </a:xfrm>
                <a:prstGeom prst="rect">
                  <a:avLst/>
                </a:prstGeom>
                <a:solidFill>
                  <a:schemeClr val="bg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254" name="Rectangle 253">
                  <a:extLst>
                    <a:ext uri="{FF2B5EF4-FFF2-40B4-BE49-F238E27FC236}">
                      <a16:creationId xmlns:a16="http://schemas.microsoft.com/office/drawing/2014/main" id="{BA0A1FCF-22BB-0622-E0B8-D63461208E75}"/>
                    </a:ext>
                  </a:extLst>
                </p:cNvPr>
                <p:cNvSpPr/>
                <p:nvPr/>
              </p:nvSpPr>
              <p:spPr>
                <a:xfrm>
                  <a:off x="5867359" y="437969"/>
                  <a:ext cx="279683" cy="117204"/>
                </a:xfrm>
                <a:prstGeom prst="rect">
                  <a:avLst/>
                </a:prstGeom>
                <a:solidFill>
                  <a:schemeClr val="bg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sp>
          <p:nvSpPr>
            <p:cNvPr id="210" name="TextBox 209">
              <a:extLst>
                <a:ext uri="{FF2B5EF4-FFF2-40B4-BE49-F238E27FC236}">
                  <a16:creationId xmlns:a16="http://schemas.microsoft.com/office/drawing/2014/main" id="{330EF6C7-313A-AE84-0AC0-3878A070A01E}"/>
                </a:ext>
              </a:extLst>
            </p:cNvPr>
            <p:cNvSpPr txBox="1"/>
            <p:nvPr/>
          </p:nvSpPr>
          <p:spPr>
            <a:xfrm rot="16200000">
              <a:off x="2221465" y="5260869"/>
              <a:ext cx="1372706" cy="168199"/>
            </a:xfrm>
            <a:prstGeom prst="rect">
              <a:avLst/>
            </a:prstGeom>
            <a:noFill/>
          </p:spPr>
          <p:txBody>
            <a:bodyPr wrap="square" lIns="36000" tIns="36000" rIns="36000" bIns="3600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3C3C3C"/>
                  </a:solidFill>
                  <a:effectLst/>
                  <a:uLnTx/>
                  <a:uFillTx/>
                  <a:latin typeface="Century Gothic" panose="020F0302020204030204"/>
                  <a:ea typeface="+mn-ea"/>
                  <a:cs typeface="+mn-cs"/>
                </a:rPr>
                <a:t>Prioritized Blueprint Backlog</a:t>
              </a:r>
            </a:p>
          </p:txBody>
        </p:sp>
        <p:pic>
          <p:nvPicPr>
            <p:cNvPr id="211" name="Graphic 202" descr="Arrow: Counter-clockwise curve">
              <a:extLst>
                <a:ext uri="{FF2B5EF4-FFF2-40B4-BE49-F238E27FC236}">
                  <a16:creationId xmlns:a16="http://schemas.microsoft.com/office/drawing/2014/main" id="{51EDB543-6B27-CD9B-83FF-53EDC4CAF9B9}"/>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flipV="1">
              <a:off x="2580762" y="4642428"/>
              <a:ext cx="288774" cy="284465"/>
            </a:xfrm>
            <a:prstGeom prst="rect">
              <a:avLst/>
            </a:prstGeom>
          </p:spPr>
        </p:pic>
      </p:grpSp>
      <p:grpSp>
        <p:nvGrpSpPr>
          <p:cNvPr id="197" name="Group 196">
            <a:extLst>
              <a:ext uri="{FF2B5EF4-FFF2-40B4-BE49-F238E27FC236}">
                <a16:creationId xmlns:a16="http://schemas.microsoft.com/office/drawing/2014/main" id="{82F69734-9406-4391-1152-8CBA09FC7075}"/>
              </a:ext>
            </a:extLst>
          </p:cNvPr>
          <p:cNvGrpSpPr/>
          <p:nvPr/>
        </p:nvGrpSpPr>
        <p:grpSpPr>
          <a:xfrm>
            <a:off x="4132040" y="4178579"/>
            <a:ext cx="517384" cy="1736060"/>
            <a:chOff x="3825805" y="4221882"/>
            <a:chExt cx="517384" cy="1736060"/>
          </a:xfrm>
        </p:grpSpPr>
        <p:grpSp>
          <p:nvGrpSpPr>
            <p:cNvPr id="295" name="Group 294">
              <a:extLst>
                <a:ext uri="{FF2B5EF4-FFF2-40B4-BE49-F238E27FC236}">
                  <a16:creationId xmlns:a16="http://schemas.microsoft.com/office/drawing/2014/main" id="{33BB3987-4ECB-CBD7-C6F5-92F77D95673D}"/>
                </a:ext>
              </a:extLst>
            </p:cNvPr>
            <p:cNvGrpSpPr/>
            <p:nvPr/>
          </p:nvGrpSpPr>
          <p:grpSpPr>
            <a:xfrm>
              <a:off x="3828293" y="4221882"/>
              <a:ext cx="514896" cy="370403"/>
              <a:chOff x="5605469" y="98036"/>
              <a:chExt cx="493294" cy="348272"/>
            </a:xfrm>
            <a:solidFill>
              <a:schemeClr val="accent2"/>
            </a:solidFill>
          </p:grpSpPr>
          <p:sp>
            <p:nvSpPr>
              <p:cNvPr id="313" name="Rectangle 312">
                <a:extLst>
                  <a:ext uri="{FF2B5EF4-FFF2-40B4-BE49-F238E27FC236}">
                    <a16:creationId xmlns:a16="http://schemas.microsoft.com/office/drawing/2014/main" id="{AFE68D31-0EB5-A6C9-61ED-B700085D16C6}"/>
                  </a:ext>
                </a:extLst>
              </p:cNvPr>
              <p:cNvSpPr/>
              <p:nvPr/>
            </p:nvSpPr>
            <p:spPr>
              <a:xfrm rot="16200000">
                <a:off x="5541737" y="161768"/>
                <a:ext cx="343463"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Century Gothic" panose="020F0302020204030204"/>
                    <a:ea typeface="+mn-ea"/>
                    <a:cs typeface="+mn-cs"/>
                  </a:rPr>
                  <a:t>Must</a:t>
                </a:r>
              </a:p>
            </p:txBody>
          </p:sp>
          <p:sp>
            <p:nvSpPr>
              <p:cNvPr id="314" name="Rectangle 313">
                <a:extLst>
                  <a:ext uri="{FF2B5EF4-FFF2-40B4-BE49-F238E27FC236}">
                    <a16:creationId xmlns:a16="http://schemas.microsoft.com/office/drawing/2014/main" id="{A402C9B0-C0C0-987F-3080-C6F2F1AB8943}"/>
                  </a:ext>
                </a:extLst>
              </p:cNvPr>
              <p:cNvSpPr/>
              <p:nvPr/>
            </p:nvSpPr>
            <p:spPr>
              <a:xfrm>
                <a:off x="5819080" y="9803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15" name="Rectangle 314">
                <a:extLst>
                  <a:ext uri="{FF2B5EF4-FFF2-40B4-BE49-F238E27FC236}">
                    <a16:creationId xmlns:a16="http://schemas.microsoft.com/office/drawing/2014/main" id="{AE998A09-6D0D-D942-4699-FA099692B63B}"/>
                  </a:ext>
                </a:extLst>
              </p:cNvPr>
              <p:cNvSpPr/>
              <p:nvPr/>
            </p:nvSpPr>
            <p:spPr>
              <a:xfrm>
                <a:off x="5819080" y="21357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16" name="Rectangle 315">
                <a:extLst>
                  <a:ext uri="{FF2B5EF4-FFF2-40B4-BE49-F238E27FC236}">
                    <a16:creationId xmlns:a16="http://schemas.microsoft.com/office/drawing/2014/main" id="{B091DAB6-C53B-97C5-D7CB-BA9F587760DF}"/>
                  </a:ext>
                </a:extLst>
              </p:cNvPr>
              <p:cNvSpPr/>
              <p:nvPr/>
            </p:nvSpPr>
            <p:spPr>
              <a:xfrm>
                <a:off x="5819080" y="329104"/>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nvGrpSpPr>
            <p:cNvPr id="296" name="Group 295">
              <a:extLst>
                <a:ext uri="{FF2B5EF4-FFF2-40B4-BE49-F238E27FC236}">
                  <a16:creationId xmlns:a16="http://schemas.microsoft.com/office/drawing/2014/main" id="{D4AD602E-5296-6F83-08C2-48C9182FE55E}"/>
                </a:ext>
              </a:extLst>
            </p:cNvPr>
            <p:cNvGrpSpPr/>
            <p:nvPr/>
          </p:nvGrpSpPr>
          <p:grpSpPr>
            <a:xfrm>
              <a:off x="3825805" y="4593515"/>
              <a:ext cx="517384" cy="375937"/>
              <a:chOff x="5603085" y="98036"/>
              <a:chExt cx="495678" cy="353475"/>
            </a:xfrm>
            <a:solidFill>
              <a:schemeClr val="tx2"/>
            </a:solidFill>
          </p:grpSpPr>
          <p:sp>
            <p:nvSpPr>
              <p:cNvPr id="309" name="Rectangle 308">
                <a:extLst>
                  <a:ext uri="{FF2B5EF4-FFF2-40B4-BE49-F238E27FC236}">
                    <a16:creationId xmlns:a16="http://schemas.microsoft.com/office/drawing/2014/main" id="{5C8A1768-2E0B-4A01-F371-5923F71DA784}"/>
                  </a:ext>
                </a:extLst>
              </p:cNvPr>
              <p:cNvSpPr/>
              <p:nvPr/>
            </p:nvSpPr>
            <p:spPr>
              <a:xfrm rot="16200000">
                <a:off x="5534347" y="166774"/>
                <a:ext cx="353475"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Century Gothic" panose="020F0302020204030204"/>
                    <a:ea typeface="+mn-ea"/>
                    <a:cs typeface="+mn-cs"/>
                  </a:rPr>
                  <a:t>Should</a:t>
                </a:r>
              </a:p>
            </p:txBody>
          </p:sp>
          <p:sp>
            <p:nvSpPr>
              <p:cNvPr id="310" name="Rectangle 309">
                <a:extLst>
                  <a:ext uri="{FF2B5EF4-FFF2-40B4-BE49-F238E27FC236}">
                    <a16:creationId xmlns:a16="http://schemas.microsoft.com/office/drawing/2014/main" id="{419F932E-5B0D-98C6-2678-8B34C632B543}"/>
                  </a:ext>
                </a:extLst>
              </p:cNvPr>
              <p:cNvSpPr/>
              <p:nvPr/>
            </p:nvSpPr>
            <p:spPr>
              <a:xfrm>
                <a:off x="5819080" y="9803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11" name="Rectangle 310">
                <a:extLst>
                  <a:ext uri="{FF2B5EF4-FFF2-40B4-BE49-F238E27FC236}">
                    <a16:creationId xmlns:a16="http://schemas.microsoft.com/office/drawing/2014/main" id="{7FC9D366-4165-23E0-BAE2-52EAC17F2B5B}"/>
                  </a:ext>
                </a:extLst>
              </p:cNvPr>
              <p:cNvSpPr/>
              <p:nvPr/>
            </p:nvSpPr>
            <p:spPr>
              <a:xfrm>
                <a:off x="5819080" y="21357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12" name="Rectangle 311">
                <a:extLst>
                  <a:ext uri="{FF2B5EF4-FFF2-40B4-BE49-F238E27FC236}">
                    <a16:creationId xmlns:a16="http://schemas.microsoft.com/office/drawing/2014/main" id="{33175EE4-3573-DEF9-78BE-1D6EE46132BF}"/>
                  </a:ext>
                </a:extLst>
              </p:cNvPr>
              <p:cNvSpPr/>
              <p:nvPr/>
            </p:nvSpPr>
            <p:spPr>
              <a:xfrm>
                <a:off x="5819080" y="329104"/>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nvGrpSpPr>
            <p:cNvPr id="297" name="Group 296">
              <a:extLst>
                <a:ext uri="{FF2B5EF4-FFF2-40B4-BE49-F238E27FC236}">
                  <a16:creationId xmlns:a16="http://schemas.microsoft.com/office/drawing/2014/main" id="{C0C43CCE-AADC-0EDC-A30E-F569E6D2C847}"/>
                </a:ext>
              </a:extLst>
            </p:cNvPr>
            <p:cNvGrpSpPr/>
            <p:nvPr/>
          </p:nvGrpSpPr>
          <p:grpSpPr>
            <a:xfrm>
              <a:off x="3832963" y="5463164"/>
              <a:ext cx="510133" cy="494778"/>
              <a:chOff x="6509524" y="-116502"/>
              <a:chExt cx="488731" cy="465216"/>
            </a:xfrm>
            <a:solidFill>
              <a:schemeClr val="accent1"/>
            </a:solidFill>
          </p:grpSpPr>
          <p:sp>
            <p:nvSpPr>
              <p:cNvPr id="304" name="Rectangle 303">
                <a:extLst>
                  <a:ext uri="{FF2B5EF4-FFF2-40B4-BE49-F238E27FC236}">
                    <a16:creationId xmlns:a16="http://schemas.microsoft.com/office/drawing/2014/main" id="{FCB75EF8-9432-8433-9685-9A5922E6D23C}"/>
                  </a:ext>
                </a:extLst>
              </p:cNvPr>
              <p:cNvSpPr/>
              <p:nvPr/>
            </p:nvSpPr>
            <p:spPr>
              <a:xfrm rot="16200000">
                <a:off x="6384916" y="8106"/>
                <a:ext cx="465216"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Century Gothic" panose="020F0302020204030204"/>
                    <a:ea typeface="+mn-ea"/>
                    <a:cs typeface="+mn-cs"/>
                  </a:rPr>
                  <a:t>Would</a:t>
                </a:r>
              </a:p>
            </p:txBody>
          </p:sp>
          <p:sp>
            <p:nvSpPr>
              <p:cNvPr id="305" name="Rectangle 304">
                <a:extLst>
                  <a:ext uri="{FF2B5EF4-FFF2-40B4-BE49-F238E27FC236}">
                    <a16:creationId xmlns:a16="http://schemas.microsoft.com/office/drawing/2014/main" id="{FAD9FB85-5216-DA47-7CF2-75F8A46A012F}"/>
                  </a:ext>
                </a:extLst>
              </p:cNvPr>
              <p:cNvSpPr/>
              <p:nvPr/>
            </p:nvSpPr>
            <p:spPr>
              <a:xfrm>
                <a:off x="6718572" y="-116502"/>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06" name="Rectangle 305">
                <a:extLst>
                  <a:ext uri="{FF2B5EF4-FFF2-40B4-BE49-F238E27FC236}">
                    <a16:creationId xmlns:a16="http://schemas.microsoft.com/office/drawing/2014/main" id="{61BECEEA-CD35-1D08-199B-09EEE25704AB}"/>
                  </a:ext>
                </a:extLst>
              </p:cNvPr>
              <p:cNvSpPr/>
              <p:nvPr/>
            </p:nvSpPr>
            <p:spPr>
              <a:xfrm>
                <a:off x="6718572" y="-968"/>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07" name="Rectangle 306">
                <a:extLst>
                  <a:ext uri="{FF2B5EF4-FFF2-40B4-BE49-F238E27FC236}">
                    <a16:creationId xmlns:a16="http://schemas.microsoft.com/office/drawing/2014/main" id="{7740C8EA-6E57-5A5F-D42D-7CBC765D04BE}"/>
                  </a:ext>
                </a:extLst>
              </p:cNvPr>
              <p:cNvSpPr/>
              <p:nvPr/>
            </p:nvSpPr>
            <p:spPr>
              <a:xfrm>
                <a:off x="6718572" y="11456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08" name="Rectangle 307">
                <a:extLst>
                  <a:ext uri="{FF2B5EF4-FFF2-40B4-BE49-F238E27FC236}">
                    <a16:creationId xmlns:a16="http://schemas.microsoft.com/office/drawing/2014/main" id="{0DE0AAFC-CC57-1E28-1490-33E99EB5629D}"/>
                  </a:ext>
                </a:extLst>
              </p:cNvPr>
              <p:cNvSpPr/>
              <p:nvPr/>
            </p:nvSpPr>
            <p:spPr>
              <a:xfrm>
                <a:off x="6718572" y="23010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nvGrpSpPr>
            <p:cNvPr id="298" name="Group 297">
              <a:extLst>
                <a:ext uri="{FF2B5EF4-FFF2-40B4-BE49-F238E27FC236}">
                  <a16:creationId xmlns:a16="http://schemas.microsoft.com/office/drawing/2014/main" id="{5E1E13B5-7181-2FB6-B784-DCC04787AE23}"/>
                </a:ext>
              </a:extLst>
            </p:cNvPr>
            <p:cNvGrpSpPr/>
            <p:nvPr/>
          </p:nvGrpSpPr>
          <p:grpSpPr>
            <a:xfrm>
              <a:off x="3826867" y="4965850"/>
              <a:ext cx="516322" cy="493279"/>
              <a:chOff x="5652381" y="91367"/>
              <a:chExt cx="494661" cy="463806"/>
            </a:xfrm>
            <a:solidFill>
              <a:schemeClr val="bg2"/>
            </a:solidFill>
          </p:grpSpPr>
          <p:sp>
            <p:nvSpPr>
              <p:cNvPr id="299" name="Rectangle 298">
                <a:extLst>
                  <a:ext uri="{FF2B5EF4-FFF2-40B4-BE49-F238E27FC236}">
                    <a16:creationId xmlns:a16="http://schemas.microsoft.com/office/drawing/2014/main" id="{D8E160A8-D01D-7E41-9A75-9B1A5A0814E7}"/>
                  </a:ext>
                </a:extLst>
              </p:cNvPr>
              <p:cNvSpPr/>
              <p:nvPr/>
            </p:nvSpPr>
            <p:spPr>
              <a:xfrm rot="16200000">
                <a:off x="5528479" y="215269"/>
                <a:ext cx="463803"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Century Gothic" panose="020F0302020204030204"/>
                    <a:ea typeface="+mn-ea"/>
                    <a:cs typeface="+mn-cs"/>
                  </a:rPr>
                  <a:t>Could</a:t>
                </a:r>
              </a:p>
            </p:txBody>
          </p:sp>
          <p:sp>
            <p:nvSpPr>
              <p:cNvPr id="300" name="Rectangle 299">
                <a:extLst>
                  <a:ext uri="{FF2B5EF4-FFF2-40B4-BE49-F238E27FC236}">
                    <a16:creationId xmlns:a16="http://schemas.microsoft.com/office/drawing/2014/main" id="{F603EC7F-E280-AF1F-05A9-F00B1B4B261F}"/>
                  </a:ext>
                </a:extLst>
              </p:cNvPr>
              <p:cNvSpPr/>
              <p:nvPr/>
            </p:nvSpPr>
            <p:spPr>
              <a:xfrm>
                <a:off x="5867359" y="91367"/>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01" name="Rectangle 300">
                <a:extLst>
                  <a:ext uri="{FF2B5EF4-FFF2-40B4-BE49-F238E27FC236}">
                    <a16:creationId xmlns:a16="http://schemas.microsoft.com/office/drawing/2014/main" id="{52999DD5-600E-3A0E-DE16-F1670FBF463F}"/>
                  </a:ext>
                </a:extLst>
              </p:cNvPr>
              <p:cNvSpPr/>
              <p:nvPr/>
            </p:nvSpPr>
            <p:spPr>
              <a:xfrm>
                <a:off x="5867359" y="206901"/>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02" name="Rectangle 301">
                <a:extLst>
                  <a:ext uri="{FF2B5EF4-FFF2-40B4-BE49-F238E27FC236}">
                    <a16:creationId xmlns:a16="http://schemas.microsoft.com/office/drawing/2014/main" id="{51171AC9-08E3-A953-032E-BBBCAF50F300}"/>
                  </a:ext>
                </a:extLst>
              </p:cNvPr>
              <p:cNvSpPr/>
              <p:nvPr/>
            </p:nvSpPr>
            <p:spPr>
              <a:xfrm>
                <a:off x="5867359" y="322435"/>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03" name="Rectangle 302">
                <a:extLst>
                  <a:ext uri="{FF2B5EF4-FFF2-40B4-BE49-F238E27FC236}">
                    <a16:creationId xmlns:a16="http://schemas.microsoft.com/office/drawing/2014/main" id="{1C2E0768-647D-A1EB-D6C8-0F799C5AB535}"/>
                  </a:ext>
                </a:extLst>
              </p:cNvPr>
              <p:cNvSpPr/>
              <p:nvPr/>
            </p:nvSpPr>
            <p:spPr>
              <a:xfrm>
                <a:off x="5867359" y="437969"/>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sp>
        <p:nvSpPr>
          <p:cNvPr id="198" name="TextBox 197">
            <a:extLst>
              <a:ext uri="{FF2B5EF4-FFF2-40B4-BE49-F238E27FC236}">
                <a16:creationId xmlns:a16="http://schemas.microsoft.com/office/drawing/2014/main" id="{280F2B22-1B05-020D-06E0-08F782E6CB51}"/>
              </a:ext>
            </a:extLst>
          </p:cNvPr>
          <p:cNvSpPr txBox="1"/>
          <p:nvPr/>
        </p:nvSpPr>
        <p:spPr>
          <a:xfrm rot="16200000">
            <a:off x="3387722" y="4660543"/>
            <a:ext cx="1207391" cy="228912"/>
          </a:xfrm>
          <a:prstGeom prst="rect">
            <a:avLst/>
          </a:prstGeom>
          <a:noFill/>
        </p:spPr>
        <p:txBody>
          <a:bodyPr wrap="square" lIns="36000" tIns="36000" rIns="36000" bIns="3600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3C3C3C"/>
                </a:solidFill>
                <a:effectLst/>
                <a:uLnTx/>
                <a:uFillTx/>
                <a:latin typeface="Century Gothic" panose="020F0302020204030204"/>
                <a:ea typeface="+mn-ea"/>
                <a:cs typeface="+mn-cs"/>
              </a:rPr>
              <a:t>Prioritized Project Backlog</a:t>
            </a:r>
          </a:p>
        </p:txBody>
      </p:sp>
      <p:pic>
        <p:nvPicPr>
          <p:cNvPr id="199" name="Graphic 95" descr="Arrow: Counter-clockwise curve">
            <a:extLst>
              <a:ext uri="{FF2B5EF4-FFF2-40B4-BE49-F238E27FC236}">
                <a16:creationId xmlns:a16="http://schemas.microsoft.com/office/drawing/2014/main" id="{A5C87148-E6CE-870C-BA96-4929BC125DFA}"/>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flipV="1">
            <a:off x="3595471" y="4157793"/>
            <a:ext cx="358503" cy="365288"/>
          </a:xfrm>
          <a:prstGeom prst="rect">
            <a:avLst/>
          </a:prstGeom>
        </p:spPr>
      </p:pic>
      <p:cxnSp>
        <p:nvCxnSpPr>
          <p:cNvPr id="282" name="Straight Connector 281">
            <a:extLst>
              <a:ext uri="{FF2B5EF4-FFF2-40B4-BE49-F238E27FC236}">
                <a16:creationId xmlns:a16="http://schemas.microsoft.com/office/drawing/2014/main" id="{4CC2F11B-891A-11E1-0F18-28806FDC6840}"/>
              </a:ext>
            </a:extLst>
          </p:cNvPr>
          <p:cNvCxnSpPr>
            <a:cxnSpLocks/>
          </p:cNvCxnSpPr>
          <p:nvPr/>
        </p:nvCxnSpPr>
        <p:spPr>
          <a:xfrm>
            <a:off x="4737391"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EF66C175-A04E-C0A7-2EC9-9B078FB4FBF0}"/>
              </a:ext>
            </a:extLst>
          </p:cNvPr>
          <p:cNvCxnSpPr>
            <a:cxnSpLocks/>
          </p:cNvCxnSpPr>
          <p:nvPr/>
        </p:nvCxnSpPr>
        <p:spPr>
          <a:xfrm>
            <a:off x="3561834" y="2708269"/>
            <a:ext cx="4347"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68" name="TextBox 267">
            <a:extLst>
              <a:ext uri="{FF2B5EF4-FFF2-40B4-BE49-F238E27FC236}">
                <a16:creationId xmlns:a16="http://schemas.microsoft.com/office/drawing/2014/main" id="{3D82B74D-DA34-BD4B-0922-1AD39DC61ACA}"/>
              </a:ext>
            </a:extLst>
          </p:cNvPr>
          <p:cNvSpPr txBox="1"/>
          <p:nvPr/>
        </p:nvSpPr>
        <p:spPr>
          <a:xfrm>
            <a:off x="3660378" y="6031697"/>
            <a:ext cx="1076376"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Blueprint document</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700" i="1">
                <a:solidFill>
                  <a:srgbClr val="EE7684"/>
                </a:solidFill>
                <a:latin typeface="Century Gothic" panose="020F0302020204030204"/>
              </a:rPr>
              <a:t>Fit-gap list</a:t>
            </a:r>
            <a:endPar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BPML and backlog for realization</a:t>
            </a:r>
          </a:p>
        </p:txBody>
      </p:sp>
      <p:sp>
        <p:nvSpPr>
          <p:cNvPr id="270" name="TextBox 269">
            <a:extLst>
              <a:ext uri="{FF2B5EF4-FFF2-40B4-BE49-F238E27FC236}">
                <a16:creationId xmlns:a16="http://schemas.microsoft.com/office/drawing/2014/main" id="{909C69DC-C503-73F0-276E-932B1133B10C}"/>
              </a:ext>
            </a:extLst>
          </p:cNvPr>
          <p:cNvSpPr txBox="1"/>
          <p:nvPr/>
        </p:nvSpPr>
        <p:spPr>
          <a:xfrm>
            <a:off x="2534033" y="6031697"/>
            <a:ext cx="1032148"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Scope baseline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Conceptual design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BPML and backlog for blueprint</a:t>
            </a:r>
          </a:p>
        </p:txBody>
      </p:sp>
      <p:sp>
        <p:nvSpPr>
          <p:cNvPr id="12" name="Rectangle: Rounded Corners 11">
            <a:extLst>
              <a:ext uri="{FF2B5EF4-FFF2-40B4-BE49-F238E27FC236}">
                <a16:creationId xmlns:a16="http://schemas.microsoft.com/office/drawing/2014/main" id="{9A713327-FD1E-986E-1B0D-035D2B0FDA7E}"/>
              </a:ext>
            </a:extLst>
          </p:cNvPr>
          <p:cNvSpPr/>
          <p:nvPr/>
        </p:nvSpPr>
        <p:spPr>
          <a:xfrm>
            <a:off x="2428619" y="2860709"/>
            <a:ext cx="1138199" cy="1518364"/>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GB" sz="1000" b="1">
                <a:solidFill>
                  <a:schemeClr val="tx2"/>
                </a:solidFill>
              </a:rPr>
              <a:t>DISCOVERY</a:t>
            </a:r>
          </a:p>
          <a:p>
            <a:pPr algn="ctr">
              <a:spcAft>
                <a:spcPts val="400"/>
              </a:spcAft>
            </a:pPr>
            <a:r>
              <a:rPr lang="en-GB" sz="1000" b="1">
                <a:solidFill>
                  <a:schemeClr val="tx2"/>
                </a:solidFill>
              </a:rPr>
              <a:t>CONC. DESIGN</a:t>
            </a:r>
          </a:p>
          <a:p>
            <a:pPr algn="ctr"/>
            <a:r>
              <a:rPr lang="en-GB" sz="800">
                <a:solidFill>
                  <a:schemeClr val="tx1">
                    <a:lumMod val="75000"/>
                  </a:schemeClr>
                </a:solidFill>
              </a:rPr>
              <a:t>Gain knowledge of the customer's business process, make key decisions to steer the project in the right direction and draw up the Business Process Master List (BPML)</a:t>
            </a:r>
          </a:p>
        </p:txBody>
      </p:sp>
      <p:sp>
        <p:nvSpPr>
          <p:cNvPr id="13" name="Rectangle: Rounded Corners 12">
            <a:extLst>
              <a:ext uri="{FF2B5EF4-FFF2-40B4-BE49-F238E27FC236}">
                <a16:creationId xmlns:a16="http://schemas.microsoft.com/office/drawing/2014/main" id="{5A27462A-6445-FEBB-A30D-9FA5E688B9CB}"/>
              </a:ext>
            </a:extLst>
          </p:cNvPr>
          <p:cNvSpPr/>
          <p:nvPr/>
        </p:nvSpPr>
        <p:spPr>
          <a:xfrm>
            <a:off x="3579422" y="2860709"/>
            <a:ext cx="1157969" cy="1066959"/>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GB" sz="1000" b="1">
                <a:solidFill>
                  <a:schemeClr val="tx2"/>
                </a:solidFill>
              </a:rPr>
              <a:t>F2S / BBP</a:t>
            </a:r>
          </a:p>
          <a:p>
            <a:pPr algn="ctr"/>
            <a:r>
              <a:rPr lang="en-US" sz="800">
                <a:solidFill>
                  <a:schemeClr val="tx1">
                    <a:lumMod val="75000"/>
                  </a:schemeClr>
                </a:solidFill>
              </a:rPr>
              <a:t>Facilitate Fit-to-Standard (F2S) or blueprint (BBP) workshops to design the final solution, and define scope and  backlog for REA</a:t>
            </a:r>
          </a:p>
        </p:txBody>
      </p:sp>
      <p:cxnSp>
        <p:nvCxnSpPr>
          <p:cNvPr id="284" name="Straight Connector 283">
            <a:extLst>
              <a:ext uri="{FF2B5EF4-FFF2-40B4-BE49-F238E27FC236}">
                <a16:creationId xmlns:a16="http://schemas.microsoft.com/office/drawing/2014/main" id="{31899EE5-C5EA-A961-7045-A0F39B46927A}"/>
              </a:ext>
            </a:extLst>
          </p:cNvPr>
          <p:cNvCxnSpPr>
            <a:cxnSpLocks/>
          </p:cNvCxnSpPr>
          <p:nvPr/>
        </p:nvCxnSpPr>
        <p:spPr>
          <a:xfrm>
            <a:off x="9131619"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72" name="TextBox 271">
            <a:extLst>
              <a:ext uri="{FF2B5EF4-FFF2-40B4-BE49-F238E27FC236}">
                <a16:creationId xmlns:a16="http://schemas.microsoft.com/office/drawing/2014/main" id="{0ACBBD1C-0FF5-0763-8DCF-294E6A135B7F}"/>
              </a:ext>
            </a:extLst>
          </p:cNvPr>
          <p:cNvSpPr txBox="1"/>
          <p:nvPr/>
        </p:nvSpPr>
        <p:spPr>
          <a:xfrm>
            <a:off x="7931554" y="6031697"/>
            <a:ext cx="1200064"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Tested solution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Go/No-go</a:t>
            </a:r>
          </a:p>
        </p:txBody>
      </p:sp>
      <p:sp>
        <p:nvSpPr>
          <p:cNvPr id="10" name="Rectangle: Rounded Corners 9">
            <a:extLst>
              <a:ext uri="{FF2B5EF4-FFF2-40B4-BE49-F238E27FC236}">
                <a16:creationId xmlns:a16="http://schemas.microsoft.com/office/drawing/2014/main" id="{3031239A-4F3A-4A26-F024-B4B023E10F20}"/>
              </a:ext>
            </a:extLst>
          </p:cNvPr>
          <p:cNvSpPr/>
          <p:nvPr/>
        </p:nvSpPr>
        <p:spPr>
          <a:xfrm>
            <a:off x="7238911" y="2916695"/>
            <a:ext cx="1885137" cy="1138773"/>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600"/>
              </a:spcAft>
            </a:pPr>
            <a:r>
              <a:rPr lang="en-GB" sz="1050" b="1">
                <a:solidFill>
                  <a:schemeClr val="tx2"/>
                </a:solidFill>
              </a:rPr>
              <a:t>SIT &amp; BRT</a:t>
            </a:r>
            <a:endParaRPr lang="en-GB" sz="900">
              <a:solidFill>
                <a:schemeClr val="tx1">
                  <a:lumMod val="75000"/>
                </a:schemeClr>
              </a:solidFill>
            </a:endParaRPr>
          </a:p>
          <a:p>
            <a:pPr algn="ctr"/>
            <a:r>
              <a:rPr lang="en-GB" sz="800">
                <a:solidFill>
                  <a:schemeClr val="tx1">
                    <a:lumMod val="75000"/>
                  </a:schemeClr>
                </a:solidFill>
              </a:rPr>
              <a:t>Execute System Integration</a:t>
            </a:r>
          </a:p>
          <a:p>
            <a:pPr algn="ctr"/>
            <a:r>
              <a:rPr lang="en-GB" sz="800">
                <a:solidFill>
                  <a:schemeClr val="tx1">
                    <a:lumMod val="75000"/>
                  </a:schemeClr>
                </a:solidFill>
              </a:rPr>
              <a:t>Testing, Business Readiness Testing (aka User Acceptance Testing) and End-2-end testing, test data migrations (TM), test integrations and prepare for production cutover</a:t>
            </a:r>
          </a:p>
          <a:p>
            <a:pPr algn="ctr"/>
            <a:endParaRPr lang="en-GB" sz="1050" b="1">
              <a:solidFill>
                <a:schemeClr val="tx2"/>
              </a:solidFill>
            </a:endParaRPr>
          </a:p>
        </p:txBody>
      </p:sp>
      <p:sp>
        <p:nvSpPr>
          <p:cNvPr id="35" name="Rectangle: Rounded Corners 34">
            <a:extLst>
              <a:ext uri="{FF2B5EF4-FFF2-40B4-BE49-F238E27FC236}">
                <a16:creationId xmlns:a16="http://schemas.microsoft.com/office/drawing/2014/main" id="{408E5F4C-4B74-7CE8-601A-1BD136646F9B}"/>
              </a:ext>
            </a:extLst>
          </p:cNvPr>
          <p:cNvSpPr/>
          <p:nvPr/>
        </p:nvSpPr>
        <p:spPr>
          <a:xfrm rot="5400000">
            <a:off x="7398579" y="46312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rgbClr val="3C3C3C"/>
                </a:solidFill>
                <a:latin typeface="Century Gothic" panose="020F0302020204030204"/>
              </a:rPr>
              <a:t>Test </a:t>
            </a:r>
            <a:br>
              <a:rPr lang="en-US" sz="800" b="1">
                <a:solidFill>
                  <a:srgbClr val="3C3C3C"/>
                </a:solidFill>
                <a:latin typeface="Century Gothic" panose="020F0302020204030204"/>
              </a:rPr>
            </a:br>
            <a:r>
              <a:rPr lang="en-US" sz="800" b="1">
                <a:solidFill>
                  <a:srgbClr val="3C3C3C"/>
                </a:solidFill>
                <a:latin typeface="Century Gothic" panose="020F0302020204030204"/>
              </a:rPr>
              <a:t>Migration</a:t>
            </a:r>
          </a:p>
          <a:p>
            <a:pPr algn="ctr"/>
            <a:r>
              <a:rPr lang="en-US" sz="800" b="1">
                <a:solidFill>
                  <a:srgbClr val="3C3C3C"/>
                </a:solidFill>
                <a:latin typeface="Century Gothic" panose="020F0302020204030204"/>
              </a:rPr>
              <a:t>1</a:t>
            </a:r>
          </a:p>
        </p:txBody>
      </p:sp>
      <p:sp>
        <p:nvSpPr>
          <p:cNvPr id="36" name="Rectangle: Rounded Corners 35">
            <a:extLst>
              <a:ext uri="{FF2B5EF4-FFF2-40B4-BE49-F238E27FC236}">
                <a16:creationId xmlns:a16="http://schemas.microsoft.com/office/drawing/2014/main" id="{C345901D-2614-2BFE-207F-F492137478D0}"/>
              </a:ext>
            </a:extLst>
          </p:cNvPr>
          <p:cNvSpPr/>
          <p:nvPr/>
        </p:nvSpPr>
        <p:spPr>
          <a:xfrm rot="5400000">
            <a:off x="7993237" y="46312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rgbClr val="3C3C3C"/>
                </a:solidFill>
                <a:latin typeface="Century Gothic" panose="020F0302020204030204"/>
              </a:rPr>
              <a:t>Test </a:t>
            </a:r>
            <a:br>
              <a:rPr lang="en-US" sz="800" b="1">
                <a:solidFill>
                  <a:srgbClr val="3C3C3C"/>
                </a:solidFill>
                <a:latin typeface="Century Gothic" panose="020F0302020204030204"/>
              </a:rPr>
            </a:br>
            <a:r>
              <a:rPr lang="en-US" sz="800" b="1">
                <a:solidFill>
                  <a:srgbClr val="3C3C3C"/>
                </a:solidFill>
                <a:latin typeface="Century Gothic" panose="020F0302020204030204"/>
              </a:rPr>
              <a:t>Migration</a:t>
            </a:r>
          </a:p>
          <a:p>
            <a:pPr algn="ctr"/>
            <a:r>
              <a:rPr lang="en-US" sz="800" b="1">
                <a:solidFill>
                  <a:srgbClr val="3C3C3C"/>
                </a:solidFill>
                <a:latin typeface="Century Gothic" panose="020F0302020204030204"/>
              </a:rPr>
              <a:t>2</a:t>
            </a:r>
          </a:p>
        </p:txBody>
      </p:sp>
      <p:sp>
        <p:nvSpPr>
          <p:cNvPr id="37" name="Rectangle: Rounded Corners 36">
            <a:extLst>
              <a:ext uri="{FF2B5EF4-FFF2-40B4-BE49-F238E27FC236}">
                <a16:creationId xmlns:a16="http://schemas.microsoft.com/office/drawing/2014/main" id="{512D704E-70A9-B67D-1FE4-3E9086BD9595}"/>
              </a:ext>
            </a:extLst>
          </p:cNvPr>
          <p:cNvSpPr/>
          <p:nvPr/>
        </p:nvSpPr>
        <p:spPr>
          <a:xfrm rot="5400000">
            <a:off x="7398579" y="50975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rgbClr val="3C3C3C"/>
                </a:solidFill>
                <a:latin typeface="Century Gothic" panose="020F0302020204030204"/>
              </a:rPr>
              <a:t>SIT</a:t>
            </a:r>
          </a:p>
          <a:p>
            <a:pPr algn="ctr"/>
            <a:r>
              <a:rPr lang="en-US" sz="800" b="1">
                <a:solidFill>
                  <a:srgbClr val="3C3C3C"/>
                </a:solidFill>
                <a:latin typeface="Century Gothic" panose="020F0302020204030204"/>
              </a:rPr>
              <a:t>1</a:t>
            </a:r>
          </a:p>
        </p:txBody>
      </p:sp>
      <p:sp>
        <p:nvSpPr>
          <p:cNvPr id="38" name="Rectangle: Rounded Corners 37">
            <a:extLst>
              <a:ext uri="{FF2B5EF4-FFF2-40B4-BE49-F238E27FC236}">
                <a16:creationId xmlns:a16="http://schemas.microsoft.com/office/drawing/2014/main" id="{98E149E3-16E4-4934-B352-42458D6F13D8}"/>
              </a:ext>
            </a:extLst>
          </p:cNvPr>
          <p:cNvSpPr/>
          <p:nvPr/>
        </p:nvSpPr>
        <p:spPr>
          <a:xfrm rot="5400000">
            <a:off x="7993237" y="50975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rgbClr val="3C3C3C"/>
                </a:solidFill>
                <a:latin typeface="Century Gothic" panose="020F0302020204030204"/>
              </a:rPr>
              <a:t>SIT</a:t>
            </a:r>
          </a:p>
          <a:p>
            <a:pPr algn="ctr"/>
            <a:r>
              <a:rPr lang="en-US" sz="800" b="1">
                <a:solidFill>
                  <a:srgbClr val="3C3C3C"/>
                </a:solidFill>
                <a:latin typeface="Century Gothic" panose="020F0302020204030204"/>
              </a:rPr>
              <a:t>2</a:t>
            </a:r>
          </a:p>
        </p:txBody>
      </p:sp>
      <p:sp>
        <p:nvSpPr>
          <p:cNvPr id="39" name="Rectangle: Rounded Corners 38">
            <a:extLst>
              <a:ext uri="{FF2B5EF4-FFF2-40B4-BE49-F238E27FC236}">
                <a16:creationId xmlns:a16="http://schemas.microsoft.com/office/drawing/2014/main" id="{5A0A1F80-7F78-6494-87A0-39F798FEFD18}"/>
              </a:ext>
            </a:extLst>
          </p:cNvPr>
          <p:cNvSpPr/>
          <p:nvPr/>
        </p:nvSpPr>
        <p:spPr>
          <a:xfrm rot="5400000">
            <a:off x="8584403" y="50975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rgbClr val="3C3C3C"/>
                </a:solidFill>
                <a:latin typeface="Century Gothic" panose="020F0302020204030204"/>
              </a:rPr>
              <a:t>UAT</a:t>
            </a:r>
          </a:p>
        </p:txBody>
      </p:sp>
      <p:sp>
        <p:nvSpPr>
          <p:cNvPr id="40" name="Rectangle: Rounded Corners 39">
            <a:extLst>
              <a:ext uri="{FF2B5EF4-FFF2-40B4-BE49-F238E27FC236}">
                <a16:creationId xmlns:a16="http://schemas.microsoft.com/office/drawing/2014/main" id="{595E8AB0-CAB7-2767-243A-1EA09C13557C}"/>
              </a:ext>
            </a:extLst>
          </p:cNvPr>
          <p:cNvSpPr/>
          <p:nvPr/>
        </p:nvSpPr>
        <p:spPr>
          <a:xfrm rot="5400000">
            <a:off x="8584403" y="46312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rgbClr val="3C3C3C"/>
                </a:solidFill>
                <a:latin typeface="Century Gothic" panose="020F0302020204030204"/>
              </a:rPr>
              <a:t>Test </a:t>
            </a:r>
            <a:br>
              <a:rPr lang="en-US" sz="800" b="1">
                <a:solidFill>
                  <a:srgbClr val="3C3C3C"/>
                </a:solidFill>
                <a:latin typeface="Century Gothic" panose="020F0302020204030204"/>
              </a:rPr>
            </a:br>
            <a:r>
              <a:rPr lang="en-US" sz="800" b="1">
                <a:solidFill>
                  <a:srgbClr val="3C3C3C"/>
                </a:solidFill>
                <a:latin typeface="Century Gothic" panose="020F0302020204030204"/>
              </a:rPr>
              <a:t>Migration</a:t>
            </a:r>
          </a:p>
          <a:p>
            <a:pPr algn="ctr"/>
            <a:r>
              <a:rPr lang="en-US" sz="800" b="1">
                <a:solidFill>
                  <a:srgbClr val="3C3C3C"/>
                </a:solidFill>
                <a:latin typeface="Century Gothic" panose="020F0302020204030204"/>
              </a:rPr>
              <a:t>3</a:t>
            </a:r>
          </a:p>
        </p:txBody>
      </p:sp>
      <p:sp>
        <p:nvSpPr>
          <p:cNvPr id="274" name="TextBox 273">
            <a:extLst>
              <a:ext uri="{FF2B5EF4-FFF2-40B4-BE49-F238E27FC236}">
                <a16:creationId xmlns:a16="http://schemas.microsoft.com/office/drawing/2014/main" id="{33C639B2-CE42-F952-441E-D6ED36C7AA9C}"/>
              </a:ext>
            </a:extLst>
          </p:cNvPr>
          <p:cNvSpPr txBox="1"/>
          <p:nvPr/>
        </p:nvSpPr>
        <p:spPr>
          <a:xfrm>
            <a:off x="9856237" y="6031697"/>
            <a:ext cx="1198227"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Project closing</a:t>
            </a:r>
          </a:p>
        </p:txBody>
      </p:sp>
      <p:cxnSp>
        <p:nvCxnSpPr>
          <p:cNvPr id="286" name="Straight Connector 285">
            <a:extLst>
              <a:ext uri="{FF2B5EF4-FFF2-40B4-BE49-F238E27FC236}">
                <a16:creationId xmlns:a16="http://schemas.microsoft.com/office/drawing/2014/main" id="{0B72A8EF-218F-1342-7531-3AD83EDCFFCF}"/>
              </a:ext>
            </a:extLst>
          </p:cNvPr>
          <p:cNvCxnSpPr>
            <a:cxnSpLocks/>
          </p:cNvCxnSpPr>
          <p:nvPr/>
        </p:nvCxnSpPr>
        <p:spPr>
          <a:xfrm>
            <a:off x="11055946"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91" name="Rounded Rectangle 290">
            <a:extLst>
              <a:ext uri="{FF2B5EF4-FFF2-40B4-BE49-F238E27FC236}">
                <a16:creationId xmlns:a16="http://schemas.microsoft.com/office/drawing/2014/main" id="{B0B32DFC-B092-1D53-05FB-64F69814DBEE}"/>
              </a:ext>
            </a:extLst>
          </p:cNvPr>
          <p:cNvSpPr/>
          <p:nvPr/>
        </p:nvSpPr>
        <p:spPr>
          <a:xfrm rot="5400000">
            <a:off x="10492236" y="5072752"/>
            <a:ext cx="443717" cy="61924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3C3C3C"/>
                </a:solidFill>
                <a:effectLst/>
                <a:uLnTx/>
                <a:uFillTx/>
                <a:latin typeface="Century Gothic" panose="020F0302020204030204"/>
                <a:ea typeface="+mn-ea"/>
                <a:cs typeface="+mn-cs"/>
              </a:rPr>
              <a:t>Hyper-care</a:t>
            </a:r>
          </a:p>
        </p:txBody>
      </p:sp>
      <p:sp>
        <p:nvSpPr>
          <p:cNvPr id="292" name="Arrow: Pentagon 97">
            <a:extLst>
              <a:ext uri="{FF2B5EF4-FFF2-40B4-BE49-F238E27FC236}">
                <a16:creationId xmlns:a16="http://schemas.microsoft.com/office/drawing/2014/main" id="{CEC02086-CCFB-726C-6A93-190B46DC94FC}"/>
              </a:ext>
            </a:extLst>
          </p:cNvPr>
          <p:cNvSpPr/>
          <p:nvPr/>
        </p:nvSpPr>
        <p:spPr>
          <a:xfrm>
            <a:off x="11110010" y="5651705"/>
            <a:ext cx="983215" cy="220777"/>
          </a:xfrm>
          <a:prstGeom prst="homePlate">
            <a:avLst>
              <a:gd name="adj" fmla="val 28642"/>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3C3C3C"/>
                </a:solidFill>
                <a:effectLst/>
                <a:uLnTx/>
                <a:uFillTx/>
                <a:latin typeface="Century Gothic" panose="020F0302020204030204"/>
                <a:ea typeface="+mn-ea"/>
                <a:cs typeface="+mn-cs"/>
              </a:rPr>
              <a:t>Run &amp; Accelerate</a:t>
            </a:r>
          </a:p>
        </p:txBody>
      </p:sp>
      <p:sp>
        <p:nvSpPr>
          <p:cNvPr id="7" name="Rectangle: Rounded Corners 6">
            <a:extLst>
              <a:ext uri="{FF2B5EF4-FFF2-40B4-BE49-F238E27FC236}">
                <a16:creationId xmlns:a16="http://schemas.microsoft.com/office/drawing/2014/main" id="{2CEEC3BF-D414-19B4-3791-9758A5A8F106}"/>
              </a:ext>
            </a:extLst>
          </p:cNvPr>
          <p:cNvSpPr/>
          <p:nvPr/>
        </p:nvSpPr>
        <p:spPr>
          <a:xfrm>
            <a:off x="11054465" y="2916695"/>
            <a:ext cx="1097644" cy="730969"/>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0" tIns="0" rIns="0" bIns="0" rtlCol="0" anchor="t">
            <a:spAutoFit/>
          </a:bodyPr>
          <a:lstStyle/>
          <a:p>
            <a:pPr algn="ctr">
              <a:spcAft>
                <a:spcPts val="600"/>
              </a:spcAft>
            </a:pPr>
            <a:r>
              <a:rPr lang="en-GB" sz="1050" b="1">
                <a:solidFill>
                  <a:schemeClr val="tx2"/>
                </a:solidFill>
              </a:rPr>
              <a:t>KIR</a:t>
            </a:r>
            <a:endParaRPr lang="en-GB" sz="900">
              <a:solidFill>
                <a:schemeClr val="tx1">
                  <a:lumMod val="75000"/>
                </a:schemeClr>
              </a:solidFill>
            </a:endParaRPr>
          </a:p>
          <a:p>
            <a:pPr algn="ctr"/>
            <a:r>
              <a:rPr lang="en-GB" sz="800">
                <a:solidFill>
                  <a:schemeClr val="tx1">
                    <a:lumMod val="75000"/>
                  </a:schemeClr>
                </a:solidFill>
              </a:rPr>
              <a:t>Keep IT Running; handover </a:t>
            </a:r>
            <a:br>
              <a:rPr lang="en-GB" sz="800">
                <a:solidFill>
                  <a:schemeClr val="tx1">
                    <a:lumMod val="75000"/>
                  </a:schemeClr>
                </a:solidFill>
              </a:rPr>
            </a:br>
            <a:r>
              <a:rPr lang="en-GB" sz="800">
                <a:solidFill>
                  <a:schemeClr val="tx1">
                    <a:lumMod val="75000"/>
                  </a:schemeClr>
                </a:solidFill>
              </a:rPr>
              <a:t>to operations or sustain support</a:t>
            </a:r>
          </a:p>
        </p:txBody>
      </p:sp>
      <p:sp>
        <p:nvSpPr>
          <p:cNvPr id="8" name="Rectangle: Rounded Corners 7">
            <a:extLst>
              <a:ext uri="{FF2B5EF4-FFF2-40B4-BE49-F238E27FC236}">
                <a16:creationId xmlns:a16="http://schemas.microsoft.com/office/drawing/2014/main" id="{D8A5717A-EE20-B202-EAF2-BFBD45D78E6A}"/>
              </a:ext>
            </a:extLst>
          </p:cNvPr>
          <p:cNvSpPr/>
          <p:nvPr/>
        </p:nvSpPr>
        <p:spPr>
          <a:xfrm>
            <a:off x="10095488" y="2916370"/>
            <a:ext cx="958980" cy="607859"/>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600"/>
              </a:spcAft>
            </a:pPr>
            <a:r>
              <a:rPr lang="en-GB" sz="1050" b="1">
                <a:solidFill>
                  <a:schemeClr val="tx2"/>
                </a:solidFill>
              </a:rPr>
              <a:t>GOLIVE</a:t>
            </a:r>
            <a:endParaRPr lang="en-GB" sz="900">
              <a:solidFill>
                <a:schemeClr val="tx1">
                  <a:lumMod val="75000"/>
                </a:schemeClr>
              </a:solidFill>
            </a:endParaRPr>
          </a:p>
          <a:p>
            <a:pPr algn="ctr"/>
            <a:r>
              <a:rPr lang="en-GB" sz="800">
                <a:solidFill>
                  <a:schemeClr val="tx1">
                    <a:lumMod val="75000"/>
                  </a:schemeClr>
                </a:solidFill>
              </a:rPr>
              <a:t>Cutover to production and hypercare</a:t>
            </a:r>
          </a:p>
        </p:txBody>
      </p:sp>
      <p:sp>
        <p:nvSpPr>
          <p:cNvPr id="290" name="Rounded Rectangle 289">
            <a:extLst>
              <a:ext uri="{FF2B5EF4-FFF2-40B4-BE49-F238E27FC236}">
                <a16:creationId xmlns:a16="http://schemas.microsoft.com/office/drawing/2014/main" id="{49B2D37B-84B8-6438-8BA3-F6AC4A342C62}"/>
              </a:ext>
            </a:extLst>
          </p:cNvPr>
          <p:cNvSpPr/>
          <p:nvPr/>
        </p:nvSpPr>
        <p:spPr>
          <a:xfrm rot="5400000">
            <a:off x="9865463" y="5091882"/>
            <a:ext cx="443971" cy="581234"/>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rPr>
              <a:t>Cutover </a:t>
            </a:r>
          </a:p>
        </p:txBody>
      </p:sp>
      <p:cxnSp>
        <p:nvCxnSpPr>
          <p:cNvPr id="285" name="Straight Connector 284">
            <a:extLst>
              <a:ext uri="{FF2B5EF4-FFF2-40B4-BE49-F238E27FC236}">
                <a16:creationId xmlns:a16="http://schemas.microsoft.com/office/drawing/2014/main" id="{8C8AC4D4-D420-02DB-4FD9-7F38A44B3A49}"/>
              </a:ext>
            </a:extLst>
          </p:cNvPr>
          <p:cNvCxnSpPr>
            <a:cxnSpLocks/>
          </p:cNvCxnSpPr>
          <p:nvPr/>
        </p:nvCxnSpPr>
        <p:spPr>
          <a:xfrm>
            <a:off x="10106803" y="2708268"/>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89" name="Rounded Rectangle 288">
            <a:extLst>
              <a:ext uri="{FF2B5EF4-FFF2-40B4-BE49-F238E27FC236}">
                <a16:creationId xmlns:a16="http://schemas.microsoft.com/office/drawing/2014/main" id="{AB785F6D-A4B6-0019-3313-564C945BC9D0}"/>
              </a:ext>
            </a:extLst>
          </p:cNvPr>
          <p:cNvSpPr/>
          <p:nvPr/>
        </p:nvSpPr>
        <p:spPr>
          <a:xfrm rot="5400000">
            <a:off x="9371662" y="4505452"/>
            <a:ext cx="443971" cy="821496"/>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3C3C3C"/>
                </a:solidFill>
                <a:effectLst/>
                <a:uLnTx/>
                <a:uFillTx/>
                <a:latin typeface="Century Gothic" panose="020F0302020204030204"/>
                <a:ea typeface="+mn-ea"/>
                <a:cs typeface="+mn-cs"/>
              </a:rPr>
              <a:t>Final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3C3C3C"/>
                </a:solidFill>
                <a:effectLst/>
                <a:uLnTx/>
                <a:uFillTx/>
                <a:latin typeface="Century Gothic" panose="020F0302020204030204"/>
                <a:ea typeface="+mn-ea"/>
                <a:cs typeface="+mn-cs"/>
              </a:rPr>
              <a:t>Prep</a:t>
            </a:r>
          </a:p>
        </p:txBody>
      </p:sp>
      <p:sp>
        <p:nvSpPr>
          <p:cNvPr id="273" name="TextBox 272">
            <a:extLst>
              <a:ext uri="{FF2B5EF4-FFF2-40B4-BE49-F238E27FC236}">
                <a16:creationId xmlns:a16="http://schemas.microsoft.com/office/drawing/2014/main" id="{15806A57-FDCE-F9BA-120B-48821CF1B465}"/>
              </a:ext>
            </a:extLst>
          </p:cNvPr>
          <p:cNvSpPr txBox="1"/>
          <p:nvPr/>
        </p:nvSpPr>
        <p:spPr>
          <a:xfrm>
            <a:off x="9459463" y="6031697"/>
            <a:ext cx="645858"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Cut-over</a:t>
            </a:r>
          </a:p>
        </p:txBody>
      </p:sp>
      <p:sp>
        <p:nvSpPr>
          <p:cNvPr id="6" name="Rectangle: Rounded Corners 5">
            <a:extLst>
              <a:ext uri="{FF2B5EF4-FFF2-40B4-BE49-F238E27FC236}">
                <a16:creationId xmlns:a16="http://schemas.microsoft.com/office/drawing/2014/main" id="{65C291B5-984F-8080-81FD-F1AA085A8FC3}"/>
              </a:ext>
            </a:extLst>
          </p:cNvPr>
          <p:cNvSpPr/>
          <p:nvPr/>
        </p:nvSpPr>
        <p:spPr>
          <a:xfrm>
            <a:off x="9131618" y="2916695"/>
            <a:ext cx="973705" cy="1015663"/>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600"/>
              </a:spcAft>
            </a:pPr>
            <a:r>
              <a:rPr lang="en-GB" sz="1050" b="1">
                <a:solidFill>
                  <a:schemeClr val="tx2"/>
                </a:solidFill>
              </a:rPr>
              <a:t>FPREP</a:t>
            </a:r>
            <a:endParaRPr lang="en-GB" sz="900">
              <a:solidFill>
                <a:schemeClr val="tx1">
                  <a:lumMod val="75000"/>
                </a:schemeClr>
              </a:solidFill>
            </a:endParaRPr>
          </a:p>
          <a:p>
            <a:pPr algn="ctr"/>
            <a:r>
              <a:rPr lang="en-GB" sz="800">
                <a:solidFill>
                  <a:schemeClr val="tx1">
                    <a:lumMod val="75000"/>
                  </a:schemeClr>
                </a:solidFill>
              </a:rPr>
              <a:t>Prepare </a:t>
            </a:r>
            <a:br>
              <a:rPr lang="en-GB" sz="800">
                <a:solidFill>
                  <a:schemeClr val="tx1">
                    <a:lumMod val="75000"/>
                  </a:schemeClr>
                </a:solidFill>
              </a:rPr>
            </a:br>
            <a:r>
              <a:rPr lang="en-GB" sz="800">
                <a:solidFill>
                  <a:schemeClr val="tx1">
                    <a:lumMod val="75000"/>
                  </a:schemeClr>
                </a:solidFill>
              </a:rPr>
              <a:t>Go live </a:t>
            </a:r>
            <a:br>
              <a:rPr lang="en-GB" sz="800">
                <a:solidFill>
                  <a:schemeClr val="tx1">
                    <a:lumMod val="75000"/>
                  </a:schemeClr>
                </a:solidFill>
              </a:rPr>
            </a:br>
            <a:r>
              <a:rPr lang="en-GB" sz="800">
                <a:solidFill>
                  <a:schemeClr val="tx1">
                    <a:lumMod val="75000"/>
                  </a:schemeClr>
                </a:solidFill>
              </a:rPr>
              <a:t>and start production cutover</a:t>
            </a:r>
          </a:p>
          <a:p>
            <a:pPr algn="ctr"/>
            <a:endParaRPr lang="en-GB" sz="1050" b="1">
              <a:solidFill>
                <a:schemeClr val="tx2"/>
              </a:solidFill>
            </a:endParaRPr>
          </a:p>
        </p:txBody>
      </p:sp>
      <p:sp>
        <p:nvSpPr>
          <p:cNvPr id="193" name="TextBox 192">
            <a:extLst>
              <a:ext uri="{FF2B5EF4-FFF2-40B4-BE49-F238E27FC236}">
                <a16:creationId xmlns:a16="http://schemas.microsoft.com/office/drawing/2014/main" id="{DC399276-1184-8A95-A318-CF084888BB11}"/>
              </a:ext>
            </a:extLst>
          </p:cNvPr>
          <p:cNvSpPr txBox="1"/>
          <p:nvPr/>
        </p:nvSpPr>
        <p:spPr>
          <a:xfrm rot="16200000">
            <a:off x="9790386" y="3930852"/>
            <a:ext cx="615692" cy="234286"/>
          </a:xfrm>
          <a:prstGeom prst="rect">
            <a:avLst/>
          </a:prstGeom>
          <a:solidFill>
            <a:schemeClr val="bg1"/>
          </a:solidFill>
        </p:spPr>
        <p:txBody>
          <a:bodyPr wrap="square" lIns="36000" tIns="36000" rIns="36000" b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3C3C3C"/>
                </a:solidFill>
                <a:effectLst/>
                <a:uLnTx/>
                <a:uFillTx/>
                <a:latin typeface="Century Gothic" panose="020F0302020204030204"/>
                <a:ea typeface="+mn-ea"/>
                <a:cs typeface="+mn-cs"/>
              </a:rPr>
              <a:t>Go Live</a:t>
            </a:r>
          </a:p>
        </p:txBody>
      </p:sp>
      <p:sp>
        <p:nvSpPr>
          <p:cNvPr id="213" name="5-Point Star 266">
            <a:extLst>
              <a:ext uri="{FF2B5EF4-FFF2-40B4-BE49-F238E27FC236}">
                <a16:creationId xmlns:a16="http://schemas.microsoft.com/office/drawing/2014/main" id="{060CE8B3-C736-9915-45BA-4F1C80A5E3B2}"/>
              </a:ext>
            </a:extLst>
          </p:cNvPr>
          <p:cNvSpPr>
            <a:spLocks noChangeAspect="1"/>
          </p:cNvSpPr>
          <p:nvPr/>
        </p:nvSpPr>
        <p:spPr>
          <a:xfrm>
            <a:off x="9968472" y="4343251"/>
            <a:ext cx="274694" cy="274320"/>
          </a:xfrm>
          <a:prstGeom prst="star5">
            <a:avLst/>
          </a:prstGeom>
          <a:solidFill>
            <a:schemeClr val="accent3"/>
          </a:solidFill>
          <a:ln>
            <a:solidFill>
              <a:schemeClr val="bg1"/>
            </a:solidFill>
          </a:ln>
          <a:effectLst>
            <a:outerShdw blurRad="63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5" name="Group 4">
            <a:extLst>
              <a:ext uri="{FF2B5EF4-FFF2-40B4-BE49-F238E27FC236}">
                <a16:creationId xmlns:a16="http://schemas.microsoft.com/office/drawing/2014/main" id="{7E575FF5-4E45-EBD5-B32F-BB18D5CB87DE}"/>
              </a:ext>
            </a:extLst>
          </p:cNvPr>
          <p:cNvGrpSpPr/>
          <p:nvPr/>
        </p:nvGrpSpPr>
        <p:grpSpPr>
          <a:xfrm>
            <a:off x="16635" y="2331445"/>
            <a:ext cx="12175365" cy="412400"/>
            <a:chOff x="16634" y="2318770"/>
            <a:chExt cx="12175366" cy="412400"/>
          </a:xfrm>
        </p:grpSpPr>
        <p:sp>
          <p:nvSpPr>
            <p:cNvPr id="11" name="5-Point Star 266">
              <a:extLst>
                <a:ext uri="{FF2B5EF4-FFF2-40B4-BE49-F238E27FC236}">
                  <a16:creationId xmlns:a16="http://schemas.microsoft.com/office/drawing/2014/main" id="{EC0D6EB4-4B43-DA07-ED11-FF4A8F71B1AE}"/>
                </a:ext>
              </a:extLst>
            </p:cNvPr>
            <p:cNvSpPr/>
            <p:nvPr/>
          </p:nvSpPr>
          <p:spPr>
            <a:xfrm>
              <a:off x="10245460" y="2354711"/>
              <a:ext cx="228912" cy="228912"/>
            </a:xfrm>
            <a:prstGeom prst="star5">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6" name="Arrow: Chevron 23">
              <a:extLst>
                <a:ext uri="{FF2B5EF4-FFF2-40B4-BE49-F238E27FC236}">
                  <a16:creationId xmlns:a16="http://schemas.microsoft.com/office/drawing/2014/main" id="{9B2A50B4-A967-D389-31BE-0FD51B980386}"/>
                </a:ext>
              </a:extLst>
            </p:cNvPr>
            <p:cNvSpPr/>
            <p:nvPr/>
          </p:nvSpPr>
          <p:spPr>
            <a:xfrm>
              <a:off x="9137893" y="2318771"/>
              <a:ext cx="1071767" cy="409690"/>
            </a:xfrm>
            <a:prstGeom prst="chevron">
              <a:avLst>
                <a:gd name="adj" fmla="val 24644"/>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Final </a:t>
              </a:r>
              <a:b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b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a:t>
              </a:r>
            </a:p>
          </p:txBody>
        </p:sp>
        <p:sp>
          <p:nvSpPr>
            <p:cNvPr id="17" name="Arrow: Chevron 22">
              <a:extLst>
                <a:ext uri="{FF2B5EF4-FFF2-40B4-BE49-F238E27FC236}">
                  <a16:creationId xmlns:a16="http://schemas.microsoft.com/office/drawing/2014/main" id="{C865D807-3E59-D2BD-D182-3F41AE53D6B6}"/>
                </a:ext>
              </a:extLst>
            </p:cNvPr>
            <p:cNvSpPr/>
            <p:nvPr/>
          </p:nvSpPr>
          <p:spPr>
            <a:xfrm>
              <a:off x="4738710" y="2318771"/>
              <a:ext cx="2670399" cy="409690"/>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Realization</a:t>
              </a:r>
            </a:p>
          </p:txBody>
        </p:sp>
        <p:sp>
          <p:nvSpPr>
            <p:cNvPr id="18" name="Arrow: Chevron 288">
              <a:extLst>
                <a:ext uri="{FF2B5EF4-FFF2-40B4-BE49-F238E27FC236}">
                  <a16:creationId xmlns:a16="http://schemas.microsoft.com/office/drawing/2014/main" id="{7906AC6E-F142-61F6-8F79-3A6C5E98E4EF}"/>
                </a:ext>
              </a:extLst>
            </p:cNvPr>
            <p:cNvSpPr/>
            <p:nvPr/>
          </p:nvSpPr>
          <p:spPr>
            <a:xfrm>
              <a:off x="1728137" y="2318771"/>
              <a:ext cx="801206"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13716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Plan</a:t>
              </a:r>
            </a:p>
          </p:txBody>
        </p:sp>
        <p:sp>
          <p:nvSpPr>
            <p:cNvPr id="19" name="Arrow: Pentagon 14">
              <a:extLst>
                <a:ext uri="{FF2B5EF4-FFF2-40B4-BE49-F238E27FC236}">
                  <a16:creationId xmlns:a16="http://schemas.microsoft.com/office/drawing/2014/main" id="{A7176177-4AFD-EE2B-F9AE-0F4B4C9E42C0}"/>
                </a:ext>
              </a:extLst>
            </p:cNvPr>
            <p:cNvSpPr/>
            <p:nvPr/>
          </p:nvSpPr>
          <p:spPr>
            <a:xfrm>
              <a:off x="1105365" y="2319075"/>
              <a:ext cx="733360" cy="408495"/>
            </a:xfrm>
            <a:prstGeom prst="homePlate">
              <a:avLst>
                <a:gd name="adj" fmla="val 17926"/>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9144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a:t>
              </a:r>
            </a:p>
          </p:txBody>
        </p:sp>
        <p:sp>
          <p:nvSpPr>
            <p:cNvPr id="20" name="Rectangle 19">
              <a:extLst>
                <a:ext uri="{FF2B5EF4-FFF2-40B4-BE49-F238E27FC236}">
                  <a16:creationId xmlns:a16="http://schemas.microsoft.com/office/drawing/2014/main" id="{36067254-2C0B-98FD-8360-DB208DAA8604}"/>
                </a:ext>
              </a:extLst>
            </p:cNvPr>
            <p:cNvSpPr/>
            <p:nvPr/>
          </p:nvSpPr>
          <p:spPr>
            <a:xfrm>
              <a:off x="16634" y="2320770"/>
              <a:ext cx="1088730" cy="410400"/>
            </a:xfrm>
            <a:prstGeom prst="rect">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Pre-Project</a:t>
              </a:r>
            </a:p>
          </p:txBody>
        </p:sp>
        <p:sp>
          <p:nvSpPr>
            <p:cNvPr id="21" name="Arrow: Chevron 284">
              <a:extLst>
                <a:ext uri="{FF2B5EF4-FFF2-40B4-BE49-F238E27FC236}">
                  <a16:creationId xmlns:a16="http://schemas.microsoft.com/office/drawing/2014/main" id="{9D122E7C-DB19-50B3-7206-D5446C97958C}"/>
                </a:ext>
              </a:extLst>
            </p:cNvPr>
            <p:cNvSpPr/>
            <p:nvPr/>
          </p:nvSpPr>
          <p:spPr>
            <a:xfrm>
              <a:off x="3196912" y="2318771"/>
              <a:ext cx="1636843"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432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Blueprint</a:t>
              </a:r>
            </a:p>
          </p:txBody>
        </p:sp>
        <p:sp>
          <p:nvSpPr>
            <p:cNvPr id="22" name="Arrow: Chevron 287">
              <a:extLst>
                <a:ext uri="{FF2B5EF4-FFF2-40B4-BE49-F238E27FC236}">
                  <a16:creationId xmlns:a16="http://schemas.microsoft.com/office/drawing/2014/main" id="{543F81C9-EDEF-ABC6-C831-3496F56A6B2F}"/>
                </a:ext>
              </a:extLst>
            </p:cNvPr>
            <p:cNvSpPr/>
            <p:nvPr/>
          </p:nvSpPr>
          <p:spPr>
            <a:xfrm>
              <a:off x="2428620" y="2318771"/>
              <a:ext cx="1227452"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Inception</a:t>
              </a:r>
            </a:p>
          </p:txBody>
        </p:sp>
        <p:sp>
          <p:nvSpPr>
            <p:cNvPr id="23" name="Arrow: Chevron 274">
              <a:extLst>
                <a:ext uri="{FF2B5EF4-FFF2-40B4-BE49-F238E27FC236}">
                  <a16:creationId xmlns:a16="http://schemas.microsoft.com/office/drawing/2014/main" id="{82031D28-C4DA-AEB9-7686-776C19A91723}"/>
                </a:ext>
              </a:extLst>
            </p:cNvPr>
            <p:cNvSpPr/>
            <p:nvPr/>
          </p:nvSpPr>
          <p:spPr>
            <a:xfrm>
              <a:off x="8191233" y="2318771"/>
              <a:ext cx="1049421" cy="409690"/>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000" b="1">
                  <a:solidFill>
                    <a:srgbClr val="999999">
                      <a:lumMod val="50000"/>
                    </a:srgbClr>
                  </a:solidFill>
                  <a:latin typeface="Century Gothic" panose="020F0302020204030204"/>
                </a:rPr>
                <a:t>BRT</a:t>
              </a:r>
              <a:endPar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endParaRPr>
            </a:p>
          </p:txBody>
        </p:sp>
        <p:sp>
          <p:nvSpPr>
            <p:cNvPr id="24" name="Arrow: Chevron 273">
              <a:extLst>
                <a:ext uri="{FF2B5EF4-FFF2-40B4-BE49-F238E27FC236}">
                  <a16:creationId xmlns:a16="http://schemas.microsoft.com/office/drawing/2014/main" id="{5A75CFBC-866B-522E-4CD6-84F5075D1052}"/>
                </a:ext>
              </a:extLst>
            </p:cNvPr>
            <p:cNvSpPr/>
            <p:nvPr/>
          </p:nvSpPr>
          <p:spPr>
            <a:xfrm>
              <a:off x="7245741" y="2318770"/>
              <a:ext cx="1046604"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SIT</a:t>
              </a:r>
            </a:p>
          </p:txBody>
        </p:sp>
        <p:sp>
          <p:nvSpPr>
            <p:cNvPr id="25" name="Arrow: Chevron 26">
              <a:extLst>
                <a:ext uri="{FF2B5EF4-FFF2-40B4-BE49-F238E27FC236}">
                  <a16:creationId xmlns:a16="http://schemas.microsoft.com/office/drawing/2014/main" id="{88B8B4D2-BD85-EF0F-A3DC-09A43C42AD55}"/>
                </a:ext>
              </a:extLst>
            </p:cNvPr>
            <p:cNvSpPr/>
            <p:nvPr/>
          </p:nvSpPr>
          <p:spPr>
            <a:xfrm>
              <a:off x="11064849" y="2318771"/>
              <a:ext cx="1127151" cy="409689"/>
            </a:xfrm>
            <a:prstGeom prst="chevron">
              <a:avLst>
                <a:gd name="adj" fmla="val 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Operate</a:t>
              </a:r>
            </a:p>
          </p:txBody>
        </p:sp>
        <p:sp>
          <p:nvSpPr>
            <p:cNvPr id="26" name="Arrow: Chevron 25">
              <a:extLst>
                <a:ext uri="{FF2B5EF4-FFF2-40B4-BE49-F238E27FC236}">
                  <a16:creationId xmlns:a16="http://schemas.microsoft.com/office/drawing/2014/main" id="{C216A66A-E8EE-EA7E-3487-750CD25B132E}"/>
                </a:ext>
              </a:extLst>
            </p:cNvPr>
            <p:cNvSpPr/>
            <p:nvPr/>
          </p:nvSpPr>
          <p:spPr>
            <a:xfrm>
              <a:off x="10106803" y="2318771"/>
              <a:ext cx="1049421" cy="409689"/>
            </a:xfrm>
            <a:prstGeom prst="chevron">
              <a:avLst>
                <a:gd name="adj" fmla="val 24644"/>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Go Live &amp; Hypercare</a:t>
              </a:r>
            </a:p>
          </p:txBody>
        </p:sp>
      </p:grpSp>
      <p:grpSp>
        <p:nvGrpSpPr>
          <p:cNvPr id="27" name="Group 26">
            <a:extLst>
              <a:ext uri="{FF2B5EF4-FFF2-40B4-BE49-F238E27FC236}">
                <a16:creationId xmlns:a16="http://schemas.microsoft.com/office/drawing/2014/main" id="{5B34818D-33EE-7DD9-6F1B-EC2E127B36C1}"/>
              </a:ext>
            </a:extLst>
          </p:cNvPr>
          <p:cNvGrpSpPr/>
          <p:nvPr/>
        </p:nvGrpSpPr>
        <p:grpSpPr>
          <a:xfrm>
            <a:off x="14299" y="1362494"/>
            <a:ext cx="12177701" cy="964154"/>
            <a:chOff x="14299" y="1362494"/>
            <a:chExt cx="12177701" cy="964154"/>
          </a:xfrm>
        </p:grpSpPr>
        <p:sp>
          <p:nvSpPr>
            <p:cNvPr id="28" name="Arrow: Chevron 283">
              <a:extLst>
                <a:ext uri="{FF2B5EF4-FFF2-40B4-BE49-F238E27FC236}">
                  <a16:creationId xmlns:a16="http://schemas.microsoft.com/office/drawing/2014/main" id="{748EB57A-E6A8-A658-1965-C9F866531A91}"/>
                </a:ext>
              </a:extLst>
            </p:cNvPr>
            <p:cNvSpPr/>
            <p:nvPr/>
          </p:nvSpPr>
          <p:spPr>
            <a:xfrm>
              <a:off x="10914976" y="1362494"/>
              <a:ext cx="1277024" cy="964154"/>
            </a:xfrm>
            <a:prstGeom prst="chevron">
              <a:avLst>
                <a:gd name="adj" fmla="val 0"/>
              </a:avLst>
            </a:prstGeom>
            <a:gradFill>
              <a:gsLst>
                <a:gs pos="1000">
                  <a:schemeClr val="accent3"/>
                </a:gs>
                <a:gs pos="99000">
                  <a:schemeClr val="accent3">
                    <a:lumMod val="75000"/>
                  </a:schemeClr>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20040" tIns="59436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Run</a:t>
              </a:r>
            </a:p>
          </p:txBody>
        </p:sp>
        <p:sp>
          <p:nvSpPr>
            <p:cNvPr id="29" name="Arrow: Chevron 278">
              <a:extLst>
                <a:ext uri="{FF2B5EF4-FFF2-40B4-BE49-F238E27FC236}">
                  <a16:creationId xmlns:a16="http://schemas.microsoft.com/office/drawing/2014/main" id="{0DBEFDA5-0D28-41EC-36A8-B63B35FDD073}"/>
                </a:ext>
              </a:extLst>
            </p:cNvPr>
            <p:cNvSpPr/>
            <p:nvPr/>
          </p:nvSpPr>
          <p:spPr>
            <a:xfrm>
              <a:off x="2419454" y="1362494"/>
              <a:ext cx="2604691" cy="964154"/>
            </a:xfrm>
            <a:prstGeom prst="chevron">
              <a:avLst>
                <a:gd name="adj" fmla="val 29545"/>
              </a:avLst>
            </a:prstGeom>
            <a:gradFill>
              <a:gsLst>
                <a:gs pos="100000">
                  <a:schemeClr val="bg2"/>
                </a:gs>
                <a:gs pos="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Explore</a:t>
              </a:r>
            </a:p>
          </p:txBody>
        </p:sp>
        <p:sp>
          <p:nvSpPr>
            <p:cNvPr id="30" name="Arrow: Chevron 279">
              <a:extLst>
                <a:ext uri="{FF2B5EF4-FFF2-40B4-BE49-F238E27FC236}">
                  <a16:creationId xmlns:a16="http://schemas.microsoft.com/office/drawing/2014/main" id="{CEF254F5-F40D-9973-9105-1934BFBE43A4}"/>
                </a:ext>
              </a:extLst>
            </p:cNvPr>
            <p:cNvSpPr/>
            <p:nvPr/>
          </p:nvSpPr>
          <p:spPr>
            <a:xfrm>
              <a:off x="4738710" y="1362494"/>
              <a:ext cx="4669608" cy="964154"/>
            </a:xfrm>
            <a:prstGeom prst="chevron">
              <a:avLst>
                <a:gd name="adj" fmla="val 28502"/>
              </a:avLst>
            </a:prstGeom>
            <a:gradFill>
              <a:gsLst>
                <a:gs pos="15000">
                  <a:srgbClr val="D76570"/>
                </a:gs>
                <a:gs pos="0">
                  <a:schemeClr val="bg2"/>
                </a:gs>
                <a:gs pos="100000">
                  <a:schemeClr val="accent4"/>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Execute</a:t>
              </a:r>
            </a:p>
          </p:txBody>
        </p:sp>
        <p:sp>
          <p:nvSpPr>
            <p:cNvPr id="31" name="Arrow: Chevron 282">
              <a:extLst>
                <a:ext uri="{FF2B5EF4-FFF2-40B4-BE49-F238E27FC236}">
                  <a16:creationId xmlns:a16="http://schemas.microsoft.com/office/drawing/2014/main" id="{4F764AD4-5000-86E4-7C85-39DAD7D8B091}"/>
                </a:ext>
              </a:extLst>
            </p:cNvPr>
            <p:cNvSpPr/>
            <p:nvPr/>
          </p:nvSpPr>
          <p:spPr>
            <a:xfrm>
              <a:off x="9131619" y="1362494"/>
              <a:ext cx="2197119" cy="964154"/>
            </a:xfrm>
            <a:prstGeom prst="chevron">
              <a:avLst>
                <a:gd name="adj" fmla="val 27951"/>
              </a:avLst>
            </a:prstGeom>
            <a:gradFill>
              <a:gsLst>
                <a:gs pos="13000">
                  <a:srgbClr val="9BA7C7"/>
                </a:gs>
                <a:gs pos="1000">
                  <a:schemeClr val="accent4"/>
                </a:gs>
                <a:gs pos="99000">
                  <a:schemeClr val="accent3"/>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144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Deploy</a:t>
              </a:r>
            </a:p>
          </p:txBody>
        </p:sp>
        <p:grpSp>
          <p:nvGrpSpPr>
            <p:cNvPr id="32" name="Group 31">
              <a:extLst>
                <a:ext uri="{FF2B5EF4-FFF2-40B4-BE49-F238E27FC236}">
                  <a16:creationId xmlns:a16="http://schemas.microsoft.com/office/drawing/2014/main" id="{DCC057A6-9F89-DC94-2F73-53B2B7EA0B98}"/>
                </a:ext>
              </a:extLst>
            </p:cNvPr>
            <p:cNvGrpSpPr/>
            <p:nvPr/>
          </p:nvGrpSpPr>
          <p:grpSpPr>
            <a:xfrm>
              <a:off x="3412619" y="1490179"/>
              <a:ext cx="471791" cy="471791"/>
              <a:chOff x="2800393" y="1942177"/>
              <a:chExt cx="471791" cy="471791"/>
            </a:xfrm>
          </p:grpSpPr>
          <p:sp>
            <p:nvSpPr>
              <p:cNvPr id="112" name="Oval 111">
                <a:extLst>
                  <a:ext uri="{FF2B5EF4-FFF2-40B4-BE49-F238E27FC236}">
                    <a16:creationId xmlns:a16="http://schemas.microsoft.com/office/drawing/2014/main" id="{AFA3693F-1257-A56D-A074-9DE4A36CC4ED}"/>
                  </a:ext>
                </a:extLst>
              </p:cNvPr>
              <p:cNvSpPr/>
              <p:nvPr/>
            </p:nvSpPr>
            <p:spPr>
              <a:xfrm>
                <a:off x="2800393"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113" name="Graphic 330">
                <a:extLst>
                  <a:ext uri="{FF2B5EF4-FFF2-40B4-BE49-F238E27FC236}">
                    <a16:creationId xmlns:a16="http://schemas.microsoft.com/office/drawing/2014/main" id="{3E211B0B-B7C1-96B4-874B-8E994BFEC75E}"/>
                  </a:ext>
                </a:extLst>
              </p:cNvPr>
              <p:cNvGrpSpPr/>
              <p:nvPr/>
            </p:nvGrpSpPr>
            <p:grpSpPr>
              <a:xfrm>
                <a:off x="2905403" y="2047213"/>
                <a:ext cx="261773" cy="261748"/>
                <a:chOff x="2905403" y="2047213"/>
                <a:chExt cx="261773" cy="261748"/>
              </a:xfrm>
            </p:grpSpPr>
            <p:sp>
              <p:nvSpPr>
                <p:cNvPr id="114" name="Freeform 170">
                  <a:extLst>
                    <a:ext uri="{FF2B5EF4-FFF2-40B4-BE49-F238E27FC236}">
                      <a16:creationId xmlns:a16="http://schemas.microsoft.com/office/drawing/2014/main" id="{14D3EEE2-44E0-9AAF-8522-5B0808012801}"/>
                    </a:ext>
                  </a:extLst>
                </p:cNvPr>
                <p:cNvSpPr/>
                <p:nvPr/>
              </p:nvSpPr>
              <p:spPr>
                <a:xfrm>
                  <a:off x="2905403" y="2197919"/>
                  <a:ext cx="111010" cy="111042"/>
                </a:xfrm>
                <a:custGeom>
                  <a:avLst/>
                  <a:gdLst>
                    <a:gd name="connsiteX0" fmla="*/ 12535 w 111010"/>
                    <a:gd name="connsiteY0" fmla="*/ 111042 h 111042"/>
                    <a:gd name="connsiteX1" fmla="*/ 0 w 111010"/>
                    <a:gd name="connsiteY1" fmla="*/ 98495 h 111042"/>
                    <a:gd name="connsiteX2" fmla="*/ 3662 w 111010"/>
                    <a:gd name="connsiteY2" fmla="*/ 89645 h 111042"/>
                    <a:gd name="connsiteX3" fmla="*/ 88890 w 111010"/>
                    <a:gd name="connsiteY3" fmla="*/ 4449 h 111042"/>
                    <a:gd name="connsiteX4" fmla="*/ 106562 w 111010"/>
                    <a:gd name="connsiteY4" fmla="*/ 2960 h 111042"/>
                    <a:gd name="connsiteX5" fmla="*/ 108051 w 111010"/>
                    <a:gd name="connsiteY5" fmla="*/ 20632 h 111042"/>
                    <a:gd name="connsiteX6" fmla="*/ 106587 w 111010"/>
                    <a:gd name="connsiteY6" fmla="*/ 22100 h 111042"/>
                    <a:gd name="connsiteX7" fmla="*/ 21407 w 111010"/>
                    <a:gd name="connsiteY7" fmla="*/ 107327 h 111042"/>
                    <a:gd name="connsiteX8" fmla="*/ 12535 w 111010"/>
                    <a:gd name="connsiteY8" fmla="*/ 111042 h 11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010" h="111042">
                      <a:moveTo>
                        <a:pt x="12535" y="111042"/>
                      </a:moveTo>
                      <a:cubicBezTo>
                        <a:pt x="5609" y="111039"/>
                        <a:pt x="-3" y="105422"/>
                        <a:pt x="0" y="98495"/>
                      </a:cubicBezTo>
                      <a:cubicBezTo>
                        <a:pt x="2" y="95177"/>
                        <a:pt x="1318" y="91995"/>
                        <a:pt x="3662" y="89645"/>
                      </a:cubicBezTo>
                      <a:lnTo>
                        <a:pt x="88890" y="4449"/>
                      </a:lnTo>
                      <a:cubicBezTo>
                        <a:pt x="93358" y="-842"/>
                        <a:pt x="101270" y="-1509"/>
                        <a:pt x="106562" y="2960"/>
                      </a:cubicBezTo>
                      <a:cubicBezTo>
                        <a:pt x="111853" y="7429"/>
                        <a:pt x="112520" y="15340"/>
                        <a:pt x="108051" y="20632"/>
                      </a:cubicBezTo>
                      <a:cubicBezTo>
                        <a:pt x="107604" y="21161"/>
                        <a:pt x="107115" y="21651"/>
                        <a:pt x="106587" y="22100"/>
                      </a:cubicBezTo>
                      <a:lnTo>
                        <a:pt x="21407" y="107327"/>
                      </a:lnTo>
                      <a:cubicBezTo>
                        <a:pt x="19061" y="109696"/>
                        <a:pt x="15868" y="111033"/>
                        <a:pt x="12535" y="111042"/>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5" name="Freeform 171">
                  <a:extLst>
                    <a:ext uri="{FF2B5EF4-FFF2-40B4-BE49-F238E27FC236}">
                      <a16:creationId xmlns:a16="http://schemas.microsoft.com/office/drawing/2014/main" id="{4A157CC4-2ECD-3BDE-52D3-B7D7AA0179C9}"/>
                    </a:ext>
                  </a:extLst>
                </p:cNvPr>
                <p:cNvSpPr/>
                <p:nvPr/>
              </p:nvSpPr>
              <p:spPr>
                <a:xfrm>
                  <a:off x="2964682" y="2047213"/>
                  <a:ext cx="202495" cy="202495"/>
                </a:xfrm>
                <a:custGeom>
                  <a:avLst/>
                  <a:gdLst>
                    <a:gd name="connsiteX0" fmla="*/ 101263 w 202495"/>
                    <a:gd name="connsiteY0" fmla="*/ 202495 h 202495"/>
                    <a:gd name="connsiteX1" fmla="*/ 0 w 202495"/>
                    <a:gd name="connsiteY1" fmla="*/ 101263 h 202495"/>
                    <a:gd name="connsiteX2" fmla="*/ 101232 w 202495"/>
                    <a:gd name="connsiteY2" fmla="*/ 0 h 202495"/>
                    <a:gd name="connsiteX3" fmla="*/ 202495 w 202495"/>
                    <a:gd name="connsiteY3" fmla="*/ 101232 h 202495"/>
                    <a:gd name="connsiteX4" fmla="*/ 202495 w 202495"/>
                    <a:gd name="connsiteY4" fmla="*/ 101248 h 202495"/>
                    <a:gd name="connsiteX5" fmla="*/ 101263 w 202495"/>
                    <a:gd name="connsiteY5" fmla="*/ 202495 h 202495"/>
                    <a:gd name="connsiteX6" fmla="*/ 101263 w 202495"/>
                    <a:gd name="connsiteY6" fmla="*/ 25096 h 202495"/>
                    <a:gd name="connsiteX7" fmla="*/ 25081 w 202495"/>
                    <a:gd name="connsiteY7" fmla="*/ 101248 h 202495"/>
                    <a:gd name="connsiteX8" fmla="*/ 101232 w 202495"/>
                    <a:gd name="connsiteY8" fmla="*/ 177430 h 202495"/>
                    <a:gd name="connsiteX9" fmla="*/ 177415 w 202495"/>
                    <a:gd name="connsiteY9" fmla="*/ 101279 h 202495"/>
                    <a:gd name="connsiteX10" fmla="*/ 177415 w 202495"/>
                    <a:gd name="connsiteY10" fmla="*/ 101248 h 202495"/>
                    <a:gd name="connsiteX11" fmla="*/ 101263 w 202495"/>
                    <a:gd name="connsiteY11" fmla="*/ 25049 h 202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495" h="202495">
                      <a:moveTo>
                        <a:pt x="101263" y="202495"/>
                      </a:moveTo>
                      <a:cubicBezTo>
                        <a:pt x="45346" y="202505"/>
                        <a:pt x="9" y="157181"/>
                        <a:pt x="0" y="101263"/>
                      </a:cubicBezTo>
                      <a:cubicBezTo>
                        <a:pt x="-9" y="45346"/>
                        <a:pt x="45314" y="9"/>
                        <a:pt x="101232" y="0"/>
                      </a:cubicBezTo>
                      <a:cubicBezTo>
                        <a:pt x="157149" y="-9"/>
                        <a:pt x="202486" y="45314"/>
                        <a:pt x="202495" y="101232"/>
                      </a:cubicBezTo>
                      <a:cubicBezTo>
                        <a:pt x="202495" y="101237"/>
                        <a:pt x="202495" y="101242"/>
                        <a:pt x="202495" y="101248"/>
                      </a:cubicBezTo>
                      <a:cubicBezTo>
                        <a:pt x="202434" y="157134"/>
                        <a:pt x="157149" y="202426"/>
                        <a:pt x="101263" y="202495"/>
                      </a:cubicBezTo>
                      <a:close/>
                      <a:moveTo>
                        <a:pt x="101263" y="25096"/>
                      </a:moveTo>
                      <a:cubicBezTo>
                        <a:pt x="59197" y="25088"/>
                        <a:pt x="25089" y="59182"/>
                        <a:pt x="25081" y="101248"/>
                      </a:cubicBezTo>
                      <a:cubicBezTo>
                        <a:pt x="25072" y="143313"/>
                        <a:pt x="59166" y="177421"/>
                        <a:pt x="101232" y="177430"/>
                      </a:cubicBezTo>
                      <a:cubicBezTo>
                        <a:pt x="143298" y="177440"/>
                        <a:pt x="177405" y="143345"/>
                        <a:pt x="177415" y="101279"/>
                      </a:cubicBezTo>
                      <a:cubicBezTo>
                        <a:pt x="177415" y="101268"/>
                        <a:pt x="177415" y="101258"/>
                        <a:pt x="177415" y="101248"/>
                      </a:cubicBezTo>
                      <a:cubicBezTo>
                        <a:pt x="177388" y="59194"/>
                        <a:pt x="143317" y="25101"/>
                        <a:pt x="101263" y="2504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6" name="Freeform 172">
                  <a:extLst>
                    <a:ext uri="{FF2B5EF4-FFF2-40B4-BE49-F238E27FC236}">
                      <a16:creationId xmlns:a16="http://schemas.microsoft.com/office/drawing/2014/main" id="{678056B8-638F-7941-B726-948D382EBA19}"/>
                    </a:ext>
                  </a:extLst>
                </p:cNvPr>
                <p:cNvSpPr/>
                <p:nvPr/>
              </p:nvSpPr>
              <p:spPr>
                <a:xfrm>
                  <a:off x="3052606" y="2106356"/>
                  <a:ext cx="25080" cy="84208"/>
                </a:xfrm>
                <a:custGeom>
                  <a:avLst/>
                  <a:gdLst>
                    <a:gd name="connsiteX0" fmla="*/ 12540 w 25080"/>
                    <a:gd name="connsiteY0" fmla="*/ 84208 h 84208"/>
                    <a:gd name="connsiteX1" fmla="*/ 0 w 25080"/>
                    <a:gd name="connsiteY1" fmla="*/ 71668 h 84208"/>
                    <a:gd name="connsiteX2" fmla="*/ 0 w 25080"/>
                    <a:gd name="connsiteY2" fmla="*/ 12540 h 84208"/>
                    <a:gd name="connsiteX3" fmla="*/ 12540 w 25080"/>
                    <a:gd name="connsiteY3" fmla="*/ 0 h 84208"/>
                    <a:gd name="connsiteX4" fmla="*/ 25081 w 25080"/>
                    <a:gd name="connsiteY4" fmla="*/ 12540 h 84208"/>
                    <a:gd name="connsiteX5" fmla="*/ 25081 w 25080"/>
                    <a:gd name="connsiteY5" fmla="*/ 71668 h 84208"/>
                    <a:gd name="connsiteX6" fmla="*/ 12540 w 25080"/>
                    <a:gd name="connsiteY6" fmla="*/ 84208 h 84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80" h="84208">
                      <a:moveTo>
                        <a:pt x="12540" y="84208"/>
                      </a:moveTo>
                      <a:cubicBezTo>
                        <a:pt x="5615" y="84208"/>
                        <a:pt x="0" y="78594"/>
                        <a:pt x="0" y="71668"/>
                      </a:cubicBezTo>
                      <a:lnTo>
                        <a:pt x="0" y="12540"/>
                      </a:lnTo>
                      <a:cubicBezTo>
                        <a:pt x="0" y="5614"/>
                        <a:pt x="5615" y="0"/>
                        <a:pt x="12540" y="0"/>
                      </a:cubicBezTo>
                      <a:cubicBezTo>
                        <a:pt x="19466" y="0"/>
                        <a:pt x="25081" y="5614"/>
                        <a:pt x="25081" y="12540"/>
                      </a:cubicBezTo>
                      <a:lnTo>
                        <a:pt x="25081" y="71668"/>
                      </a:lnTo>
                      <a:cubicBezTo>
                        <a:pt x="25081" y="78594"/>
                        <a:pt x="19466" y="84208"/>
                        <a:pt x="12540" y="84208"/>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8" name="Freeform 173">
                  <a:extLst>
                    <a:ext uri="{FF2B5EF4-FFF2-40B4-BE49-F238E27FC236}">
                      <a16:creationId xmlns:a16="http://schemas.microsoft.com/office/drawing/2014/main" id="{92D01940-BAE6-6053-9C16-7F75826EF856}"/>
                    </a:ext>
                  </a:extLst>
                </p:cNvPr>
                <p:cNvSpPr/>
                <p:nvPr/>
              </p:nvSpPr>
              <p:spPr>
                <a:xfrm>
                  <a:off x="3023826" y="2135121"/>
                  <a:ext cx="84224" cy="25080"/>
                </a:xfrm>
                <a:custGeom>
                  <a:avLst/>
                  <a:gdLst>
                    <a:gd name="connsiteX0" fmla="*/ 71684 w 84224"/>
                    <a:gd name="connsiteY0" fmla="*/ 25081 h 25080"/>
                    <a:gd name="connsiteX1" fmla="*/ 12540 w 84224"/>
                    <a:gd name="connsiteY1" fmla="*/ 25081 h 25080"/>
                    <a:gd name="connsiteX2" fmla="*/ 0 w 84224"/>
                    <a:gd name="connsiteY2" fmla="*/ 12540 h 25080"/>
                    <a:gd name="connsiteX3" fmla="*/ 12540 w 84224"/>
                    <a:gd name="connsiteY3" fmla="*/ 0 h 25080"/>
                    <a:gd name="connsiteX4" fmla="*/ 71684 w 84224"/>
                    <a:gd name="connsiteY4" fmla="*/ 0 h 25080"/>
                    <a:gd name="connsiteX5" fmla="*/ 84224 w 84224"/>
                    <a:gd name="connsiteY5" fmla="*/ 12540 h 25080"/>
                    <a:gd name="connsiteX6" fmla="*/ 71684 w 8422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224" h="25080">
                      <a:moveTo>
                        <a:pt x="71684" y="25081"/>
                      </a:moveTo>
                      <a:lnTo>
                        <a:pt x="12540" y="25081"/>
                      </a:lnTo>
                      <a:cubicBezTo>
                        <a:pt x="5614" y="25081"/>
                        <a:pt x="0" y="19466"/>
                        <a:pt x="0" y="12540"/>
                      </a:cubicBezTo>
                      <a:cubicBezTo>
                        <a:pt x="0" y="5614"/>
                        <a:pt x="5614" y="0"/>
                        <a:pt x="12540" y="0"/>
                      </a:cubicBezTo>
                      <a:lnTo>
                        <a:pt x="71684" y="0"/>
                      </a:lnTo>
                      <a:cubicBezTo>
                        <a:pt x="78609" y="0"/>
                        <a:pt x="84224" y="5614"/>
                        <a:pt x="84224" y="12540"/>
                      </a:cubicBezTo>
                      <a:cubicBezTo>
                        <a:pt x="84224" y="19466"/>
                        <a:pt x="78609" y="25081"/>
                        <a:pt x="71684"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33" name="Group 32">
              <a:extLst>
                <a:ext uri="{FF2B5EF4-FFF2-40B4-BE49-F238E27FC236}">
                  <a16:creationId xmlns:a16="http://schemas.microsoft.com/office/drawing/2014/main" id="{E418DF64-6E36-9512-0792-A222662A341D}"/>
                </a:ext>
              </a:extLst>
            </p:cNvPr>
            <p:cNvGrpSpPr/>
            <p:nvPr/>
          </p:nvGrpSpPr>
          <p:grpSpPr>
            <a:xfrm>
              <a:off x="6823926" y="1490179"/>
              <a:ext cx="471791" cy="471791"/>
              <a:chOff x="6457678" y="1942177"/>
              <a:chExt cx="471791" cy="471791"/>
            </a:xfrm>
          </p:grpSpPr>
          <p:sp>
            <p:nvSpPr>
              <p:cNvPr id="91" name="Oval 90">
                <a:extLst>
                  <a:ext uri="{FF2B5EF4-FFF2-40B4-BE49-F238E27FC236}">
                    <a16:creationId xmlns:a16="http://schemas.microsoft.com/office/drawing/2014/main" id="{53AF9B58-E957-6377-B6B8-658ECD6E4DBB}"/>
                  </a:ext>
                </a:extLst>
              </p:cNvPr>
              <p:cNvSpPr/>
              <p:nvPr/>
            </p:nvSpPr>
            <p:spPr>
              <a:xfrm>
                <a:off x="6457678"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92" name="Group 91">
                <a:extLst>
                  <a:ext uri="{FF2B5EF4-FFF2-40B4-BE49-F238E27FC236}">
                    <a16:creationId xmlns:a16="http://schemas.microsoft.com/office/drawing/2014/main" id="{A3F8D210-A579-4D08-220C-08473FDD2280}"/>
                  </a:ext>
                </a:extLst>
              </p:cNvPr>
              <p:cNvGrpSpPr/>
              <p:nvPr/>
            </p:nvGrpSpPr>
            <p:grpSpPr>
              <a:xfrm>
                <a:off x="6566257" y="2048749"/>
                <a:ext cx="254558" cy="258644"/>
                <a:chOff x="6566257" y="2048749"/>
                <a:chExt cx="254558" cy="258644"/>
              </a:xfrm>
            </p:grpSpPr>
            <p:grpSp>
              <p:nvGrpSpPr>
                <p:cNvPr id="93" name="Graphic 332">
                  <a:extLst>
                    <a:ext uri="{FF2B5EF4-FFF2-40B4-BE49-F238E27FC236}">
                      <a16:creationId xmlns:a16="http://schemas.microsoft.com/office/drawing/2014/main" id="{365FE197-C9B3-ACC0-4453-3E4CBBCF95B1}"/>
                    </a:ext>
                  </a:extLst>
                </p:cNvPr>
                <p:cNvGrpSpPr/>
                <p:nvPr/>
              </p:nvGrpSpPr>
              <p:grpSpPr>
                <a:xfrm>
                  <a:off x="6566257" y="2086119"/>
                  <a:ext cx="135075" cy="185001"/>
                  <a:chOff x="6566257" y="2086119"/>
                  <a:chExt cx="135075" cy="185001"/>
                </a:xfrm>
              </p:grpSpPr>
              <p:sp>
                <p:nvSpPr>
                  <p:cNvPr id="108" name="Freeform 164">
                    <a:extLst>
                      <a:ext uri="{FF2B5EF4-FFF2-40B4-BE49-F238E27FC236}">
                        <a16:creationId xmlns:a16="http://schemas.microsoft.com/office/drawing/2014/main" id="{4C5F752D-92AE-EB8E-CB5A-6E94B113C544}"/>
                      </a:ext>
                    </a:extLst>
                  </p:cNvPr>
                  <p:cNvSpPr/>
                  <p:nvPr/>
                </p:nvSpPr>
                <p:spPr>
                  <a:xfrm>
                    <a:off x="6566257" y="2086119"/>
                    <a:ext cx="135075" cy="131501"/>
                  </a:xfrm>
                  <a:custGeom>
                    <a:avLst/>
                    <a:gdLst>
                      <a:gd name="connsiteX0" fmla="*/ 92814 w 135075"/>
                      <a:gd name="connsiteY0" fmla="*/ 131501 h 131501"/>
                      <a:gd name="connsiteX1" fmla="*/ 80275 w 135075"/>
                      <a:gd name="connsiteY1" fmla="*/ 118959 h 131501"/>
                      <a:gd name="connsiteX2" fmla="*/ 88409 w 135075"/>
                      <a:gd name="connsiteY2" fmla="*/ 107220 h 131501"/>
                      <a:gd name="connsiteX3" fmla="*/ 109994 w 135075"/>
                      <a:gd name="connsiteY3" fmla="*/ 66088 h 131501"/>
                      <a:gd name="connsiteX4" fmla="*/ 67545 w 135075"/>
                      <a:gd name="connsiteY4" fmla="*/ 25081 h 131501"/>
                      <a:gd name="connsiteX5" fmla="*/ 25081 w 135075"/>
                      <a:gd name="connsiteY5" fmla="*/ 66088 h 131501"/>
                      <a:gd name="connsiteX6" fmla="*/ 47481 w 135075"/>
                      <a:gd name="connsiteY6" fmla="*/ 107016 h 131501"/>
                      <a:gd name="connsiteX7" fmla="*/ 53935 w 135075"/>
                      <a:gd name="connsiteY7" fmla="*/ 123535 h 131501"/>
                      <a:gd name="connsiteX8" fmla="*/ 38358 w 135075"/>
                      <a:gd name="connsiteY8" fmla="*/ 130357 h 131501"/>
                      <a:gd name="connsiteX9" fmla="*/ 0 w 135075"/>
                      <a:gd name="connsiteY9" fmla="*/ 66088 h 131501"/>
                      <a:gd name="connsiteX10" fmla="*/ 67545 w 135075"/>
                      <a:gd name="connsiteY10" fmla="*/ 0 h 131501"/>
                      <a:gd name="connsiteX11" fmla="*/ 135075 w 135075"/>
                      <a:gd name="connsiteY11" fmla="*/ 66088 h 131501"/>
                      <a:gd name="connsiteX12" fmla="*/ 97219 w 135075"/>
                      <a:gd name="connsiteY12" fmla="*/ 130702 h 131501"/>
                      <a:gd name="connsiteX13" fmla="*/ 92814 w 135075"/>
                      <a:gd name="connsiteY13" fmla="*/ 131501 h 131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5075" h="131501">
                        <a:moveTo>
                          <a:pt x="92814" y="131501"/>
                        </a:moveTo>
                        <a:cubicBezTo>
                          <a:pt x="85888" y="131501"/>
                          <a:pt x="80274" y="125886"/>
                          <a:pt x="80275" y="118959"/>
                        </a:cubicBezTo>
                        <a:cubicBezTo>
                          <a:pt x="80275" y="113733"/>
                          <a:pt x="83517" y="109056"/>
                          <a:pt x="88409" y="107220"/>
                        </a:cubicBezTo>
                        <a:cubicBezTo>
                          <a:pt x="109994" y="99116"/>
                          <a:pt x="109994" y="74302"/>
                          <a:pt x="109994" y="66088"/>
                        </a:cubicBezTo>
                        <a:cubicBezTo>
                          <a:pt x="109994" y="42324"/>
                          <a:pt x="92140" y="25081"/>
                          <a:pt x="67545" y="25081"/>
                        </a:cubicBezTo>
                        <a:cubicBezTo>
                          <a:pt x="42951" y="25081"/>
                          <a:pt x="25081" y="42324"/>
                          <a:pt x="25081" y="66088"/>
                        </a:cubicBezTo>
                        <a:cubicBezTo>
                          <a:pt x="25081" y="80760"/>
                          <a:pt x="28968" y="99774"/>
                          <a:pt x="47481" y="107016"/>
                        </a:cubicBezTo>
                        <a:cubicBezTo>
                          <a:pt x="53825" y="109795"/>
                          <a:pt x="56714" y="117191"/>
                          <a:pt x="53935" y="123535"/>
                        </a:cubicBezTo>
                        <a:cubicBezTo>
                          <a:pt x="51313" y="129520"/>
                          <a:pt x="44535" y="132489"/>
                          <a:pt x="38358" y="130357"/>
                        </a:cubicBezTo>
                        <a:cubicBezTo>
                          <a:pt x="13669" y="120701"/>
                          <a:pt x="0" y="97862"/>
                          <a:pt x="0" y="66088"/>
                        </a:cubicBezTo>
                        <a:cubicBezTo>
                          <a:pt x="0" y="28467"/>
                          <a:pt x="29031" y="0"/>
                          <a:pt x="67545" y="0"/>
                        </a:cubicBezTo>
                        <a:cubicBezTo>
                          <a:pt x="106060" y="0"/>
                          <a:pt x="135075" y="28467"/>
                          <a:pt x="135075" y="66088"/>
                        </a:cubicBezTo>
                        <a:cubicBezTo>
                          <a:pt x="135075" y="98598"/>
                          <a:pt x="121641" y="121547"/>
                          <a:pt x="97219" y="130702"/>
                        </a:cubicBezTo>
                        <a:cubicBezTo>
                          <a:pt x="95809" y="131224"/>
                          <a:pt x="94318" y="131495"/>
                          <a:pt x="92814" y="13150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9" name="Freeform 165">
                    <a:extLst>
                      <a:ext uri="{FF2B5EF4-FFF2-40B4-BE49-F238E27FC236}">
                        <a16:creationId xmlns:a16="http://schemas.microsoft.com/office/drawing/2014/main" id="{53406A4E-6119-71A7-F4B2-A59C8CA3A8B1}"/>
                      </a:ext>
                    </a:extLst>
                  </p:cNvPr>
                  <p:cNvSpPr/>
                  <p:nvPr/>
                </p:nvSpPr>
                <p:spPr>
                  <a:xfrm>
                    <a:off x="6601417" y="2210096"/>
                    <a:ext cx="64864" cy="25080"/>
                  </a:xfrm>
                  <a:custGeom>
                    <a:avLst/>
                    <a:gdLst>
                      <a:gd name="connsiteX0" fmla="*/ 52325 w 64864"/>
                      <a:gd name="connsiteY0" fmla="*/ 25081 h 25080"/>
                      <a:gd name="connsiteX1" fmla="*/ 12540 w 64864"/>
                      <a:gd name="connsiteY1" fmla="*/ 25081 h 25080"/>
                      <a:gd name="connsiteX2" fmla="*/ 0 w 64864"/>
                      <a:gd name="connsiteY2" fmla="*/ 12540 h 25080"/>
                      <a:gd name="connsiteX3" fmla="*/ 12540 w 64864"/>
                      <a:gd name="connsiteY3" fmla="*/ 0 h 25080"/>
                      <a:gd name="connsiteX4" fmla="*/ 52325 w 64864"/>
                      <a:gd name="connsiteY4" fmla="*/ 0 h 25080"/>
                      <a:gd name="connsiteX5" fmla="*/ 64865 w 64864"/>
                      <a:gd name="connsiteY5" fmla="*/ 12540 h 25080"/>
                      <a:gd name="connsiteX6" fmla="*/ 52325 w 6486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64" h="25080">
                        <a:moveTo>
                          <a:pt x="52325" y="25081"/>
                        </a:moveTo>
                        <a:lnTo>
                          <a:pt x="12540" y="25081"/>
                        </a:lnTo>
                        <a:cubicBezTo>
                          <a:pt x="5614" y="25081"/>
                          <a:pt x="0" y="19466"/>
                          <a:pt x="0" y="12540"/>
                        </a:cubicBezTo>
                        <a:cubicBezTo>
                          <a:pt x="0" y="5615"/>
                          <a:pt x="5614" y="0"/>
                          <a:pt x="12540" y="0"/>
                        </a:cubicBezTo>
                        <a:lnTo>
                          <a:pt x="52325" y="0"/>
                        </a:lnTo>
                        <a:cubicBezTo>
                          <a:pt x="59250" y="0"/>
                          <a:pt x="64865" y="5615"/>
                          <a:pt x="64865" y="12540"/>
                        </a:cubicBezTo>
                        <a:cubicBezTo>
                          <a:pt x="64865" y="19466"/>
                          <a:pt x="59250" y="25081"/>
                          <a:pt x="52325"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0" name="Freeform 166">
                    <a:extLst>
                      <a:ext uri="{FF2B5EF4-FFF2-40B4-BE49-F238E27FC236}">
                        <a16:creationId xmlns:a16="http://schemas.microsoft.com/office/drawing/2014/main" id="{1A54C966-FBE7-1327-0F37-F1B05C38C393}"/>
                      </a:ext>
                    </a:extLst>
                  </p:cNvPr>
                  <p:cNvSpPr/>
                  <p:nvPr/>
                </p:nvSpPr>
                <p:spPr>
                  <a:xfrm>
                    <a:off x="6601417" y="2246040"/>
                    <a:ext cx="63846" cy="25080"/>
                  </a:xfrm>
                  <a:custGeom>
                    <a:avLst/>
                    <a:gdLst>
                      <a:gd name="connsiteX0" fmla="*/ 51306 w 63846"/>
                      <a:gd name="connsiteY0" fmla="*/ 25081 h 25080"/>
                      <a:gd name="connsiteX1" fmla="*/ 12540 w 63846"/>
                      <a:gd name="connsiteY1" fmla="*/ 25081 h 25080"/>
                      <a:gd name="connsiteX2" fmla="*/ 0 w 63846"/>
                      <a:gd name="connsiteY2" fmla="*/ 12540 h 25080"/>
                      <a:gd name="connsiteX3" fmla="*/ 12540 w 63846"/>
                      <a:gd name="connsiteY3" fmla="*/ 0 h 25080"/>
                      <a:gd name="connsiteX4" fmla="*/ 51306 w 63846"/>
                      <a:gd name="connsiteY4" fmla="*/ 0 h 25080"/>
                      <a:gd name="connsiteX5" fmla="*/ 63846 w 63846"/>
                      <a:gd name="connsiteY5" fmla="*/ 12540 h 25080"/>
                      <a:gd name="connsiteX6" fmla="*/ 51306 w 63846"/>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846" h="25080">
                        <a:moveTo>
                          <a:pt x="51306" y="25081"/>
                        </a:moveTo>
                        <a:lnTo>
                          <a:pt x="12540" y="25081"/>
                        </a:lnTo>
                        <a:cubicBezTo>
                          <a:pt x="5614" y="25081"/>
                          <a:pt x="0" y="19466"/>
                          <a:pt x="0" y="12540"/>
                        </a:cubicBezTo>
                        <a:cubicBezTo>
                          <a:pt x="0" y="5615"/>
                          <a:pt x="5614" y="0"/>
                          <a:pt x="12540" y="0"/>
                        </a:cubicBezTo>
                        <a:lnTo>
                          <a:pt x="51306" y="0"/>
                        </a:lnTo>
                        <a:cubicBezTo>
                          <a:pt x="58232" y="0"/>
                          <a:pt x="63846" y="5615"/>
                          <a:pt x="63846" y="12540"/>
                        </a:cubicBezTo>
                        <a:cubicBezTo>
                          <a:pt x="63846" y="19466"/>
                          <a:pt x="58232" y="25081"/>
                          <a:pt x="51306"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1" name="Freeform 167">
                    <a:extLst>
                      <a:ext uri="{FF2B5EF4-FFF2-40B4-BE49-F238E27FC236}">
                        <a16:creationId xmlns:a16="http://schemas.microsoft.com/office/drawing/2014/main" id="{D9D87968-F335-FB3E-87DE-51A0EE3899C0}"/>
                      </a:ext>
                    </a:extLst>
                  </p:cNvPr>
                  <p:cNvSpPr/>
                  <p:nvPr/>
                </p:nvSpPr>
                <p:spPr>
                  <a:xfrm>
                    <a:off x="6597059" y="2192744"/>
                    <a:ext cx="73564" cy="78377"/>
                  </a:xfrm>
                  <a:custGeom>
                    <a:avLst/>
                    <a:gdLst>
                      <a:gd name="connsiteX0" fmla="*/ 61024 w 73564"/>
                      <a:gd name="connsiteY0" fmla="*/ 78377 h 78377"/>
                      <a:gd name="connsiteX1" fmla="*/ 12540 w 73564"/>
                      <a:gd name="connsiteY1" fmla="*/ 78377 h 78377"/>
                      <a:gd name="connsiteX2" fmla="*/ 0 w 73564"/>
                      <a:gd name="connsiteY2" fmla="*/ 65837 h 78377"/>
                      <a:gd name="connsiteX3" fmla="*/ 0 w 73564"/>
                      <a:gd name="connsiteY3" fmla="*/ 12540 h 78377"/>
                      <a:gd name="connsiteX4" fmla="*/ 12540 w 73564"/>
                      <a:gd name="connsiteY4" fmla="*/ 0 h 78377"/>
                      <a:gd name="connsiteX5" fmla="*/ 25081 w 73564"/>
                      <a:gd name="connsiteY5" fmla="*/ 12540 h 78377"/>
                      <a:gd name="connsiteX6" fmla="*/ 25081 w 73564"/>
                      <a:gd name="connsiteY6" fmla="*/ 53296 h 78377"/>
                      <a:gd name="connsiteX7" fmla="*/ 48484 w 73564"/>
                      <a:gd name="connsiteY7" fmla="*/ 53296 h 78377"/>
                      <a:gd name="connsiteX8" fmla="*/ 48484 w 73564"/>
                      <a:gd name="connsiteY8" fmla="*/ 13308 h 78377"/>
                      <a:gd name="connsiteX9" fmla="*/ 61024 w 73564"/>
                      <a:gd name="connsiteY9" fmla="*/ 768 h 78377"/>
                      <a:gd name="connsiteX10" fmla="*/ 73565 w 73564"/>
                      <a:gd name="connsiteY10" fmla="*/ 13308 h 78377"/>
                      <a:gd name="connsiteX11" fmla="*/ 73565 w 73564"/>
                      <a:gd name="connsiteY11" fmla="*/ 65837 h 78377"/>
                      <a:gd name="connsiteX12" fmla="*/ 61024 w 73564"/>
                      <a:gd name="connsiteY12" fmla="*/ 78377 h 7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564" h="78377">
                        <a:moveTo>
                          <a:pt x="61024" y="78377"/>
                        </a:moveTo>
                        <a:lnTo>
                          <a:pt x="12540" y="78377"/>
                        </a:lnTo>
                        <a:cubicBezTo>
                          <a:pt x="5614" y="78377"/>
                          <a:pt x="0" y="72762"/>
                          <a:pt x="0" y="65837"/>
                        </a:cubicBezTo>
                        <a:lnTo>
                          <a:pt x="0" y="12540"/>
                        </a:lnTo>
                        <a:cubicBezTo>
                          <a:pt x="0" y="5615"/>
                          <a:pt x="5614" y="0"/>
                          <a:pt x="12540" y="0"/>
                        </a:cubicBezTo>
                        <a:cubicBezTo>
                          <a:pt x="19466" y="0"/>
                          <a:pt x="25081" y="5615"/>
                          <a:pt x="25081" y="12540"/>
                        </a:cubicBezTo>
                        <a:lnTo>
                          <a:pt x="25081" y="53296"/>
                        </a:lnTo>
                        <a:lnTo>
                          <a:pt x="48484" y="53296"/>
                        </a:lnTo>
                        <a:lnTo>
                          <a:pt x="48484" y="13308"/>
                        </a:lnTo>
                        <a:cubicBezTo>
                          <a:pt x="48484" y="6383"/>
                          <a:pt x="54099" y="768"/>
                          <a:pt x="61024" y="768"/>
                        </a:cubicBezTo>
                        <a:cubicBezTo>
                          <a:pt x="67950" y="768"/>
                          <a:pt x="73565" y="6383"/>
                          <a:pt x="73565" y="13308"/>
                        </a:cubicBezTo>
                        <a:lnTo>
                          <a:pt x="73565" y="65837"/>
                        </a:lnTo>
                        <a:cubicBezTo>
                          <a:pt x="73565" y="72762"/>
                          <a:pt x="67950" y="78377"/>
                          <a:pt x="61024" y="7837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94" name="Freeform 151">
                  <a:extLst>
                    <a:ext uri="{FF2B5EF4-FFF2-40B4-BE49-F238E27FC236}">
                      <a16:creationId xmlns:a16="http://schemas.microsoft.com/office/drawing/2014/main" id="{3E54C5A5-44A0-4017-F5A3-2E4323155712}"/>
                    </a:ext>
                  </a:extLst>
                </p:cNvPr>
                <p:cNvSpPr/>
                <p:nvPr/>
              </p:nvSpPr>
              <p:spPr>
                <a:xfrm>
                  <a:off x="6621779" y="2048749"/>
                  <a:ext cx="180740" cy="115668"/>
                </a:xfrm>
                <a:custGeom>
                  <a:avLst/>
                  <a:gdLst>
                    <a:gd name="connsiteX0" fmla="*/ 138054 w 180740"/>
                    <a:gd name="connsiteY0" fmla="*/ 115669 h 115668"/>
                    <a:gd name="connsiteX1" fmla="*/ 125513 w 180740"/>
                    <a:gd name="connsiteY1" fmla="*/ 103129 h 115668"/>
                    <a:gd name="connsiteX2" fmla="*/ 125513 w 180740"/>
                    <a:gd name="connsiteY2" fmla="*/ 25081 h 115668"/>
                    <a:gd name="connsiteX3" fmla="*/ 25081 w 180740"/>
                    <a:gd name="connsiteY3" fmla="*/ 25081 h 115668"/>
                    <a:gd name="connsiteX4" fmla="*/ 25081 w 180740"/>
                    <a:gd name="connsiteY4" fmla="*/ 49754 h 115668"/>
                    <a:gd name="connsiteX5" fmla="*/ 12540 w 180740"/>
                    <a:gd name="connsiteY5" fmla="*/ 62294 h 115668"/>
                    <a:gd name="connsiteX6" fmla="*/ 0 w 180740"/>
                    <a:gd name="connsiteY6" fmla="*/ 49754 h 115668"/>
                    <a:gd name="connsiteX7" fmla="*/ 0 w 180740"/>
                    <a:gd name="connsiteY7" fmla="*/ 12540 h 115668"/>
                    <a:gd name="connsiteX8" fmla="*/ 12540 w 180740"/>
                    <a:gd name="connsiteY8" fmla="*/ 0 h 115668"/>
                    <a:gd name="connsiteX9" fmla="*/ 138054 w 180740"/>
                    <a:gd name="connsiteY9" fmla="*/ 0 h 115668"/>
                    <a:gd name="connsiteX10" fmla="*/ 150594 w 180740"/>
                    <a:gd name="connsiteY10" fmla="*/ 12540 h 115668"/>
                    <a:gd name="connsiteX11" fmla="*/ 150594 w 180740"/>
                    <a:gd name="connsiteY11" fmla="*/ 72844 h 115668"/>
                    <a:gd name="connsiteX12" fmla="*/ 158792 w 180740"/>
                    <a:gd name="connsiteY12" fmla="*/ 64724 h 115668"/>
                    <a:gd name="connsiteX13" fmla="*/ 176491 w 180740"/>
                    <a:gd name="connsiteY13" fmla="*/ 63608 h 115668"/>
                    <a:gd name="connsiteX14" fmla="*/ 177607 w 180740"/>
                    <a:gd name="connsiteY14" fmla="*/ 81308 h 115668"/>
                    <a:gd name="connsiteX15" fmla="*/ 176458 w 180740"/>
                    <a:gd name="connsiteY15" fmla="*/ 82453 h 115668"/>
                    <a:gd name="connsiteX16" fmla="*/ 146926 w 180740"/>
                    <a:gd name="connsiteY16" fmla="*/ 111985 h 115668"/>
                    <a:gd name="connsiteX17" fmla="*/ 138054 w 180740"/>
                    <a:gd name="connsiteY17" fmla="*/ 115669 h 11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740" h="115668">
                      <a:moveTo>
                        <a:pt x="138054" y="115669"/>
                      </a:moveTo>
                      <a:cubicBezTo>
                        <a:pt x="131128" y="115669"/>
                        <a:pt x="125513" y="110055"/>
                        <a:pt x="125513" y="103129"/>
                      </a:cubicBezTo>
                      <a:lnTo>
                        <a:pt x="125513" y="25081"/>
                      </a:lnTo>
                      <a:lnTo>
                        <a:pt x="25081" y="25081"/>
                      </a:lnTo>
                      <a:lnTo>
                        <a:pt x="25081" y="49754"/>
                      </a:lnTo>
                      <a:cubicBezTo>
                        <a:pt x="25081" y="56680"/>
                        <a:pt x="19466" y="62294"/>
                        <a:pt x="12540" y="62294"/>
                      </a:cubicBezTo>
                      <a:cubicBezTo>
                        <a:pt x="5614" y="62294"/>
                        <a:pt x="0" y="56680"/>
                        <a:pt x="0" y="49754"/>
                      </a:cubicBezTo>
                      <a:lnTo>
                        <a:pt x="0" y="12540"/>
                      </a:lnTo>
                      <a:cubicBezTo>
                        <a:pt x="0" y="5615"/>
                        <a:pt x="5614" y="0"/>
                        <a:pt x="12540" y="0"/>
                      </a:cubicBezTo>
                      <a:lnTo>
                        <a:pt x="138054" y="0"/>
                      </a:lnTo>
                      <a:cubicBezTo>
                        <a:pt x="144979" y="0"/>
                        <a:pt x="150594" y="5615"/>
                        <a:pt x="150594" y="12540"/>
                      </a:cubicBezTo>
                      <a:lnTo>
                        <a:pt x="150594" y="72844"/>
                      </a:lnTo>
                      <a:lnTo>
                        <a:pt x="158792" y="64724"/>
                      </a:lnTo>
                      <a:cubicBezTo>
                        <a:pt x="163371" y="59528"/>
                        <a:pt x="171296" y="59029"/>
                        <a:pt x="176491" y="63608"/>
                      </a:cubicBezTo>
                      <a:cubicBezTo>
                        <a:pt x="181688" y="68188"/>
                        <a:pt x="182188" y="76112"/>
                        <a:pt x="177607" y="81308"/>
                      </a:cubicBezTo>
                      <a:cubicBezTo>
                        <a:pt x="177250" y="81714"/>
                        <a:pt x="176866" y="82096"/>
                        <a:pt x="176458" y="82453"/>
                      </a:cubicBezTo>
                      <a:lnTo>
                        <a:pt x="146926" y="111985"/>
                      </a:lnTo>
                      <a:cubicBezTo>
                        <a:pt x="144574" y="114342"/>
                        <a:pt x="141383" y="115667"/>
                        <a:pt x="138054" y="115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95" name="Freeform 152">
                  <a:extLst>
                    <a:ext uri="{FF2B5EF4-FFF2-40B4-BE49-F238E27FC236}">
                      <a16:creationId xmlns:a16="http://schemas.microsoft.com/office/drawing/2014/main" id="{D22FF341-552B-CB03-876F-616AA117F73D}"/>
                    </a:ext>
                  </a:extLst>
                </p:cNvPr>
                <p:cNvSpPr/>
                <p:nvPr/>
              </p:nvSpPr>
              <p:spPr>
                <a:xfrm>
                  <a:off x="6602514" y="2254254"/>
                  <a:ext cx="62701" cy="53139"/>
                </a:xfrm>
                <a:custGeom>
                  <a:avLst/>
                  <a:gdLst>
                    <a:gd name="connsiteX0" fmla="*/ 31351 w 62701"/>
                    <a:gd name="connsiteY0" fmla="*/ 53140 h 53139"/>
                    <a:gd name="connsiteX1" fmla="*/ 0 w 62701"/>
                    <a:gd name="connsiteY1" fmla="*/ 21789 h 53139"/>
                    <a:gd name="connsiteX2" fmla="*/ 0 w 62701"/>
                    <a:gd name="connsiteY2" fmla="*/ 12540 h 53139"/>
                    <a:gd name="connsiteX3" fmla="*/ 12540 w 62701"/>
                    <a:gd name="connsiteY3" fmla="*/ 0 h 53139"/>
                    <a:gd name="connsiteX4" fmla="*/ 25081 w 62701"/>
                    <a:gd name="connsiteY4" fmla="*/ 12540 h 53139"/>
                    <a:gd name="connsiteX5" fmla="*/ 25081 w 62701"/>
                    <a:gd name="connsiteY5" fmla="*/ 21789 h 53139"/>
                    <a:gd name="connsiteX6" fmla="*/ 31351 w 62701"/>
                    <a:gd name="connsiteY6" fmla="*/ 28059 h 53139"/>
                    <a:gd name="connsiteX7" fmla="*/ 37621 w 62701"/>
                    <a:gd name="connsiteY7" fmla="*/ 21789 h 53139"/>
                    <a:gd name="connsiteX8" fmla="*/ 37621 w 62701"/>
                    <a:gd name="connsiteY8" fmla="*/ 12540 h 53139"/>
                    <a:gd name="connsiteX9" fmla="*/ 50161 w 62701"/>
                    <a:gd name="connsiteY9" fmla="*/ 0 h 53139"/>
                    <a:gd name="connsiteX10" fmla="*/ 62702 w 62701"/>
                    <a:gd name="connsiteY10" fmla="*/ 12540 h 53139"/>
                    <a:gd name="connsiteX11" fmla="*/ 62702 w 62701"/>
                    <a:gd name="connsiteY11" fmla="*/ 21789 h 53139"/>
                    <a:gd name="connsiteX12" fmla="*/ 31351 w 62701"/>
                    <a:gd name="connsiteY12" fmla="*/ 53140 h 5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701" h="53139">
                      <a:moveTo>
                        <a:pt x="31351" y="53140"/>
                      </a:moveTo>
                      <a:cubicBezTo>
                        <a:pt x="14036" y="53140"/>
                        <a:pt x="0" y="39104"/>
                        <a:pt x="0" y="21789"/>
                      </a:cubicBezTo>
                      <a:lnTo>
                        <a:pt x="0" y="12540"/>
                      </a:lnTo>
                      <a:cubicBezTo>
                        <a:pt x="0" y="5615"/>
                        <a:pt x="5614" y="0"/>
                        <a:pt x="12540" y="0"/>
                      </a:cubicBezTo>
                      <a:cubicBezTo>
                        <a:pt x="19466" y="0"/>
                        <a:pt x="25081" y="5615"/>
                        <a:pt x="25081" y="12540"/>
                      </a:cubicBezTo>
                      <a:lnTo>
                        <a:pt x="25081" y="21789"/>
                      </a:lnTo>
                      <a:cubicBezTo>
                        <a:pt x="25081" y="25252"/>
                        <a:pt x="27888" y="28059"/>
                        <a:pt x="31351" y="28059"/>
                      </a:cubicBezTo>
                      <a:cubicBezTo>
                        <a:pt x="34814" y="28059"/>
                        <a:pt x="37621" y="25252"/>
                        <a:pt x="37621" y="21789"/>
                      </a:cubicBezTo>
                      <a:lnTo>
                        <a:pt x="37621" y="12540"/>
                      </a:lnTo>
                      <a:cubicBezTo>
                        <a:pt x="37621" y="5615"/>
                        <a:pt x="43235" y="0"/>
                        <a:pt x="50161" y="0"/>
                      </a:cubicBezTo>
                      <a:cubicBezTo>
                        <a:pt x="57087" y="0"/>
                        <a:pt x="62702" y="5615"/>
                        <a:pt x="62702" y="12540"/>
                      </a:cubicBezTo>
                      <a:lnTo>
                        <a:pt x="62702" y="21789"/>
                      </a:lnTo>
                      <a:cubicBezTo>
                        <a:pt x="62702" y="39104"/>
                        <a:pt x="48665" y="53140"/>
                        <a:pt x="31351" y="53140"/>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96" name="Graphic 332">
                  <a:extLst>
                    <a:ext uri="{FF2B5EF4-FFF2-40B4-BE49-F238E27FC236}">
                      <a16:creationId xmlns:a16="http://schemas.microsoft.com/office/drawing/2014/main" id="{DF7CFD04-7730-7986-3FD9-4F645DAB547E}"/>
                    </a:ext>
                  </a:extLst>
                </p:cNvPr>
                <p:cNvGrpSpPr/>
                <p:nvPr/>
              </p:nvGrpSpPr>
              <p:grpSpPr>
                <a:xfrm>
                  <a:off x="6698915" y="2181138"/>
                  <a:ext cx="121900" cy="126255"/>
                  <a:chOff x="6698915" y="2181138"/>
                  <a:chExt cx="121900" cy="126255"/>
                </a:xfrm>
                <a:solidFill>
                  <a:srgbClr val="EF463C"/>
                </a:solidFill>
              </p:grpSpPr>
              <p:sp>
                <p:nvSpPr>
                  <p:cNvPr id="98" name="Freeform 155">
                    <a:extLst>
                      <a:ext uri="{FF2B5EF4-FFF2-40B4-BE49-F238E27FC236}">
                        <a16:creationId xmlns:a16="http://schemas.microsoft.com/office/drawing/2014/main" id="{68A3C459-EEE4-5E75-A861-AD229886B417}"/>
                      </a:ext>
                    </a:extLst>
                  </p:cNvPr>
                  <p:cNvSpPr/>
                  <p:nvPr/>
                </p:nvSpPr>
                <p:spPr>
                  <a:xfrm>
                    <a:off x="6734527" y="2181138"/>
                    <a:ext cx="31221" cy="47157"/>
                  </a:xfrm>
                  <a:custGeom>
                    <a:avLst/>
                    <a:gdLst>
                      <a:gd name="connsiteX0" fmla="*/ 18675 w 31221"/>
                      <a:gd name="connsiteY0" fmla="*/ 47157 h 47157"/>
                      <a:gd name="connsiteX1" fmla="*/ 6589 w 31221"/>
                      <a:gd name="connsiteY1" fmla="*/ 37971 h 47157"/>
                      <a:gd name="connsiteX2" fmla="*/ 460 w 31221"/>
                      <a:gd name="connsiteY2" fmla="*/ 15900 h 47157"/>
                      <a:gd name="connsiteX3" fmla="*/ 9191 w 31221"/>
                      <a:gd name="connsiteY3" fmla="*/ 460 h 47157"/>
                      <a:gd name="connsiteX4" fmla="*/ 24632 w 31221"/>
                      <a:gd name="connsiteY4" fmla="*/ 9191 h 47157"/>
                      <a:gd name="connsiteX5" fmla="*/ 30761 w 31221"/>
                      <a:gd name="connsiteY5" fmla="*/ 31262 h 47157"/>
                      <a:gd name="connsiteX6" fmla="*/ 22034 w 31221"/>
                      <a:gd name="connsiteY6" fmla="*/ 46701 h 47157"/>
                      <a:gd name="connsiteX7" fmla="*/ 22030 w 31221"/>
                      <a:gd name="connsiteY7" fmla="*/ 46703 h 47157"/>
                      <a:gd name="connsiteX8" fmla="*/ 18675 w 31221"/>
                      <a:gd name="connsiteY8" fmla="*/ 47157 h 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21" h="47157">
                        <a:moveTo>
                          <a:pt x="18675" y="47157"/>
                        </a:moveTo>
                        <a:cubicBezTo>
                          <a:pt x="13040" y="47159"/>
                          <a:pt x="8097" y="43401"/>
                          <a:pt x="6589" y="37971"/>
                        </a:cubicBezTo>
                        <a:lnTo>
                          <a:pt x="460" y="15900"/>
                        </a:lnTo>
                        <a:cubicBezTo>
                          <a:pt x="-1393" y="9226"/>
                          <a:pt x="2517" y="2313"/>
                          <a:pt x="9191" y="460"/>
                        </a:cubicBezTo>
                        <a:cubicBezTo>
                          <a:pt x="15866" y="-1393"/>
                          <a:pt x="22779" y="2517"/>
                          <a:pt x="24632" y="9191"/>
                        </a:cubicBezTo>
                        <a:lnTo>
                          <a:pt x="30761" y="31262"/>
                        </a:lnTo>
                        <a:cubicBezTo>
                          <a:pt x="32614" y="37935"/>
                          <a:pt x="28707" y="44848"/>
                          <a:pt x="22034" y="46701"/>
                        </a:cubicBezTo>
                        <a:cubicBezTo>
                          <a:pt x="22033" y="46701"/>
                          <a:pt x="22031" y="46703"/>
                          <a:pt x="22030" y="46703"/>
                        </a:cubicBezTo>
                        <a:cubicBezTo>
                          <a:pt x="20935" y="46997"/>
                          <a:pt x="19808" y="47151"/>
                          <a:pt x="18675" y="47157"/>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99" name="Freeform 156">
                    <a:extLst>
                      <a:ext uri="{FF2B5EF4-FFF2-40B4-BE49-F238E27FC236}">
                        <a16:creationId xmlns:a16="http://schemas.microsoft.com/office/drawing/2014/main" id="{30213A65-0760-5C91-67D6-D8BAFA5D5F36}"/>
                      </a:ext>
                    </a:extLst>
                  </p:cNvPr>
                  <p:cNvSpPr/>
                  <p:nvPr/>
                </p:nvSpPr>
                <p:spPr>
                  <a:xfrm>
                    <a:off x="6762486" y="2187024"/>
                    <a:ext cx="36918" cy="44563"/>
                  </a:xfrm>
                  <a:custGeom>
                    <a:avLst/>
                    <a:gdLst>
                      <a:gd name="connsiteX0" fmla="*/ 12536 w 36918"/>
                      <a:gd name="connsiteY0" fmla="*/ 44564 h 44563"/>
                      <a:gd name="connsiteX1" fmla="*/ 0 w 36918"/>
                      <a:gd name="connsiteY1" fmla="*/ 32019 h 44563"/>
                      <a:gd name="connsiteX2" fmla="*/ 1829 w 36918"/>
                      <a:gd name="connsiteY2" fmla="*/ 25502 h 44563"/>
                      <a:gd name="connsiteX3" fmla="*/ 13774 w 36918"/>
                      <a:gd name="connsiteY3" fmla="*/ 5845 h 44563"/>
                      <a:gd name="connsiteX4" fmla="*/ 31073 w 36918"/>
                      <a:gd name="connsiteY4" fmla="*/ 1939 h 44563"/>
                      <a:gd name="connsiteX5" fmla="*/ 35202 w 36918"/>
                      <a:gd name="connsiteY5" fmla="*/ 18872 h 44563"/>
                      <a:gd name="connsiteX6" fmla="*/ 23258 w 36918"/>
                      <a:gd name="connsiteY6" fmla="*/ 38529 h 44563"/>
                      <a:gd name="connsiteX7" fmla="*/ 12536 w 36918"/>
                      <a:gd name="connsiteY7" fmla="*/ 44564 h 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18" h="44563">
                        <a:moveTo>
                          <a:pt x="12536" y="44564"/>
                        </a:moveTo>
                        <a:cubicBezTo>
                          <a:pt x="5610" y="44561"/>
                          <a:pt x="-2" y="38944"/>
                          <a:pt x="0" y="32019"/>
                        </a:cubicBezTo>
                        <a:cubicBezTo>
                          <a:pt x="2" y="29719"/>
                          <a:pt x="635" y="27465"/>
                          <a:pt x="1829" y="25502"/>
                        </a:cubicBezTo>
                        <a:lnTo>
                          <a:pt x="13774" y="5845"/>
                        </a:lnTo>
                        <a:cubicBezTo>
                          <a:pt x="17472" y="-10"/>
                          <a:pt x="25217" y="-1759"/>
                          <a:pt x="31073" y="1939"/>
                        </a:cubicBezTo>
                        <a:cubicBezTo>
                          <a:pt x="36787" y="5549"/>
                          <a:pt x="38613" y="13037"/>
                          <a:pt x="35202" y="18872"/>
                        </a:cubicBezTo>
                        <a:lnTo>
                          <a:pt x="23258" y="38529"/>
                        </a:lnTo>
                        <a:cubicBezTo>
                          <a:pt x="20985" y="42277"/>
                          <a:pt x="16918" y="44564"/>
                          <a:pt x="12536" y="4456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1" name="Freeform 157">
                    <a:extLst>
                      <a:ext uri="{FF2B5EF4-FFF2-40B4-BE49-F238E27FC236}">
                        <a16:creationId xmlns:a16="http://schemas.microsoft.com/office/drawing/2014/main" id="{93DD9FFD-430E-FA94-B675-B665D2683C36}"/>
                      </a:ext>
                    </a:extLst>
                  </p:cNvPr>
                  <p:cNvSpPr/>
                  <p:nvPr/>
                </p:nvSpPr>
                <p:spPr>
                  <a:xfrm>
                    <a:off x="6779022" y="2221060"/>
                    <a:ext cx="41793" cy="28475"/>
                  </a:xfrm>
                  <a:custGeom>
                    <a:avLst/>
                    <a:gdLst>
                      <a:gd name="connsiteX0" fmla="*/ 12522 w 41793"/>
                      <a:gd name="connsiteY0" fmla="*/ 28475 h 28475"/>
                      <a:gd name="connsiteX1" fmla="*/ 0 w 41793"/>
                      <a:gd name="connsiteY1" fmla="*/ 15916 h 28475"/>
                      <a:gd name="connsiteX2" fmla="*/ 10045 w 41793"/>
                      <a:gd name="connsiteY2" fmla="*/ 3646 h 28475"/>
                      <a:gd name="connsiteX3" fmla="*/ 26880 w 41793"/>
                      <a:gd name="connsiteY3" fmla="*/ 228 h 28475"/>
                      <a:gd name="connsiteX4" fmla="*/ 41565 w 41793"/>
                      <a:gd name="connsiteY4" fmla="*/ 10173 h 28475"/>
                      <a:gd name="connsiteX5" fmla="*/ 31865 w 41793"/>
                      <a:gd name="connsiteY5" fmla="*/ 24807 h 28475"/>
                      <a:gd name="connsiteX6" fmla="*/ 15030 w 41793"/>
                      <a:gd name="connsiteY6" fmla="*/ 28225 h 28475"/>
                      <a:gd name="connsiteX7" fmla="*/ 12522 w 41793"/>
                      <a:gd name="connsiteY7" fmla="*/ 28475 h 2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93" h="28475">
                        <a:moveTo>
                          <a:pt x="12522" y="28475"/>
                        </a:moveTo>
                        <a:cubicBezTo>
                          <a:pt x="5596" y="28464"/>
                          <a:pt x="-11" y="22842"/>
                          <a:pt x="0" y="15916"/>
                        </a:cubicBezTo>
                        <a:cubicBezTo>
                          <a:pt x="9" y="9960"/>
                          <a:pt x="4207" y="4831"/>
                          <a:pt x="10045" y="3646"/>
                        </a:cubicBezTo>
                        <a:lnTo>
                          <a:pt x="26880" y="228"/>
                        </a:lnTo>
                        <a:cubicBezTo>
                          <a:pt x="33682" y="-1081"/>
                          <a:pt x="40256" y="3371"/>
                          <a:pt x="41565" y="10173"/>
                        </a:cubicBezTo>
                        <a:cubicBezTo>
                          <a:pt x="42855" y="16877"/>
                          <a:pt x="38544" y="23384"/>
                          <a:pt x="31865" y="24807"/>
                        </a:cubicBezTo>
                        <a:lnTo>
                          <a:pt x="15030" y="28225"/>
                        </a:lnTo>
                        <a:cubicBezTo>
                          <a:pt x="14205" y="28394"/>
                          <a:pt x="13363" y="28477"/>
                          <a:pt x="12522" y="2847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2" name="Freeform 158">
                    <a:extLst>
                      <a:ext uri="{FF2B5EF4-FFF2-40B4-BE49-F238E27FC236}">
                        <a16:creationId xmlns:a16="http://schemas.microsoft.com/office/drawing/2014/main" id="{7C397896-8F67-25F9-99AC-883759525D98}"/>
                      </a:ext>
                    </a:extLst>
                  </p:cNvPr>
                  <p:cNvSpPr/>
                  <p:nvPr/>
                </p:nvSpPr>
                <p:spPr>
                  <a:xfrm>
                    <a:off x="6774727" y="2247949"/>
                    <a:ext cx="41840" cy="35226"/>
                  </a:xfrm>
                  <a:custGeom>
                    <a:avLst/>
                    <a:gdLst>
                      <a:gd name="connsiteX0" fmla="*/ 29357 w 41840"/>
                      <a:gd name="connsiteY0" fmla="*/ 35226 h 35226"/>
                      <a:gd name="connsiteX1" fmla="*/ 22883 w 41840"/>
                      <a:gd name="connsiteY1" fmla="*/ 33408 h 35226"/>
                      <a:gd name="connsiteX2" fmla="*/ 5390 w 41840"/>
                      <a:gd name="connsiteY2" fmla="*/ 22843 h 35226"/>
                      <a:gd name="connsiteX3" fmla="*/ 2240 w 41840"/>
                      <a:gd name="connsiteY3" fmla="*/ 5390 h 35226"/>
                      <a:gd name="connsiteX4" fmla="*/ 18385 w 41840"/>
                      <a:gd name="connsiteY4" fmla="*/ 1446 h 35226"/>
                      <a:gd name="connsiteX5" fmla="*/ 35878 w 41840"/>
                      <a:gd name="connsiteY5" fmla="*/ 12011 h 35226"/>
                      <a:gd name="connsiteX6" fmla="*/ 39973 w 41840"/>
                      <a:gd name="connsiteY6" fmla="*/ 29267 h 35226"/>
                      <a:gd name="connsiteX7" fmla="*/ 29357 w 41840"/>
                      <a:gd name="connsiteY7" fmla="*/ 35226 h 3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40" h="35226">
                        <a:moveTo>
                          <a:pt x="29357" y="35226"/>
                        </a:moveTo>
                        <a:cubicBezTo>
                          <a:pt x="27073" y="35222"/>
                          <a:pt x="24835" y="34592"/>
                          <a:pt x="22883" y="33408"/>
                        </a:cubicBezTo>
                        <a:lnTo>
                          <a:pt x="5390" y="22843"/>
                        </a:lnTo>
                        <a:cubicBezTo>
                          <a:pt x="-299" y="18893"/>
                          <a:pt x="-1710" y="11080"/>
                          <a:pt x="2240" y="5390"/>
                        </a:cubicBezTo>
                        <a:cubicBezTo>
                          <a:pt x="5852" y="186"/>
                          <a:pt x="12779" y="-1506"/>
                          <a:pt x="18385" y="1446"/>
                        </a:cubicBezTo>
                        <a:lnTo>
                          <a:pt x="35878" y="12011"/>
                        </a:lnTo>
                        <a:cubicBezTo>
                          <a:pt x="41774" y="15645"/>
                          <a:pt x="43608" y="23371"/>
                          <a:pt x="39973" y="29267"/>
                        </a:cubicBezTo>
                        <a:cubicBezTo>
                          <a:pt x="37701" y="32954"/>
                          <a:pt x="33687" y="35206"/>
                          <a:pt x="29357" y="3522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3" name="Freeform 159">
                    <a:extLst>
                      <a:ext uri="{FF2B5EF4-FFF2-40B4-BE49-F238E27FC236}">
                        <a16:creationId xmlns:a16="http://schemas.microsoft.com/office/drawing/2014/main" id="{20EC8B5E-0AC6-1E0F-34E9-7F17CF91AA88}"/>
                      </a:ext>
                    </a:extLst>
                  </p:cNvPr>
                  <p:cNvSpPr/>
                  <p:nvPr/>
                </p:nvSpPr>
                <p:spPr>
                  <a:xfrm>
                    <a:off x="6753280" y="2265531"/>
                    <a:ext cx="29214" cy="41862"/>
                  </a:xfrm>
                  <a:custGeom>
                    <a:avLst/>
                    <a:gdLst>
                      <a:gd name="connsiteX0" fmla="*/ 16585 w 29214"/>
                      <a:gd name="connsiteY0" fmla="*/ 41863 h 41862"/>
                      <a:gd name="connsiteX1" fmla="*/ 4405 w 29214"/>
                      <a:gd name="connsiteY1" fmla="*/ 32269 h 41862"/>
                      <a:gd name="connsiteX2" fmla="*/ 423 w 29214"/>
                      <a:gd name="connsiteY2" fmla="*/ 15763 h 41862"/>
                      <a:gd name="connsiteX3" fmla="*/ 9324 w 29214"/>
                      <a:gd name="connsiteY3" fmla="*/ 423 h 41862"/>
                      <a:gd name="connsiteX4" fmla="*/ 24664 w 29214"/>
                      <a:gd name="connsiteY4" fmla="*/ 9325 h 41862"/>
                      <a:gd name="connsiteX5" fmla="*/ 24799 w 29214"/>
                      <a:gd name="connsiteY5" fmla="*/ 9885 h 41862"/>
                      <a:gd name="connsiteX6" fmla="*/ 28858 w 29214"/>
                      <a:gd name="connsiteY6" fmla="*/ 26375 h 41862"/>
                      <a:gd name="connsiteX7" fmla="*/ 19626 w 29214"/>
                      <a:gd name="connsiteY7" fmla="*/ 41518 h 41862"/>
                      <a:gd name="connsiteX8" fmla="*/ 19626 w 29214"/>
                      <a:gd name="connsiteY8" fmla="*/ 41518 h 41862"/>
                      <a:gd name="connsiteX9" fmla="*/ 16585 w 29214"/>
                      <a:gd name="connsiteY9" fmla="*/ 41863 h 41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214" h="41862">
                        <a:moveTo>
                          <a:pt x="16585" y="41863"/>
                        </a:moveTo>
                        <a:cubicBezTo>
                          <a:pt x="10797" y="41858"/>
                          <a:pt x="5765" y="37894"/>
                          <a:pt x="4405" y="32269"/>
                        </a:cubicBezTo>
                        <a:lnTo>
                          <a:pt x="423" y="15763"/>
                        </a:lnTo>
                        <a:cubicBezTo>
                          <a:pt x="-1354" y="9070"/>
                          <a:pt x="2630" y="2202"/>
                          <a:pt x="9324" y="423"/>
                        </a:cubicBezTo>
                        <a:cubicBezTo>
                          <a:pt x="16019" y="-1354"/>
                          <a:pt x="22886" y="2632"/>
                          <a:pt x="24664" y="9325"/>
                        </a:cubicBezTo>
                        <a:cubicBezTo>
                          <a:pt x="24712" y="9510"/>
                          <a:pt x="24758" y="9697"/>
                          <a:pt x="24799" y="9885"/>
                        </a:cubicBezTo>
                        <a:lnTo>
                          <a:pt x="28858" y="26375"/>
                        </a:lnTo>
                        <a:cubicBezTo>
                          <a:pt x="30490" y="33106"/>
                          <a:pt x="26357" y="39886"/>
                          <a:pt x="19626" y="41518"/>
                        </a:cubicBezTo>
                        <a:cubicBezTo>
                          <a:pt x="19626" y="41518"/>
                          <a:pt x="19626" y="41518"/>
                          <a:pt x="19626" y="41518"/>
                        </a:cubicBezTo>
                        <a:cubicBezTo>
                          <a:pt x="18629" y="41753"/>
                          <a:pt x="17608" y="41869"/>
                          <a:pt x="16585" y="41863"/>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4" name="Freeform 160">
                    <a:extLst>
                      <a:ext uri="{FF2B5EF4-FFF2-40B4-BE49-F238E27FC236}">
                        <a16:creationId xmlns:a16="http://schemas.microsoft.com/office/drawing/2014/main" id="{1EC01DB6-A2D9-C1EF-AE51-956667697AB7}"/>
                      </a:ext>
                    </a:extLst>
                  </p:cNvPr>
                  <p:cNvSpPr/>
                  <p:nvPr/>
                </p:nvSpPr>
                <p:spPr>
                  <a:xfrm>
                    <a:off x="6720312" y="2259509"/>
                    <a:ext cx="35042" cy="42194"/>
                  </a:xfrm>
                  <a:custGeom>
                    <a:avLst/>
                    <a:gdLst>
                      <a:gd name="connsiteX0" fmla="*/ 12497 w 35042"/>
                      <a:gd name="connsiteY0" fmla="*/ 42195 h 42194"/>
                      <a:gd name="connsiteX1" fmla="*/ 0 w 35042"/>
                      <a:gd name="connsiteY1" fmla="*/ 29611 h 42194"/>
                      <a:gd name="connsiteX2" fmla="*/ 1680 w 35042"/>
                      <a:gd name="connsiteY2" fmla="*/ 23384 h 42194"/>
                      <a:gd name="connsiteX3" fmla="*/ 11666 w 35042"/>
                      <a:gd name="connsiteY3" fmla="*/ 6220 h 42194"/>
                      <a:gd name="connsiteX4" fmla="*/ 28822 w 35042"/>
                      <a:gd name="connsiteY4" fmla="*/ 1713 h 42194"/>
                      <a:gd name="connsiteX5" fmla="*/ 33329 w 35042"/>
                      <a:gd name="connsiteY5" fmla="*/ 18870 h 42194"/>
                      <a:gd name="connsiteX6" fmla="*/ 23344 w 35042"/>
                      <a:gd name="connsiteY6" fmla="*/ 35972 h 42194"/>
                      <a:gd name="connsiteX7" fmla="*/ 12497 w 35042"/>
                      <a:gd name="connsiteY7" fmla="*/ 42195 h 4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42" h="42194">
                        <a:moveTo>
                          <a:pt x="12497" y="42195"/>
                        </a:moveTo>
                        <a:cubicBezTo>
                          <a:pt x="5571" y="42170"/>
                          <a:pt x="-23" y="36536"/>
                          <a:pt x="0" y="29611"/>
                        </a:cubicBezTo>
                        <a:cubicBezTo>
                          <a:pt x="8" y="27424"/>
                          <a:pt x="588" y="25278"/>
                          <a:pt x="1680" y="23384"/>
                        </a:cubicBezTo>
                        <a:lnTo>
                          <a:pt x="11666" y="6220"/>
                        </a:lnTo>
                        <a:cubicBezTo>
                          <a:pt x="15158" y="238"/>
                          <a:pt x="22841" y="-1779"/>
                          <a:pt x="28822" y="1713"/>
                        </a:cubicBezTo>
                        <a:cubicBezTo>
                          <a:pt x="34804" y="5206"/>
                          <a:pt x="36822" y="12888"/>
                          <a:pt x="33329" y="18870"/>
                        </a:cubicBezTo>
                        <a:lnTo>
                          <a:pt x="23344" y="35972"/>
                        </a:lnTo>
                        <a:cubicBezTo>
                          <a:pt x="21095" y="39829"/>
                          <a:pt x="16962" y="42200"/>
                          <a:pt x="12497" y="4219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5" name="Freeform 161">
                    <a:extLst>
                      <a:ext uri="{FF2B5EF4-FFF2-40B4-BE49-F238E27FC236}">
                        <a16:creationId xmlns:a16="http://schemas.microsoft.com/office/drawing/2014/main" id="{983F4DA4-6139-F74A-7FF3-9FA8E0C1355F}"/>
                      </a:ext>
                    </a:extLst>
                  </p:cNvPr>
                  <p:cNvSpPr/>
                  <p:nvPr/>
                </p:nvSpPr>
                <p:spPr>
                  <a:xfrm>
                    <a:off x="6698915" y="2238810"/>
                    <a:ext cx="43578" cy="30116"/>
                  </a:xfrm>
                  <a:custGeom>
                    <a:avLst/>
                    <a:gdLst>
                      <a:gd name="connsiteX0" fmla="*/ 12528 w 43578"/>
                      <a:gd name="connsiteY0" fmla="*/ 30116 h 30116"/>
                      <a:gd name="connsiteX1" fmla="*/ 0 w 43578"/>
                      <a:gd name="connsiteY1" fmla="*/ 17563 h 30116"/>
                      <a:gd name="connsiteX2" fmla="*/ 9252 w 43578"/>
                      <a:gd name="connsiteY2" fmla="*/ 5475 h 30116"/>
                      <a:gd name="connsiteX3" fmla="*/ 27921 w 43578"/>
                      <a:gd name="connsiteY3" fmla="*/ 396 h 30116"/>
                      <a:gd name="connsiteX4" fmla="*/ 43183 w 43578"/>
                      <a:gd name="connsiteY4" fmla="*/ 9429 h 30116"/>
                      <a:gd name="connsiteX5" fmla="*/ 34489 w 43578"/>
                      <a:gd name="connsiteY5" fmla="*/ 24599 h 30116"/>
                      <a:gd name="connsiteX6" fmla="*/ 15820 w 43578"/>
                      <a:gd name="connsiteY6" fmla="*/ 29677 h 30116"/>
                      <a:gd name="connsiteX7" fmla="*/ 12528 w 43578"/>
                      <a:gd name="connsiteY7" fmla="*/ 30116 h 3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8" h="30116">
                        <a:moveTo>
                          <a:pt x="12528" y="30116"/>
                        </a:moveTo>
                        <a:cubicBezTo>
                          <a:pt x="5602" y="30110"/>
                          <a:pt x="-7" y="24489"/>
                          <a:pt x="0" y="17563"/>
                        </a:cubicBezTo>
                        <a:cubicBezTo>
                          <a:pt x="6" y="11909"/>
                          <a:pt x="3795" y="6957"/>
                          <a:pt x="9252" y="5475"/>
                        </a:cubicBezTo>
                        <a:lnTo>
                          <a:pt x="27921" y="396"/>
                        </a:lnTo>
                        <a:cubicBezTo>
                          <a:pt x="34630" y="-1324"/>
                          <a:pt x="41463" y="2720"/>
                          <a:pt x="43183" y="9429"/>
                        </a:cubicBezTo>
                        <a:cubicBezTo>
                          <a:pt x="44869" y="16005"/>
                          <a:pt x="41015" y="22729"/>
                          <a:pt x="34489" y="24599"/>
                        </a:cubicBezTo>
                        <a:lnTo>
                          <a:pt x="15820" y="29677"/>
                        </a:lnTo>
                        <a:cubicBezTo>
                          <a:pt x="14747" y="29969"/>
                          <a:pt x="13640" y="30116"/>
                          <a:pt x="12528" y="3011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6" name="Freeform 162">
                    <a:extLst>
                      <a:ext uri="{FF2B5EF4-FFF2-40B4-BE49-F238E27FC236}">
                        <a16:creationId xmlns:a16="http://schemas.microsoft.com/office/drawing/2014/main" id="{B96D29DE-E51B-ABAC-98D2-5DC1F2D8A6A5}"/>
                      </a:ext>
                    </a:extLst>
                  </p:cNvPr>
                  <p:cNvSpPr/>
                  <p:nvPr/>
                </p:nvSpPr>
                <p:spPr>
                  <a:xfrm>
                    <a:off x="6703187" y="2203941"/>
                    <a:ext cx="43000" cy="36753"/>
                  </a:xfrm>
                  <a:custGeom>
                    <a:avLst/>
                    <a:gdLst>
                      <a:gd name="connsiteX0" fmla="*/ 30436 w 43000"/>
                      <a:gd name="connsiteY0" fmla="*/ 36754 h 36753"/>
                      <a:gd name="connsiteX1" fmla="*/ 23602 w 43000"/>
                      <a:gd name="connsiteY1" fmla="*/ 34716 h 36753"/>
                      <a:gd name="connsiteX2" fmla="*/ 5700 w 43000"/>
                      <a:gd name="connsiteY2" fmla="*/ 23053 h 36753"/>
                      <a:gd name="connsiteX3" fmla="*/ 2032 w 43000"/>
                      <a:gd name="connsiteY3" fmla="*/ 5701 h 36753"/>
                      <a:gd name="connsiteX4" fmla="*/ 19385 w 43000"/>
                      <a:gd name="connsiteY4" fmla="*/ 2033 h 36753"/>
                      <a:gd name="connsiteX5" fmla="*/ 37286 w 43000"/>
                      <a:gd name="connsiteY5" fmla="*/ 13695 h 36753"/>
                      <a:gd name="connsiteX6" fmla="*/ 40976 w 43000"/>
                      <a:gd name="connsiteY6" fmla="*/ 31042 h 36753"/>
                      <a:gd name="connsiteX7" fmla="*/ 30436 w 43000"/>
                      <a:gd name="connsiteY7" fmla="*/ 36754 h 36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000" h="36753">
                        <a:moveTo>
                          <a:pt x="30436" y="36754"/>
                        </a:moveTo>
                        <a:cubicBezTo>
                          <a:pt x="28008" y="36751"/>
                          <a:pt x="25635" y="36042"/>
                          <a:pt x="23602" y="34716"/>
                        </a:cubicBezTo>
                        <a:lnTo>
                          <a:pt x="5700" y="23053"/>
                        </a:lnTo>
                        <a:cubicBezTo>
                          <a:pt x="-104" y="19274"/>
                          <a:pt x="-1746" y="11505"/>
                          <a:pt x="2032" y="5701"/>
                        </a:cubicBezTo>
                        <a:cubicBezTo>
                          <a:pt x="5811" y="-104"/>
                          <a:pt x="13581" y="-1747"/>
                          <a:pt x="19385" y="2033"/>
                        </a:cubicBezTo>
                        <a:lnTo>
                          <a:pt x="37286" y="13695"/>
                        </a:lnTo>
                        <a:cubicBezTo>
                          <a:pt x="43096" y="17467"/>
                          <a:pt x="44748" y="25232"/>
                          <a:pt x="40976" y="31042"/>
                        </a:cubicBezTo>
                        <a:cubicBezTo>
                          <a:pt x="38660" y="34611"/>
                          <a:pt x="34691" y="36762"/>
                          <a:pt x="30436" y="3675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7" name="Freeform 163">
                    <a:extLst>
                      <a:ext uri="{FF2B5EF4-FFF2-40B4-BE49-F238E27FC236}">
                        <a16:creationId xmlns:a16="http://schemas.microsoft.com/office/drawing/2014/main" id="{BE67A14F-64EE-E189-669B-0FAD2A19AE7D}"/>
                      </a:ext>
                    </a:extLst>
                  </p:cNvPr>
                  <p:cNvSpPr/>
                  <p:nvPr/>
                </p:nvSpPr>
                <p:spPr>
                  <a:xfrm>
                    <a:off x="6717310" y="2202400"/>
                    <a:ext cx="85595" cy="85587"/>
                  </a:xfrm>
                  <a:custGeom>
                    <a:avLst/>
                    <a:gdLst>
                      <a:gd name="connsiteX0" fmla="*/ 42727 w 85595"/>
                      <a:gd name="connsiteY0" fmla="*/ 85588 h 85587"/>
                      <a:gd name="connsiteX1" fmla="*/ 0 w 85595"/>
                      <a:gd name="connsiteY1" fmla="*/ 42727 h 85587"/>
                      <a:gd name="connsiteX2" fmla="*/ 42860 w 85595"/>
                      <a:gd name="connsiteY2" fmla="*/ 0 h 85587"/>
                      <a:gd name="connsiteX3" fmla="*/ 84455 w 85595"/>
                      <a:gd name="connsiteY3" fmla="*/ 33013 h 85587"/>
                      <a:gd name="connsiteX4" fmla="*/ 84455 w 85595"/>
                      <a:gd name="connsiteY4" fmla="*/ 33013 h 85587"/>
                      <a:gd name="connsiteX5" fmla="*/ 52586 w 85595"/>
                      <a:gd name="connsiteY5" fmla="*/ 84444 h 85587"/>
                      <a:gd name="connsiteX6" fmla="*/ 42727 w 85595"/>
                      <a:gd name="connsiteY6" fmla="*/ 85588 h 85587"/>
                      <a:gd name="connsiteX7" fmla="*/ 42883 w 85595"/>
                      <a:gd name="connsiteY7" fmla="*/ 25049 h 85587"/>
                      <a:gd name="connsiteX8" fmla="*/ 38808 w 85595"/>
                      <a:gd name="connsiteY8" fmla="*/ 25520 h 85587"/>
                      <a:gd name="connsiteX9" fmla="*/ 25664 w 85595"/>
                      <a:gd name="connsiteY9" fmla="*/ 46818 h 85587"/>
                      <a:gd name="connsiteX10" fmla="*/ 46962 w 85595"/>
                      <a:gd name="connsiteY10" fmla="*/ 59963 h 85587"/>
                      <a:gd name="connsiteX11" fmla="*/ 60126 w 85595"/>
                      <a:gd name="connsiteY11" fmla="*/ 38750 h 85587"/>
                      <a:gd name="connsiteX12" fmla="*/ 60126 w 85595"/>
                      <a:gd name="connsiteY12" fmla="*/ 38750 h 85587"/>
                      <a:gd name="connsiteX13" fmla="*/ 42883 w 85595"/>
                      <a:gd name="connsiteY13" fmla="*/ 25049 h 8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595" h="85587">
                        <a:moveTo>
                          <a:pt x="42727" y="85588"/>
                        </a:moveTo>
                        <a:cubicBezTo>
                          <a:pt x="19093" y="85550"/>
                          <a:pt x="-38" y="66362"/>
                          <a:pt x="0" y="42727"/>
                        </a:cubicBezTo>
                        <a:cubicBezTo>
                          <a:pt x="36" y="19093"/>
                          <a:pt x="19226" y="-38"/>
                          <a:pt x="42860" y="0"/>
                        </a:cubicBezTo>
                        <a:cubicBezTo>
                          <a:pt x="62702" y="31"/>
                          <a:pt x="79920" y="13697"/>
                          <a:pt x="84455" y="33013"/>
                        </a:cubicBezTo>
                        <a:lnTo>
                          <a:pt x="84455" y="33013"/>
                        </a:lnTo>
                        <a:cubicBezTo>
                          <a:pt x="89850" y="56015"/>
                          <a:pt x="75585" y="79036"/>
                          <a:pt x="52586" y="84444"/>
                        </a:cubicBezTo>
                        <a:cubicBezTo>
                          <a:pt x="49354" y="85202"/>
                          <a:pt x="46047" y="85586"/>
                          <a:pt x="42727" y="85588"/>
                        </a:cubicBezTo>
                        <a:close/>
                        <a:moveTo>
                          <a:pt x="42883" y="25049"/>
                        </a:moveTo>
                        <a:cubicBezTo>
                          <a:pt x="41512" y="25051"/>
                          <a:pt x="40143" y="25209"/>
                          <a:pt x="38808" y="25520"/>
                        </a:cubicBezTo>
                        <a:cubicBezTo>
                          <a:pt x="29296" y="27771"/>
                          <a:pt x="23411" y="37308"/>
                          <a:pt x="25664" y="46818"/>
                        </a:cubicBezTo>
                        <a:cubicBezTo>
                          <a:pt x="27915" y="56330"/>
                          <a:pt x="37450" y="62214"/>
                          <a:pt x="46962" y="59963"/>
                        </a:cubicBezTo>
                        <a:cubicBezTo>
                          <a:pt x="56439" y="57719"/>
                          <a:pt x="62322" y="48238"/>
                          <a:pt x="60126" y="38750"/>
                        </a:cubicBezTo>
                        <a:lnTo>
                          <a:pt x="60126" y="38750"/>
                        </a:lnTo>
                        <a:cubicBezTo>
                          <a:pt x="58252" y="30736"/>
                          <a:pt x="51113" y="25065"/>
                          <a:pt x="42883" y="25049"/>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97" name="Freeform 154">
                  <a:extLst>
                    <a:ext uri="{FF2B5EF4-FFF2-40B4-BE49-F238E27FC236}">
                      <a16:creationId xmlns:a16="http://schemas.microsoft.com/office/drawing/2014/main" id="{A45CA36B-595A-238B-0EAB-7FBC28FB948C}"/>
                    </a:ext>
                  </a:extLst>
                </p:cNvPr>
                <p:cNvSpPr/>
                <p:nvPr/>
              </p:nvSpPr>
              <p:spPr>
                <a:xfrm>
                  <a:off x="6717586" y="2109858"/>
                  <a:ext cx="54608" cy="54606"/>
                </a:xfrm>
                <a:custGeom>
                  <a:avLst/>
                  <a:gdLst>
                    <a:gd name="connsiteX0" fmla="*/ 42074 w 54608"/>
                    <a:gd name="connsiteY0" fmla="*/ 54607 h 54606"/>
                    <a:gd name="connsiteX1" fmla="*/ 33202 w 54608"/>
                    <a:gd name="connsiteY1" fmla="*/ 50939 h 54606"/>
                    <a:gd name="connsiteX2" fmla="*/ 3669 w 54608"/>
                    <a:gd name="connsiteY2" fmla="*/ 21406 h 54606"/>
                    <a:gd name="connsiteX3" fmla="*/ 3677 w 54608"/>
                    <a:gd name="connsiteY3" fmla="*/ 3669 h 54606"/>
                    <a:gd name="connsiteX4" fmla="*/ 21414 w 54608"/>
                    <a:gd name="connsiteY4" fmla="*/ 3677 h 54606"/>
                    <a:gd name="connsiteX5" fmla="*/ 50931 w 54608"/>
                    <a:gd name="connsiteY5" fmla="*/ 33194 h 54606"/>
                    <a:gd name="connsiteX6" fmla="*/ 50940 w 54608"/>
                    <a:gd name="connsiteY6" fmla="*/ 50929 h 54606"/>
                    <a:gd name="connsiteX7" fmla="*/ 42074 w 54608"/>
                    <a:gd name="connsiteY7" fmla="*/ 54607 h 5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608" h="54606">
                      <a:moveTo>
                        <a:pt x="42074" y="54607"/>
                      </a:moveTo>
                      <a:cubicBezTo>
                        <a:pt x="38748" y="54609"/>
                        <a:pt x="35556" y="53290"/>
                        <a:pt x="33202" y="50939"/>
                      </a:cubicBezTo>
                      <a:lnTo>
                        <a:pt x="3669" y="21406"/>
                      </a:lnTo>
                      <a:cubicBezTo>
                        <a:pt x="-1226" y="16506"/>
                        <a:pt x="-1223" y="8565"/>
                        <a:pt x="3677" y="3669"/>
                      </a:cubicBezTo>
                      <a:cubicBezTo>
                        <a:pt x="8577" y="-1226"/>
                        <a:pt x="16519" y="-1223"/>
                        <a:pt x="21414" y="3677"/>
                      </a:cubicBezTo>
                      <a:lnTo>
                        <a:pt x="50931" y="33194"/>
                      </a:lnTo>
                      <a:cubicBezTo>
                        <a:pt x="55831" y="38089"/>
                        <a:pt x="55836" y="46029"/>
                        <a:pt x="50940" y="50929"/>
                      </a:cubicBezTo>
                      <a:cubicBezTo>
                        <a:pt x="48590" y="53282"/>
                        <a:pt x="45401" y="54605"/>
                        <a:pt x="42074" y="5460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34" name="Group 33">
              <a:extLst>
                <a:ext uri="{FF2B5EF4-FFF2-40B4-BE49-F238E27FC236}">
                  <a16:creationId xmlns:a16="http://schemas.microsoft.com/office/drawing/2014/main" id="{2305C978-CF50-98DD-F7EF-991A0514A117}"/>
                </a:ext>
              </a:extLst>
            </p:cNvPr>
            <p:cNvGrpSpPr/>
            <p:nvPr/>
          </p:nvGrpSpPr>
          <p:grpSpPr>
            <a:xfrm>
              <a:off x="9961728" y="1490179"/>
              <a:ext cx="471791" cy="471791"/>
              <a:chOff x="9817805" y="1942177"/>
              <a:chExt cx="471791" cy="471791"/>
            </a:xfrm>
          </p:grpSpPr>
          <p:sp>
            <p:nvSpPr>
              <p:cNvPr id="84" name="Oval 83">
                <a:extLst>
                  <a:ext uri="{FF2B5EF4-FFF2-40B4-BE49-F238E27FC236}">
                    <a16:creationId xmlns:a16="http://schemas.microsoft.com/office/drawing/2014/main" id="{BA14CD18-E1DC-E0E7-2CA6-2BDF6A79938F}"/>
                  </a:ext>
                </a:extLst>
              </p:cNvPr>
              <p:cNvSpPr/>
              <p:nvPr/>
            </p:nvSpPr>
            <p:spPr>
              <a:xfrm>
                <a:off x="9817805"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85" name="Graphic 334">
                <a:extLst>
                  <a:ext uri="{FF2B5EF4-FFF2-40B4-BE49-F238E27FC236}">
                    <a16:creationId xmlns:a16="http://schemas.microsoft.com/office/drawing/2014/main" id="{4DCCBEC8-823F-A0A9-18C3-EC1BB434CB56}"/>
                  </a:ext>
                </a:extLst>
              </p:cNvPr>
              <p:cNvGrpSpPr/>
              <p:nvPr/>
            </p:nvGrpSpPr>
            <p:grpSpPr>
              <a:xfrm>
                <a:off x="9951565" y="2036935"/>
                <a:ext cx="204378" cy="282424"/>
                <a:chOff x="9951565" y="2036935"/>
                <a:chExt cx="204378" cy="282424"/>
              </a:xfrm>
            </p:grpSpPr>
            <p:sp>
              <p:nvSpPr>
                <p:cNvPr id="86" name="Freeform 143">
                  <a:extLst>
                    <a:ext uri="{FF2B5EF4-FFF2-40B4-BE49-F238E27FC236}">
                      <a16:creationId xmlns:a16="http://schemas.microsoft.com/office/drawing/2014/main" id="{6087974C-8458-9F54-6F06-0061E13306AD}"/>
                    </a:ext>
                  </a:extLst>
                </p:cNvPr>
                <p:cNvSpPr/>
                <p:nvPr/>
              </p:nvSpPr>
              <p:spPr>
                <a:xfrm>
                  <a:off x="10075099" y="2179856"/>
                  <a:ext cx="80844" cy="136661"/>
                </a:xfrm>
                <a:custGeom>
                  <a:avLst/>
                  <a:gdLst>
                    <a:gd name="connsiteX0" fmla="*/ 56016 w 80844"/>
                    <a:gd name="connsiteY0" fmla="*/ 136661 h 136661"/>
                    <a:gd name="connsiteX1" fmla="*/ 24749 w 80844"/>
                    <a:gd name="connsiteY1" fmla="*/ 114256 h 136661"/>
                    <a:gd name="connsiteX2" fmla="*/ 1674 w 80844"/>
                    <a:gd name="connsiteY2" fmla="*/ 91516 h 136661"/>
                    <a:gd name="connsiteX3" fmla="*/ 2510 w 80844"/>
                    <a:gd name="connsiteY3" fmla="*/ 77136 h 136661"/>
                    <a:gd name="connsiteX4" fmla="*/ 28762 w 80844"/>
                    <a:gd name="connsiteY4" fmla="*/ 12261 h 136661"/>
                    <a:gd name="connsiteX5" fmla="*/ 43141 w 80844"/>
                    <a:gd name="connsiteY5" fmla="*/ 55 h 136661"/>
                    <a:gd name="connsiteX6" fmla="*/ 50331 w 80844"/>
                    <a:gd name="connsiteY6" fmla="*/ 2897 h 136661"/>
                    <a:gd name="connsiteX7" fmla="*/ 79759 w 80844"/>
                    <a:gd name="connsiteY7" fmla="*/ 46371 h 136661"/>
                    <a:gd name="connsiteX8" fmla="*/ 76749 w 80844"/>
                    <a:gd name="connsiteY8" fmla="*/ 92017 h 136661"/>
                    <a:gd name="connsiteX9" fmla="*/ 67720 w 80844"/>
                    <a:gd name="connsiteY9" fmla="*/ 130642 h 136661"/>
                    <a:gd name="connsiteX10" fmla="*/ 57688 w 80844"/>
                    <a:gd name="connsiteY10" fmla="*/ 136494 h 136661"/>
                    <a:gd name="connsiteX11" fmla="*/ 56016 w 80844"/>
                    <a:gd name="connsiteY11" fmla="*/ 136661 h 136661"/>
                    <a:gd name="connsiteX12" fmla="*/ 30768 w 80844"/>
                    <a:gd name="connsiteY12" fmla="*/ 83156 h 136661"/>
                    <a:gd name="connsiteX13" fmla="*/ 48324 w 80844"/>
                    <a:gd name="connsiteY13" fmla="*/ 99374 h 136661"/>
                    <a:gd name="connsiteX14" fmla="*/ 54009 w 80844"/>
                    <a:gd name="connsiteY14" fmla="*/ 53728 h 136661"/>
                    <a:gd name="connsiteX15" fmla="*/ 49662 w 80844"/>
                    <a:gd name="connsiteY15" fmla="*/ 43194 h 136661"/>
                    <a:gd name="connsiteX16" fmla="*/ 30768 w 80844"/>
                    <a:gd name="connsiteY16" fmla="*/ 83156 h 136661"/>
                    <a:gd name="connsiteX17" fmla="*/ 30768 w 80844"/>
                    <a:gd name="connsiteY17" fmla="*/ 83156 h 136661"/>
                    <a:gd name="connsiteX18" fmla="*/ 24247 w 80844"/>
                    <a:gd name="connsiteY18" fmla="*/ 92686 h 136661"/>
                    <a:gd name="connsiteX19" fmla="*/ 24247 w 80844"/>
                    <a:gd name="connsiteY19" fmla="*/ 92686 h 136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0844" h="136661">
                      <a:moveTo>
                        <a:pt x="56016" y="136661"/>
                      </a:moveTo>
                      <a:cubicBezTo>
                        <a:pt x="50498" y="136661"/>
                        <a:pt x="45984" y="133651"/>
                        <a:pt x="24749" y="114256"/>
                      </a:cubicBezTo>
                      <a:cubicBezTo>
                        <a:pt x="3179" y="94526"/>
                        <a:pt x="2510" y="93188"/>
                        <a:pt x="1674" y="91516"/>
                      </a:cubicBezTo>
                      <a:cubicBezTo>
                        <a:pt x="-834" y="87001"/>
                        <a:pt x="-499" y="81484"/>
                        <a:pt x="2510" y="77136"/>
                      </a:cubicBezTo>
                      <a:cubicBezTo>
                        <a:pt x="17726" y="55901"/>
                        <a:pt x="27089" y="32827"/>
                        <a:pt x="28762" y="12261"/>
                      </a:cubicBezTo>
                      <a:cubicBezTo>
                        <a:pt x="29430" y="4904"/>
                        <a:pt x="35784" y="-614"/>
                        <a:pt x="43141" y="55"/>
                      </a:cubicBezTo>
                      <a:cubicBezTo>
                        <a:pt x="45816" y="222"/>
                        <a:pt x="48324" y="1225"/>
                        <a:pt x="50331" y="2897"/>
                      </a:cubicBezTo>
                      <a:cubicBezTo>
                        <a:pt x="64209" y="14100"/>
                        <a:pt x="74408" y="29316"/>
                        <a:pt x="79759" y="46371"/>
                      </a:cubicBezTo>
                      <a:cubicBezTo>
                        <a:pt x="80762" y="49547"/>
                        <a:pt x="82601" y="56236"/>
                        <a:pt x="76749" y="92017"/>
                      </a:cubicBezTo>
                      <a:cubicBezTo>
                        <a:pt x="71064" y="125793"/>
                        <a:pt x="68891" y="129137"/>
                        <a:pt x="67720" y="130642"/>
                      </a:cubicBezTo>
                      <a:cubicBezTo>
                        <a:pt x="65379" y="133986"/>
                        <a:pt x="61701" y="136159"/>
                        <a:pt x="57688" y="136494"/>
                      </a:cubicBezTo>
                      <a:cubicBezTo>
                        <a:pt x="57019" y="136494"/>
                        <a:pt x="56518" y="136661"/>
                        <a:pt x="56016" y="136661"/>
                      </a:cubicBezTo>
                      <a:close/>
                      <a:moveTo>
                        <a:pt x="30768" y="83156"/>
                      </a:moveTo>
                      <a:cubicBezTo>
                        <a:pt x="35784" y="87837"/>
                        <a:pt x="42305" y="94024"/>
                        <a:pt x="48324" y="99374"/>
                      </a:cubicBezTo>
                      <a:cubicBezTo>
                        <a:pt x="51501" y="82320"/>
                        <a:pt x="54845" y="59747"/>
                        <a:pt x="54009" y="53728"/>
                      </a:cubicBezTo>
                      <a:cubicBezTo>
                        <a:pt x="52839" y="50049"/>
                        <a:pt x="51501" y="46538"/>
                        <a:pt x="49662" y="43194"/>
                      </a:cubicBezTo>
                      <a:cubicBezTo>
                        <a:pt x="45148" y="57239"/>
                        <a:pt x="38794" y="70615"/>
                        <a:pt x="30768" y="83156"/>
                      </a:cubicBezTo>
                      <a:lnTo>
                        <a:pt x="30768" y="83156"/>
                      </a:lnTo>
                      <a:close/>
                      <a:moveTo>
                        <a:pt x="24247" y="92686"/>
                      </a:moveTo>
                      <a:lnTo>
                        <a:pt x="24247" y="92686"/>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7" name="Freeform 144">
                  <a:extLst>
                    <a:ext uri="{FF2B5EF4-FFF2-40B4-BE49-F238E27FC236}">
                      <a16:creationId xmlns:a16="http://schemas.microsoft.com/office/drawing/2014/main" id="{A45F6CF2-19B3-A0B6-4771-67C911CF577F}"/>
                    </a:ext>
                  </a:extLst>
                </p:cNvPr>
                <p:cNvSpPr/>
                <p:nvPr/>
              </p:nvSpPr>
              <p:spPr>
                <a:xfrm>
                  <a:off x="9951565" y="2182212"/>
                  <a:ext cx="80901" cy="136478"/>
                </a:xfrm>
                <a:custGeom>
                  <a:avLst/>
                  <a:gdLst>
                    <a:gd name="connsiteX0" fmla="*/ 24718 w 80901"/>
                    <a:gd name="connsiteY0" fmla="*/ 136479 h 136478"/>
                    <a:gd name="connsiteX1" fmla="*/ 23214 w 80901"/>
                    <a:gd name="connsiteY1" fmla="*/ 136479 h 136478"/>
                    <a:gd name="connsiteX2" fmla="*/ 13181 w 80901"/>
                    <a:gd name="connsiteY2" fmla="*/ 130627 h 136478"/>
                    <a:gd name="connsiteX3" fmla="*/ 4152 w 80901"/>
                    <a:gd name="connsiteY3" fmla="*/ 92003 h 136478"/>
                    <a:gd name="connsiteX4" fmla="*/ 1143 w 80901"/>
                    <a:gd name="connsiteY4" fmla="*/ 46356 h 136478"/>
                    <a:gd name="connsiteX5" fmla="*/ 1143 w 80901"/>
                    <a:gd name="connsiteY5" fmla="*/ 46356 h 136478"/>
                    <a:gd name="connsiteX6" fmla="*/ 30571 w 80901"/>
                    <a:gd name="connsiteY6" fmla="*/ 2882 h 136478"/>
                    <a:gd name="connsiteX7" fmla="*/ 49297 w 80901"/>
                    <a:gd name="connsiteY7" fmla="*/ 5056 h 136478"/>
                    <a:gd name="connsiteX8" fmla="*/ 52140 w 80901"/>
                    <a:gd name="connsiteY8" fmla="*/ 12246 h 136478"/>
                    <a:gd name="connsiteX9" fmla="*/ 78391 w 80901"/>
                    <a:gd name="connsiteY9" fmla="*/ 77121 h 136478"/>
                    <a:gd name="connsiteX10" fmla="*/ 79227 w 80901"/>
                    <a:gd name="connsiteY10" fmla="*/ 91501 h 136478"/>
                    <a:gd name="connsiteX11" fmla="*/ 56153 w 80901"/>
                    <a:gd name="connsiteY11" fmla="*/ 114241 h 136478"/>
                    <a:gd name="connsiteX12" fmla="*/ 24718 w 80901"/>
                    <a:gd name="connsiteY12" fmla="*/ 136479 h 136478"/>
                    <a:gd name="connsiteX13" fmla="*/ 26725 w 80901"/>
                    <a:gd name="connsiteY13" fmla="*/ 53545 h 136478"/>
                    <a:gd name="connsiteX14" fmla="*/ 32410 w 80901"/>
                    <a:gd name="connsiteY14" fmla="*/ 99192 h 136478"/>
                    <a:gd name="connsiteX15" fmla="*/ 49966 w 80901"/>
                    <a:gd name="connsiteY15" fmla="*/ 82973 h 136478"/>
                    <a:gd name="connsiteX16" fmla="*/ 31072 w 80901"/>
                    <a:gd name="connsiteY16" fmla="*/ 43012 h 136478"/>
                    <a:gd name="connsiteX17" fmla="*/ 26725 w 80901"/>
                    <a:gd name="connsiteY17" fmla="*/ 53545 h 136478"/>
                    <a:gd name="connsiteX18" fmla="*/ 56487 w 80901"/>
                    <a:gd name="connsiteY18" fmla="*/ 92671 h 136478"/>
                    <a:gd name="connsiteX19" fmla="*/ 56487 w 80901"/>
                    <a:gd name="connsiteY19" fmla="*/ 92671 h 136478"/>
                    <a:gd name="connsiteX20" fmla="*/ 26558 w 80901"/>
                    <a:gd name="connsiteY20" fmla="*/ 53880 h 136478"/>
                    <a:gd name="connsiteX21" fmla="*/ 26558 w 80901"/>
                    <a:gd name="connsiteY21" fmla="*/ 53880 h 136478"/>
                    <a:gd name="connsiteX22" fmla="*/ 26558 w 80901"/>
                    <a:gd name="connsiteY22" fmla="*/ 53880 h 136478"/>
                    <a:gd name="connsiteX23" fmla="*/ 13850 w 80901"/>
                    <a:gd name="connsiteY23" fmla="*/ 50034 h 136478"/>
                    <a:gd name="connsiteX24" fmla="*/ 13850 w 80901"/>
                    <a:gd name="connsiteY24" fmla="*/ 50034 h 13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0901" h="136478">
                      <a:moveTo>
                        <a:pt x="24718" y="136479"/>
                      </a:moveTo>
                      <a:cubicBezTo>
                        <a:pt x="24217" y="136479"/>
                        <a:pt x="23715" y="136479"/>
                        <a:pt x="23214" y="136479"/>
                      </a:cubicBezTo>
                      <a:cubicBezTo>
                        <a:pt x="19201" y="136145"/>
                        <a:pt x="15522" y="133971"/>
                        <a:pt x="13181" y="130627"/>
                      </a:cubicBezTo>
                      <a:cubicBezTo>
                        <a:pt x="12011" y="128955"/>
                        <a:pt x="9837" y="125778"/>
                        <a:pt x="4152" y="92003"/>
                      </a:cubicBezTo>
                      <a:cubicBezTo>
                        <a:pt x="-1867" y="56221"/>
                        <a:pt x="139" y="49533"/>
                        <a:pt x="1143" y="46356"/>
                      </a:cubicBezTo>
                      <a:lnTo>
                        <a:pt x="1143" y="46356"/>
                      </a:lnTo>
                      <a:cubicBezTo>
                        <a:pt x="6493" y="29301"/>
                        <a:pt x="16693" y="14085"/>
                        <a:pt x="30571" y="2882"/>
                      </a:cubicBezTo>
                      <a:cubicBezTo>
                        <a:pt x="36423" y="-1632"/>
                        <a:pt x="44783" y="-796"/>
                        <a:pt x="49297" y="5056"/>
                      </a:cubicBezTo>
                      <a:cubicBezTo>
                        <a:pt x="50969" y="7063"/>
                        <a:pt x="51973" y="9571"/>
                        <a:pt x="52140" y="12246"/>
                      </a:cubicBezTo>
                      <a:cubicBezTo>
                        <a:pt x="53812" y="32812"/>
                        <a:pt x="63175" y="55886"/>
                        <a:pt x="78391" y="77121"/>
                      </a:cubicBezTo>
                      <a:cubicBezTo>
                        <a:pt x="81401" y="81301"/>
                        <a:pt x="81735" y="86986"/>
                        <a:pt x="79227" y="91501"/>
                      </a:cubicBezTo>
                      <a:cubicBezTo>
                        <a:pt x="78391" y="93006"/>
                        <a:pt x="77555" y="94343"/>
                        <a:pt x="56153" y="114241"/>
                      </a:cubicBezTo>
                      <a:cubicBezTo>
                        <a:pt x="34751" y="133469"/>
                        <a:pt x="30236" y="136479"/>
                        <a:pt x="24718" y="136479"/>
                      </a:cubicBezTo>
                      <a:close/>
                      <a:moveTo>
                        <a:pt x="26725" y="53545"/>
                      </a:moveTo>
                      <a:cubicBezTo>
                        <a:pt x="25889" y="59565"/>
                        <a:pt x="29400" y="82137"/>
                        <a:pt x="32410" y="99192"/>
                      </a:cubicBezTo>
                      <a:cubicBezTo>
                        <a:pt x="38262" y="93842"/>
                        <a:pt x="44950" y="87655"/>
                        <a:pt x="49966" y="82973"/>
                      </a:cubicBezTo>
                      <a:cubicBezTo>
                        <a:pt x="41940" y="70600"/>
                        <a:pt x="35587" y="57057"/>
                        <a:pt x="31072" y="43012"/>
                      </a:cubicBezTo>
                      <a:cubicBezTo>
                        <a:pt x="29233" y="46356"/>
                        <a:pt x="27728" y="49867"/>
                        <a:pt x="26725" y="53545"/>
                      </a:cubicBezTo>
                      <a:close/>
                      <a:moveTo>
                        <a:pt x="56487" y="92671"/>
                      </a:moveTo>
                      <a:lnTo>
                        <a:pt x="56487" y="92671"/>
                      </a:lnTo>
                      <a:close/>
                      <a:moveTo>
                        <a:pt x="26558" y="53880"/>
                      </a:moveTo>
                      <a:lnTo>
                        <a:pt x="26558" y="53880"/>
                      </a:lnTo>
                      <a:lnTo>
                        <a:pt x="26558" y="53880"/>
                      </a:lnTo>
                      <a:close/>
                      <a:moveTo>
                        <a:pt x="13850" y="50034"/>
                      </a:moveTo>
                      <a:lnTo>
                        <a:pt x="13850" y="50034"/>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8" name="Freeform 145">
                  <a:extLst>
                    <a:ext uri="{FF2B5EF4-FFF2-40B4-BE49-F238E27FC236}">
                      <a16:creationId xmlns:a16="http://schemas.microsoft.com/office/drawing/2014/main" id="{D6397B63-6243-BA61-7843-1421AD79831E}"/>
                    </a:ext>
                  </a:extLst>
                </p:cNvPr>
                <p:cNvSpPr/>
                <p:nvPr/>
              </p:nvSpPr>
              <p:spPr>
                <a:xfrm>
                  <a:off x="9976589" y="2036935"/>
                  <a:ext cx="153728" cy="247979"/>
                </a:xfrm>
                <a:custGeom>
                  <a:avLst/>
                  <a:gdLst>
                    <a:gd name="connsiteX0" fmla="*/ 107040 w 153728"/>
                    <a:gd name="connsiteY0" fmla="*/ 247980 h 247979"/>
                    <a:gd name="connsiteX1" fmla="*/ 46847 w 153728"/>
                    <a:gd name="connsiteY1" fmla="*/ 247980 h 247979"/>
                    <a:gd name="connsiteX2" fmla="*/ 36814 w 153728"/>
                    <a:gd name="connsiteY2" fmla="*/ 243465 h 247979"/>
                    <a:gd name="connsiteX3" fmla="*/ 1200 w 153728"/>
                    <a:gd name="connsiteY3" fmla="*/ 167053 h 247979"/>
                    <a:gd name="connsiteX4" fmla="*/ 11734 w 153728"/>
                    <a:gd name="connsiteY4" fmla="*/ 92814 h 247979"/>
                    <a:gd name="connsiteX5" fmla="*/ 42834 w 153728"/>
                    <a:gd name="connsiteY5" fmla="*/ 32286 h 247979"/>
                    <a:gd name="connsiteX6" fmla="*/ 76442 w 153728"/>
                    <a:gd name="connsiteY6" fmla="*/ 16 h 247979"/>
                    <a:gd name="connsiteX7" fmla="*/ 100018 w 153728"/>
                    <a:gd name="connsiteY7" fmla="*/ 18241 h 247979"/>
                    <a:gd name="connsiteX8" fmla="*/ 111053 w 153728"/>
                    <a:gd name="connsiteY8" fmla="*/ 31952 h 247979"/>
                    <a:gd name="connsiteX9" fmla="*/ 111221 w 153728"/>
                    <a:gd name="connsiteY9" fmla="*/ 32119 h 247979"/>
                    <a:gd name="connsiteX10" fmla="*/ 152854 w 153728"/>
                    <a:gd name="connsiteY10" fmla="*/ 166217 h 247979"/>
                    <a:gd name="connsiteX11" fmla="*/ 152687 w 153728"/>
                    <a:gd name="connsiteY11" fmla="*/ 167053 h 247979"/>
                    <a:gd name="connsiteX12" fmla="*/ 117240 w 153728"/>
                    <a:gd name="connsiteY12" fmla="*/ 243131 h 247979"/>
                    <a:gd name="connsiteX13" fmla="*/ 107040 w 153728"/>
                    <a:gd name="connsiteY13" fmla="*/ 247980 h 247979"/>
                    <a:gd name="connsiteX14" fmla="*/ 53368 w 153728"/>
                    <a:gd name="connsiteY14" fmla="*/ 221227 h 247979"/>
                    <a:gd name="connsiteX15" fmla="*/ 100352 w 153728"/>
                    <a:gd name="connsiteY15" fmla="*/ 221227 h 247979"/>
                    <a:gd name="connsiteX16" fmla="*/ 126269 w 153728"/>
                    <a:gd name="connsiteY16" fmla="*/ 163040 h 247979"/>
                    <a:gd name="connsiteX17" fmla="*/ 89818 w 153728"/>
                    <a:gd name="connsiteY17" fmla="*/ 48170 h 247979"/>
                    <a:gd name="connsiteX18" fmla="*/ 76776 w 153728"/>
                    <a:gd name="connsiteY18" fmla="*/ 31952 h 247979"/>
                    <a:gd name="connsiteX19" fmla="*/ 64403 w 153728"/>
                    <a:gd name="connsiteY19" fmla="*/ 48003 h 247979"/>
                    <a:gd name="connsiteX20" fmla="*/ 27618 w 153728"/>
                    <a:gd name="connsiteY20" fmla="*/ 162706 h 247979"/>
                    <a:gd name="connsiteX21" fmla="*/ 53368 w 153728"/>
                    <a:gd name="connsiteY21" fmla="*/ 221227 h 247979"/>
                    <a:gd name="connsiteX22" fmla="*/ 139478 w 153728"/>
                    <a:gd name="connsiteY22" fmla="*/ 164712 h 247979"/>
                    <a:gd name="connsiteX23" fmla="*/ 139478 w 153728"/>
                    <a:gd name="connsiteY23" fmla="*/ 164712 h 247979"/>
                    <a:gd name="connsiteX24" fmla="*/ 139478 w 153728"/>
                    <a:gd name="connsiteY24" fmla="*/ 164712 h 247979"/>
                    <a:gd name="connsiteX25" fmla="*/ 83130 w 153728"/>
                    <a:gd name="connsiteY25" fmla="*/ 24929 h 247979"/>
                    <a:gd name="connsiteX26" fmla="*/ 83130 w 153728"/>
                    <a:gd name="connsiteY26" fmla="*/ 24929 h 247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3728" h="247979">
                      <a:moveTo>
                        <a:pt x="107040" y="247980"/>
                      </a:moveTo>
                      <a:lnTo>
                        <a:pt x="46847" y="247980"/>
                      </a:lnTo>
                      <a:cubicBezTo>
                        <a:pt x="43001" y="247980"/>
                        <a:pt x="39323" y="246308"/>
                        <a:pt x="36814" y="243465"/>
                      </a:cubicBezTo>
                      <a:cubicBezTo>
                        <a:pt x="35644" y="242128"/>
                        <a:pt x="8222" y="210359"/>
                        <a:pt x="1200" y="167053"/>
                      </a:cubicBezTo>
                      <a:cubicBezTo>
                        <a:pt x="-2980" y="141471"/>
                        <a:pt x="4544" y="112544"/>
                        <a:pt x="11734" y="92814"/>
                      </a:cubicBezTo>
                      <a:cubicBezTo>
                        <a:pt x="19760" y="70409"/>
                        <a:pt x="31464" y="47669"/>
                        <a:pt x="42834" y="32286"/>
                      </a:cubicBezTo>
                      <a:cubicBezTo>
                        <a:pt x="65908" y="183"/>
                        <a:pt x="71091" y="16"/>
                        <a:pt x="76442" y="16"/>
                      </a:cubicBezTo>
                      <a:cubicBezTo>
                        <a:pt x="84133" y="-319"/>
                        <a:pt x="88982" y="4697"/>
                        <a:pt x="100018" y="18241"/>
                      </a:cubicBezTo>
                      <a:cubicBezTo>
                        <a:pt x="105703" y="25096"/>
                        <a:pt x="110719" y="31784"/>
                        <a:pt x="111053" y="31952"/>
                      </a:cubicBezTo>
                      <a:cubicBezTo>
                        <a:pt x="111053" y="31952"/>
                        <a:pt x="111221" y="32119"/>
                        <a:pt x="111221" y="32119"/>
                      </a:cubicBezTo>
                      <a:cubicBezTo>
                        <a:pt x="129446" y="56698"/>
                        <a:pt x="159208" y="106692"/>
                        <a:pt x="152854" y="166217"/>
                      </a:cubicBezTo>
                      <a:cubicBezTo>
                        <a:pt x="152854" y="166551"/>
                        <a:pt x="152854" y="166719"/>
                        <a:pt x="152687" y="167053"/>
                      </a:cubicBezTo>
                      <a:cubicBezTo>
                        <a:pt x="145665" y="208520"/>
                        <a:pt x="118410" y="241793"/>
                        <a:pt x="117240" y="243131"/>
                      </a:cubicBezTo>
                      <a:cubicBezTo>
                        <a:pt x="114732" y="246141"/>
                        <a:pt x="111053" y="247980"/>
                        <a:pt x="107040" y="247980"/>
                      </a:cubicBezTo>
                      <a:close/>
                      <a:moveTo>
                        <a:pt x="53368" y="221227"/>
                      </a:moveTo>
                      <a:lnTo>
                        <a:pt x="100352" y="221227"/>
                      </a:lnTo>
                      <a:cubicBezTo>
                        <a:pt x="107208" y="211697"/>
                        <a:pt x="121754" y="188790"/>
                        <a:pt x="126269" y="163040"/>
                      </a:cubicBezTo>
                      <a:cubicBezTo>
                        <a:pt x="131452" y="112879"/>
                        <a:pt x="105703" y="69573"/>
                        <a:pt x="89818" y="48170"/>
                      </a:cubicBezTo>
                      <a:cubicBezTo>
                        <a:pt x="85638" y="42653"/>
                        <a:pt x="80622" y="36633"/>
                        <a:pt x="76776" y="31952"/>
                      </a:cubicBezTo>
                      <a:cubicBezTo>
                        <a:pt x="73098" y="36299"/>
                        <a:pt x="68583" y="42318"/>
                        <a:pt x="64403" y="48003"/>
                      </a:cubicBezTo>
                      <a:cubicBezTo>
                        <a:pt x="45676" y="73084"/>
                        <a:pt x="21933" y="128261"/>
                        <a:pt x="27618" y="162706"/>
                      </a:cubicBezTo>
                      <a:cubicBezTo>
                        <a:pt x="31966" y="189626"/>
                        <a:pt x="46512" y="212031"/>
                        <a:pt x="53368" y="221227"/>
                      </a:cubicBezTo>
                      <a:close/>
                      <a:moveTo>
                        <a:pt x="139478" y="164712"/>
                      </a:moveTo>
                      <a:lnTo>
                        <a:pt x="139478" y="164712"/>
                      </a:lnTo>
                      <a:lnTo>
                        <a:pt x="139478" y="164712"/>
                      </a:lnTo>
                      <a:close/>
                      <a:moveTo>
                        <a:pt x="83130" y="24929"/>
                      </a:moveTo>
                      <a:lnTo>
                        <a:pt x="83130" y="24929"/>
                      </a:ln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9" name="Freeform 146">
                  <a:extLst>
                    <a:ext uri="{FF2B5EF4-FFF2-40B4-BE49-F238E27FC236}">
                      <a16:creationId xmlns:a16="http://schemas.microsoft.com/office/drawing/2014/main" id="{C73229A6-FAEC-50F7-EB0C-144E0429FDEA}"/>
                    </a:ext>
                  </a:extLst>
                </p:cNvPr>
                <p:cNvSpPr/>
                <p:nvPr/>
              </p:nvSpPr>
              <p:spPr>
                <a:xfrm>
                  <a:off x="10038985" y="2195628"/>
                  <a:ext cx="26752" cy="123731"/>
                </a:xfrm>
                <a:custGeom>
                  <a:avLst/>
                  <a:gdLst>
                    <a:gd name="connsiteX0" fmla="*/ 13376 w 26752"/>
                    <a:gd name="connsiteY0" fmla="*/ 123731 h 123731"/>
                    <a:gd name="connsiteX1" fmla="*/ 0 w 26752"/>
                    <a:gd name="connsiteY1" fmla="*/ 110355 h 123731"/>
                    <a:gd name="connsiteX2" fmla="*/ 0 w 26752"/>
                    <a:gd name="connsiteY2" fmla="*/ 13376 h 123731"/>
                    <a:gd name="connsiteX3" fmla="*/ 13376 w 26752"/>
                    <a:gd name="connsiteY3" fmla="*/ 0 h 123731"/>
                    <a:gd name="connsiteX4" fmla="*/ 26753 w 26752"/>
                    <a:gd name="connsiteY4" fmla="*/ 13376 h 123731"/>
                    <a:gd name="connsiteX5" fmla="*/ 26753 w 26752"/>
                    <a:gd name="connsiteY5" fmla="*/ 110355 h 123731"/>
                    <a:gd name="connsiteX6" fmla="*/ 13376 w 26752"/>
                    <a:gd name="connsiteY6" fmla="*/ 123731 h 12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52" h="123731">
                      <a:moveTo>
                        <a:pt x="13376" y="123731"/>
                      </a:moveTo>
                      <a:cubicBezTo>
                        <a:pt x="6019" y="123731"/>
                        <a:pt x="0" y="117712"/>
                        <a:pt x="0" y="110355"/>
                      </a:cubicBezTo>
                      <a:lnTo>
                        <a:pt x="0" y="13376"/>
                      </a:lnTo>
                      <a:cubicBezTo>
                        <a:pt x="0" y="6019"/>
                        <a:pt x="6019" y="0"/>
                        <a:pt x="13376" y="0"/>
                      </a:cubicBezTo>
                      <a:cubicBezTo>
                        <a:pt x="20733" y="0"/>
                        <a:pt x="26753" y="6019"/>
                        <a:pt x="26753" y="13376"/>
                      </a:cubicBezTo>
                      <a:lnTo>
                        <a:pt x="26753" y="110355"/>
                      </a:lnTo>
                      <a:cubicBezTo>
                        <a:pt x="26753" y="117712"/>
                        <a:pt x="20733" y="123731"/>
                        <a:pt x="13376" y="123731"/>
                      </a:cubicBez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90" name="Freeform 147">
                  <a:extLst>
                    <a:ext uri="{FF2B5EF4-FFF2-40B4-BE49-F238E27FC236}">
                      <a16:creationId xmlns:a16="http://schemas.microsoft.com/office/drawing/2014/main" id="{4F7C5189-809F-87D1-15AE-3FA5FB70C7C0}"/>
                    </a:ext>
                  </a:extLst>
                </p:cNvPr>
                <p:cNvSpPr/>
                <p:nvPr/>
              </p:nvSpPr>
              <p:spPr>
                <a:xfrm>
                  <a:off x="10019590" y="2116540"/>
                  <a:ext cx="68386" cy="68386"/>
                </a:xfrm>
                <a:custGeom>
                  <a:avLst/>
                  <a:gdLst>
                    <a:gd name="connsiteX0" fmla="*/ 34277 w 68386"/>
                    <a:gd name="connsiteY0" fmla="*/ 68387 h 68386"/>
                    <a:gd name="connsiteX1" fmla="*/ 0 w 68386"/>
                    <a:gd name="connsiteY1" fmla="*/ 34277 h 68386"/>
                    <a:gd name="connsiteX2" fmla="*/ 34110 w 68386"/>
                    <a:gd name="connsiteY2" fmla="*/ 0 h 68386"/>
                    <a:gd name="connsiteX3" fmla="*/ 68387 w 68386"/>
                    <a:gd name="connsiteY3" fmla="*/ 34110 h 68386"/>
                    <a:gd name="connsiteX4" fmla="*/ 68387 w 68386"/>
                    <a:gd name="connsiteY4" fmla="*/ 34110 h 68386"/>
                    <a:gd name="connsiteX5" fmla="*/ 34277 w 68386"/>
                    <a:gd name="connsiteY5" fmla="*/ 68387 h 68386"/>
                    <a:gd name="connsiteX6" fmla="*/ 34277 w 68386"/>
                    <a:gd name="connsiteY6" fmla="*/ 26753 h 68386"/>
                    <a:gd name="connsiteX7" fmla="*/ 26753 w 68386"/>
                    <a:gd name="connsiteY7" fmla="*/ 34110 h 68386"/>
                    <a:gd name="connsiteX8" fmla="*/ 34110 w 68386"/>
                    <a:gd name="connsiteY8" fmla="*/ 41634 h 68386"/>
                    <a:gd name="connsiteX9" fmla="*/ 41634 w 68386"/>
                    <a:gd name="connsiteY9" fmla="*/ 34277 h 68386"/>
                    <a:gd name="connsiteX10" fmla="*/ 41634 w 68386"/>
                    <a:gd name="connsiteY10" fmla="*/ 34277 h 68386"/>
                    <a:gd name="connsiteX11" fmla="*/ 34277 w 68386"/>
                    <a:gd name="connsiteY11" fmla="*/ 26753 h 6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386" h="68386">
                      <a:moveTo>
                        <a:pt x="34277" y="68387"/>
                      </a:moveTo>
                      <a:cubicBezTo>
                        <a:pt x="15383" y="68387"/>
                        <a:pt x="0" y="53004"/>
                        <a:pt x="0" y="34277"/>
                      </a:cubicBezTo>
                      <a:cubicBezTo>
                        <a:pt x="0" y="15550"/>
                        <a:pt x="15383" y="0"/>
                        <a:pt x="34110" y="0"/>
                      </a:cubicBezTo>
                      <a:cubicBezTo>
                        <a:pt x="52837" y="0"/>
                        <a:pt x="68387" y="15216"/>
                        <a:pt x="68387" y="34110"/>
                      </a:cubicBezTo>
                      <a:cubicBezTo>
                        <a:pt x="68387" y="34110"/>
                        <a:pt x="68387" y="34110"/>
                        <a:pt x="68387" y="34110"/>
                      </a:cubicBezTo>
                      <a:cubicBezTo>
                        <a:pt x="68387" y="53004"/>
                        <a:pt x="53004" y="68387"/>
                        <a:pt x="34277" y="68387"/>
                      </a:cubicBezTo>
                      <a:close/>
                      <a:moveTo>
                        <a:pt x="34277" y="26753"/>
                      </a:moveTo>
                      <a:cubicBezTo>
                        <a:pt x="30097" y="26753"/>
                        <a:pt x="26753" y="30097"/>
                        <a:pt x="26753" y="34110"/>
                      </a:cubicBezTo>
                      <a:cubicBezTo>
                        <a:pt x="26753" y="38290"/>
                        <a:pt x="30097" y="41634"/>
                        <a:pt x="34110" y="41634"/>
                      </a:cubicBezTo>
                      <a:cubicBezTo>
                        <a:pt x="38290" y="41634"/>
                        <a:pt x="41634" y="38290"/>
                        <a:pt x="41634" y="34277"/>
                      </a:cubicBezTo>
                      <a:cubicBezTo>
                        <a:pt x="41634" y="34277"/>
                        <a:pt x="41634" y="34277"/>
                        <a:pt x="41634" y="34277"/>
                      </a:cubicBezTo>
                      <a:cubicBezTo>
                        <a:pt x="41634" y="30097"/>
                        <a:pt x="38290" y="26753"/>
                        <a:pt x="34277" y="26753"/>
                      </a:cubicBez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42" name="Group 41">
              <a:extLst>
                <a:ext uri="{FF2B5EF4-FFF2-40B4-BE49-F238E27FC236}">
                  <a16:creationId xmlns:a16="http://schemas.microsoft.com/office/drawing/2014/main" id="{4B376157-67A1-C31B-4C79-BAD42AAF1164}"/>
                </a:ext>
              </a:extLst>
            </p:cNvPr>
            <p:cNvGrpSpPr/>
            <p:nvPr/>
          </p:nvGrpSpPr>
          <p:grpSpPr>
            <a:xfrm>
              <a:off x="11473610" y="1490179"/>
              <a:ext cx="471791" cy="471791"/>
              <a:chOff x="11473610" y="1942177"/>
              <a:chExt cx="471791" cy="471791"/>
            </a:xfrm>
          </p:grpSpPr>
          <p:sp>
            <p:nvSpPr>
              <p:cNvPr id="68" name="Oval 67">
                <a:extLst>
                  <a:ext uri="{FF2B5EF4-FFF2-40B4-BE49-F238E27FC236}">
                    <a16:creationId xmlns:a16="http://schemas.microsoft.com/office/drawing/2014/main" id="{5F91BE62-9861-1E0B-AF47-3A091D4F0026}"/>
                  </a:ext>
                </a:extLst>
              </p:cNvPr>
              <p:cNvSpPr/>
              <p:nvPr/>
            </p:nvSpPr>
            <p:spPr>
              <a:xfrm>
                <a:off x="11473610"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69" name="Group 68">
                <a:extLst>
                  <a:ext uri="{FF2B5EF4-FFF2-40B4-BE49-F238E27FC236}">
                    <a16:creationId xmlns:a16="http://schemas.microsoft.com/office/drawing/2014/main" id="{13230CDF-D860-AE87-9F8F-A0C3A846FFA5}"/>
                  </a:ext>
                </a:extLst>
              </p:cNvPr>
              <p:cNvGrpSpPr/>
              <p:nvPr/>
            </p:nvGrpSpPr>
            <p:grpSpPr>
              <a:xfrm>
                <a:off x="11570793" y="2043116"/>
                <a:ext cx="277520" cy="269933"/>
                <a:chOff x="11570793" y="2043116"/>
                <a:chExt cx="277520" cy="269933"/>
              </a:xfrm>
            </p:grpSpPr>
            <p:sp>
              <p:nvSpPr>
                <p:cNvPr id="70" name="Freeform 127">
                  <a:extLst>
                    <a:ext uri="{FF2B5EF4-FFF2-40B4-BE49-F238E27FC236}">
                      <a16:creationId xmlns:a16="http://schemas.microsoft.com/office/drawing/2014/main" id="{ABD8CB95-F5B6-65D8-77C8-1E33C4F845BB}"/>
                    </a:ext>
                  </a:extLst>
                </p:cNvPr>
                <p:cNvSpPr/>
                <p:nvPr/>
              </p:nvSpPr>
              <p:spPr>
                <a:xfrm>
                  <a:off x="11570793" y="2043116"/>
                  <a:ext cx="179741" cy="226257"/>
                </a:xfrm>
                <a:custGeom>
                  <a:avLst/>
                  <a:gdLst>
                    <a:gd name="connsiteX0" fmla="*/ 41995 w 179741"/>
                    <a:gd name="connsiteY0" fmla="*/ 226257 h 226257"/>
                    <a:gd name="connsiteX1" fmla="*/ 31425 w 179741"/>
                    <a:gd name="connsiteY1" fmla="*/ 221343 h 226257"/>
                    <a:gd name="connsiteX2" fmla="*/ 48307 w 179741"/>
                    <a:gd name="connsiteY2" fmla="*/ 31424 h 226257"/>
                    <a:gd name="connsiteX3" fmla="*/ 168886 w 179741"/>
                    <a:gd name="connsiteY3" fmla="*/ 4375 h 226257"/>
                    <a:gd name="connsiteX4" fmla="*/ 179422 w 179741"/>
                    <a:gd name="connsiteY4" fmla="*/ 20793 h 226257"/>
                    <a:gd name="connsiteX5" fmla="*/ 163005 w 179741"/>
                    <a:gd name="connsiteY5" fmla="*/ 31329 h 226257"/>
                    <a:gd name="connsiteX6" fmla="*/ 161989 w 179741"/>
                    <a:gd name="connsiteY6" fmla="*/ 31067 h 226257"/>
                    <a:gd name="connsiteX7" fmla="*/ 31017 w 179741"/>
                    <a:gd name="connsiteY7" fmla="*/ 107371 h 226257"/>
                    <a:gd name="connsiteX8" fmla="*/ 52548 w 179741"/>
                    <a:gd name="connsiteY8" fmla="*/ 203600 h 226257"/>
                    <a:gd name="connsiteX9" fmla="*/ 50841 w 179741"/>
                    <a:gd name="connsiteY9" fmla="*/ 223033 h 226257"/>
                    <a:gd name="connsiteX10" fmla="*/ 41995 w 179741"/>
                    <a:gd name="connsiteY10" fmla="*/ 226257 h 22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41" h="226257">
                      <a:moveTo>
                        <a:pt x="41995" y="226257"/>
                      </a:moveTo>
                      <a:cubicBezTo>
                        <a:pt x="37919" y="226261"/>
                        <a:pt x="34050" y="224462"/>
                        <a:pt x="31425" y="221343"/>
                      </a:cubicBezTo>
                      <a:cubicBezTo>
                        <a:pt x="-16358" y="164236"/>
                        <a:pt x="-8799" y="79207"/>
                        <a:pt x="48307" y="31424"/>
                      </a:cubicBezTo>
                      <a:cubicBezTo>
                        <a:pt x="81759" y="3434"/>
                        <a:pt x="126684" y="-6644"/>
                        <a:pt x="168886" y="4375"/>
                      </a:cubicBezTo>
                      <a:cubicBezTo>
                        <a:pt x="176330" y="5999"/>
                        <a:pt x="181046" y="13350"/>
                        <a:pt x="179422" y="20793"/>
                      </a:cubicBezTo>
                      <a:cubicBezTo>
                        <a:pt x="177798" y="28236"/>
                        <a:pt x="170447" y="32954"/>
                        <a:pt x="163005" y="31329"/>
                      </a:cubicBezTo>
                      <a:cubicBezTo>
                        <a:pt x="162663" y="31255"/>
                        <a:pt x="162324" y="31167"/>
                        <a:pt x="161989" y="31067"/>
                      </a:cubicBezTo>
                      <a:cubicBezTo>
                        <a:pt x="104751" y="15971"/>
                        <a:pt x="46113" y="50133"/>
                        <a:pt x="31017" y="107371"/>
                      </a:cubicBezTo>
                      <a:cubicBezTo>
                        <a:pt x="22136" y="141041"/>
                        <a:pt x="30166" y="176925"/>
                        <a:pt x="52548" y="203600"/>
                      </a:cubicBezTo>
                      <a:cubicBezTo>
                        <a:pt x="57443" y="209439"/>
                        <a:pt x="56678" y="218140"/>
                        <a:pt x="50841" y="223033"/>
                      </a:cubicBezTo>
                      <a:cubicBezTo>
                        <a:pt x="48361" y="225113"/>
                        <a:pt x="45231" y="226254"/>
                        <a:pt x="41995" y="226257"/>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1" name="Freeform 128">
                  <a:extLst>
                    <a:ext uri="{FF2B5EF4-FFF2-40B4-BE49-F238E27FC236}">
                      <a16:creationId xmlns:a16="http://schemas.microsoft.com/office/drawing/2014/main" id="{1C00DF99-D098-F402-BA30-136E4D59B67F}"/>
                    </a:ext>
                  </a:extLst>
                </p:cNvPr>
                <p:cNvSpPr/>
                <p:nvPr/>
              </p:nvSpPr>
              <p:spPr>
                <a:xfrm>
                  <a:off x="11594873" y="2243457"/>
                  <a:ext cx="54073" cy="54073"/>
                </a:xfrm>
                <a:custGeom>
                  <a:avLst/>
                  <a:gdLst>
                    <a:gd name="connsiteX0" fmla="*/ 27054 w 54073"/>
                    <a:gd name="connsiteY0" fmla="*/ 54074 h 54073"/>
                    <a:gd name="connsiteX1" fmla="*/ 0 w 54073"/>
                    <a:gd name="connsiteY1" fmla="*/ 27054 h 54073"/>
                    <a:gd name="connsiteX2" fmla="*/ 27020 w 54073"/>
                    <a:gd name="connsiteY2" fmla="*/ 0 h 54073"/>
                    <a:gd name="connsiteX3" fmla="*/ 54074 w 54073"/>
                    <a:gd name="connsiteY3" fmla="*/ 27020 h 54073"/>
                    <a:gd name="connsiteX4" fmla="*/ 54074 w 54073"/>
                    <a:gd name="connsiteY4" fmla="*/ 27037 h 54073"/>
                    <a:gd name="connsiteX5" fmla="*/ 27054 w 54073"/>
                    <a:gd name="connsiteY5" fmla="*/ 54074 h 54073"/>
                    <a:gd name="connsiteX6" fmla="*/ 27054 w 54073"/>
                    <a:gd name="connsiteY6" fmla="*/ 26485 h 54073"/>
                    <a:gd name="connsiteX7" fmla="*/ 26486 w 54073"/>
                    <a:gd name="connsiteY7" fmla="*/ 27020 h 54073"/>
                    <a:gd name="connsiteX8" fmla="*/ 26485 w 54073"/>
                    <a:gd name="connsiteY8" fmla="*/ 27037 h 54073"/>
                    <a:gd name="connsiteX9" fmla="*/ 26947 w 54073"/>
                    <a:gd name="connsiteY9" fmla="*/ 27696 h 54073"/>
                    <a:gd name="connsiteX10" fmla="*/ 27606 w 54073"/>
                    <a:gd name="connsiteY10" fmla="*/ 27234 h 54073"/>
                    <a:gd name="connsiteX11" fmla="*/ 27606 w 54073"/>
                    <a:gd name="connsiteY11" fmla="*/ 27037 h 54073"/>
                    <a:gd name="connsiteX12" fmla="*/ 27054 w 54073"/>
                    <a:gd name="connsiteY12"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073" h="54073">
                      <a:moveTo>
                        <a:pt x="27054" y="54074"/>
                      </a:moveTo>
                      <a:cubicBezTo>
                        <a:pt x="12122" y="54084"/>
                        <a:pt x="9" y="41987"/>
                        <a:pt x="0" y="27054"/>
                      </a:cubicBezTo>
                      <a:cubicBezTo>
                        <a:pt x="-9" y="12122"/>
                        <a:pt x="12088" y="10"/>
                        <a:pt x="27020" y="0"/>
                      </a:cubicBezTo>
                      <a:cubicBezTo>
                        <a:pt x="41952" y="-10"/>
                        <a:pt x="54064" y="12087"/>
                        <a:pt x="54074" y="27020"/>
                      </a:cubicBezTo>
                      <a:cubicBezTo>
                        <a:pt x="54074" y="27025"/>
                        <a:pt x="54074" y="27032"/>
                        <a:pt x="54074" y="27037"/>
                      </a:cubicBezTo>
                      <a:cubicBezTo>
                        <a:pt x="54064" y="41959"/>
                        <a:pt x="41976" y="54055"/>
                        <a:pt x="27054" y="54074"/>
                      </a:cubicBezTo>
                      <a:close/>
                      <a:moveTo>
                        <a:pt x="27054" y="26485"/>
                      </a:moveTo>
                      <a:cubicBezTo>
                        <a:pt x="26750" y="26475"/>
                        <a:pt x="26495" y="26715"/>
                        <a:pt x="26486" y="27020"/>
                      </a:cubicBezTo>
                      <a:cubicBezTo>
                        <a:pt x="26485" y="27025"/>
                        <a:pt x="26485" y="27032"/>
                        <a:pt x="26485" y="27037"/>
                      </a:cubicBezTo>
                      <a:cubicBezTo>
                        <a:pt x="26431" y="27346"/>
                        <a:pt x="26637" y="27642"/>
                        <a:pt x="26947" y="27696"/>
                      </a:cubicBezTo>
                      <a:cubicBezTo>
                        <a:pt x="27256" y="27751"/>
                        <a:pt x="27552" y="27544"/>
                        <a:pt x="27606" y="27234"/>
                      </a:cubicBezTo>
                      <a:cubicBezTo>
                        <a:pt x="27618" y="27170"/>
                        <a:pt x="27618" y="27103"/>
                        <a:pt x="27606" y="27037"/>
                      </a:cubicBezTo>
                      <a:cubicBezTo>
                        <a:pt x="27606" y="26732"/>
                        <a:pt x="27359" y="26485"/>
                        <a:pt x="27054"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2" name="Freeform 129">
                  <a:extLst>
                    <a:ext uri="{FF2B5EF4-FFF2-40B4-BE49-F238E27FC236}">
                      <a16:creationId xmlns:a16="http://schemas.microsoft.com/office/drawing/2014/main" id="{73B03507-B0A9-5E07-FBF5-01B79A06EEDE}"/>
                    </a:ext>
                  </a:extLst>
                </p:cNvPr>
                <p:cNvSpPr/>
                <p:nvPr/>
              </p:nvSpPr>
              <p:spPr>
                <a:xfrm>
                  <a:off x="11669487" y="2086914"/>
                  <a:ext cx="178826" cy="226135"/>
                </a:xfrm>
                <a:custGeom>
                  <a:avLst/>
                  <a:gdLst>
                    <a:gd name="connsiteX0" fmla="*/ 44069 w 178826"/>
                    <a:gd name="connsiteY0" fmla="*/ 226136 h 226135"/>
                    <a:gd name="connsiteX1" fmla="*/ 9842 w 178826"/>
                    <a:gd name="connsiteY1" fmla="*/ 221739 h 226135"/>
                    <a:gd name="connsiteX2" fmla="*/ 583 w 178826"/>
                    <a:gd name="connsiteY2" fmla="*/ 204568 h 226135"/>
                    <a:gd name="connsiteX3" fmla="*/ 16739 w 178826"/>
                    <a:gd name="connsiteY3" fmla="*/ 195047 h 226135"/>
                    <a:gd name="connsiteX4" fmla="*/ 147712 w 178826"/>
                    <a:gd name="connsiteY4" fmla="*/ 118743 h 226135"/>
                    <a:gd name="connsiteX5" fmla="*/ 126180 w 178826"/>
                    <a:gd name="connsiteY5" fmla="*/ 22514 h 226135"/>
                    <a:gd name="connsiteX6" fmla="*/ 128151 w 178826"/>
                    <a:gd name="connsiteY6" fmla="*/ 3105 h 226135"/>
                    <a:gd name="connsiteX7" fmla="*/ 147303 w 178826"/>
                    <a:gd name="connsiteY7" fmla="*/ 4771 h 226135"/>
                    <a:gd name="connsiteX8" fmla="*/ 130681 w 178826"/>
                    <a:gd name="connsiteY8" fmla="*/ 194616 h 226135"/>
                    <a:gd name="connsiteX9" fmla="*/ 44069 w 178826"/>
                    <a:gd name="connsiteY9" fmla="*/ 226136 h 22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8826" h="226135">
                      <a:moveTo>
                        <a:pt x="44069" y="226136"/>
                      </a:moveTo>
                      <a:cubicBezTo>
                        <a:pt x="32519" y="226134"/>
                        <a:pt x="21017" y="224656"/>
                        <a:pt x="9842" y="221739"/>
                      </a:cubicBezTo>
                      <a:cubicBezTo>
                        <a:pt x="2543" y="219554"/>
                        <a:pt x="-1602" y="211866"/>
                        <a:pt x="583" y="204568"/>
                      </a:cubicBezTo>
                      <a:cubicBezTo>
                        <a:pt x="2651" y="197659"/>
                        <a:pt x="9693" y="193509"/>
                        <a:pt x="16739" y="195047"/>
                      </a:cubicBezTo>
                      <a:cubicBezTo>
                        <a:pt x="73977" y="210143"/>
                        <a:pt x="132615" y="175981"/>
                        <a:pt x="147712" y="118743"/>
                      </a:cubicBezTo>
                      <a:cubicBezTo>
                        <a:pt x="156592" y="85073"/>
                        <a:pt x="148563" y="49188"/>
                        <a:pt x="126180" y="22514"/>
                      </a:cubicBezTo>
                      <a:cubicBezTo>
                        <a:pt x="121364" y="16610"/>
                        <a:pt x="122247" y="7921"/>
                        <a:pt x="128151" y="3105"/>
                      </a:cubicBezTo>
                      <a:cubicBezTo>
                        <a:pt x="133934" y="-1612"/>
                        <a:pt x="142421" y="-874"/>
                        <a:pt x="147303" y="4771"/>
                      </a:cubicBezTo>
                      <a:cubicBezTo>
                        <a:pt x="195137" y="61785"/>
                        <a:pt x="187695" y="146780"/>
                        <a:pt x="130681" y="194616"/>
                      </a:cubicBezTo>
                      <a:cubicBezTo>
                        <a:pt x="106413" y="214976"/>
                        <a:pt x="75748" y="226136"/>
                        <a:pt x="44069" y="226136"/>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3" name="Freeform 130">
                  <a:extLst>
                    <a:ext uri="{FF2B5EF4-FFF2-40B4-BE49-F238E27FC236}">
                      <a16:creationId xmlns:a16="http://schemas.microsoft.com/office/drawing/2014/main" id="{B98700F7-C45A-3444-95DB-03C4BE2520A9}"/>
                    </a:ext>
                  </a:extLst>
                </p:cNvPr>
                <p:cNvSpPr/>
                <p:nvPr/>
              </p:nvSpPr>
              <p:spPr>
                <a:xfrm>
                  <a:off x="11770096" y="2058595"/>
                  <a:ext cx="54074" cy="54073"/>
                </a:xfrm>
                <a:custGeom>
                  <a:avLst/>
                  <a:gdLst>
                    <a:gd name="connsiteX0" fmla="*/ 26985 w 54074"/>
                    <a:gd name="connsiteY0" fmla="*/ 54074 h 54073"/>
                    <a:gd name="connsiteX1" fmla="*/ 0 w 54074"/>
                    <a:gd name="connsiteY1" fmla="*/ 26985 h 54073"/>
                    <a:gd name="connsiteX2" fmla="*/ 27089 w 54074"/>
                    <a:gd name="connsiteY2" fmla="*/ 0 h 54073"/>
                    <a:gd name="connsiteX3" fmla="*/ 54074 w 54074"/>
                    <a:gd name="connsiteY3" fmla="*/ 27054 h 54073"/>
                    <a:gd name="connsiteX4" fmla="*/ 26985 w 54074"/>
                    <a:gd name="connsiteY4" fmla="*/ 54074 h 54073"/>
                    <a:gd name="connsiteX5" fmla="*/ 26985 w 54074"/>
                    <a:gd name="connsiteY5" fmla="*/ 26485 h 54073"/>
                    <a:gd name="connsiteX6" fmla="*/ 26434 w 54074"/>
                    <a:gd name="connsiteY6" fmla="*/ 27054 h 54073"/>
                    <a:gd name="connsiteX7" fmla="*/ 27092 w 54074"/>
                    <a:gd name="connsiteY7" fmla="*/ 27516 h 54073"/>
                    <a:gd name="connsiteX8" fmla="*/ 27554 w 54074"/>
                    <a:gd name="connsiteY8" fmla="*/ 27054 h 54073"/>
                    <a:gd name="connsiteX9" fmla="*/ 26985 w 54074"/>
                    <a:gd name="connsiteY9"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74" h="54073">
                      <a:moveTo>
                        <a:pt x="26985" y="54074"/>
                      </a:moveTo>
                      <a:cubicBezTo>
                        <a:pt x="12053" y="54045"/>
                        <a:pt x="-29" y="41917"/>
                        <a:pt x="0" y="26985"/>
                      </a:cubicBezTo>
                      <a:cubicBezTo>
                        <a:pt x="29" y="12053"/>
                        <a:pt x="12156" y="-29"/>
                        <a:pt x="27089" y="0"/>
                      </a:cubicBezTo>
                      <a:cubicBezTo>
                        <a:pt x="42007" y="29"/>
                        <a:pt x="54083" y="12135"/>
                        <a:pt x="54074" y="27054"/>
                      </a:cubicBezTo>
                      <a:cubicBezTo>
                        <a:pt x="54055" y="41996"/>
                        <a:pt x="41926" y="54093"/>
                        <a:pt x="26985" y="54074"/>
                      </a:cubicBezTo>
                      <a:close/>
                      <a:moveTo>
                        <a:pt x="26985" y="26485"/>
                      </a:moveTo>
                      <a:cubicBezTo>
                        <a:pt x="26678" y="26494"/>
                        <a:pt x="26434" y="26746"/>
                        <a:pt x="26434" y="27054"/>
                      </a:cubicBezTo>
                      <a:cubicBezTo>
                        <a:pt x="26489" y="27364"/>
                        <a:pt x="26784" y="27570"/>
                        <a:pt x="27092" y="27516"/>
                      </a:cubicBezTo>
                      <a:cubicBezTo>
                        <a:pt x="27328" y="27474"/>
                        <a:pt x="27513" y="27290"/>
                        <a:pt x="27554" y="27054"/>
                      </a:cubicBezTo>
                      <a:cubicBezTo>
                        <a:pt x="27554" y="26740"/>
                        <a:pt x="27299" y="26485"/>
                        <a:pt x="26985"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74" name="Graphic 336">
                  <a:extLst>
                    <a:ext uri="{FF2B5EF4-FFF2-40B4-BE49-F238E27FC236}">
                      <a16:creationId xmlns:a16="http://schemas.microsoft.com/office/drawing/2014/main" id="{8A993323-35D4-BE69-638C-2E3017278E05}"/>
                    </a:ext>
                  </a:extLst>
                </p:cNvPr>
                <p:cNvGrpSpPr/>
                <p:nvPr/>
              </p:nvGrpSpPr>
              <p:grpSpPr>
                <a:xfrm>
                  <a:off x="11642426" y="2109389"/>
                  <a:ext cx="134189" cy="138120"/>
                  <a:chOff x="11642426" y="2109389"/>
                  <a:chExt cx="134189" cy="138120"/>
                </a:xfrm>
                <a:solidFill>
                  <a:srgbClr val="EF463C"/>
                </a:solidFill>
              </p:grpSpPr>
              <p:sp>
                <p:nvSpPr>
                  <p:cNvPr id="75" name="Freeform 132">
                    <a:extLst>
                      <a:ext uri="{FF2B5EF4-FFF2-40B4-BE49-F238E27FC236}">
                        <a16:creationId xmlns:a16="http://schemas.microsoft.com/office/drawing/2014/main" id="{85CF67C4-A984-BEFB-358C-7F40BEE6A0F4}"/>
                      </a:ext>
                    </a:extLst>
                  </p:cNvPr>
                  <p:cNvSpPr/>
                  <p:nvPr/>
                </p:nvSpPr>
                <p:spPr>
                  <a:xfrm>
                    <a:off x="11681787" y="2109389"/>
                    <a:ext cx="34081" cy="51112"/>
                  </a:xfrm>
                  <a:custGeom>
                    <a:avLst/>
                    <a:gdLst>
                      <a:gd name="connsiteX0" fmla="*/ 20338 w 34081"/>
                      <a:gd name="connsiteY0" fmla="*/ 51112 h 51112"/>
                      <a:gd name="connsiteX1" fmla="*/ 7060 w 34081"/>
                      <a:gd name="connsiteY1" fmla="*/ 41008 h 51112"/>
                      <a:gd name="connsiteX2" fmla="*/ 318 w 34081"/>
                      <a:gd name="connsiteY2" fmla="*/ 16730 h 51112"/>
                      <a:gd name="connsiteX3" fmla="*/ 10864 w 34081"/>
                      <a:gd name="connsiteY3" fmla="*/ 317 h 51112"/>
                      <a:gd name="connsiteX4" fmla="*/ 26855 w 34081"/>
                      <a:gd name="connsiteY4" fmla="*/ 9350 h 51112"/>
                      <a:gd name="connsiteX5" fmla="*/ 33580 w 34081"/>
                      <a:gd name="connsiteY5" fmla="*/ 33628 h 51112"/>
                      <a:gd name="connsiteX6" fmla="*/ 24028 w 34081"/>
                      <a:gd name="connsiteY6" fmla="*/ 50578 h 51112"/>
                      <a:gd name="connsiteX7" fmla="*/ 20338 w 34081"/>
                      <a:gd name="connsiteY7" fmla="*/ 51112 h 51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081" h="51112">
                        <a:moveTo>
                          <a:pt x="20338" y="51112"/>
                        </a:moveTo>
                        <a:cubicBezTo>
                          <a:pt x="14146" y="51106"/>
                          <a:pt x="8717" y="46974"/>
                          <a:pt x="7060" y="41008"/>
                        </a:cubicBezTo>
                        <a:lnTo>
                          <a:pt x="318" y="16730"/>
                        </a:lnTo>
                        <a:cubicBezTo>
                          <a:pt x="-1302" y="9286"/>
                          <a:pt x="3420" y="1938"/>
                          <a:pt x="10864" y="317"/>
                        </a:cubicBezTo>
                        <a:cubicBezTo>
                          <a:pt x="17715" y="-1174"/>
                          <a:pt x="24595" y="2712"/>
                          <a:pt x="26855" y="9350"/>
                        </a:cubicBezTo>
                        <a:lnTo>
                          <a:pt x="33580" y="33628"/>
                        </a:lnTo>
                        <a:cubicBezTo>
                          <a:pt x="35601" y="40944"/>
                          <a:pt x="31332" y="48518"/>
                          <a:pt x="24028" y="50578"/>
                        </a:cubicBezTo>
                        <a:cubicBezTo>
                          <a:pt x="22826" y="50916"/>
                          <a:pt x="21586" y="51096"/>
                          <a:pt x="20338" y="51112"/>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6" name="Freeform 133">
                    <a:extLst>
                      <a:ext uri="{FF2B5EF4-FFF2-40B4-BE49-F238E27FC236}">
                        <a16:creationId xmlns:a16="http://schemas.microsoft.com/office/drawing/2014/main" id="{FB861D85-A617-CED7-533E-3382E0616D61}"/>
                      </a:ext>
                    </a:extLst>
                  </p:cNvPr>
                  <p:cNvSpPr/>
                  <p:nvPr/>
                </p:nvSpPr>
                <p:spPr>
                  <a:xfrm>
                    <a:off x="11712355" y="2115152"/>
                    <a:ext cx="40560" cy="48969"/>
                  </a:xfrm>
                  <a:custGeom>
                    <a:avLst/>
                    <a:gdLst>
                      <a:gd name="connsiteX0" fmla="*/ 13789 w 40560"/>
                      <a:gd name="connsiteY0" fmla="*/ 48970 h 48969"/>
                      <a:gd name="connsiteX1" fmla="*/ 0 w 40560"/>
                      <a:gd name="connsiteY1" fmla="*/ 35170 h 48969"/>
                      <a:gd name="connsiteX2" fmla="*/ 2012 w 40560"/>
                      <a:gd name="connsiteY2" fmla="*/ 28002 h 48969"/>
                      <a:gd name="connsiteX3" fmla="*/ 15134 w 40560"/>
                      <a:gd name="connsiteY3" fmla="*/ 6379 h 48969"/>
                      <a:gd name="connsiteX4" fmla="*/ 34182 w 40560"/>
                      <a:gd name="connsiteY4" fmla="*/ 2165 h 48969"/>
                      <a:gd name="connsiteX5" fmla="*/ 38722 w 40560"/>
                      <a:gd name="connsiteY5" fmla="*/ 20674 h 48969"/>
                      <a:gd name="connsiteX6" fmla="*/ 25600 w 40560"/>
                      <a:gd name="connsiteY6" fmla="*/ 42331 h 48969"/>
                      <a:gd name="connsiteX7" fmla="*/ 13789 w 40560"/>
                      <a:gd name="connsiteY7" fmla="*/ 48970 h 4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60" h="48969">
                        <a:moveTo>
                          <a:pt x="13789" y="48970"/>
                        </a:moveTo>
                        <a:cubicBezTo>
                          <a:pt x="6170" y="48967"/>
                          <a:pt x="-3" y="42788"/>
                          <a:pt x="0" y="35170"/>
                        </a:cubicBezTo>
                        <a:cubicBezTo>
                          <a:pt x="1" y="32641"/>
                          <a:pt x="697" y="30162"/>
                          <a:pt x="2012" y="28002"/>
                        </a:cubicBezTo>
                        <a:lnTo>
                          <a:pt x="15134" y="6379"/>
                        </a:lnTo>
                        <a:cubicBezTo>
                          <a:pt x="19231" y="-44"/>
                          <a:pt x="27757" y="-1931"/>
                          <a:pt x="34182" y="2165"/>
                        </a:cubicBezTo>
                        <a:cubicBezTo>
                          <a:pt x="40398" y="6130"/>
                          <a:pt x="42398" y="14282"/>
                          <a:pt x="38722" y="20674"/>
                        </a:cubicBezTo>
                        <a:lnTo>
                          <a:pt x="25600" y="42331"/>
                        </a:lnTo>
                        <a:cubicBezTo>
                          <a:pt x="23096" y="46458"/>
                          <a:pt x="18616" y="48976"/>
                          <a:pt x="13789" y="4897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7" name="Freeform 134">
                    <a:extLst>
                      <a:ext uri="{FF2B5EF4-FFF2-40B4-BE49-F238E27FC236}">
                        <a16:creationId xmlns:a16="http://schemas.microsoft.com/office/drawing/2014/main" id="{14D4E0AB-F522-2060-375F-EE3CD58746B6}"/>
                      </a:ext>
                    </a:extLst>
                  </p:cNvPr>
                  <p:cNvSpPr/>
                  <p:nvPr/>
                </p:nvSpPr>
                <p:spPr>
                  <a:xfrm>
                    <a:off x="11730312" y="2152481"/>
                    <a:ext cx="46303" cy="31384"/>
                  </a:xfrm>
                  <a:custGeom>
                    <a:avLst/>
                    <a:gdLst>
                      <a:gd name="connsiteX0" fmla="*/ 13954 w 46303"/>
                      <a:gd name="connsiteY0" fmla="*/ 31384 h 31384"/>
                      <a:gd name="connsiteX1" fmla="*/ 1 w 46303"/>
                      <a:gd name="connsiteY1" fmla="*/ 17750 h 31384"/>
                      <a:gd name="connsiteX2" fmla="*/ 11230 w 46303"/>
                      <a:gd name="connsiteY2" fmla="*/ 4037 h 31384"/>
                      <a:gd name="connsiteX3" fmla="*/ 29749 w 46303"/>
                      <a:gd name="connsiteY3" fmla="*/ 278 h 31384"/>
                      <a:gd name="connsiteX4" fmla="*/ 46026 w 46303"/>
                      <a:gd name="connsiteY4" fmla="*/ 11072 h 31384"/>
                      <a:gd name="connsiteX5" fmla="*/ 35232 w 46303"/>
                      <a:gd name="connsiteY5" fmla="*/ 27349 h 31384"/>
                      <a:gd name="connsiteX6" fmla="*/ 16713 w 46303"/>
                      <a:gd name="connsiteY6" fmla="*/ 31108 h 31384"/>
                      <a:gd name="connsiteX7" fmla="*/ 13954 w 46303"/>
                      <a:gd name="connsiteY7" fmla="*/ 31384 h 3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303" h="31384">
                        <a:moveTo>
                          <a:pt x="13954" y="31384"/>
                        </a:moveTo>
                        <a:cubicBezTo>
                          <a:pt x="6336" y="31472"/>
                          <a:pt x="89" y="25368"/>
                          <a:pt x="1" y="17750"/>
                        </a:cubicBezTo>
                        <a:cubicBezTo>
                          <a:pt x="-77" y="11061"/>
                          <a:pt x="4657" y="5280"/>
                          <a:pt x="11230" y="4037"/>
                        </a:cubicBezTo>
                        <a:lnTo>
                          <a:pt x="29749" y="278"/>
                        </a:lnTo>
                        <a:cubicBezTo>
                          <a:pt x="37224" y="-1237"/>
                          <a:pt x="44512" y="3596"/>
                          <a:pt x="46026" y="11072"/>
                        </a:cubicBezTo>
                        <a:cubicBezTo>
                          <a:pt x="47540" y="18547"/>
                          <a:pt x="42707" y="25835"/>
                          <a:pt x="35232" y="27349"/>
                        </a:cubicBezTo>
                        <a:lnTo>
                          <a:pt x="16713" y="31108"/>
                        </a:lnTo>
                        <a:cubicBezTo>
                          <a:pt x="15804" y="31292"/>
                          <a:pt x="14880" y="31385"/>
                          <a:pt x="13954" y="3138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8" name="Freeform 135">
                    <a:extLst>
                      <a:ext uri="{FF2B5EF4-FFF2-40B4-BE49-F238E27FC236}">
                        <a16:creationId xmlns:a16="http://schemas.microsoft.com/office/drawing/2014/main" id="{4EB1841D-2AFE-354A-0A65-815CEDDACEB5}"/>
                      </a:ext>
                    </a:extLst>
                  </p:cNvPr>
                  <p:cNvSpPr/>
                  <p:nvPr/>
                </p:nvSpPr>
                <p:spPr>
                  <a:xfrm>
                    <a:off x="11725062" y="2181654"/>
                    <a:ext cx="46842" cy="39214"/>
                  </a:xfrm>
                  <a:custGeom>
                    <a:avLst/>
                    <a:gdLst>
                      <a:gd name="connsiteX0" fmla="*/ 33016 w 46842"/>
                      <a:gd name="connsiteY0" fmla="*/ 39215 h 39214"/>
                      <a:gd name="connsiteX1" fmla="*/ 25895 w 46842"/>
                      <a:gd name="connsiteY1" fmla="*/ 37232 h 39214"/>
                      <a:gd name="connsiteX2" fmla="*/ 6669 w 46842"/>
                      <a:gd name="connsiteY2" fmla="*/ 25610 h 39214"/>
                      <a:gd name="connsiteX3" fmla="*/ 1987 w 46842"/>
                      <a:gd name="connsiteY3" fmla="*/ 6669 h 39214"/>
                      <a:gd name="connsiteX4" fmla="*/ 20929 w 46842"/>
                      <a:gd name="connsiteY4" fmla="*/ 1987 h 39214"/>
                      <a:gd name="connsiteX5" fmla="*/ 40172 w 46842"/>
                      <a:gd name="connsiteY5" fmla="*/ 13609 h 39214"/>
                      <a:gd name="connsiteX6" fmla="*/ 44858 w 46842"/>
                      <a:gd name="connsiteY6" fmla="*/ 32545 h 39214"/>
                      <a:gd name="connsiteX7" fmla="*/ 33016 w 46842"/>
                      <a:gd name="connsiteY7" fmla="*/ 39215 h 3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842" h="39214">
                        <a:moveTo>
                          <a:pt x="33016" y="39215"/>
                        </a:moveTo>
                        <a:cubicBezTo>
                          <a:pt x="30505" y="39215"/>
                          <a:pt x="28043" y="38529"/>
                          <a:pt x="25895" y="37232"/>
                        </a:cubicBezTo>
                        <a:lnTo>
                          <a:pt x="6669" y="25610"/>
                        </a:lnTo>
                        <a:cubicBezTo>
                          <a:pt x="145" y="21672"/>
                          <a:pt x="-1951" y="13192"/>
                          <a:pt x="1987" y="6669"/>
                        </a:cubicBezTo>
                        <a:cubicBezTo>
                          <a:pt x="5925" y="145"/>
                          <a:pt x="14406" y="-1951"/>
                          <a:pt x="20929" y="1987"/>
                        </a:cubicBezTo>
                        <a:lnTo>
                          <a:pt x="40172" y="13609"/>
                        </a:lnTo>
                        <a:cubicBezTo>
                          <a:pt x="46695" y="17544"/>
                          <a:pt x="48793" y="26022"/>
                          <a:pt x="44858" y="32545"/>
                        </a:cubicBezTo>
                        <a:cubicBezTo>
                          <a:pt x="42355" y="36694"/>
                          <a:pt x="37860" y="39225"/>
                          <a:pt x="33016" y="3921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9" name="Freeform 136">
                    <a:extLst>
                      <a:ext uri="{FF2B5EF4-FFF2-40B4-BE49-F238E27FC236}">
                        <a16:creationId xmlns:a16="http://schemas.microsoft.com/office/drawing/2014/main" id="{56B423C2-7750-A172-E74C-526642B31538}"/>
                      </a:ext>
                    </a:extLst>
                  </p:cNvPr>
                  <p:cNvSpPr/>
                  <p:nvPr/>
                </p:nvSpPr>
                <p:spPr>
                  <a:xfrm>
                    <a:off x="11702289" y="2201764"/>
                    <a:ext cx="31987" cy="45745"/>
                  </a:xfrm>
                  <a:custGeom>
                    <a:avLst/>
                    <a:gdLst>
                      <a:gd name="connsiteX0" fmla="*/ 18182 w 31987"/>
                      <a:gd name="connsiteY0" fmla="*/ 45745 h 45745"/>
                      <a:gd name="connsiteX1" fmla="*/ 4784 w 31987"/>
                      <a:gd name="connsiteY1" fmla="*/ 35192 h 45745"/>
                      <a:gd name="connsiteX2" fmla="*/ 387 w 31987"/>
                      <a:gd name="connsiteY2" fmla="*/ 17036 h 45745"/>
                      <a:gd name="connsiteX3" fmla="*/ 10569 w 31987"/>
                      <a:gd name="connsiteY3" fmla="*/ 388 h 45745"/>
                      <a:gd name="connsiteX4" fmla="*/ 27217 w 31987"/>
                      <a:gd name="connsiteY4" fmla="*/ 10570 h 45745"/>
                      <a:gd name="connsiteX5" fmla="*/ 31597 w 31987"/>
                      <a:gd name="connsiteY5" fmla="*/ 28709 h 45745"/>
                      <a:gd name="connsiteX6" fmla="*/ 21437 w 31987"/>
                      <a:gd name="connsiteY6" fmla="*/ 45362 h 45745"/>
                      <a:gd name="connsiteX7" fmla="*/ 21424 w 31987"/>
                      <a:gd name="connsiteY7" fmla="*/ 45366 h 45745"/>
                      <a:gd name="connsiteX8" fmla="*/ 18182 w 31987"/>
                      <a:gd name="connsiteY8" fmla="*/ 45745 h 4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87" h="45745">
                        <a:moveTo>
                          <a:pt x="18182" y="45745"/>
                        </a:moveTo>
                        <a:cubicBezTo>
                          <a:pt x="11816" y="45740"/>
                          <a:pt x="6280" y="41379"/>
                          <a:pt x="4784" y="35192"/>
                        </a:cubicBezTo>
                        <a:lnTo>
                          <a:pt x="387" y="17036"/>
                        </a:lnTo>
                        <a:cubicBezTo>
                          <a:pt x="-1398" y="9626"/>
                          <a:pt x="3160" y="2174"/>
                          <a:pt x="10569" y="388"/>
                        </a:cubicBezTo>
                        <a:cubicBezTo>
                          <a:pt x="17978" y="-1399"/>
                          <a:pt x="25432" y="3160"/>
                          <a:pt x="27217" y="10570"/>
                        </a:cubicBezTo>
                        <a:lnTo>
                          <a:pt x="31597" y="28709"/>
                        </a:lnTo>
                        <a:cubicBezTo>
                          <a:pt x="33390" y="36113"/>
                          <a:pt x="28842" y="43569"/>
                          <a:pt x="21437" y="45362"/>
                        </a:cubicBezTo>
                        <a:cubicBezTo>
                          <a:pt x="21432" y="45364"/>
                          <a:pt x="21428" y="45364"/>
                          <a:pt x="21424" y="45366"/>
                        </a:cubicBezTo>
                        <a:cubicBezTo>
                          <a:pt x="20362" y="45618"/>
                          <a:pt x="19274" y="45745"/>
                          <a:pt x="18182" y="4574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0" name="Freeform 137">
                    <a:extLst>
                      <a:ext uri="{FF2B5EF4-FFF2-40B4-BE49-F238E27FC236}">
                        <a16:creationId xmlns:a16="http://schemas.microsoft.com/office/drawing/2014/main" id="{E5F8A878-FE89-DEA2-960F-59D3A05DA5F9}"/>
                      </a:ext>
                    </a:extLst>
                  </p:cNvPr>
                  <p:cNvSpPr/>
                  <p:nvPr/>
                </p:nvSpPr>
                <p:spPr>
                  <a:xfrm>
                    <a:off x="11665963" y="2194759"/>
                    <a:ext cx="38617" cy="46490"/>
                  </a:xfrm>
                  <a:custGeom>
                    <a:avLst/>
                    <a:gdLst>
                      <a:gd name="connsiteX0" fmla="*/ 13746 w 38617"/>
                      <a:gd name="connsiteY0" fmla="*/ 46490 h 46490"/>
                      <a:gd name="connsiteX1" fmla="*/ 0 w 38617"/>
                      <a:gd name="connsiteY1" fmla="*/ 32648 h 46490"/>
                      <a:gd name="connsiteX2" fmla="*/ 1848 w 38617"/>
                      <a:gd name="connsiteY2" fmla="*/ 25799 h 46490"/>
                      <a:gd name="connsiteX3" fmla="*/ 12815 w 38617"/>
                      <a:gd name="connsiteY3" fmla="*/ 7004 h 46490"/>
                      <a:gd name="connsiteX4" fmla="*/ 31613 w 38617"/>
                      <a:gd name="connsiteY4" fmla="*/ 1791 h 46490"/>
                      <a:gd name="connsiteX5" fmla="*/ 36827 w 38617"/>
                      <a:gd name="connsiteY5" fmla="*/ 20590 h 46490"/>
                      <a:gd name="connsiteX6" fmla="*/ 36645 w 38617"/>
                      <a:gd name="connsiteY6" fmla="*/ 20902 h 46490"/>
                      <a:gd name="connsiteX7" fmla="*/ 25678 w 38617"/>
                      <a:gd name="connsiteY7" fmla="*/ 39714 h 46490"/>
                      <a:gd name="connsiteX8" fmla="*/ 13746 w 38617"/>
                      <a:gd name="connsiteY8" fmla="*/ 46490 h 46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17" h="46490">
                        <a:moveTo>
                          <a:pt x="13746" y="46490"/>
                        </a:moveTo>
                        <a:cubicBezTo>
                          <a:pt x="6128" y="46463"/>
                          <a:pt x="-27" y="40266"/>
                          <a:pt x="0" y="32648"/>
                        </a:cubicBezTo>
                        <a:cubicBezTo>
                          <a:pt x="9" y="30242"/>
                          <a:pt x="646" y="27882"/>
                          <a:pt x="1848" y="25799"/>
                        </a:cubicBezTo>
                        <a:lnTo>
                          <a:pt x="12815" y="7004"/>
                        </a:lnTo>
                        <a:cubicBezTo>
                          <a:pt x="16566" y="373"/>
                          <a:pt x="24983" y="-1961"/>
                          <a:pt x="31613" y="1791"/>
                        </a:cubicBezTo>
                        <a:cubicBezTo>
                          <a:pt x="38244" y="5542"/>
                          <a:pt x="40578" y="13958"/>
                          <a:pt x="36827" y="20590"/>
                        </a:cubicBezTo>
                        <a:cubicBezTo>
                          <a:pt x="36767" y="20695"/>
                          <a:pt x="36707" y="20798"/>
                          <a:pt x="36645" y="20902"/>
                        </a:cubicBezTo>
                        <a:lnTo>
                          <a:pt x="25678" y="39714"/>
                        </a:lnTo>
                        <a:cubicBezTo>
                          <a:pt x="23186" y="43932"/>
                          <a:pt x="18644" y="46511"/>
                          <a:pt x="13746" y="4649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1" name="Freeform 138">
                    <a:extLst>
                      <a:ext uri="{FF2B5EF4-FFF2-40B4-BE49-F238E27FC236}">
                        <a16:creationId xmlns:a16="http://schemas.microsoft.com/office/drawing/2014/main" id="{59D5D8EB-C204-B11D-F7C6-8ECCCA53316E}"/>
                      </a:ext>
                    </a:extLst>
                  </p:cNvPr>
                  <p:cNvSpPr/>
                  <p:nvPr/>
                </p:nvSpPr>
                <p:spPr>
                  <a:xfrm>
                    <a:off x="11642426" y="2171965"/>
                    <a:ext cx="48292" cy="33233"/>
                  </a:xfrm>
                  <a:custGeom>
                    <a:avLst/>
                    <a:gdLst>
                      <a:gd name="connsiteX0" fmla="*/ 13781 w 48292"/>
                      <a:gd name="connsiteY0" fmla="*/ 33230 h 33233"/>
                      <a:gd name="connsiteX1" fmla="*/ 0 w 48292"/>
                      <a:gd name="connsiteY1" fmla="*/ 19422 h 33233"/>
                      <a:gd name="connsiteX2" fmla="*/ 10177 w 48292"/>
                      <a:gd name="connsiteY2" fmla="*/ 6124 h 33233"/>
                      <a:gd name="connsiteX3" fmla="*/ 30696 w 48292"/>
                      <a:gd name="connsiteY3" fmla="*/ 537 h 33233"/>
                      <a:gd name="connsiteX4" fmla="*/ 47756 w 48292"/>
                      <a:gd name="connsiteY4" fmla="*/ 9999 h 33233"/>
                      <a:gd name="connsiteX5" fmla="*/ 38294 w 48292"/>
                      <a:gd name="connsiteY5" fmla="*/ 27059 h 33233"/>
                      <a:gd name="connsiteX6" fmla="*/ 37921 w 48292"/>
                      <a:gd name="connsiteY6" fmla="*/ 27160 h 33233"/>
                      <a:gd name="connsiteX7" fmla="*/ 17402 w 48292"/>
                      <a:gd name="connsiteY7" fmla="*/ 32833 h 33233"/>
                      <a:gd name="connsiteX8" fmla="*/ 13781 w 48292"/>
                      <a:gd name="connsiteY8" fmla="*/ 33230 h 3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92" h="33233">
                        <a:moveTo>
                          <a:pt x="13781" y="33230"/>
                        </a:moveTo>
                        <a:cubicBezTo>
                          <a:pt x="6162" y="33223"/>
                          <a:pt x="-8" y="27040"/>
                          <a:pt x="0" y="19422"/>
                        </a:cubicBezTo>
                        <a:cubicBezTo>
                          <a:pt x="6" y="13201"/>
                          <a:pt x="4174" y="7755"/>
                          <a:pt x="10177" y="6124"/>
                        </a:cubicBezTo>
                        <a:lnTo>
                          <a:pt x="30696" y="537"/>
                        </a:lnTo>
                        <a:cubicBezTo>
                          <a:pt x="38020" y="-1561"/>
                          <a:pt x="45658" y="2675"/>
                          <a:pt x="47756" y="9999"/>
                        </a:cubicBezTo>
                        <a:cubicBezTo>
                          <a:pt x="49854" y="17323"/>
                          <a:pt x="45618" y="24961"/>
                          <a:pt x="38294" y="27059"/>
                        </a:cubicBezTo>
                        <a:cubicBezTo>
                          <a:pt x="38170" y="27094"/>
                          <a:pt x="38046" y="27128"/>
                          <a:pt x="37921" y="27160"/>
                        </a:cubicBezTo>
                        <a:lnTo>
                          <a:pt x="17402" y="32833"/>
                        </a:lnTo>
                        <a:cubicBezTo>
                          <a:pt x="16217" y="33124"/>
                          <a:pt x="15000" y="33257"/>
                          <a:pt x="13781" y="3323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2" name="Freeform 139">
                    <a:extLst>
                      <a:ext uri="{FF2B5EF4-FFF2-40B4-BE49-F238E27FC236}">
                        <a16:creationId xmlns:a16="http://schemas.microsoft.com/office/drawing/2014/main" id="{E9E0AD9E-0E4D-1E65-9F3B-68EC1C9D1F9A}"/>
                      </a:ext>
                    </a:extLst>
                  </p:cNvPr>
                  <p:cNvSpPr/>
                  <p:nvPr/>
                </p:nvSpPr>
                <p:spPr>
                  <a:xfrm>
                    <a:off x="11647198" y="2133707"/>
                    <a:ext cx="47286" cy="40433"/>
                  </a:xfrm>
                  <a:custGeom>
                    <a:avLst/>
                    <a:gdLst>
                      <a:gd name="connsiteX0" fmla="*/ 33390 w 47286"/>
                      <a:gd name="connsiteY0" fmla="*/ 40434 h 40433"/>
                      <a:gd name="connsiteX1" fmla="*/ 25872 w 47286"/>
                      <a:gd name="connsiteY1" fmla="*/ 38192 h 40433"/>
                      <a:gd name="connsiteX2" fmla="*/ 6267 w 47286"/>
                      <a:gd name="connsiteY2" fmla="*/ 25363 h 40433"/>
                      <a:gd name="connsiteX3" fmla="*/ 2240 w 47286"/>
                      <a:gd name="connsiteY3" fmla="*/ 6267 h 40433"/>
                      <a:gd name="connsiteX4" fmla="*/ 21337 w 47286"/>
                      <a:gd name="connsiteY4" fmla="*/ 2240 h 40433"/>
                      <a:gd name="connsiteX5" fmla="*/ 41028 w 47286"/>
                      <a:gd name="connsiteY5" fmla="*/ 15086 h 40433"/>
                      <a:gd name="connsiteX6" fmla="*/ 45043 w 47286"/>
                      <a:gd name="connsiteY6" fmla="*/ 34177 h 40433"/>
                      <a:gd name="connsiteX7" fmla="*/ 33476 w 47286"/>
                      <a:gd name="connsiteY7" fmla="*/ 40434 h 4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286" h="40433">
                        <a:moveTo>
                          <a:pt x="33390" y="40434"/>
                        </a:moveTo>
                        <a:cubicBezTo>
                          <a:pt x="30720" y="40430"/>
                          <a:pt x="28108" y="39651"/>
                          <a:pt x="25872" y="38192"/>
                        </a:cubicBezTo>
                        <a:lnTo>
                          <a:pt x="6267" y="25363"/>
                        </a:lnTo>
                        <a:cubicBezTo>
                          <a:pt x="-119" y="21202"/>
                          <a:pt x="-1921" y="12652"/>
                          <a:pt x="2240" y="6267"/>
                        </a:cubicBezTo>
                        <a:cubicBezTo>
                          <a:pt x="6402" y="-119"/>
                          <a:pt x="14952" y="-1921"/>
                          <a:pt x="21337" y="2240"/>
                        </a:cubicBezTo>
                        <a:lnTo>
                          <a:pt x="41028" y="15086"/>
                        </a:lnTo>
                        <a:cubicBezTo>
                          <a:pt x="47409" y="19249"/>
                          <a:pt x="49206" y="27797"/>
                          <a:pt x="45043" y="34177"/>
                        </a:cubicBezTo>
                        <a:cubicBezTo>
                          <a:pt x="42494" y="38085"/>
                          <a:pt x="38142" y="40439"/>
                          <a:pt x="33476" y="4043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3" name="Freeform 140">
                    <a:extLst>
                      <a:ext uri="{FF2B5EF4-FFF2-40B4-BE49-F238E27FC236}">
                        <a16:creationId xmlns:a16="http://schemas.microsoft.com/office/drawing/2014/main" id="{7CADF7ED-F7C5-1BAE-BBD7-A81538DEF779}"/>
                      </a:ext>
                    </a:extLst>
                  </p:cNvPr>
                  <p:cNvSpPr/>
                  <p:nvPr/>
                </p:nvSpPr>
                <p:spPr>
                  <a:xfrm>
                    <a:off x="11662660" y="2132016"/>
                    <a:ext cx="94148" cy="94146"/>
                  </a:xfrm>
                  <a:custGeom>
                    <a:avLst/>
                    <a:gdLst>
                      <a:gd name="connsiteX0" fmla="*/ 47086 w 94148"/>
                      <a:gd name="connsiteY0" fmla="*/ 94147 h 94146"/>
                      <a:gd name="connsiteX1" fmla="*/ 0 w 94148"/>
                      <a:gd name="connsiteY1" fmla="*/ 47086 h 94146"/>
                      <a:gd name="connsiteX2" fmla="*/ 47061 w 94148"/>
                      <a:gd name="connsiteY2" fmla="*/ 0 h 94146"/>
                      <a:gd name="connsiteX3" fmla="*/ 92900 w 94148"/>
                      <a:gd name="connsiteY3" fmla="*/ 36314 h 94146"/>
                      <a:gd name="connsiteX4" fmla="*/ 92900 w 94148"/>
                      <a:gd name="connsiteY4" fmla="*/ 36314 h 94146"/>
                      <a:gd name="connsiteX5" fmla="*/ 57755 w 94148"/>
                      <a:gd name="connsiteY5" fmla="*/ 92910 h 94146"/>
                      <a:gd name="connsiteX6" fmla="*/ 47086 w 94148"/>
                      <a:gd name="connsiteY6" fmla="*/ 94147 h 94146"/>
                      <a:gd name="connsiteX7" fmla="*/ 47086 w 94148"/>
                      <a:gd name="connsiteY7" fmla="*/ 27589 h 94146"/>
                      <a:gd name="connsiteX8" fmla="*/ 42620 w 94148"/>
                      <a:gd name="connsiteY8" fmla="*/ 28106 h 94146"/>
                      <a:gd name="connsiteX9" fmla="*/ 28110 w 94148"/>
                      <a:gd name="connsiteY9" fmla="*/ 51531 h 94146"/>
                      <a:gd name="connsiteX10" fmla="*/ 51535 w 94148"/>
                      <a:gd name="connsiteY10" fmla="*/ 66041 h 94146"/>
                      <a:gd name="connsiteX11" fmla="*/ 66043 w 94148"/>
                      <a:gd name="connsiteY11" fmla="*/ 42671 h 94146"/>
                      <a:gd name="connsiteX12" fmla="*/ 66036 w 94148"/>
                      <a:gd name="connsiteY12" fmla="*/ 42642 h 94146"/>
                      <a:gd name="connsiteX13" fmla="*/ 66036 w 94148"/>
                      <a:gd name="connsiteY13" fmla="*/ 42642 h 94146"/>
                      <a:gd name="connsiteX14" fmla="*/ 47086 w 94148"/>
                      <a:gd name="connsiteY14" fmla="*/ 27589 h 9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148" h="94146">
                        <a:moveTo>
                          <a:pt x="47086" y="94147"/>
                        </a:moveTo>
                        <a:cubicBezTo>
                          <a:pt x="21088" y="94154"/>
                          <a:pt x="7" y="73084"/>
                          <a:pt x="0" y="47086"/>
                        </a:cubicBezTo>
                        <a:cubicBezTo>
                          <a:pt x="-7" y="21088"/>
                          <a:pt x="21063" y="7"/>
                          <a:pt x="47061" y="0"/>
                        </a:cubicBezTo>
                        <a:cubicBezTo>
                          <a:pt x="68919" y="-6"/>
                          <a:pt x="87905" y="15035"/>
                          <a:pt x="92900" y="36314"/>
                        </a:cubicBezTo>
                        <a:lnTo>
                          <a:pt x="92900" y="36314"/>
                        </a:lnTo>
                        <a:cubicBezTo>
                          <a:pt x="98823" y="61647"/>
                          <a:pt x="83089" y="86986"/>
                          <a:pt x="57755" y="92910"/>
                        </a:cubicBezTo>
                        <a:cubicBezTo>
                          <a:pt x="54257" y="93728"/>
                          <a:pt x="50678" y="94143"/>
                          <a:pt x="47086" y="94147"/>
                        </a:cubicBezTo>
                        <a:close/>
                        <a:moveTo>
                          <a:pt x="47086" y="27589"/>
                        </a:moveTo>
                        <a:cubicBezTo>
                          <a:pt x="45582" y="27592"/>
                          <a:pt x="44084" y="27766"/>
                          <a:pt x="42620" y="28106"/>
                        </a:cubicBezTo>
                        <a:cubicBezTo>
                          <a:pt x="32145" y="30568"/>
                          <a:pt x="25648" y="41055"/>
                          <a:pt x="28110" y="51531"/>
                        </a:cubicBezTo>
                        <a:cubicBezTo>
                          <a:pt x="30572" y="62006"/>
                          <a:pt x="41059" y="68503"/>
                          <a:pt x="51535" y="66041"/>
                        </a:cubicBezTo>
                        <a:cubicBezTo>
                          <a:pt x="61994" y="63594"/>
                          <a:pt x="68490" y="53131"/>
                          <a:pt x="66043" y="42671"/>
                        </a:cubicBezTo>
                        <a:cubicBezTo>
                          <a:pt x="66041" y="42662"/>
                          <a:pt x="66038" y="42652"/>
                          <a:pt x="66036" y="42642"/>
                        </a:cubicBezTo>
                        <a:lnTo>
                          <a:pt x="66036" y="42642"/>
                        </a:lnTo>
                        <a:cubicBezTo>
                          <a:pt x="63973" y="33838"/>
                          <a:pt x="56129" y="27606"/>
                          <a:pt x="47086" y="27589"/>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sp>
          <p:nvSpPr>
            <p:cNvPr id="43" name="Arrow: Pentagon 277">
              <a:extLst>
                <a:ext uri="{FF2B5EF4-FFF2-40B4-BE49-F238E27FC236}">
                  <a16:creationId xmlns:a16="http://schemas.microsoft.com/office/drawing/2014/main" id="{13ADFB05-8E5D-1AC0-A8B8-2F8663F99AD4}"/>
                </a:ext>
              </a:extLst>
            </p:cNvPr>
            <p:cNvSpPr/>
            <p:nvPr/>
          </p:nvSpPr>
          <p:spPr>
            <a:xfrm>
              <a:off x="1075577" y="1362494"/>
              <a:ext cx="1643664" cy="964154"/>
            </a:xfrm>
            <a:prstGeom prst="homePlate">
              <a:avLst>
                <a:gd name="adj" fmla="val 30009"/>
              </a:avLst>
            </a:prstGeom>
            <a:gradFill>
              <a:gsLst>
                <a:gs pos="0">
                  <a:schemeClr val="tx2"/>
                </a:gs>
                <a:gs pos="9900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21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Initiate</a:t>
              </a:r>
            </a:p>
          </p:txBody>
        </p:sp>
        <p:sp>
          <p:nvSpPr>
            <p:cNvPr id="44" name="Arrow: Pentagon 277">
              <a:extLst>
                <a:ext uri="{FF2B5EF4-FFF2-40B4-BE49-F238E27FC236}">
                  <a16:creationId xmlns:a16="http://schemas.microsoft.com/office/drawing/2014/main" id="{A3161E05-E786-2B85-FD24-5AC30E75E304}"/>
                </a:ext>
              </a:extLst>
            </p:cNvPr>
            <p:cNvSpPr/>
            <p:nvPr/>
          </p:nvSpPr>
          <p:spPr>
            <a:xfrm>
              <a:off x="14299" y="1362494"/>
              <a:ext cx="1376502" cy="964154"/>
            </a:xfrm>
            <a:prstGeom prst="homePlate">
              <a:avLst>
                <a:gd name="adj" fmla="val 30009"/>
              </a:avLst>
            </a:prstGeom>
            <a:gradFill>
              <a:gsLst>
                <a:gs pos="0">
                  <a:schemeClr val="bg2">
                    <a:lumMod val="50000"/>
                  </a:schemeClr>
                </a:gs>
                <a:gs pos="10000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Discover</a:t>
              </a:r>
            </a:p>
          </p:txBody>
        </p:sp>
        <p:grpSp>
          <p:nvGrpSpPr>
            <p:cNvPr id="45" name="Group 44">
              <a:extLst>
                <a:ext uri="{FF2B5EF4-FFF2-40B4-BE49-F238E27FC236}">
                  <a16:creationId xmlns:a16="http://schemas.microsoft.com/office/drawing/2014/main" id="{2499F5A1-8A40-1D8B-5FC9-5305C8840ADE}"/>
                </a:ext>
              </a:extLst>
            </p:cNvPr>
            <p:cNvGrpSpPr/>
            <p:nvPr/>
          </p:nvGrpSpPr>
          <p:grpSpPr>
            <a:xfrm>
              <a:off x="433241" y="1484737"/>
              <a:ext cx="471791" cy="471791"/>
              <a:chOff x="1650814" y="1570462"/>
              <a:chExt cx="471791" cy="471791"/>
            </a:xfrm>
          </p:grpSpPr>
          <p:sp>
            <p:nvSpPr>
              <p:cNvPr id="56" name="Oval 55">
                <a:extLst>
                  <a:ext uri="{FF2B5EF4-FFF2-40B4-BE49-F238E27FC236}">
                    <a16:creationId xmlns:a16="http://schemas.microsoft.com/office/drawing/2014/main" id="{091DC4C6-B039-8EEB-B296-7D8755B3C20E}"/>
                  </a:ext>
                </a:extLst>
              </p:cNvPr>
              <p:cNvSpPr/>
              <p:nvPr/>
            </p:nvSpPr>
            <p:spPr>
              <a:xfrm>
                <a:off x="1650814"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57" name="Graphic 43">
                <a:extLst>
                  <a:ext uri="{FF2B5EF4-FFF2-40B4-BE49-F238E27FC236}">
                    <a16:creationId xmlns:a16="http://schemas.microsoft.com/office/drawing/2014/main" id="{11BC1DA1-F09A-490B-9CBE-BC8310447980}"/>
                  </a:ext>
                </a:extLst>
              </p:cNvPr>
              <p:cNvGrpSpPr/>
              <p:nvPr/>
            </p:nvGrpSpPr>
            <p:grpSpPr>
              <a:xfrm>
                <a:off x="1750604" y="1669584"/>
                <a:ext cx="272210" cy="273546"/>
                <a:chOff x="1759940" y="1793479"/>
                <a:chExt cx="449934" cy="452143"/>
              </a:xfrm>
            </p:grpSpPr>
            <p:sp>
              <p:nvSpPr>
                <p:cNvPr id="58" name="Freeform: Shape 57">
                  <a:extLst>
                    <a:ext uri="{FF2B5EF4-FFF2-40B4-BE49-F238E27FC236}">
                      <a16:creationId xmlns:a16="http://schemas.microsoft.com/office/drawing/2014/main" id="{74ADC575-0580-9A5C-0203-F5A3CC66B3B0}"/>
                    </a:ext>
                  </a:extLst>
                </p:cNvPr>
                <p:cNvSpPr/>
                <p:nvPr/>
              </p:nvSpPr>
              <p:spPr>
                <a:xfrm>
                  <a:off x="1759940"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0" y="43107"/>
                        <a:pt x="0" y="33458"/>
                        <a:pt x="0" y="21554"/>
                      </a:cubicBezTo>
                      <a:cubicBezTo>
                        <a:pt x="0" y="9650"/>
                        <a:pt x="9650" y="0"/>
                        <a:pt x="21554" y="0"/>
                      </a:cubicBezTo>
                      <a:lnTo>
                        <a:pt x="61967" y="0"/>
                      </a:lnTo>
                      <a:cubicBezTo>
                        <a:pt x="73871" y="0"/>
                        <a:pt x="83521" y="9650"/>
                        <a:pt x="83521" y="21554"/>
                      </a:cubicBezTo>
                      <a:cubicBezTo>
                        <a:pt x="83521" y="33458"/>
                        <a:pt x="73871" y="43107"/>
                        <a:pt x="61967" y="43107"/>
                      </a:cubicBezTo>
                      <a:close/>
                    </a:path>
                  </a:pathLst>
                </a:custGeom>
                <a:solidFill>
                  <a:srgbClr val="EF463C"/>
                </a:solidFill>
                <a:ln w="2667" cap="flat">
                  <a:noFill/>
                  <a:prstDash val="solid"/>
                  <a:miter/>
                </a:ln>
              </p:spPr>
              <p:txBody>
                <a:bodyPr rtlCol="0" anchor="ctr"/>
                <a:lstStyle/>
                <a:p>
                  <a:endParaRPr lang="en-MY"/>
                </a:p>
              </p:txBody>
            </p:sp>
            <p:grpSp>
              <p:nvGrpSpPr>
                <p:cNvPr id="59" name="Graphic 43">
                  <a:extLst>
                    <a:ext uri="{FF2B5EF4-FFF2-40B4-BE49-F238E27FC236}">
                      <a16:creationId xmlns:a16="http://schemas.microsoft.com/office/drawing/2014/main" id="{3398A96A-C98B-E237-19C1-7843EC53AD58}"/>
                    </a:ext>
                  </a:extLst>
                </p:cNvPr>
                <p:cNvGrpSpPr/>
                <p:nvPr/>
              </p:nvGrpSpPr>
              <p:grpSpPr>
                <a:xfrm>
                  <a:off x="1853403" y="1895374"/>
                  <a:ext cx="263656" cy="350248"/>
                  <a:chOff x="1853403" y="1895374"/>
                  <a:chExt cx="263656" cy="350248"/>
                </a:xfrm>
              </p:grpSpPr>
              <p:sp>
                <p:nvSpPr>
                  <p:cNvPr id="64" name="Freeform: Shape 63">
                    <a:extLst>
                      <a:ext uri="{FF2B5EF4-FFF2-40B4-BE49-F238E27FC236}">
                        <a16:creationId xmlns:a16="http://schemas.microsoft.com/office/drawing/2014/main" id="{1223E9E4-1649-94D9-6402-BB6CFF891DE8}"/>
                      </a:ext>
                    </a:extLst>
                  </p:cNvPr>
                  <p:cNvSpPr/>
                  <p:nvPr/>
                </p:nvSpPr>
                <p:spPr>
                  <a:xfrm>
                    <a:off x="1853403" y="1895374"/>
                    <a:ext cx="263656" cy="256435"/>
                  </a:xfrm>
                  <a:custGeom>
                    <a:avLst/>
                    <a:gdLst>
                      <a:gd name="connsiteX0" fmla="*/ 182506 w 263656"/>
                      <a:gd name="connsiteY0" fmla="*/ 256436 h 256435"/>
                      <a:gd name="connsiteX1" fmla="*/ 160954 w 263656"/>
                      <a:gd name="connsiteY1" fmla="*/ 234879 h 256435"/>
                      <a:gd name="connsiteX2" fmla="*/ 174936 w 263656"/>
                      <a:gd name="connsiteY2" fmla="*/ 214702 h 256435"/>
                      <a:gd name="connsiteX3" fmla="*/ 220549 w 263656"/>
                      <a:gd name="connsiteY3" fmla="*/ 128891 h 256435"/>
                      <a:gd name="connsiteX4" fmla="*/ 131828 w 263656"/>
                      <a:gd name="connsiteY4" fmla="*/ 43107 h 256435"/>
                      <a:gd name="connsiteX5" fmla="*/ 43107 w 263656"/>
                      <a:gd name="connsiteY5" fmla="*/ 128891 h 256435"/>
                      <a:gd name="connsiteX6" fmla="*/ 90310 w 263656"/>
                      <a:gd name="connsiteY6" fmla="*/ 214271 h 256435"/>
                      <a:gd name="connsiteX7" fmla="*/ 103140 w 263656"/>
                      <a:gd name="connsiteY7" fmla="*/ 241922 h 256435"/>
                      <a:gd name="connsiteX8" fmla="*/ 75490 w 263656"/>
                      <a:gd name="connsiteY8" fmla="*/ 254752 h 256435"/>
                      <a:gd name="connsiteX9" fmla="*/ 74630 w 263656"/>
                      <a:gd name="connsiteY9" fmla="*/ 254415 h 256435"/>
                      <a:gd name="connsiteX10" fmla="*/ 0 w 263656"/>
                      <a:gd name="connsiteY10" fmla="*/ 128891 h 256435"/>
                      <a:gd name="connsiteX11" fmla="*/ 131828 w 263656"/>
                      <a:gd name="connsiteY11" fmla="*/ 0 h 256435"/>
                      <a:gd name="connsiteX12" fmla="*/ 263656 w 263656"/>
                      <a:gd name="connsiteY12" fmla="*/ 128891 h 256435"/>
                      <a:gd name="connsiteX13" fmla="*/ 190077 w 263656"/>
                      <a:gd name="connsiteY13" fmla="*/ 255062 h 256435"/>
                      <a:gd name="connsiteX14" fmla="*/ 182506 w 263656"/>
                      <a:gd name="connsiteY14" fmla="*/ 256436 h 25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656" h="256435">
                        <a:moveTo>
                          <a:pt x="182506" y="256436"/>
                        </a:moveTo>
                        <a:cubicBezTo>
                          <a:pt x="170603" y="256436"/>
                          <a:pt x="160953" y="246785"/>
                          <a:pt x="160954" y="234879"/>
                        </a:cubicBezTo>
                        <a:cubicBezTo>
                          <a:pt x="160955" y="225897"/>
                          <a:pt x="166527" y="217857"/>
                          <a:pt x="174936" y="214702"/>
                        </a:cubicBezTo>
                        <a:cubicBezTo>
                          <a:pt x="205192" y="203360"/>
                          <a:pt x="220549" y="174478"/>
                          <a:pt x="220549" y="128891"/>
                        </a:cubicBezTo>
                        <a:cubicBezTo>
                          <a:pt x="220549" y="79183"/>
                          <a:pt x="183234" y="43107"/>
                          <a:pt x="131828" y="43107"/>
                        </a:cubicBezTo>
                        <a:cubicBezTo>
                          <a:pt x="80422" y="43107"/>
                          <a:pt x="43107" y="79183"/>
                          <a:pt x="43107" y="128891"/>
                        </a:cubicBezTo>
                        <a:cubicBezTo>
                          <a:pt x="43107" y="159417"/>
                          <a:pt x="51190" y="198941"/>
                          <a:pt x="90310" y="214271"/>
                        </a:cubicBezTo>
                        <a:cubicBezTo>
                          <a:pt x="101488" y="218364"/>
                          <a:pt x="107233" y="230744"/>
                          <a:pt x="103140" y="241922"/>
                        </a:cubicBezTo>
                        <a:cubicBezTo>
                          <a:pt x="99048" y="253100"/>
                          <a:pt x="86669" y="258844"/>
                          <a:pt x="75490" y="254752"/>
                        </a:cubicBezTo>
                        <a:cubicBezTo>
                          <a:pt x="75201" y="254644"/>
                          <a:pt x="74914" y="254533"/>
                          <a:pt x="74630" y="254415"/>
                        </a:cubicBezTo>
                        <a:cubicBezTo>
                          <a:pt x="26511" y="235555"/>
                          <a:pt x="0" y="191020"/>
                          <a:pt x="0" y="128891"/>
                        </a:cubicBezTo>
                        <a:cubicBezTo>
                          <a:pt x="0" y="55393"/>
                          <a:pt x="56579" y="0"/>
                          <a:pt x="131828" y="0"/>
                        </a:cubicBezTo>
                        <a:cubicBezTo>
                          <a:pt x="207078" y="0"/>
                          <a:pt x="263656" y="55474"/>
                          <a:pt x="263656" y="128891"/>
                        </a:cubicBezTo>
                        <a:cubicBezTo>
                          <a:pt x="263656" y="210364"/>
                          <a:pt x="223647" y="242480"/>
                          <a:pt x="190077" y="255062"/>
                        </a:cubicBezTo>
                        <a:cubicBezTo>
                          <a:pt x="187655" y="255970"/>
                          <a:pt x="185093" y="256436"/>
                          <a:pt x="182506" y="256436"/>
                        </a:cubicBezTo>
                        <a:close/>
                      </a:path>
                    </a:pathLst>
                  </a:custGeom>
                  <a:solidFill>
                    <a:srgbClr val="C42828"/>
                  </a:solidFill>
                  <a:ln w="2667" cap="flat">
                    <a:noFill/>
                    <a:prstDash val="solid"/>
                    <a:miter/>
                  </a:ln>
                </p:spPr>
                <p:txBody>
                  <a:bodyPr rtlCol="0" anchor="ctr"/>
                  <a:lstStyle/>
                  <a:p>
                    <a:endParaRPr lang="en-MY"/>
                  </a:p>
                </p:txBody>
              </p:sp>
              <p:sp>
                <p:nvSpPr>
                  <p:cNvPr id="65" name="Freeform: Shape 64">
                    <a:extLst>
                      <a:ext uri="{FF2B5EF4-FFF2-40B4-BE49-F238E27FC236}">
                        <a16:creationId xmlns:a16="http://schemas.microsoft.com/office/drawing/2014/main" id="{5E17D433-1B99-BE80-F2D8-EF84E2D928E3}"/>
                      </a:ext>
                    </a:extLst>
                  </p:cNvPr>
                  <p:cNvSpPr/>
                  <p:nvPr/>
                </p:nvSpPr>
                <p:spPr>
                  <a:xfrm>
                    <a:off x="1923883" y="2151082"/>
                    <a:ext cx="122883" cy="43107"/>
                  </a:xfrm>
                  <a:custGeom>
                    <a:avLst/>
                    <a:gdLst>
                      <a:gd name="connsiteX0" fmla="*/ 101330 w 122883"/>
                      <a:gd name="connsiteY0" fmla="*/ 43107 h 43107"/>
                      <a:gd name="connsiteX1" fmla="*/ 21554 w 122883"/>
                      <a:gd name="connsiteY1" fmla="*/ 43107 h 43107"/>
                      <a:gd name="connsiteX2" fmla="*/ 0 w 122883"/>
                      <a:gd name="connsiteY2" fmla="*/ 21554 h 43107"/>
                      <a:gd name="connsiteX3" fmla="*/ 21554 w 122883"/>
                      <a:gd name="connsiteY3" fmla="*/ 0 h 43107"/>
                      <a:gd name="connsiteX4" fmla="*/ 101330 w 122883"/>
                      <a:gd name="connsiteY4" fmla="*/ 0 h 43107"/>
                      <a:gd name="connsiteX5" fmla="*/ 122883 w 122883"/>
                      <a:gd name="connsiteY5" fmla="*/ 21554 h 43107"/>
                      <a:gd name="connsiteX6" fmla="*/ 101330 w 122883"/>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883" h="43107">
                        <a:moveTo>
                          <a:pt x="101330" y="43107"/>
                        </a:moveTo>
                        <a:lnTo>
                          <a:pt x="21554" y="43107"/>
                        </a:lnTo>
                        <a:cubicBezTo>
                          <a:pt x="9650" y="43107"/>
                          <a:pt x="0" y="33457"/>
                          <a:pt x="0" y="21554"/>
                        </a:cubicBezTo>
                        <a:cubicBezTo>
                          <a:pt x="0" y="9651"/>
                          <a:pt x="9650" y="0"/>
                          <a:pt x="21554" y="0"/>
                        </a:cubicBezTo>
                        <a:lnTo>
                          <a:pt x="101330" y="0"/>
                        </a:lnTo>
                        <a:cubicBezTo>
                          <a:pt x="113233" y="0"/>
                          <a:pt x="122883" y="9651"/>
                          <a:pt x="122883" y="21554"/>
                        </a:cubicBezTo>
                        <a:cubicBezTo>
                          <a:pt x="122883" y="33457"/>
                          <a:pt x="113233" y="43107"/>
                          <a:pt x="101330" y="43107"/>
                        </a:cubicBezTo>
                        <a:close/>
                      </a:path>
                    </a:pathLst>
                  </a:custGeom>
                  <a:solidFill>
                    <a:srgbClr val="EF463C"/>
                  </a:solidFill>
                  <a:ln w="2667" cap="flat">
                    <a:noFill/>
                    <a:prstDash val="solid"/>
                    <a:miter/>
                  </a:ln>
                </p:spPr>
                <p:txBody>
                  <a:bodyPr rtlCol="0" anchor="ctr"/>
                  <a:lstStyle/>
                  <a:p>
                    <a:endParaRPr lang="en-MY"/>
                  </a:p>
                </p:txBody>
              </p:sp>
              <p:sp>
                <p:nvSpPr>
                  <p:cNvPr id="66" name="Freeform: Shape 65">
                    <a:extLst>
                      <a:ext uri="{FF2B5EF4-FFF2-40B4-BE49-F238E27FC236}">
                        <a16:creationId xmlns:a16="http://schemas.microsoft.com/office/drawing/2014/main" id="{B01E9FF2-B0E6-AB02-1109-73980EC45E2D}"/>
                      </a:ext>
                    </a:extLst>
                  </p:cNvPr>
                  <p:cNvSpPr/>
                  <p:nvPr/>
                </p:nvSpPr>
                <p:spPr>
                  <a:xfrm>
                    <a:off x="1923883" y="2202515"/>
                    <a:ext cx="120835" cy="43107"/>
                  </a:xfrm>
                  <a:custGeom>
                    <a:avLst/>
                    <a:gdLst>
                      <a:gd name="connsiteX0" fmla="*/ 99282 w 120835"/>
                      <a:gd name="connsiteY0" fmla="*/ 43107 h 43107"/>
                      <a:gd name="connsiteX1" fmla="*/ 21554 w 120835"/>
                      <a:gd name="connsiteY1" fmla="*/ 43107 h 43107"/>
                      <a:gd name="connsiteX2" fmla="*/ 0 w 120835"/>
                      <a:gd name="connsiteY2" fmla="*/ 21554 h 43107"/>
                      <a:gd name="connsiteX3" fmla="*/ 21554 w 120835"/>
                      <a:gd name="connsiteY3" fmla="*/ 0 h 43107"/>
                      <a:gd name="connsiteX4" fmla="*/ 99282 w 120835"/>
                      <a:gd name="connsiteY4" fmla="*/ 0 h 43107"/>
                      <a:gd name="connsiteX5" fmla="*/ 120836 w 120835"/>
                      <a:gd name="connsiteY5" fmla="*/ 21554 h 43107"/>
                      <a:gd name="connsiteX6" fmla="*/ 99282 w 120835"/>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35" h="43107">
                        <a:moveTo>
                          <a:pt x="99282" y="43107"/>
                        </a:moveTo>
                        <a:lnTo>
                          <a:pt x="21554" y="43107"/>
                        </a:lnTo>
                        <a:cubicBezTo>
                          <a:pt x="9650" y="43107"/>
                          <a:pt x="0" y="33457"/>
                          <a:pt x="0" y="21554"/>
                        </a:cubicBezTo>
                        <a:cubicBezTo>
                          <a:pt x="0" y="9651"/>
                          <a:pt x="9650" y="0"/>
                          <a:pt x="21554" y="0"/>
                        </a:cubicBezTo>
                        <a:lnTo>
                          <a:pt x="99282" y="0"/>
                        </a:lnTo>
                        <a:cubicBezTo>
                          <a:pt x="111185" y="0"/>
                          <a:pt x="120836" y="9651"/>
                          <a:pt x="120836" y="21554"/>
                        </a:cubicBezTo>
                        <a:cubicBezTo>
                          <a:pt x="120836" y="33457"/>
                          <a:pt x="111185" y="43107"/>
                          <a:pt x="99282" y="43107"/>
                        </a:cubicBezTo>
                        <a:close/>
                      </a:path>
                    </a:pathLst>
                  </a:custGeom>
                  <a:solidFill>
                    <a:srgbClr val="EF463C"/>
                  </a:solidFill>
                  <a:ln w="2667" cap="flat">
                    <a:noFill/>
                    <a:prstDash val="solid"/>
                    <a:miter/>
                  </a:ln>
                </p:spPr>
                <p:txBody>
                  <a:bodyPr rtlCol="0" anchor="ctr"/>
                  <a:lstStyle/>
                  <a:p>
                    <a:endParaRPr lang="en-MY"/>
                  </a:p>
                </p:txBody>
              </p:sp>
              <p:sp>
                <p:nvSpPr>
                  <p:cNvPr id="67" name="Freeform: Shape 66">
                    <a:extLst>
                      <a:ext uri="{FF2B5EF4-FFF2-40B4-BE49-F238E27FC236}">
                        <a16:creationId xmlns:a16="http://schemas.microsoft.com/office/drawing/2014/main" id="{FE6E04CE-DEC3-46E8-ECE1-A075D6AD1230}"/>
                      </a:ext>
                    </a:extLst>
                  </p:cNvPr>
                  <p:cNvSpPr/>
                  <p:nvPr/>
                </p:nvSpPr>
                <p:spPr>
                  <a:xfrm>
                    <a:off x="1915154" y="2109268"/>
                    <a:ext cx="140341" cy="136354"/>
                  </a:xfrm>
                  <a:custGeom>
                    <a:avLst/>
                    <a:gdLst>
                      <a:gd name="connsiteX0" fmla="*/ 118788 w 140341"/>
                      <a:gd name="connsiteY0" fmla="*/ 136354 h 136354"/>
                      <a:gd name="connsiteX1" fmla="*/ 21554 w 140341"/>
                      <a:gd name="connsiteY1" fmla="*/ 136354 h 136354"/>
                      <a:gd name="connsiteX2" fmla="*/ 0 w 140341"/>
                      <a:gd name="connsiteY2" fmla="*/ 114801 h 136354"/>
                      <a:gd name="connsiteX3" fmla="*/ 0 w 140341"/>
                      <a:gd name="connsiteY3" fmla="*/ 21554 h 136354"/>
                      <a:gd name="connsiteX4" fmla="*/ 21554 w 140341"/>
                      <a:gd name="connsiteY4" fmla="*/ 0 h 136354"/>
                      <a:gd name="connsiteX5" fmla="*/ 43107 w 140341"/>
                      <a:gd name="connsiteY5" fmla="*/ 21554 h 136354"/>
                      <a:gd name="connsiteX6" fmla="*/ 43107 w 140341"/>
                      <a:gd name="connsiteY6" fmla="*/ 93247 h 136354"/>
                      <a:gd name="connsiteX7" fmla="*/ 97234 w 140341"/>
                      <a:gd name="connsiteY7" fmla="*/ 93247 h 136354"/>
                      <a:gd name="connsiteX8" fmla="*/ 97234 w 140341"/>
                      <a:gd name="connsiteY8" fmla="*/ 22955 h 136354"/>
                      <a:gd name="connsiteX9" fmla="*/ 118788 w 140341"/>
                      <a:gd name="connsiteY9" fmla="*/ 1401 h 136354"/>
                      <a:gd name="connsiteX10" fmla="*/ 140342 w 140341"/>
                      <a:gd name="connsiteY10" fmla="*/ 22955 h 136354"/>
                      <a:gd name="connsiteX11" fmla="*/ 140342 w 140341"/>
                      <a:gd name="connsiteY11" fmla="*/ 114801 h 136354"/>
                      <a:gd name="connsiteX12" fmla="*/ 118788 w 140341"/>
                      <a:gd name="connsiteY12" fmla="*/ 136354 h 13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341" h="136354">
                        <a:moveTo>
                          <a:pt x="118788" y="136354"/>
                        </a:moveTo>
                        <a:lnTo>
                          <a:pt x="21554" y="136354"/>
                        </a:lnTo>
                        <a:cubicBezTo>
                          <a:pt x="9650" y="136354"/>
                          <a:pt x="0" y="126704"/>
                          <a:pt x="0" y="114801"/>
                        </a:cubicBezTo>
                        <a:lnTo>
                          <a:pt x="0" y="21554"/>
                        </a:lnTo>
                        <a:cubicBezTo>
                          <a:pt x="0" y="9651"/>
                          <a:pt x="9650" y="0"/>
                          <a:pt x="21554" y="0"/>
                        </a:cubicBezTo>
                        <a:cubicBezTo>
                          <a:pt x="33458" y="0"/>
                          <a:pt x="43107" y="9651"/>
                          <a:pt x="43107" y="21554"/>
                        </a:cubicBezTo>
                        <a:lnTo>
                          <a:pt x="43107" y="93247"/>
                        </a:lnTo>
                        <a:lnTo>
                          <a:pt x="97234" y="93247"/>
                        </a:lnTo>
                        <a:lnTo>
                          <a:pt x="97234" y="22955"/>
                        </a:lnTo>
                        <a:cubicBezTo>
                          <a:pt x="97234" y="11052"/>
                          <a:pt x="106885" y="1401"/>
                          <a:pt x="118788" y="1401"/>
                        </a:cubicBezTo>
                        <a:cubicBezTo>
                          <a:pt x="130691" y="1401"/>
                          <a:pt x="140342" y="11052"/>
                          <a:pt x="140342" y="22955"/>
                        </a:cubicBezTo>
                        <a:lnTo>
                          <a:pt x="140342" y="114801"/>
                        </a:lnTo>
                        <a:cubicBezTo>
                          <a:pt x="140342" y="126704"/>
                          <a:pt x="130691" y="136354"/>
                          <a:pt x="118788" y="136354"/>
                        </a:cubicBezTo>
                        <a:close/>
                      </a:path>
                    </a:pathLst>
                  </a:custGeom>
                  <a:solidFill>
                    <a:srgbClr val="C42828"/>
                  </a:solidFill>
                  <a:ln w="2667" cap="flat">
                    <a:noFill/>
                    <a:prstDash val="solid"/>
                    <a:miter/>
                  </a:ln>
                </p:spPr>
                <p:txBody>
                  <a:bodyPr rtlCol="0" anchor="ctr"/>
                  <a:lstStyle/>
                  <a:p>
                    <a:endParaRPr lang="en-MY"/>
                  </a:p>
                </p:txBody>
              </p:sp>
            </p:grpSp>
            <p:sp>
              <p:nvSpPr>
                <p:cNvPr id="60" name="Freeform: Shape 59">
                  <a:extLst>
                    <a:ext uri="{FF2B5EF4-FFF2-40B4-BE49-F238E27FC236}">
                      <a16:creationId xmlns:a16="http://schemas.microsoft.com/office/drawing/2014/main" id="{1A5F0EC5-DD45-25DF-591B-9EF9D66D54FA}"/>
                    </a:ext>
                  </a:extLst>
                </p:cNvPr>
                <p:cNvSpPr/>
                <p:nvPr/>
              </p:nvSpPr>
              <p:spPr>
                <a:xfrm>
                  <a:off x="2078461" y="1845892"/>
                  <a:ext cx="77396" cy="77393"/>
                </a:xfrm>
                <a:custGeom>
                  <a:avLst/>
                  <a:gdLst>
                    <a:gd name="connsiteX0" fmla="*/ 21543 w 77396"/>
                    <a:gd name="connsiteY0" fmla="*/ 77394 h 77393"/>
                    <a:gd name="connsiteX1" fmla="*/ 0 w 77396"/>
                    <a:gd name="connsiteY1" fmla="*/ 55830 h 77393"/>
                    <a:gd name="connsiteX2" fmla="*/ 6321 w 77396"/>
                    <a:gd name="connsiteY2" fmla="*/ 40591 h 77393"/>
                    <a:gd name="connsiteX3" fmla="*/ 40591 w 77396"/>
                    <a:gd name="connsiteY3" fmla="*/ 6320 h 77393"/>
                    <a:gd name="connsiteX4" fmla="*/ 71076 w 77396"/>
                    <a:gd name="connsiteY4" fmla="*/ 6307 h 77393"/>
                    <a:gd name="connsiteX5" fmla="*/ 71090 w 77396"/>
                    <a:gd name="connsiteY5" fmla="*/ 36792 h 77393"/>
                    <a:gd name="connsiteX6" fmla="*/ 36792 w 77396"/>
                    <a:gd name="connsiteY6" fmla="*/ 71089 h 77393"/>
                    <a:gd name="connsiteX7" fmla="*/ 21543 w 77396"/>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6" h="77393">
                      <a:moveTo>
                        <a:pt x="21543" y="77394"/>
                      </a:moveTo>
                      <a:cubicBezTo>
                        <a:pt x="9640" y="77388"/>
                        <a:pt x="-5" y="67734"/>
                        <a:pt x="0" y="55830"/>
                      </a:cubicBezTo>
                      <a:cubicBezTo>
                        <a:pt x="3" y="50113"/>
                        <a:pt x="2277" y="44631"/>
                        <a:pt x="6321" y="40591"/>
                      </a:cubicBezTo>
                      <a:lnTo>
                        <a:pt x="40591" y="6320"/>
                      </a:lnTo>
                      <a:cubicBezTo>
                        <a:pt x="49005" y="-2101"/>
                        <a:pt x="62654" y="-2108"/>
                        <a:pt x="71076" y="6307"/>
                      </a:cubicBezTo>
                      <a:cubicBezTo>
                        <a:pt x="79498" y="14722"/>
                        <a:pt x="79504" y="28370"/>
                        <a:pt x="71090" y="36792"/>
                      </a:cubicBezTo>
                      <a:lnTo>
                        <a:pt x="36792" y="71089"/>
                      </a:lnTo>
                      <a:cubicBezTo>
                        <a:pt x="32746" y="75130"/>
                        <a:pt x="27260" y="77398"/>
                        <a:pt x="21543" y="77394"/>
                      </a:cubicBezTo>
                      <a:close/>
                    </a:path>
                  </a:pathLst>
                </a:custGeom>
                <a:solidFill>
                  <a:srgbClr val="EF463C"/>
                </a:solidFill>
                <a:ln w="2667" cap="flat">
                  <a:noFill/>
                  <a:prstDash val="solid"/>
                  <a:miter/>
                </a:ln>
              </p:spPr>
              <p:txBody>
                <a:bodyPr rtlCol="0" anchor="ctr"/>
                <a:lstStyle/>
                <a:p>
                  <a:endParaRPr lang="en-MY"/>
                </a:p>
              </p:txBody>
            </p:sp>
            <p:sp>
              <p:nvSpPr>
                <p:cNvPr id="61" name="Freeform: Shape 60">
                  <a:extLst>
                    <a:ext uri="{FF2B5EF4-FFF2-40B4-BE49-F238E27FC236}">
                      <a16:creationId xmlns:a16="http://schemas.microsoft.com/office/drawing/2014/main" id="{AF416B38-75C7-5E67-533F-518091D5D43F}"/>
                    </a:ext>
                  </a:extLst>
                </p:cNvPr>
                <p:cNvSpPr/>
                <p:nvPr/>
              </p:nvSpPr>
              <p:spPr>
                <a:xfrm>
                  <a:off x="1811694" y="1845165"/>
                  <a:ext cx="77397" cy="77393"/>
                </a:xfrm>
                <a:custGeom>
                  <a:avLst/>
                  <a:gdLst>
                    <a:gd name="connsiteX0" fmla="*/ 55854 w 77397"/>
                    <a:gd name="connsiteY0" fmla="*/ 77394 h 77393"/>
                    <a:gd name="connsiteX1" fmla="*/ 40604 w 77397"/>
                    <a:gd name="connsiteY1" fmla="*/ 71089 h 77393"/>
                    <a:gd name="connsiteX2" fmla="*/ 6307 w 77397"/>
                    <a:gd name="connsiteY2" fmla="*/ 36792 h 77393"/>
                    <a:gd name="connsiteX3" fmla="*/ 6320 w 77397"/>
                    <a:gd name="connsiteY3" fmla="*/ 6307 h 77393"/>
                    <a:gd name="connsiteX4" fmla="*/ 36805 w 77397"/>
                    <a:gd name="connsiteY4" fmla="*/ 6320 h 77393"/>
                    <a:gd name="connsiteX5" fmla="*/ 71103 w 77397"/>
                    <a:gd name="connsiteY5" fmla="*/ 40618 h 77393"/>
                    <a:gd name="connsiteX6" fmla="*/ 71066 w 77397"/>
                    <a:gd name="connsiteY6" fmla="*/ 71099 h 77393"/>
                    <a:gd name="connsiteX7" fmla="*/ 55854 w 77397"/>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7" h="77393">
                      <a:moveTo>
                        <a:pt x="55854" y="77394"/>
                      </a:moveTo>
                      <a:cubicBezTo>
                        <a:pt x="50135" y="77398"/>
                        <a:pt x="44650" y="75130"/>
                        <a:pt x="40604" y="71089"/>
                      </a:cubicBezTo>
                      <a:lnTo>
                        <a:pt x="6307" y="36792"/>
                      </a:lnTo>
                      <a:cubicBezTo>
                        <a:pt x="-2108" y="28370"/>
                        <a:pt x="-2101" y="14722"/>
                        <a:pt x="6320" y="6307"/>
                      </a:cubicBezTo>
                      <a:cubicBezTo>
                        <a:pt x="14742" y="-2108"/>
                        <a:pt x="28391" y="-2101"/>
                        <a:pt x="36805" y="6320"/>
                      </a:cubicBezTo>
                      <a:lnTo>
                        <a:pt x="71103" y="40618"/>
                      </a:lnTo>
                      <a:cubicBezTo>
                        <a:pt x="79510" y="49045"/>
                        <a:pt x="79493" y="62692"/>
                        <a:pt x="71066" y="71099"/>
                      </a:cubicBezTo>
                      <a:cubicBezTo>
                        <a:pt x="67028" y="75128"/>
                        <a:pt x="61558" y="77391"/>
                        <a:pt x="55854" y="77394"/>
                      </a:cubicBezTo>
                      <a:close/>
                    </a:path>
                  </a:pathLst>
                </a:custGeom>
                <a:solidFill>
                  <a:srgbClr val="EF463C"/>
                </a:solidFill>
                <a:ln w="2667" cap="flat">
                  <a:noFill/>
                  <a:prstDash val="solid"/>
                  <a:miter/>
                </a:ln>
              </p:spPr>
              <p:txBody>
                <a:bodyPr rtlCol="0" anchor="ctr"/>
                <a:lstStyle/>
                <a:p>
                  <a:endParaRPr lang="en-MY"/>
                </a:p>
              </p:txBody>
            </p:sp>
            <p:sp>
              <p:nvSpPr>
                <p:cNvPr id="62" name="Freeform: Shape 61">
                  <a:extLst>
                    <a:ext uri="{FF2B5EF4-FFF2-40B4-BE49-F238E27FC236}">
                      <a16:creationId xmlns:a16="http://schemas.microsoft.com/office/drawing/2014/main" id="{0059C989-021A-051C-A150-2DB81E8787DD}"/>
                    </a:ext>
                  </a:extLst>
                </p:cNvPr>
                <p:cNvSpPr/>
                <p:nvPr/>
              </p:nvSpPr>
              <p:spPr>
                <a:xfrm>
                  <a:off x="1964108" y="1793479"/>
                  <a:ext cx="43107" cy="91603"/>
                </a:xfrm>
                <a:custGeom>
                  <a:avLst/>
                  <a:gdLst>
                    <a:gd name="connsiteX0" fmla="*/ 21554 w 43107"/>
                    <a:gd name="connsiteY0" fmla="*/ 91603 h 91603"/>
                    <a:gd name="connsiteX1" fmla="*/ 0 w 43107"/>
                    <a:gd name="connsiteY1" fmla="*/ 70050 h 91603"/>
                    <a:gd name="connsiteX2" fmla="*/ 0 w 43107"/>
                    <a:gd name="connsiteY2" fmla="*/ 21554 h 91603"/>
                    <a:gd name="connsiteX3" fmla="*/ 21554 w 43107"/>
                    <a:gd name="connsiteY3" fmla="*/ 0 h 91603"/>
                    <a:gd name="connsiteX4" fmla="*/ 43107 w 43107"/>
                    <a:gd name="connsiteY4" fmla="*/ 21554 h 91603"/>
                    <a:gd name="connsiteX5" fmla="*/ 43107 w 43107"/>
                    <a:gd name="connsiteY5" fmla="*/ 70050 h 91603"/>
                    <a:gd name="connsiteX6" fmla="*/ 21554 w 43107"/>
                    <a:gd name="connsiteY6" fmla="*/ 91603 h 91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107" h="91603">
                      <a:moveTo>
                        <a:pt x="21554" y="91603"/>
                      </a:moveTo>
                      <a:cubicBezTo>
                        <a:pt x="9650" y="91603"/>
                        <a:pt x="0" y="81954"/>
                        <a:pt x="0" y="70050"/>
                      </a:cubicBezTo>
                      <a:lnTo>
                        <a:pt x="0" y="21554"/>
                      </a:lnTo>
                      <a:cubicBezTo>
                        <a:pt x="0" y="9650"/>
                        <a:pt x="9650" y="0"/>
                        <a:pt x="21554" y="0"/>
                      </a:cubicBezTo>
                      <a:cubicBezTo>
                        <a:pt x="33458" y="0"/>
                        <a:pt x="43107" y="9650"/>
                        <a:pt x="43107" y="21554"/>
                      </a:cubicBezTo>
                      <a:lnTo>
                        <a:pt x="43107" y="70050"/>
                      </a:lnTo>
                      <a:cubicBezTo>
                        <a:pt x="43107" y="81954"/>
                        <a:pt x="33458" y="91603"/>
                        <a:pt x="21554" y="91603"/>
                      </a:cubicBezTo>
                      <a:close/>
                    </a:path>
                  </a:pathLst>
                </a:custGeom>
                <a:solidFill>
                  <a:srgbClr val="EF463C"/>
                </a:solidFill>
                <a:ln w="2667" cap="flat">
                  <a:noFill/>
                  <a:prstDash val="solid"/>
                  <a:miter/>
                </a:ln>
              </p:spPr>
              <p:txBody>
                <a:bodyPr rtlCol="0" anchor="ctr"/>
                <a:lstStyle/>
                <a:p>
                  <a:endParaRPr lang="en-MY"/>
                </a:p>
              </p:txBody>
            </p:sp>
            <p:sp>
              <p:nvSpPr>
                <p:cNvPr id="63" name="Freeform: Shape 62">
                  <a:extLst>
                    <a:ext uri="{FF2B5EF4-FFF2-40B4-BE49-F238E27FC236}">
                      <a16:creationId xmlns:a16="http://schemas.microsoft.com/office/drawing/2014/main" id="{90EB7380-7167-136B-E5A6-0CFCC2911B3A}"/>
                    </a:ext>
                  </a:extLst>
                </p:cNvPr>
                <p:cNvSpPr/>
                <p:nvPr/>
              </p:nvSpPr>
              <p:spPr>
                <a:xfrm>
                  <a:off x="2126354"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1" y="43107"/>
                        <a:pt x="0" y="33458"/>
                        <a:pt x="0" y="21554"/>
                      </a:cubicBezTo>
                      <a:cubicBezTo>
                        <a:pt x="0" y="9650"/>
                        <a:pt x="9651" y="0"/>
                        <a:pt x="21554" y="0"/>
                      </a:cubicBezTo>
                      <a:lnTo>
                        <a:pt x="61967" y="0"/>
                      </a:lnTo>
                      <a:cubicBezTo>
                        <a:pt x="73870" y="0"/>
                        <a:pt x="83521" y="9650"/>
                        <a:pt x="83521" y="21554"/>
                      </a:cubicBezTo>
                      <a:cubicBezTo>
                        <a:pt x="83521" y="33458"/>
                        <a:pt x="73870" y="43107"/>
                        <a:pt x="61967" y="43107"/>
                      </a:cubicBezTo>
                      <a:close/>
                    </a:path>
                  </a:pathLst>
                </a:custGeom>
                <a:solidFill>
                  <a:srgbClr val="EF463C"/>
                </a:solidFill>
                <a:ln w="2667" cap="flat">
                  <a:noFill/>
                  <a:prstDash val="solid"/>
                  <a:miter/>
                </a:ln>
              </p:spPr>
              <p:txBody>
                <a:bodyPr rtlCol="0" anchor="ctr"/>
                <a:lstStyle/>
                <a:p>
                  <a:endParaRPr lang="en-MY"/>
                </a:p>
              </p:txBody>
            </p:sp>
          </p:grpSp>
        </p:grpSp>
        <p:grpSp>
          <p:nvGrpSpPr>
            <p:cNvPr id="46" name="Group 45">
              <a:extLst>
                <a:ext uri="{FF2B5EF4-FFF2-40B4-BE49-F238E27FC236}">
                  <a16:creationId xmlns:a16="http://schemas.microsoft.com/office/drawing/2014/main" id="{2FFCA32F-9E23-CCDD-DCA2-16BCDF9BE87D}"/>
                </a:ext>
              </a:extLst>
            </p:cNvPr>
            <p:cNvGrpSpPr/>
            <p:nvPr/>
          </p:nvGrpSpPr>
          <p:grpSpPr>
            <a:xfrm>
              <a:off x="1650814" y="1484737"/>
              <a:ext cx="471791" cy="471791"/>
              <a:chOff x="433241" y="1570462"/>
              <a:chExt cx="471791" cy="471791"/>
            </a:xfrm>
          </p:grpSpPr>
          <p:sp>
            <p:nvSpPr>
              <p:cNvPr id="47" name="Oval 46">
                <a:extLst>
                  <a:ext uri="{FF2B5EF4-FFF2-40B4-BE49-F238E27FC236}">
                    <a16:creationId xmlns:a16="http://schemas.microsoft.com/office/drawing/2014/main" id="{A9470F8C-95EF-31F8-1F38-5F3B57BAFFDC}"/>
                  </a:ext>
                </a:extLst>
              </p:cNvPr>
              <p:cNvSpPr/>
              <p:nvPr/>
            </p:nvSpPr>
            <p:spPr>
              <a:xfrm>
                <a:off x="433241"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48" name="Group 47">
                <a:extLst>
                  <a:ext uri="{FF2B5EF4-FFF2-40B4-BE49-F238E27FC236}">
                    <a16:creationId xmlns:a16="http://schemas.microsoft.com/office/drawing/2014/main" id="{D647B461-2C89-428A-2D06-E692996B8FA4}"/>
                  </a:ext>
                </a:extLst>
              </p:cNvPr>
              <p:cNvGrpSpPr/>
              <p:nvPr/>
            </p:nvGrpSpPr>
            <p:grpSpPr>
              <a:xfrm>
                <a:off x="543450" y="1674683"/>
                <a:ext cx="251373" cy="260212"/>
                <a:chOff x="738790" y="2040956"/>
                <a:chExt cx="251373" cy="260212"/>
              </a:xfrm>
            </p:grpSpPr>
            <p:sp>
              <p:nvSpPr>
                <p:cNvPr id="49" name="Freeform 176">
                  <a:extLst>
                    <a:ext uri="{FF2B5EF4-FFF2-40B4-BE49-F238E27FC236}">
                      <a16:creationId xmlns:a16="http://schemas.microsoft.com/office/drawing/2014/main" id="{5495EB9F-6BB4-F7D2-BCA0-81D7AE7FC942}"/>
                    </a:ext>
                  </a:extLst>
                </p:cNvPr>
                <p:cNvSpPr/>
                <p:nvPr/>
              </p:nvSpPr>
              <p:spPr>
                <a:xfrm>
                  <a:off x="738790" y="2134679"/>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4"/>
                        <a:pt x="5614" y="0"/>
                        <a:pt x="12540" y="0"/>
                      </a:cubicBezTo>
                      <a:lnTo>
                        <a:pt x="65163" y="0"/>
                      </a:lnTo>
                      <a:cubicBezTo>
                        <a:pt x="72089" y="0"/>
                        <a:pt x="77703" y="5614"/>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0" name="Freeform 177">
                  <a:extLst>
                    <a:ext uri="{FF2B5EF4-FFF2-40B4-BE49-F238E27FC236}">
                      <a16:creationId xmlns:a16="http://schemas.microsoft.com/office/drawing/2014/main" id="{75B39E82-498E-B95B-897A-A6ED65B915C0}"/>
                    </a:ext>
                  </a:extLst>
                </p:cNvPr>
                <p:cNvSpPr/>
                <p:nvPr/>
              </p:nvSpPr>
              <p:spPr>
                <a:xfrm>
                  <a:off x="738790" y="2223465"/>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5"/>
                        <a:pt x="5614" y="0"/>
                        <a:pt x="12540" y="0"/>
                      </a:cubicBezTo>
                      <a:lnTo>
                        <a:pt x="65163" y="0"/>
                      </a:lnTo>
                      <a:cubicBezTo>
                        <a:pt x="72089" y="0"/>
                        <a:pt x="77703" y="5615"/>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1" name="Freeform 178">
                  <a:extLst>
                    <a:ext uri="{FF2B5EF4-FFF2-40B4-BE49-F238E27FC236}">
                      <a16:creationId xmlns:a16="http://schemas.microsoft.com/office/drawing/2014/main" id="{F6BE36F6-E422-DB97-516C-9719633DFCE9}"/>
                    </a:ext>
                  </a:extLst>
                </p:cNvPr>
                <p:cNvSpPr/>
                <p:nvPr/>
              </p:nvSpPr>
              <p:spPr>
                <a:xfrm>
                  <a:off x="791413" y="2082057"/>
                  <a:ext cx="86732" cy="104006"/>
                </a:xfrm>
                <a:custGeom>
                  <a:avLst/>
                  <a:gdLst>
                    <a:gd name="connsiteX0" fmla="*/ 74192 w 86732"/>
                    <a:gd name="connsiteY0" fmla="*/ 104006 h 104006"/>
                    <a:gd name="connsiteX1" fmla="*/ 12540 w 86732"/>
                    <a:gd name="connsiteY1" fmla="*/ 104006 h 104006"/>
                    <a:gd name="connsiteX2" fmla="*/ 0 w 86732"/>
                    <a:gd name="connsiteY2" fmla="*/ 91466 h 104006"/>
                    <a:gd name="connsiteX3" fmla="*/ 12540 w 86732"/>
                    <a:gd name="connsiteY3" fmla="*/ 78926 h 104006"/>
                    <a:gd name="connsiteX4" fmla="*/ 61651 w 86732"/>
                    <a:gd name="connsiteY4" fmla="*/ 78926 h 104006"/>
                    <a:gd name="connsiteX5" fmla="*/ 61651 w 86732"/>
                    <a:gd name="connsiteY5" fmla="*/ 12540 h 104006"/>
                    <a:gd name="connsiteX6" fmla="*/ 74192 w 86732"/>
                    <a:gd name="connsiteY6" fmla="*/ 0 h 104006"/>
                    <a:gd name="connsiteX7" fmla="*/ 86732 w 86732"/>
                    <a:gd name="connsiteY7" fmla="*/ 12540 h 104006"/>
                    <a:gd name="connsiteX8" fmla="*/ 86732 w 86732"/>
                    <a:gd name="connsiteY8" fmla="*/ 91466 h 104006"/>
                    <a:gd name="connsiteX9" fmla="*/ 74192 w 86732"/>
                    <a:gd name="connsiteY9" fmla="*/ 104006 h 10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732" h="104006">
                      <a:moveTo>
                        <a:pt x="74192" y="104006"/>
                      </a:moveTo>
                      <a:lnTo>
                        <a:pt x="12540" y="104006"/>
                      </a:lnTo>
                      <a:cubicBezTo>
                        <a:pt x="5614" y="104006"/>
                        <a:pt x="0" y="98392"/>
                        <a:pt x="0" y="91466"/>
                      </a:cubicBezTo>
                      <a:cubicBezTo>
                        <a:pt x="0" y="84540"/>
                        <a:pt x="5614" y="78926"/>
                        <a:pt x="12540" y="78926"/>
                      </a:cubicBezTo>
                      <a:lnTo>
                        <a:pt x="61651" y="78926"/>
                      </a:lnTo>
                      <a:lnTo>
                        <a:pt x="61651" y="12540"/>
                      </a:lnTo>
                      <a:cubicBezTo>
                        <a:pt x="61651" y="5614"/>
                        <a:pt x="67266" y="0"/>
                        <a:pt x="74192" y="0"/>
                      </a:cubicBezTo>
                      <a:cubicBezTo>
                        <a:pt x="81118" y="0"/>
                        <a:pt x="86732" y="5614"/>
                        <a:pt x="86732" y="12540"/>
                      </a:cubicBezTo>
                      <a:lnTo>
                        <a:pt x="86732" y="91466"/>
                      </a:lnTo>
                      <a:cubicBezTo>
                        <a:pt x="86732" y="98392"/>
                        <a:pt x="81118" y="104006"/>
                        <a:pt x="74192" y="104006"/>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2" name="Freeform 179">
                  <a:extLst>
                    <a:ext uri="{FF2B5EF4-FFF2-40B4-BE49-F238E27FC236}">
                      <a16:creationId xmlns:a16="http://schemas.microsoft.com/office/drawing/2014/main" id="{25453C40-37D1-2649-283E-337126C0F9CE}"/>
                    </a:ext>
                  </a:extLst>
                </p:cNvPr>
                <p:cNvSpPr/>
                <p:nvPr/>
              </p:nvSpPr>
              <p:spPr>
                <a:xfrm>
                  <a:off x="853064" y="2160983"/>
                  <a:ext cx="62701" cy="25080"/>
                </a:xfrm>
                <a:custGeom>
                  <a:avLst/>
                  <a:gdLst>
                    <a:gd name="connsiteX0" fmla="*/ 50161 w 62701"/>
                    <a:gd name="connsiteY0" fmla="*/ 25081 h 25080"/>
                    <a:gd name="connsiteX1" fmla="*/ 12540 w 62701"/>
                    <a:gd name="connsiteY1" fmla="*/ 25081 h 25080"/>
                    <a:gd name="connsiteX2" fmla="*/ 0 w 62701"/>
                    <a:gd name="connsiteY2" fmla="*/ 12540 h 25080"/>
                    <a:gd name="connsiteX3" fmla="*/ 12540 w 62701"/>
                    <a:gd name="connsiteY3" fmla="*/ 0 h 25080"/>
                    <a:gd name="connsiteX4" fmla="*/ 50161 w 62701"/>
                    <a:gd name="connsiteY4" fmla="*/ 0 h 25080"/>
                    <a:gd name="connsiteX5" fmla="*/ 62702 w 62701"/>
                    <a:gd name="connsiteY5" fmla="*/ 12540 h 25080"/>
                    <a:gd name="connsiteX6" fmla="*/ 50161 w 62701"/>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01" h="25080">
                      <a:moveTo>
                        <a:pt x="50161" y="25081"/>
                      </a:moveTo>
                      <a:lnTo>
                        <a:pt x="12540" y="25081"/>
                      </a:lnTo>
                      <a:cubicBezTo>
                        <a:pt x="5614" y="25081"/>
                        <a:pt x="0" y="19466"/>
                        <a:pt x="0" y="12540"/>
                      </a:cubicBezTo>
                      <a:cubicBezTo>
                        <a:pt x="0" y="5614"/>
                        <a:pt x="5614" y="0"/>
                        <a:pt x="12540" y="0"/>
                      </a:cubicBezTo>
                      <a:lnTo>
                        <a:pt x="50161" y="0"/>
                      </a:lnTo>
                      <a:cubicBezTo>
                        <a:pt x="57087" y="0"/>
                        <a:pt x="62702" y="5614"/>
                        <a:pt x="62702" y="12540"/>
                      </a:cubicBezTo>
                      <a:cubicBezTo>
                        <a:pt x="62702" y="19466"/>
                        <a:pt x="57087" y="25081"/>
                        <a:pt x="50161"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3" name="Freeform 180">
                  <a:extLst>
                    <a:ext uri="{FF2B5EF4-FFF2-40B4-BE49-F238E27FC236}">
                      <a16:creationId xmlns:a16="http://schemas.microsoft.com/office/drawing/2014/main" id="{5D4BCD86-9D38-F350-20D1-239BA2EEC3B9}"/>
                    </a:ext>
                  </a:extLst>
                </p:cNvPr>
                <p:cNvSpPr/>
                <p:nvPr/>
              </p:nvSpPr>
              <p:spPr>
                <a:xfrm>
                  <a:off x="791413" y="2198196"/>
                  <a:ext cx="161550" cy="76668"/>
                </a:xfrm>
                <a:custGeom>
                  <a:avLst/>
                  <a:gdLst>
                    <a:gd name="connsiteX0" fmla="*/ 149011 w 161550"/>
                    <a:gd name="connsiteY0" fmla="*/ 76669 h 76668"/>
                    <a:gd name="connsiteX1" fmla="*/ 12540 w 161550"/>
                    <a:gd name="connsiteY1" fmla="*/ 76669 h 76668"/>
                    <a:gd name="connsiteX2" fmla="*/ 0 w 161550"/>
                    <a:gd name="connsiteY2" fmla="*/ 64128 h 76668"/>
                    <a:gd name="connsiteX3" fmla="*/ 12540 w 161550"/>
                    <a:gd name="connsiteY3" fmla="*/ 51588 h 76668"/>
                    <a:gd name="connsiteX4" fmla="*/ 136470 w 161550"/>
                    <a:gd name="connsiteY4" fmla="*/ 51588 h 76668"/>
                    <a:gd name="connsiteX5" fmla="*/ 136470 w 161550"/>
                    <a:gd name="connsiteY5" fmla="*/ 12540 h 76668"/>
                    <a:gd name="connsiteX6" fmla="*/ 149011 w 161550"/>
                    <a:gd name="connsiteY6" fmla="*/ 0 h 76668"/>
                    <a:gd name="connsiteX7" fmla="*/ 161551 w 161550"/>
                    <a:gd name="connsiteY7" fmla="*/ 12540 h 76668"/>
                    <a:gd name="connsiteX8" fmla="*/ 161551 w 161550"/>
                    <a:gd name="connsiteY8" fmla="*/ 64128 h 76668"/>
                    <a:gd name="connsiteX9" fmla="*/ 149011 w 161550"/>
                    <a:gd name="connsiteY9" fmla="*/ 76669 h 7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550" h="76668">
                      <a:moveTo>
                        <a:pt x="149011" y="76669"/>
                      </a:moveTo>
                      <a:lnTo>
                        <a:pt x="12540" y="76669"/>
                      </a:lnTo>
                      <a:cubicBezTo>
                        <a:pt x="5614" y="76669"/>
                        <a:pt x="0" y="71054"/>
                        <a:pt x="0" y="64128"/>
                      </a:cubicBezTo>
                      <a:cubicBezTo>
                        <a:pt x="0" y="57203"/>
                        <a:pt x="5614" y="51588"/>
                        <a:pt x="12540" y="51588"/>
                      </a:cubicBezTo>
                      <a:lnTo>
                        <a:pt x="136470" y="51588"/>
                      </a:lnTo>
                      <a:lnTo>
                        <a:pt x="136470" y="12540"/>
                      </a:lnTo>
                      <a:cubicBezTo>
                        <a:pt x="136470" y="5615"/>
                        <a:pt x="142085" y="0"/>
                        <a:pt x="149011" y="0"/>
                      </a:cubicBezTo>
                      <a:cubicBezTo>
                        <a:pt x="155936" y="0"/>
                        <a:pt x="161551" y="5615"/>
                        <a:pt x="161551" y="12540"/>
                      </a:cubicBezTo>
                      <a:lnTo>
                        <a:pt x="161551" y="64128"/>
                      </a:lnTo>
                      <a:cubicBezTo>
                        <a:pt x="161551" y="71054"/>
                        <a:pt x="155936" y="76669"/>
                        <a:pt x="149011" y="76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4" name="Freeform 181">
                  <a:extLst>
                    <a:ext uri="{FF2B5EF4-FFF2-40B4-BE49-F238E27FC236}">
                      <a16:creationId xmlns:a16="http://schemas.microsoft.com/office/drawing/2014/main" id="{F008D5EA-C38B-38C2-A1F5-2B2EF3DCB838}"/>
                    </a:ext>
                  </a:extLst>
                </p:cNvPr>
                <p:cNvSpPr/>
                <p:nvPr/>
              </p:nvSpPr>
              <p:spPr>
                <a:xfrm>
                  <a:off x="890683" y="2123775"/>
                  <a:ext cx="99480" cy="99501"/>
                </a:xfrm>
                <a:custGeom>
                  <a:avLst/>
                  <a:gdLst>
                    <a:gd name="connsiteX0" fmla="*/ 49740 w 99480"/>
                    <a:gd name="connsiteY0" fmla="*/ 99502 h 99501"/>
                    <a:gd name="connsiteX1" fmla="*/ 40868 w 99480"/>
                    <a:gd name="connsiteY1" fmla="*/ 95834 h 99501"/>
                    <a:gd name="connsiteX2" fmla="*/ 3670 w 99480"/>
                    <a:gd name="connsiteY2" fmla="*/ 58620 h 99501"/>
                    <a:gd name="connsiteX3" fmla="*/ 3670 w 99480"/>
                    <a:gd name="connsiteY3" fmla="*/ 40891 h 99501"/>
                    <a:gd name="connsiteX4" fmla="*/ 40868 w 99480"/>
                    <a:gd name="connsiteY4" fmla="*/ 3678 h 99501"/>
                    <a:gd name="connsiteX5" fmla="*/ 58603 w 99480"/>
                    <a:gd name="connsiteY5" fmla="*/ 3668 h 99501"/>
                    <a:gd name="connsiteX6" fmla="*/ 58613 w 99480"/>
                    <a:gd name="connsiteY6" fmla="*/ 3678 h 99501"/>
                    <a:gd name="connsiteX7" fmla="*/ 95811 w 99480"/>
                    <a:gd name="connsiteY7" fmla="*/ 40891 h 99501"/>
                    <a:gd name="connsiteX8" fmla="*/ 95811 w 99480"/>
                    <a:gd name="connsiteY8" fmla="*/ 58620 h 99501"/>
                    <a:gd name="connsiteX9" fmla="*/ 58613 w 99480"/>
                    <a:gd name="connsiteY9" fmla="*/ 95834 h 99501"/>
                    <a:gd name="connsiteX10" fmla="*/ 49740 w 99480"/>
                    <a:gd name="connsiteY10" fmla="*/ 99502 h 99501"/>
                    <a:gd name="connsiteX11" fmla="*/ 30272 w 99480"/>
                    <a:gd name="connsiteY11" fmla="*/ 49748 h 99501"/>
                    <a:gd name="connsiteX12" fmla="*/ 49740 w 99480"/>
                    <a:gd name="connsiteY12" fmla="*/ 69233 h 99501"/>
                    <a:gd name="connsiteX13" fmla="*/ 69209 w 99480"/>
                    <a:gd name="connsiteY13" fmla="*/ 49748 h 99501"/>
                    <a:gd name="connsiteX14" fmla="*/ 49740 w 99480"/>
                    <a:gd name="connsiteY14" fmla="*/ 30279 h 9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480" h="99501">
                      <a:moveTo>
                        <a:pt x="49740" y="99502"/>
                      </a:moveTo>
                      <a:cubicBezTo>
                        <a:pt x="46414" y="99505"/>
                        <a:pt x="43223" y="98185"/>
                        <a:pt x="40868" y="95834"/>
                      </a:cubicBezTo>
                      <a:lnTo>
                        <a:pt x="3670" y="58620"/>
                      </a:lnTo>
                      <a:cubicBezTo>
                        <a:pt x="-1223" y="53724"/>
                        <a:pt x="-1223" y="45788"/>
                        <a:pt x="3670" y="40891"/>
                      </a:cubicBezTo>
                      <a:lnTo>
                        <a:pt x="40868" y="3678"/>
                      </a:lnTo>
                      <a:cubicBezTo>
                        <a:pt x="45762" y="-1222"/>
                        <a:pt x="53703" y="-1227"/>
                        <a:pt x="58603" y="3668"/>
                      </a:cubicBezTo>
                      <a:cubicBezTo>
                        <a:pt x="58607" y="3671"/>
                        <a:pt x="58610" y="3675"/>
                        <a:pt x="58613" y="3678"/>
                      </a:cubicBezTo>
                      <a:lnTo>
                        <a:pt x="95811" y="40891"/>
                      </a:lnTo>
                      <a:cubicBezTo>
                        <a:pt x="100704" y="45788"/>
                        <a:pt x="100704" y="53724"/>
                        <a:pt x="95811" y="58620"/>
                      </a:cubicBezTo>
                      <a:lnTo>
                        <a:pt x="58613" y="95834"/>
                      </a:lnTo>
                      <a:cubicBezTo>
                        <a:pt x="56258" y="98185"/>
                        <a:pt x="53067" y="99505"/>
                        <a:pt x="49740" y="99502"/>
                      </a:cubicBezTo>
                      <a:close/>
                      <a:moveTo>
                        <a:pt x="30272" y="49748"/>
                      </a:moveTo>
                      <a:lnTo>
                        <a:pt x="49740" y="69233"/>
                      </a:lnTo>
                      <a:lnTo>
                        <a:pt x="69209" y="49748"/>
                      </a:lnTo>
                      <a:lnTo>
                        <a:pt x="49740" y="30279"/>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5" name="Freeform 182">
                  <a:extLst>
                    <a:ext uri="{FF2B5EF4-FFF2-40B4-BE49-F238E27FC236}">
                      <a16:creationId xmlns:a16="http://schemas.microsoft.com/office/drawing/2014/main" id="{F3A760DA-F4A1-43F1-4300-E9A448CD5B72}"/>
                    </a:ext>
                  </a:extLst>
                </p:cNvPr>
                <p:cNvSpPr/>
                <p:nvPr/>
              </p:nvSpPr>
              <p:spPr>
                <a:xfrm>
                  <a:off x="786397" y="2040956"/>
                  <a:ext cx="158321" cy="66181"/>
                </a:xfrm>
                <a:custGeom>
                  <a:avLst/>
                  <a:gdLst>
                    <a:gd name="connsiteX0" fmla="*/ 145781 w 158321"/>
                    <a:gd name="connsiteY0" fmla="*/ 66182 h 66181"/>
                    <a:gd name="connsiteX1" fmla="*/ 12540 w 158321"/>
                    <a:gd name="connsiteY1" fmla="*/ 66182 h 66181"/>
                    <a:gd name="connsiteX2" fmla="*/ 0 w 158321"/>
                    <a:gd name="connsiteY2" fmla="*/ 53641 h 66181"/>
                    <a:gd name="connsiteX3" fmla="*/ 0 w 158321"/>
                    <a:gd name="connsiteY3" fmla="*/ 12540 h 66181"/>
                    <a:gd name="connsiteX4" fmla="*/ 12540 w 158321"/>
                    <a:gd name="connsiteY4" fmla="*/ 0 h 66181"/>
                    <a:gd name="connsiteX5" fmla="*/ 145781 w 158321"/>
                    <a:gd name="connsiteY5" fmla="*/ 0 h 66181"/>
                    <a:gd name="connsiteX6" fmla="*/ 158322 w 158321"/>
                    <a:gd name="connsiteY6" fmla="*/ 12540 h 66181"/>
                    <a:gd name="connsiteX7" fmla="*/ 158322 w 158321"/>
                    <a:gd name="connsiteY7" fmla="*/ 53641 h 66181"/>
                    <a:gd name="connsiteX8" fmla="*/ 145781 w 158321"/>
                    <a:gd name="connsiteY8" fmla="*/ 66182 h 66181"/>
                    <a:gd name="connsiteX9" fmla="*/ 25081 w 158321"/>
                    <a:gd name="connsiteY9" fmla="*/ 41101 h 66181"/>
                    <a:gd name="connsiteX10" fmla="*/ 133241 w 158321"/>
                    <a:gd name="connsiteY10" fmla="*/ 41101 h 66181"/>
                    <a:gd name="connsiteX11" fmla="*/ 133241 w 158321"/>
                    <a:gd name="connsiteY11" fmla="*/ 25081 h 66181"/>
                    <a:gd name="connsiteX12" fmla="*/ 25081 w 158321"/>
                    <a:gd name="connsiteY12" fmla="*/ 25081 h 6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321" h="66181">
                      <a:moveTo>
                        <a:pt x="145781" y="66182"/>
                      </a:moveTo>
                      <a:lnTo>
                        <a:pt x="12540" y="66182"/>
                      </a:lnTo>
                      <a:cubicBezTo>
                        <a:pt x="5614" y="66182"/>
                        <a:pt x="0" y="60567"/>
                        <a:pt x="0" y="53641"/>
                      </a:cubicBezTo>
                      <a:lnTo>
                        <a:pt x="0" y="12540"/>
                      </a:lnTo>
                      <a:cubicBezTo>
                        <a:pt x="0" y="5614"/>
                        <a:pt x="5614" y="0"/>
                        <a:pt x="12540" y="0"/>
                      </a:cubicBezTo>
                      <a:lnTo>
                        <a:pt x="145781" y="0"/>
                      </a:lnTo>
                      <a:cubicBezTo>
                        <a:pt x="152707" y="0"/>
                        <a:pt x="158322" y="5614"/>
                        <a:pt x="158322" y="12540"/>
                      </a:cubicBezTo>
                      <a:lnTo>
                        <a:pt x="158322" y="53641"/>
                      </a:lnTo>
                      <a:cubicBezTo>
                        <a:pt x="158322" y="60567"/>
                        <a:pt x="152707" y="66182"/>
                        <a:pt x="145781" y="66182"/>
                      </a:cubicBezTo>
                      <a:close/>
                      <a:moveTo>
                        <a:pt x="25081" y="41101"/>
                      </a:moveTo>
                      <a:lnTo>
                        <a:pt x="133241" y="41101"/>
                      </a:lnTo>
                      <a:lnTo>
                        <a:pt x="133241" y="25081"/>
                      </a:lnTo>
                      <a:lnTo>
                        <a:pt x="25081" y="25081"/>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41" name="Group 40">
            <a:extLst>
              <a:ext uri="{FF2B5EF4-FFF2-40B4-BE49-F238E27FC236}">
                <a16:creationId xmlns:a16="http://schemas.microsoft.com/office/drawing/2014/main" id="{2D1017A6-1941-4B76-9380-1BCC91DE58FE}"/>
              </a:ext>
            </a:extLst>
          </p:cNvPr>
          <p:cNvGrpSpPr/>
          <p:nvPr/>
        </p:nvGrpSpPr>
        <p:grpSpPr>
          <a:xfrm>
            <a:off x="10667997" y="-3"/>
            <a:ext cx="1143475" cy="828677"/>
            <a:chOff x="10667997" y="-3"/>
            <a:chExt cx="1143475" cy="828677"/>
          </a:xfrm>
        </p:grpSpPr>
        <p:sp>
          <p:nvSpPr>
            <p:cNvPr id="448" name="Round Same-side Corner of Rectangle 3">
              <a:extLst>
                <a:ext uri="{FF2B5EF4-FFF2-40B4-BE49-F238E27FC236}">
                  <a16:creationId xmlns:a16="http://schemas.microsoft.com/office/drawing/2014/main" id="{8CA3634B-027D-3BE1-EF3D-B92A37537E63}"/>
                </a:ext>
              </a:extLst>
            </p:cNvPr>
            <p:cNvSpPr/>
            <p:nvPr/>
          </p:nvSpPr>
          <p:spPr>
            <a:xfrm rot="10800000">
              <a:off x="10667997" y="-3"/>
              <a:ext cx="1143475" cy="828677"/>
            </a:xfrm>
            <a:prstGeom prst="round2SameRect">
              <a:avLst/>
            </a:prstGeom>
            <a:solidFill>
              <a:schemeClr val="bg1"/>
            </a:solidFill>
            <a:ln>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449" name="Picture 448">
              <a:extLst>
                <a:ext uri="{FF2B5EF4-FFF2-40B4-BE49-F238E27FC236}">
                  <a16:creationId xmlns:a16="http://schemas.microsoft.com/office/drawing/2014/main" id="{793FE28A-66EC-C951-4522-486ABFE119AD}"/>
                </a:ext>
              </a:extLst>
            </p:cNvPr>
            <p:cNvPicPr>
              <a:picLocks noChangeAspect="1"/>
            </p:cNvPicPr>
            <p:nvPr/>
          </p:nvPicPr>
          <p:blipFill>
            <a:blip r:embed="rId6" cstate="email">
              <a:extLst>
                <a:ext uri="{28A0092B-C50C-407E-A947-70E740481C1C}">
                  <a14:useLocalDpi xmlns:a14="http://schemas.microsoft.com/office/drawing/2010/main"/>
                </a:ext>
              </a:extLst>
            </a:blip>
            <a:srcRect/>
            <a:stretch/>
          </p:blipFill>
          <p:spPr>
            <a:xfrm>
              <a:off x="10957794" y="135851"/>
              <a:ext cx="563880" cy="563880"/>
            </a:xfrm>
            <a:prstGeom prst="rect">
              <a:avLst/>
            </a:prstGeom>
          </p:spPr>
        </p:pic>
      </p:grpSp>
      <p:sp>
        <p:nvSpPr>
          <p:cNvPr id="450" name="Rectangle: Rounded Corners 449">
            <a:extLst>
              <a:ext uri="{FF2B5EF4-FFF2-40B4-BE49-F238E27FC236}">
                <a16:creationId xmlns:a16="http://schemas.microsoft.com/office/drawing/2014/main" id="{498BB3E0-39D7-0B12-C1D4-EBF2C60309B5}"/>
              </a:ext>
            </a:extLst>
          </p:cNvPr>
          <p:cNvSpPr/>
          <p:nvPr/>
        </p:nvSpPr>
        <p:spPr>
          <a:xfrm rot="5400000">
            <a:off x="9671694" y="4520463"/>
            <a:ext cx="220778" cy="2483261"/>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rgbClr val="3C3C3C"/>
                </a:solidFill>
                <a:latin typeface="Century Gothic" panose="020F0302020204030204"/>
              </a:rPr>
              <a:t>Transition to support organization</a:t>
            </a:r>
          </a:p>
        </p:txBody>
      </p:sp>
    </p:spTree>
    <p:extLst>
      <p:ext uri="{BB962C8B-B14F-4D97-AF65-F5344CB8AC3E}">
        <p14:creationId xmlns:p14="http://schemas.microsoft.com/office/powerpoint/2010/main" val="4120048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FCB10-95AD-94B0-B781-9E7057AF1B10}"/>
            </a:ext>
          </a:extLst>
        </p:cNvPr>
        <p:cNvGrpSpPr/>
        <p:nvPr/>
      </p:nvGrpSpPr>
      <p:grpSpPr>
        <a:xfrm>
          <a:off x="0" y="0"/>
          <a:ext cx="0" cy="0"/>
          <a:chOff x="0" y="0"/>
          <a:chExt cx="0" cy="0"/>
        </a:xfrm>
      </p:grpSpPr>
      <p:cxnSp>
        <p:nvCxnSpPr>
          <p:cNvPr id="280" name="Straight Connector 279">
            <a:extLst>
              <a:ext uri="{FF2B5EF4-FFF2-40B4-BE49-F238E27FC236}">
                <a16:creationId xmlns:a16="http://schemas.microsoft.com/office/drawing/2014/main" id="{EDBFB062-C163-75FC-064E-9997BD477293}"/>
              </a:ext>
            </a:extLst>
          </p:cNvPr>
          <p:cNvCxnSpPr>
            <a:cxnSpLocks/>
          </p:cNvCxnSpPr>
          <p:nvPr/>
        </p:nvCxnSpPr>
        <p:spPr>
          <a:xfrm flipH="1">
            <a:off x="7238911" y="2708268"/>
            <a:ext cx="8382"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71" name="TextBox 270">
            <a:extLst>
              <a:ext uri="{FF2B5EF4-FFF2-40B4-BE49-F238E27FC236}">
                <a16:creationId xmlns:a16="http://schemas.microsoft.com/office/drawing/2014/main" id="{5E28B961-F004-2182-6C2D-F8D9A99CFF3E}"/>
              </a:ext>
            </a:extLst>
          </p:cNvPr>
          <p:cNvSpPr txBox="1"/>
          <p:nvPr/>
        </p:nvSpPr>
        <p:spPr>
          <a:xfrm>
            <a:off x="5942500" y="6031697"/>
            <a:ext cx="1294487"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Solution (technically) built</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Ready for integration testing</a:t>
            </a:r>
          </a:p>
        </p:txBody>
      </p:sp>
      <p:sp>
        <p:nvSpPr>
          <p:cNvPr id="328" name="TextBox 327">
            <a:extLst>
              <a:ext uri="{FF2B5EF4-FFF2-40B4-BE49-F238E27FC236}">
                <a16:creationId xmlns:a16="http://schemas.microsoft.com/office/drawing/2014/main" id="{6167831F-C808-BB5D-9D14-3289F63716CA}"/>
              </a:ext>
            </a:extLst>
          </p:cNvPr>
          <p:cNvSpPr txBox="1"/>
          <p:nvPr/>
        </p:nvSpPr>
        <p:spPr>
          <a:xfrm>
            <a:off x="4925519" y="4726780"/>
            <a:ext cx="2199456" cy="461665"/>
          </a:xfrm>
          <a:prstGeom prst="rect">
            <a:avLst/>
          </a:prstGeom>
          <a:noFill/>
        </p:spPr>
        <p:txBody>
          <a:bodyPr wrap="square" rIns="36000" rtlCol="0" anchor="b">
            <a:spAutoFit/>
          </a:bodyPr>
          <a:lstStyle/>
          <a:p>
            <a:pPr algn="ctr"/>
            <a:r>
              <a:rPr lang="en-US" sz="800" i="1">
                <a:solidFill>
                  <a:schemeClr val="bg1">
                    <a:lumMod val="75000"/>
                  </a:schemeClr>
                </a:solidFill>
              </a:rPr>
              <a:t>Iterative and incremental build</a:t>
            </a:r>
          </a:p>
          <a:p>
            <a:pPr algn="ctr"/>
            <a:r>
              <a:rPr lang="en-US" sz="800" i="1">
                <a:solidFill>
                  <a:schemeClr val="bg1">
                    <a:lumMod val="75000"/>
                  </a:schemeClr>
                </a:solidFill>
              </a:rPr>
              <a:t>in sprints of 3 to 6 weeks </a:t>
            </a:r>
            <a:br>
              <a:rPr lang="en-US" sz="800" i="1">
                <a:solidFill>
                  <a:schemeClr val="bg1">
                    <a:lumMod val="75000"/>
                  </a:schemeClr>
                </a:solidFill>
              </a:rPr>
            </a:br>
            <a:r>
              <a:rPr lang="en-US" sz="800" i="1">
                <a:solidFill>
                  <a:schemeClr val="bg1">
                    <a:lumMod val="75000"/>
                  </a:schemeClr>
                </a:solidFill>
              </a:rPr>
              <a:t>(all sprints of same length)</a:t>
            </a:r>
          </a:p>
        </p:txBody>
      </p:sp>
      <p:sp>
        <p:nvSpPr>
          <p:cNvPr id="9" name="Rectangle: Rounded Corners 8">
            <a:extLst>
              <a:ext uri="{FF2B5EF4-FFF2-40B4-BE49-F238E27FC236}">
                <a16:creationId xmlns:a16="http://schemas.microsoft.com/office/drawing/2014/main" id="{1B8B0A66-696C-5B22-B892-EB69C16063F2}"/>
              </a:ext>
            </a:extLst>
          </p:cNvPr>
          <p:cNvSpPr/>
          <p:nvPr/>
        </p:nvSpPr>
        <p:spPr>
          <a:xfrm>
            <a:off x="4729821" y="2860709"/>
            <a:ext cx="2507610" cy="582211"/>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0" tIns="0" rIns="0" bIns="0" rtlCol="0" anchor="t">
            <a:spAutoFit/>
          </a:bodyPr>
          <a:lstStyle/>
          <a:p>
            <a:pPr algn="ctr">
              <a:spcAft>
                <a:spcPts val="400"/>
              </a:spcAft>
            </a:pPr>
            <a:r>
              <a:rPr lang="en-GB" sz="1050" b="1">
                <a:solidFill>
                  <a:schemeClr val="bg1">
                    <a:lumMod val="75000"/>
                  </a:schemeClr>
                </a:solidFill>
              </a:rPr>
              <a:t>REA</a:t>
            </a:r>
            <a:endParaRPr lang="en-GB" sz="900">
              <a:solidFill>
                <a:schemeClr val="bg1">
                  <a:lumMod val="75000"/>
                </a:schemeClr>
              </a:solidFill>
            </a:endParaRPr>
          </a:p>
          <a:p>
            <a:pPr algn="ctr"/>
            <a:r>
              <a:rPr lang="en-GB" sz="800">
                <a:solidFill>
                  <a:schemeClr val="bg1">
                    <a:lumMod val="75000"/>
                  </a:schemeClr>
                </a:solidFill>
              </a:rPr>
              <a:t>Build of the solution in sprints </a:t>
            </a:r>
            <a:br>
              <a:rPr lang="en-GB" sz="800">
                <a:solidFill>
                  <a:schemeClr val="bg1">
                    <a:lumMod val="75000"/>
                  </a:schemeClr>
                </a:solidFill>
              </a:rPr>
            </a:br>
            <a:r>
              <a:rPr lang="en-GB" sz="800">
                <a:solidFill>
                  <a:schemeClr val="bg1">
                    <a:lumMod val="75000"/>
                  </a:schemeClr>
                </a:solidFill>
              </a:rPr>
              <a:t>(detailed design, build, test, </a:t>
            </a:r>
            <a:br>
              <a:rPr lang="en-GB" sz="800">
                <a:solidFill>
                  <a:schemeClr val="bg1">
                    <a:lumMod val="75000"/>
                  </a:schemeClr>
                </a:solidFill>
              </a:rPr>
            </a:br>
            <a:r>
              <a:rPr lang="en-GB" sz="800">
                <a:solidFill>
                  <a:schemeClr val="bg1">
                    <a:lumMod val="75000"/>
                  </a:schemeClr>
                </a:solidFill>
              </a:rPr>
              <a:t>show &amp; tell and release)</a:t>
            </a:r>
          </a:p>
        </p:txBody>
      </p:sp>
      <p:pic>
        <p:nvPicPr>
          <p:cNvPr id="461" name="Picture 460">
            <a:extLst>
              <a:ext uri="{FF2B5EF4-FFF2-40B4-BE49-F238E27FC236}">
                <a16:creationId xmlns:a16="http://schemas.microsoft.com/office/drawing/2014/main" id="{1F6589E5-A705-C7B7-3487-218BDBC12D30}"/>
              </a:ext>
            </a:extLst>
          </p:cNvPr>
          <p:cNvPicPr>
            <a:picLocks noChangeAspect="1"/>
          </p:cNvPicPr>
          <p:nvPr/>
        </p:nvPicPr>
        <p:blipFill rotWithShape="1">
          <a:blip r:embed="rId3">
            <a:duotone>
              <a:schemeClr val="accent6">
                <a:shade val="45000"/>
                <a:satMod val="135000"/>
              </a:schemeClr>
              <a:prstClr val="white"/>
            </a:duotone>
          </a:blip>
          <a:srcRect l="14992" r="-1493"/>
          <a:stretch/>
        </p:blipFill>
        <p:spPr>
          <a:xfrm>
            <a:off x="4936738" y="4402428"/>
            <a:ext cx="2204820" cy="386989"/>
          </a:xfrm>
          <a:prstGeom prst="rect">
            <a:avLst/>
          </a:prstGeom>
          <a:solidFill>
            <a:schemeClr val="bg1">
              <a:lumMod val="85000"/>
            </a:schemeClr>
          </a:solidFill>
        </p:spPr>
      </p:pic>
      <p:sp>
        <p:nvSpPr>
          <p:cNvPr id="117" name="Rectangle 116">
            <a:extLst>
              <a:ext uri="{FF2B5EF4-FFF2-40B4-BE49-F238E27FC236}">
                <a16:creationId xmlns:a16="http://schemas.microsoft.com/office/drawing/2014/main" id="{37A327D2-983C-9CD7-B187-1B76ECCA437C}"/>
              </a:ext>
            </a:extLst>
          </p:cNvPr>
          <p:cNvSpPr/>
          <p:nvPr/>
        </p:nvSpPr>
        <p:spPr>
          <a:xfrm>
            <a:off x="1364" y="535696"/>
            <a:ext cx="12190635" cy="914400"/>
          </a:xfrm>
          <a:prstGeom prst="rect">
            <a:avLst/>
          </a:prstGeom>
          <a:gradFill>
            <a:gsLst>
              <a:gs pos="63000">
                <a:schemeClr val="bg1">
                  <a:lumMod val="95000"/>
                </a:schemeClr>
              </a:gs>
              <a:gs pos="13000">
                <a:schemeClr val="bg1">
                  <a:lumMod val="95000"/>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100" name="Rectangle 99">
            <a:extLst>
              <a:ext uri="{FF2B5EF4-FFF2-40B4-BE49-F238E27FC236}">
                <a16:creationId xmlns:a16="http://schemas.microsoft.com/office/drawing/2014/main" id="{9B8319F0-69D4-770C-FE2B-683F3BE58270}"/>
              </a:ext>
            </a:extLst>
          </p:cNvPr>
          <p:cNvSpPr/>
          <p:nvPr/>
        </p:nvSpPr>
        <p:spPr>
          <a:xfrm>
            <a:off x="147484" y="6179574"/>
            <a:ext cx="2492477"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17" name="Title 316">
            <a:extLst>
              <a:ext uri="{FF2B5EF4-FFF2-40B4-BE49-F238E27FC236}">
                <a16:creationId xmlns:a16="http://schemas.microsoft.com/office/drawing/2014/main" id="{5324B5E9-6359-D7A6-7DA0-58FD264C8AB6}"/>
              </a:ext>
            </a:extLst>
          </p:cNvPr>
          <p:cNvSpPr>
            <a:spLocks noGrp="1"/>
          </p:cNvSpPr>
          <p:nvPr>
            <p:ph type="ctrTitle"/>
          </p:nvPr>
        </p:nvSpPr>
        <p:spPr/>
        <p:txBody>
          <a:bodyPr/>
          <a:lstStyle/>
          <a:p>
            <a:r>
              <a:rPr lang="nl-BE"/>
              <a:t>project life </a:t>
            </a:r>
            <a:r>
              <a:rPr lang="nl-BE" err="1"/>
              <a:t>cycle</a:t>
            </a:r>
            <a:endParaRPr lang="en-US"/>
          </a:p>
        </p:txBody>
      </p:sp>
      <p:cxnSp>
        <p:nvCxnSpPr>
          <p:cNvPr id="281" name="Straight Connector 280">
            <a:extLst>
              <a:ext uri="{FF2B5EF4-FFF2-40B4-BE49-F238E27FC236}">
                <a16:creationId xmlns:a16="http://schemas.microsoft.com/office/drawing/2014/main" id="{E198984F-3568-3EFC-D59A-DC779B62B6D4}"/>
              </a:ext>
            </a:extLst>
          </p:cNvPr>
          <p:cNvCxnSpPr>
            <a:cxnSpLocks/>
          </p:cNvCxnSpPr>
          <p:nvPr/>
        </p:nvCxnSpPr>
        <p:spPr>
          <a:xfrm>
            <a:off x="2428620"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69" name="TextBox 268">
            <a:extLst>
              <a:ext uri="{FF2B5EF4-FFF2-40B4-BE49-F238E27FC236}">
                <a16:creationId xmlns:a16="http://schemas.microsoft.com/office/drawing/2014/main" id="{CB585F4D-EB06-3AEE-A4BE-ECA3E7FED7D5}"/>
              </a:ext>
            </a:extLst>
          </p:cNvPr>
          <p:cNvSpPr txBox="1"/>
          <p:nvPr/>
        </p:nvSpPr>
        <p:spPr>
          <a:xfrm>
            <a:off x="1529334" y="6031697"/>
            <a:ext cx="897363"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Project approach</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Project plan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Kick-off meeting</a:t>
            </a:r>
          </a:p>
        </p:txBody>
      </p:sp>
      <p:sp>
        <p:nvSpPr>
          <p:cNvPr id="14" name="Rectangle: Rounded Corners 13">
            <a:extLst>
              <a:ext uri="{FF2B5EF4-FFF2-40B4-BE49-F238E27FC236}">
                <a16:creationId xmlns:a16="http://schemas.microsoft.com/office/drawing/2014/main" id="{CCEDD544-30DB-B663-FB1C-6E529BCE9116}"/>
              </a:ext>
            </a:extLst>
          </p:cNvPr>
          <p:cNvSpPr/>
          <p:nvPr/>
        </p:nvSpPr>
        <p:spPr>
          <a:xfrm>
            <a:off x="1110734" y="2860709"/>
            <a:ext cx="1316405" cy="697627"/>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GB" sz="1000" b="1" dirty="0">
                <a:solidFill>
                  <a:schemeClr val="bg1">
                    <a:lumMod val="75000"/>
                  </a:schemeClr>
                </a:solidFill>
              </a:rPr>
              <a:t>PLAN</a:t>
            </a:r>
            <a:endParaRPr lang="en-GB" sz="1000" dirty="0">
              <a:solidFill>
                <a:schemeClr val="bg1">
                  <a:lumMod val="75000"/>
                </a:schemeClr>
              </a:solidFill>
            </a:endParaRPr>
          </a:p>
          <a:p>
            <a:pPr algn="ctr"/>
            <a:r>
              <a:rPr lang="en-GB" sz="800" dirty="0">
                <a:solidFill>
                  <a:schemeClr val="bg1">
                    <a:lumMod val="75000"/>
                  </a:schemeClr>
                </a:solidFill>
              </a:rPr>
              <a:t>Establish program </a:t>
            </a:r>
            <a:br>
              <a:rPr lang="en-GB" sz="800" dirty="0">
                <a:solidFill>
                  <a:schemeClr val="bg1">
                    <a:lumMod val="75000"/>
                  </a:schemeClr>
                </a:solidFill>
              </a:rPr>
            </a:br>
            <a:r>
              <a:rPr lang="en-GB" sz="800" dirty="0">
                <a:solidFill>
                  <a:schemeClr val="bg1">
                    <a:lumMod val="75000"/>
                  </a:schemeClr>
                </a:solidFill>
              </a:rPr>
              <a:t>or project governance and draw up initial plans​</a:t>
            </a:r>
            <a:endParaRPr lang="en-US" sz="800" dirty="0">
              <a:solidFill>
                <a:schemeClr val="bg1">
                  <a:lumMod val="75000"/>
                </a:schemeClr>
              </a:solidFill>
            </a:endParaRPr>
          </a:p>
        </p:txBody>
      </p:sp>
      <p:cxnSp>
        <p:nvCxnSpPr>
          <p:cNvPr id="287" name="Straight Connector 286">
            <a:extLst>
              <a:ext uri="{FF2B5EF4-FFF2-40B4-BE49-F238E27FC236}">
                <a16:creationId xmlns:a16="http://schemas.microsoft.com/office/drawing/2014/main" id="{E38C5E89-CB87-0040-5113-F57DB1B2966F}"/>
              </a:ext>
            </a:extLst>
          </p:cNvPr>
          <p:cNvCxnSpPr>
            <a:cxnSpLocks/>
          </p:cNvCxnSpPr>
          <p:nvPr/>
        </p:nvCxnSpPr>
        <p:spPr>
          <a:xfrm flipH="1">
            <a:off x="1097233" y="2720379"/>
            <a:ext cx="5931"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75" name="TextBox 274">
            <a:extLst>
              <a:ext uri="{FF2B5EF4-FFF2-40B4-BE49-F238E27FC236}">
                <a16:creationId xmlns:a16="http://schemas.microsoft.com/office/drawing/2014/main" id="{18F53CFD-CFE5-D7E7-A37F-5202853832CB}"/>
              </a:ext>
            </a:extLst>
          </p:cNvPr>
          <p:cNvSpPr txBox="1"/>
          <p:nvPr/>
        </p:nvSpPr>
        <p:spPr>
          <a:xfrm>
            <a:off x="344956" y="6031697"/>
            <a:ext cx="752277"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Contract</a:t>
            </a:r>
          </a:p>
        </p:txBody>
      </p:sp>
      <p:sp>
        <p:nvSpPr>
          <p:cNvPr id="15" name="Rectangle: Rounded Corners 14">
            <a:extLst>
              <a:ext uri="{FF2B5EF4-FFF2-40B4-BE49-F238E27FC236}">
                <a16:creationId xmlns:a16="http://schemas.microsoft.com/office/drawing/2014/main" id="{BEA298B1-4102-CC27-8671-933F784F7942}"/>
              </a:ext>
            </a:extLst>
          </p:cNvPr>
          <p:cNvSpPr/>
          <p:nvPr/>
        </p:nvSpPr>
        <p:spPr>
          <a:xfrm>
            <a:off x="39890" y="2860709"/>
            <a:ext cx="1049771" cy="1074653"/>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US" sz="1000" b="1">
                <a:solidFill>
                  <a:schemeClr val="tx2"/>
                </a:solidFill>
              </a:rPr>
              <a:t>PRE-SALES</a:t>
            </a:r>
            <a:endParaRPr lang="en-US" sz="1000">
              <a:solidFill>
                <a:schemeClr val="tx1">
                  <a:lumMod val="75000"/>
                </a:schemeClr>
              </a:solidFill>
            </a:endParaRPr>
          </a:p>
          <a:p>
            <a:pPr algn="ctr"/>
            <a:r>
              <a:rPr lang="en-US" sz="800">
                <a:solidFill>
                  <a:schemeClr val="tx1">
                    <a:lumMod val="75000"/>
                  </a:schemeClr>
                </a:solidFill>
              </a:rPr>
              <a:t>Phase to understand project or program objectives, solution roadmap and high- level requirements</a:t>
            </a:r>
            <a:r>
              <a:rPr lang="en-US" sz="850">
                <a:solidFill>
                  <a:schemeClr val="tx1">
                    <a:lumMod val="75000"/>
                  </a:schemeClr>
                </a:solidFill>
              </a:rPr>
              <a:t>​</a:t>
            </a:r>
          </a:p>
        </p:txBody>
      </p:sp>
      <p:grpSp>
        <p:nvGrpSpPr>
          <p:cNvPr id="2" name="Group 1">
            <a:extLst>
              <a:ext uri="{FF2B5EF4-FFF2-40B4-BE49-F238E27FC236}">
                <a16:creationId xmlns:a16="http://schemas.microsoft.com/office/drawing/2014/main" id="{D28CB69E-3828-AC95-4689-1B328228DC4B}"/>
              </a:ext>
            </a:extLst>
          </p:cNvPr>
          <p:cNvGrpSpPr/>
          <p:nvPr/>
        </p:nvGrpSpPr>
        <p:grpSpPr>
          <a:xfrm>
            <a:off x="2580762" y="4547584"/>
            <a:ext cx="889094" cy="1388894"/>
            <a:chOff x="2580762" y="4642428"/>
            <a:chExt cx="889094" cy="1388894"/>
          </a:xfrm>
          <a:solidFill>
            <a:schemeClr val="bg1">
              <a:lumMod val="85000"/>
            </a:schemeClr>
          </a:solidFill>
        </p:grpSpPr>
        <p:grpSp>
          <p:nvGrpSpPr>
            <p:cNvPr id="209" name="Group 208">
              <a:extLst>
                <a:ext uri="{FF2B5EF4-FFF2-40B4-BE49-F238E27FC236}">
                  <a16:creationId xmlns:a16="http://schemas.microsoft.com/office/drawing/2014/main" id="{23822DE1-A303-5D09-36AA-65705B33D2AA}"/>
                </a:ext>
              </a:extLst>
            </p:cNvPr>
            <p:cNvGrpSpPr/>
            <p:nvPr/>
          </p:nvGrpSpPr>
          <p:grpSpPr>
            <a:xfrm>
              <a:off x="3053106" y="4658615"/>
              <a:ext cx="416750" cy="1346179"/>
              <a:chOff x="2420404" y="3780548"/>
              <a:chExt cx="416750" cy="1346179"/>
            </a:xfrm>
            <a:grpFill/>
          </p:grpSpPr>
          <p:grpSp>
            <p:nvGrpSpPr>
              <p:cNvPr id="246" name="Group 245">
                <a:extLst>
                  <a:ext uri="{FF2B5EF4-FFF2-40B4-BE49-F238E27FC236}">
                    <a16:creationId xmlns:a16="http://schemas.microsoft.com/office/drawing/2014/main" id="{755CF050-F7A0-901C-69A4-78A6B7808018}"/>
                  </a:ext>
                </a:extLst>
              </p:cNvPr>
              <p:cNvGrpSpPr/>
              <p:nvPr/>
            </p:nvGrpSpPr>
            <p:grpSpPr>
              <a:xfrm>
                <a:off x="2422409" y="3780548"/>
                <a:ext cx="414745" cy="288448"/>
                <a:chOff x="5605469" y="98036"/>
                <a:chExt cx="493294" cy="348272"/>
              </a:xfrm>
              <a:grpFill/>
            </p:grpSpPr>
            <p:sp>
              <p:nvSpPr>
                <p:cNvPr id="264" name="Rectangle 263">
                  <a:extLst>
                    <a:ext uri="{FF2B5EF4-FFF2-40B4-BE49-F238E27FC236}">
                      <a16:creationId xmlns:a16="http://schemas.microsoft.com/office/drawing/2014/main" id="{81A19F39-0B76-8447-AA9F-246F4A9A04BF}"/>
                    </a:ext>
                  </a:extLst>
                </p:cNvPr>
                <p:cNvSpPr/>
                <p:nvPr/>
              </p:nvSpPr>
              <p:spPr>
                <a:xfrm rot="16200000">
                  <a:off x="5541737" y="161768"/>
                  <a:ext cx="343463"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rgbClr val="FFFFFF"/>
                      </a:solidFill>
                      <a:effectLst/>
                      <a:uLnTx/>
                      <a:uFillTx/>
                      <a:latin typeface="Century Gothic" panose="020F0302020204030204"/>
                      <a:ea typeface="+mn-ea"/>
                      <a:cs typeface="+mn-cs"/>
                    </a:rPr>
                    <a:t>Must</a:t>
                  </a:r>
                </a:p>
              </p:txBody>
            </p:sp>
            <p:sp>
              <p:nvSpPr>
                <p:cNvPr id="265" name="Rectangle 264">
                  <a:extLst>
                    <a:ext uri="{FF2B5EF4-FFF2-40B4-BE49-F238E27FC236}">
                      <a16:creationId xmlns:a16="http://schemas.microsoft.com/office/drawing/2014/main" id="{40CEEE57-C2C5-0130-A514-6F5AD7DB558F}"/>
                    </a:ext>
                  </a:extLst>
                </p:cNvPr>
                <p:cNvSpPr/>
                <p:nvPr/>
              </p:nvSpPr>
              <p:spPr>
                <a:xfrm>
                  <a:off x="5819080" y="9803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266" name="Rectangle 265">
                  <a:extLst>
                    <a:ext uri="{FF2B5EF4-FFF2-40B4-BE49-F238E27FC236}">
                      <a16:creationId xmlns:a16="http://schemas.microsoft.com/office/drawing/2014/main" id="{2BEF61F0-35B8-D1E1-B977-E5D8A3C5B012}"/>
                    </a:ext>
                  </a:extLst>
                </p:cNvPr>
                <p:cNvSpPr/>
                <p:nvPr/>
              </p:nvSpPr>
              <p:spPr>
                <a:xfrm>
                  <a:off x="5819080" y="21357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267" name="Rectangle 266">
                  <a:extLst>
                    <a:ext uri="{FF2B5EF4-FFF2-40B4-BE49-F238E27FC236}">
                      <a16:creationId xmlns:a16="http://schemas.microsoft.com/office/drawing/2014/main" id="{74253F48-F9A4-DAF2-CF4D-80AA81C4B1F8}"/>
                    </a:ext>
                  </a:extLst>
                </p:cNvPr>
                <p:cNvSpPr/>
                <p:nvPr/>
              </p:nvSpPr>
              <p:spPr>
                <a:xfrm>
                  <a:off x="5819080" y="329104"/>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nvGrpSpPr>
              <p:cNvPr id="247" name="Group 246">
                <a:extLst>
                  <a:ext uri="{FF2B5EF4-FFF2-40B4-BE49-F238E27FC236}">
                    <a16:creationId xmlns:a16="http://schemas.microsoft.com/office/drawing/2014/main" id="{67D086CB-E019-A644-EE43-943130753ED3}"/>
                  </a:ext>
                </a:extLst>
              </p:cNvPr>
              <p:cNvGrpSpPr/>
              <p:nvPr/>
            </p:nvGrpSpPr>
            <p:grpSpPr>
              <a:xfrm>
                <a:off x="2420404" y="4069954"/>
                <a:ext cx="416750" cy="292758"/>
                <a:chOff x="5603085" y="98036"/>
                <a:chExt cx="495678" cy="353475"/>
              </a:xfrm>
              <a:grpFill/>
            </p:grpSpPr>
            <p:sp>
              <p:nvSpPr>
                <p:cNvPr id="260" name="Rectangle 259">
                  <a:extLst>
                    <a:ext uri="{FF2B5EF4-FFF2-40B4-BE49-F238E27FC236}">
                      <a16:creationId xmlns:a16="http://schemas.microsoft.com/office/drawing/2014/main" id="{BADA2FA7-24C3-0248-FA51-E595BAF22660}"/>
                    </a:ext>
                  </a:extLst>
                </p:cNvPr>
                <p:cNvSpPr/>
                <p:nvPr/>
              </p:nvSpPr>
              <p:spPr>
                <a:xfrm rot="16200000">
                  <a:off x="5534347" y="166774"/>
                  <a:ext cx="353475"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rgbClr val="FFFFFF"/>
                      </a:solidFill>
                      <a:effectLst/>
                      <a:uLnTx/>
                      <a:uFillTx/>
                      <a:latin typeface="Century Gothic" panose="020F0302020204030204"/>
                      <a:ea typeface="+mn-ea"/>
                      <a:cs typeface="+mn-cs"/>
                    </a:rPr>
                    <a:t>Should</a:t>
                  </a:r>
                </a:p>
              </p:txBody>
            </p:sp>
            <p:sp>
              <p:nvSpPr>
                <p:cNvPr id="261" name="Rectangle 260">
                  <a:extLst>
                    <a:ext uri="{FF2B5EF4-FFF2-40B4-BE49-F238E27FC236}">
                      <a16:creationId xmlns:a16="http://schemas.microsoft.com/office/drawing/2014/main" id="{72C543CC-1982-9D54-9D61-E8F0F4B88936}"/>
                    </a:ext>
                  </a:extLst>
                </p:cNvPr>
                <p:cNvSpPr/>
                <p:nvPr/>
              </p:nvSpPr>
              <p:spPr>
                <a:xfrm>
                  <a:off x="5819080" y="9803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262" name="Rectangle 261">
                  <a:extLst>
                    <a:ext uri="{FF2B5EF4-FFF2-40B4-BE49-F238E27FC236}">
                      <a16:creationId xmlns:a16="http://schemas.microsoft.com/office/drawing/2014/main" id="{A0498B66-6208-DB23-150C-84920ACAD622}"/>
                    </a:ext>
                  </a:extLst>
                </p:cNvPr>
                <p:cNvSpPr/>
                <p:nvPr/>
              </p:nvSpPr>
              <p:spPr>
                <a:xfrm>
                  <a:off x="5819080" y="21357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263" name="Rectangle 262">
                  <a:extLst>
                    <a:ext uri="{FF2B5EF4-FFF2-40B4-BE49-F238E27FC236}">
                      <a16:creationId xmlns:a16="http://schemas.microsoft.com/office/drawing/2014/main" id="{1D0DAE80-8EFF-F0E7-1A07-9BE61C3AA4C6}"/>
                    </a:ext>
                  </a:extLst>
                </p:cNvPr>
                <p:cNvSpPr/>
                <p:nvPr/>
              </p:nvSpPr>
              <p:spPr>
                <a:xfrm>
                  <a:off x="5819080" y="329104"/>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nvGrpSpPr>
              <p:cNvPr id="248" name="Group 247">
                <a:extLst>
                  <a:ext uri="{FF2B5EF4-FFF2-40B4-BE49-F238E27FC236}">
                    <a16:creationId xmlns:a16="http://schemas.microsoft.com/office/drawing/2014/main" id="{0D2CB6BB-A62F-7451-2147-D5C48C635BEF}"/>
                  </a:ext>
                </a:extLst>
              </p:cNvPr>
              <p:cNvGrpSpPr/>
              <p:nvPr/>
            </p:nvGrpSpPr>
            <p:grpSpPr>
              <a:xfrm>
                <a:off x="2426170" y="4741422"/>
                <a:ext cx="410909" cy="385305"/>
                <a:chOff x="6509524" y="-116502"/>
                <a:chExt cx="488731" cy="465216"/>
              </a:xfrm>
              <a:grpFill/>
            </p:grpSpPr>
            <p:sp>
              <p:nvSpPr>
                <p:cNvPr id="255" name="Rectangle 254">
                  <a:extLst>
                    <a:ext uri="{FF2B5EF4-FFF2-40B4-BE49-F238E27FC236}">
                      <a16:creationId xmlns:a16="http://schemas.microsoft.com/office/drawing/2014/main" id="{AF282F34-6EE5-100D-1809-83BF4ECF7EBC}"/>
                    </a:ext>
                  </a:extLst>
                </p:cNvPr>
                <p:cNvSpPr/>
                <p:nvPr/>
              </p:nvSpPr>
              <p:spPr>
                <a:xfrm rot="16200000">
                  <a:off x="6384916" y="8106"/>
                  <a:ext cx="465216"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rgbClr val="FFFFFF"/>
                      </a:solidFill>
                      <a:effectLst/>
                      <a:uLnTx/>
                      <a:uFillTx/>
                      <a:latin typeface="Century Gothic" panose="020F0302020204030204"/>
                      <a:ea typeface="+mn-ea"/>
                      <a:cs typeface="+mn-cs"/>
                    </a:rPr>
                    <a:t>Would</a:t>
                  </a:r>
                </a:p>
              </p:txBody>
            </p:sp>
            <p:sp>
              <p:nvSpPr>
                <p:cNvPr id="256" name="Rectangle 255">
                  <a:extLst>
                    <a:ext uri="{FF2B5EF4-FFF2-40B4-BE49-F238E27FC236}">
                      <a16:creationId xmlns:a16="http://schemas.microsoft.com/office/drawing/2014/main" id="{EE47B2AA-EE7D-61FC-6105-AEFBB3A66131}"/>
                    </a:ext>
                  </a:extLst>
                </p:cNvPr>
                <p:cNvSpPr/>
                <p:nvPr/>
              </p:nvSpPr>
              <p:spPr>
                <a:xfrm>
                  <a:off x="6718572" y="-116502"/>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57" name="Rectangle 256">
                  <a:extLst>
                    <a:ext uri="{FF2B5EF4-FFF2-40B4-BE49-F238E27FC236}">
                      <a16:creationId xmlns:a16="http://schemas.microsoft.com/office/drawing/2014/main" id="{0AEA0CCB-C900-31CC-3741-7BE75F745CA4}"/>
                    </a:ext>
                  </a:extLst>
                </p:cNvPr>
                <p:cNvSpPr/>
                <p:nvPr/>
              </p:nvSpPr>
              <p:spPr>
                <a:xfrm>
                  <a:off x="6718572" y="-968"/>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58" name="Rectangle 257">
                  <a:extLst>
                    <a:ext uri="{FF2B5EF4-FFF2-40B4-BE49-F238E27FC236}">
                      <a16:creationId xmlns:a16="http://schemas.microsoft.com/office/drawing/2014/main" id="{5931AF91-D774-221E-238D-B3C30799D635}"/>
                    </a:ext>
                  </a:extLst>
                </p:cNvPr>
                <p:cNvSpPr/>
                <p:nvPr/>
              </p:nvSpPr>
              <p:spPr>
                <a:xfrm>
                  <a:off x="6718572" y="11456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59" name="Rectangle 258">
                  <a:extLst>
                    <a:ext uri="{FF2B5EF4-FFF2-40B4-BE49-F238E27FC236}">
                      <a16:creationId xmlns:a16="http://schemas.microsoft.com/office/drawing/2014/main" id="{A865A105-D51A-CAB2-4AD3-FDCDA9A7D9CD}"/>
                    </a:ext>
                  </a:extLst>
                </p:cNvPr>
                <p:cNvSpPr/>
                <p:nvPr/>
              </p:nvSpPr>
              <p:spPr>
                <a:xfrm>
                  <a:off x="6718572" y="23010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nvGrpSpPr>
              <p:cNvPr id="249" name="Group 248">
                <a:extLst>
                  <a:ext uri="{FF2B5EF4-FFF2-40B4-BE49-F238E27FC236}">
                    <a16:creationId xmlns:a16="http://schemas.microsoft.com/office/drawing/2014/main" id="{C43A54B8-2699-1B6B-FDB5-4B901E087EB5}"/>
                  </a:ext>
                </a:extLst>
              </p:cNvPr>
              <p:cNvGrpSpPr/>
              <p:nvPr/>
            </p:nvGrpSpPr>
            <p:grpSpPr>
              <a:xfrm>
                <a:off x="2421259" y="4359537"/>
                <a:ext cx="415895" cy="384137"/>
                <a:chOff x="5652381" y="91367"/>
                <a:chExt cx="494661" cy="463806"/>
              </a:xfrm>
              <a:grpFill/>
            </p:grpSpPr>
            <p:sp>
              <p:nvSpPr>
                <p:cNvPr id="250" name="Rectangle 249">
                  <a:extLst>
                    <a:ext uri="{FF2B5EF4-FFF2-40B4-BE49-F238E27FC236}">
                      <a16:creationId xmlns:a16="http://schemas.microsoft.com/office/drawing/2014/main" id="{81DF3010-FD5D-B4A2-4146-9BE69BF8E081}"/>
                    </a:ext>
                  </a:extLst>
                </p:cNvPr>
                <p:cNvSpPr/>
                <p:nvPr/>
              </p:nvSpPr>
              <p:spPr>
                <a:xfrm rot="16200000">
                  <a:off x="5528479" y="215269"/>
                  <a:ext cx="463803"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rgbClr val="FFFFFF"/>
                      </a:solidFill>
                      <a:effectLst/>
                      <a:uLnTx/>
                      <a:uFillTx/>
                      <a:latin typeface="Century Gothic" panose="020F0302020204030204"/>
                      <a:ea typeface="+mn-ea"/>
                      <a:cs typeface="+mn-cs"/>
                    </a:rPr>
                    <a:t>Could</a:t>
                  </a:r>
                </a:p>
              </p:txBody>
            </p:sp>
            <p:sp>
              <p:nvSpPr>
                <p:cNvPr id="251" name="Rectangle 250">
                  <a:extLst>
                    <a:ext uri="{FF2B5EF4-FFF2-40B4-BE49-F238E27FC236}">
                      <a16:creationId xmlns:a16="http://schemas.microsoft.com/office/drawing/2014/main" id="{F1915C4D-6030-D752-E3B0-69EE53B808C2}"/>
                    </a:ext>
                  </a:extLst>
                </p:cNvPr>
                <p:cNvSpPr/>
                <p:nvPr/>
              </p:nvSpPr>
              <p:spPr>
                <a:xfrm>
                  <a:off x="5867359" y="91367"/>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252" name="Rectangle 251">
                  <a:extLst>
                    <a:ext uri="{FF2B5EF4-FFF2-40B4-BE49-F238E27FC236}">
                      <a16:creationId xmlns:a16="http://schemas.microsoft.com/office/drawing/2014/main" id="{F2AC69AF-45AF-137F-8017-3211DF56391F}"/>
                    </a:ext>
                  </a:extLst>
                </p:cNvPr>
                <p:cNvSpPr/>
                <p:nvPr/>
              </p:nvSpPr>
              <p:spPr>
                <a:xfrm>
                  <a:off x="5867359" y="206901"/>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253" name="Rectangle 252">
                  <a:extLst>
                    <a:ext uri="{FF2B5EF4-FFF2-40B4-BE49-F238E27FC236}">
                      <a16:creationId xmlns:a16="http://schemas.microsoft.com/office/drawing/2014/main" id="{34D07F68-AAA2-4262-FA37-7EF1808D84FB}"/>
                    </a:ext>
                  </a:extLst>
                </p:cNvPr>
                <p:cNvSpPr/>
                <p:nvPr/>
              </p:nvSpPr>
              <p:spPr>
                <a:xfrm>
                  <a:off x="5867359" y="322435"/>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254" name="Rectangle 253">
                  <a:extLst>
                    <a:ext uri="{FF2B5EF4-FFF2-40B4-BE49-F238E27FC236}">
                      <a16:creationId xmlns:a16="http://schemas.microsoft.com/office/drawing/2014/main" id="{2FE1F06B-113B-2B4E-193E-1972C594847B}"/>
                    </a:ext>
                  </a:extLst>
                </p:cNvPr>
                <p:cNvSpPr/>
                <p:nvPr/>
              </p:nvSpPr>
              <p:spPr>
                <a:xfrm>
                  <a:off x="5867359" y="437969"/>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sp>
          <p:nvSpPr>
            <p:cNvPr id="210" name="TextBox 209">
              <a:extLst>
                <a:ext uri="{FF2B5EF4-FFF2-40B4-BE49-F238E27FC236}">
                  <a16:creationId xmlns:a16="http://schemas.microsoft.com/office/drawing/2014/main" id="{71A52C56-C92E-68D9-2A57-235746C82212}"/>
                </a:ext>
              </a:extLst>
            </p:cNvPr>
            <p:cNvSpPr txBox="1"/>
            <p:nvPr/>
          </p:nvSpPr>
          <p:spPr>
            <a:xfrm rot="16200000">
              <a:off x="2221465" y="5260869"/>
              <a:ext cx="1372706" cy="168199"/>
            </a:xfrm>
            <a:prstGeom prst="rect">
              <a:avLst/>
            </a:prstGeom>
            <a:noFill/>
          </p:spPr>
          <p:txBody>
            <a:bodyPr wrap="square" lIns="36000" tIns="36000" rIns="36000" bIns="3600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Prioritized Blueprint Backlog</a:t>
              </a:r>
            </a:p>
          </p:txBody>
        </p:sp>
        <p:pic>
          <p:nvPicPr>
            <p:cNvPr id="211" name="Graphic 202" descr="Arrow: Counter-clockwise curve">
              <a:extLst>
                <a:ext uri="{FF2B5EF4-FFF2-40B4-BE49-F238E27FC236}">
                  <a16:creationId xmlns:a16="http://schemas.microsoft.com/office/drawing/2014/main" id="{8D94201C-8477-66A8-2A4D-398E9D409475}"/>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flipV="1">
              <a:off x="2580762" y="4642428"/>
              <a:ext cx="288774" cy="284465"/>
            </a:xfrm>
            <a:prstGeom prst="rect">
              <a:avLst/>
            </a:prstGeom>
          </p:spPr>
        </p:pic>
      </p:grpSp>
      <p:grpSp>
        <p:nvGrpSpPr>
          <p:cNvPr id="3" name="Group 2">
            <a:extLst>
              <a:ext uri="{FF2B5EF4-FFF2-40B4-BE49-F238E27FC236}">
                <a16:creationId xmlns:a16="http://schemas.microsoft.com/office/drawing/2014/main" id="{84A26550-1740-3EDA-F677-E3D29E305770}"/>
              </a:ext>
            </a:extLst>
          </p:cNvPr>
          <p:cNvGrpSpPr/>
          <p:nvPr/>
        </p:nvGrpSpPr>
        <p:grpSpPr>
          <a:xfrm>
            <a:off x="3595471" y="4157793"/>
            <a:ext cx="1053953" cy="1756846"/>
            <a:chOff x="3595471" y="4157793"/>
            <a:chExt cx="1053953" cy="1756846"/>
          </a:xfrm>
        </p:grpSpPr>
        <p:grpSp>
          <p:nvGrpSpPr>
            <p:cNvPr id="197" name="Group 196">
              <a:extLst>
                <a:ext uri="{FF2B5EF4-FFF2-40B4-BE49-F238E27FC236}">
                  <a16:creationId xmlns:a16="http://schemas.microsoft.com/office/drawing/2014/main" id="{CBF72605-7B86-D5E6-AB27-95839DDE1E3E}"/>
                </a:ext>
              </a:extLst>
            </p:cNvPr>
            <p:cNvGrpSpPr/>
            <p:nvPr/>
          </p:nvGrpSpPr>
          <p:grpSpPr>
            <a:xfrm>
              <a:off x="4132040" y="4178579"/>
              <a:ext cx="517384" cy="1736060"/>
              <a:chOff x="3825805" y="4221882"/>
              <a:chExt cx="517384" cy="1736060"/>
            </a:xfrm>
            <a:solidFill>
              <a:schemeClr val="bg1">
                <a:lumMod val="85000"/>
              </a:schemeClr>
            </a:solidFill>
          </p:grpSpPr>
          <p:grpSp>
            <p:nvGrpSpPr>
              <p:cNvPr id="295" name="Group 294">
                <a:extLst>
                  <a:ext uri="{FF2B5EF4-FFF2-40B4-BE49-F238E27FC236}">
                    <a16:creationId xmlns:a16="http://schemas.microsoft.com/office/drawing/2014/main" id="{1A82E3E5-C308-2F64-9CB7-ACE29630F767}"/>
                  </a:ext>
                </a:extLst>
              </p:cNvPr>
              <p:cNvGrpSpPr/>
              <p:nvPr/>
            </p:nvGrpSpPr>
            <p:grpSpPr>
              <a:xfrm>
                <a:off x="3828293" y="4221882"/>
                <a:ext cx="514896" cy="370403"/>
                <a:chOff x="5605469" y="98036"/>
                <a:chExt cx="493294" cy="348272"/>
              </a:xfrm>
              <a:grpFill/>
            </p:grpSpPr>
            <p:sp>
              <p:nvSpPr>
                <p:cNvPr id="313" name="Rectangle 312">
                  <a:extLst>
                    <a:ext uri="{FF2B5EF4-FFF2-40B4-BE49-F238E27FC236}">
                      <a16:creationId xmlns:a16="http://schemas.microsoft.com/office/drawing/2014/main" id="{08DEBF84-CF1F-14E5-1277-807B52E4A923}"/>
                    </a:ext>
                  </a:extLst>
                </p:cNvPr>
                <p:cNvSpPr/>
                <p:nvPr/>
              </p:nvSpPr>
              <p:spPr>
                <a:xfrm rot="16200000">
                  <a:off x="5541737" y="161768"/>
                  <a:ext cx="343463"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Century Gothic" panose="020F0302020204030204"/>
                      <a:ea typeface="+mn-ea"/>
                      <a:cs typeface="+mn-cs"/>
                    </a:rPr>
                    <a:t>Must</a:t>
                  </a:r>
                </a:p>
              </p:txBody>
            </p:sp>
            <p:sp>
              <p:nvSpPr>
                <p:cNvPr id="314" name="Rectangle 313">
                  <a:extLst>
                    <a:ext uri="{FF2B5EF4-FFF2-40B4-BE49-F238E27FC236}">
                      <a16:creationId xmlns:a16="http://schemas.microsoft.com/office/drawing/2014/main" id="{B63C825B-471C-137C-0D13-35F50F1986C0}"/>
                    </a:ext>
                  </a:extLst>
                </p:cNvPr>
                <p:cNvSpPr/>
                <p:nvPr/>
              </p:nvSpPr>
              <p:spPr>
                <a:xfrm>
                  <a:off x="5819080" y="9803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15" name="Rectangle 314">
                  <a:extLst>
                    <a:ext uri="{FF2B5EF4-FFF2-40B4-BE49-F238E27FC236}">
                      <a16:creationId xmlns:a16="http://schemas.microsoft.com/office/drawing/2014/main" id="{AE6CF4BC-210E-F3CF-6702-3DDB3F446110}"/>
                    </a:ext>
                  </a:extLst>
                </p:cNvPr>
                <p:cNvSpPr/>
                <p:nvPr/>
              </p:nvSpPr>
              <p:spPr>
                <a:xfrm>
                  <a:off x="5819080" y="21357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16" name="Rectangle 315">
                  <a:extLst>
                    <a:ext uri="{FF2B5EF4-FFF2-40B4-BE49-F238E27FC236}">
                      <a16:creationId xmlns:a16="http://schemas.microsoft.com/office/drawing/2014/main" id="{2544568C-3BC0-026E-2FFE-71C72608E7EB}"/>
                    </a:ext>
                  </a:extLst>
                </p:cNvPr>
                <p:cNvSpPr/>
                <p:nvPr/>
              </p:nvSpPr>
              <p:spPr>
                <a:xfrm>
                  <a:off x="5819080" y="329104"/>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nvGrpSpPr>
              <p:cNvPr id="296" name="Group 295">
                <a:extLst>
                  <a:ext uri="{FF2B5EF4-FFF2-40B4-BE49-F238E27FC236}">
                    <a16:creationId xmlns:a16="http://schemas.microsoft.com/office/drawing/2014/main" id="{040FB4A3-B9B3-B110-FCE7-0C46AF183614}"/>
                  </a:ext>
                </a:extLst>
              </p:cNvPr>
              <p:cNvGrpSpPr/>
              <p:nvPr/>
            </p:nvGrpSpPr>
            <p:grpSpPr>
              <a:xfrm>
                <a:off x="3825805" y="4593515"/>
                <a:ext cx="517384" cy="375937"/>
                <a:chOff x="5603085" y="98036"/>
                <a:chExt cx="495678" cy="353475"/>
              </a:xfrm>
              <a:grpFill/>
            </p:grpSpPr>
            <p:sp>
              <p:nvSpPr>
                <p:cNvPr id="309" name="Rectangle 308">
                  <a:extLst>
                    <a:ext uri="{FF2B5EF4-FFF2-40B4-BE49-F238E27FC236}">
                      <a16:creationId xmlns:a16="http://schemas.microsoft.com/office/drawing/2014/main" id="{4F4C680B-97A3-55BB-10AB-09A4645389EA}"/>
                    </a:ext>
                  </a:extLst>
                </p:cNvPr>
                <p:cNvSpPr/>
                <p:nvPr/>
              </p:nvSpPr>
              <p:spPr>
                <a:xfrm rot="16200000">
                  <a:off x="5534347" y="166774"/>
                  <a:ext cx="353475"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Century Gothic" panose="020F0302020204030204"/>
                      <a:ea typeface="+mn-ea"/>
                      <a:cs typeface="+mn-cs"/>
                    </a:rPr>
                    <a:t>Should</a:t>
                  </a:r>
                </a:p>
              </p:txBody>
            </p:sp>
            <p:sp>
              <p:nvSpPr>
                <p:cNvPr id="310" name="Rectangle 309">
                  <a:extLst>
                    <a:ext uri="{FF2B5EF4-FFF2-40B4-BE49-F238E27FC236}">
                      <a16:creationId xmlns:a16="http://schemas.microsoft.com/office/drawing/2014/main" id="{EB03FB7C-ECF5-820B-9F12-481141295D19}"/>
                    </a:ext>
                  </a:extLst>
                </p:cNvPr>
                <p:cNvSpPr/>
                <p:nvPr/>
              </p:nvSpPr>
              <p:spPr>
                <a:xfrm>
                  <a:off x="5819080" y="9803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11" name="Rectangle 310">
                  <a:extLst>
                    <a:ext uri="{FF2B5EF4-FFF2-40B4-BE49-F238E27FC236}">
                      <a16:creationId xmlns:a16="http://schemas.microsoft.com/office/drawing/2014/main" id="{D8980C0F-196E-EDB9-13BC-C8D11AC77DDC}"/>
                    </a:ext>
                  </a:extLst>
                </p:cNvPr>
                <p:cNvSpPr/>
                <p:nvPr/>
              </p:nvSpPr>
              <p:spPr>
                <a:xfrm>
                  <a:off x="5819080" y="21357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12" name="Rectangle 311">
                  <a:extLst>
                    <a:ext uri="{FF2B5EF4-FFF2-40B4-BE49-F238E27FC236}">
                      <a16:creationId xmlns:a16="http://schemas.microsoft.com/office/drawing/2014/main" id="{77874ED7-3969-B8FE-0213-A117E28136A8}"/>
                    </a:ext>
                  </a:extLst>
                </p:cNvPr>
                <p:cNvSpPr/>
                <p:nvPr/>
              </p:nvSpPr>
              <p:spPr>
                <a:xfrm>
                  <a:off x="5819080" y="329104"/>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nvGrpSpPr>
              <p:cNvPr id="297" name="Group 296">
                <a:extLst>
                  <a:ext uri="{FF2B5EF4-FFF2-40B4-BE49-F238E27FC236}">
                    <a16:creationId xmlns:a16="http://schemas.microsoft.com/office/drawing/2014/main" id="{EED80C57-C59A-8273-744B-2793C75D5356}"/>
                  </a:ext>
                </a:extLst>
              </p:cNvPr>
              <p:cNvGrpSpPr/>
              <p:nvPr/>
            </p:nvGrpSpPr>
            <p:grpSpPr>
              <a:xfrm>
                <a:off x="3832963" y="5463164"/>
                <a:ext cx="510133" cy="494778"/>
                <a:chOff x="6509524" y="-116502"/>
                <a:chExt cx="488731" cy="465216"/>
              </a:xfrm>
              <a:grpFill/>
            </p:grpSpPr>
            <p:sp>
              <p:nvSpPr>
                <p:cNvPr id="304" name="Rectangle 303">
                  <a:extLst>
                    <a:ext uri="{FF2B5EF4-FFF2-40B4-BE49-F238E27FC236}">
                      <a16:creationId xmlns:a16="http://schemas.microsoft.com/office/drawing/2014/main" id="{B6CA4E33-6B06-FCC4-26A3-91C04B7B3956}"/>
                    </a:ext>
                  </a:extLst>
                </p:cNvPr>
                <p:cNvSpPr/>
                <p:nvPr/>
              </p:nvSpPr>
              <p:spPr>
                <a:xfrm rot="16200000">
                  <a:off x="6384916" y="8106"/>
                  <a:ext cx="465216"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Century Gothic" panose="020F0302020204030204"/>
                      <a:ea typeface="+mn-ea"/>
                      <a:cs typeface="+mn-cs"/>
                    </a:rPr>
                    <a:t>Would</a:t>
                  </a:r>
                </a:p>
              </p:txBody>
            </p:sp>
            <p:sp>
              <p:nvSpPr>
                <p:cNvPr id="305" name="Rectangle 304">
                  <a:extLst>
                    <a:ext uri="{FF2B5EF4-FFF2-40B4-BE49-F238E27FC236}">
                      <a16:creationId xmlns:a16="http://schemas.microsoft.com/office/drawing/2014/main" id="{AB078935-80EF-8805-21BE-E5F3F4F1F142}"/>
                    </a:ext>
                  </a:extLst>
                </p:cNvPr>
                <p:cNvSpPr/>
                <p:nvPr/>
              </p:nvSpPr>
              <p:spPr>
                <a:xfrm>
                  <a:off x="6718572" y="-116502"/>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06" name="Rectangle 305">
                  <a:extLst>
                    <a:ext uri="{FF2B5EF4-FFF2-40B4-BE49-F238E27FC236}">
                      <a16:creationId xmlns:a16="http://schemas.microsoft.com/office/drawing/2014/main" id="{5C25D58F-A8A6-84A9-2C81-4FCCD9C34377}"/>
                    </a:ext>
                  </a:extLst>
                </p:cNvPr>
                <p:cNvSpPr/>
                <p:nvPr/>
              </p:nvSpPr>
              <p:spPr>
                <a:xfrm>
                  <a:off x="6718572" y="-968"/>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07" name="Rectangle 306">
                  <a:extLst>
                    <a:ext uri="{FF2B5EF4-FFF2-40B4-BE49-F238E27FC236}">
                      <a16:creationId xmlns:a16="http://schemas.microsoft.com/office/drawing/2014/main" id="{7AF76CC7-98D6-D762-A6DC-4353BD68D29E}"/>
                    </a:ext>
                  </a:extLst>
                </p:cNvPr>
                <p:cNvSpPr/>
                <p:nvPr/>
              </p:nvSpPr>
              <p:spPr>
                <a:xfrm>
                  <a:off x="6718572" y="11456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08" name="Rectangle 307">
                  <a:extLst>
                    <a:ext uri="{FF2B5EF4-FFF2-40B4-BE49-F238E27FC236}">
                      <a16:creationId xmlns:a16="http://schemas.microsoft.com/office/drawing/2014/main" id="{793FB7FF-1969-18B9-949A-7CB190C56A9F}"/>
                    </a:ext>
                  </a:extLst>
                </p:cNvPr>
                <p:cNvSpPr/>
                <p:nvPr/>
              </p:nvSpPr>
              <p:spPr>
                <a:xfrm>
                  <a:off x="6718572" y="23010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nvGrpSpPr>
              <p:cNvPr id="298" name="Group 297">
                <a:extLst>
                  <a:ext uri="{FF2B5EF4-FFF2-40B4-BE49-F238E27FC236}">
                    <a16:creationId xmlns:a16="http://schemas.microsoft.com/office/drawing/2014/main" id="{B8D9DA67-1C1A-A736-407E-BFBEDF2C23EB}"/>
                  </a:ext>
                </a:extLst>
              </p:cNvPr>
              <p:cNvGrpSpPr/>
              <p:nvPr/>
            </p:nvGrpSpPr>
            <p:grpSpPr>
              <a:xfrm>
                <a:off x="3826867" y="4965850"/>
                <a:ext cx="516322" cy="493279"/>
                <a:chOff x="5652381" y="91367"/>
                <a:chExt cx="494661" cy="463806"/>
              </a:xfrm>
              <a:grpFill/>
            </p:grpSpPr>
            <p:sp>
              <p:nvSpPr>
                <p:cNvPr id="299" name="Rectangle 298">
                  <a:extLst>
                    <a:ext uri="{FF2B5EF4-FFF2-40B4-BE49-F238E27FC236}">
                      <a16:creationId xmlns:a16="http://schemas.microsoft.com/office/drawing/2014/main" id="{F6B820BB-FCE2-634E-8869-ED6B6D4EC41F}"/>
                    </a:ext>
                  </a:extLst>
                </p:cNvPr>
                <p:cNvSpPr/>
                <p:nvPr/>
              </p:nvSpPr>
              <p:spPr>
                <a:xfrm rot="16200000">
                  <a:off x="5528479" y="215269"/>
                  <a:ext cx="463803"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Century Gothic" panose="020F0302020204030204"/>
                      <a:ea typeface="+mn-ea"/>
                      <a:cs typeface="+mn-cs"/>
                    </a:rPr>
                    <a:t>Could</a:t>
                  </a:r>
                </a:p>
              </p:txBody>
            </p:sp>
            <p:sp>
              <p:nvSpPr>
                <p:cNvPr id="300" name="Rectangle 299">
                  <a:extLst>
                    <a:ext uri="{FF2B5EF4-FFF2-40B4-BE49-F238E27FC236}">
                      <a16:creationId xmlns:a16="http://schemas.microsoft.com/office/drawing/2014/main" id="{E0AFE0B9-6035-A6FC-DD8A-4453C328B259}"/>
                    </a:ext>
                  </a:extLst>
                </p:cNvPr>
                <p:cNvSpPr/>
                <p:nvPr/>
              </p:nvSpPr>
              <p:spPr>
                <a:xfrm>
                  <a:off x="5867359" y="91367"/>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01" name="Rectangle 300">
                  <a:extLst>
                    <a:ext uri="{FF2B5EF4-FFF2-40B4-BE49-F238E27FC236}">
                      <a16:creationId xmlns:a16="http://schemas.microsoft.com/office/drawing/2014/main" id="{E1906A65-0CF5-9BE3-CE40-B11BA9C523A8}"/>
                    </a:ext>
                  </a:extLst>
                </p:cNvPr>
                <p:cNvSpPr/>
                <p:nvPr/>
              </p:nvSpPr>
              <p:spPr>
                <a:xfrm>
                  <a:off x="5867359" y="206901"/>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02" name="Rectangle 301">
                  <a:extLst>
                    <a:ext uri="{FF2B5EF4-FFF2-40B4-BE49-F238E27FC236}">
                      <a16:creationId xmlns:a16="http://schemas.microsoft.com/office/drawing/2014/main" id="{2CE0190B-23C8-D1BB-1489-3ACA20AA90B8}"/>
                    </a:ext>
                  </a:extLst>
                </p:cNvPr>
                <p:cNvSpPr/>
                <p:nvPr/>
              </p:nvSpPr>
              <p:spPr>
                <a:xfrm>
                  <a:off x="5867359" y="322435"/>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03" name="Rectangle 302">
                  <a:extLst>
                    <a:ext uri="{FF2B5EF4-FFF2-40B4-BE49-F238E27FC236}">
                      <a16:creationId xmlns:a16="http://schemas.microsoft.com/office/drawing/2014/main" id="{9EDF0E2C-C4CC-280F-3590-4545A244B2FF}"/>
                    </a:ext>
                  </a:extLst>
                </p:cNvPr>
                <p:cNvSpPr/>
                <p:nvPr/>
              </p:nvSpPr>
              <p:spPr>
                <a:xfrm>
                  <a:off x="5867359" y="437969"/>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sp>
          <p:nvSpPr>
            <p:cNvPr id="198" name="TextBox 197">
              <a:extLst>
                <a:ext uri="{FF2B5EF4-FFF2-40B4-BE49-F238E27FC236}">
                  <a16:creationId xmlns:a16="http://schemas.microsoft.com/office/drawing/2014/main" id="{8F3DE07E-0CC7-3B83-617C-ADA0157AAE83}"/>
                </a:ext>
              </a:extLst>
            </p:cNvPr>
            <p:cNvSpPr txBox="1"/>
            <p:nvPr/>
          </p:nvSpPr>
          <p:spPr>
            <a:xfrm rot="16200000">
              <a:off x="3387722" y="4660543"/>
              <a:ext cx="1207391" cy="228912"/>
            </a:xfrm>
            <a:prstGeom prst="rect">
              <a:avLst/>
            </a:prstGeom>
            <a:noFill/>
          </p:spPr>
          <p:txBody>
            <a:bodyPr wrap="square" lIns="36000" tIns="36000" rIns="36000" bIns="3600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Prioritized Project Backlog</a:t>
              </a:r>
            </a:p>
          </p:txBody>
        </p:sp>
        <p:pic>
          <p:nvPicPr>
            <p:cNvPr id="199" name="Graphic 95" descr="Arrow: Counter-clockwise curve">
              <a:extLst>
                <a:ext uri="{FF2B5EF4-FFF2-40B4-BE49-F238E27FC236}">
                  <a16:creationId xmlns:a16="http://schemas.microsoft.com/office/drawing/2014/main" id="{142184B0-05D4-75DF-06EA-CD652A46DFD2}"/>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flipV="1">
              <a:off x="3595471" y="4157793"/>
              <a:ext cx="358503" cy="365288"/>
            </a:xfrm>
            <a:prstGeom prst="rect">
              <a:avLst/>
            </a:prstGeom>
          </p:spPr>
        </p:pic>
      </p:grpSp>
      <p:cxnSp>
        <p:nvCxnSpPr>
          <p:cNvPr id="282" name="Straight Connector 281">
            <a:extLst>
              <a:ext uri="{FF2B5EF4-FFF2-40B4-BE49-F238E27FC236}">
                <a16:creationId xmlns:a16="http://schemas.microsoft.com/office/drawing/2014/main" id="{6224BFBE-E465-237F-A29B-8F4C15ABECE2}"/>
              </a:ext>
            </a:extLst>
          </p:cNvPr>
          <p:cNvCxnSpPr>
            <a:cxnSpLocks/>
          </p:cNvCxnSpPr>
          <p:nvPr/>
        </p:nvCxnSpPr>
        <p:spPr>
          <a:xfrm>
            <a:off x="4737391"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BF060B16-C0CC-3BF9-190C-5FACCB6730A8}"/>
              </a:ext>
            </a:extLst>
          </p:cNvPr>
          <p:cNvCxnSpPr>
            <a:cxnSpLocks/>
          </p:cNvCxnSpPr>
          <p:nvPr/>
        </p:nvCxnSpPr>
        <p:spPr>
          <a:xfrm>
            <a:off x="3561834" y="2708269"/>
            <a:ext cx="4347"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68" name="TextBox 267">
            <a:extLst>
              <a:ext uri="{FF2B5EF4-FFF2-40B4-BE49-F238E27FC236}">
                <a16:creationId xmlns:a16="http://schemas.microsoft.com/office/drawing/2014/main" id="{8C489A33-DA7D-CE6E-6B60-2193FADF3F69}"/>
              </a:ext>
            </a:extLst>
          </p:cNvPr>
          <p:cNvSpPr txBox="1"/>
          <p:nvPr/>
        </p:nvSpPr>
        <p:spPr>
          <a:xfrm>
            <a:off x="3660378" y="6031697"/>
            <a:ext cx="1076376"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Blueprint document</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700" i="1">
                <a:solidFill>
                  <a:schemeClr val="bg1">
                    <a:lumMod val="75000"/>
                  </a:schemeClr>
                </a:solidFill>
                <a:latin typeface="Century Gothic" panose="020F0302020204030204"/>
              </a:rPr>
              <a:t>Fit-gap list</a:t>
            </a:r>
            <a:endPar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BPML and backlog for realization</a:t>
            </a:r>
          </a:p>
        </p:txBody>
      </p:sp>
      <p:sp>
        <p:nvSpPr>
          <p:cNvPr id="270" name="TextBox 269">
            <a:extLst>
              <a:ext uri="{FF2B5EF4-FFF2-40B4-BE49-F238E27FC236}">
                <a16:creationId xmlns:a16="http://schemas.microsoft.com/office/drawing/2014/main" id="{A8E102EF-3796-3A1A-3A6B-EC80458F8639}"/>
              </a:ext>
            </a:extLst>
          </p:cNvPr>
          <p:cNvSpPr txBox="1"/>
          <p:nvPr/>
        </p:nvSpPr>
        <p:spPr>
          <a:xfrm>
            <a:off x="2534033" y="6031697"/>
            <a:ext cx="1032148"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Scope baseline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Conceptual design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BPML and backlog for blueprint</a:t>
            </a:r>
          </a:p>
        </p:txBody>
      </p:sp>
      <p:sp>
        <p:nvSpPr>
          <p:cNvPr id="12" name="Rectangle: Rounded Corners 11">
            <a:extLst>
              <a:ext uri="{FF2B5EF4-FFF2-40B4-BE49-F238E27FC236}">
                <a16:creationId xmlns:a16="http://schemas.microsoft.com/office/drawing/2014/main" id="{788F600D-E740-4577-49D9-2E9839FF4679}"/>
              </a:ext>
            </a:extLst>
          </p:cNvPr>
          <p:cNvSpPr/>
          <p:nvPr/>
        </p:nvSpPr>
        <p:spPr>
          <a:xfrm>
            <a:off x="2428619" y="2860709"/>
            <a:ext cx="1138199" cy="1518364"/>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GB" sz="1000" b="1">
                <a:solidFill>
                  <a:schemeClr val="bg1">
                    <a:lumMod val="75000"/>
                  </a:schemeClr>
                </a:solidFill>
              </a:rPr>
              <a:t>DISCOVERY</a:t>
            </a:r>
          </a:p>
          <a:p>
            <a:pPr algn="ctr">
              <a:spcAft>
                <a:spcPts val="400"/>
              </a:spcAft>
            </a:pPr>
            <a:r>
              <a:rPr lang="en-GB" sz="1000" b="1">
                <a:solidFill>
                  <a:schemeClr val="bg1">
                    <a:lumMod val="75000"/>
                  </a:schemeClr>
                </a:solidFill>
              </a:rPr>
              <a:t>CONC. DESIGN</a:t>
            </a:r>
          </a:p>
          <a:p>
            <a:pPr algn="ctr"/>
            <a:r>
              <a:rPr lang="en-GB" sz="800">
                <a:solidFill>
                  <a:schemeClr val="bg1">
                    <a:lumMod val="75000"/>
                  </a:schemeClr>
                </a:solidFill>
              </a:rPr>
              <a:t>Gain knowledge of the customer's business process, make key decisions to steer the project in the right direction and draw up the Business Process Master List (BPML)</a:t>
            </a:r>
          </a:p>
        </p:txBody>
      </p:sp>
      <p:sp>
        <p:nvSpPr>
          <p:cNvPr id="13" name="Rectangle: Rounded Corners 12">
            <a:extLst>
              <a:ext uri="{FF2B5EF4-FFF2-40B4-BE49-F238E27FC236}">
                <a16:creationId xmlns:a16="http://schemas.microsoft.com/office/drawing/2014/main" id="{945A9077-5753-57C4-546D-54BACDF026B6}"/>
              </a:ext>
            </a:extLst>
          </p:cNvPr>
          <p:cNvSpPr/>
          <p:nvPr/>
        </p:nvSpPr>
        <p:spPr>
          <a:xfrm>
            <a:off x="3579422" y="2860709"/>
            <a:ext cx="1157969" cy="1066959"/>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GB" sz="1000" b="1">
                <a:solidFill>
                  <a:schemeClr val="bg1">
                    <a:lumMod val="75000"/>
                  </a:schemeClr>
                </a:solidFill>
              </a:rPr>
              <a:t>F2S / BBP</a:t>
            </a:r>
          </a:p>
          <a:p>
            <a:pPr algn="ctr"/>
            <a:r>
              <a:rPr lang="en-US" sz="800">
                <a:solidFill>
                  <a:schemeClr val="bg1">
                    <a:lumMod val="75000"/>
                  </a:schemeClr>
                </a:solidFill>
              </a:rPr>
              <a:t>Facilitate Fit-to-Standard (F2S) or blueprint (BBP) workshops to design the final solution, and define scope and  backlog for REA</a:t>
            </a:r>
          </a:p>
        </p:txBody>
      </p:sp>
      <p:cxnSp>
        <p:nvCxnSpPr>
          <p:cNvPr id="284" name="Straight Connector 283">
            <a:extLst>
              <a:ext uri="{FF2B5EF4-FFF2-40B4-BE49-F238E27FC236}">
                <a16:creationId xmlns:a16="http://schemas.microsoft.com/office/drawing/2014/main" id="{8B0C566F-05A9-173B-5FB4-B928EB6CD236}"/>
              </a:ext>
            </a:extLst>
          </p:cNvPr>
          <p:cNvCxnSpPr>
            <a:cxnSpLocks/>
          </p:cNvCxnSpPr>
          <p:nvPr/>
        </p:nvCxnSpPr>
        <p:spPr>
          <a:xfrm>
            <a:off x="9131619"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72" name="TextBox 271">
            <a:extLst>
              <a:ext uri="{FF2B5EF4-FFF2-40B4-BE49-F238E27FC236}">
                <a16:creationId xmlns:a16="http://schemas.microsoft.com/office/drawing/2014/main" id="{5596839D-F531-CB87-B27F-A73A26E666AB}"/>
              </a:ext>
            </a:extLst>
          </p:cNvPr>
          <p:cNvSpPr txBox="1"/>
          <p:nvPr/>
        </p:nvSpPr>
        <p:spPr>
          <a:xfrm>
            <a:off x="7931554" y="6031697"/>
            <a:ext cx="1200064"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Tested solution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Go/No-go</a:t>
            </a:r>
          </a:p>
        </p:txBody>
      </p:sp>
      <p:sp>
        <p:nvSpPr>
          <p:cNvPr id="10" name="Rectangle: Rounded Corners 9">
            <a:extLst>
              <a:ext uri="{FF2B5EF4-FFF2-40B4-BE49-F238E27FC236}">
                <a16:creationId xmlns:a16="http://schemas.microsoft.com/office/drawing/2014/main" id="{DA58893D-51B0-EDF2-5360-F4982C2F2445}"/>
              </a:ext>
            </a:extLst>
          </p:cNvPr>
          <p:cNvSpPr/>
          <p:nvPr/>
        </p:nvSpPr>
        <p:spPr>
          <a:xfrm>
            <a:off x="7238911" y="2916695"/>
            <a:ext cx="1885137" cy="1138773"/>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600"/>
              </a:spcAft>
            </a:pPr>
            <a:r>
              <a:rPr lang="en-GB" sz="1050" b="1">
                <a:solidFill>
                  <a:schemeClr val="bg1">
                    <a:lumMod val="75000"/>
                  </a:schemeClr>
                </a:solidFill>
              </a:rPr>
              <a:t>SIT &amp; BRT</a:t>
            </a:r>
            <a:endParaRPr lang="en-GB" sz="900">
              <a:solidFill>
                <a:schemeClr val="bg1">
                  <a:lumMod val="75000"/>
                </a:schemeClr>
              </a:solidFill>
            </a:endParaRPr>
          </a:p>
          <a:p>
            <a:pPr algn="ctr"/>
            <a:r>
              <a:rPr lang="en-GB" sz="800">
                <a:solidFill>
                  <a:schemeClr val="bg1">
                    <a:lumMod val="75000"/>
                  </a:schemeClr>
                </a:solidFill>
              </a:rPr>
              <a:t>Execute System Integration</a:t>
            </a:r>
          </a:p>
          <a:p>
            <a:pPr algn="ctr"/>
            <a:r>
              <a:rPr lang="en-GB" sz="800">
                <a:solidFill>
                  <a:schemeClr val="bg1">
                    <a:lumMod val="75000"/>
                  </a:schemeClr>
                </a:solidFill>
              </a:rPr>
              <a:t>Testing, Business Readiness Testing (aka User Acceptance Testing) and End-2-end testing, test data migrations (TM), test integrations and prepare for production cutover</a:t>
            </a:r>
          </a:p>
          <a:p>
            <a:pPr algn="ctr"/>
            <a:endParaRPr lang="en-GB" sz="1050" b="1">
              <a:solidFill>
                <a:schemeClr val="bg1">
                  <a:lumMod val="75000"/>
                </a:schemeClr>
              </a:solidFill>
            </a:endParaRPr>
          </a:p>
        </p:txBody>
      </p:sp>
      <p:sp>
        <p:nvSpPr>
          <p:cNvPr id="35" name="Rectangle: Rounded Corners 34">
            <a:extLst>
              <a:ext uri="{FF2B5EF4-FFF2-40B4-BE49-F238E27FC236}">
                <a16:creationId xmlns:a16="http://schemas.microsoft.com/office/drawing/2014/main" id="{E8C06C4F-5A72-2F79-23A2-E7950FDE01D9}"/>
              </a:ext>
            </a:extLst>
          </p:cNvPr>
          <p:cNvSpPr/>
          <p:nvPr/>
        </p:nvSpPr>
        <p:spPr>
          <a:xfrm rot="5400000">
            <a:off x="7398579" y="46312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Test </a:t>
            </a:r>
            <a:br>
              <a:rPr lang="en-US" sz="800" b="1">
                <a:solidFill>
                  <a:schemeClr val="bg1">
                    <a:lumMod val="75000"/>
                  </a:schemeClr>
                </a:solidFill>
                <a:latin typeface="Century Gothic" panose="020F0302020204030204"/>
              </a:rPr>
            </a:br>
            <a:r>
              <a:rPr lang="en-US" sz="800" b="1">
                <a:solidFill>
                  <a:schemeClr val="bg1">
                    <a:lumMod val="75000"/>
                  </a:schemeClr>
                </a:solidFill>
                <a:latin typeface="Century Gothic" panose="020F0302020204030204"/>
              </a:rPr>
              <a:t>Migration</a:t>
            </a:r>
          </a:p>
          <a:p>
            <a:pPr algn="ctr"/>
            <a:r>
              <a:rPr lang="en-US" sz="800" b="1">
                <a:solidFill>
                  <a:schemeClr val="bg1">
                    <a:lumMod val="75000"/>
                  </a:schemeClr>
                </a:solidFill>
                <a:latin typeface="Century Gothic" panose="020F0302020204030204"/>
              </a:rPr>
              <a:t>1</a:t>
            </a:r>
          </a:p>
        </p:txBody>
      </p:sp>
      <p:sp>
        <p:nvSpPr>
          <p:cNvPr id="36" name="Rectangle: Rounded Corners 35">
            <a:extLst>
              <a:ext uri="{FF2B5EF4-FFF2-40B4-BE49-F238E27FC236}">
                <a16:creationId xmlns:a16="http://schemas.microsoft.com/office/drawing/2014/main" id="{9F12B1B7-BB29-7197-B755-09AAB0D10A70}"/>
              </a:ext>
            </a:extLst>
          </p:cNvPr>
          <p:cNvSpPr/>
          <p:nvPr/>
        </p:nvSpPr>
        <p:spPr>
          <a:xfrm rot="5400000">
            <a:off x="7993237" y="46312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Test </a:t>
            </a:r>
            <a:br>
              <a:rPr lang="en-US" sz="800" b="1">
                <a:solidFill>
                  <a:schemeClr val="bg1">
                    <a:lumMod val="75000"/>
                  </a:schemeClr>
                </a:solidFill>
                <a:latin typeface="Century Gothic" panose="020F0302020204030204"/>
              </a:rPr>
            </a:br>
            <a:r>
              <a:rPr lang="en-US" sz="800" b="1">
                <a:solidFill>
                  <a:schemeClr val="bg1">
                    <a:lumMod val="75000"/>
                  </a:schemeClr>
                </a:solidFill>
                <a:latin typeface="Century Gothic" panose="020F0302020204030204"/>
              </a:rPr>
              <a:t>Migration</a:t>
            </a:r>
          </a:p>
          <a:p>
            <a:pPr algn="ctr"/>
            <a:r>
              <a:rPr lang="en-US" sz="800" b="1">
                <a:solidFill>
                  <a:schemeClr val="bg1">
                    <a:lumMod val="75000"/>
                  </a:schemeClr>
                </a:solidFill>
                <a:latin typeface="Century Gothic" panose="020F0302020204030204"/>
              </a:rPr>
              <a:t>2</a:t>
            </a:r>
          </a:p>
        </p:txBody>
      </p:sp>
      <p:sp>
        <p:nvSpPr>
          <p:cNvPr id="37" name="Rectangle: Rounded Corners 36">
            <a:extLst>
              <a:ext uri="{FF2B5EF4-FFF2-40B4-BE49-F238E27FC236}">
                <a16:creationId xmlns:a16="http://schemas.microsoft.com/office/drawing/2014/main" id="{B2380671-C51C-5CCF-DAC0-BFA5752D7ABB}"/>
              </a:ext>
            </a:extLst>
          </p:cNvPr>
          <p:cNvSpPr/>
          <p:nvPr/>
        </p:nvSpPr>
        <p:spPr>
          <a:xfrm rot="5400000">
            <a:off x="7398579" y="50975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SIT</a:t>
            </a:r>
          </a:p>
          <a:p>
            <a:pPr algn="ctr"/>
            <a:r>
              <a:rPr lang="en-US" sz="800" b="1">
                <a:solidFill>
                  <a:schemeClr val="bg1">
                    <a:lumMod val="75000"/>
                  </a:schemeClr>
                </a:solidFill>
                <a:latin typeface="Century Gothic" panose="020F0302020204030204"/>
              </a:rPr>
              <a:t>1</a:t>
            </a:r>
          </a:p>
        </p:txBody>
      </p:sp>
      <p:sp>
        <p:nvSpPr>
          <p:cNvPr id="38" name="Rectangle: Rounded Corners 37">
            <a:extLst>
              <a:ext uri="{FF2B5EF4-FFF2-40B4-BE49-F238E27FC236}">
                <a16:creationId xmlns:a16="http://schemas.microsoft.com/office/drawing/2014/main" id="{220242F9-0DCC-9C41-3B11-B763BA2622F6}"/>
              </a:ext>
            </a:extLst>
          </p:cNvPr>
          <p:cNvSpPr/>
          <p:nvPr/>
        </p:nvSpPr>
        <p:spPr>
          <a:xfrm rot="5400000">
            <a:off x="7993237" y="50975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SIT</a:t>
            </a:r>
          </a:p>
          <a:p>
            <a:pPr algn="ctr"/>
            <a:r>
              <a:rPr lang="en-US" sz="800" b="1">
                <a:solidFill>
                  <a:schemeClr val="bg1">
                    <a:lumMod val="75000"/>
                  </a:schemeClr>
                </a:solidFill>
                <a:latin typeface="Century Gothic" panose="020F0302020204030204"/>
              </a:rPr>
              <a:t>2</a:t>
            </a:r>
          </a:p>
        </p:txBody>
      </p:sp>
      <p:sp>
        <p:nvSpPr>
          <p:cNvPr id="39" name="Rectangle: Rounded Corners 38">
            <a:extLst>
              <a:ext uri="{FF2B5EF4-FFF2-40B4-BE49-F238E27FC236}">
                <a16:creationId xmlns:a16="http://schemas.microsoft.com/office/drawing/2014/main" id="{E024DC9A-481D-92AF-90B6-ADE36041898F}"/>
              </a:ext>
            </a:extLst>
          </p:cNvPr>
          <p:cNvSpPr/>
          <p:nvPr/>
        </p:nvSpPr>
        <p:spPr>
          <a:xfrm rot="5400000">
            <a:off x="8584403" y="50975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UAT</a:t>
            </a:r>
          </a:p>
        </p:txBody>
      </p:sp>
      <p:sp>
        <p:nvSpPr>
          <p:cNvPr id="40" name="Rectangle: Rounded Corners 39">
            <a:extLst>
              <a:ext uri="{FF2B5EF4-FFF2-40B4-BE49-F238E27FC236}">
                <a16:creationId xmlns:a16="http://schemas.microsoft.com/office/drawing/2014/main" id="{B16E1B3E-03FB-0B51-B905-1DC82E458448}"/>
              </a:ext>
            </a:extLst>
          </p:cNvPr>
          <p:cNvSpPr/>
          <p:nvPr/>
        </p:nvSpPr>
        <p:spPr>
          <a:xfrm rot="5400000">
            <a:off x="8584403" y="46312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Test </a:t>
            </a:r>
            <a:br>
              <a:rPr lang="en-US" sz="800" b="1">
                <a:solidFill>
                  <a:schemeClr val="bg1">
                    <a:lumMod val="75000"/>
                  </a:schemeClr>
                </a:solidFill>
                <a:latin typeface="Century Gothic" panose="020F0302020204030204"/>
              </a:rPr>
            </a:br>
            <a:r>
              <a:rPr lang="en-US" sz="800" b="1">
                <a:solidFill>
                  <a:schemeClr val="bg1">
                    <a:lumMod val="75000"/>
                  </a:schemeClr>
                </a:solidFill>
                <a:latin typeface="Century Gothic" panose="020F0302020204030204"/>
              </a:rPr>
              <a:t>Migration</a:t>
            </a:r>
          </a:p>
          <a:p>
            <a:pPr algn="ctr"/>
            <a:r>
              <a:rPr lang="en-US" sz="800" b="1">
                <a:solidFill>
                  <a:schemeClr val="bg1">
                    <a:lumMod val="75000"/>
                  </a:schemeClr>
                </a:solidFill>
                <a:latin typeface="Century Gothic" panose="020F0302020204030204"/>
              </a:rPr>
              <a:t>3</a:t>
            </a:r>
          </a:p>
        </p:txBody>
      </p:sp>
      <p:sp>
        <p:nvSpPr>
          <p:cNvPr id="274" name="TextBox 273">
            <a:extLst>
              <a:ext uri="{FF2B5EF4-FFF2-40B4-BE49-F238E27FC236}">
                <a16:creationId xmlns:a16="http://schemas.microsoft.com/office/drawing/2014/main" id="{7F451A47-F988-CB87-5BE2-51A83762B6E9}"/>
              </a:ext>
            </a:extLst>
          </p:cNvPr>
          <p:cNvSpPr txBox="1"/>
          <p:nvPr/>
        </p:nvSpPr>
        <p:spPr>
          <a:xfrm>
            <a:off x="9856237" y="6031697"/>
            <a:ext cx="1198227"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Project closing</a:t>
            </a:r>
          </a:p>
        </p:txBody>
      </p:sp>
      <p:cxnSp>
        <p:nvCxnSpPr>
          <p:cNvPr id="286" name="Straight Connector 285">
            <a:extLst>
              <a:ext uri="{FF2B5EF4-FFF2-40B4-BE49-F238E27FC236}">
                <a16:creationId xmlns:a16="http://schemas.microsoft.com/office/drawing/2014/main" id="{AEBB8ADD-879C-0F9E-7B23-EA274919FF8A}"/>
              </a:ext>
            </a:extLst>
          </p:cNvPr>
          <p:cNvCxnSpPr>
            <a:cxnSpLocks/>
          </p:cNvCxnSpPr>
          <p:nvPr/>
        </p:nvCxnSpPr>
        <p:spPr>
          <a:xfrm>
            <a:off x="11055946"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91" name="Rounded Rectangle 290">
            <a:extLst>
              <a:ext uri="{FF2B5EF4-FFF2-40B4-BE49-F238E27FC236}">
                <a16:creationId xmlns:a16="http://schemas.microsoft.com/office/drawing/2014/main" id="{291E58C7-6B4B-AA83-AE3D-8B5713D4D422}"/>
              </a:ext>
            </a:extLst>
          </p:cNvPr>
          <p:cNvSpPr/>
          <p:nvPr/>
        </p:nvSpPr>
        <p:spPr>
          <a:xfrm rot="5400000">
            <a:off x="10492236" y="5072752"/>
            <a:ext cx="443717" cy="61924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Hyper-care</a:t>
            </a:r>
          </a:p>
        </p:txBody>
      </p:sp>
      <p:sp>
        <p:nvSpPr>
          <p:cNvPr id="292" name="Arrow: Pentagon 97">
            <a:extLst>
              <a:ext uri="{FF2B5EF4-FFF2-40B4-BE49-F238E27FC236}">
                <a16:creationId xmlns:a16="http://schemas.microsoft.com/office/drawing/2014/main" id="{5B21FB36-A2AA-840E-C823-9D6F6069CBB6}"/>
              </a:ext>
            </a:extLst>
          </p:cNvPr>
          <p:cNvSpPr/>
          <p:nvPr/>
        </p:nvSpPr>
        <p:spPr>
          <a:xfrm>
            <a:off x="11110010" y="5651705"/>
            <a:ext cx="983215" cy="220777"/>
          </a:xfrm>
          <a:prstGeom prst="homePlate">
            <a:avLst>
              <a:gd name="adj" fmla="val 28642"/>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Run &amp; Accelerate</a:t>
            </a:r>
          </a:p>
        </p:txBody>
      </p:sp>
      <p:sp>
        <p:nvSpPr>
          <p:cNvPr id="7" name="Rectangle: Rounded Corners 6">
            <a:extLst>
              <a:ext uri="{FF2B5EF4-FFF2-40B4-BE49-F238E27FC236}">
                <a16:creationId xmlns:a16="http://schemas.microsoft.com/office/drawing/2014/main" id="{5276A486-ABE2-7ECA-E315-5BF1256BB9D0}"/>
              </a:ext>
            </a:extLst>
          </p:cNvPr>
          <p:cNvSpPr/>
          <p:nvPr/>
        </p:nvSpPr>
        <p:spPr>
          <a:xfrm>
            <a:off x="11054465" y="2916695"/>
            <a:ext cx="1097644" cy="730969"/>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0" tIns="0" rIns="0" bIns="0" rtlCol="0" anchor="t">
            <a:spAutoFit/>
          </a:bodyPr>
          <a:lstStyle/>
          <a:p>
            <a:pPr algn="ctr">
              <a:spcAft>
                <a:spcPts val="600"/>
              </a:spcAft>
            </a:pPr>
            <a:r>
              <a:rPr lang="en-GB" sz="1050" b="1">
                <a:solidFill>
                  <a:schemeClr val="bg1">
                    <a:lumMod val="75000"/>
                  </a:schemeClr>
                </a:solidFill>
              </a:rPr>
              <a:t>KIR</a:t>
            </a:r>
            <a:endParaRPr lang="en-GB" sz="900">
              <a:solidFill>
                <a:schemeClr val="bg1">
                  <a:lumMod val="75000"/>
                </a:schemeClr>
              </a:solidFill>
            </a:endParaRPr>
          </a:p>
          <a:p>
            <a:pPr algn="ctr"/>
            <a:r>
              <a:rPr lang="en-GB" sz="800">
                <a:solidFill>
                  <a:schemeClr val="bg1">
                    <a:lumMod val="75000"/>
                  </a:schemeClr>
                </a:solidFill>
              </a:rPr>
              <a:t>Keep IT Running; handover </a:t>
            </a:r>
            <a:br>
              <a:rPr lang="en-GB" sz="800">
                <a:solidFill>
                  <a:schemeClr val="bg1">
                    <a:lumMod val="75000"/>
                  </a:schemeClr>
                </a:solidFill>
              </a:rPr>
            </a:br>
            <a:r>
              <a:rPr lang="en-GB" sz="800">
                <a:solidFill>
                  <a:schemeClr val="bg1">
                    <a:lumMod val="75000"/>
                  </a:schemeClr>
                </a:solidFill>
              </a:rPr>
              <a:t>to operations or sustain support</a:t>
            </a:r>
          </a:p>
        </p:txBody>
      </p:sp>
      <p:sp>
        <p:nvSpPr>
          <p:cNvPr id="8" name="Rectangle: Rounded Corners 7">
            <a:extLst>
              <a:ext uri="{FF2B5EF4-FFF2-40B4-BE49-F238E27FC236}">
                <a16:creationId xmlns:a16="http://schemas.microsoft.com/office/drawing/2014/main" id="{159829FD-03C4-B62B-A4EC-9CD7C65487FE}"/>
              </a:ext>
            </a:extLst>
          </p:cNvPr>
          <p:cNvSpPr/>
          <p:nvPr/>
        </p:nvSpPr>
        <p:spPr>
          <a:xfrm>
            <a:off x="10095488" y="2916370"/>
            <a:ext cx="958980" cy="607859"/>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600"/>
              </a:spcAft>
            </a:pPr>
            <a:r>
              <a:rPr lang="en-GB" sz="1050" b="1">
                <a:solidFill>
                  <a:schemeClr val="bg1">
                    <a:lumMod val="75000"/>
                  </a:schemeClr>
                </a:solidFill>
              </a:rPr>
              <a:t>GOLIVE</a:t>
            </a:r>
            <a:endParaRPr lang="en-GB" sz="900">
              <a:solidFill>
                <a:schemeClr val="bg1">
                  <a:lumMod val="75000"/>
                </a:schemeClr>
              </a:solidFill>
            </a:endParaRPr>
          </a:p>
          <a:p>
            <a:pPr algn="ctr"/>
            <a:r>
              <a:rPr lang="en-GB" sz="800">
                <a:solidFill>
                  <a:schemeClr val="bg1">
                    <a:lumMod val="75000"/>
                  </a:schemeClr>
                </a:solidFill>
              </a:rPr>
              <a:t>Cutover to production and hypercare</a:t>
            </a:r>
          </a:p>
        </p:txBody>
      </p:sp>
      <p:sp>
        <p:nvSpPr>
          <p:cNvPr id="290" name="Rounded Rectangle 289">
            <a:extLst>
              <a:ext uri="{FF2B5EF4-FFF2-40B4-BE49-F238E27FC236}">
                <a16:creationId xmlns:a16="http://schemas.microsoft.com/office/drawing/2014/main" id="{B7C27A1C-FE07-3AA5-1C6D-E79E0C5F366C}"/>
              </a:ext>
            </a:extLst>
          </p:cNvPr>
          <p:cNvSpPr/>
          <p:nvPr/>
        </p:nvSpPr>
        <p:spPr>
          <a:xfrm rot="5400000">
            <a:off x="9865463" y="5091882"/>
            <a:ext cx="443971" cy="581234"/>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900" b="1">
                <a:solidFill>
                  <a:schemeClr val="bg1">
                    <a:lumMod val="75000"/>
                  </a:schemeClr>
                </a:solidFill>
                <a:latin typeface="Century Gothic" panose="020F0302020204030204"/>
              </a:rPr>
              <a:t>Cutover </a:t>
            </a:r>
          </a:p>
        </p:txBody>
      </p:sp>
      <p:cxnSp>
        <p:nvCxnSpPr>
          <p:cNvPr id="285" name="Straight Connector 284">
            <a:extLst>
              <a:ext uri="{FF2B5EF4-FFF2-40B4-BE49-F238E27FC236}">
                <a16:creationId xmlns:a16="http://schemas.microsoft.com/office/drawing/2014/main" id="{46CF62CE-9C9B-D540-F73A-D451C9481FE2}"/>
              </a:ext>
            </a:extLst>
          </p:cNvPr>
          <p:cNvCxnSpPr>
            <a:cxnSpLocks/>
          </p:cNvCxnSpPr>
          <p:nvPr/>
        </p:nvCxnSpPr>
        <p:spPr>
          <a:xfrm>
            <a:off x="10106803" y="2708268"/>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89" name="Rounded Rectangle 288">
            <a:extLst>
              <a:ext uri="{FF2B5EF4-FFF2-40B4-BE49-F238E27FC236}">
                <a16:creationId xmlns:a16="http://schemas.microsoft.com/office/drawing/2014/main" id="{948DBC5D-0717-BE44-5263-349B69DD13C6}"/>
              </a:ext>
            </a:extLst>
          </p:cNvPr>
          <p:cNvSpPr/>
          <p:nvPr/>
        </p:nvSpPr>
        <p:spPr>
          <a:xfrm rot="5400000">
            <a:off x="9371662" y="4505452"/>
            <a:ext cx="443971" cy="821496"/>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bg1">
                    <a:lumMod val="75000"/>
                  </a:schemeClr>
                </a:solidFill>
                <a:effectLst/>
                <a:uLnTx/>
                <a:uFillTx/>
                <a:latin typeface="Century Gothic" panose="020F0302020204030204"/>
                <a:ea typeface="+mn-ea"/>
                <a:cs typeface="+mn-cs"/>
              </a:rPr>
              <a:t>Final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bg1">
                    <a:lumMod val="75000"/>
                  </a:schemeClr>
                </a:solidFill>
                <a:effectLst/>
                <a:uLnTx/>
                <a:uFillTx/>
                <a:latin typeface="Century Gothic" panose="020F0302020204030204"/>
                <a:ea typeface="+mn-ea"/>
                <a:cs typeface="+mn-cs"/>
              </a:rPr>
              <a:t>Prep</a:t>
            </a:r>
          </a:p>
        </p:txBody>
      </p:sp>
      <p:sp>
        <p:nvSpPr>
          <p:cNvPr id="273" name="TextBox 272">
            <a:extLst>
              <a:ext uri="{FF2B5EF4-FFF2-40B4-BE49-F238E27FC236}">
                <a16:creationId xmlns:a16="http://schemas.microsoft.com/office/drawing/2014/main" id="{9CD8E4D6-5AA5-3BB9-A1CA-EB123B7EB308}"/>
              </a:ext>
            </a:extLst>
          </p:cNvPr>
          <p:cNvSpPr txBox="1"/>
          <p:nvPr/>
        </p:nvSpPr>
        <p:spPr>
          <a:xfrm>
            <a:off x="9459463" y="6031697"/>
            <a:ext cx="645858"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Cut-over</a:t>
            </a:r>
          </a:p>
        </p:txBody>
      </p:sp>
      <p:sp>
        <p:nvSpPr>
          <p:cNvPr id="6" name="Rectangle: Rounded Corners 5">
            <a:extLst>
              <a:ext uri="{FF2B5EF4-FFF2-40B4-BE49-F238E27FC236}">
                <a16:creationId xmlns:a16="http://schemas.microsoft.com/office/drawing/2014/main" id="{9AD693EA-3A94-9D51-49E7-99F406F8D266}"/>
              </a:ext>
            </a:extLst>
          </p:cNvPr>
          <p:cNvSpPr/>
          <p:nvPr/>
        </p:nvSpPr>
        <p:spPr>
          <a:xfrm>
            <a:off x="9131618" y="2916695"/>
            <a:ext cx="973705" cy="1015663"/>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600"/>
              </a:spcAft>
            </a:pPr>
            <a:r>
              <a:rPr lang="en-GB" sz="1050" b="1">
                <a:solidFill>
                  <a:schemeClr val="bg1">
                    <a:lumMod val="75000"/>
                  </a:schemeClr>
                </a:solidFill>
              </a:rPr>
              <a:t>FPREP</a:t>
            </a:r>
            <a:endParaRPr lang="en-GB" sz="900">
              <a:solidFill>
                <a:schemeClr val="bg1">
                  <a:lumMod val="75000"/>
                </a:schemeClr>
              </a:solidFill>
            </a:endParaRPr>
          </a:p>
          <a:p>
            <a:pPr algn="ctr"/>
            <a:r>
              <a:rPr lang="en-GB" sz="800">
                <a:solidFill>
                  <a:schemeClr val="bg1">
                    <a:lumMod val="75000"/>
                  </a:schemeClr>
                </a:solidFill>
              </a:rPr>
              <a:t>Prepare </a:t>
            </a:r>
            <a:br>
              <a:rPr lang="en-GB" sz="800">
                <a:solidFill>
                  <a:schemeClr val="bg1">
                    <a:lumMod val="75000"/>
                  </a:schemeClr>
                </a:solidFill>
              </a:rPr>
            </a:br>
            <a:r>
              <a:rPr lang="en-GB" sz="800">
                <a:solidFill>
                  <a:schemeClr val="bg1">
                    <a:lumMod val="75000"/>
                  </a:schemeClr>
                </a:solidFill>
              </a:rPr>
              <a:t>Go live </a:t>
            </a:r>
            <a:br>
              <a:rPr lang="en-GB" sz="800">
                <a:solidFill>
                  <a:schemeClr val="bg1">
                    <a:lumMod val="75000"/>
                  </a:schemeClr>
                </a:solidFill>
              </a:rPr>
            </a:br>
            <a:r>
              <a:rPr lang="en-GB" sz="800">
                <a:solidFill>
                  <a:schemeClr val="bg1">
                    <a:lumMod val="75000"/>
                  </a:schemeClr>
                </a:solidFill>
              </a:rPr>
              <a:t>and start production cutover</a:t>
            </a:r>
          </a:p>
          <a:p>
            <a:pPr algn="ctr"/>
            <a:endParaRPr lang="en-GB" sz="1050" b="1">
              <a:solidFill>
                <a:schemeClr val="bg1">
                  <a:lumMod val="75000"/>
                </a:schemeClr>
              </a:solidFill>
            </a:endParaRPr>
          </a:p>
        </p:txBody>
      </p:sp>
      <p:sp>
        <p:nvSpPr>
          <p:cNvPr id="11" name="5-Point Star 266">
            <a:extLst>
              <a:ext uri="{FF2B5EF4-FFF2-40B4-BE49-F238E27FC236}">
                <a16:creationId xmlns:a16="http://schemas.microsoft.com/office/drawing/2014/main" id="{DD0CFB7C-E23C-A9A6-C1A9-8F58B4194EA4}"/>
              </a:ext>
            </a:extLst>
          </p:cNvPr>
          <p:cNvSpPr/>
          <p:nvPr/>
        </p:nvSpPr>
        <p:spPr>
          <a:xfrm>
            <a:off x="10245460" y="2367386"/>
            <a:ext cx="228912" cy="228912"/>
          </a:xfrm>
          <a:prstGeom prst="star5">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6" name="Arrow: Chevron 23">
            <a:extLst>
              <a:ext uri="{FF2B5EF4-FFF2-40B4-BE49-F238E27FC236}">
                <a16:creationId xmlns:a16="http://schemas.microsoft.com/office/drawing/2014/main" id="{BD60561D-102D-D15A-407E-50A8AE70A195}"/>
              </a:ext>
            </a:extLst>
          </p:cNvPr>
          <p:cNvSpPr/>
          <p:nvPr/>
        </p:nvSpPr>
        <p:spPr>
          <a:xfrm>
            <a:off x="9137893" y="2331446"/>
            <a:ext cx="1071767" cy="409690"/>
          </a:xfrm>
          <a:prstGeom prst="chevron">
            <a:avLst>
              <a:gd name="adj" fmla="val 24644"/>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Final </a:t>
            </a:r>
            <a:b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b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Prep</a:t>
            </a:r>
          </a:p>
        </p:txBody>
      </p:sp>
      <p:sp>
        <p:nvSpPr>
          <p:cNvPr id="17" name="Arrow: Chevron 22">
            <a:extLst>
              <a:ext uri="{FF2B5EF4-FFF2-40B4-BE49-F238E27FC236}">
                <a16:creationId xmlns:a16="http://schemas.microsoft.com/office/drawing/2014/main" id="{72884C6F-C390-36AF-EAC3-67B5A09BAA3B}"/>
              </a:ext>
            </a:extLst>
          </p:cNvPr>
          <p:cNvSpPr/>
          <p:nvPr/>
        </p:nvSpPr>
        <p:spPr>
          <a:xfrm>
            <a:off x="4738711" y="2331446"/>
            <a:ext cx="2670399" cy="409690"/>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Realization</a:t>
            </a:r>
          </a:p>
        </p:txBody>
      </p:sp>
      <p:sp>
        <p:nvSpPr>
          <p:cNvPr id="18" name="Arrow: Chevron 288">
            <a:extLst>
              <a:ext uri="{FF2B5EF4-FFF2-40B4-BE49-F238E27FC236}">
                <a16:creationId xmlns:a16="http://schemas.microsoft.com/office/drawing/2014/main" id="{2727547F-A658-4BAD-EE93-005FC3FF5AE4}"/>
              </a:ext>
            </a:extLst>
          </p:cNvPr>
          <p:cNvSpPr/>
          <p:nvPr/>
        </p:nvSpPr>
        <p:spPr>
          <a:xfrm>
            <a:off x="1728138" y="2331446"/>
            <a:ext cx="801206"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13716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Plan</a:t>
            </a:r>
          </a:p>
        </p:txBody>
      </p:sp>
      <p:sp>
        <p:nvSpPr>
          <p:cNvPr id="19" name="Arrow: Pentagon 14">
            <a:extLst>
              <a:ext uri="{FF2B5EF4-FFF2-40B4-BE49-F238E27FC236}">
                <a16:creationId xmlns:a16="http://schemas.microsoft.com/office/drawing/2014/main" id="{9F2DB852-4D0A-B702-5126-500C767A2DD5}"/>
              </a:ext>
            </a:extLst>
          </p:cNvPr>
          <p:cNvSpPr/>
          <p:nvPr/>
        </p:nvSpPr>
        <p:spPr>
          <a:xfrm>
            <a:off x="1105366" y="2331750"/>
            <a:ext cx="733360" cy="408495"/>
          </a:xfrm>
          <a:prstGeom prst="homePlate">
            <a:avLst>
              <a:gd name="adj" fmla="val 17926"/>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9144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Prep</a:t>
            </a:r>
          </a:p>
        </p:txBody>
      </p:sp>
      <p:sp>
        <p:nvSpPr>
          <p:cNvPr id="20" name="Rectangle 19">
            <a:extLst>
              <a:ext uri="{FF2B5EF4-FFF2-40B4-BE49-F238E27FC236}">
                <a16:creationId xmlns:a16="http://schemas.microsoft.com/office/drawing/2014/main" id="{AE8CA3AB-3ADF-D46D-C864-BCB619104B3E}"/>
              </a:ext>
            </a:extLst>
          </p:cNvPr>
          <p:cNvSpPr/>
          <p:nvPr/>
        </p:nvSpPr>
        <p:spPr>
          <a:xfrm>
            <a:off x="16635" y="2333445"/>
            <a:ext cx="1088730" cy="410400"/>
          </a:xfrm>
          <a:prstGeom prst="rect">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Pre-Project</a:t>
            </a:r>
          </a:p>
        </p:txBody>
      </p:sp>
      <p:sp>
        <p:nvSpPr>
          <p:cNvPr id="21" name="Arrow: Chevron 284">
            <a:extLst>
              <a:ext uri="{FF2B5EF4-FFF2-40B4-BE49-F238E27FC236}">
                <a16:creationId xmlns:a16="http://schemas.microsoft.com/office/drawing/2014/main" id="{27368487-D246-980E-BEA2-909010E2DEA5}"/>
              </a:ext>
            </a:extLst>
          </p:cNvPr>
          <p:cNvSpPr/>
          <p:nvPr/>
        </p:nvSpPr>
        <p:spPr>
          <a:xfrm>
            <a:off x="3196913" y="2331446"/>
            <a:ext cx="1636843"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432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Blueprint</a:t>
            </a:r>
          </a:p>
        </p:txBody>
      </p:sp>
      <p:sp>
        <p:nvSpPr>
          <p:cNvPr id="22" name="Arrow: Chevron 287">
            <a:extLst>
              <a:ext uri="{FF2B5EF4-FFF2-40B4-BE49-F238E27FC236}">
                <a16:creationId xmlns:a16="http://schemas.microsoft.com/office/drawing/2014/main" id="{7653C8BF-F3EC-F08C-AE06-3B0E55EC1DF2}"/>
              </a:ext>
            </a:extLst>
          </p:cNvPr>
          <p:cNvSpPr/>
          <p:nvPr/>
        </p:nvSpPr>
        <p:spPr>
          <a:xfrm>
            <a:off x="2428621" y="2331446"/>
            <a:ext cx="1227452"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Inception</a:t>
            </a:r>
          </a:p>
        </p:txBody>
      </p:sp>
      <p:sp>
        <p:nvSpPr>
          <p:cNvPr id="23" name="Arrow: Chevron 274">
            <a:extLst>
              <a:ext uri="{FF2B5EF4-FFF2-40B4-BE49-F238E27FC236}">
                <a16:creationId xmlns:a16="http://schemas.microsoft.com/office/drawing/2014/main" id="{D32274B6-7A79-14E6-31EB-254291F4A6EE}"/>
              </a:ext>
            </a:extLst>
          </p:cNvPr>
          <p:cNvSpPr/>
          <p:nvPr/>
        </p:nvSpPr>
        <p:spPr>
          <a:xfrm>
            <a:off x="8191233" y="2331446"/>
            <a:ext cx="1049421" cy="409690"/>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000" b="1">
                <a:solidFill>
                  <a:schemeClr val="bg1">
                    <a:lumMod val="75000"/>
                  </a:schemeClr>
                </a:solidFill>
                <a:latin typeface="Century Gothic" panose="020F0302020204030204"/>
              </a:rPr>
              <a:t>BRT</a:t>
            </a:r>
            <a:endPar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24" name="Arrow: Chevron 273">
            <a:extLst>
              <a:ext uri="{FF2B5EF4-FFF2-40B4-BE49-F238E27FC236}">
                <a16:creationId xmlns:a16="http://schemas.microsoft.com/office/drawing/2014/main" id="{46E91F1D-CC4B-7416-2996-777843BD7880}"/>
              </a:ext>
            </a:extLst>
          </p:cNvPr>
          <p:cNvSpPr/>
          <p:nvPr/>
        </p:nvSpPr>
        <p:spPr>
          <a:xfrm>
            <a:off x="7245741" y="2331445"/>
            <a:ext cx="1046604"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SIT</a:t>
            </a:r>
          </a:p>
        </p:txBody>
      </p:sp>
      <p:sp>
        <p:nvSpPr>
          <p:cNvPr id="25" name="Arrow: Chevron 26">
            <a:extLst>
              <a:ext uri="{FF2B5EF4-FFF2-40B4-BE49-F238E27FC236}">
                <a16:creationId xmlns:a16="http://schemas.microsoft.com/office/drawing/2014/main" id="{37C2AD4E-58F1-2D9D-775A-8093843A4CF9}"/>
              </a:ext>
            </a:extLst>
          </p:cNvPr>
          <p:cNvSpPr/>
          <p:nvPr/>
        </p:nvSpPr>
        <p:spPr>
          <a:xfrm>
            <a:off x="11064849" y="2331446"/>
            <a:ext cx="1127151" cy="409689"/>
          </a:xfrm>
          <a:prstGeom prst="chevron">
            <a:avLst>
              <a:gd name="adj" fmla="val 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Operate</a:t>
            </a:r>
          </a:p>
        </p:txBody>
      </p:sp>
      <p:sp>
        <p:nvSpPr>
          <p:cNvPr id="26" name="Arrow: Chevron 25">
            <a:extLst>
              <a:ext uri="{FF2B5EF4-FFF2-40B4-BE49-F238E27FC236}">
                <a16:creationId xmlns:a16="http://schemas.microsoft.com/office/drawing/2014/main" id="{29333088-3B04-0A00-5CDD-69F32B7AF589}"/>
              </a:ext>
            </a:extLst>
          </p:cNvPr>
          <p:cNvSpPr/>
          <p:nvPr/>
        </p:nvSpPr>
        <p:spPr>
          <a:xfrm>
            <a:off x="10106803" y="2331446"/>
            <a:ext cx="1049421" cy="409689"/>
          </a:xfrm>
          <a:prstGeom prst="chevron">
            <a:avLst>
              <a:gd name="adj" fmla="val 24644"/>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Go Live &amp; Hypercare</a:t>
            </a:r>
          </a:p>
        </p:txBody>
      </p:sp>
      <p:sp>
        <p:nvSpPr>
          <p:cNvPr id="28" name="Arrow: Chevron 283">
            <a:extLst>
              <a:ext uri="{FF2B5EF4-FFF2-40B4-BE49-F238E27FC236}">
                <a16:creationId xmlns:a16="http://schemas.microsoft.com/office/drawing/2014/main" id="{FDF05F34-911D-36EA-AC4A-F77B02554923}"/>
              </a:ext>
            </a:extLst>
          </p:cNvPr>
          <p:cNvSpPr/>
          <p:nvPr/>
        </p:nvSpPr>
        <p:spPr>
          <a:xfrm>
            <a:off x="10914976" y="1362494"/>
            <a:ext cx="1277024" cy="964154"/>
          </a:xfrm>
          <a:prstGeom prst="chevron">
            <a:avLst>
              <a:gd name="adj" fmla="val 0"/>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20040" tIns="59436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Run</a:t>
            </a:r>
          </a:p>
        </p:txBody>
      </p:sp>
      <p:sp>
        <p:nvSpPr>
          <p:cNvPr id="29" name="Arrow: Chevron 278">
            <a:extLst>
              <a:ext uri="{FF2B5EF4-FFF2-40B4-BE49-F238E27FC236}">
                <a16:creationId xmlns:a16="http://schemas.microsoft.com/office/drawing/2014/main" id="{8CC0ECFB-B26F-27CB-AB60-7E50E130ECBD}"/>
              </a:ext>
            </a:extLst>
          </p:cNvPr>
          <p:cNvSpPr/>
          <p:nvPr/>
        </p:nvSpPr>
        <p:spPr>
          <a:xfrm>
            <a:off x="2419454" y="1362494"/>
            <a:ext cx="2604691" cy="964154"/>
          </a:xfrm>
          <a:prstGeom prst="chevron">
            <a:avLst>
              <a:gd name="adj" fmla="val 29545"/>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Explore</a:t>
            </a:r>
          </a:p>
        </p:txBody>
      </p:sp>
      <p:sp>
        <p:nvSpPr>
          <p:cNvPr id="30" name="Arrow: Chevron 279">
            <a:extLst>
              <a:ext uri="{FF2B5EF4-FFF2-40B4-BE49-F238E27FC236}">
                <a16:creationId xmlns:a16="http://schemas.microsoft.com/office/drawing/2014/main" id="{531CB777-841B-CE3D-2D02-857B89E7520D}"/>
              </a:ext>
            </a:extLst>
          </p:cNvPr>
          <p:cNvSpPr/>
          <p:nvPr/>
        </p:nvSpPr>
        <p:spPr>
          <a:xfrm>
            <a:off x="4738710" y="1362494"/>
            <a:ext cx="4669608" cy="964154"/>
          </a:xfrm>
          <a:prstGeom prst="chevron">
            <a:avLst>
              <a:gd name="adj" fmla="val 28502"/>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Execute</a:t>
            </a:r>
          </a:p>
        </p:txBody>
      </p:sp>
      <p:sp>
        <p:nvSpPr>
          <p:cNvPr id="31" name="Arrow: Chevron 282">
            <a:extLst>
              <a:ext uri="{FF2B5EF4-FFF2-40B4-BE49-F238E27FC236}">
                <a16:creationId xmlns:a16="http://schemas.microsoft.com/office/drawing/2014/main" id="{1367C1D8-8883-2B55-6626-C7745F0889D4}"/>
              </a:ext>
            </a:extLst>
          </p:cNvPr>
          <p:cNvSpPr/>
          <p:nvPr/>
        </p:nvSpPr>
        <p:spPr>
          <a:xfrm>
            <a:off x="9131619" y="1362494"/>
            <a:ext cx="2197119" cy="964154"/>
          </a:xfrm>
          <a:prstGeom prst="chevron">
            <a:avLst>
              <a:gd name="adj" fmla="val 27951"/>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144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Deploy</a:t>
            </a:r>
          </a:p>
        </p:txBody>
      </p:sp>
      <p:grpSp>
        <p:nvGrpSpPr>
          <p:cNvPr id="32" name="Group 31">
            <a:extLst>
              <a:ext uri="{FF2B5EF4-FFF2-40B4-BE49-F238E27FC236}">
                <a16:creationId xmlns:a16="http://schemas.microsoft.com/office/drawing/2014/main" id="{2E304498-39C7-47A5-9003-2161EE7B02D0}"/>
              </a:ext>
            </a:extLst>
          </p:cNvPr>
          <p:cNvGrpSpPr/>
          <p:nvPr/>
        </p:nvGrpSpPr>
        <p:grpSpPr>
          <a:xfrm>
            <a:off x="3412619" y="1490179"/>
            <a:ext cx="471791" cy="471791"/>
            <a:chOff x="2800393" y="1942177"/>
            <a:chExt cx="471791" cy="471791"/>
          </a:xfrm>
        </p:grpSpPr>
        <p:sp>
          <p:nvSpPr>
            <p:cNvPr id="112" name="Oval 111">
              <a:extLst>
                <a:ext uri="{FF2B5EF4-FFF2-40B4-BE49-F238E27FC236}">
                  <a16:creationId xmlns:a16="http://schemas.microsoft.com/office/drawing/2014/main" id="{E131D40A-8540-C806-D802-F8768FD5A599}"/>
                </a:ext>
              </a:extLst>
            </p:cNvPr>
            <p:cNvSpPr/>
            <p:nvPr/>
          </p:nvSpPr>
          <p:spPr>
            <a:xfrm>
              <a:off x="2800393"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113" name="Graphic 330">
              <a:extLst>
                <a:ext uri="{FF2B5EF4-FFF2-40B4-BE49-F238E27FC236}">
                  <a16:creationId xmlns:a16="http://schemas.microsoft.com/office/drawing/2014/main" id="{9021DDD8-4CF4-BC86-5C47-08C1AB5F5300}"/>
                </a:ext>
              </a:extLst>
            </p:cNvPr>
            <p:cNvGrpSpPr/>
            <p:nvPr/>
          </p:nvGrpSpPr>
          <p:grpSpPr>
            <a:xfrm>
              <a:off x="2905403" y="2047213"/>
              <a:ext cx="261773" cy="261748"/>
              <a:chOff x="2905403" y="2047213"/>
              <a:chExt cx="261773" cy="261748"/>
            </a:xfrm>
          </p:grpSpPr>
          <p:sp>
            <p:nvSpPr>
              <p:cNvPr id="114" name="Freeform 170">
                <a:extLst>
                  <a:ext uri="{FF2B5EF4-FFF2-40B4-BE49-F238E27FC236}">
                    <a16:creationId xmlns:a16="http://schemas.microsoft.com/office/drawing/2014/main" id="{02A8D05B-5B18-865D-15F4-CB197E5F5ED4}"/>
                  </a:ext>
                </a:extLst>
              </p:cNvPr>
              <p:cNvSpPr/>
              <p:nvPr/>
            </p:nvSpPr>
            <p:spPr>
              <a:xfrm>
                <a:off x="2905403" y="2197919"/>
                <a:ext cx="111010" cy="111042"/>
              </a:xfrm>
              <a:custGeom>
                <a:avLst/>
                <a:gdLst>
                  <a:gd name="connsiteX0" fmla="*/ 12535 w 111010"/>
                  <a:gd name="connsiteY0" fmla="*/ 111042 h 111042"/>
                  <a:gd name="connsiteX1" fmla="*/ 0 w 111010"/>
                  <a:gd name="connsiteY1" fmla="*/ 98495 h 111042"/>
                  <a:gd name="connsiteX2" fmla="*/ 3662 w 111010"/>
                  <a:gd name="connsiteY2" fmla="*/ 89645 h 111042"/>
                  <a:gd name="connsiteX3" fmla="*/ 88890 w 111010"/>
                  <a:gd name="connsiteY3" fmla="*/ 4449 h 111042"/>
                  <a:gd name="connsiteX4" fmla="*/ 106562 w 111010"/>
                  <a:gd name="connsiteY4" fmla="*/ 2960 h 111042"/>
                  <a:gd name="connsiteX5" fmla="*/ 108051 w 111010"/>
                  <a:gd name="connsiteY5" fmla="*/ 20632 h 111042"/>
                  <a:gd name="connsiteX6" fmla="*/ 106587 w 111010"/>
                  <a:gd name="connsiteY6" fmla="*/ 22100 h 111042"/>
                  <a:gd name="connsiteX7" fmla="*/ 21407 w 111010"/>
                  <a:gd name="connsiteY7" fmla="*/ 107327 h 111042"/>
                  <a:gd name="connsiteX8" fmla="*/ 12535 w 111010"/>
                  <a:gd name="connsiteY8" fmla="*/ 111042 h 11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010" h="111042">
                    <a:moveTo>
                      <a:pt x="12535" y="111042"/>
                    </a:moveTo>
                    <a:cubicBezTo>
                      <a:pt x="5609" y="111039"/>
                      <a:pt x="-3" y="105422"/>
                      <a:pt x="0" y="98495"/>
                    </a:cubicBezTo>
                    <a:cubicBezTo>
                      <a:pt x="2" y="95177"/>
                      <a:pt x="1318" y="91995"/>
                      <a:pt x="3662" y="89645"/>
                    </a:cubicBezTo>
                    <a:lnTo>
                      <a:pt x="88890" y="4449"/>
                    </a:lnTo>
                    <a:cubicBezTo>
                      <a:pt x="93358" y="-842"/>
                      <a:pt x="101270" y="-1509"/>
                      <a:pt x="106562" y="2960"/>
                    </a:cubicBezTo>
                    <a:cubicBezTo>
                      <a:pt x="111853" y="7429"/>
                      <a:pt x="112520" y="15340"/>
                      <a:pt x="108051" y="20632"/>
                    </a:cubicBezTo>
                    <a:cubicBezTo>
                      <a:pt x="107604" y="21161"/>
                      <a:pt x="107115" y="21651"/>
                      <a:pt x="106587" y="22100"/>
                    </a:cubicBezTo>
                    <a:lnTo>
                      <a:pt x="21407" y="107327"/>
                    </a:lnTo>
                    <a:cubicBezTo>
                      <a:pt x="19061" y="109696"/>
                      <a:pt x="15868" y="111033"/>
                      <a:pt x="12535" y="111042"/>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5" name="Freeform 171">
                <a:extLst>
                  <a:ext uri="{FF2B5EF4-FFF2-40B4-BE49-F238E27FC236}">
                    <a16:creationId xmlns:a16="http://schemas.microsoft.com/office/drawing/2014/main" id="{6C6FE427-C9BA-C883-F6F4-61B342A89D6D}"/>
                  </a:ext>
                </a:extLst>
              </p:cNvPr>
              <p:cNvSpPr/>
              <p:nvPr/>
            </p:nvSpPr>
            <p:spPr>
              <a:xfrm>
                <a:off x="2964682" y="2047213"/>
                <a:ext cx="202495" cy="202495"/>
              </a:xfrm>
              <a:custGeom>
                <a:avLst/>
                <a:gdLst>
                  <a:gd name="connsiteX0" fmla="*/ 101263 w 202495"/>
                  <a:gd name="connsiteY0" fmla="*/ 202495 h 202495"/>
                  <a:gd name="connsiteX1" fmla="*/ 0 w 202495"/>
                  <a:gd name="connsiteY1" fmla="*/ 101263 h 202495"/>
                  <a:gd name="connsiteX2" fmla="*/ 101232 w 202495"/>
                  <a:gd name="connsiteY2" fmla="*/ 0 h 202495"/>
                  <a:gd name="connsiteX3" fmla="*/ 202495 w 202495"/>
                  <a:gd name="connsiteY3" fmla="*/ 101232 h 202495"/>
                  <a:gd name="connsiteX4" fmla="*/ 202495 w 202495"/>
                  <a:gd name="connsiteY4" fmla="*/ 101248 h 202495"/>
                  <a:gd name="connsiteX5" fmla="*/ 101263 w 202495"/>
                  <a:gd name="connsiteY5" fmla="*/ 202495 h 202495"/>
                  <a:gd name="connsiteX6" fmla="*/ 101263 w 202495"/>
                  <a:gd name="connsiteY6" fmla="*/ 25096 h 202495"/>
                  <a:gd name="connsiteX7" fmla="*/ 25081 w 202495"/>
                  <a:gd name="connsiteY7" fmla="*/ 101248 h 202495"/>
                  <a:gd name="connsiteX8" fmla="*/ 101232 w 202495"/>
                  <a:gd name="connsiteY8" fmla="*/ 177430 h 202495"/>
                  <a:gd name="connsiteX9" fmla="*/ 177415 w 202495"/>
                  <a:gd name="connsiteY9" fmla="*/ 101279 h 202495"/>
                  <a:gd name="connsiteX10" fmla="*/ 177415 w 202495"/>
                  <a:gd name="connsiteY10" fmla="*/ 101248 h 202495"/>
                  <a:gd name="connsiteX11" fmla="*/ 101263 w 202495"/>
                  <a:gd name="connsiteY11" fmla="*/ 25049 h 202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495" h="202495">
                    <a:moveTo>
                      <a:pt x="101263" y="202495"/>
                    </a:moveTo>
                    <a:cubicBezTo>
                      <a:pt x="45346" y="202505"/>
                      <a:pt x="9" y="157181"/>
                      <a:pt x="0" y="101263"/>
                    </a:cubicBezTo>
                    <a:cubicBezTo>
                      <a:pt x="-9" y="45346"/>
                      <a:pt x="45314" y="9"/>
                      <a:pt x="101232" y="0"/>
                    </a:cubicBezTo>
                    <a:cubicBezTo>
                      <a:pt x="157149" y="-9"/>
                      <a:pt x="202486" y="45314"/>
                      <a:pt x="202495" y="101232"/>
                    </a:cubicBezTo>
                    <a:cubicBezTo>
                      <a:pt x="202495" y="101237"/>
                      <a:pt x="202495" y="101242"/>
                      <a:pt x="202495" y="101248"/>
                    </a:cubicBezTo>
                    <a:cubicBezTo>
                      <a:pt x="202434" y="157134"/>
                      <a:pt x="157149" y="202426"/>
                      <a:pt x="101263" y="202495"/>
                    </a:cubicBezTo>
                    <a:close/>
                    <a:moveTo>
                      <a:pt x="101263" y="25096"/>
                    </a:moveTo>
                    <a:cubicBezTo>
                      <a:pt x="59197" y="25088"/>
                      <a:pt x="25089" y="59182"/>
                      <a:pt x="25081" y="101248"/>
                    </a:cubicBezTo>
                    <a:cubicBezTo>
                      <a:pt x="25072" y="143313"/>
                      <a:pt x="59166" y="177421"/>
                      <a:pt x="101232" y="177430"/>
                    </a:cubicBezTo>
                    <a:cubicBezTo>
                      <a:pt x="143298" y="177440"/>
                      <a:pt x="177405" y="143345"/>
                      <a:pt x="177415" y="101279"/>
                    </a:cubicBezTo>
                    <a:cubicBezTo>
                      <a:pt x="177415" y="101268"/>
                      <a:pt x="177415" y="101258"/>
                      <a:pt x="177415" y="101248"/>
                    </a:cubicBezTo>
                    <a:cubicBezTo>
                      <a:pt x="177388" y="59194"/>
                      <a:pt x="143317" y="25101"/>
                      <a:pt x="101263" y="2504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6" name="Freeform 172">
                <a:extLst>
                  <a:ext uri="{FF2B5EF4-FFF2-40B4-BE49-F238E27FC236}">
                    <a16:creationId xmlns:a16="http://schemas.microsoft.com/office/drawing/2014/main" id="{A130B100-8CD3-8B63-BA83-D5F63DFFDEE7}"/>
                  </a:ext>
                </a:extLst>
              </p:cNvPr>
              <p:cNvSpPr/>
              <p:nvPr/>
            </p:nvSpPr>
            <p:spPr>
              <a:xfrm>
                <a:off x="3052606" y="2106356"/>
                <a:ext cx="25080" cy="84208"/>
              </a:xfrm>
              <a:custGeom>
                <a:avLst/>
                <a:gdLst>
                  <a:gd name="connsiteX0" fmla="*/ 12540 w 25080"/>
                  <a:gd name="connsiteY0" fmla="*/ 84208 h 84208"/>
                  <a:gd name="connsiteX1" fmla="*/ 0 w 25080"/>
                  <a:gd name="connsiteY1" fmla="*/ 71668 h 84208"/>
                  <a:gd name="connsiteX2" fmla="*/ 0 w 25080"/>
                  <a:gd name="connsiteY2" fmla="*/ 12540 h 84208"/>
                  <a:gd name="connsiteX3" fmla="*/ 12540 w 25080"/>
                  <a:gd name="connsiteY3" fmla="*/ 0 h 84208"/>
                  <a:gd name="connsiteX4" fmla="*/ 25081 w 25080"/>
                  <a:gd name="connsiteY4" fmla="*/ 12540 h 84208"/>
                  <a:gd name="connsiteX5" fmla="*/ 25081 w 25080"/>
                  <a:gd name="connsiteY5" fmla="*/ 71668 h 84208"/>
                  <a:gd name="connsiteX6" fmla="*/ 12540 w 25080"/>
                  <a:gd name="connsiteY6" fmla="*/ 84208 h 84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80" h="84208">
                    <a:moveTo>
                      <a:pt x="12540" y="84208"/>
                    </a:moveTo>
                    <a:cubicBezTo>
                      <a:pt x="5615" y="84208"/>
                      <a:pt x="0" y="78594"/>
                      <a:pt x="0" y="71668"/>
                    </a:cubicBezTo>
                    <a:lnTo>
                      <a:pt x="0" y="12540"/>
                    </a:lnTo>
                    <a:cubicBezTo>
                      <a:pt x="0" y="5614"/>
                      <a:pt x="5615" y="0"/>
                      <a:pt x="12540" y="0"/>
                    </a:cubicBezTo>
                    <a:cubicBezTo>
                      <a:pt x="19466" y="0"/>
                      <a:pt x="25081" y="5614"/>
                      <a:pt x="25081" y="12540"/>
                    </a:cubicBezTo>
                    <a:lnTo>
                      <a:pt x="25081" y="71668"/>
                    </a:lnTo>
                    <a:cubicBezTo>
                      <a:pt x="25081" y="78594"/>
                      <a:pt x="19466" y="84208"/>
                      <a:pt x="12540" y="84208"/>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8" name="Freeform 173">
                <a:extLst>
                  <a:ext uri="{FF2B5EF4-FFF2-40B4-BE49-F238E27FC236}">
                    <a16:creationId xmlns:a16="http://schemas.microsoft.com/office/drawing/2014/main" id="{ECE04D69-76C3-723D-ECBD-2D1A7490420E}"/>
                  </a:ext>
                </a:extLst>
              </p:cNvPr>
              <p:cNvSpPr/>
              <p:nvPr/>
            </p:nvSpPr>
            <p:spPr>
              <a:xfrm>
                <a:off x="3023826" y="2135121"/>
                <a:ext cx="84224" cy="25080"/>
              </a:xfrm>
              <a:custGeom>
                <a:avLst/>
                <a:gdLst>
                  <a:gd name="connsiteX0" fmla="*/ 71684 w 84224"/>
                  <a:gd name="connsiteY0" fmla="*/ 25081 h 25080"/>
                  <a:gd name="connsiteX1" fmla="*/ 12540 w 84224"/>
                  <a:gd name="connsiteY1" fmla="*/ 25081 h 25080"/>
                  <a:gd name="connsiteX2" fmla="*/ 0 w 84224"/>
                  <a:gd name="connsiteY2" fmla="*/ 12540 h 25080"/>
                  <a:gd name="connsiteX3" fmla="*/ 12540 w 84224"/>
                  <a:gd name="connsiteY3" fmla="*/ 0 h 25080"/>
                  <a:gd name="connsiteX4" fmla="*/ 71684 w 84224"/>
                  <a:gd name="connsiteY4" fmla="*/ 0 h 25080"/>
                  <a:gd name="connsiteX5" fmla="*/ 84224 w 84224"/>
                  <a:gd name="connsiteY5" fmla="*/ 12540 h 25080"/>
                  <a:gd name="connsiteX6" fmla="*/ 71684 w 8422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224" h="25080">
                    <a:moveTo>
                      <a:pt x="71684" y="25081"/>
                    </a:moveTo>
                    <a:lnTo>
                      <a:pt x="12540" y="25081"/>
                    </a:lnTo>
                    <a:cubicBezTo>
                      <a:pt x="5614" y="25081"/>
                      <a:pt x="0" y="19466"/>
                      <a:pt x="0" y="12540"/>
                    </a:cubicBezTo>
                    <a:cubicBezTo>
                      <a:pt x="0" y="5614"/>
                      <a:pt x="5614" y="0"/>
                      <a:pt x="12540" y="0"/>
                    </a:cubicBezTo>
                    <a:lnTo>
                      <a:pt x="71684" y="0"/>
                    </a:lnTo>
                    <a:cubicBezTo>
                      <a:pt x="78609" y="0"/>
                      <a:pt x="84224" y="5614"/>
                      <a:pt x="84224" y="12540"/>
                    </a:cubicBezTo>
                    <a:cubicBezTo>
                      <a:pt x="84224" y="19466"/>
                      <a:pt x="78609" y="25081"/>
                      <a:pt x="71684"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33" name="Group 32">
            <a:extLst>
              <a:ext uri="{FF2B5EF4-FFF2-40B4-BE49-F238E27FC236}">
                <a16:creationId xmlns:a16="http://schemas.microsoft.com/office/drawing/2014/main" id="{D6E2B6BC-0109-8B0E-6E14-FB60C61AB50F}"/>
              </a:ext>
            </a:extLst>
          </p:cNvPr>
          <p:cNvGrpSpPr/>
          <p:nvPr/>
        </p:nvGrpSpPr>
        <p:grpSpPr>
          <a:xfrm>
            <a:off x="6823926" y="1490179"/>
            <a:ext cx="471791" cy="471791"/>
            <a:chOff x="6457678" y="1942177"/>
            <a:chExt cx="471791" cy="471791"/>
          </a:xfrm>
        </p:grpSpPr>
        <p:sp>
          <p:nvSpPr>
            <p:cNvPr id="91" name="Oval 90">
              <a:extLst>
                <a:ext uri="{FF2B5EF4-FFF2-40B4-BE49-F238E27FC236}">
                  <a16:creationId xmlns:a16="http://schemas.microsoft.com/office/drawing/2014/main" id="{80293265-BAD5-3EF9-B39D-B76AC86448D7}"/>
                </a:ext>
              </a:extLst>
            </p:cNvPr>
            <p:cNvSpPr/>
            <p:nvPr/>
          </p:nvSpPr>
          <p:spPr>
            <a:xfrm>
              <a:off x="6457678"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92" name="Group 91">
              <a:extLst>
                <a:ext uri="{FF2B5EF4-FFF2-40B4-BE49-F238E27FC236}">
                  <a16:creationId xmlns:a16="http://schemas.microsoft.com/office/drawing/2014/main" id="{77278470-A980-C22C-052B-88F4A568908B}"/>
                </a:ext>
              </a:extLst>
            </p:cNvPr>
            <p:cNvGrpSpPr/>
            <p:nvPr/>
          </p:nvGrpSpPr>
          <p:grpSpPr>
            <a:xfrm>
              <a:off x="6566257" y="2048749"/>
              <a:ext cx="254558" cy="258644"/>
              <a:chOff x="6566257" y="2048749"/>
              <a:chExt cx="254558" cy="258644"/>
            </a:xfrm>
          </p:grpSpPr>
          <p:grpSp>
            <p:nvGrpSpPr>
              <p:cNvPr id="93" name="Graphic 332">
                <a:extLst>
                  <a:ext uri="{FF2B5EF4-FFF2-40B4-BE49-F238E27FC236}">
                    <a16:creationId xmlns:a16="http://schemas.microsoft.com/office/drawing/2014/main" id="{95A04B2A-CFEF-7C3D-B212-49BB97F9FC78}"/>
                  </a:ext>
                </a:extLst>
              </p:cNvPr>
              <p:cNvGrpSpPr/>
              <p:nvPr/>
            </p:nvGrpSpPr>
            <p:grpSpPr>
              <a:xfrm>
                <a:off x="6566257" y="2086119"/>
                <a:ext cx="135075" cy="185001"/>
                <a:chOff x="6566257" y="2086119"/>
                <a:chExt cx="135075" cy="185001"/>
              </a:xfrm>
            </p:grpSpPr>
            <p:sp>
              <p:nvSpPr>
                <p:cNvPr id="108" name="Freeform 164">
                  <a:extLst>
                    <a:ext uri="{FF2B5EF4-FFF2-40B4-BE49-F238E27FC236}">
                      <a16:creationId xmlns:a16="http://schemas.microsoft.com/office/drawing/2014/main" id="{48A123A2-B9CC-7DB9-64EB-4DF387A92871}"/>
                    </a:ext>
                  </a:extLst>
                </p:cNvPr>
                <p:cNvSpPr/>
                <p:nvPr/>
              </p:nvSpPr>
              <p:spPr>
                <a:xfrm>
                  <a:off x="6566257" y="2086119"/>
                  <a:ext cx="135075" cy="131501"/>
                </a:xfrm>
                <a:custGeom>
                  <a:avLst/>
                  <a:gdLst>
                    <a:gd name="connsiteX0" fmla="*/ 92814 w 135075"/>
                    <a:gd name="connsiteY0" fmla="*/ 131501 h 131501"/>
                    <a:gd name="connsiteX1" fmla="*/ 80275 w 135075"/>
                    <a:gd name="connsiteY1" fmla="*/ 118959 h 131501"/>
                    <a:gd name="connsiteX2" fmla="*/ 88409 w 135075"/>
                    <a:gd name="connsiteY2" fmla="*/ 107220 h 131501"/>
                    <a:gd name="connsiteX3" fmla="*/ 109994 w 135075"/>
                    <a:gd name="connsiteY3" fmla="*/ 66088 h 131501"/>
                    <a:gd name="connsiteX4" fmla="*/ 67545 w 135075"/>
                    <a:gd name="connsiteY4" fmla="*/ 25081 h 131501"/>
                    <a:gd name="connsiteX5" fmla="*/ 25081 w 135075"/>
                    <a:gd name="connsiteY5" fmla="*/ 66088 h 131501"/>
                    <a:gd name="connsiteX6" fmla="*/ 47481 w 135075"/>
                    <a:gd name="connsiteY6" fmla="*/ 107016 h 131501"/>
                    <a:gd name="connsiteX7" fmla="*/ 53935 w 135075"/>
                    <a:gd name="connsiteY7" fmla="*/ 123535 h 131501"/>
                    <a:gd name="connsiteX8" fmla="*/ 38358 w 135075"/>
                    <a:gd name="connsiteY8" fmla="*/ 130357 h 131501"/>
                    <a:gd name="connsiteX9" fmla="*/ 0 w 135075"/>
                    <a:gd name="connsiteY9" fmla="*/ 66088 h 131501"/>
                    <a:gd name="connsiteX10" fmla="*/ 67545 w 135075"/>
                    <a:gd name="connsiteY10" fmla="*/ 0 h 131501"/>
                    <a:gd name="connsiteX11" fmla="*/ 135075 w 135075"/>
                    <a:gd name="connsiteY11" fmla="*/ 66088 h 131501"/>
                    <a:gd name="connsiteX12" fmla="*/ 97219 w 135075"/>
                    <a:gd name="connsiteY12" fmla="*/ 130702 h 131501"/>
                    <a:gd name="connsiteX13" fmla="*/ 92814 w 135075"/>
                    <a:gd name="connsiteY13" fmla="*/ 131501 h 131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5075" h="131501">
                      <a:moveTo>
                        <a:pt x="92814" y="131501"/>
                      </a:moveTo>
                      <a:cubicBezTo>
                        <a:pt x="85888" y="131501"/>
                        <a:pt x="80274" y="125886"/>
                        <a:pt x="80275" y="118959"/>
                      </a:cubicBezTo>
                      <a:cubicBezTo>
                        <a:pt x="80275" y="113733"/>
                        <a:pt x="83517" y="109056"/>
                        <a:pt x="88409" y="107220"/>
                      </a:cubicBezTo>
                      <a:cubicBezTo>
                        <a:pt x="109994" y="99116"/>
                        <a:pt x="109994" y="74302"/>
                        <a:pt x="109994" y="66088"/>
                      </a:cubicBezTo>
                      <a:cubicBezTo>
                        <a:pt x="109994" y="42324"/>
                        <a:pt x="92140" y="25081"/>
                        <a:pt x="67545" y="25081"/>
                      </a:cubicBezTo>
                      <a:cubicBezTo>
                        <a:pt x="42951" y="25081"/>
                        <a:pt x="25081" y="42324"/>
                        <a:pt x="25081" y="66088"/>
                      </a:cubicBezTo>
                      <a:cubicBezTo>
                        <a:pt x="25081" y="80760"/>
                        <a:pt x="28968" y="99774"/>
                        <a:pt x="47481" y="107016"/>
                      </a:cubicBezTo>
                      <a:cubicBezTo>
                        <a:pt x="53825" y="109795"/>
                        <a:pt x="56714" y="117191"/>
                        <a:pt x="53935" y="123535"/>
                      </a:cubicBezTo>
                      <a:cubicBezTo>
                        <a:pt x="51313" y="129520"/>
                        <a:pt x="44535" y="132489"/>
                        <a:pt x="38358" y="130357"/>
                      </a:cubicBezTo>
                      <a:cubicBezTo>
                        <a:pt x="13669" y="120701"/>
                        <a:pt x="0" y="97862"/>
                        <a:pt x="0" y="66088"/>
                      </a:cubicBezTo>
                      <a:cubicBezTo>
                        <a:pt x="0" y="28467"/>
                        <a:pt x="29031" y="0"/>
                        <a:pt x="67545" y="0"/>
                      </a:cubicBezTo>
                      <a:cubicBezTo>
                        <a:pt x="106060" y="0"/>
                        <a:pt x="135075" y="28467"/>
                        <a:pt x="135075" y="66088"/>
                      </a:cubicBezTo>
                      <a:cubicBezTo>
                        <a:pt x="135075" y="98598"/>
                        <a:pt x="121641" y="121547"/>
                        <a:pt x="97219" y="130702"/>
                      </a:cubicBezTo>
                      <a:cubicBezTo>
                        <a:pt x="95809" y="131224"/>
                        <a:pt x="94318" y="131495"/>
                        <a:pt x="92814" y="13150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9" name="Freeform 165">
                  <a:extLst>
                    <a:ext uri="{FF2B5EF4-FFF2-40B4-BE49-F238E27FC236}">
                      <a16:creationId xmlns:a16="http://schemas.microsoft.com/office/drawing/2014/main" id="{E15B369A-394D-5608-762A-C3DBB1672B0A}"/>
                    </a:ext>
                  </a:extLst>
                </p:cNvPr>
                <p:cNvSpPr/>
                <p:nvPr/>
              </p:nvSpPr>
              <p:spPr>
                <a:xfrm>
                  <a:off x="6601417" y="2210096"/>
                  <a:ext cx="64864" cy="25080"/>
                </a:xfrm>
                <a:custGeom>
                  <a:avLst/>
                  <a:gdLst>
                    <a:gd name="connsiteX0" fmla="*/ 52325 w 64864"/>
                    <a:gd name="connsiteY0" fmla="*/ 25081 h 25080"/>
                    <a:gd name="connsiteX1" fmla="*/ 12540 w 64864"/>
                    <a:gd name="connsiteY1" fmla="*/ 25081 h 25080"/>
                    <a:gd name="connsiteX2" fmla="*/ 0 w 64864"/>
                    <a:gd name="connsiteY2" fmla="*/ 12540 h 25080"/>
                    <a:gd name="connsiteX3" fmla="*/ 12540 w 64864"/>
                    <a:gd name="connsiteY3" fmla="*/ 0 h 25080"/>
                    <a:gd name="connsiteX4" fmla="*/ 52325 w 64864"/>
                    <a:gd name="connsiteY4" fmla="*/ 0 h 25080"/>
                    <a:gd name="connsiteX5" fmla="*/ 64865 w 64864"/>
                    <a:gd name="connsiteY5" fmla="*/ 12540 h 25080"/>
                    <a:gd name="connsiteX6" fmla="*/ 52325 w 6486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64" h="25080">
                      <a:moveTo>
                        <a:pt x="52325" y="25081"/>
                      </a:moveTo>
                      <a:lnTo>
                        <a:pt x="12540" y="25081"/>
                      </a:lnTo>
                      <a:cubicBezTo>
                        <a:pt x="5614" y="25081"/>
                        <a:pt x="0" y="19466"/>
                        <a:pt x="0" y="12540"/>
                      </a:cubicBezTo>
                      <a:cubicBezTo>
                        <a:pt x="0" y="5615"/>
                        <a:pt x="5614" y="0"/>
                        <a:pt x="12540" y="0"/>
                      </a:cubicBezTo>
                      <a:lnTo>
                        <a:pt x="52325" y="0"/>
                      </a:lnTo>
                      <a:cubicBezTo>
                        <a:pt x="59250" y="0"/>
                        <a:pt x="64865" y="5615"/>
                        <a:pt x="64865" y="12540"/>
                      </a:cubicBezTo>
                      <a:cubicBezTo>
                        <a:pt x="64865" y="19466"/>
                        <a:pt x="59250" y="25081"/>
                        <a:pt x="52325"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0" name="Freeform 166">
                  <a:extLst>
                    <a:ext uri="{FF2B5EF4-FFF2-40B4-BE49-F238E27FC236}">
                      <a16:creationId xmlns:a16="http://schemas.microsoft.com/office/drawing/2014/main" id="{A38E0133-CA49-DCA4-A4DF-2F5C55C700BD}"/>
                    </a:ext>
                  </a:extLst>
                </p:cNvPr>
                <p:cNvSpPr/>
                <p:nvPr/>
              </p:nvSpPr>
              <p:spPr>
                <a:xfrm>
                  <a:off x="6601417" y="2246040"/>
                  <a:ext cx="63846" cy="25080"/>
                </a:xfrm>
                <a:custGeom>
                  <a:avLst/>
                  <a:gdLst>
                    <a:gd name="connsiteX0" fmla="*/ 51306 w 63846"/>
                    <a:gd name="connsiteY0" fmla="*/ 25081 h 25080"/>
                    <a:gd name="connsiteX1" fmla="*/ 12540 w 63846"/>
                    <a:gd name="connsiteY1" fmla="*/ 25081 h 25080"/>
                    <a:gd name="connsiteX2" fmla="*/ 0 w 63846"/>
                    <a:gd name="connsiteY2" fmla="*/ 12540 h 25080"/>
                    <a:gd name="connsiteX3" fmla="*/ 12540 w 63846"/>
                    <a:gd name="connsiteY3" fmla="*/ 0 h 25080"/>
                    <a:gd name="connsiteX4" fmla="*/ 51306 w 63846"/>
                    <a:gd name="connsiteY4" fmla="*/ 0 h 25080"/>
                    <a:gd name="connsiteX5" fmla="*/ 63846 w 63846"/>
                    <a:gd name="connsiteY5" fmla="*/ 12540 h 25080"/>
                    <a:gd name="connsiteX6" fmla="*/ 51306 w 63846"/>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846" h="25080">
                      <a:moveTo>
                        <a:pt x="51306" y="25081"/>
                      </a:moveTo>
                      <a:lnTo>
                        <a:pt x="12540" y="25081"/>
                      </a:lnTo>
                      <a:cubicBezTo>
                        <a:pt x="5614" y="25081"/>
                        <a:pt x="0" y="19466"/>
                        <a:pt x="0" y="12540"/>
                      </a:cubicBezTo>
                      <a:cubicBezTo>
                        <a:pt x="0" y="5615"/>
                        <a:pt x="5614" y="0"/>
                        <a:pt x="12540" y="0"/>
                      </a:cubicBezTo>
                      <a:lnTo>
                        <a:pt x="51306" y="0"/>
                      </a:lnTo>
                      <a:cubicBezTo>
                        <a:pt x="58232" y="0"/>
                        <a:pt x="63846" y="5615"/>
                        <a:pt x="63846" y="12540"/>
                      </a:cubicBezTo>
                      <a:cubicBezTo>
                        <a:pt x="63846" y="19466"/>
                        <a:pt x="58232" y="25081"/>
                        <a:pt x="51306"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1" name="Freeform 167">
                  <a:extLst>
                    <a:ext uri="{FF2B5EF4-FFF2-40B4-BE49-F238E27FC236}">
                      <a16:creationId xmlns:a16="http://schemas.microsoft.com/office/drawing/2014/main" id="{82A271B4-5D2E-B788-D471-2F891D9C34D1}"/>
                    </a:ext>
                  </a:extLst>
                </p:cNvPr>
                <p:cNvSpPr/>
                <p:nvPr/>
              </p:nvSpPr>
              <p:spPr>
                <a:xfrm>
                  <a:off x="6597059" y="2192744"/>
                  <a:ext cx="73564" cy="78377"/>
                </a:xfrm>
                <a:custGeom>
                  <a:avLst/>
                  <a:gdLst>
                    <a:gd name="connsiteX0" fmla="*/ 61024 w 73564"/>
                    <a:gd name="connsiteY0" fmla="*/ 78377 h 78377"/>
                    <a:gd name="connsiteX1" fmla="*/ 12540 w 73564"/>
                    <a:gd name="connsiteY1" fmla="*/ 78377 h 78377"/>
                    <a:gd name="connsiteX2" fmla="*/ 0 w 73564"/>
                    <a:gd name="connsiteY2" fmla="*/ 65837 h 78377"/>
                    <a:gd name="connsiteX3" fmla="*/ 0 w 73564"/>
                    <a:gd name="connsiteY3" fmla="*/ 12540 h 78377"/>
                    <a:gd name="connsiteX4" fmla="*/ 12540 w 73564"/>
                    <a:gd name="connsiteY4" fmla="*/ 0 h 78377"/>
                    <a:gd name="connsiteX5" fmla="*/ 25081 w 73564"/>
                    <a:gd name="connsiteY5" fmla="*/ 12540 h 78377"/>
                    <a:gd name="connsiteX6" fmla="*/ 25081 w 73564"/>
                    <a:gd name="connsiteY6" fmla="*/ 53296 h 78377"/>
                    <a:gd name="connsiteX7" fmla="*/ 48484 w 73564"/>
                    <a:gd name="connsiteY7" fmla="*/ 53296 h 78377"/>
                    <a:gd name="connsiteX8" fmla="*/ 48484 w 73564"/>
                    <a:gd name="connsiteY8" fmla="*/ 13308 h 78377"/>
                    <a:gd name="connsiteX9" fmla="*/ 61024 w 73564"/>
                    <a:gd name="connsiteY9" fmla="*/ 768 h 78377"/>
                    <a:gd name="connsiteX10" fmla="*/ 73565 w 73564"/>
                    <a:gd name="connsiteY10" fmla="*/ 13308 h 78377"/>
                    <a:gd name="connsiteX11" fmla="*/ 73565 w 73564"/>
                    <a:gd name="connsiteY11" fmla="*/ 65837 h 78377"/>
                    <a:gd name="connsiteX12" fmla="*/ 61024 w 73564"/>
                    <a:gd name="connsiteY12" fmla="*/ 78377 h 7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564" h="78377">
                      <a:moveTo>
                        <a:pt x="61024" y="78377"/>
                      </a:moveTo>
                      <a:lnTo>
                        <a:pt x="12540" y="78377"/>
                      </a:lnTo>
                      <a:cubicBezTo>
                        <a:pt x="5614" y="78377"/>
                        <a:pt x="0" y="72762"/>
                        <a:pt x="0" y="65837"/>
                      </a:cubicBezTo>
                      <a:lnTo>
                        <a:pt x="0" y="12540"/>
                      </a:lnTo>
                      <a:cubicBezTo>
                        <a:pt x="0" y="5615"/>
                        <a:pt x="5614" y="0"/>
                        <a:pt x="12540" y="0"/>
                      </a:cubicBezTo>
                      <a:cubicBezTo>
                        <a:pt x="19466" y="0"/>
                        <a:pt x="25081" y="5615"/>
                        <a:pt x="25081" y="12540"/>
                      </a:cubicBezTo>
                      <a:lnTo>
                        <a:pt x="25081" y="53296"/>
                      </a:lnTo>
                      <a:lnTo>
                        <a:pt x="48484" y="53296"/>
                      </a:lnTo>
                      <a:lnTo>
                        <a:pt x="48484" y="13308"/>
                      </a:lnTo>
                      <a:cubicBezTo>
                        <a:pt x="48484" y="6383"/>
                        <a:pt x="54099" y="768"/>
                        <a:pt x="61024" y="768"/>
                      </a:cubicBezTo>
                      <a:cubicBezTo>
                        <a:pt x="67950" y="768"/>
                        <a:pt x="73565" y="6383"/>
                        <a:pt x="73565" y="13308"/>
                      </a:cubicBezTo>
                      <a:lnTo>
                        <a:pt x="73565" y="65837"/>
                      </a:lnTo>
                      <a:cubicBezTo>
                        <a:pt x="73565" y="72762"/>
                        <a:pt x="67950" y="78377"/>
                        <a:pt x="61024" y="7837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94" name="Freeform 151">
                <a:extLst>
                  <a:ext uri="{FF2B5EF4-FFF2-40B4-BE49-F238E27FC236}">
                    <a16:creationId xmlns:a16="http://schemas.microsoft.com/office/drawing/2014/main" id="{89591645-99F9-0BF9-2E72-6369A93C451C}"/>
                  </a:ext>
                </a:extLst>
              </p:cNvPr>
              <p:cNvSpPr/>
              <p:nvPr/>
            </p:nvSpPr>
            <p:spPr>
              <a:xfrm>
                <a:off x="6621779" y="2048749"/>
                <a:ext cx="180740" cy="115668"/>
              </a:xfrm>
              <a:custGeom>
                <a:avLst/>
                <a:gdLst>
                  <a:gd name="connsiteX0" fmla="*/ 138054 w 180740"/>
                  <a:gd name="connsiteY0" fmla="*/ 115669 h 115668"/>
                  <a:gd name="connsiteX1" fmla="*/ 125513 w 180740"/>
                  <a:gd name="connsiteY1" fmla="*/ 103129 h 115668"/>
                  <a:gd name="connsiteX2" fmla="*/ 125513 w 180740"/>
                  <a:gd name="connsiteY2" fmla="*/ 25081 h 115668"/>
                  <a:gd name="connsiteX3" fmla="*/ 25081 w 180740"/>
                  <a:gd name="connsiteY3" fmla="*/ 25081 h 115668"/>
                  <a:gd name="connsiteX4" fmla="*/ 25081 w 180740"/>
                  <a:gd name="connsiteY4" fmla="*/ 49754 h 115668"/>
                  <a:gd name="connsiteX5" fmla="*/ 12540 w 180740"/>
                  <a:gd name="connsiteY5" fmla="*/ 62294 h 115668"/>
                  <a:gd name="connsiteX6" fmla="*/ 0 w 180740"/>
                  <a:gd name="connsiteY6" fmla="*/ 49754 h 115668"/>
                  <a:gd name="connsiteX7" fmla="*/ 0 w 180740"/>
                  <a:gd name="connsiteY7" fmla="*/ 12540 h 115668"/>
                  <a:gd name="connsiteX8" fmla="*/ 12540 w 180740"/>
                  <a:gd name="connsiteY8" fmla="*/ 0 h 115668"/>
                  <a:gd name="connsiteX9" fmla="*/ 138054 w 180740"/>
                  <a:gd name="connsiteY9" fmla="*/ 0 h 115668"/>
                  <a:gd name="connsiteX10" fmla="*/ 150594 w 180740"/>
                  <a:gd name="connsiteY10" fmla="*/ 12540 h 115668"/>
                  <a:gd name="connsiteX11" fmla="*/ 150594 w 180740"/>
                  <a:gd name="connsiteY11" fmla="*/ 72844 h 115668"/>
                  <a:gd name="connsiteX12" fmla="*/ 158792 w 180740"/>
                  <a:gd name="connsiteY12" fmla="*/ 64724 h 115668"/>
                  <a:gd name="connsiteX13" fmla="*/ 176491 w 180740"/>
                  <a:gd name="connsiteY13" fmla="*/ 63608 h 115668"/>
                  <a:gd name="connsiteX14" fmla="*/ 177607 w 180740"/>
                  <a:gd name="connsiteY14" fmla="*/ 81308 h 115668"/>
                  <a:gd name="connsiteX15" fmla="*/ 176458 w 180740"/>
                  <a:gd name="connsiteY15" fmla="*/ 82453 h 115668"/>
                  <a:gd name="connsiteX16" fmla="*/ 146926 w 180740"/>
                  <a:gd name="connsiteY16" fmla="*/ 111985 h 115668"/>
                  <a:gd name="connsiteX17" fmla="*/ 138054 w 180740"/>
                  <a:gd name="connsiteY17" fmla="*/ 115669 h 11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740" h="115668">
                    <a:moveTo>
                      <a:pt x="138054" y="115669"/>
                    </a:moveTo>
                    <a:cubicBezTo>
                      <a:pt x="131128" y="115669"/>
                      <a:pt x="125513" y="110055"/>
                      <a:pt x="125513" y="103129"/>
                    </a:cubicBezTo>
                    <a:lnTo>
                      <a:pt x="125513" y="25081"/>
                    </a:lnTo>
                    <a:lnTo>
                      <a:pt x="25081" y="25081"/>
                    </a:lnTo>
                    <a:lnTo>
                      <a:pt x="25081" y="49754"/>
                    </a:lnTo>
                    <a:cubicBezTo>
                      <a:pt x="25081" y="56680"/>
                      <a:pt x="19466" y="62294"/>
                      <a:pt x="12540" y="62294"/>
                    </a:cubicBezTo>
                    <a:cubicBezTo>
                      <a:pt x="5614" y="62294"/>
                      <a:pt x="0" y="56680"/>
                      <a:pt x="0" y="49754"/>
                    </a:cubicBezTo>
                    <a:lnTo>
                      <a:pt x="0" y="12540"/>
                    </a:lnTo>
                    <a:cubicBezTo>
                      <a:pt x="0" y="5615"/>
                      <a:pt x="5614" y="0"/>
                      <a:pt x="12540" y="0"/>
                    </a:cubicBezTo>
                    <a:lnTo>
                      <a:pt x="138054" y="0"/>
                    </a:lnTo>
                    <a:cubicBezTo>
                      <a:pt x="144979" y="0"/>
                      <a:pt x="150594" y="5615"/>
                      <a:pt x="150594" y="12540"/>
                    </a:cubicBezTo>
                    <a:lnTo>
                      <a:pt x="150594" y="72844"/>
                    </a:lnTo>
                    <a:lnTo>
                      <a:pt x="158792" y="64724"/>
                    </a:lnTo>
                    <a:cubicBezTo>
                      <a:pt x="163371" y="59528"/>
                      <a:pt x="171296" y="59029"/>
                      <a:pt x="176491" y="63608"/>
                    </a:cubicBezTo>
                    <a:cubicBezTo>
                      <a:pt x="181688" y="68188"/>
                      <a:pt x="182188" y="76112"/>
                      <a:pt x="177607" y="81308"/>
                    </a:cubicBezTo>
                    <a:cubicBezTo>
                      <a:pt x="177250" y="81714"/>
                      <a:pt x="176866" y="82096"/>
                      <a:pt x="176458" y="82453"/>
                    </a:cubicBezTo>
                    <a:lnTo>
                      <a:pt x="146926" y="111985"/>
                    </a:lnTo>
                    <a:cubicBezTo>
                      <a:pt x="144574" y="114342"/>
                      <a:pt x="141383" y="115667"/>
                      <a:pt x="138054" y="115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95" name="Freeform 152">
                <a:extLst>
                  <a:ext uri="{FF2B5EF4-FFF2-40B4-BE49-F238E27FC236}">
                    <a16:creationId xmlns:a16="http://schemas.microsoft.com/office/drawing/2014/main" id="{80777F3F-5910-6CD1-E075-6393F33F1F46}"/>
                  </a:ext>
                </a:extLst>
              </p:cNvPr>
              <p:cNvSpPr/>
              <p:nvPr/>
            </p:nvSpPr>
            <p:spPr>
              <a:xfrm>
                <a:off x="6602514" y="2254254"/>
                <a:ext cx="62701" cy="53139"/>
              </a:xfrm>
              <a:custGeom>
                <a:avLst/>
                <a:gdLst>
                  <a:gd name="connsiteX0" fmla="*/ 31351 w 62701"/>
                  <a:gd name="connsiteY0" fmla="*/ 53140 h 53139"/>
                  <a:gd name="connsiteX1" fmla="*/ 0 w 62701"/>
                  <a:gd name="connsiteY1" fmla="*/ 21789 h 53139"/>
                  <a:gd name="connsiteX2" fmla="*/ 0 w 62701"/>
                  <a:gd name="connsiteY2" fmla="*/ 12540 h 53139"/>
                  <a:gd name="connsiteX3" fmla="*/ 12540 w 62701"/>
                  <a:gd name="connsiteY3" fmla="*/ 0 h 53139"/>
                  <a:gd name="connsiteX4" fmla="*/ 25081 w 62701"/>
                  <a:gd name="connsiteY4" fmla="*/ 12540 h 53139"/>
                  <a:gd name="connsiteX5" fmla="*/ 25081 w 62701"/>
                  <a:gd name="connsiteY5" fmla="*/ 21789 h 53139"/>
                  <a:gd name="connsiteX6" fmla="*/ 31351 w 62701"/>
                  <a:gd name="connsiteY6" fmla="*/ 28059 h 53139"/>
                  <a:gd name="connsiteX7" fmla="*/ 37621 w 62701"/>
                  <a:gd name="connsiteY7" fmla="*/ 21789 h 53139"/>
                  <a:gd name="connsiteX8" fmla="*/ 37621 w 62701"/>
                  <a:gd name="connsiteY8" fmla="*/ 12540 h 53139"/>
                  <a:gd name="connsiteX9" fmla="*/ 50161 w 62701"/>
                  <a:gd name="connsiteY9" fmla="*/ 0 h 53139"/>
                  <a:gd name="connsiteX10" fmla="*/ 62702 w 62701"/>
                  <a:gd name="connsiteY10" fmla="*/ 12540 h 53139"/>
                  <a:gd name="connsiteX11" fmla="*/ 62702 w 62701"/>
                  <a:gd name="connsiteY11" fmla="*/ 21789 h 53139"/>
                  <a:gd name="connsiteX12" fmla="*/ 31351 w 62701"/>
                  <a:gd name="connsiteY12" fmla="*/ 53140 h 5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701" h="53139">
                    <a:moveTo>
                      <a:pt x="31351" y="53140"/>
                    </a:moveTo>
                    <a:cubicBezTo>
                      <a:pt x="14036" y="53140"/>
                      <a:pt x="0" y="39104"/>
                      <a:pt x="0" y="21789"/>
                    </a:cubicBezTo>
                    <a:lnTo>
                      <a:pt x="0" y="12540"/>
                    </a:lnTo>
                    <a:cubicBezTo>
                      <a:pt x="0" y="5615"/>
                      <a:pt x="5614" y="0"/>
                      <a:pt x="12540" y="0"/>
                    </a:cubicBezTo>
                    <a:cubicBezTo>
                      <a:pt x="19466" y="0"/>
                      <a:pt x="25081" y="5615"/>
                      <a:pt x="25081" y="12540"/>
                    </a:cubicBezTo>
                    <a:lnTo>
                      <a:pt x="25081" y="21789"/>
                    </a:lnTo>
                    <a:cubicBezTo>
                      <a:pt x="25081" y="25252"/>
                      <a:pt x="27888" y="28059"/>
                      <a:pt x="31351" y="28059"/>
                    </a:cubicBezTo>
                    <a:cubicBezTo>
                      <a:pt x="34814" y="28059"/>
                      <a:pt x="37621" y="25252"/>
                      <a:pt x="37621" y="21789"/>
                    </a:cubicBezTo>
                    <a:lnTo>
                      <a:pt x="37621" y="12540"/>
                    </a:lnTo>
                    <a:cubicBezTo>
                      <a:pt x="37621" y="5615"/>
                      <a:pt x="43235" y="0"/>
                      <a:pt x="50161" y="0"/>
                    </a:cubicBezTo>
                    <a:cubicBezTo>
                      <a:pt x="57087" y="0"/>
                      <a:pt x="62702" y="5615"/>
                      <a:pt x="62702" y="12540"/>
                    </a:cubicBezTo>
                    <a:lnTo>
                      <a:pt x="62702" y="21789"/>
                    </a:lnTo>
                    <a:cubicBezTo>
                      <a:pt x="62702" y="39104"/>
                      <a:pt x="48665" y="53140"/>
                      <a:pt x="31351" y="53140"/>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96" name="Graphic 332">
                <a:extLst>
                  <a:ext uri="{FF2B5EF4-FFF2-40B4-BE49-F238E27FC236}">
                    <a16:creationId xmlns:a16="http://schemas.microsoft.com/office/drawing/2014/main" id="{EEE37DC3-4A6A-4D56-7DDA-967730122685}"/>
                  </a:ext>
                </a:extLst>
              </p:cNvPr>
              <p:cNvGrpSpPr/>
              <p:nvPr/>
            </p:nvGrpSpPr>
            <p:grpSpPr>
              <a:xfrm>
                <a:off x="6698915" y="2181138"/>
                <a:ext cx="121900" cy="126255"/>
                <a:chOff x="6698915" y="2181138"/>
                <a:chExt cx="121900" cy="126255"/>
              </a:xfrm>
              <a:solidFill>
                <a:srgbClr val="EF463C"/>
              </a:solidFill>
            </p:grpSpPr>
            <p:sp>
              <p:nvSpPr>
                <p:cNvPr id="98" name="Freeform 155">
                  <a:extLst>
                    <a:ext uri="{FF2B5EF4-FFF2-40B4-BE49-F238E27FC236}">
                      <a16:creationId xmlns:a16="http://schemas.microsoft.com/office/drawing/2014/main" id="{E8C9C965-3EB7-8900-7336-6F0E7FE22911}"/>
                    </a:ext>
                  </a:extLst>
                </p:cNvPr>
                <p:cNvSpPr/>
                <p:nvPr/>
              </p:nvSpPr>
              <p:spPr>
                <a:xfrm>
                  <a:off x="6734527" y="2181138"/>
                  <a:ext cx="31221" cy="47157"/>
                </a:xfrm>
                <a:custGeom>
                  <a:avLst/>
                  <a:gdLst>
                    <a:gd name="connsiteX0" fmla="*/ 18675 w 31221"/>
                    <a:gd name="connsiteY0" fmla="*/ 47157 h 47157"/>
                    <a:gd name="connsiteX1" fmla="*/ 6589 w 31221"/>
                    <a:gd name="connsiteY1" fmla="*/ 37971 h 47157"/>
                    <a:gd name="connsiteX2" fmla="*/ 460 w 31221"/>
                    <a:gd name="connsiteY2" fmla="*/ 15900 h 47157"/>
                    <a:gd name="connsiteX3" fmla="*/ 9191 w 31221"/>
                    <a:gd name="connsiteY3" fmla="*/ 460 h 47157"/>
                    <a:gd name="connsiteX4" fmla="*/ 24632 w 31221"/>
                    <a:gd name="connsiteY4" fmla="*/ 9191 h 47157"/>
                    <a:gd name="connsiteX5" fmla="*/ 30761 w 31221"/>
                    <a:gd name="connsiteY5" fmla="*/ 31262 h 47157"/>
                    <a:gd name="connsiteX6" fmla="*/ 22034 w 31221"/>
                    <a:gd name="connsiteY6" fmla="*/ 46701 h 47157"/>
                    <a:gd name="connsiteX7" fmla="*/ 22030 w 31221"/>
                    <a:gd name="connsiteY7" fmla="*/ 46703 h 47157"/>
                    <a:gd name="connsiteX8" fmla="*/ 18675 w 31221"/>
                    <a:gd name="connsiteY8" fmla="*/ 47157 h 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21" h="47157">
                      <a:moveTo>
                        <a:pt x="18675" y="47157"/>
                      </a:moveTo>
                      <a:cubicBezTo>
                        <a:pt x="13040" y="47159"/>
                        <a:pt x="8097" y="43401"/>
                        <a:pt x="6589" y="37971"/>
                      </a:cubicBezTo>
                      <a:lnTo>
                        <a:pt x="460" y="15900"/>
                      </a:lnTo>
                      <a:cubicBezTo>
                        <a:pt x="-1393" y="9226"/>
                        <a:pt x="2517" y="2313"/>
                        <a:pt x="9191" y="460"/>
                      </a:cubicBezTo>
                      <a:cubicBezTo>
                        <a:pt x="15866" y="-1393"/>
                        <a:pt x="22779" y="2517"/>
                        <a:pt x="24632" y="9191"/>
                      </a:cubicBezTo>
                      <a:lnTo>
                        <a:pt x="30761" y="31262"/>
                      </a:lnTo>
                      <a:cubicBezTo>
                        <a:pt x="32614" y="37935"/>
                        <a:pt x="28707" y="44848"/>
                        <a:pt x="22034" y="46701"/>
                      </a:cubicBezTo>
                      <a:cubicBezTo>
                        <a:pt x="22033" y="46701"/>
                        <a:pt x="22031" y="46703"/>
                        <a:pt x="22030" y="46703"/>
                      </a:cubicBezTo>
                      <a:cubicBezTo>
                        <a:pt x="20935" y="46997"/>
                        <a:pt x="19808" y="47151"/>
                        <a:pt x="18675" y="47157"/>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99" name="Freeform 156">
                  <a:extLst>
                    <a:ext uri="{FF2B5EF4-FFF2-40B4-BE49-F238E27FC236}">
                      <a16:creationId xmlns:a16="http://schemas.microsoft.com/office/drawing/2014/main" id="{FB136419-4FEC-FB66-4265-725EDEC3BAB6}"/>
                    </a:ext>
                  </a:extLst>
                </p:cNvPr>
                <p:cNvSpPr/>
                <p:nvPr/>
              </p:nvSpPr>
              <p:spPr>
                <a:xfrm>
                  <a:off x="6762486" y="2187024"/>
                  <a:ext cx="36918" cy="44563"/>
                </a:xfrm>
                <a:custGeom>
                  <a:avLst/>
                  <a:gdLst>
                    <a:gd name="connsiteX0" fmla="*/ 12536 w 36918"/>
                    <a:gd name="connsiteY0" fmla="*/ 44564 h 44563"/>
                    <a:gd name="connsiteX1" fmla="*/ 0 w 36918"/>
                    <a:gd name="connsiteY1" fmla="*/ 32019 h 44563"/>
                    <a:gd name="connsiteX2" fmla="*/ 1829 w 36918"/>
                    <a:gd name="connsiteY2" fmla="*/ 25502 h 44563"/>
                    <a:gd name="connsiteX3" fmla="*/ 13774 w 36918"/>
                    <a:gd name="connsiteY3" fmla="*/ 5845 h 44563"/>
                    <a:gd name="connsiteX4" fmla="*/ 31073 w 36918"/>
                    <a:gd name="connsiteY4" fmla="*/ 1939 h 44563"/>
                    <a:gd name="connsiteX5" fmla="*/ 35202 w 36918"/>
                    <a:gd name="connsiteY5" fmla="*/ 18872 h 44563"/>
                    <a:gd name="connsiteX6" fmla="*/ 23258 w 36918"/>
                    <a:gd name="connsiteY6" fmla="*/ 38529 h 44563"/>
                    <a:gd name="connsiteX7" fmla="*/ 12536 w 36918"/>
                    <a:gd name="connsiteY7" fmla="*/ 44564 h 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18" h="44563">
                      <a:moveTo>
                        <a:pt x="12536" y="44564"/>
                      </a:moveTo>
                      <a:cubicBezTo>
                        <a:pt x="5610" y="44561"/>
                        <a:pt x="-2" y="38944"/>
                        <a:pt x="0" y="32019"/>
                      </a:cubicBezTo>
                      <a:cubicBezTo>
                        <a:pt x="2" y="29719"/>
                        <a:pt x="635" y="27465"/>
                        <a:pt x="1829" y="25502"/>
                      </a:cubicBezTo>
                      <a:lnTo>
                        <a:pt x="13774" y="5845"/>
                      </a:lnTo>
                      <a:cubicBezTo>
                        <a:pt x="17472" y="-10"/>
                        <a:pt x="25217" y="-1759"/>
                        <a:pt x="31073" y="1939"/>
                      </a:cubicBezTo>
                      <a:cubicBezTo>
                        <a:pt x="36787" y="5549"/>
                        <a:pt x="38613" y="13037"/>
                        <a:pt x="35202" y="18872"/>
                      </a:cubicBezTo>
                      <a:lnTo>
                        <a:pt x="23258" y="38529"/>
                      </a:lnTo>
                      <a:cubicBezTo>
                        <a:pt x="20985" y="42277"/>
                        <a:pt x="16918" y="44564"/>
                        <a:pt x="12536" y="4456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1" name="Freeform 157">
                  <a:extLst>
                    <a:ext uri="{FF2B5EF4-FFF2-40B4-BE49-F238E27FC236}">
                      <a16:creationId xmlns:a16="http://schemas.microsoft.com/office/drawing/2014/main" id="{B5A3C466-D7A7-77DA-B47E-052748BFC09B}"/>
                    </a:ext>
                  </a:extLst>
                </p:cNvPr>
                <p:cNvSpPr/>
                <p:nvPr/>
              </p:nvSpPr>
              <p:spPr>
                <a:xfrm>
                  <a:off x="6779022" y="2221060"/>
                  <a:ext cx="41793" cy="28475"/>
                </a:xfrm>
                <a:custGeom>
                  <a:avLst/>
                  <a:gdLst>
                    <a:gd name="connsiteX0" fmla="*/ 12522 w 41793"/>
                    <a:gd name="connsiteY0" fmla="*/ 28475 h 28475"/>
                    <a:gd name="connsiteX1" fmla="*/ 0 w 41793"/>
                    <a:gd name="connsiteY1" fmla="*/ 15916 h 28475"/>
                    <a:gd name="connsiteX2" fmla="*/ 10045 w 41793"/>
                    <a:gd name="connsiteY2" fmla="*/ 3646 h 28475"/>
                    <a:gd name="connsiteX3" fmla="*/ 26880 w 41793"/>
                    <a:gd name="connsiteY3" fmla="*/ 228 h 28475"/>
                    <a:gd name="connsiteX4" fmla="*/ 41565 w 41793"/>
                    <a:gd name="connsiteY4" fmla="*/ 10173 h 28475"/>
                    <a:gd name="connsiteX5" fmla="*/ 31865 w 41793"/>
                    <a:gd name="connsiteY5" fmla="*/ 24807 h 28475"/>
                    <a:gd name="connsiteX6" fmla="*/ 15030 w 41793"/>
                    <a:gd name="connsiteY6" fmla="*/ 28225 h 28475"/>
                    <a:gd name="connsiteX7" fmla="*/ 12522 w 41793"/>
                    <a:gd name="connsiteY7" fmla="*/ 28475 h 2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93" h="28475">
                      <a:moveTo>
                        <a:pt x="12522" y="28475"/>
                      </a:moveTo>
                      <a:cubicBezTo>
                        <a:pt x="5596" y="28464"/>
                        <a:pt x="-11" y="22842"/>
                        <a:pt x="0" y="15916"/>
                      </a:cubicBezTo>
                      <a:cubicBezTo>
                        <a:pt x="9" y="9960"/>
                        <a:pt x="4207" y="4831"/>
                        <a:pt x="10045" y="3646"/>
                      </a:cubicBezTo>
                      <a:lnTo>
                        <a:pt x="26880" y="228"/>
                      </a:lnTo>
                      <a:cubicBezTo>
                        <a:pt x="33682" y="-1081"/>
                        <a:pt x="40256" y="3371"/>
                        <a:pt x="41565" y="10173"/>
                      </a:cubicBezTo>
                      <a:cubicBezTo>
                        <a:pt x="42855" y="16877"/>
                        <a:pt x="38544" y="23384"/>
                        <a:pt x="31865" y="24807"/>
                      </a:cubicBezTo>
                      <a:lnTo>
                        <a:pt x="15030" y="28225"/>
                      </a:lnTo>
                      <a:cubicBezTo>
                        <a:pt x="14205" y="28394"/>
                        <a:pt x="13363" y="28477"/>
                        <a:pt x="12522" y="2847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2" name="Freeform 158">
                  <a:extLst>
                    <a:ext uri="{FF2B5EF4-FFF2-40B4-BE49-F238E27FC236}">
                      <a16:creationId xmlns:a16="http://schemas.microsoft.com/office/drawing/2014/main" id="{6B8952BE-2083-9A5A-4755-300F00F161FC}"/>
                    </a:ext>
                  </a:extLst>
                </p:cNvPr>
                <p:cNvSpPr/>
                <p:nvPr/>
              </p:nvSpPr>
              <p:spPr>
                <a:xfrm>
                  <a:off x="6774727" y="2247949"/>
                  <a:ext cx="41840" cy="35226"/>
                </a:xfrm>
                <a:custGeom>
                  <a:avLst/>
                  <a:gdLst>
                    <a:gd name="connsiteX0" fmla="*/ 29357 w 41840"/>
                    <a:gd name="connsiteY0" fmla="*/ 35226 h 35226"/>
                    <a:gd name="connsiteX1" fmla="*/ 22883 w 41840"/>
                    <a:gd name="connsiteY1" fmla="*/ 33408 h 35226"/>
                    <a:gd name="connsiteX2" fmla="*/ 5390 w 41840"/>
                    <a:gd name="connsiteY2" fmla="*/ 22843 h 35226"/>
                    <a:gd name="connsiteX3" fmla="*/ 2240 w 41840"/>
                    <a:gd name="connsiteY3" fmla="*/ 5390 h 35226"/>
                    <a:gd name="connsiteX4" fmla="*/ 18385 w 41840"/>
                    <a:gd name="connsiteY4" fmla="*/ 1446 h 35226"/>
                    <a:gd name="connsiteX5" fmla="*/ 35878 w 41840"/>
                    <a:gd name="connsiteY5" fmla="*/ 12011 h 35226"/>
                    <a:gd name="connsiteX6" fmla="*/ 39973 w 41840"/>
                    <a:gd name="connsiteY6" fmla="*/ 29267 h 35226"/>
                    <a:gd name="connsiteX7" fmla="*/ 29357 w 41840"/>
                    <a:gd name="connsiteY7" fmla="*/ 35226 h 3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40" h="35226">
                      <a:moveTo>
                        <a:pt x="29357" y="35226"/>
                      </a:moveTo>
                      <a:cubicBezTo>
                        <a:pt x="27073" y="35222"/>
                        <a:pt x="24835" y="34592"/>
                        <a:pt x="22883" y="33408"/>
                      </a:cubicBezTo>
                      <a:lnTo>
                        <a:pt x="5390" y="22843"/>
                      </a:lnTo>
                      <a:cubicBezTo>
                        <a:pt x="-299" y="18893"/>
                        <a:pt x="-1710" y="11080"/>
                        <a:pt x="2240" y="5390"/>
                      </a:cubicBezTo>
                      <a:cubicBezTo>
                        <a:pt x="5852" y="186"/>
                        <a:pt x="12779" y="-1506"/>
                        <a:pt x="18385" y="1446"/>
                      </a:cubicBezTo>
                      <a:lnTo>
                        <a:pt x="35878" y="12011"/>
                      </a:lnTo>
                      <a:cubicBezTo>
                        <a:pt x="41774" y="15645"/>
                        <a:pt x="43608" y="23371"/>
                        <a:pt x="39973" y="29267"/>
                      </a:cubicBezTo>
                      <a:cubicBezTo>
                        <a:pt x="37701" y="32954"/>
                        <a:pt x="33687" y="35206"/>
                        <a:pt x="29357" y="3522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3" name="Freeform 159">
                  <a:extLst>
                    <a:ext uri="{FF2B5EF4-FFF2-40B4-BE49-F238E27FC236}">
                      <a16:creationId xmlns:a16="http://schemas.microsoft.com/office/drawing/2014/main" id="{20AB50F8-BB10-9315-AB2C-9157DCBBE12A}"/>
                    </a:ext>
                  </a:extLst>
                </p:cNvPr>
                <p:cNvSpPr/>
                <p:nvPr/>
              </p:nvSpPr>
              <p:spPr>
                <a:xfrm>
                  <a:off x="6753280" y="2265531"/>
                  <a:ext cx="29214" cy="41862"/>
                </a:xfrm>
                <a:custGeom>
                  <a:avLst/>
                  <a:gdLst>
                    <a:gd name="connsiteX0" fmla="*/ 16585 w 29214"/>
                    <a:gd name="connsiteY0" fmla="*/ 41863 h 41862"/>
                    <a:gd name="connsiteX1" fmla="*/ 4405 w 29214"/>
                    <a:gd name="connsiteY1" fmla="*/ 32269 h 41862"/>
                    <a:gd name="connsiteX2" fmla="*/ 423 w 29214"/>
                    <a:gd name="connsiteY2" fmla="*/ 15763 h 41862"/>
                    <a:gd name="connsiteX3" fmla="*/ 9324 w 29214"/>
                    <a:gd name="connsiteY3" fmla="*/ 423 h 41862"/>
                    <a:gd name="connsiteX4" fmla="*/ 24664 w 29214"/>
                    <a:gd name="connsiteY4" fmla="*/ 9325 h 41862"/>
                    <a:gd name="connsiteX5" fmla="*/ 24799 w 29214"/>
                    <a:gd name="connsiteY5" fmla="*/ 9885 h 41862"/>
                    <a:gd name="connsiteX6" fmla="*/ 28858 w 29214"/>
                    <a:gd name="connsiteY6" fmla="*/ 26375 h 41862"/>
                    <a:gd name="connsiteX7" fmla="*/ 19626 w 29214"/>
                    <a:gd name="connsiteY7" fmla="*/ 41518 h 41862"/>
                    <a:gd name="connsiteX8" fmla="*/ 19626 w 29214"/>
                    <a:gd name="connsiteY8" fmla="*/ 41518 h 41862"/>
                    <a:gd name="connsiteX9" fmla="*/ 16585 w 29214"/>
                    <a:gd name="connsiteY9" fmla="*/ 41863 h 41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214" h="41862">
                      <a:moveTo>
                        <a:pt x="16585" y="41863"/>
                      </a:moveTo>
                      <a:cubicBezTo>
                        <a:pt x="10797" y="41858"/>
                        <a:pt x="5765" y="37894"/>
                        <a:pt x="4405" y="32269"/>
                      </a:cubicBezTo>
                      <a:lnTo>
                        <a:pt x="423" y="15763"/>
                      </a:lnTo>
                      <a:cubicBezTo>
                        <a:pt x="-1354" y="9070"/>
                        <a:pt x="2630" y="2202"/>
                        <a:pt x="9324" y="423"/>
                      </a:cubicBezTo>
                      <a:cubicBezTo>
                        <a:pt x="16019" y="-1354"/>
                        <a:pt x="22886" y="2632"/>
                        <a:pt x="24664" y="9325"/>
                      </a:cubicBezTo>
                      <a:cubicBezTo>
                        <a:pt x="24712" y="9510"/>
                        <a:pt x="24758" y="9697"/>
                        <a:pt x="24799" y="9885"/>
                      </a:cubicBezTo>
                      <a:lnTo>
                        <a:pt x="28858" y="26375"/>
                      </a:lnTo>
                      <a:cubicBezTo>
                        <a:pt x="30490" y="33106"/>
                        <a:pt x="26357" y="39886"/>
                        <a:pt x="19626" y="41518"/>
                      </a:cubicBezTo>
                      <a:cubicBezTo>
                        <a:pt x="19626" y="41518"/>
                        <a:pt x="19626" y="41518"/>
                        <a:pt x="19626" y="41518"/>
                      </a:cubicBezTo>
                      <a:cubicBezTo>
                        <a:pt x="18629" y="41753"/>
                        <a:pt x="17608" y="41869"/>
                        <a:pt x="16585" y="41863"/>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4" name="Freeform 160">
                  <a:extLst>
                    <a:ext uri="{FF2B5EF4-FFF2-40B4-BE49-F238E27FC236}">
                      <a16:creationId xmlns:a16="http://schemas.microsoft.com/office/drawing/2014/main" id="{E49545D4-7D7C-93B3-0CA5-6B8A59524666}"/>
                    </a:ext>
                  </a:extLst>
                </p:cNvPr>
                <p:cNvSpPr/>
                <p:nvPr/>
              </p:nvSpPr>
              <p:spPr>
                <a:xfrm>
                  <a:off x="6720312" y="2259509"/>
                  <a:ext cx="35042" cy="42194"/>
                </a:xfrm>
                <a:custGeom>
                  <a:avLst/>
                  <a:gdLst>
                    <a:gd name="connsiteX0" fmla="*/ 12497 w 35042"/>
                    <a:gd name="connsiteY0" fmla="*/ 42195 h 42194"/>
                    <a:gd name="connsiteX1" fmla="*/ 0 w 35042"/>
                    <a:gd name="connsiteY1" fmla="*/ 29611 h 42194"/>
                    <a:gd name="connsiteX2" fmla="*/ 1680 w 35042"/>
                    <a:gd name="connsiteY2" fmla="*/ 23384 h 42194"/>
                    <a:gd name="connsiteX3" fmla="*/ 11666 w 35042"/>
                    <a:gd name="connsiteY3" fmla="*/ 6220 h 42194"/>
                    <a:gd name="connsiteX4" fmla="*/ 28822 w 35042"/>
                    <a:gd name="connsiteY4" fmla="*/ 1713 h 42194"/>
                    <a:gd name="connsiteX5" fmla="*/ 33329 w 35042"/>
                    <a:gd name="connsiteY5" fmla="*/ 18870 h 42194"/>
                    <a:gd name="connsiteX6" fmla="*/ 23344 w 35042"/>
                    <a:gd name="connsiteY6" fmla="*/ 35972 h 42194"/>
                    <a:gd name="connsiteX7" fmla="*/ 12497 w 35042"/>
                    <a:gd name="connsiteY7" fmla="*/ 42195 h 4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42" h="42194">
                      <a:moveTo>
                        <a:pt x="12497" y="42195"/>
                      </a:moveTo>
                      <a:cubicBezTo>
                        <a:pt x="5571" y="42170"/>
                        <a:pt x="-23" y="36536"/>
                        <a:pt x="0" y="29611"/>
                      </a:cubicBezTo>
                      <a:cubicBezTo>
                        <a:pt x="8" y="27424"/>
                        <a:pt x="588" y="25278"/>
                        <a:pt x="1680" y="23384"/>
                      </a:cubicBezTo>
                      <a:lnTo>
                        <a:pt x="11666" y="6220"/>
                      </a:lnTo>
                      <a:cubicBezTo>
                        <a:pt x="15158" y="238"/>
                        <a:pt x="22841" y="-1779"/>
                        <a:pt x="28822" y="1713"/>
                      </a:cubicBezTo>
                      <a:cubicBezTo>
                        <a:pt x="34804" y="5206"/>
                        <a:pt x="36822" y="12888"/>
                        <a:pt x="33329" y="18870"/>
                      </a:cubicBezTo>
                      <a:lnTo>
                        <a:pt x="23344" y="35972"/>
                      </a:lnTo>
                      <a:cubicBezTo>
                        <a:pt x="21095" y="39829"/>
                        <a:pt x="16962" y="42200"/>
                        <a:pt x="12497" y="4219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5" name="Freeform 161">
                  <a:extLst>
                    <a:ext uri="{FF2B5EF4-FFF2-40B4-BE49-F238E27FC236}">
                      <a16:creationId xmlns:a16="http://schemas.microsoft.com/office/drawing/2014/main" id="{42425928-FFE4-0A79-2C25-E3A5B44B5756}"/>
                    </a:ext>
                  </a:extLst>
                </p:cNvPr>
                <p:cNvSpPr/>
                <p:nvPr/>
              </p:nvSpPr>
              <p:spPr>
                <a:xfrm>
                  <a:off x="6698915" y="2238810"/>
                  <a:ext cx="43578" cy="30116"/>
                </a:xfrm>
                <a:custGeom>
                  <a:avLst/>
                  <a:gdLst>
                    <a:gd name="connsiteX0" fmla="*/ 12528 w 43578"/>
                    <a:gd name="connsiteY0" fmla="*/ 30116 h 30116"/>
                    <a:gd name="connsiteX1" fmla="*/ 0 w 43578"/>
                    <a:gd name="connsiteY1" fmla="*/ 17563 h 30116"/>
                    <a:gd name="connsiteX2" fmla="*/ 9252 w 43578"/>
                    <a:gd name="connsiteY2" fmla="*/ 5475 h 30116"/>
                    <a:gd name="connsiteX3" fmla="*/ 27921 w 43578"/>
                    <a:gd name="connsiteY3" fmla="*/ 396 h 30116"/>
                    <a:gd name="connsiteX4" fmla="*/ 43183 w 43578"/>
                    <a:gd name="connsiteY4" fmla="*/ 9429 h 30116"/>
                    <a:gd name="connsiteX5" fmla="*/ 34489 w 43578"/>
                    <a:gd name="connsiteY5" fmla="*/ 24599 h 30116"/>
                    <a:gd name="connsiteX6" fmla="*/ 15820 w 43578"/>
                    <a:gd name="connsiteY6" fmla="*/ 29677 h 30116"/>
                    <a:gd name="connsiteX7" fmla="*/ 12528 w 43578"/>
                    <a:gd name="connsiteY7" fmla="*/ 30116 h 3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8" h="30116">
                      <a:moveTo>
                        <a:pt x="12528" y="30116"/>
                      </a:moveTo>
                      <a:cubicBezTo>
                        <a:pt x="5602" y="30110"/>
                        <a:pt x="-7" y="24489"/>
                        <a:pt x="0" y="17563"/>
                      </a:cubicBezTo>
                      <a:cubicBezTo>
                        <a:pt x="6" y="11909"/>
                        <a:pt x="3795" y="6957"/>
                        <a:pt x="9252" y="5475"/>
                      </a:cubicBezTo>
                      <a:lnTo>
                        <a:pt x="27921" y="396"/>
                      </a:lnTo>
                      <a:cubicBezTo>
                        <a:pt x="34630" y="-1324"/>
                        <a:pt x="41463" y="2720"/>
                        <a:pt x="43183" y="9429"/>
                      </a:cubicBezTo>
                      <a:cubicBezTo>
                        <a:pt x="44869" y="16005"/>
                        <a:pt x="41015" y="22729"/>
                        <a:pt x="34489" y="24599"/>
                      </a:cubicBezTo>
                      <a:lnTo>
                        <a:pt x="15820" y="29677"/>
                      </a:lnTo>
                      <a:cubicBezTo>
                        <a:pt x="14747" y="29969"/>
                        <a:pt x="13640" y="30116"/>
                        <a:pt x="12528" y="3011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6" name="Freeform 162">
                  <a:extLst>
                    <a:ext uri="{FF2B5EF4-FFF2-40B4-BE49-F238E27FC236}">
                      <a16:creationId xmlns:a16="http://schemas.microsoft.com/office/drawing/2014/main" id="{DD107929-5803-D289-3AB2-08B4310BBD74}"/>
                    </a:ext>
                  </a:extLst>
                </p:cNvPr>
                <p:cNvSpPr/>
                <p:nvPr/>
              </p:nvSpPr>
              <p:spPr>
                <a:xfrm>
                  <a:off x="6703187" y="2203941"/>
                  <a:ext cx="43000" cy="36753"/>
                </a:xfrm>
                <a:custGeom>
                  <a:avLst/>
                  <a:gdLst>
                    <a:gd name="connsiteX0" fmla="*/ 30436 w 43000"/>
                    <a:gd name="connsiteY0" fmla="*/ 36754 h 36753"/>
                    <a:gd name="connsiteX1" fmla="*/ 23602 w 43000"/>
                    <a:gd name="connsiteY1" fmla="*/ 34716 h 36753"/>
                    <a:gd name="connsiteX2" fmla="*/ 5700 w 43000"/>
                    <a:gd name="connsiteY2" fmla="*/ 23053 h 36753"/>
                    <a:gd name="connsiteX3" fmla="*/ 2032 w 43000"/>
                    <a:gd name="connsiteY3" fmla="*/ 5701 h 36753"/>
                    <a:gd name="connsiteX4" fmla="*/ 19385 w 43000"/>
                    <a:gd name="connsiteY4" fmla="*/ 2033 h 36753"/>
                    <a:gd name="connsiteX5" fmla="*/ 37286 w 43000"/>
                    <a:gd name="connsiteY5" fmla="*/ 13695 h 36753"/>
                    <a:gd name="connsiteX6" fmla="*/ 40976 w 43000"/>
                    <a:gd name="connsiteY6" fmla="*/ 31042 h 36753"/>
                    <a:gd name="connsiteX7" fmla="*/ 30436 w 43000"/>
                    <a:gd name="connsiteY7" fmla="*/ 36754 h 36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000" h="36753">
                      <a:moveTo>
                        <a:pt x="30436" y="36754"/>
                      </a:moveTo>
                      <a:cubicBezTo>
                        <a:pt x="28008" y="36751"/>
                        <a:pt x="25635" y="36042"/>
                        <a:pt x="23602" y="34716"/>
                      </a:cubicBezTo>
                      <a:lnTo>
                        <a:pt x="5700" y="23053"/>
                      </a:lnTo>
                      <a:cubicBezTo>
                        <a:pt x="-104" y="19274"/>
                        <a:pt x="-1746" y="11505"/>
                        <a:pt x="2032" y="5701"/>
                      </a:cubicBezTo>
                      <a:cubicBezTo>
                        <a:pt x="5811" y="-104"/>
                        <a:pt x="13581" y="-1747"/>
                        <a:pt x="19385" y="2033"/>
                      </a:cubicBezTo>
                      <a:lnTo>
                        <a:pt x="37286" y="13695"/>
                      </a:lnTo>
                      <a:cubicBezTo>
                        <a:pt x="43096" y="17467"/>
                        <a:pt x="44748" y="25232"/>
                        <a:pt x="40976" y="31042"/>
                      </a:cubicBezTo>
                      <a:cubicBezTo>
                        <a:pt x="38660" y="34611"/>
                        <a:pt x="34691" y="36762"/>
                        <a:pt x="30436" y="3675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7" name="Freeform 163">
                  <a:extLst>
                    <a:ext uri="{FF2B5EF4-FFF2-40B4-BE49-F238E27FC236}">
                      <a16:creationId xmlns:a16="http://schemas.microsoft.com/office/drawing/2014/main" id="{7A405706-7678-4749-C44C-4963C6D74403}"/>
                    </a:ext>
                  </a:extLst>
                </p:cNvPr>
                <p:cNvSpPr/>
                <p:nvPr/>
              </p:nvSpPr>
              <p:spPr>
                <a:xfrm>
                  <a:off x="6717310" y="2202400"/>
                  <a:ext cx="85595" cy="85587"/>
                </a:xfrm>
                <a:custGeom>
                  <a:avLst/>
                  <a:gdLst>
                    <a:gd name="connsiteX0" fmla="*/ 42727 w 85595"/>
                    <a:gd name="connsiteY0" fmla="*/ 85588 h 85587"/>
                    <a:gd name="connsiteX1" fmla="*/ 0 w 85595"/>
                    <a:gd name="connsiteY1" fmla="*/ 42727 h 85587"/>
                    <a:gd name="connsiteX2" fmla="*/ 42860 w 85595"/>
                    <a:gd name="connsiteY2" fmla="*/ 0 h 85587"/>
                    <a:gd name="connsiteX3" fmla="*/ 84455 w 85595"/>
                    <a:gd name="connsiteY3" fmla="*/ 33013 h 85587"/>
                    <a:gd name="connsiteX4" fmla="*/ 84455 w 85595"/>
                    <a:gd name="connsiteY4" fmla="*/ 33013 h 85587"/>
                    <a:gd name="connsiteX5" fmla="*/ 52586 w 85595"/>
                    <a:gd name="connsiteY5" fmla="*/ 84444 h 85587"/>
                    <a:gd name="connsiteX6" fmla="*/ 42727 w 85595"/>
                    <a:gd name="connsiteY6" fmla="*/ 85588 h 85587"/>
                    <a:gd name="connsiteX7" fmla="*/ 42883 w 85595"/>
                    <a:gd name="connsiteY7" fmla="*/ 25049 h 85587"/>
                    <a:gd name="connsiteX8" fmla="*/ 38808 w 85595"/>
                    <a:gd name="connsiteY8" fmla="*/ 25520 h 85587"/>
                    <a:gd name="connsiteX9" fmla="*/ 25664 w 85595"/>
                    <a:gd name="connsiteY9" fmla="*/ 46818 h 85587"/>
                    <a:gd name="connsiteX10" fmla="*/ 46962 w 85595"/>
                    <a:gd name="connsiteY10" fmla="*/ 59963 h 85587"/>
                    <a:gd name="connsiteX11" fmla="*/ 60126 w 85595"/>
                    <a:gd name="connsiteY11" fmla="*/ 38750 h 85587"/>
                    <a:gd name="connsiteX12" fmla="*/ 60126 w 85595"/>
                    <a:gd name="connsiteY12" fmla="*/ 38750 h 85587"/>
                    <a:gd name="connsiteX13" fmla="*/ 42883 w 85595"/>
                    <a:gd name="connsiteY13" fmla="*/ 25049 h 8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595" h="85587">
                      <a:moveTo>
                        <a:pt x="42727" y="85588"/>
                      </a:moveTo>
                      <a:cubicBezTo>
                        <a:pt x="19093" y="85550"/>
                        <a:pt x="-38" y="66362"/>
                        <a:pt x="0" y="42727"/>
                      </a:cubicBezTo>
                      <a:cubicBezTo>
                        <a:pt x="36" y="19093"/>
                        <a:pt x="19226" y="-38"/>
                        <a:pt x="42860" y="0"/>
                      </a:cubicBezTo>
                      <a:cubicBezTo>
                        <a:pt x="62702" y="31"/>
                        <a:pt x="79920" y="13697"/>
                        <a:pt x="84455" y="33013"/>
                      </a:cubicBezTo>
                      <a:lnTo>
                        <a:pt x="84455" y="33013"/>
                      </a:lnTo>
                      <a:cubicBezTo>
                        <a:pt x="89850" y="56015"/>
                        <a:pt x="75585" y="79036"/>
                        <a:pt x="52586" y="84444"/>
                      </a:cubicBezTo>
                      <a:cubicBezTo>
                        <a:pt x="49354" y="85202"/>
                        <a:pt x="46047" y="85586"/>
                        <a:pt x="42727" y="85588"/>
                      </a:cubicBezTo>
                      <a:close/>
                      <a:moveTo>
                        <a:pt x="42883" y="25049"/>
                      </a:moveTo>
                      <a:cubicBezTo>
                        <a:pt x="41512" y="25051"/>
                        <a:pt x="40143" y="25209"/>
                        <a:pt x="38808" y="25520"/>
                      </a:cubicBezTo>
                      <a:cubicBezTo>
                        <a:pt x="29296" y="27771"/>
                        <a:pt x="23411" y="37308"/>
                        <a:pt x="25664" y="46818"/>
                      </a:cubicBezTo>
                      <a:cubicBezTo>
                        <a:pt x="27915" y="56330"/>
                        <a:pt x="37450" y="62214"/>
                        <a:pt x="46962" y="59963"/>
                      </a:cubicBezTo>
                      <a:cubicBezTo>
                        <a:pt x="56439" y="57719"/>
                        <a:pt x="62322" y="48238"/>
                        <a:pt x="60126" y="38750"/>
                      </a:cubicBezTo>
                      <a:lnTo>
                        <a:pt x="60126" y="38750"/>
                      </a:lnTo>
                      <a:cubicBezTo>
                        <a:pt x="58252" y="30736"/>
                        <a:pt x="51113" y="25065"/>
                        <a:pt x="42883" y="25049"/>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97" name="Freeform 154">
                <a:extLst>
                  <a:ext uri="{FF2B5EF4-FFF2-40B4-BE49-F238E27FC236}">
                    <a16:creationId xmlns:a16="http://schemas.microsoft.com/office/drawing/2014/main" id="{DE6D6770-1AE2-AB93-1098-666D19542ECB}"/>
                  </a:ext>
                </a:extLst>
              </p:cNvPr>
              <p:cNvSpPr/>
              <p:nvPr/>
            </p:nvSpPr>
            <p:spPr>
              <a:xfrm>
                <a:off x="6717586" y="2109858"/>
                <a:ext cx="54608" cy="54606"/>
              </a:xfrm>
              <a:custGeom>
                <a:avLst/>
                <a:gdLst>
                  <a:gd name="connsiteX0" fmla="*/ 42074 w 54608"/>
                  <a:gd name="connsiteY0" fmla="*/ 54607 h 54606"/>
                  <a:gd name="connsiteX1" fmla="*/ 33202 w 54608"/>
                  <a:gd name="connsiteY1" fmla="*/ 50939 h 54606"/>
                  <a:gd name="connsiteX2" fmla="*/ 3669 w 54608"/>
                  <a:gd name="connsiteY2" fmla="*/ 21406 h 54606"/>
                  <a:gd name="connsiteX3" fmla="*/ 3677 w 54608"/>
                  <a:gd name="connsiteY3" fmla="*/ 3669 h 54606"/>
                  <a:gd name="connsiteX4" fmla="*/ 21414 w 54608"/>
                  <a:gd name="connsiteY4" fmla="*/ 3677 h 54606"/>
                  <a:gd name="connsiteX5" fmla="*/ 50931 w 54608"/>
                  <a:gd name="connsiteY5" fmla="*/ 33194 h 54606"/>
                  <a:gd name="connsiteX6" fmla="*/ 50940 w 54608"/>
                  <a:gd name="connsiteY6" fmla="*/ 50929 h 54606"/>
                  <a:gd name="connsiteX7" fmla="*/ 42074 w 54608"/>
                  <a:gd name="connsiteY7" fmla="*/ 54607 h 5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608" h="54606">
                    <a:moveTo>
                      <a:pt x="42074" y="54607"/>
                    </a:moveTo>
                    <a:cubicBezTo>
                      <a:pt x="38748" y="54609"/>
                      <a:pt x="35556" y="53290"/>
                      <a:pt x="33202" y="50939"/>
                    </a:cubicBezTo>
                    <a:lnTo>
                      <a:pt x="3669" y="21406"/>
                    </a:lnTo>
                    <a:cubicBezTo>
                      <a:pt x="-1226" y="16506"/>
                      <a:pt x="-1223" y="8565"/>
                      <a:pt x="3677" y="3669"/>
                    </a:cubicBezTo>
                    <a:cubicBezTo>
                      <a:pt x="8577" y="-1226"/>
                      <a:pt x="16519" y="-1223"/>
                      <a:pt x="21414" y="3677"/>
                    </a:cubicBezTo>
                    <a:lnTo>
                      <a:pt x="50931" y="33194"/>
                    </a:lnTo>
                    <a:cubicBezTo>
                      <a:pt x="55831" y="38089"/>
                      <a:pt x="55836" y="46029"/>
                      <a:pt x="50940" y="50929"/>
                    </a:cubicBezTo>
                    <a:cubicBezTo>
                      <a:pt x="48590" y="53282"/>
                      <a:pt x="45401" y="54605"/>
                      <a:pt x="42074" y="5460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34" name="Group 33">
            <a:extLst>
              <a:ext uri="{FF2B5EF4-FFF2-40B4-BE49-F238E27FC236}">
                <a16:creationId xmlns:a16="http://schemas.microsoft.com/office/drawing/2014/main" id="{D199A25E-6A26-E687-CFA1-1693B1A57D2D}"/>
              </a:ext>
            </a:extLst>
          </p:cNvPr>
          <p:cNvGrpSpPr/>
          <p:nvPr/>
        </p:nvGrpSpPr>
        <p:grpSpPr>
          <a:xfrm>
            <a:off x="9961728" y="1490179"/>
            <a:ext cx="471791" cy="471791"/>
            <a:chOff x="9817805" y="1942177"/>
            <a:chExt cx="471791" cy="471791"/>
          </a:xfrm>
        </p:grpSpPr>
        <p:sp>
          <p:nvSpPr>
            <p:cNvPr id="84" name="Oval 83">
              <a:extLst>
                <a:ext uri="{FF2B5EF4-FFF2-40B4-BE49-F238E27FC236}">
                  <a16:creationId xmlns:a16="http://schemas.microsoft.com/office/drawing/2014/main" id="{F41467D4-993F-75BC-5073-F0EE50DE797D}"/>
                </a:ext>
              </a:extLst>
            </p:cNvPr>
            <p:cNvSpPr/>
            <p:nvPr/>
          </p:nvSpPr>
          <p:spPr>
            <a:xfrm>
              <a:off x="9817805"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85" name="Graphic 334">
              <a:extLst>
                <a:ext uri="{FF2B5EF4-FFF2-40B4-BE49-F238E27FC236}">
                  <a16:creationId xmlns:a16="http://schemas.microsoft.com/office/drawing/2014/main" id="{15DCC48A-6961-42C6-75BF-70AF924C2CC8}"/>
                </a:ext>
              </a:extLst>
            </p:cNvPr>
            <p:cNvGrpSpPr/>
            <p:nvPr/>
          </p:nvGrpSpPr>
          <p:grpSpPr>
            <a:xfrm>
              <a:off x="9951565" y="2036935"/>
              <a:ext cx="204378" cy="282424"/>
              <a:chOff x="9951565" y="2036935"/>
              <a:chExt cx="204378" cy="282424"/>
            </a:xfrm>
          </p:grpSpPr>
          <p:sp>
            <p:nvSpPr>
              <p:cNvPr id="86" name="Freeform 143">
                <a:extLst>
                  <a:ext uri="{FF2B5EF4-FFF2-40B4-BE49-F238E27FC236}">
                    <a16:creationId xmlns:a16="http://schemas.microsoft.com/office/drawing/2014/main" id="{8228C645-76C6-4BE4-74A1-A938C7AB2349}"/>
                  </a:ext>
                </a:extLst>
              </p:cNvPr>
              <p:cNvSpPr/>
              <p:nvPr/>
            </p:nvSpPr>
            <p:spPr>
              <a:xfrm>
                <a:off x="10075099" y="2179856"/>
                <a:ext cx="80844" cy="136661"/>
              </a:xfrm>
              <a:custGeom>
                <a:avLst/>
                <a:gdLst>
                  <a:gd name="connsiteX0" fmla="*/ 56016 w 80844"/>
                  <a:gd name="connsiteY0" fmla="*/ 136661 h 136661"/>
                  <a:gd name="connsiteX1" fmla="*/ 24749 w 80844"/>
                  <a:gd name="connsiteY1" fmla="*/ 114256 h 136661"/>
                  <a:gd name="connsiteX2" fmla="*/ 1674 w 80844"/>
                  <a:gd name="connsiteY2" fmla="*/ 91516 h 136661"/>
                  <a:gd name="connsiteX3" fmla="*/ 2510 w 80844"/>
                  <a:gd name="connsiteY3" fmla="*/ 77136 h 136661"/>
                  <a:gd name="connsiteX4" fmla="*/ 28762 w 80844"/>
                  <a:gd name="connsiteY4" fmla="*/ 12261 h 136661"/>
                  <a:gd name="connsiteX5" fmla="*/ 43141 w 80844"/>
                  <a:gd name="connsiteY5" fmla="*/ 55 h 136661"/>
                  <a:gd name="connsiteX6" fmla="*/ 50331 w 80844"/>
                  <a:gd name="connsiteY6" fmla="*/ 2897 h 136661"/>
                  <a:gd name="connsiteX7" fmla="*/ 79759 w 80844"/>
                  <a:gd name="connsiteY7" fmla="*/ 46371 h 136661"/>
                  <a:gd name="connsiteX8" fmla="*/ 76749 w 80844"/>
                  <a:gd name="connsiteY8" fmla="*/ 92017 h 136661"/>
                  <a:gd name="connsiteX9" fmla="*/ 67720 w 80844"/>
                  <a:gd name="connsiteY9" fmla="*/ 130642 h 136661"/>
                  <a:gd name="connsiteX10" fmla="*/ 57688 w 80844"/>
                  <a:gd name="connsiteY10" fmla="*/ 136494 h 136661"/>
                  <a:gd name="connsiteX11" fmla="*/ 56016 w 80844"/>
                  <a:gd name="connsiteY11" fmla="*/ 136661 h 136661"/>
                  <a:gd name="connsiteX12" fmla="*/ 30768 w 80844"/>
                  <a:gd name="connsiteY12" fmla="*/ 83156 h 136661"/>
                  <a:gd name="connsiteX13" fmla="*/ 48324 w 80844"/>
                  <a:gd name="connsiteY13" fmla="*/ 99374 h 136661"/>
                  <a:gd name="connsiteX14" fmla="*/ 54009 w 80844"/>
                  <a:gd name="connsiteY14" fmla="*/ 53728 h 136661"/>
                  <a:gd name="connsiteX15" fmla="*/ 49662 w 80844"/>
                  <a:gd name="connsiteY15" fmla="*/ 43194 h 136661"/>
                  <a:gd name="connsiteX16" fmla="*/ 30768 w 80844"/>
                  <a:gd name="connsiteY16" fmla="*/ 83156 h 136661"/>
                  <a:gd name="connsiteX17" fmla="*/ 30768 w 80844"/>
                  <a:gd name="connsiteY17" fmla="*/ 83156 h 136661"/>
                  <a:gd name="connsiteX18" fmla="*/ 24247 w 80844"/>
                  <a:gd name="connsiteY18" fmla="*/ 92686 h 136661"/>
                  <a:gd name="connsiteX19" fmla="*/ 24247 w 80844"/>
                  <a:gd name="connsiteY19" fmla="*/ 92686 h 136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0844" h="136661">
                    <a:moveTo>
                      <a:pt x="56016" y="136661"/>
                    </a:moveTo>
                    <a:cubicBezTo>
                      <a:pt x="50498" y="136661"/>
                      <a:pt x="45984" y="133651"/>
                      <a:pt x="24749" y="114256"/>
                    </a:cubicBezTo>
                    <a:cubicBezTo>
                      <a:pt x="3179" y="94526"/>
                      <a:pt x="2510" y="93188"/>
                      <a:pt x="1674" y="91516"/>
                    </a:cubicBezTo>
                    <a:cubicBezTo>
                      <a:pt x="-834" y="87001"/>
                      <a:pt x="-499" y="81484"/>
                      <a:pt x="2510" y="77136"/>
                    </a:cubicBezTo>
                    <a:cubicBezTo>
                      <a:pt x="17726" y="55901"/>
                      <a:pt x="27089" y="32827"/>
                      <a:pt x="28762" y="12261"/>
                    </a:cubicBezTo>
                    <a:cubicBezTo>
                      <a:pt x="29430" y="4904"/>
                      <a:pt x="35784" y="-614"/>
                      <a:pt x="43141" y="55"/>
                    </a:cubicBezTo>
                    <a:cubicBezTo>
                      <a:pt x="45816" y="222"/>
                      <a:pt x="48324" y="1225"/>
                      <a:pt x="50331" y="2897"/>
                    </a:cubicBezTo>
                    <a:cubicBezTo>
                      <a:pt x="64209" y="14100"/>
                      <a:pt x="74408" y="29316"/>
                      <a:pt x="79759" y="46371"/>
                    </a:cubicBezTo>
                    <a:cubicBezTo>
                      <a:pt x="80762" y="49547"/>
                      <a:pt x="82601" y="56236"/>
                      <a:pt x="76749" y="92017"/>
                    </a:cubicBezTo>
                    <a:cubicBezTo>
                      <a:pt x="71064" y="125793"/>
                      <a:pt x="68891" y="129137"/>
                      <a:pt x="67720" y="130642"/>
                    </a:cubicBezTo>
                    <a:cubicBezTo>
                      <a:pt x="65379" y="133986"/>
                      <a:pt x="61701" y="136159"/>
                      <a:pt x="57688" y="136494"/>
                    </a:cubicBezTo>
                    <a:cubicBezTo>
                      <a:pt x="57019" y="136494"/>
                      <a:pt x="56518" y="136661"/>
                      <a:pt x="56016" y="136661"/>
                    </a:cubicBezTo>
                    <a:close/>
                    <a:moveTo>
                      <a:pt x="30768" y="83156"/>
                    </a:moveTo>
                    <a:cubicBezTo>
                      <a:pt x="35784" y="87837"/>
                      <a:pt x="42305" y="94024"/>
                      <a:pt x="48324" y="99374"/>
                    </a:cubicBezTo>
                    <a:cubicBezTo>
                      <a:pt x="51501" y="82320"/>
                      <a:pt x="54845" y="59747"/>
                      <a:pt x="54009" y="53728"/>
                    </a:cubicBezTo>
                    <a:cubicBezTo>
                      <a:pt x="52839" y="50049"/>
                      <a:pt x="51501" y="46538"/>
                      <a:pt x="49662" y="43194"/>
                    </a:cubicBezTo>
                    <a:cubicBezTo>
                      <a:pt x="45148" y="57239"/>
                      <a:pt x="38794" y="70615"/>
                      <a:pt x="30768" y="83156"/>
                    </a:cubicBezTo>
                    <a:lnTo>
                      <a:pt x="30768" y="83156"/>
                    </a:lnTo>
                    <a:close/>
                    <a:moveTo>
                      <a:pt x="24247" y="92686"/>
                    </a:moveTo>
                    <a:lnTo>
                      <a:pt x="24247" y="92686"/>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7" name="Freeform 144">
                <a:extLst>
                  <a:ext uri="{FF2B5EF4-FFF2-40B4-BE49-F238E27FC236}">
                    <a16:creationId xmlns:a16="http://schemas.microsoft.com/office/drawing/2014/main" id="{01872C96-5ACC-202F-0584-13EFC09EC994}"/>
                  </a:ext>
                </a:extLst>
              </p:cNvPr>
              <p:cNvSpPr/>
              <p:nvPr/>
            </p:nvSpPr>
            <p:spPr>
              <a:xfrm>
                <a:off x="9951565" y="2182212"/>
                <a:ext cx="80901" cy="136478"/>
              </a:xfrm>
              <a:custGeom>
                <a:avLst/>
                <a:gdLst>
                  <a:gd name="connsiteX0" fmla="*/ 24718 w 80901"/>
                  <a:gd name="connsiteY0" fmla="*/ 136479 h 136478"/>
                  <a:gd name="connsiteX1" fmla="*/ 23214 w 80901"/>
                  <a:gd name="connsiteY1" fmla="*/ 136479 h 136478"/>
                  <a:gd name="connsiteX2" fmla="*/ 13181 w 80901"/>
                  <a:gd name="connsiteY2" fmla="*/ 130627 h 136478"/>
                  <a:gd name="connsiteX3" fmla="*/ 4152 w 80901"/>
                  <a:gd name="connsiteY3" fmla="*/ 92003 h 136478"/>
                  <a:gd name="connsiteX4" fmla="*/ 1143 w 80901"/>
                  <a:gd name="connsiteY4" fmla="*/ 46356 h 136478"/>
                  <a:gd name="connsiteX5" fmla="*/ 1143 w 80901"/>
                  <a:gd name="connsiteY5" fmla="*/ 46356 h 136478"/>
                  <a:gd name="connsiteX6" fmla="*/ 30571 w 80901"/>
                  <a:gd name="connsiteY6" fmla="*/ 2882 h 136478"/>
                  <a:gd name="connsiteX7" fmla="*/ 49297 w 80901"/>
                  <a:gd name="connsiteY7" fmla="*/ 5056 h 136478"/>
                  <a:gd name="connsiteX8" fmla="*/ 52140 w 80901"/>
                  <a:gd name="connsiteY8" fmla="*/ 12246 h 136478"/>
                  <a:gd name="connsiteX9" fmla="*/ 78391 w 80901"/>
                  <a:gd name="connsiteY9" fmla="*/ 77121 h 136478"/>
                  <a:gd name="connsiteX10" fmla="*/ 79227 w 80901"/>
                  <a:gd name="connsiteY10" fmla="*/ 91501 h 136478"/>
                  <a:gd name="connsiteX11" fmla="*/ 56153 w 80901"/>
                  <a:gd name="connsiteY11" fmla="*/ 114241 h 136478"/>
                  <a:gd name="connsiteX12" fmla="*/ 24718 w 80901"/>
                  <a:gd name="connsiteY12" fmla="*/ 136479 h 136478"/>
                  <a:gd name="connsiteX13" fmla="*/ 26725 w 80901"/>
                  <a:gd name="connsiteY13" fmla="*/ 53545 h 136478"/>
                  <a:gd name="connsiteX14" fmla="*/ 32410 w 80901"/>
                  <a:gd name="connsiteY14" fmla="*/ 99192 h 136478"/>
                  <a:gd name="connsiteX15" fmla="*/ 49966 w 80901"/>
                  <a:gd name="connsiteY15" fmla="*/ 82973 h 136478"/>
                  <a:gd name="connsiteX16" fmla="*/ 31072 w 80901"/>
                  <a:gd name="connsiteY16" fmla="*/ 43012 h 136478"/>
                  <a:gd name="connsiteX17" fmla="*/ 26725 w 80901"/>
                  <a:gd name="connsiteY17" fmla="*/ 53545 h 136478"/>
                  <a:gd name="connsiteX18" fmla="*/ 56487 w 80901"/>
                  <a:gd name="connsiteY18" fmla="*/ 92671 h 136478"/>
                  <a:gd name="connsiteX19" fmla="*/ 56487 w 80901"/>
                  <a:gd name="connsiteY19" fmla="*/ 92671 h 136478"/>
                  <a:gd name="connsiteX20" fmla="*/ 26558 w 80901"/>
                  <a:gd name="connsiteY20" fmla="*/ 53880 h 136478"/>
                  <a:gd name="connsiteX21" fmla="*/ 26558 w 80901"/>
                  <a:gd name="connsiteY21" fmla="*/ 53880 h 136478"/>
                  <a:gd name="connsiteX22" fmla="*/ 26558 w 80901"/>
                  <a:gd name="connsiteY22" fmla="*/ 53880 h 136478"/>
                  <a:gd name="connsiteX23" fmla="*/ 13850 w 80901"/>
                  <a:gd name="connsiteY23" fmla="*/ 50034 h 136478"/>
                  <a:gd name="connsiteX24" fmla="*/ 13850 w 80901"/>
                  <a:gd name="connsiteY24" fmla="*/ 50034 h 13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0901" h="136478">
                    <a:moveTo>
                      <a:pt x="24718" y="136479"/>
                    </a:moveTo>
                    <a:cubicBezTo>
                      <a:pt x="24217" y="136479"/>
                      <a:pt x="23715" y="136479"/>
                      <a:pt x="23214" y="136479"/>
                    </a:cubicBezTo>
                    <a:cubicBezTo>
                      <a:pt x="19201" y="136145"/>
                      <a:pt x="15522" y="133971"/>
                      <a:pt x="13181" y="130627"/>
                    </a:cubicBezTo>
                    <a:cubicBezTo>
                      <a:pt x="12011" y="128955"/>
                      <a:pt x="9837" y="125778"/>
                      <a:pt x="4152" y="92003"/>
                    </a:cubicBezTo>
                    <a:cubicBezTo>
                      <a:pt x="-1867" y="56221"/>
                      <a:pt x="139" y="49533"/>
                      <a:pt x="1143" y="46356"/>
                    </a:cubicBezTo>
                    <a:lnTo>
                      <a:pt x="1143" y="46356"/>
                    </a:lnTo>
                    <a:cubicBezTo>
                      <a:pt x="6493" y="29301"/>
                      <a:pt x="16693" y="14085"/>
                      <a:pt x="30571" y="2882"/>
                    </a:cubicBezTo>
                    <a:cubicBezTo>
                      <a:pt x="36423" y="-1632"/>
                      <a:pt x="44783" y="-796"/>
                      <a:pt x="49297" y="5056"/>
                    </a:cubicBezTo>
                    <a:cubicBezTo>
                      <a:pt x="50969" y="7063"/>
                      <a:pt x="51973" y="9571"/>
                      <a:pt x="52140" y="12246"/>
                    </a:cubicBezTo>
                    <a:cubicBezTo>
                      <a:pt x="53812" y="32812"/>
                      <a:pt x="63175" y="55886"/>
                      <a:pt x="78391" y="77121"/>
                    </a:cubicBezTo>
                    <a:cubicBezTo>
                      <a:pt x="81401" y="81301"/>
                      <a:pt x="81735" y="86986"/>
                      <a:pt x="79227" y="91501"/>
                    </a:cubicBezTo>
                    <a:cubicBezTo>
                      <a:pt x="78391" y="93006"/>
                      <a:pt x="77555" y="94343"/>
                      <a:pt x="56153" y="114241"/>
                    </a:cubicBezTo>
                    <a:cubicBezTo>
                      <a:pt x="34751" y="133469"/>
                      <a:pt x="30236" y="136479"/>
                      <a:pt x="24718" y="136479"/>
                    </a:cubicBezTo>
                    <a:close/>
                    <a:moveTo>
                      <a:pt x="26725" y="53545"/>
                    </a:moveTo>
                    <a:cubicBezTo>
                      <a:pt x="25889" y="59565"/>
                      <a:pt x="29400" y="82137"/>
                      <a:pt x="32410" y="99192"/>
                    </a:cubicBezTo>
                    <a:cubicBezTo>
                      <a:pt x="38262" y="93842"/>
                      <a:pt x="44950" y="87655"/>
                      <a:pt x="49966" y="82973"/>
                    </a:cubicBezTo>
                    <a:cubicBezTo>
                      <a:pt x="41940" y="70600"/>
                      <a:pt x="35587" y="57057"/>
                      <a:pt x="31072" y="43012"/>
                    </a:cubicBezTo>
                    <a:cubicBezTo>
                      <a:pt x="29233" y="46356"/>
                      <a:pt x="27728" y="49867"/>
                      <a:pt x="26725" y="53545"/>
                    </a:cubicBezTo>
                    <a:close/>
                    <a:moveTo>
                      <a:pt x="56487" y="92671"/>
                    </a:moveTo>
                    <a:lnTo>
                      <a:pt x="56487" y="92671"/>
                    </a:lnTo>
                    <a:close/>
                    <a:moveTo>
                      <a:pt x="26558" y="53880"/>
                    </a:moveTo>
                    <a:lnTo>
                      <a:pt x="26558" y="53880"/>
                    </a:lnTo>
                    <a:lnTo>
                      <a:pt x="26558" y="53880"/>
                    </a:lnTo>
                    <a:close/>
                    <a:moveTo>
                      <a:pt x="13850" y="50034"/>
                    </a:moveTo>
                    <a:lnTo>
                      <a:pt x="13850" y="50034"/>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8" name="Freeform 145">
                <a:extLst>
                  <a:ext uri="{FF2B5EF4-FFF2-40B4-BE49-F238E27FC236}">
                    <a16:creationId xmlns:a16="http://schemas.microsoft.com/office/drawing/2014/main" id="{5E6B4AFF-884F-14A3-B215-DA5ABDE9E62B}"/>
                  </a:ext>
                </a:extLst>
              </p:cNvPr>
              <p:cNvSpPr/>
              <p:nvPr/>
            </p:nvSpPr>
            <p:spPr>
              <a:xfrm>
                <a:off x="9976589" y="2036935"/>
                <a:ext cx="153728" cy="247979"/>
              </a:xfrm>
              <a:custGeom>
                <a:avLst/>
                <a:gdLst>
                  <a:gd name="connsiteX0" fmla="*/ 107040 w 153728"/>
                  <a:gd name="connsiteY0" fmla="*/ 247980 h 247979"/>
                  <a:gd name="connsiteX1" fmla="*/ 46847 w 153728"/>
                  <a:gd name="connsiteY1" fmla="*/ 247980 h 247979"/>
                  <a:gd name="connsiteX2" fmla="*/ 36814 w 153728"/>
                  <a:gd name="connsiteY2" fmla="*/ 243465 h 247979"/>
                  <a:gd name="connsiteX3" fmla="*/ 1200 w 153728"/>
                  <a:gd name="connsiteY3" fmla="*/ 167053 h 247979"/>
                  <a:gd name="connsiteX4" fmla="*/ 11734 w 153728"/>
                  <a:gd name="connsiteY4" fmla="*/ 92814 h 247979"/>
                  <a:gd name="connsiteX5" fmla="*/ 42834 w 153728"/>
                  <a:gd name="connsiteY5" fmla="*/ 32286 h 247979"/>
                  <a:gd name="connsiteX6" fmla="*/ 76442 w 153728"/>
                  <a:gd name="connsiteY6" fmla="*/ 16 h 247979"/>
                  <a:gd name="connsiteX7" fmla="*/ 100018 w 153728"/>
                  <a:gd name="connsiteY7" fmla="*/ 18241 h 247979"/>
                  <a:gd name="connsiteX8" fmla="*/ 111053 w 153728"/>
                  <a:gd name="connsiteY8" fmla="*/ 31952 h 247979"/>
                  <a:gd name="connsiteX9" fmla="*/ 111221 w 153728"/>
                  <a:gd name="connsiteY9" fmla="*/ 32119 h 247979"/>
                  <a:gd name="connsiteX10" fmla="*/ 152854 w 153728"/>
                  <a:gd name="connsiteY10" fmla="*/ 166217 h 247979"/>
                  <a:gd name="connsiteX11" fmla="*/ 152687 w 153728"/>
                  <a:gd name="connsiteY11" fmla="*/ 167053 h 247979"/>
                  <a:gd name="connsiteX12" fmla="*/ 117240 w 153728"/>
                  <a:gd name="connsiteY12" fmla="*/ 243131 h 247979"/>
                  <a:gd name="connsiteX13" fmla="*/ 107040 w 153728"/>
                  <a:gd name="connsiteY13" fmla="*/ 247980 h 247979"/>
                  <a:gd name="connsiteX14" fmla="*/ 53368 w 153728"/>
                  <a:gd name="connsiteY14" fmla="*/ 221227 h 247979"/>
                  <a:gd name="connsiteX15" fmla="*/ 100352 w 153728"/>
                  <a:gd name="connsiteY15" fmla="*/ 221227 h 247979"/>
                  <a:gd name="connsiteX16" fmla="*/ 126269 w 153728"/>
                  <a:gd name="connsiteY16" fmla="*/ 163040 h 247979"/>
                  <a:gd name="connsiteX17" fmla="*/ 89818 w 153728"/>
                  <a:gd name="connsiteY17" fmla="*/ 48170 h 247979"/>
                  <a:gd name="connsiteX18" fmla="*/ 76776 w 153728"/>
                  <a:gd name="connsiteY18" fmla="*/ 31952 h 247979"/>
                  <a:gd name="connsiteX19" fmla="*/ 64403 w 153728"/>
                  <a:gd name="connsiteY19" fmla="*/ 48003 h 247979"/>
                  <a:gd name="connsiteX20" fmla="*/ 27618 w 153728"/>
                  <a:gd name="connsiteY20" fmla="*/ 162706 h 247979"/>
                  <a:gd name="connsiteX21" fmla="*/ 53368 w 153728"/>
                  <a:gd name="connsiteY21" fmla="*/ 221227 h 247979"/>
                  <a:gd name="connsiteX22" fmla="*/ 139478 w 153728"/>
                  <a:gd name="connsiteY22" fmla="*/ 164712 h 247979"/>
                  <a:gd name="connsiteX23" fmla="*/ 139478 w 153728"/>
                  <a:gd name="connsiteY23" fmla="*/ 164712 h 247979"/>
                  <a:gd name="connsiteX24" fmla="*/ 139478 w 153728"/>
                  <a:gd name="connsiteY24" fmla="*/ 164712 h 247979"/>
                  <a:gd name="connsiteX25" fmla="*/ 83130 w 153728"/>
                  <a:gd name="connsiteY25" fmla="*/ 24929 h 247979"/>
                  <a:gd name="connsiteX26" fmla="*/ 83130 w 153728"/>
                  <a:gd name="connsiteY26" fmla="*/ 24929 h 247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3728" h="247979">
                    <a:moveTo>
                      <a:pt x="107040" y="247980"/>
                    </a:moveTo>
                    <a:lnTo>
                      <a:pt x="46847" y="247980"/>
                    </a:lnTo>
                    <a:cubicBezTo>
                      <a:pt x="43001" y="247980"/>
                      <a:pt x="39323" y="246308"/>
                      <a:pt x="36814" y="243465"/>
                    </a:cubicBezTo>
                    <a:cubicBezTo>
                      <a:pt x="35644" y="242128"/>
                      <a:pt x="8222" y="210359"/>
                      <a:pt x="1200" y="167053"/>
                    </a:cubicBezTo>
                    <a:cubicBezTo>
                      <a:pt x="-2980" y="141471"/>
                      <a:pt x="4544" y="112544"/>
                      <a:pt x="11734" y="92814"/>
                    </a:cubicBezTo>
                    <a:cubicBezTo>
                      <a:pt x="19760" y="70409"/>
                      <a:pt x="31464" y="47669"/>
                      <a:pt x="42834" y="32286"/>
                    </a:cubicBezTo>
                    <a:cubicBezTo>
                      <a:pt x="65908" y="183"/>
                      <a:pt x="71091" y="16"/>
                      <a:pt x="76442" y="16"/>
                    </a:cubicBezTo>
                    <a:cubicBezTo>
                      <a:pt x="84133" y="-319"/>
                      <a:pt x="88982" y="4697"/>
                      <a:pt x="100018" y="18241"/>
                    </a:cubicBezTo>
                    <a:cubicBezTo>
                      <a:pt x="105703" y="25096"/>
                      <a:pt x="110719" y="31784"/>
                      <a:pt x="111053" y="31952"/>
                    </a:cubicBezTo>
                    <a:cubicBezTo>
                      <a:pt x="111053" y="31952"/>
                      <a:pt x="111221" y="32119"/>
                      <a:pt x="111221" y="32119"/>
                    </a:cubicBezTo>
                    <a:cubicBezTo>
                      <a:pt x="129446" y="56698"/>
                      <a:pt x="159208" y="106692"/>
                      <a:pt x="152854" y="166217"/>
                    </a:cubicBezTo>
                    <a:cubicBezTo>
                      <a:pt x="152854" y="166551"/>
                      <a:pt x="152854" y="166719"/>
                      <a:pt x="152687" y="167053"/>
                    </a:cubicBezTo>
                    <a:cubicBezTo>
                      <a:pt x="145665" y="208520"/>
                      <a:pt x="118410" y="241793"/>
                      <a:pt x="117240" y="243131"/>
                    </a:cubicBezTo>
                    <a:cubicBezTo>
                      <a:pt x="114732" y="246141"/>
                      <a:pt x="111053" y="247980"/>
                      <a:pt x="107040" y="247980"/>
                    </a:cubicBezTo>
                    <a:close/>
                    <a:moveTo>
                      <a:pt x="53368" y="221227"/>
                    </a:moveTo>
                    <a:lnTo>
                      <a:pt x="100352" y="221227"/>
                    </a:lnTo>
                    <a:cubicBezTo>
                      <a:pt x="107208" y="211697"/>
                      <a:pt x="121754" y="188790"/>
                      <a:pt x="126269" y="163040"/>
                    </a:cubicBezTo>
                    <a:cubicBezTo>
                      <a:pt x="131452" y="112879"/>
                      <a:pt x="105703" y="69573"/>
                      <a:pt x="89818" y="48170"/>
                    </a:cubicBezTo>
                    <a:cubicBezTo>
                      <a:pt x="85638" y="42653"/>
                      <a:pt x="80622" y="36633"/>
                      <a:pt x="76776" y="31952"/>
                    </a:cubicBezTo>
                    <a:cubicBezTo>
                      <a:pt x="73098" y="36299"/>
                      <a:pt x="68583" y="42318"/>
                      <a:pt x="64403" y="48003"/>
                    </a:cubicBezTo>
                    <a:cubicBezTo>
                      <a:pt x="45676" y="73084"/>
                      <a:pt x="21933" y="128261"/>
                      <a:pt x="27618" y="162706"/>
                    </a:cubicBezTo>
                    <a:cubicBezTo>
                      <a:pt x="31966" y="189626"/>
                      <a:pt x="46512" y="212031"/>
                      <a:pt x="53368" y="221227"/>
                    </a:cubicBezTo>
                    <a:close/>
                    <a:moveTo>
                      <a:pt x="139478" y="164712"/>
                    </a:moveTo>
                    <a:lnTo>
                      <a:pt x="139478" y="164712"/>
                    </a:lnTo>
                    <a:lnTo>
                      <a:pt x="139478" y="164712"/>
                    </a:lnTo>
                    <a:close/>
                    <a:moveTo>
                      <a:pt x="83130" y="24929"/>
                    </a:moveTo>
                    <a:lnTo>
                      <a:pt x="83130" y="24929"/>
                    </a:ln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9" name="Freeform 146">
                <a:extLst>
                  <a:ext uri="{FF2B5EF4-FFF2-40B4-BE49-F238E27FC236}">
                    <a16:creationId xmlns:a16="http://schemas.microsoft.com/office/drawing/2014/main" id="{FA9B04C1-C0A6-5E4A-DAF8-D4DCBE0A563F}"/>
                  </a:ext>
                </a:extLst>
              </p:cNvPr>
              <p:cNvSpPr/>
              <p:nvPr/>
            </p:nvSpPr>
            <p:spPr>
              <a:xfrm>
                <a:off x="10038985" y="2195628"/>
                <a:ext cx="26752" cy="123731"/>
              </a:xfrm>
              <a:custGeom>
                <a:avLst/>
                <a:gdLst>
                  <a:gd name="connsiteX0" fmla="*/ 13376 w 26752"/>
                  <a:gd name="connsiteY0" fmla="*/ 123731 h 123731"/>
                  <a:gd name="connsiteX1" fmla="*/ 0 w 26752"/>
                  <a:gd name="connsiteY1" fmla="*/ 110355 h 123731"/>
                  <a:gd name="connsiteX2" fmla="*/ 0 w 26752"/>
                  <a:gd name="connsiteY2" fmla="*/ 13376 h 123731"/>
                  <a:gd name="connsiteX3" fmla="*/ 13376 w 26752"/>
                  <a:gd name="connsiteY3" fmla="*/ 0 h 123731"/>
                  <a:gd name="connsiteX4" fmla="*/ 26753 w 26752"/>
                  <a:gd name="connsiteY4" fmla="*/ 13376 h 123731"/>
                  <a:gd name="connsiteX5" fmla="*/ 26753 w 26752"/>
                  <a:gd name="connsiteY5" fmla="*/ 110355 h 123731"/>
                  <a:gd name="connsiteX6" fmla="*/ 13376 w 26752"/>
                  <a:gd name="connsiteY6" fmla="*/ 123731 h 12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52" h="123731">
                    <a:moveTo>
                      <a:pt x="13376" y="123731"/>
                    </a:moveTo>
                    <a:cubicBezTo>
                      <a:pt x="6019" y="123731"/>
                      <a:pt x="0" y="117712"/>
                      <a:pt x="0" y="110355"/>
                    </a:cubicBezTo>
                    <a:lnTo>
                      <a:pt x="0" y="13376"/>
                    </a:lnTo>
                    <a:cubicBezTo>
                      <a:pt x="0" y="6019"/>
                      <a:pt x="6019" y="0"/>
                      <a:pt x="13376" y="0"/>
                    </a:cubicBezTo>
                    <a:cubicBezTo>
                      <a:pt x="20733" y="0"/>
                      <a:pt x="26753" y="6019"/>
                      <a:pt x="26753" y="13376"/>
                    </a:cubicBezTo>
                    <a:lnTo>
                      <a:pt x="26753" y="110355"/>
                    </a:lnTo>
                    <a:cubicBezTo>
                      <a:pt x="26753" y="117712"/>
                      <a:pt x="20733" y="123731"/>
                      <a:pt x="13376" y="123731"/>
                    </a:cubicBez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90" name="Freeform 147">
                <a:extLst>
                  <a:ext uri="{FF2B5EF4-FFF2-40B4-BE49-F238E27FC236}">
                    <a16:creationId xmlns:a16="http://schemas.microsoft.com/office/drawing/2014/main" id="{160E8DAF-601B-7B36-78EE-F4ECD06DA2DA}"/>
                  </a:ext>
                </a:extLst>
              </p:cNvPr>
              <p:cNvSpPr/>
              <p:nvPr/>
            </p:nvSpPr>
            <p:spPr>
              <a:xfrm>
                <a:off x="10019590" y="2116540"/>
                <a:ext cx="68386" cy="68386"/>
              </a:xfrm>
              <a:custGeom>
                <a:avLst/>
                <a:gdLst>
                  <a:gd name="connsiteX0" fmla="*/ 34277 w 68386"/>
                  <a:gd name="connsiteY0" fmla="*/ 68387 h 68386"/>
                  <a:gd name="connsiteX1" fmla="*/ 0 w 68386"/>
                  <a:gd name="connsiteY1" fmla="*/ 34277 h 68386"/>
                  <a:gd name="connsiteX2" fmla="*/ 34110 w 68386"/>
                  <a:gd name="connsiteY2" fmla="*/ 0 h 68386"/>
                  <a:gd name="connsiteX3" fmla="*/ 68387 w 68386"/>
                  <a:gd name="connsiteY3" fmla="*/ 34110 h 68386"/>
                  <a:gd name="connsiteX4" fmla="*/ 68387 w 68386"/>
                  <a:gd name="connsiteY4" fmla="*/ 34110 h 68386"/>
                  <a:gd name="connsiteX5" fmla="*/ 34277 w 68386"/>
                  <a:gd name="connsiteY5" fmla="*/ 68387 h 68386"/>
                  <a:gd name="connsiteX6" fmla="*/ 34277 w 68386"/>
                  <a:gd name="connsiteY6" fmla="*/ 26753 h 68386"/>
                  <a:gd name="connsiteX7" fmla="*/ 26753 w 68386"/>
                  <a:gd name="connsiteY7" fmla="*/ 34110 h 68386"/>
                  <a:gd name="connsiteX8" fmla="*/ 34110 w 68386"/>
                  <a:gd name="connsiteY8" fmla="*/ 41634 h 68386"/>
                  <a:gd name="connsiteX9" fmla="*/ 41634 w 68386"/>
                  <a:gd name="connsiteY9" fmla="*/ 34277 h 68386"/>
                  <a:gd name="connsiteX10" fmla="*/ 41634 w 68386"/>
                  <a:gd name="connsiteY10" fmla="*/ 34277 h 68386"/>
                  <a:gd name="connsiteX11" fmla="*/ 34277 w 68386"/>
                  <a:gd name="connsiteY11" fmla="*/ 26753 h 6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386" h="68386">
                    <a:moveTo>
                      <a:pt x="34277" y="68387"/>
                    </a:moveTo>
                    <a:cubicBezTo>
                      <a:pt x="15383" y="68387"/>
                      <a:pt x="0" y="53004"/>
                      <a:pt x="0" y="34277"/>
                    </a:cubicBezTo>
                    <a:cubicBezTo>
                      <a:pt x="0" y="15550"/>
                      <a:pt x="15383" y="0"/>
                      <a:pt x="34110" y="0"/>
                    </a:cubicBezTo>
                    <a:cubicBezTo>
                      <a:pt x="52837" y="0"/>
                      <a:pt x="68387" y="15216"/>
                      <a:pt x="68387" y="34110"/>
                    </a:cubicBezTo>
                    <a:cubicBezTo>
                      <a:pt x="68387" y="34110"/>
                      <a:pt x="68387" y="34110"/>
                      <a:pt x="68387" y="34110"/>
                    </a:cubicBezTo>
                    <a:cubicBezTo>
                      <a:pt x="68387" y="53004"/>
                      <a:pt x="53004" y="68387"/>
                      <a:pt x="34277" y="68387"/>
                    </a:cubicBezTo>
                    <a:close/>
                    <a:moveTo>
                      <a:pt x="34277" y="26753"/>
                    </a:moveTo>
                    <a:cubicBezTo>
                      <a:pt x="30097" y="26753"/>
                      <a:pt x="26753" y="30097"/>
                      <a:pt x="26753" y="34110"/>
                    </a:cubicBezTo>
                    <a:cubicBezTo>
                      <a:pt x="26753" y="38290"/>
                      <a:pt x="30097" y="41634"/>
                      <a:pt x="34110" y="41634"/>
                    </a:cubicBezTo>
                    <a:cubicBezTo>
                      <a:pt x="38290" y="41634"/>
                      <a:pt x="41634" y="38290"/>
                      <a:pt x="41634" y="34277"/>
                    </a:cubicBezTo>
                    <a:cubicBezTo>
                      <a:pt x="41634" y="34277"/>
                      <a:pt x="41634" y="34277"/>
                      <a:pt x="41634" y="34277"/>
                    </a:cubicBezTo>
                    <a:cubicBezTo>
                      <a:pt x="41634" y="30097"/>
                      <a:pt x="38290" y="26753"/>
                      <a:pt x="34277" y="26753"/>
                    </a:cubicBez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42" name="Group 41">
            <a:extLst>
              <a:ext uri="{FF2B5EF4-FFF2-40B4-BE49-F238E27FC236}">
                <a16:creationId xmlns:a16="http://schemas.microsoft.com/office/drawing/2014/main" id="{68E6BA6D-2C2A-FBD8-5652-98752CC780DC}"/>
              </a:ext>
            </a:extLst>
          </p:cNvPr>
          <p:cNvGrpSpPr/>
          <p:nvPr/>
        </p:nvGrpSpPr>
        <p:grpSpPr>
          <a:xfrm>
            <a:off x="11473610" y="1490179"/>
            <a:ext cx="471791" cy="471791"/>
            <a:chOff x="11473610" y="1942177"/>
            <a:chExt cx="471791" cy="471791"/>
          </a:xfrm>
        </p:grpSpPr>
        <p:sp>
          <p:nvSpPr>
            <p:cNvPr id="68" name="Oval 67">
              <a:extLst>
                <a:ext uri="{FF2B5EF4-FFF2-40B4-BE49-F238E27FC236}">
                  <a16:creationId xmlns:a16="http://schemas.microsoft.com/office/drawing/2014/main" id="{2A5975CD-7B8F-2A7C-F60B-DB428360109A}"/>
                </a:ext>
              </a:extLst>
            </p:cNvPr>
            <p:cNvSpPr/>
            <p:nvPr/>
          </p:nvSpPr>
          <p:spPr>
            <a:xfrm>
              <a:off x="11473610"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69" name="Group 68">
              <a:extLst>
                <a:ext uri="{FF2B5EF4-FFF2-40B4-BE49-F238E27FC236}">
                  <a16:creationId xmlns:a16="http://schemas.microsoft.com/office/drawing/2014/main" id="{B1D55C39-A18B-AE3B-0663-64C3E5ECC0B5}"/>
                </a:ext>
              </a:extLst>
            </p:cNvPr>
            <p:cNvGrpSpPr/>
            <p:nvPr/>
          </p:nvGrpSpPr>
          <p:grpSpPr>
            <a:xfrm>
              <a:off x="11570793" y="2043116"/>
              <a:ext cx="277520" cy="269933"/>
              <a:chOff x="11570793" y="2043116"/>
              <a:chExt cx="277520" cy="269933"/>
            </a:xfrm>
          </p:grpSpPr>
          <p:sp>
            <p:nvSpPr>
              <p:cNvPr id="70" name="Freeform 127">
                <a:extLst>
                  <a:ext uri="{FF2B5EF4-FFF2-40B4-BE49-F238E27FC236}">
                    <a16:creationId xmlns:a16="http://schemas.microsoft.com/office/drawing/2014/main" id="{4EA87814-8910-F9FE-A627-728E5B690B7E}"/>
                  </a:ext>
                </a:extLst>
              </p:cNvPr>
              <p:cNvSpPr/>
              <p:nvPr/>
            </p:nvSpPr>
            <p:spPr>
              <a:xfrm>
                <a:off x="11570793" y="2043116"/>
                <a:ext cx="179741" cy="226257"/>
              </a:xfrm>
              <a:custGeom>
                <a:avLst/>
                <a:gdLst>
                  <a:gd name="connsiteX0" fmla="*/ 41995 w 179741"/>
                  <a:gd name="connsiteY0" fmla="*/ 226257 h 226257"/>
                  <a:gd name="connsiteX1" fmla="*/ 31425 w 179741"/>
                  <a:gd name="connsiteY1" fmla="*/ 221343 h 226257"/>
                  <a:gd name="connsiteX2" fmla="*/ 48307 w 179741"/>
                  <a:gd name="connsiteY2" fmla="*/ 31424 h 226257"/>
                  <a:gd name="connsiteX3" fmla="*/ 168886 w 179741"/>
                  <a:gd name="connsiteY3" fmla="*/ 4375 h 226257"/>
                  <a:gd name="connsiteX4" fmla="*/ 179422 w 179741"/>
                  <a:gd name="connsiteY4" fmla="*/ 20793 h 226257"/>
                  <a:gd name="connsiteX5" fmla="*/ 163005 w 179741"/>
                  <a:gd name="connsiteY5" fmla="*/ 31329 h 226257"/>
                  <a:gd name="connsiteX6" fmla="*/ 161989 w 179741"/>
                  <a:gd name="connsiteY6" fmla="*/ 31067 h 226257"/>
                  <a:gd name="connsiteX7" fmla="*/ 31017 w 179741"/>
                  <a:gd name="connsiteY7" fmla="*/ 107371 h 226257"/>
                  <a:gd name="connsiteX8" fmla="*/ 52548 w 179741"/>
                  <a:gd name="connsiteY8" fmla="*/ 203600 h 226257"/>
                  <a:gd name="connsiteX9" fmla="*/ 50841 w 179741"/>
                  <a:gd name="connsiteY9" fmla="*/ 223033 h 226257"/>
                  <a:gd name="connsiteX10" fmla="*/ 41995 w 179741"/>
                  <a:gd name="connsiteY10" fmla="*/ 226257 h 22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41" h="226257">
                    <a:moveTo>
                      <a:pt x="41995" y="226257"/>
                    </a:moveTo>
                    <a:cubicBezTo>
                      <a:pt x="37919" y="226261"/>
                      <a:pt x="34050" y="224462"/>
                      <a:pt x="31425" y="221343"/>
                    </a:cubicBezTo>
                    <a:cubicBezTo>
                      <a:pt x="-16358" y="164236"/>
                      <a:pt x="-8799" y="79207"/>
                      <a:pt x="48307" y="31424"/>
                    </a:cubicBezTo>
                    <a:cubicBezTo>
                      <a:pt x="81759" y="3434"/>
                      <a:pt x="126684" y="-6644"/>
                      <a:pt x="168886" y="4375"/>
                    </a:cubicBezTo>
                    <a:cubicBezTo>
                      <a:pt x="176330" y="5999"/>
                      <a:pt x="181046" y="13350"/>
                      <a:pt x="179422" y="20793"/>
                    </a:cubicBezTo>
                    <a:cubicBezTo>
                      <a:pt x="177798" y="28236"/>
                      <a:pt x="170447" y="32954"/>
                      <a:pt x="163005" y="31329"/>
                    </a:cubicBezTo>
                    <a:cubicBezTo>
                      <a:pt x="162663" y="31255"/>
                      <a:pt x="162324" y="31167"/>
                      <a:pt x="161989" y="31067"/>
                    </a:cubicBezTo>
                    <a:cubicBezTo>
                      <a:pt x="104751" y="15971"/>
                      <a:pt x="46113" y="50133"/>
                      <a:pt x="31017" y="107371"/>
                    </a:cubicBezTo>
                    <a:cubicBezTo>
                      <a:pt x="22136" y="141041"/>
                      <a:pt x="30166" y="176925"/>
                      <a:pt x="52548" y="203600"/>
                    </a:cubicBezTo>
                    <a:cubicBezTo>
                      <a:pt x="57443" y="209439"/>
                      <a:pt x="56678" y="218140"/>
                      <a:pt x="50841" y="223033"/>
                    </a:cubicBezTo>
                    <a:cubicBezTo>
                      <a:pt x="48361" y="225113"/>
                      <a:pt x="45231" y="226254"/>
                      <a:pt x="41995" y="226257"/>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1" name="Freeform 128">
                <a:extLst>
                  <a:ext uri="{FF2B5EF4-FFF2-40B4-BE49-F238E27FC236}">
                    <a16:creationId xmlns:a16="http://schemas.microsoft.com/office/drawing/2014/main" id="{9FE9A020-F716-E449-BB15-B78C1D1BAF96}"/>
                  </a:ext>
                </a:extLst>
              </p:cNvPr>
              <p:cNvSpPr/>
              <p:nvPr/>
            </p:nvSpPr>
            <p:spPr>
              <a:xfrm>
                <a:off x="11594873" y="2243457"/>
                <a:ext cx="54073" cy="54073"/>
              </a:xfrm>
              <a:custGeom>
                <a:avLst/>
                <a:gdLst>
                  <a:gd name="connsiteX0" fmla="*/ 27054 w 54073"/>
                  <a:gd name="connsiteY0" fmla="*/ 54074 h 54073"/>
                  <a:gd name="connsiteX1" fmla="*/ 0 w 54073"/>
                  <a:gd name="connsiteY1" fmla="*/ 27054 h 54073"/>
                  <a:gd name="connsiteX2" fmla="*/ 27020 w 54073"/>
                  <a:gd name="connsiteY2" fmla="*/ 0 h 54073"/>
                  <a:gd name="connsiteX3" fmla="*/ 54074 w 54073"/>
                  <a:gd name="connsiteY3" fmla="*/ 27020 h 54073"/>
                  <a:gd name="connsiteX4" fmla="*/ 54074 w 54073"/>
                  <a:gd name="connsiteY4" fmla="*/ 27037 h 54073"/>
                  <a:gd name="connsiteX5" fmla="*/ 27054 w 54073"/>
                  <a:gd name="connsiteY5" fmla="*/ 54074 h 54073"/>
                  <a:gd name="connsiteX6" fmla="*/ 27054 w 54073"/>
                  <a:gd name="connsiteY6" fmla="*/ 26485 h 54073"/>
                  <a:gd name="connsiteX7" fmla="*/ 26486 w 54073"/>
                  <a:gd name="connsiteY7" fmla="*/ 27020 h 54073"/>
                  <a:gd name="connsiteX8" fmla="*/ 26485 w 54073"/>
                  <a:gd name="connsiteY8" fmla="*/ 27037 h 54073"/>
                  <a:gd name="connsiteX9" fmla="*/ 26947 w 54073"/>
                  <a:gd name="connsiteY9" fmla="*/ 27696 h 54073"/>
                  <a:gd name="connsiteX10" fmla="*/ 27606 w 54073"/>
                  <a:gd name="connsiteY10" fmla="*/ 27234 h 54073"/>
                  <a:gd name="connsiteX11" fmla="*/ 27606 w 54073"/>
                  <a:gd name="connsiteY11" fmla="*/ 27037 h 54073"/>
                  <a:gd name="connsiteX12" fmla="*/ 27054 w 54073"/>
                  <a:gd name="connsiteY12"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073" h="54073">
                    <a:moveTo>
                      <a:pt x="27054" y="54074"/>
                    </a:moveTo>
                    <a:cubicBezTo>
                      <a:pt x="12122" y="54084"/>
                      <a:pt x="9" y="41987"/>
                      <a:pt x="0" y="27054"/>
                    </a:cubicBezTo>
                    <a:cubicBezTo>
                      <a:pt x="-9" y="12122"/>
                      <a:pt x="12088" y="10"/>
                      <a:pt x="27020" y="0"/>
                    </a:cubicBezTo>
                    <a:cubicBezTo>
                      <a:pt x="41952" y="-10"/>
                      <a:pt x="54064" y="12087"/>
                      <a:pt x="54074" y="27020"/>
                    </a:cubicBezTo>
                    <a:cubicBezTo>
                      <a:pt x="54074" y="27025"/>
                      <a:pt x="54074" y="27032"/>
                      <a:pt x="54074" y="27037"/>
                    </a:cubicBezTo>
                    <a:cubicBezTo>
                      <a:pt x="54064" y="41959"/>
                      <a:pt x="41976" y="54055"/>
                      <a:pt x="27054" y="54074"/>
                    </a:cubicBezTo>
                    <a:close/>
                    <a:moveTo>
                      <a:pt x="27054" y="26485"/>
                    </a:moveTo>
                    <a:cubicBezTo>
                      <a:pt x="26750" y="26475"/>
                      <a:pt x="26495" y="26715"/>
                      <a:pt x="26486" y="27020"/>
                    </a:cubicBezTo>
                    <a:cubicBezTo>
                      <a:pt x="26485" y="27025"/>
                      <a:pt x="26485" y="27032"/>
                      <a:pt x="26485" y="27037"/>
                    </a:cubicBezTo>
                    <a:cubicBezTo>
                      <a:pt x="26431" y="27346"/>
                      <a:pt x="26637" y="27642"/>
                      <a:pt x="26947" y="27696"/>
                    </a:cubicBezTo>
                    <a:cubicBezTo>
                      <a:pt x="27256" y="27751"/>
                      <a:pt x="27552" y="27544"/>
                      <a:pt x="27606" y="27234"/>
                    </a:cubicBezTo>
                    <a:cubicBezTo>
                      <a:pt x="27618" y="27170"/>
                      <a:pt x="27618" y="27103"/>
                      <a:pt x="27606" y="27037"/>
                    </a:cubicBezTo>
                    <a:cubicBezTo>
                      <a:pt x="27606" y="26732"/>
                      <a:pt x="27359" y="26485"/>
                      <a:pt x="27054"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2" name="Freeform 129">
                <a:extLst>
                  <a:ext uri="{FF2B5EF4-FFF2-40B4-BE49-F238E27FC236}">
                    <a16:creationId xmlns:a16="http://schemas.microsoft.com/office/drawing/2014/main" id="{005EBA55-F4F2-5165-111F-E9B8D6CF14A0}"/>
                  </a:ext>
                </a:extLst>
              </p:cNvPr>
              <p:cNvSpPr/>
              <p:nvPr/>
            </p:nvSpPr>
            <p:spPr>
              <a:xfrm>
                <a:off x="11669487" y="2086914"/>
                <a:ext cx="178826" cy="226135"/>
              </a:xfrm>
              <a:custGeom>
                <a:avLst/>
                <a:gdLst>
                  <a:gd name="connsiteX0" fmla="*/ 44069 w 178826"/>
                  <a:gd name="connsiteY0" fmla="*/ 226136 h 226135"/>
                  <a:gd name="connsiteX1" fmla="*/ 9842 w 178826"/>
                  <a:gd name="connsiteY1" fmla="*/ 221739 h 226135"/>
                  <a:gd name="connsiteX2" fmla="*/ 583 w 178826"/>
                  <a:gd name="connsiteY2" fmla="*/ 204568 h 226135"/>
                  <a:gd name="connsiteX3" fmla="*/ 16739 w 178826"/>
                  <a:gd name="connsiteY3" fmla="*/ 195047 h 226135"/>
                  <a:gd name="connsiteX4" fmla="*/ 147712 w 178826"/>
                  <a:gd name="connsiteY4" fmla="*/ 118743 h 226135"/>
                  <a:gd name="connsiteX5" fmla="*/ 126180 w 178826"/>
                  <a:gd name="connsiteY5" fmla="*/ 22514 h 226135"/>
                  <a:gd name="connsiteX6" fmla="*/ 128151 w 178826"/>
                  <a:gd name="connsiteY6" fmla="*/ 3105 h 226135"/>
                  <a:gd name="connsiteX7" fmla="*/ 147303 w 178826"/>
                  <a:gd name="connsiteY7" fmla="*/ 4771 h 226135"/>
                  <a:gd name="connsiteX8" fmla="*/ 130681 w 178826"/>
                  <a:gd name="connsiteY8" fmla="*/ 194616 h 226135"/>
                  <a:gd name="connsiteX9" fmla="*/ 44069 w 178826"/>
                  <a:gd name="connsiteY9" fmla="*/ 226136 h 22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8826" h="226135">
                    <a:moveTo>
                      <a:pt x="44069" y="226136"/>
                    </a:moveTo>
                    <a:cubicBezTo>
                      <a:pt x="32519" y="226134"/>
                      <a:pt x="21017" y="224656"/>
                      <a:pt x="9842" y="221739"/>
                    </a:cubicBezTo>
                    <a:cubicBezTo>
                      <a:pt x="2543" y="219554"/>
                      <a:pt x="-1602" y="211866"/>
                      <a:pt x="583" y="204568"/>
                    </a:cubicBezTo>
                    <a:cubicBezTo>
                      <a:pt x="2651" y="197659"/>
                      <a:pt x="9693" y="193509"/>
                      <a:pt x="16739" y="195047"/>
                    </a:cubicBezTo>
                    <a:cubicBezTo>
                      <a:pt x="73977" y="210143"/>
                      <a:pt x="132615" y="175981"/>
                      <a:pt x="147712" y="118743"/>
                    </a:cubicBezTo>
                    <a:cubicBezTo>
                      <a:pt x="156592" y="85073"/>
                      <a:pt x="148563" y="49188"/>
                      <a:pt x="126180" y="22514"/>
                    </a:cubicBezTo>
                    <a:cubicBezTo>
                      <a:pt x="121364" y="16610"/>
                      <a:pt x="122247" y="7921"/>
                      <a:pt x="128151" y="3105"/>
                    </a:cubicBezTo>
                    <a:cubicBezTo>
                      <a:pt x="133934" y="-1612"/>
                      <a:pt x="142421" y="-874"/>
                      <a:pt x="147303" y="4771"/>
                    </a:cubicBezTo>
                    <a:cubicBezTo>
                      <a:pt x="195137" y="61785"/>
                      <a:pt x="187695" y="146780"/>
                      <a:pt x="130681" y="194616"/>
                    </a:cubicBezTo>
                    <a:cubicBezTo>
                      <a:pt x="106413" y="214976"/>
                      <a:pt x="75748" y="226136"/>
                      <a:pt x="44069" y="226136"/>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3" name="Freeform 130">
                <a:extLst>
                  <a:ext uri="{FF2B5EF4-FFF2-40B4-BE49-F238E27FC236}">
                    <a16:creationId xmlns:a16="http://schemas.microsoft.com/office/drawing/2014/main" id="{287C1DF7-8CFC-E7EF-FE6E-CB839A2B0038}"/>
                  </a:ext>
                </a:extLst>
              </p:cNvPr>
              <p:cNvSpPr/>
              <p:nvPr/>
            </p:nvSpPr>
            <p:spPr>
              <a:xfrm>
                <a:off x="11770096" y="2058595"/>
                <a:ext cx="54074" cy="54073"/>
              </a:xfrm>
              <a:custGeom>
                <a:avLst/>
                <a:gdLst>
                  <a:gd name="connsiteX0" fmla="*/ 26985 w 54074"/>
                  <a:gd name="connsiteY0" fmla="*/ 54074 h 54073"/>
                  <a:gd name="connsiteX1" fmla="*/ 0 w 54074"/>
                  <a:gd name="connsiteY1" fmla="*/ 26985 h 54073"/>
                  <a:gd name="connsiteX2" fmla="*/ 27089 w 54074"/>
                  <a:gd name="connsiteY2" fmla="*/ 0 h 54073"/>
                  <a:gd name="connsiteX3" fmla="*/ 54074 w 54074"/>
                  <a:gd name="connsiteY3" fmla="*/ 27054 h 54073"/>
                  <a:gd name="connsiteX4" fmla="*/ 26985 w 54074"/>
                  <a:gd name="connsiteY4" fmla="*/ 54074 h 54073"/>
                  <a:gd name="connsiteX5" fmla="*/ 26985 w 54074"/>
                  <a:gd name="connsiteY5" fmla="*/ 26485 h 54073"/>
                  <a:gd name="connsiteX6" fmla="*/ 26434 w 54074"/>
                  <a:gd name="connsiteY6" fmla="*/ 27054 h 54073"/>
                  <a:gd name="connsiteX7" fmla="*/ 27092 w 54074"/>
                  <a:gd name="connsiteY7" fmla="*/ 27516 h 54073"/>
                  <a:gd name="connsiteX8" fmla="*/ 27554 w 54074"/>
                  <a:gd name="connsiteY8" fmla="*/ 27054 h 54073"/>
                  <a:gd name="connsiteX9" fmla="*/ 26985 w 54074"/>
                  <a:gd name="connsiteY9"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74" h="54073">
                    <a:moveTo>
                      <a:pt x="26985" y="54074"/>
                    </a:moveTo>
                    <a:cubicBezTo>
                      <a:pt x="12053" y="54045"/>
                      <a:pt x="-29" y="41917"/>
                      <a:pt x="0" y="26985"/>
                    </a:cubicBezTo>
                    <a:cubicBezTo>
                      <a:pt x="29" y="12053"/>
                      <a:pt x="12156" y="-29"/>
                      <a:pt x="27089" y="0"/>
                    </a:cubicBezTo>
                    <a:cubicBezTo>
                      <a:pt x="42007" y="29"/>
                      <a:pt x="54083" y="12135"/>
                      <a:pt x="54074" y="27054"/>
                    </a:cubicBezTo>
                    <a:cubicBezTo>
                      <a:pt x="54055" y="41996"/>
                      <a:pt x="41926" y="54093"/>
                      <a:pt x="26985" y="54074"/>
                    </a:cubicBezTo>
                    <a:close/>
                    <a:moveTo>
                      <a:pt x="26985" y="26485"/>
                    </a:moveTo>
                    <a:cubicBezTo>
                      <a:pt x="26678" y="26494"/>
                      <a:pt x="26434" y="26746"/>
                      <a:pt x="26434" y="27054"/>
                    </a:cubicBezTo>
                    <a:cubicBezTo>
                      <a:pt x="26489" y="27364"/>
                      <a:pt x="26784" y="27570"/>
                      <a:pt x="27092" y="27516"/>
                    </a:cubicBezTo>
                    <a:cubicBezTo>
                      <a:pt x="27328" y="27474"/>
                      <a:pt x="27513" y="27290"/>
                      <a:pt x="27554" y="27054"/>
                    </a:cubicBezTo>
                    <a:cubicBezTo>
                      <a:pt x="27554" y="26740"/>
                      <a:pt x="27299" y="26485"/>
                      <a:pt x="26985"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74" name="Graphic 336">
                <a:extLst>
                  <a:ext uri="{FF2B5EF4-FFF2-40B4-BE49-F238E27FC236}">
                    <a16:creationId xmlns:a16="http://schemas.microsoft.com/office/drawing/2014/main" id="{7C26564D-9736-81C0-2B1B-90BFD3F9398C}"/>
                  </a:ext>
                </a:extLst>
              </p:cNvPr>
              <p:cNvGrpSpPr/>
              <p:nvPr/>
            </p:nvGrpSpPr>
            <p:grpSpPr>
              <a:xfrm>
                <a:off x="11642426" y="2109389"/>
                <a:ext cx="134189" cy="138120"/>
                <a:chOff x="11642426" y="2109389"/>
                <a:chExt cx="134189" cy="138120"/>
              </a:xfrm>
              <a:solidFill>
                <a:srgbClr val="EF463C"/>
              </a:solidFill>
            </p:grpSpPr>
            <p:sp>
              <p:nvSpPr>
                <p:cNvPr id="75" name="Freeform 132">
                  <a:extLst>
                    <a:ext uri="{FF2B5EF4-FFF2-40B4-BE49-F238E27FC236}">
                      <a16:creationId xmlns:a16="http://schemas.microsoft.com/office/drawing/2014/main" id="{709973B7-5A7C-3B6E-DB8A-858C9BE60A7F}"/>
                    </a:ext>
                  </a:extLst>
                </p:cNvPr>
                <p:cNvSpPr/>
                <p:nvPr/>
              </p:nvSpPr>
              <p:spPr>
                <a:xfrm>
                  <a:off x="11681787" y="2109389"/>
                  <a:ext cx="34081" cy="51112"/>
                </a:xfrm>
                <a:custGeom>
                  <a:avLst/>
                  <a:gdLst>
                    <a:gd name="connsiteX0" fmla="*/ 20338 w 34081"/>
                    <a:gd name="connsiteY0" fmla="*/ 51112 h 51112"/>
                    <a:gd name="connsiteX1" fmla="*/ 7060 w 34081"/>
                    <a:gd name="connsiteY1" fmla="*/ 41008 h 51112"/>
                    <a:gd name="connsiteX2" fmla="*/ 318 w 34081"/>
                    <a:gd name="connsiteY2" fmla="*/ 16730 h 51112"/>
                    <a:gd name="connsiteX3" fmla="*/ 10864 w 34081"/>
                    <a:gd name="connsiteY3" fmla="*/ 317 h 51112"/>
                    <a:gd name="connsiteX4" fmla="*/ 26855 w 34081"/>
                    <a:gd name="connsiteY4" fmla="*/ 9350 h 51112"/>
                    <a:gd name="connsiteX5" fmla="*/ 33580 w 34081"/>
                    <a:gd name="connsiteY5" fmla="*/ 33628 h 51112"/>
                    <a:gd name="connsiteX6" fmla="*/ 24028 w 34081"/>
                    <a:gd name="connsiteY6" fmla="*/ 50578 h 51112"/>
                    <a:gd name="connsiteX7" fmla="*/ 20338 w 34081"/>
                    <a:gd name="connsiteY7" fmla="*/ 51112 h 51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081" h="51112">
                      <a:moveTo>
                        <a:pt x="20338" y="51112"/>
                      </a:moveTo>
                      <a:cubicBezTo>
                        <a:pt x="14146" y="51106"/>
                        <a:pt x="8717" y="46974"/>
                        <a:pt x="7060" y="41008"/>
                      </a:cubicBezTo>
                      <a:lnTo>
                        <a:pt x="318" y="16730"/>
                      </a:lnTo>
                      <a:cubicBezTo>
                        <a:pt x="-1302" y="9286"/>
                        <a:pt x="3420" y="1938"/>
                        <a:pt x="10864" y="317"/>
                      </a:cubicBezTo>
                      <a:cubicBezTo>
                        <a:pt x="17715" y="-1174"/>
                        <a:pt x="24595" y="2712"/>
                        <a:pt x="26855" y="9350"/>
                      </a:cubicBezTo>
                      <a:lnTo>
                        <a:pt x="33580" y="33628"/>
                      </a:lnTo>
                      <a:cubicBezTo>
                        <a:pt x="35601" y="40944"/>
                        <a:pt x="31332" y="48518"/>
                        <a:pt x="24028" y="50578"/>
                      </a:cubicBezTo>
                      <a:cubicBezTo>
                        <a:pt x="22826" y="50916"/>
                        <a:pt x="21586" y="51096"/>
                        <a:pt x="20338" y="51112"/>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6" name="Freeform 133">
                  <a:extLst>
                    <a:ext uri="{FF2B5EF4-FFF2-40B4-BE49-F238E27FC236}">
                      <a16:creationId xmlns:a16="http://schemas.microsoft.com/office/drawing/2014/main" id="{D8172A0F-2344-5D33-D1CB-09F8AEAB32E7}"/>
                    </a:ext>
                  </a:extLst>
                </p:cNvPr>
                <p:cNvSpPr/>
                <p:nvPr/>
              </p:nvSpPr>
              <p:spPr>
                <a:xfrm>
                  <a:off x="11712355" y="2115152"/>
                  <a:ext cx="40560" cy="48969"/>
                </a:xfrm>
                <a:custGeom>
                  <a:avLst/>
                  <a:gdLst>
                    <a:gd name="connsiteX0" fmla="*/ 13789 w 40560"/>
                    <a:gd name="connsiteY0" fmla="*/ 48970 h 48969"/>
                    <a:gd name="connsiteX1" fmla="*/ 0 w 40560"/>
                    <a:gd name="connsiteY1" fmla="*/ 35170 h 48969"/>
                    <a:gd name="connsiteX2" fmla="*/ 2012 w 40560"/>
                    <a:gd name="connsiteY2" fmla="*/ 28002 h 48969"/>
                    <a:gd name="connsiteX3" fmla="*/ 15134 w 40560"/>
                    <a:gd name="connsiteY3" fmla="*/ 6379 h 48969"/>
                    <a:gd name="connsiteX4" fmla="*/ 34182 w 40560"/>
                    <a:gd name="connsiteY4" fmla="*/ 2165 h 48969"/>
                    <a:gd name="connsiteX5" fmla="*/ 38722 w 40560"/>
                    <a:gd name="connsiteY5" fmla="*/ 20674 h 48969"/>
                    <a:gd name="connsiteX6" fmla="*/ 25600 w 40560"/>
                    <a:gd name="connsiteY6" fmla="*/ 42331 h 48969"/>
                    <a:gd name="connsiteX7" fmla="*/ 13789 w 40560"/>
                    <a:gd name="connsiteY7" fmla="*/ 48970 h 4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60" h="48969">
                      <a:moveTo>
                        <a:pt x="13789" y="48970"/>
                      </a:moveTo>
                      <a:cubicBezTo>
                        <a:pt x="6170" y="48967"/>
                        <a:pt x="-3" y="42788"/>
                        <a:pt x="0" y="35170"/>
                      </a:cubicBezTo>
                      <a:cubicBezTo>
                        <a:pt x="1" y="32641"/>
                        <a:pt x="697" y="30162"/>
                        <a:pt x="2012" y="28002"/>
                      </a:cubicBezTo>
                      <a:lnTo>
                        <a:pt x="15134" y="6379"/>
                      </a:lnTo>
                      <a:cubicBezTo>
                        <a:pt x="19231" y="-44"/>
                        <a:pt x="27757" y="-1931"/>
                        <a:pt x="34182" y="2165"/>
                      </a:cubicBezTo>
                      <a:cubicBezTo>
                        <a:pt x="40398" y="6130"/>
                        <a:pt x="42398" y="14282"/>
                        <a:pt x="38722" y="20674"/>
                      </a:cubicBezTo>
                      <a:lnTo>
                        <a:pt x="25600" y="42331"/>
                      </a:lnTo>
                      <a:cubicBezTo>
                        <a:pt x="23096" y="46458"/>
                        <a:pt x="18616" y="48976"/>
                        <a:pt x="13789" y="4897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7" name="Freeform 134">
                  <a:extLst>
                    <a:ext uri="{FF2B5EF4-FFF2-40B4-BE49-F238E27FC236}">
                      <a16:creationId xmlns:a16="http://schemas.microsoft.com/office/drawing/2014/main" id="{1C0E2504-D1D1-5B05-0A11-34450532F919}"/>
                    </a:ext>
                  </a:extLst>
                </p:cNvPr>
                <p:cNvSpPr/>
                <p:nvPr/>
              </p:nvSpPr>
              <p:spPr>
                <a:xfrm>
                  <a:off x="11730312" y="2152481"/>
                  <a:ext cx="46303" cy="31384"/>
                </a:xfrm>
                <a:custGeom>
                  <a:avLst/>
                  <a:gdLst>
                    <a:gd name="connsiteX0" fmla="*/ 13954 w 46303"/>
                    <a:gd name="connsiteY0" fmla="*/ 31384 h 31384"/>
                    <a:gd name="connsiteX1" fmla="*/ 1 w 46303"/>
                    <a:gd name="connsiteY1" fmla="*/ 17750 h 31384"/>
                    <a:gd name="connsiteX2" fmla="*/ 11230 w 46303"/>
                    <a:gd name="connsiteY2" fmla="*/ 4037 h 31384"/>
                    <a:gd name="connsiteX3" fmla="*/ 29749 w 46303"/>
                    <a:gd name="connsiteY3" fmla="*/ 278 h 31384"/>
                    <a:gd name="connsiteX4" fmla="*/ 46026 w 46303"/>
                    <a:gd name="connsiteY4" fmla="*/ 11072 h 31384"/>
                    <a:gd name="connsiteX5" fmla="*/ 35232 w 46303"/>
                    <a:gd name="connsiteY5" fmla="*/ 27349 h 31384"/>
                    <a:gd name="connsiteX6" fmla="*/ 16713 w 46303"/>
                    <a:gd name="connsiteY6" fmla="*/ 31108 h 31384"/>
                    <a:gd name="connsiteX7" fmla="*/ 13954 w 46303"/>
                    <a:gd name="connsiteY7" fmla="*/ 31384 h 3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303" h="31384">
                      <a:moveTo>
                        <a:pt x="13954" y="31384"/>
                      </a:moveTo>
                      <a:cubicBezTo>
                        <a:pt x="6336" y="31472"/>
                        <a:pt x="89" y="25368"/>
                        <a:pt x="1" y="17750"/>
                      </a:cubicBezTo>
                      <a:cubicBezTo>
                        <a:pt x="-77" y="11061"/>
                        <a:pt x="4657" y="5280"/>
                        <a:pt x="11230" y="4037"/>
                      </a:cubicBezTo>
                      <a:lnTo>
                        <a:pt x="29749" y="278"/>
                      </a:lnTo>
                      <a:cubicBezTo>
                        <a:pt x="37224" y="-1237"/>
                        <a:pt x="44512" y="3596"/>
                        <a:pt x="46026" y="11072"/>
                      </a:cubicBezTo>
                      <a:cubicBezTo>
                        <a:pt x="47540" y="18547"/>
                        <a:pt x="42707" y="25835"/>
                        <a:pt x="35232" y="27349"/>
                      </a:cubicBezTo>
                      <a:lnTo>
                        <a:pt x="16713" y="31108"/>
                      </a:lnTo>
                      <a:cubicBezTo>
                        <a:pt x="15804" y="31292"/>
                        <a:pt x="14880" y="31385"/>
                        <a:pt x="13954" y="3138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8" name="Freeform 135">
                  <a:extLst>
                    <a:ext uri="{FF2B5EF4-FFF2-40B4-BE49-F238E27FC236}">
                      <a16:creationId xmlns:a16="http://schemas.microsoft.com/office/drawing/2014/main" id="{A7173E31-6B20-E850-73FB-F72A87FA55F7}"/>
                    </a:ext>
                  </a:extLst>
                </p:cNvPr>
                <p:cNvSpPr/>
                <p:nvPr/>
              </p:nvSpPr>
              <p:spPr>
                <a:xfrm>
                  <a:off x="11725062" y="2181654"/>
                  <a:ext cx="46842" cy="39214"/>
                </a:xfrm>
                <a:custGeom>
                  <a:avLst/>
                  <a:gdLst>
                    <a:gd name="connsiteX0" fmla="*/ 33016 w 46842"/>
                    <a:gd name="connsiteY0" fmla="*/ 39215 h 39214"/>
                    <a:gd name="connsiteX1" fmla="*/ 25895 w 46842"/>
                    <a:gd name="connsiteY1" fmla="*/ 37232 h 39214"/>
                    <a:gd name="connsiteX2" fmla="*/ 6669 w 46842"/>
                    <a:gd name="connsiteY2" fmla="*/ 25610 h 39214"/>
                    <a:gd name="connsiteX3" fmla="*/ 1987 w 46842"/>
                    <a:gd name="connsiteY3" fmla="*/ 6669 h 39214"/>
                    <a:gd name="connsiteX4" fmla="*/ 20929 w 46842"/>
                    <a:gd name="connsiteY4" fmla="*/ 1987 h 39214"/>
                    <a:gd name="connsiteX5" fmla="*/ 40172 w 46842"/>
                    <a:gd name="connsiteY5" fmla="*/ 13609 h 39214"/>
                    <a:gd name="connsiteX6" fmla="*/ 44858 w 46842"/>
                    <a:gd name="connsiteY6" fmla="*/ 32545 h 39214"/>
                    <a:gd name="connsiteX7" fmla="*/ 33016 w 46842"/>
                    <a:gd name="connsiteY7" fmla="*/ 39215 h 3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842" h="39214">
                      <a:moveTo>
                        <a:pt x="33016" y="39215"/>
                      </a:moveTo>
                      <a:cubicBezTo>
                        <a:pt x="30505" y="39215"/>
                        <a:pt x="28043" y="38529"/>
                        <a:pt x="25895" y="37232"/>
                      </a:cubicBezTo>
                      <a:lnTo>
                        <a:pt x="6669" y="25610"/>
                      </a:lnTo>
                      <a:cubicBezTo>
                        <a:pt x="145" y="21672"/>
                        <a:pt x="-1951" y="13192"/>
                        <a:pt x="1987" y="6669"/>
                      </a:cubicBezTo>
                      <a:cubicBezTo>
                        <a:pt x="5925" y="145"/>
                        <a:pt x="14406" y="-1951"/>
                        <a:pt x="20929" y="1987"/>
                      </a:cubicBezTo>
                      <a:lnTo>
                        <a:pt x="40172" y="13609"/>
                      </a:lnTo>
                      <a:cubicBezTo>
                        <a:pt x="46695" y="17544"/>
                        <a:pt x="48793" y="26022"/>
                        <a:pt x="44858" y="32545"/>
                      </a:cubicBezTo>
                      <a:cubicBezTo>
                        <a:pt x="42355" y="36694"/>
                        <a:pt x="37860" y="39225"/>
                        <a:pt x="33016" y="3921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9" name="Freeform 136">
                  <a:extLst>
                    <a:ext uri="{FF2B5EF4-FFF2-40B4-BE49-F238E27FC236}">
                      <a16:creationId xmlns:a16="http://schemas.microsoft.com/office/drawing/2014/main" id="{1A1D3742-62AD-EADC-1A99-3F27E6D72D4B}"/>
                    </a:ext>
                  </a:extLst>
                </p:cNvPr>
                <p:cNvSpPr/>
                <p:nvPr/>
              </p:nvSpPr>
              <p:spPr>
                <a:xfrm>
                  <a:off x="11702289" y="2201764"/>
                  <a:ext cx="31987" cy="45745"/>
                </a:xfrm>
                <a:custGeom>
                  <a:avLst/>
                  <a:gdLst>
                    <a:gd name="connsiteX0" fmla="*/ 18182 w 31987"/>
                    <a:gd name="connsiteY0" fmla="*/ 45745 h 45745"/>
                    <a:gd name="connsiteX1" fmla="*/ 4784 w 31987"/>
                    <a:gd name="connsiteY1" fmla="*/ 35192 h 45745"/>
                    <a:gd name="connsiteX2" fmla="*/ 387 w 31987"/>
                    <a:gd name="connsiteY2" fmla="*/ 17036 h 45745"/>
                    <a:gd name="connsiteX3" fmla="*/ 10569 w 31987"/>
                    <a:gd name="connsiteY3" fmla="*/ 388 h 45745"/>
                    <a:gd name="connsiteX4" fmla="*/ 27217 w 31987"/>
                    <a:gd name="connsiteY4" fmla="*/ 10570 h 45745"/>
                    <a:gd name="connsiteX5" fmla="*/ 31597 w 31987"/>
                    <a:gd name="connsiteY5" fmla="*/ 28709 h 45745"/>
                    <a:gd name="connsiteX6" fmla="*/ 21437 w 31987"/>
                    <a:gd name="connsiteY6" fmla="*/ 45362 h 45745"/>
                    <a:gd name="connsiteX7" fmla="*/ 21424 w 31987"/>
                    <a:gd name="connsiteY7" fmla="*/ 45366 h 45745"/>
                    <a:gd name="connsiteX8" fmla="*/ 18182 w 31987"/>
                    <a:gd name="connsiteY8" fmla="*/ 45745 h 4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87" h="45745">
                      <a:moveTo>
                        <a:pt x="18182" y="45745"/>
                      </a:moveTo>
                      <a:cubicBezTo>
                        <a:pt x="11816" y="45740"/>
                        <a:pt x="6280" y="41379"/>
                        <a:pt x="4784" y="35192"/>
                      </a:cubicBezTo>
                      <a:lnTo>
                        <a:pt x="387" y="17036"/>
                      </a:lnTo>
                      <a:cubicBezTo>
                        <a:pt x="-1398" y="9626"/>
                        <a:pt x="3160" y="2174"/>
                        <a:pt x="10569" y="388"/>
                      </a:cubicBezTo>
                      <a:cubicBezTo>
                        <a:pt x="17978" y="-1399"/>
                        <a:pt x="25432" y="3160"/>
                        <a:pt x="27217" y="10570"/>
                      </a:cubicBezTo>
                      <a:lnTo>
                        <a:pt x="31597" y="28709"/>
                      </a:lnTo>
                      <a:cubicBezTo>
                        <a:pt x="33390" y="36113"/>
                        <a:pt x="28842" y="43569"/>
                        <a:pt x="21437" y="45362"/>
                      </a:cubicBezTo>
                      <a:cubicBezTo>
                        <a:pt x="21432" y="45364"/>
                        <a:pt x="21428" y="45364"/>
                        <a:pt x="21424" y="45366"/>
                      </a:cubicBezTo>
                      <a:cubicBezTo>
                        <a:pt x="20362" y="45618"/>
                        <a:pt x="19274" y="45745"/>
                        <a:pt x="18182" y="4574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0" name="Freeform 137">
                  <a:extLst>
                    <a:ext uri="{FF2B5EF4-FFF2-40B4-BE49-F238E27FC236}">
                      <a16:creationId xmlns:a16="http://schemas.microsoft.com/office/drawing/2014/main" id="{0A16ED91-E0E5-EDD2-C3A4-58DD89F483CF}"/>
                    </a:ext>
                  </a:extLst>
                </p:cNvPr>
                <p:cNvSpPr/>
                <p:nvPr/>
              </p:nvSpPr>
              <p:spPr>
                <a:xfrm>
                  <a:off x="11665963" y="2194759"/>
                  <a:ext cx="38617" cy="46490"/>
                </a:xfrm>
                <a:custGeom>
                  <a:avLst/>
                  <a:gdLst>
                    <a:gd name="connsiteX0" fmla="*/ 13746 w 38617"/>
                    <a:gd name="connsiteY0" fmla="*/ 46490 h 46490"/>
                    <a:gd name="connsiteX1" fmla="*/ 0 w 38617"/>
                    <a:gd name="connsiteY1" fmla="*/ 32648 h 46490"/>
                    <a:gd name="connsiteX2" fmla="*/ 1848 w 38617"/>
                    <a:gd name="connsiteY2" fmla="*/ 25799 h 46490"/>
                    <a:gd name="connsiteX3" fmla="*/ 12815 w 38617"/>
                    <a:gd name="connsiteY3" fmla="*/ 7004 h 46490"/>
                    <a:gd name="connsiteX4" fmla="*/ 31613 w 38617"/>
                    <a:gd name="connsiteY4" fmla="*/ 1791 h 46490"/>
                    <a:gd name="connsiteX5" fmla="*/ 36827 w 38617"/>
                    <a:gd name="connsiteY5" fmla="*/ 20590 h 46490"/>
                    <a:gd name="connsiteX6" fmla="*/ 36645 w 38617"/>
                    <a:gd name="connsiteY6" fmla="*/ 20902 h 46490"/>
                    <a:gd name="connsiteX7" fmla="*/ 25678 w 38617"/>
                    <a:gd name="connsiteY7" fmla="*/ 39714 h 46490"/>
                    <a:gd name="connsiteX8" fmla="*/ 13746 w 38617"/>
                    <a:gd name="connsiteY8" fmla="*/ 46490 h 46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17" h="46490">
                      <a:moveTo>
                        <a:pt x="13746" y="46490"/>
                      </a:moveTo>
                      <a:cubicBezTo>
                        <a:pt x="6128" y="46463"/>
                        <a:pt x="-27" y="40266"/>
                        <a:pt x="0" y="32648"/>
                      </a:cubicBezTo>
                      <a:cubicBezTo>
                        <a:pt x="9" y="30242"/>
                        <a:pt x="646" y="27882"/>
                        <a:pt x="1848" y="25799"/>
                      </a:cubicBezTo>
                      <a:lnTo>
                        <a:pt x="12815" y="7004"/>
                      </a:lnTo>
                      <a:cubicBezTo>
                        <a:pt x="16566" y="373"/>
                        <a:pt x="24983" y="-1961"/>
                        <a:pt x="31613" y="1791"/>
                      </a:cubicBezTo>
                      <a:cubicBezTo>
                        <a:pt x="38244" y="5542"/>
                        <a:pt x="40578" y="13958"/>
                        <a:pt x="36827" y="20590"/>
                      </a:cubicBezTo>
                      <a:cubicBezTo>
                        <a:pt x="36767" y="20695"/>
                        <a:pt x="36707" y="20798"/>
                        <a:pt x="36645" y="20902"/>
                      </a:cubicBezTo>
                      <a:lnTo>
                        <a:pt x="25678" y="39714"/>
                      </a:lnTo>
                      <a:cubicBezTo>
                        <a:pt x="23186" y="43932"/>
                        <a:pt x="18644" y="46511"/>
                        <a:pt x="13746" y="4649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1" name="Freeform 138">
                  <a:extLst>
                    <a:ext uri="{FF2B5EF4-FFF2-40B4-BE49-F238E27FC236}">
                      <a16:creationId xmlns:a16="http://schemas.microsoft.com/office/drawing/2014/main" id="{D7039ED5-51A2-8D43-3570-4E3B63B79306}"/>
                    </a:ext>
                  </a:extLst>
                </p:cNvPr>
                <p:cNvSpPr/>
                <p:nvPr/>
              </p:nvSpPr>
              <p:spPr>
                <a:xfrm>
                  <a:off x="11642426" y="2171965"/>
                  <a:ext cx="48292" cy="33233"/>
                </a:xfrm>
                <a:custGeom>
                  <a:avLst/>
                  <a:gdLst>
                    <a:gd name="connsiteX0" fmla="*/ 13781 w 48292"/>
                    <a:gd name="connsiteY0" fmla="*/ 33230 h 33233"/>
                    <a:gd name="connsiteX1" fmla="*/ 0 w 48292"/>
                    <a:gd name="connsiteY1" fmla="*/ 19422 h 33233"/>
                    <a:gd name="connsiteX2" fmla="*/ 10177 w 48292"/>
                    <a:gd name="connsiteY2" fmla="*/ 6124 h 33233"/>
                    <a:gd name="connsiteX3" fmla="*/ 30696 w 48292"/>
                    <a:gd name="connsiteY3" fmla="*/ 537 h 33233"/>
                    <a:gd name="connsiteX4" fmla="*/ 47756 w 48292"/>
                    <a:gd name="connsiteY4" fmla="*/ 9999 h 33233"/>
                    <a:gd name="connsiteX5" fmla="*/ 38294 w 48292"/>
                    <a:gd name="connsiteY5" fmla="*/ 27059 h 33233"/>
                    <a:gd name="connsiteX6" fmla="*/ 37921 w 48292"/>
                    <a:gd name="connsiteY6" fmla="*/ 27160 h 33233"/>
                    <a:gd name="connsiteX7" fmla="*/ 17402 w 48292"/>
                    <a:gd name="connsiteY7" fmla="*/ 32833 h 33233"/>
                    <a:gd name="connsiteX8" fmla="*/ 13781 w 48292"/>
                    <a:gd name="connsiteY8" fmla="*/ 33230 h 3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92" h="33233">
                      <a:moveTo>
                        <a:pt x="13781" y="33230"/>
                      </a:moveTo>
                      <a:cubicBezTo>
                        <a:pt x="6162" y="33223"/>
                        <a:pt x="-8" y="27040"/>
                        <a:pt x="0" y="19422"/>
                      </a:cubicBezTo>
                      <a:cubicBezTo>
                        <a:pt x="6" y="13201"/>
                        <a:pt x="4174" y="7755"/>
                        <a:pt x="10177" y="6124"/>
                      </a:cubicBezTo>
                      <a:lnTo>
                        <a:pt x="30696" y="537"/>
                      </a:lnTo>
                      <a:cubicBezTo>
                        <a:pt x="38020" y="-1561"/>
                        <a:pt x="45658" y="2675"/>
                        <a:pt x="47756" y="9999"/>
                      </a:cubicBezTo>
                      <a:cubicBezTo>
                        <a:pt x="49854" y="17323"/>
                        <a:pt x="45618" y="24961"/>
                        <a:pt x="38294" y="27059"/>
                      </a:cubicBezTo>
                      <a:cubicBezTo>
                        <a:pt x="38170" y="27094"/>
                        <a:pt x="38046" y="27128"/>
                        <a:pt x="37921" y="27160"/>
                      </a:cubicBezTo>
                      <a:lnTo>
                        <a:pt x="17402" y="32833"/>
                      </a:lnTo>
                      <a:cubicBezTo>
                        <a:pt x="16217" y="33124"/>
                        <a:pt x="15000" y="33257"/>
                        <a:pt x="13781" y="3323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2" name="Freeform 139">
                  <a:extLst>
                    <a:ext uri="{FF2B5EF4-FFF2-40B4-BE49-F238E27FC236}">
                      <a16:creationId xmlns:a16="http://schemas.microsoft.com/office/drawing/2014/main" id="{4E0E3B1E-0ED8-B7E7-D1B3-F80D668A31CE}"/>
                    </a:ext>
                  </a:extLst>
                </p:cNvPr>
                <p:cNvSpPr/>
                <p:nvPr/>
              </p:nvSpPr>
              <p:spPr>
                <a:xfrm>
                  <a:off x="11647198" y="2133707"/>
                  <a:ext cx="47286" cy="40433"/>
                </a:xfrm>
                <a:custGeom>
                  <a:avLst/>
                  <a:gdLst>
                    <a:gd name="connsiteX0" fmla="*/ 33390 w 47286"/>
                    <a:gd name="connsiteY0" fmla="*/ 40434 h 40433"/>
                    <a:gd name="connsiteX1" fmla="*/ 25872 w 47286"/>
                    <a:gd name="connsiteY1" fmla="*/ 38192 h 40433"/>
                    <a:gd name="connsiteX2" fmla="*/ 6267 w 47286"/>
                    <a:gd name="connsiteY2" fmla="*/ 25363 h 40433"/>
                    <a:gd name="connsiteX3" fmla="*/ 2240 w 47286"/>
                    <a:gd name="connsiteY3" fmla="*/ 6267 h 40433"/>
                    <a:gd name="connsiteX4" fmla="*/ 21337 w 47286"/>
                    <a:gd name="connsiteY4" fmla="*/ 2240 h 40433"/>
                    <a:gd name="connsiteX5" fmla="*/ 41028 w 47286"/>
                    <a:gd name="connsiteY5" fmla="*/ 15086 h 40433"/>
                    <a:gd name="connsiteX6" fmla="*/ 45043 w 47286"/>
                    <a:gd name="connsiteY6" fmla="*/ 34177 h 40433"/>
                    <a:gd name="connsiteX7" fmla="*/ 33476 w 47286"/>
                    <a:gd name="connsiteY7" fmla="*/ 40434 h 4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286" h="40433">
                      <a:moveTo>
                        <a:pt x="33390" y="40434"/>
                      </a:moveTo>
                      <a:cubicBezTo>
                        <a:pt x="30720" y="40430"/>
                        <a:pt x="28108" y="39651"/>
                        <a:pt x="25872" y="38192"/>
                      </a:cubicBezTo>
                      <a:lnTo>
                        <a:pt x="6267" y="25363"/>
                      </a:lnTo>
                      <a:cubicBezTo>
                        <a:pt x="-119" y="21202"/>
                        <a:pt x="-1921" y="12652"/>
                        <a:pt x="2240" y="6267"/>
                      </a:cubicBezTo>
                      <a:cubicBezTo>
                        <a:pt x="6402" y="-119"/>
                        <a:pt x="14952" y="-1921"/>
                        <a:pt x="21337" y="2240"/>
                      </a:cubicBezTo>
                      <a:lnTo>
                        <a:pt x="41028" y="15086"/>
                      </a:lnTo>
                      <a:cubicBezTo>
                        <a:pt x="47409" y="19249"/>
                        <a:pt x="49206" y="27797"/>
                        <a:pt x="45043" y="34177"/>
                      </a:cubicBezTo>
                      <a:cubicBezTo>
                        <a:pt x="42494" y="38085"/>
                        <a:pt x="38142" y="40439"/>
                        <a:pt x="33476" y="4043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3" name="Freeform 140">
                  <a:extLst>
                    <a:ext uri="{FF2B5EF4-FFF2-40B4-BE49-F238E27FC236}">
                      <a16:creationId xmlns:a16="http://schemas.microsoft.com/office/drawing/2014/main" id="{C805CE0A-DB40-9614-73D2-0CBE9FAF29DA}"/>
                    </a:ext>
                  </a:extLst>
                </p:cNvPr>
                <p:cNvSpPr/>
                <p:nvPr/>
              </p:nvSpPr>
              <p:spPr>
                <a:xfrm>
                  <a:off x="11662660" y="2132016"/>
                  <a:ext cx="94148" cy="94146"/>
                </a:xfrm>
                <a:custGeom>
                  <a:avLst/>
                  <a:gdLst>
                    <a:gd name="connsiteX0" fmla="*/ 47086 w 94148"/>
                    <a:gd name="connsiteY0" fmla="*/ 94147 h 94146"/>
                    <a:gd name="connsiteX1" fmla="*/ 0 w 94148"/>
                    <a:gd name="connsiteY1" fmla="*/ 47086 h 94146"/>
                    <a:gd name="connsiteX2" fmla="*/ 47061 w 94148"/>
                    <a:gd name="connsiteY2" fmla="*/ 0 h 94146"/>
                    <a:gd name="connsiteX3" fmla="*/ 92900 w 94148"/>
                    <a:gd name="connsiteY3" fmla="*/ 36314 h 94146"/>
                    <a:gd name="connsiteX4" fmla="*/ 92900 w 94148"/>
                    <a:gd name="connsiteY4" fmla="*/ 36314 h 94146"/>
                    <a:gd name="connsiteX5" fmla="*/ 57755 w 94148"/>
                    <a:gd name="connsiteY5" fmla="*/ 92910 h 94146"/>
                    <a:gd name="connsiteX6" fmla="*/ 47086 w 94148"/>
                    <a:gd name="connsiteY6" fmla="*/ 94147 h 94146"/>
                    <a:gd name="connsiteX7" fmla="*/ 47086 w 94148"/>
                    <a:gd name="connsiteY7" fmla="*/ 27589 h 94146"/>
                    <a:gd name="connsiteX8" fmla="*/ 42620 w 94148"/>
                    <a:gd name="connsiteY8" fmla="*/ 28106 h 94146"/>
                    <a:gd name="connsiteX9" fmla="*/ 28110 w 94148"/>
                    <a:gd name="connsiteY9" fmla="*/ 51531 h 94146"/>
                    <a:gd name="connsiteX10" fmla="*/ 51535 w 94148"/>
                    <a:gd name="connsiteY10" fmla="*/ 66041 h 94146"/>
                    <a:gd name="connsiteX11" fmla="*/ 66043 w 94148"/>
                    <a:gd name="connsiteY11" fmla="*/ 42671 h 94146"/>
                    <a:gd name="connsiteX12" fmla="*/ 66036 w 94148"/>
                    <a:gd name="connsiteY12" fmla="*/ 42642 h 94146"/>
                    <a:gd name="connsiteX13" fmla="*/ 66036 w 94148"/>
                    <a:gd name="connsiteY13" fmla="*/ 42642 h 94146"/>
                    <a:gd name="connsiteX14" fmla="*/ 47086 w 94148"/>
                    <a:gd name="connsiteY14" fmla="*/ 27589 h 9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148" h="94146">
                      <a:moveTo>
                        <a:pt x="47086" y="94147"/>
                      </a:moveTo>
                      <a:cubicBezTo>
                        <a:pt x="21088" y="94154"/>
                        <a:pt x="7" y="73084"/>
                        <a:pt x="0" y="47086"/>
                      </a:cubicBezTo>
                      <a:cubicBezTo>
                        <a:pt x="-7" y="21088"/>
                        <a:pt x="21063" y="7"/>
                        <a:pt x="47061" y="0"/>
                      </a:cubicBezTo>
                      <a:cubicBezTo>
                        <a:pt x="68919" y="-6"/>
                        <a:pt x="87905" y="15035"/>
                        <a:pt x="92900" y="36314"/>
                      </a:cubicBezTo>
                      <a:lnTo>
                        <a:pt x="92900" y="36314"/>
                      </a:lnTo>
                      <a:cubicBezTo>
                        <a:pt x="98823" y="61647"/>
                        <a:pt x="83089" y="86986"/>
                        <a:pt x="57755" y="92910"/>
                      </a:cubicBezTo>
                      <a:cubicBezTo>
                        <a:pt x="54257" y="93728"/>
                        <a:pt x="50678" y="94143"/>
                        <a:pt x="47086" y="94147"/>
                      </a:cubicBezTo>
                      <a:close/>
                      <a:moveTo>
                        <a:pt x="47086" y="27589"/>
                      </a:moveTo>
                      <a:cubicBezTo>
                        <a:pt x="45582" y="27592"/>
                        <a:pt x="44084" y="27766"/>
                        <a:pt x="42620" y="28106"/>
                      </a:cubicBezTo>
                      <a:cubicBezTo>
                        <a:pt x="32145" y="30568"/>
                        <a:pt x="25648" y="41055"/>
                        <a:pt x="28110" y="51531"/>
                      </a:cubicBezTo>
                      <a:cubicBezTo>
                        <a:pt x="30572" y="62006"/>
                        <a:pt x="41059" y="68503"/>
                        <a:pt x="51535" y="66041"/>
                      </a:cubicBezTo>
                      <a:cubicBezTo>
                        <a:pt x="61994" y="63594"/>
                        <a:pt x="68490" y="53131"/>
                        <a:pt x="66043" y="42671"/>
                      </a:cubicBezTo>
                      <a:cubicBezTo>
                        <a:pt x="66041" y="42662"/>
                        <a:pt x="66038" y="42652"/>
                        <a:pt x="66036" y="42642"/>
                      </a:cubicBezTo>
                      <a:lnTo>
                        <a:pt x="66036" y="42642"/>
                      </a:lnTo>
                      <a:cubicBezTo>
                        <a:pt x="63973" y="33838"/>
                        <a:pt x="56129" y="27606"/>
                        <a:pt x="47086" y="27589"/>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sp>
        <p:nvSpPr>
          <p:cNvPr id="43" name="Arrow: Pentagon 277">
            <a:extLst>
              <a:ext uri="{FF2B5EF4-FFF2-40B4-BE49-F238E27FC236}">
                <a16:creationId xmlns:a16="http://schemas.microsoft.com/office/drawing/2014/main" id="{F6A6DD14-3AFA-B319-5997-3F943EEC808C}"/>
              </a:ext>
            </a:extLst>
          </p:cNvPr>
          <p:cNvSpPr/>
          <p:nvPr/>
        </p:nvSpPr>
        <p:spPr>
          <a:xfrm>
            <a:off x="1075577" y="1362494"/>
            <a:ext cx="1643664" cy="964154"/>
          </a:xfrm>
          <a:prstGeom prst="homePlate">
            <a:avLst>
              <a:gd name="adj" fmla="val 30009"/>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21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Initiate</a:t>
            </a:r>
          </a:p>
        </p:txBody>
      </p:sp>
      <p:sp>
        <p:nvSpPr>
          <p:cNvPr id="44" name="Arrow: Pentagon 277">
            <a:extLst>
              <a:ext uri="{FF2B5EF4-FFF2-40B4-BE49-F238E27FC236}">
                <a16:creationId xmlns:a16="http://schemas.microsoft.com/office/drawing/2014/main" id="{6E6A5A3B-0391-8CFA-0F77-6A00ED4B9F63}"/>
              </a:ext>
            </a:extLst>
          </p:cNvPr>
          <p:cNvSpPr/>
          <p:nvPr/>
        </p:nvSpPr>
        <p:spPr>
          <a:xfrm>
            <a:off x="14299" y="1362494"/>
            <a:ext cx="1376502" cy="964154"/>
          </a:xfrm>
          <a:prstGeom prst="homePlate">
            <a:avLst>
              <a:gd name="adj" fmla="val 30009"/>
            </a:avLst>
          </a:prstGeom>
          <a:gradFill>
            <a:gsLst>
              <a:gs pos="0">
                <a:schemeClr val="bg2">
                  <a:lumMod val="50000"/>
                </a:schemeClr>
              </a:gs>
              <a:gs pos="10000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Discover</a:t>
            </a:r>
          </a:p>
        </p:txBody>
      </p:sp>
      <p:grpSp>
        <p:nvGrpSpPr>
          <p:cNvPr id="45" name="Group 44">
            <a:extLst>
              <a:ext uri="{FF2B5EF4-FFF2-40B4-BE49-F238E27FC236}">
                <a16:creationId xmlns:a16="http://schemas.microsoft.com/office/drawing/2014/main" id="{288BDA58-AE6A-A691-A414-BF9820CFF2FE}"/>
              </a:ext>
            </a:extLst>
          </p:cNvPr>
          <p:cNvGrpSpPr/>
          <p:nvPr/>
        </p:nvGrpSpPr>
        <p:grpSpPr>
          <a:xfrm>
            <a:off x="433241" y="1484737"/>
            <a:ext cx="471791" cy="471791"/>
            <a:chOff x="1650814" y="1570462"/>
            <a:chExt cx="471791" cy="471791"/>
          </a:xfrm>
        </p:grpSpPr>
        <p:sp>
          <p:nvSpPr>
            <p:cNvPr id="56" name="Oval 55">
              <a:extLst>
                <a:ext uri="{FF2B5EF4-FFF2-40B4-BE49-F238E27FC236}">
                  <a16:creationId xmlns:a16="http://schemas.microsoft.com/office/drawing/2014/main" id="{52EE0031-6CF1-44AD-F5D4-0D6803060D3E}"/>
                </a:ext>
              </a:extLst>
            </p:cNvPr>
            <p:cNvSpPr/>
            <p:nvPr/>
          </p:nvSpPr>
          <p:spPr>
            <a:xfrm>
              <a:off x="1650814"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57" name="Graphic 43">
              <a:extLst>
                <a:ext uri="{FF2B5EF4-FFF2-40B4-BE49-F238E27FC236}">
                  <a16:creationId xmlns:a16="http://schemas.microsoft.com/office/drawing/2014/main" id="{1706A62E-3E79-1AFB-6529-DF53EDB4D890}"/>
                </a:ext>
              </a:extLst>
            </p:cNvPr>
            <p:cNvGrpSpPr/>
            <p:nvPr/>
          </p:nvGrpSpPr>
          <p:grpSpPr>
            <a:xfrm>
              <a:off x="1750604" y="1669584"/>
              <a:ext cx="272210" cy="273546"/>
              <a:chOff x="1759940" y="1793479"/>
              <a:chExt cx="449934" cy="452143"/>
            </a:xfrm>
          </p:grpSpPr>
          <p:sp>
            <p:nvSpPr>
              <p:cNvPr id="58" name="Freeform: Shape 57">
                <a:extLst>
                  <a:ext uri="{FF2B5EF4-FFF2-40B4-BE49-F238E27FC236}">
                    <a16:creationId xmlns:a16="http://schemas.microsoft.com/office/drawing/2014/main" id="{E2B4A7D4-D515-F05F-BBD3-5FDA35D82012}"/>
                  </a:ext>
                </a:extLst>
              </p:cNvPr>
              <p:cNvSpPr/>
              <p:nvPr/>
            </p:nvSpPr>
            <p:spPr>
              <a:xfrm>
                <a:off x="1759940"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0" y="43107"/>
                      <a:pt x="0" y="33458"/>
                      <a:pt x="0" y="21554"/>
                    </a:cubicBezTo>
                    <a:cubicBezTo>
                      <a:pt x="0" y="9650"/>
                      <a:pt x="9650" y="0"/>
                      <a:pt x="21554" y="0"/>
                    </a:cubicBezTo>
                    <a:lnTo>
                      <a:pt x="61967" y="0"/>
                    </a:lnTo>
                    <a:cubicBezTo>
                      <a:pt x="73871" y="0"/>
                      <a:pt x="83521" y="9650"/>
                      <a:pt x="83521" y="21554"/>
                    </a:cubicBezTo>
                    <a:cubicBezTo>
                      <a:pt x="83521" y="33458"/>
                      <a:pt x="73871" y="43107"/>
                      <a:pt x="61967" y="43107"/>
                    </a:cubicBezTo>
                    <a:close/>
                  </a:path>
                </a:pathLst>
              </a:custGeom>
              <a:solidFill>
                <a:srgbClr val="EF463C"/>
              </a:solidFill>
              <a:ln w="2667" cap="flat">
                <a:noFill/>
                <a:prstDash val="solid"/>
                <a:miter/>
              </a:ln>
            </p:spPr>
            <p:txBody>
              <a:bodyPr rtlCol="0" anchor="ctr"/>
              <a:lstStyle/>
              <a:p>
                <a:endParaRPr lang="en-MY"/>
              </a:p>
            </p:txBody>
          </p:sp>
          <p:grpSp>
            <p:nvGrpSpPr>
              <p:cNvPr id="59" name="Graphic 43">
                <a:extLst>
                  <a:ext uri="{FF2B5EF4-FFF2-40B4-BE49-F238E27FC236}">
                    <a16:creationId xmlns:a16="http://schemas.microsoft.com/office/drawing/2014/main" id="{B9B9E045-8D6D-1960-983A-37F30C0A892A}"/>
                  </a:ext>
                </a:extLst>
              </p:cNvPr>
              <p:cNvGrpSpPr/>
              <p:nvPr/>
            </p:nvGrpSpPr>
            <p:grpSpPr>
              <a:xfrm>
                <a:off x="1853403" y="1895374"/>
                <a:ext cx="263656" cy="350248"/>
                <a:chOff x="1853403" y="1895374"/>
                <a:chExt cx="263656" cy="350248"/>
              </a:xfrm>
            </p:grpSpPr>
            <p:sp>
              <p:nvSpPr>
                <p:cNvPr id="64" name="Freeform: Shape 63">
                  <a:extLst>
                    <a:ext uri="{FF2B5EF4-FFF2-40B4-BE49-F238E27FC236}">
                      <a16:creationId xmlns:a16="http://schemas.microsoft.com/office/drawing/2014/main" id="{44F64570-1E76-66B9-323F-AF60AA7EFBB0}"/>
                    </a:ext>
                  </a:extLst>
                </p:cNvPr>
                <p:cNvSpPr/>
                <p:nvPr/>
              </p:nvSpPr>
              <p:spPr>
                <a:xfrm>
                  <a:off x="1853403" y="1895374"/>
                  <a:ext cx="263656" cy="256435"/>
                </a:xfrm>
                <a:custGeom>
                  <a:avLst/>
                  <a:gdLst>
                    <a:gd name="connsiteX0" fmla="*/ 182506 w 263656"/>
                    <a:gd name="connsiteY0" fmla="*/ 256436 h 256435"/>
                    <a:gd name="connsiteX1" fmla="*/ 160954 w 263656"/>
                    <a:gd name="connsiteY1" fmla="*/ 234879 h 256435"/>
                    <a:gd name="connsiteX2" fmla="*/ 174936 w 263656"/>
                    <a:gd name="connsiteY2" fmla="*/ 214702 h 256435"/>
                    <a:gd name="connsiteX3" fmla="*/ 220549 w 263656"/>
                    <a:gd name="connsiteY3" fmla="*/ 128891 h 256435"/>
                    <a:gd name="connsiteX4" fmla="*/ 131828 w 263656"/>
                    <a:gd name="connsiteY4" fmla="*/ 43107 h 256435"/>
                    <a:gd name="connsiteX5" fmla="*/ 43107 w 263656"/>
                    <a:gd name="connsiteY5" fmla="*/ 128891 h 256435"/>
                    <a:gd name="connsiteX6" fmla="*/ 90310 w 263656"/>
                    <a:gd name="connsiteY6" fmla="*/ 214271 h 256435"/>
                    <a:gd name="connsiteX7" fmla="*/ 103140 w 263656"/>
                    <a:gd name="connsiteY7" fmla="*/ 241922 h 256435"/>
                    <a:gd name="connsiteX8" fmla="*/ 75490 w 263656"/>
                    <a:gd name="connsiteY8" fmla="*/ 254752 h 256435"/>
                    <a:gd name="connsiteX9" fmla="*/ 74630 w 263656"/>
                    <a:gd name="connsiteY9" fmla="*/ 254415 h 256435"/>
                    <a:gd name="connsiteX10" fmla="*/ 0 w 263656"/>
                    <a:gd name="connsiteY10" fmla="*/ 128891 h 256435"/>
                    <a:gd name="connsiteX11" fmla="*/ 131828 w 263656"/>
                    <a:gd name="connsiteY11" fmla="*/ 0 h 256435"/>
                    <a:gd name="connsiteX12" fmla="*/ 263656 w 263656"/>
                    <a:gd name="connsiteY12" fmla="*/ 128891 h 256435"/>
                    <a:gd name="connsiteX13" fmla="*/ 190077 w 263656"/>
                    <a:gd name="connsiteY13" fmla="*/ 255062 h 256435"/>
                    <a:gd name="connsiteX14" fmla="*/ 182506 w 263656"/>
                    <a:gd name="connsiteY14" fmla="*/ 256436 h 25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656" h="256435">
                      <a:moveTo>
                        <a:pt x="182506" y="256436"/>
                      </a:moveTo>
                      <a:cubicBezTo>
                        <a:pt x="170603" y="256436"/>
                        <a:pt x="160953" y="246785"/>
                        <a:pt x="160954" y="234879"/>
                      </a:cubicBezTo>
                      <a:cubicBezTo>
                        <a:pt x="160955" y="225897"/>
                        <a:pt x="166527" y="217857"/>
                        <a:pt x="174936" y="214702"/>
                      </a:cubicBezTo>
                      <a:cubicBezTo>
                        <a:pt x="205192" y="203360"/>
                        <a:pt x="220549" y="174478"/>
                        <a:pt x="220549" y="128891"/>
                      </a:cubicBezTo>
                      <a:cubicBezTo>
                        <a:pt x="220549" y="79183"/>
                        <a:pt x="183234" y="43107"/>
                        <a:pt x="131828" y="43107"/>
                      </a:cubicBezTo>
                      <a:cubicBezTo>
                        <a:pt x="80422" y="43107"/>
                        <a:pt x="43107" y="79183"/>
                        <a:pt x="43107" y="128891"/>
                      </a:cubicBezTo>
                      <a:cubicBezTo>
                        <a:pt x="43107" y="159417"/>
                        <a:pt x="51190" y="198941"/>
                        <a:pt x="90310" y="214271"/>
                      </a:cubicBezTo>
                      <a:cubicBezTo>
                        <a:pt x="101488" y="218364"/>
                        <a:pt x="107233" y="230744"/>
                        <a:pt x="103140" y="241922"/>
                      </a:cubicBezTo>
                      <a:cubicBezTo>
                        <a:pt x="99048" y="253100"/>
                        <a:pt x="86669" y="258844"/>
                        <a:pt x="75490" y="254752"/>
                      </a:cubicBezTo>
                      <a:cubicBezTo>
                        <a:pt x="75201" y="254644"/>
                        <a:pt x="74914" y="254533"/>
                        <a:pt x="74630" y="254415"/>
                      </a:cubicBezTo>
                      <a:cubicBezTo>
                        <a:pt x="26511" y="235555"/>
                        <a:pt x="0" y="191020"/>
                        <a:pt x="0" y="128891"/>
                      </a:cubicBezTo>
                      <a:cubicBezTo>
                        <a:pt x="0" y="55393"/>
                        <a:pt x="56579" y="0"/>
                        <a:pt x="131828" y="0"/>
                      </a:cubicBezTo>
                      <a:cubicBezTo>
                        <a:pt x="207078" y="0"/>
                        <a:pt x="263656" y="55474"/>
                        <a:pt x="263656" y="128891"/>
                      </a:cubicBezTo>
                      <a:cubicBezTo>
                        <a:pt x="263656" y="210364"/>
                        <a:pt x="223647" y="242480"/>
                        <a:pt x="190077" y="255062"/>
                      </a:cubicBezTo>
                      <a:cubicBezTo>
                        <a:pt x="187655" y="255970"/>
                        <a:pt x="185093" y="256436"/>
                        <a:pt x="182506" y="256436"/>
                      </a:cubicBezTo>
                      <a:close/>
                    </a:path>
                  </a:pathLst>
                </a:custGeom>
                <a:solidFill>
                  <a:srgbClr val="C42828"/>
                </a:solidFill>
                <a:ln w="2667" cap="flat">
                  <a:noFill/>
                  <a:prstDash val="solid"/>
                  <a:miter/>
                </a:ln>
              </p:spPr>
              <p:txBody>
                <a:bodyPr rtlCol="0" anchor="ctr"/>
                <a:lstStyle/>
                <a:p>
                  <a:endParaRPr lang="en-MY"/>
                </a:p>
              </p:txBody>
            </p:sp>
            <p:sp>
              <p:nvSpPr>
                <p:cNvPr id="65" name="Freeform: Shape 64">
                  <a:extLst>
                    <a:ext uri="{FF2B5EF4-FFF2-40B4-BE49-F238E27FC236}">
                      <a16:creationId xmlns:a16="http://schemas.microsoft.com/office/drawing/2014/main" id="{2B31F6D6-D1DB-724B-8C52-72D68C039B4C}"/>
                    </a:ext>
                  </a:extLst>
                </p:cNvPr>
                <p:cNvSpPr/>
                <p:nvPr/>
              </p:nvSpPr>
              <p:spPr>
                <a:xfrm>
                  <a:off x="1923883" y="2151082"/>
                  <a:ext cx="122883" cy="43107"/>
                </a:xfrm>
                <a:custGeom>
                  <a:avLst/>
                  <a:gdLst>
                    <a:gd name="connsiteX0" fmla="*/ 101330 w 122883"/>
                    <a:gd name="connsiteY0" fmla="*/ 43107 h 43107"/>
                    <a:gd name="connsiteX1" fmla="*/ 21554 w 122883"/>
                    <a:gd name="connsiteY1" fmla="*/ 43107 h 43107"/>
                    <a:gd name="connsiteX2" fmla="*/ 0 w 122883"/>
                    <a:gd name="connsiteY2" fmla="*/ 21554 h 43107"/>
                    <a:gd name="connsiteX3" fmla="*/ 21554 w 122883"/>
                    <a:gd name="connsiteY3" fmla="*/ 0 h 43107"/>
                    <a:gd name="connsiteX4" fmla="*/ 101330 w 122883"/>
                    <a:gd name="connsiteY4" fmla="*/ 0 h 43107"/>
                    <a:gd name="connsiteX5" fmla="*/ 122883 w 122883"/>
                    <a:gd name="connsiteY5" fmla="*/ 21554 h 43107"/>
                    <a:gd name="connsiteX6" fmla="*/ 101330 w 122883"/>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883" h="43107">
                      <a:moveTo>
                        <a:pt x="101330" y="43107"/>
                      </a:moveTo>
                      <a:lnTo>
                        <a:pt x="21554" y="43107"/>
                      </a:lnTo>
                      <a:cubicBezTo>
                        <a:pt x="9650" y="43107"/>
                        <a:pt x="0" y="33457"/>
                        <a:pt x="0" y="21554"/>
                      </a:cubicBezTo>
                      <a:cubicBezTo>
                        <a:pt x="0" y="9651"/>
                        <a:pt x="9650" y="0"/>
                        <a:pt x="21554" y="0"/>
                      </a:cubicBezTo>
                      <a:lnTo>
                        <a:pt x="101330" y="0"/>
                      </a:lnTo>
                      <a:cubicBezTo>
                        <a:pt x="113233" y="0"/>
                        <a:pt x="122883" y="9651"/>
                        <a:pt x="122883" y="21554"/>
                      </a:cubicBezTo>
                      <a:cubicBezTo>
                        <a:pt x="122883" y="33457"/>
                        <a:pt x="113233" y="43107"/>
                        <a:pt x="101330" y="43107"/>
                      </a:cubicBezTo>
                      <a:close/>
                    </a:path>
                  </a:pathLst>
                </a:custGeom>
                <a:solidFill>
                  <a:srgbClr val="EF463C"/>
                </a:solidFill>
                <a:ln w="2667" cap="flat">
                  <a:noFill/>
                  <a:prstDash val="solid"/>
                  <a:miter/>
                </a:ln>
              </p:spPr>
              <p:txBody>
                <a:bodyPr rtlCol="0" anchor="ctr"/>
                <a:lstStyle/>
                <a:p>
                  <a:endParaRPr lang="en-MY"/>
                </a:p>
              </p:txBody>
            </p:sp>
            <p:sp>
              <p:nvSpPr>
                <p:cNvPr id="66" name="Freeform: Shape 65">
                  <a:extLst>
                    <a:ext uri="{FF2B5EF4-FFF2-40B4-BE49-F238E27FC236}">
                      <a16:creationId xmlns:a16="http://schemas.microsoft.com/office/drawing/2014/main" id="{F9441FCE-A40F-3EFE-016C-5F811BE08189}"/>
                    </a:ext>
                  </a:extLst>
                </p:cNvPr>
                <p:cNvSpPr/>
                <p:nvPr/>
              </p:nvSpPr>
              <p:spPr>
                <a:xfrm>
                  <a:off x="1923883" y="2202515"/>
                  <a:ext cx="120835" cy="43107"/>
                </a:xfrm>
                <a:custGeom>
                  <a:avLst/>
                  <a:gdLst>
                    <a:gd name="connsiteX0" fmla="*/ 99282 w 120835"/>
                    <a:gd name="connsiteY0" fmla="*/ 43107 h 43107"/>
                    <a:gd name="connsiteX1" fmla="*/ 21554 w 120835"/>
                    <a:gd name="connsiteY1" fmla="*/ 43107 h 43107"/>
                    <a:gd name="connsiteX2" fmla="*/ 0 w 120835"/>
                    <a:gd name="connsiteY2" fmla="*/ 21554 h 43107"/>
                    <a:gd name="connsiteX3" fmla="*/ 21554 w 120835"/>
                    <a:gd name="connsiteY3" fmla="*/ 0 h 43107"/>
                    <a:gd name="connsiteX4" fmla="*/ 99282 w 120835"/>
                    <a:gd name="connsiteY4" fmla="*/ 0 h 43107"/>
                    <a:gd name="connsiteX5" fmla="*/ 120836 w 120835"/>
                    <a:gd name="connsiteY5" fmla="*/ 21554 h 43107"/>
                    <a:gd name="connsiteX6" fmla="*/ 99282 w 120835"/>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35" h="43107">
                      <a:moveTo>
                        <a:pt x="99282" y="43107"/>
                      </a:moveTo>
                      <a:lnTo>
                        <a:pt x="21554" y="43107"/>
                      </a:lnTo>
                      <a:cubicBezTo>
                        <a:pt x="9650" y="43107"/>
                        <a:pt x="0" y="33457"/>
                        <a:pt x="0" y="21554"/>
                      </a:cubicBezTo>
                      <a:cubicBezTo>
                        <a:pt x="0" y="9651"/>
                        <a:pt x="9650" y="0"/>
                        <a:pt x="21554" y="0"/>
                      </a:cubicBezTo>
                      <a:lnTo>
                        <a:pt x="99282" y="0"/>
                      </a:lnTo>
                      <a:cubicBezTo>
                        <a:pt x="111185" y="0"/>
                        <a:pt x="120836" y="9651"/>
                        <a:pt x="120836" y="21554"/>
                      </a:cubicBezTo>
                      <a:cubicBezTo>
                        <a:pt x="120836" y="33457"/>
                        <a:pt x="111185" y="43107"/>
                        <a:pt x="99282" y="43107"/>
                      </a:cubicBezTo>
                      <a:close/>
                    </a:path>
                  </a:pathLst>
                </a:custGeom>
                <a:solidFill>
                  <a:srgbClr val="EF463C"/>
                </a:solidFill>
                <a:ln w="2667" cap="flat">
                  <a:noFill/>
                  <a:prstDash val="solid"/>
                  <a:miter/>
                </a:ln>
              </p:spPr>
              <p:txBody>
                <a:bodyPr rtlCol="0" anchor="ctr"/>
                <a:lstStyle/>
                <a:p>
                  <a:endParaRPr lang="en-MY"/>
                </a:p>
              </p:txBody>
            </p:sp>
            <p:sp>
              <p:nvSpPr>
                <p:cNvPr id="67" name="Freeform: Shape 66">
                  <a:extLst>
                    <a:ext uri="{FF2B5EF4-FFF2-40B4-BE49-F238E27FC236}">
                      <a16:creationId xmlns:a16="http://schemas.microsoft.com/office/drawing/2014/main" id="{B9E20D52-36D9-E65E-37AF-37E5D65A3238}"/>
                    </a:ext>
                  </a:extLst>
                </p:cNvPr>
                <p:cNvSpPr/>
                <p:nvPr/>
              </p:nvSpPr>
              <p:spPr>
                <a:xfrm>
                  <a:off x="1915154" y="2109268"/>
                  <a:ext cx="140341" cy="136354"/>
                </a:xfrm>
                <a:custGeom>
                  <a:avLst/>
                  <a:gdLst>
                    <a:gd name="connsiteX0" fmla="*/ 118788 w 140341"/>
                    <a:gd name="connsiteY0" fmla="*/ 136354 h 136354"/>
                    <a:gd name="connsiteX1" fmla="*/ 21554 w 140341"/>
                    <a:gd name="connsiteY1" fmla="*/ 136354 h 136354"/>
                    <a:gd name="connsiteX2" fmla="*/ 0 w 140341"/>
                    <a:gd name="connsiteY2" fmla="*/ 114801 h 136354"/>
                    <a:gd name="connsiteX3" fmla="*/ 0 w 140341"/>
                    <a:gd name="connsiteY3" fmla="*/ 21554 h 136354"/>
                    <a:gd name="connsiteX4" fmla="*/ 21554 w 140341"/>
                    <a:gd name="connsiteY4" fmla="*/ 0 h 136354"/>
                    <a:gd name="connsiteX5" fmla="*/ 43107 w 140341"/>
                    <a:gd name="connsiteY5" fmla="*/ 21554 h 136354"/>
                    <a:gd name="connsiteX6" fmla="*/ 43107 w 140341"/>
                    <a:gd name="connsiteY6" fmla="*/ 93247 h 136354"/>
                    <a:gd name="connsiteX7" fmla="*/ 97234 w 140341"/>
                    <a:gd name="connsiteY7" fmla="*/ 93247 h 136354"/>
                    <a:gd name="connsiteX8" fmla="*/ 97234 w 140341"/>
                    <a:gd name="connsiteY8" fmla="*/ 22955 h 136354"/>
                    <a:gd name="connsiteX9" fmla="*/ 118788 w 140341"/>
                    <a:gd name="connsiteY9" fmla="*/ 1401 h 136354"/>
                    <a:gd name="connsiteX10" fmla="*/ 140342 w 140341"/>
                    <a:gd name="connsiteY10" fmla="*/ 22955 h 136354"/>
                    <a:gd name="connsiteX11" fmla="*/ 140342 w 140341"/>
                    <a:gd name="connsiteY11" fmla="*/ 114801 h 136354"/>
                    <a:gd name="connsiteX12" fmla="*/ 118788 w 140341"/>
                    <a:gd name="connsiteY12" fmla="*/ 136354 h 13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341" h="136354">
                      <a:moveTo>
                        <a:pt x="118788" y="136354"/>
                      </a:moveTo>
                      <a:lnTo>
                        <a:pt x="21554" y="136354"/>
                      </a:lnTo>
                      <a:cubicBezTo>
                        <a:pt x="9650" y="136354"/>
                        <a:pt x="0" y="126704"/>
                        <a:pt x="0" y="114801"/>
                      </a:cubicBezTo>
                      <a:lnTo>
                        <a:pt x="0" y="21554"/>
                      </a:lnTo>
                      <a:cubicBezTo>
                        <a:pt x="0" y="9651"/>
                        <a:pt x="9650" y="0"/>
                        <a:pt x="21554" y="0"/>
                      </a:cubicBezTo>
                      <a:cubicBezTo>
                        <a:pt x="33458" y="0"/>
                        <a:pt x="43107" y="9651"/>
                        <a:pt x="43107" y="21554"/>
                      </a:cubicBezTo>
                      <a:lnTo>
                        <a:pt x="43107" y="93247"/>
                      </a:lnTo>
                      <a:lnTo>
                        <a:pt x="97234" y="93247"/>
                      </a:lnTo>
                      <a:lnTo>
                        <a:pt x="97234" y="22955"/>
                      </a:lnTo>
                      <a:cubicBezTo>
                        <a:pt x="97234" y="11052"/>
                        <a:pt x="106885" y="1401"/>
                        <a:pt x="118788" y="1401"/>
                      </a:cubicBezTo>
                      <a:cubicBezTo>
                        <a:pt x="130691" y="1401"/>
                        <a:pt x="140342" y="11052"/>
                        <a:pt x="140342" y="22955"/>
                      </a:cubicBezTo>
                      <a:lnTo>
                        <a:pt x="140342" y="114801"/>
                      </a:lnTo>
                      <a:cubicBezTo>
                        <a:pt x="140342" y="126704"/>
                        <a:pt x="130691" y="136354"/>
                        <a:pt x="118788" y="136354"/>
                      </a:cubicBezTo>
                      <a:close/>
                    </a:path>
                  </a:pathLst>
                </a:custGeom>
                <a:solidFill>
                  <a:srgbClr val="C42828"/>
                </a:solidFill>
                <a:ln w="2667" cap="flat">
                  <a:noFill/>
                  <a:prstDash val="solid"/>
                  <a:miter/>
                </a:ln>
              </p:spPr>
              <p:txBody>
                <a:bodyPr rtlCol="0" anchor="ctr"/>
                <a:lstStyle/>
                <a:p>
                  <a:endParaRPr lang="en-MY"/>
                </a:p>
              </p:txBody>
            </p:sp>
          </p:grpSp>
          <p:sp>
            <p:nvSpPr>
              <p:cNvPr id="60" name="Freeform: Shape 59">
                <a:extLst>
                  <a:ext uri="{FF2B5EF4-FFF2-40B4-BE49-F238E27FC236}">
                    <a16:creationId xmlns:a16="http://schemas.microsoft.com/office/drawing/2014/main" id="{EFA4E754-7110-0BCC-2F39-AEA448E049E8}"/>
                  </a:ext>
                </a:extLst>
              </p:cNvPr>
              <p:cNvSpPr/>
              <p:nvPr/>
            </p:nvSpPr>
            <p:spPr>
              <a:xfrm>
                <a:off x="2078461" y="1845892"/>
                <a:ext cx="77396" cy="77393"/>
              </a:xfrm>
              <a:custGeom>
                <a:avLst/>
                <a:gdLst>
                  <a:gd name="connsiteX0" fmla="*/ 21543 w 77396"/>
                  <a:gd name="connsiteY0" fmla="*/ 77394 h 77393"/>
                  <a:gd name="connsiteX1" fmla="*/ 0 w 77396"/>
                  <a:gd name="connsiteY1" fmla="*/ 55830 h 77393"/>
                  <a:gd name="connsiteX2" fmla="*/ 6321 w 77396"/>
                  <a:gd name="connsiteY2" fmla="*/ 40591 h 77393"/>
                  <a:gd name="connsiteX3" fmla="*/ 40591 w 77396"/>
                  <a:gd name="connsiteY3" fmla="*/ 6320 h 77393"/>
                  <a:gd name="connsiteX4" fmla="*/ 71076 w 77396"/>
                  <a:gd name="connsiteY4" fmla="*/ 6307 h 77393"/>
                  <a:gd name="connsiteX5" fmla="*/ 71090 w 77396"/>
                  <a:gd name="connsiteY5" fmla="*/ 36792 h 77393"/>
                  <a:gd name="connsiteX6" fmla="*/ 36792 w 77396"/>
                  <a:gd name="connsiteY6" fmla="*/ 71089 h 77393"/>
                  <a:gd name="connsiteX7" fmla="*/ 21543 w 77396"/>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6" h="77393">
                    <a:moveTo>
                      <a:pt x="21543" y="77394"/>
                    </a:moveTo>
                    <a:cubicBezTo>
                      <a:pt x="9640" y="77388"/>
                      <a:pt x="-5" y="67734"/>
                      <a:pt x="0" y="55830"/>
                    </a:cubicBezTo>
                    <a:cubicBezTo>
                      <a:pt x="3" y="50113"/>
                      <a:pt x="2277" y="44631"/>
                      <a:pt x="6321" y="40591"/>
                    </a:cubicBezTo>
                    <a:lnTo>
                      <a:pt x="40591" y="6320"/>
                    </a:lnTo>
                    <a:cubicBezTo>
                      <a:pt x="49005" y="-2101"/>
                      <a:pt x="62654" y="-2108"/>
                      <a:pt x="71076" y="6307"/>
                    </a:cubicBezTo>
                    <a:cubicBezTo>
                      <a:pt x="79498" y="14722"/>
                      <a:pt x="79504" y="28370"/>
                      <a:pt x="71090" y="36792"/>
                    </a:cubicBezTo>
                    <a:lnTo>
                      <a:pt x="36792" y="71089"/>
                    </a:lnTo>
                    <a:cubicBezTo>
                      <a:pt x="32746" y="75130"/>
                      <a:pt x="27260" y="77398"/>
                      <a:pt x="21543" y="77394"/>
                    </a:cubicBezTo>
                    <a:close/>
                  </a:path>
                </a:pathLst>
              </a:custGeom>
              <a:solidFill>
                <a:srgbClr val="EF463C"/>
              </a:solidFill>
              <a:ln w="2667" cap="flat">
                <a:noFill/>
                <a:prstDash val="solid"/>
                <a:miter/>
              </a:ln>
            </p:spPr>
            <p:txBody>
              <a:bodyPr rtlCol="0" anchor="ctr"/>
              <a:lstStyle/>
              <a:p>
                <a:endParaRPr lang="en-MY"/>
              </a:p>
            </p:txBody>
          </p:sp>
          <p:sp>
            <p:nvSpPr>
              <p:cNvPr id="61" name="Freeform: Shape 60">
                <a:extLst>
                  <a:ext uri="{FF2B5EF4-FFF2-40B4-BE49-F238E27FC236}">
                    <a16:creationId xmlns:a16="http://schemas.microsoft.com/office/drawing/2014/main" id="{189AC90C-C0D3-0E76-7177-92A1BC6EBA9A}"/>
                  </a:ext>
                </a:extLst>
              </p:cNvPr>
              <p:cNvSpPr/>
              <p:nvPr/>
            </p:nvSpPr>
            <p:spPr>
              <a:xfrm>
                <a:off x="1811694" y="1845165"/>
                <a:ext cx="77397" cy="77393"/>
              </a:xfrm>
              <a:custGeom>
                <a:avLst/>
                <a:gdLst>
                  <a:gd name="connsiteX0" fmla="*/ 55854 w 77397"/>
                  <a:gd name="connsiteY0" fmla="*/ 77394 h 77393"/>
                  <a:gd name="connsiteX1" fmla="*/ 40604 w 77397"/>
                  <a:gd name="connsiteY1" fmla="*/ 71089 h 77393"/>
                  <a:gd name="connsiteX2" fmla="*/ 6307 w 77397"/>
                  <a:gd name="connsiteY2" fmla="*/ 36792 h 77393"/>
                  <a:gd name="connsiteX3" fmla="*/ 6320 w 77397"/>
                  <a:gd name="connsiteY3" fmla="*/ 6307 h 77393"/>
                  <a:gd name="connsiteX4" fmla="*/ 36805 w 77397"/>
                  <a:gd name="connsiteY4" fmla="*/ 6320 h 77393"/>
                  <a:gd name="connsiteX5" fmla="*/ 71103 w 77397"/>
                  <a:gd name="connsiteY5" fmla="*/ 40618 h 77393"/>
                  <a:gd name="connsiteX6" fmla="*/ 71066 w 77397"/>
                  <a:gd name="connsiteY6" fmla="*/ 71099 h 77393"/>
                  <a:gd name="connsiteX7" fmla="*/ 55854 w 77397"/>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7" h="77393">
                    <a:moveTo>
                      <a:pt x="55854" y="77394"/>
                    </a:moveTo>
                    <a:cubicBezTo>
                      <a:pt x="50135" y="77398"/>
                      <a:pt x="44650" y="75130"/>
                      <a:pt x="40604" y="71089"/>
                    </a:cubicBezTo>
                    <a:lnTo>
                      <a:pt x="6307" y="36792"/>
                    </a:lnTo>
                    <a:cubicBezTo>
                      <a:pt x="-2108" y="28370"/>
                      <a:pt x="-2101" y="14722"/>
                      <a:pt x="6320" y="6307"/>
                    </a:cubicBezTo>
                    <a:cubicBezTo>
                      <a:pt x="14742" y="-2108"/>
                      <a:pt x="28391" y="-2101"/>
                      <a:pt x="36805" y="6320"/>
                    </a:cubicBezTo>
                    <a:lnTo>
                      <a:pt x="71103" y="40618"/>
                    </a:lnTo>
                    <a:cubicBezTo>
                      <a:pt x="79510" y="49045"/>
                      <a:pt x="79493" y="62692"/>
                      <a:pt x="71066" y="71099"/>
                    </a:cubicBezTo>
                    <a:cubicBezTo>
                      <a:pt x="67028" y="75128"/>
                      <a:pt x="61558" y="77391"/>
                      <a:pt x="55854" y="77394"/>
                    </a:cubicBezTo>
                    <a:close/>
                  </a:path>
                </a:pathLst>
              </a:custGeom>
              <a:solidFill>
                <a:srgbClr val="EF463C"/>
              </a:solidFill>
              <a:ln w="2667" cap="flat">
                <a:noFill/>
                <a:prstDash val="solid"/>
                <a:miter/>
              </a:ln>
            </p:spPr>
            <p:txBody>
              <a:bodyPr rtlCol="0" anchor="ctr"/>
              <a:lstStyle/>
              <a:p>
                <a:endParaRPr lang="en-MY"/>
              </a:p>
            </p:txBody>
          </p:sp>
          <p:sp>
            <p:nvSpPr>
              <p:cNvPr id="62" name="Freeform: Shape 61">
                <a:extLst>
                  <a:ext uri="{FF2B5EF4-FFF2-40B4-BE49-F238E27FC236}">
                    <a16:creationId xmlns:a16="http://schemas.microsoft.com/office/drawing/2014/main" id="{B937E957-9AA4-7F8A-5399-49C6A8DED73E}"/>
                  </a:ext>
                </a:extLst>
              </p:cNvPr>
              <p:cNvSpPr/>
              <p:nvPr/>
            </p:nvSpPr>
            <p:spPr>
              <a:xfrm>
                <a:off x="1964108" y="1793479"/>
                <a:ext cx="43107" cy="91603"/>
              </a:xfrm>
              <a:custGeom>
                <a:avLst/>
                <a:gdLst>
                  <a:gd name="connsiteX0" fmla="*/ 21554 w 43107"/>
                  <a:gd name="connsiteY0" fmla="*/ 91603 h 91603"/>
                  <a:gd name="connsiteX1" fmla="*/ 0 w 43107"/>
                  <a:gd name="connsiteY1" fmla="*/ 70050 h 91603"/>
                  <a:gd name="connsiteX2" fmla="*/ 0 w 43107"/>
                  <a:gd name="connsiteY2" fmla="*/ 21554 h 91603"/>
                  <a:gd name="connsiteX3" fmla="*/ 21554 w 43107"/>
                  <a:gd name="connsiteY3" fmla="*/ 0 h 91603"/>
                  <a:gd name="connsiteX4" fmla="*/ 43107 w 43107"/>
                  <a:gd name="connsiteY4" fmla="*/ 21554 h 91603"/>
                  <a:gd name="connsiteX5" fmla="*/ 43107 w 43107"/>
                  <a:gd name="connsiteY5" fmla="*/ 70050 h 91603"/>
                  <a:gd name="connsiteX6" fmla="*/ 21554 w 43107"/>
                  <a:gd name="connsiteY6" fmla="*/ 91603 h 91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107" h="91603">
                    <a:moveTo>
                      <a:pt x="21554" y="91603"/>
                    </a:moveTo>
                    <a:cubicBezTo>
                      <a:pt x="9650" y="91603"/>
                      <a:pt x="0" y="81954"/>
                      <a:pt x="0" y="70050"/>
                    </a:cubicBezTo>
                    <a:lnTo>
                      <a:pt x="0" y="21554"/>
                    </a:lnTo>
                    <a:cubicBezTo>
                      <a:pt x="0" y="9650"/>
                      <a:pt x="9650" y="0"/>
                      <a:pt x="21554" y="0"/>
                    </a:cubicBezTo>
                    <a:cubicBezTo>
                      <a:pt x="33458" y="0"/>
                      <a:pt x="43107" y="9650"/>
                      <a:pt x="43107" y="21554"/>
                    </a:cubicBezTo>
                    <a:lnTo>
                      <a:pt x="43107" y="70050"/>
                    </a:lnTo>
                    <a:cubicBezTo>
                      <a:pt x="43107" y="81954"/>
                      <a:pt x="33458" y="91603"/>
                      <a:pt x="21554" y="91603"/>
                    </a:cubicBezTo>
                    <a:close/>
                  </a:path>
                </a:pathLst>
              </a:custGeom>
              <a:solidFill>
                <a:srgbClr val="EF463C"/>
              </a:solidFill>
              <a:ln w="2667" cap="flat">
                <a:noFill/>
                <a:prstDash val="solid"/>
                <a:miter/>
              </a:ln>
            </p:spPr>
            <p:txBody>
              <a:bodyPr rtlCol="0" anchor="ctr"/>
              <a:lstStyle/>
              <a:p>
                <a:endParaRPr lang="en-MY"/>
              </a:p>
            </p:txBody>
          </p:sp>
          <p:sp>
            <p:nvSpPr>
              <p:cNvPr id="63" name="Freeform: Shape 62">
                <a:extLst>
                  <a:ext uri="{FF2B5EF4-FFF2-40B4-BE49-F238E27FC236}">
                    <a16:creationId xmlns:a16="http://schemas.microsoft.com/office/drawing/2014/main" id="{124C6B24-48B7-3E3B-9B20-81958A2A1A8B}"/>
                  </a:ext>
                </a:extLst>
              </p:cNvPr>
              <p:cNvSpPr/>
              <p:nvPr/>
            </p:nvSpPr>
            <p:spPr>
              <a:xfrm>
                <a:off x="2126354"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1" y="43107"/>
                      <a:pt x="0" y="33458"/>
                      <a:pt x="0" y="21554"/>
                    </a:cubicBezTo>
                    <a:cubicBezTo>
                      <a:pt x="0" y="9650"/>
                      <a:pt x="9651" y="0"/>
                      <a:pt x="21554" y="0"/>
                    </a:cubicBezTo>
                    <a:lnTo>
                      <a:pt x="61967" y="0"/>
                    </a:lnTo>
                    <a:cubicBezTo>
                      <a:pt x="73870" y="0"/>
                      <a:pt x="83521" y="9650"/>
                      <a:pt x="83521" y="21554"/>
                    </a:cubicBezTo>
                    <a:cubicBezTo>
                      <a:pt x="83521" y="33458"/>
                      <a:pt x="73870" y="43107"/>
                      <a:pt x="61967" y="43107"/>
                    </a:cubicBezTo>
                    <a:close/>
                  </a:path>
                </a:pathLst>
              </a:custGeom>
              <a:solidFill>
                <a:srgbClr val="EF463C"/>
              </a:solidFill>
              <a:ln w="2667" cap="flat">
                <a:noFill/>
                <a:prstDash val="solid"/>
                <a:miter/>
              </a:ln>
            </p:spPr>
            <p:txBody>
              <a:bodyPr rtlCol="0" anchor="ctr"/>
              <a:lstStyle/>
              <a:p>
                <a:endParaRPr lang="en-MY"/>
              </a:p>
            </p:txBody>
          </p:sp>
        </p:grpSp>
      </p:grpSp>
      <p:grpSp>
        <p:nvGrpSpPr>
          <p:cNvPr id="46" name="Group 45">
            <a:extLst>
              <a:ext uri="{FF2B5EF4-FFF2-40B4-BE49-F238E27FC236}">
                <a16:creationId xmlns:a16="http://schemas.microsoft.com/office/drawing/2014/main" id="{6B731063-2224-A4AE-F824-F87C12639544}"/>
              </a:ext>
            </a:extLst>
          </p:cNvPr>
          <p:cNvGrpSpPr/>
          <p:nvPr/>
        </p:nvGrpSpPr>
        <p:grpSpPr>
          <a:xfrm>
            <a:off x="1650814" y="1484737"/>
            <a:ext cx="471791" cy="471791"/>
            <a:chOff x="433241" y="1570462"/>
            <a:chExt cx="471791" cy="471791"/>
          </a:xfrm>
        </p:grpSpPr>
        <p:sp>
          <p:nvSpPr>
            <p:cNvPr id="47" name="Oval 46">
              <a:extLst>
                <a:ext uri="{FF2B5EF4-FFF2-40B4-BE49-F238E27FC236}">
                  <a16:creationId xmlns:a16="http://schemas.microsoft.com/office/drawing/2014/main" id="{C1ED7263-6711-2A3C-66EB-69A3D8ADE580}"/>
                </a:ext>
              </a:extLst>
            </p:cNvPr>
            <p:cNvSpPr/>
            <p:nvPr/>
          </p:nvSpPr>
          <p:spPr>
            <a:xfrm>
              <a:off x="433241"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48" name="Group 47">
              <a:extLst>
                <a:ext uri="{FF2B5EF4-FFF2-40B4-BE49-F238E27FC236}">
                  <a16:creationId xmlns:a16="http://schemas.microsoft.com/office/drawing/2014/main" id="{7C2C846B-9D67-5ABC-1294-D8C2335D60BC}"/>
                </a:ext>
              </a:extLst>
            </p:cNvPr>
            <p:cNvGrpSpPr/>
            <p:nvPr/>
          </p:nvGrpSpPr>
          <p:grpSpPr>
            <a:xfrm>
              <a:off x="543450" y="1674683"/>
              <a:ext cx="251373" cy="260212"/>
              <a:chOff x="738790" y="2040956"/>
              <a:chExt cx="251373" cy="260212"/>
            </a:xfrm>
          </p:grpSpPr>
          <p:sp>
            <p:nvSpPr>
              <p:cNvPr id="49" name="Freeform 176">
                <a:extLst>
                  <a:ext uri="{FF2B5EF4-FFF2-40B4-BE49-F238E27FC236}">
                    <a16:creationId xmlns:a16="http://schemas.microsoft.com/office/drawing/2014/main" id="{92C6F355-5403-F24A-F45D-7C21E87E9254}"/>
                  </a:ext>
                </a:extLst>
              </p:cNvPr>
              <p:cNvSpPr/>
              <p:nvPr/>
            </p:nvSpPr>
            <p:spPr>
              <a:xfrm>
                <a:off x="738790" y="2134679"/>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4"/>
                      <a:pt x="5614" y="0"/>
                      <a:pt x="12540" y="0"/>
                    </a:cubicBezTo>
                    <a:lnTo>
                      <a:pt x="65163" y="0"/>
                    </a:lnTo>
                    <a:cubicBezTo>
                      <a:pt x="72089" y="0"/>
                      <a:pt x="77703" y="5614"/>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0" name="Freeform 177">
                <a:extLst>
                  <a:ext uri="{FF2B5EF4-FFF2-40B4-BE49-F238E27FC236}">
                    <a16:creationId xmlns:a16="http://schemas.microsoft.com/office/drawing/2014/main" id="{5F920D86-5A65-2FB4-5D36-770D90699A24}"/>
                  </a:ext>
                </a:extLst>
              </p:cNvPr>
              <p:cNvSpPr/>
              <p:nvPr/>
            </p:nvSpPr>
            <p:spPr>
              <a:xfrm>
                <a:off x="738790" y="2223465"/>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5"/>
                      <a:pt x="5614" y="0"/>
                      <a:pt x="12540" y="0"/>
                    </a:cubicBezTo>
                    <a:lnTo>
                      <a:pt x="65163" y="0"/>
                    </a:lnTo>
                    <a:cubicBezTo>
                      <a:pt x="72089" y="0"/>
                      <a:pt x="77703" y="5615"/>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1" name="Freeform 178">
                <a:extLst>
                  <a:ext uri="{FF2B5EF4-FFF2-40B4-BE49-F238E27FC236}">
                    <a16:creationId xmlns:a16="http://schemas.microsoft.com/office/drawing/2014/main" id="{358A9A2D-3237-C242-9A75-72DD766E455D}"/>
                  </a:ext>
                </a:extLst>
              </p:cNvPr>
              <p:cNvSpPr/>
              <p:nvPr/>
            </p:nvSpPr>
            <p:spPr>
              <a:xfrm>
                <a:off x="791413" y="2082057"/>
                <a:ext cx="86732" cy="104006"/>
              </a:xfrm>
              <a:custGeom>
                <a:avLst/>
                <a:gdLst>
                  <a:gd name="connsiteX0" fmla="*/ 74192 w 86732"/>
                  <a:gd name="connsiteY0" fmla="*/ 104006 h 104006"/>
                  <a:gd name="connsiteX1" fmla="*/ 12540 w 86732"/>
                  <a:gd name="connsiteY1" fmla="*/ 104006 h 104006"/>
                  <a:gd name="connsiteX2" fmla="*/ 0 w 86732"/>
                  <a:gd name="connsiteY2" fmla="*/ 91466 h 104006"/>
                  <a:gd name="connsiteX3" fmla="*/ 12540 w 86732"/>
                  <a:gd name="connsiteY3" fmla="*/ 78926 h 104006"/>
                  <a:gd name="connsiteX4" fmla="*/ 61651 w 86732"/>
                  <a:gd name="connsiteY4" fmla="*/ 78926 h 104006"/>
                  <a:gd name="connsiteX5" fmla="*/ 61651 w 86732"/>
                  <a:gd name="connsiteY5" fmla="*/ 12540 h 104006"/>
                  <a:gd name="connsiteX6" fmla="*/ 74192 w 86732"/>
                  <a:gd name="connsiteY6" fmla="*/ 0 h 104006"/>
                  <a:gd name="connsiteX7" fmla="*/ 86732 w 86732"/>
                  <a:gd name="connsiteY7" fmla="*/ 12540 h 104006"/>
                  <a:gd name="connsiteX8" fmla="*/ 86732 w 86732"/>
                  <a:gd name="connsiteY8" fmla="*/ 91466 h 104006"/>
                  <a:gd name="connsiteX9" fmla="*/ 74192 w 86732"/>
                  <a:gd name="connsiteY9" fmla="*/ 104006 h 10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732" h="104006">
                    <a:moveTo>
                      <a:pt x="74192" y="104006"/>
                    </a:moveTo>
                    <a:lnTo>
                      <a:pt x="12540" y="104006"/>
                    </a:lnTo>
                    <a:cubicBezTo>
                      <a:pt x="5614" y="104006"/>
                      <a:pt x="0" y="98392"/>
                      <a:pt x="0" y="91466"/>
                    </a:cubicBezTo>
                    <a:cubicBezTo>
                      <a:pt x="0" y="84540"/>
                      <a:pt x="5614" y="78926"/>
                      <a:pt x="12540" y="78926"/>
                    </a:cubicBezTo>
                    <a:lnTo>
                      <a:pt x="61651" y="78926"/>
                    </a:lnTo>
                    <a:lnTo>
                      <a:pt x="61651" y="12540"/>
                    </a:lnTo>
                    <a:cubicBezTo>
                      <a:pt x="61651" y="5614"/>
                      <a:pt x="67266" y="0"/>
                      <a:pt x="74192" y="0"/>
                    </a:cubicBezTo>
                    <a:cubicBezTo>
                      <a:pt x="81118" y="0"/>
                      <a:pt x="86732" y="5614"/>
                      <a:pt x="86732" y="12540"/>
                    </a:cubicBezTo>
                    <a:lnTo>
                      <a:pt x="86732" y="91466"/>
                    </a:lnTo>
                    <a:cubicBezTo>
                      <a:pt x="86732" y="98392"/>
                      <a:pt x="81118" y="104006"/>
                      <a:pt x="74192" y="104006"/>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2" name="Freeform 179">
                <a:extLst>
                  <a:ext uri="{FF2B5EF4-FFF2-40B4-BE49-F238E27FC236}">
                    <a16:creationId xmlns:a16="http://schemas.microsoft.com/office/drawing/2014/main" id="{12CF71F6-720C-2154-1D2C-D9FED6E20554}"/>
                  </a:ext>
                </a:extLst>
              </p:cNvPr>
              <p:cNvSpPr/>
              <p:nvPr/>
            </p:nvSpPr>
            <p:spPr>
              <a:xfrm>
                <a:off x="853064" y="2160983"/>
                <a:ext cx="62701" cy="25080"/>
              </a:xfrm>
              <a:custGeom>
                <a:avLst/>
                <a:gdLst>
                  <a:gd name="connsiteX0" fmla="*/ 50161 w 62701"/>
                  <a:gd name="connsiteY0" fmla="*/ 25081 h 25080"/>
                  <a:gd name="connsiteX1" fmla="*/ 12540 w 62701"/>
                  <a:gd name="connsiteY1" fmla="*/ 25081 h 25080"/>
                  <a:gd name="connsiteX2" fmla="*/ 0 w 62701"/>
                  <a:gd name="connsiteY2" fmla="*/ 12540 h 25080"/>
                  <a:gd name="connsiteX3" fmla="*/ 12540 w 62701"/>
                  <a:gd name="connsiteY3" fmla="*/ 0 h 25080"/>
                  <a:gd name="connsiteX4" fmla="*/ 50161 w 62701"/>
                  <a:gd name="connsiteY4" fmla="*/ 0 h 25080"/>
                  <a:gd name="connsiteX5" fmla="*/ 62702 w 62701"/>
                  <a:gd name="connsiteY5" fmla="*/ 12540 h 25080"/>
                  <a:gd name="connsiteX6" fmla="*/ 50161 w 62701"/>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01" h="25080">
                    <a:moveTo>
                      <a:pt x="50161" y="25081"/>
                    </a:moveTo>
                    <a:lnTo>
                      <a:pt x="12540" y="25081"/>
                    </a:lnTo>
                    <a:cubicBezTo>
                      <a:pt x="5614" y="25081"/>
                      <a:pt x="0" y="19466"/>
                      <a:pt x="0" y="12540"/>
                    </a:cubicBezTo>
                    <a:cubicBezTo>
                      <a:pt x="0" y="5614"/>
                      <a:pt x="5614" y="0"/>
                      <a:pt x="12540" y="0"/>
                    </a:cubicBezTo>
                    <a:lnTo>
                      <a:pt x="50161" y="0"/>
                    </a:lnTo>
                    <a:cubicBezTo>
                      <a:pt x="57087" y="0"/>
                      <a:pt x="62702" y="5614"/>
                      <a:pt x="62702" y="12540"/>
                    </a:cubicBezTo>
                    <a:cubicBezTo>
                      <a:pt x="62702" y="19466"/>
                      <a:pt x="57087" y="25081"/>
                      <a:pt x="50161"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3" name="Freeform 180">
                <a:extLst>
                  <a:ext uri="{FF2B5EF4-FFF2-40B4-BE49-F238E27FC236}">
                    <a16:creationId xmlns:a16="http://schemas.microsoft.com/office/drawing/2014/main" id="{F000CF6C-B42C-E0BE-A22A-9EFFD780C42C}"/>
                  </a:ext>
                </a:extLst>
              </p:cNvPr>
              <p:cNvSpPr/>
              <p:nvPr/>
            </p:nvSpPr>
            <p:spPr>
              <a:xfrm>
                <a:off x="791413" y="2198196"/>
                <a:ext cx="161550" cy="76668"/>
              </a:xfrm>
              <a:custGeom>
                <a:avLst/>
                <a:gdLst>
                  <a:gd name="connsiteX0" fmla="*/ 149011 w 161550"/>
                  <a:gd name="connsiteY0" fmla="*/ 76669 h 76668"/>
                  <a:gd name="connsiteX1" fmla="*/ 12540 w 161550"/>
                  <a:gd name="connsiteY1" fmla="*/ 76669 h 76668"/>
                  <a:gd name="connsiteX2" fmla="*/ 0 w 161550"/>
                  <a:gd name="connsiteY2" fmla="*/ 64128 h 76668"/>
                  <a:gd name="connsiteX3" fmla="*/ 12540 w 161550"/>
                  <a:gd name="connsiteY3" fmla="*/ 51588 h 76668"/>
                  <a:gd name="connsiteX4" fmla="*/ 136470 w 161550"/>
                  <a:gd name="connsiteY4" fmla="*/ 51588 h 76668"/>
                  <a:gd name="connsiteX5" fmla="*/ 136470 w 161550"/>
                  <a:gd name="connsiteY5" fmla="*/ 12540 h 76668"/>
                  <a:gd name="connsiteX6" fmla="*/ 149011 w 161550"/>
                  <a:gd name="connsiteY6" fmla="*/ 0 h 76668"/>
                  <a:gd name="connsiteX7" fmla="*/ 161551 w 161550"/>
                  <a:gd name="connsiteY7" fmla="*/ 12540 h 76668"/>
                  <a:gd name="connsiteX8" fmla="*/ 161551 w 161550"/>
                  <a:gd name="connsiteY8" fmla="*/ 64128 h 76668"/>
                  <a:gd name="connsiteX9" fmla="*/ 149011 w 161550"/>
                  <a:gd name="connsiteY9" fmla="*/ 76669 h 7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550" h="76668">
                    <a:moveTo>
                      <a:pt x="149011" y="76669"/>
                    </a:moveTo>
                    <a:lnTo>
                      <a:pt x="12540" y="76669"/>
                    </a:lnTo>
                    <a:cubicBezTo>
                      <a:pt x="5614" y="76669"/>
                      <a:pt x="0" y="71054"/>
                      <a:pt x="0" y="64128"/>
                    </a:cubicBezTo>
                    <a:cubicBezTo>
                      <a:pt x="0" y="57203"/>
                      <a:pt x="5614" y="51588"/>
                      <a:pt x="12540" y="51588"/>
                    </a:cubicBezTo>
                    <a:lnTo>
                      <a:pt x="136470" y="51588"/>
                    </a:lnTo>
                    <a:lnTo>
                      <a:pt x="136470" y="12540"/>
                    </a:lnTo>
                    <a:cubicBezTo>
                      <a:pt x="136470" y="5615"/>
                      <a:pt x="142085" y="0"/>
                      <a:pt x="149011" y="0"/>
                    </a:cubicBezTo>
                    <a:cubicBezTo>
                      <a:pt x="155936" y="0"/>
                      <a:pt x="161551" y="5615"/>
                      <a:pt x="161551" y="12540"/>
                    </a:cubicBezTo>
                    <a:lnTo>
                      <a:pt x="161551" y="64128"/>
                    </a:lnTo>
                    <a:cubicBezTo>
                      <a:pt x="161551" y="71054"/>
                      <a:pt x="155936" y="76669"/>
                      <a:pt x="149011" y="76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4" name="Freeform 181">
                <a:extLst>
                  <a:ext uri="{FF2B5EF4-FFF2-40B4-BE49-F238E27FC236}">
                    <a16:creationId xmlns:a16="http://schemas.microsoft.com/office/drawing/2014/main" id="{1F8CFD32-AB47-51D8-F835-C960088B0052}"/>
                  </a:ext>
                </a:extLst>
              </p:cNvPr>
              <p:cNvSpPr/>
              <p:nvPr/>
            </p:nvSpPr>
            <p:spPr>
              <a:xfrm>
                <a:off x="890683" y="2123775"/>
                <a:ext cx="99480" cy="99501"/>
              </a:xfrm>
              <a:custGeom>
                <a:avLst/>
                <a:gdLst>
                  <a:gd name="connsiteX0" fmla="*/ 49740 w 99480"/>
                  <a:gd name="connsiteY0" fmla="*/ 99502 h 99501"/>
                  <a:gd name="connsiteX1" fmla="*/ 40868 w 99480"/>
                  <a:gd name="connsiteY1" fmla="*/ 95834 h 99501"/>
                  <a:gd name="connsiteX2" fmla="*/ 3670 w 99480"/>
                  <a:gd name="connsiteY2" fmla="*/ 58620 h 99501"/>
                  <a:gd name="connsiteX3" fmla="*/ 3670 w 99480"/>
                  <a:gd name="connsiteY3" fmla="*/ 40891 h 99501"/>
                  <a:gd name="connsiteX4" fmla="*/ 40868 w 99480"/>
                  <a:gd name="connsiteY4" fmla="*/ 3678 h 99501"/>
                  <a:gd name="connsiteX5" fmla="*/ 58603 w 99480"/>
                  <a:gd name="connsiteY5" fmla="*/ 3668 h 99501"/>
                  <a:gd name="connsiteX6" fmla="*/ 58613 w 99480"/>
                  <a:gd name="connsiteY6" fmla="*/ 3678 h 99501"/>
                  <a:gd name="connsiteX7" fmla="*/ 95811 w 99480"/>
                  <a:gd name="connsiteY7" fmla="*/ 40891 h 99501"/>
                  <a:gd name="connsiteX8" fmla="*/ 95811 w 99480"/>
                  <a:gd name="connsiteY8" fmla="*/ 58620 h 99501"/>
                  <a:gd name="connsiteX9" fmla="*/ 58613 w 99480"/>
                  <a:gd name="connsiteY9" fmla="*/ 95834 h 99501"/>
                  <a:gd name="connsiteX10" fmla="*/ 49740 w 99480"/>
                  <a:gd name="connsiteY10" fmla="*/ 99502 h 99501"/>
                  <a:gd name="connsiteX11" fmla="*/ 30272 w 99480"/>
                  <a:gd name="connsiteY11" fmla="*/ 49748 h 99501"/>
                  <a:gd name="connsiteX12" fmla="*/ 49740 w 99480"/>
                  <a:gd name="connsiteY12" fmla="*/ 69233 h 99501"/>
                  <a:gd name="connsiteX13" fmla="*/ 69209 w 99480"/>
                  <a:gd name="connsiteY13" fmla="*/ 49748 h 99501"/>
                  <a:gd name="connsiteX14" fmla="*/ 49740 w 99480"/>
                  <a:gd name="connsiteY14" fmla="*/ 30279 h 9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480" h="99501">
                    <a:moveTo>
                      <a:pt x="49740" y="99502"/>
                    </a:moveTo>
                    <a:cubicBezTo>
                      <a:pt x="46414" y="99505"/>
                      <a:pt x="43223" y="98185"/>
                      <a:pt x="40868" y="95834"/>
                    </a:cubicBezTo>
                    <a:lnTo>
                      <a:pt x="3670" y="58620"/>
                    </a:lnTo>
                    <a:cubicBezTo>
                      <a:pt x="-1223" y="53724"/>
                      <a:pt x="-1223" y="45788"/>
                      <a:pt x="3670" y="40891"/>
                    </a:cubicBezTo>
                    <a:lnTo>
                      <a:pt x="40868" y="3678"/>
                    </a:lnTo>
                    <a:cubicBezTo>
                      <a:pt x="45762" y="-1222"/>
                      <a:pt x="53703" y="-1227"/>
                      <a:pt x="58603" y="3668"/>
                    </a:cubicBezTo>
                    <a:cubicBezTo>
                      <a:pt x="58607" y="3671"/>
                      <a:pt x="58610" y="3675"/>
                      <a:pt x="58613" y="3678"/>
                    </a:cubicBezTo>
                    <a:lnTo>
                      <a:pt x="95811" y="40891"/>
                    </a:lnTo>
                    <a:cubicBezTo>
                      <a:pt x="100704" y="45788"/>
                      <a:pt x="100704" y="53724"/>
                      <a:pt x="95811" y="58620"/>
                    </a:cubicBezTo>
                    <a:lnTo>
                      <a:pt x="58613" y="95834"/>
                    </a:lnTo>
                    <a:cubicBezTo>
                      <a:pt x="56258" y="98185"/>
                      <a:pt x="53067" y="99505"/>
                      <a:pt x="49740" y="99502"/>
                    </a:cubicBezTo>
                    <a:close/>
                    <a:moveTo>
                      <a:pt x="30272" y="49748"/>
                    </a:moveTo>
                    <a:lnTo>
                      <a:pt x="49740" y="69233"/>
                    </a:lnTo>
                    <a:lnTo>
                      <a:pt x="69209" y="49748"/>
                    </a:lnTo>
                    <a:lnTo>
                      <a:pt x="49740" y="30279"/>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5" name="Freeform 182">
                <a:extLst>
                  <a:ext uri="{FF2B5EF4-FFF2-40B4-BE49-F238E27FC236}">
                    <a16:creationId xmlns:a16="http://schemas.microsoft.com/office/drawing/2014/main" id="{B281F4FE-8575-18B2-50E4-E263BD33AA29}"/>
                  </a:ext>
                </a:extLst>
              </p:cNvPr>
              <p:cNvSpPr/>
              <p:nvPr/>
            </p:nvSpPr>
            <p:spPr>
              <a:xfrm>
                <a:off x="786397" y="2040956"/>
                <a:ext cx="158321" cy="66181"/>
              </a:xfrm>
              <a:custGeom>
                <a:avLst/>
                <a:gdLst>
                  <a:gd name="connsiteX0" fmla="*/ 145781 w 158321"/>
                  <a:gd name="connsiteY0" fmla="*/ 66182 h 66181"/>
                  <a:gd name="connsiteX1" fmla="*/ 12540 w 158321"/>
                  <a:gd name="connsiteY1" fmla="*/ 66182 h 66181"/>
                  <a:gd name="connsiteX2" fmla="*/ 0 w 158321"/>
                  <a:gd name="connsiteY2" fmla="*/ 53641 h 66181"/>
                  <a:gd name="connsiteX3" fmla="*/ 0 w 158321"/>
                  <a:gd name="connsiteY3" fmla="*/ 12540 h 66181"/>
                  <a:gd name="connsiteX4" fmla="*/ 12540 w 158321"/>
                  <a:gd name="connsiteY4" fmla="*/ 0 h 66181"/>
                  <a:gd name="connsiteX5" fmla="*/ 145781 w 158321"/>
                  <a:gd name="connsiteY5" fmla="*/ 0 h 66181"/>
                  <a:gd name="connsiteX6" fmla="*/ 158322 w 158321"/>
                  <a:gd name="connsiteY6" fmla="*/ 12540 h 66181"/>
                  <a:gd name="connsiteX7" fmla="*/ 158322 w 158321"/>
                  <a:gd name="connsiteY7" fmla="*/ 53641 h 66181"/>
                  <a:gd name="connsiteX8" fmla="*/ 145781 w 158321"/>
                  <a:gd name="connsiteY8" fmla="*/ 66182 h 66181"/>
                  <a:gd name="connsiteX9" fmla="*/ 25081 w 158321"/>
                  <a:gd name="connsiteY9" fmla="*/ 41101 h 66181"/>
                  <a:gd name="connsiteX10" fmla="*/ 133241 w 158321"/>
                  <a:gd name="connsiteY10" fmla="*/ 41101 h 66181"/>
                  <a:gd name="connsiteX11" fmla="*/ 133241 w 158321"/>
                  <a:gd name="connsiteY11" fmla="*/ 25081 h 66181"/>
                  <a:gd name="connsiteX12" fmla="*/ 25081 w 158321"/>
                  <a:gd name="connsiteY12" fmla="*/ 25081 h 6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321" h="66181">
                    <a:moveTo>
                      <a:pt x="145781" y="66182"/>
                    </a:moveTo>
                    <a:lnTo>
                      <a:pt x="12540" y="66182"/>
                    </a:lnTo>
                    <a:cubicBezTo>
                      <a:pt x="5614" y="66182"/>
                      <a:pt x="0" y="60567"/>
                      <a:pt x="0" y="53641"/>
                    </a:cubicBezTo>
                    <a:lnTo>
                      <a:pt x="0" y="12540"/>
                    </a:lnTo>
                    <a:cubicBezTo>
                      <a:pt x="0" y="5614"/>
                      <a:pt x="5614" y="0"/>
                      <a:pt x="12540" y="0"/>
                    </a:cubicBezTo>
                    <a:lnTo>
                      <a:pt x="145781" y="0"/>
                    </a:lnTo>
                    <a:cubicBezTo>
                      <a:pt x="152707" y="0"/>
                      <a:pt x="158322" y="5614"/>
                      <a:pt x="158322" y="12540"/>
                    </a:cubicBezTo>
                    <a:lnTo>
                      <a:pt x="158322" y="53641"/>
                    </a:lnTo>
                    <a:cubicBezTo>
                      <a:pt x="158322" y="60567"/>
                      <a:pt x="152707" y="66182"/>
                      <a:pt x="145781" y="66182"/>
                    </a:cubicBezTo>
                    <a:close/>
                    <a:moveTo>
                      <a:pt x="25081" y="41101"/>
                    </a:moveTo>
                    <a:lnTo>
                      <a:pt x="133241" y="41101"/>
                    </a:lnTo>
                    <a:lnTo>
                      <a:pt x="133241" y="25081"/>
                    </a:lnTo>
                    <a:lnTo>
                      <a:pt x="25081" y="25081"/>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41" name="Group 40">
            <a:extLst>
              <a:ext uri="{FF2B5EF4-FFF2-40B4-BE49-F238E27FC236}">
                <a16:creationId xmlns:a16="http://schemas.microsoft.com/office/drawing/2014/main" id="{314A0C8E-E779-7859-F6B8-4E05AC435B4D}"/>
              </a:ext>
            </a:extLst>
          </p:cNvPr>
          <p:cNvGrpSpPr/>
          <p:nvPr/>
        </p:nvGrpSpPr>
        <p:grpSpPr>
          <a:xfrm>
            <a:off x="10667997" y="-3"/>
            <a:ext cx="1143475" cy="828677"/>
            <a:chOff x="10667997" y="-3"/>
            <a:chExt cx="1143475" cy="828677"/>
          </a:xfrm>
        </p:grpSpPr>
        <p:sp>
          <p:nvSpPr>
            <p:cNvPr id="448" name="Round Same-side Corner of Rectangle 3">
              <a:extLst>
                <a:ext uri="{FF2B5EF4-FFF2-40B4-BE49-F238E27FC236}">
                  <a16:creationId xmlns:a16="http://schemas.microsoft.com/office/drawing/2014/main" id="{E73C0172-89B9-FB1F-3176-E68F5FD723EC}"/>
                </a:ext>
              </a:extLst>
            </p:cNvPr>
            <p:cNvSpPr/>
            <p:nvPr/>
          </p:nvSpPr>
          <p:spPr>
            <a:xfrm rot="10800000">
              <a:off x="10667997" y="-3"/>
              <a:ext cx="1143475" cy="828677"/>
            </a:xfrm>
            <a:prstGeom prst="round2SameRect">
              <a:avLst/>
            </a:prstGeom>
            <a:solidFill>
              <a:schemeClr val="bg1"/>
            </a:solidFill>
            <a:ln>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449" name="Picture 448">
              <a:extLst>
                <a:ext uri="{FF2B5EF4-FFF2-40B4-BE49-F238E27FC236}">
                  <a16:creationId xmlns:a16="http://schemas.microsoft.com/office/drawing/2014/main" id="{9BA8CEFC-4081-82E4-04CA-11A0A3FCB83B}"/>
                </a:ext>
              </a:extLst>
            </p:cNvPr>
            <p:cNvPicPr>
              <a:picLocks noChangeAspect="1"/>
            </p:cNvPicPr>
            <p:nvPr/>
          </p:nvPicPr>
          <p:blipFill>
            <a:blip r:embed="rId6" cstate="email">
              <a:extLst>
                <a:ext uri="{28A0092B-C50C-407E-A947-70E740481C1C}">
                  <a14:useLocalDpi xmlns:a14="http://schemas.microsoft.com/office/drawing/2010/main"/>
                </a:ext>
              </a:extLst>
            </a:blip>
            <a:srcRect/>
            <a:stretch/>
          </p:blipFill>
          <p:spPr>
            <a:xfrm>
              <a:off x="10957794" y="135851"/>
              <a:ext cx="563880" cy="563880"/>
            </a:xfrm>
            <a:prstGeom prst="rect">
              <a:avLst/>
            </a:prstGeom>
          </p:spPr>
        </p:pic>
      </p:grpSp>
      <p:sp>
        <p:nvSpPr>
          <p:cNvPr id="450" name="Rectangle: Rounded Corners 449">
            <a:extLst>
              <a:ext uri="{FF2B5EF4-FFF2-40B4-BE49-F238E27FC236}">
                <a16:creationId xmlns:a16="http://schemas.microsoft.com/office/drawing/2014/main" id="{0B7D4D38-06BF-B1F5-5E01-08F5CB490AA2}"/>
              </a:ext>
            </a:extLst>
          </p:cNvPr>
          <p:cNvSpPr/>
          <p:nvPr/>
        </p:nvSpPr>
        <p:spPr>
          <a:xfrm rot="5400000">
            <a:off x="9671694" y="4520463"/>
            <a:ext cx="220778" cy="2483261"/>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Transition to support organization</a:t>
            </a:r>
          </a:p>
        </p:txBody>
      </p:sp>
      <p:sp>
        <p:nvSpPr>
          <p:cNvPr id="4" name="5-Point Star 266">
            <a:extLst>
              <a:ext uri="{FF2B5EF4-FFF2-40B4-BE49-F238E27FC236}">
                <a16:creationId xmlns:a16="http://schemas.microsoft.com/office/drawing/2014/main" id="{BA09B905-D22E-8819-1634-53A237E53726}"/>
              </a:ext>
            </a:extLst>
          </p:cNvPr>
          <p:cNvSpPr>
            <a:spLocks noChangeAspect="1"/>
          </p:cNvSpPr>
          <p:nvPr/>
        </p:nvSpPr>
        <p:spPr>
          <a:xfrm>
            <a:off x="9968472" y="4343251"/>
            <a:ext cx="274694" cy="274320"/>
          </a:xfrm>
          <a:prstGeom prst="star5">
            <a:avLst/>
          </a:prstGeom>
          <a:solidFill>
            <a:schemeClr val="bg1">
              <a:lumMod val="85000"/>
            </a:schemeClr>
          </a:solidFill>
          <a:ln>
            <a:solidFill>
              <a:schemeClr val="bg1"/>
            </a:solidFill>
          </a:ln>
          <a:effectLst>
            <a:outerShdw blurRad="63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451" name="TextBox 450">
            <a:extLst>
              <a:ext uri="{FF2B5EF4-FFF2-40B4-BE49-F238E27FC236}">
                <a16:creationId xmlns:a16="http://schemas.microsoft.com/office/drawing/2014/main" id="{02BA5A12-69D4-962D-1642-71F5473FD933}"/>
              </a:ext>
            </a:extLst>
          </p:cNvPr>
          <p:cNvSpPr txBox="1"/>
          <p:nvPr/>
        </p:nvSpPr>
        <p:spPr>
          <a:xfrm rot="16200000">
            <a:off x="9790386" y="3930852"/>
            <a:ext cx="615692" cy="234286"/>
          </a:xfrm>
          <a:prstGeom prst="rect">
            <a:avLst/>
          </a:prstGeom>
          <a:noFill/>
        </p:spPr>
        <p:txBody>
          <a:bodyPr wrap="square" lIns="36000" tIns="36000" rIns="36000" b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chemeClr val="bg1">
                    <a:lumMod val="75000"/>
                  </a:schemeClr>
                </a:solidFill>
                <a:effectLst/>
                <a:uLnTx/>
                <a:uFillTx/>
                <a:latin typeface="Century Gothic" panose="020F0302020204030204"/>
                <a:ea typeface="+mn-ea"/>
                <a:cs typeface="+mn-cs"/>
              </a:rPr>
              <a:t>Go Live</a:t>
            </a:r>
          </a:p>
        </p:txBody>
      </p:sp>
      <p:grpSp>
        <p:nvGrpSpPr>
          <p:cNvPr id="452" name="Group 451">
            <a:extLst>
              <a:ext uri="{FF2B5EF4-FFF2-40B4-BE49-F238E27FC236}">
                <a16:creationId xmlns:a16="http://schemas.microsoft.com/office/drawing/2014/main" id="{3346AFA6-8278-ED78-D85A-9289391361DA}"/>
              </a:ext>
            </a:extLst>
          </p:cNvPr>
          <p:cNvGrpSpPr/>
          <p:nvPr/>
        </p:nvGrpSpPr>
        <p:grpSpPr>
          <a:xfrm>
            <a:off x="2381250" y="986748"/>
            <a:ext cx="9691302" cy="361520"/>
            <a:chOff x="1752680" y="1406433"/>
            <a:chExt cx="10319872" cy="361520"/>
          </a:xfrm>
        </p:grpSpPr>
        <p:cxnSp>
          <p:nvCxnSpPr>
            <p:cNvPr id="453" name="Straight Arrow Connector 452">
              <a:extLst>
                <a:ext uri="{FF2B5EF4-FFF2-40B4-BE49-F238E27FC236}">
                  <a16:creationId xmlns:a16="http://schemas.microsoft.com/office/drawing/2014/main" id="{A9ECD14C-05F4-2570-2440-B556104E98BA}"/>
                </a:ext>
              </a:extLst>
            </p:cNvPr>
            <p:cNvCxnSpPr>
              <a:cxnSpLocks/>
            </p:cNvCxnSpPr>
            <p:nvPr/>
          </p:nvCxnSpPr>
          <p:spPr>
            <a:xfrm>
              <a:off x="1752680" y="1602550"/>
              <a:ext cx="10319872" cy="0"/>
            </a:xfrm>
            <a:prstGeom prst="straightConnector1">
              <a:avLst/>
            </a:prstGeom>
            <a:ln w="19050">
              <a:solidFill>
                <a:schemeClr val="bg1">
                  <a:lumMod val="75000"/>
                </a:schemeClr>
              </a:solidFill>
              <a:headEnd type="diamond" w="lg" len="lg"/>
              <a:tailEnd type="triangle" w="lg" len="lg"/>
            </a:ln>
          </p:spPr>
          <p:style>
            <a:lnRef idx="1">
              <a:schemeClr val="accent1"/>
            </a:lnRef>
            <a:fillRef idx="0">
              <a:schemeClr val="accent1"/>
            </a:fillRef>
            <a:effectRef idx="0">
              <a:schemeClr val="accent1"/>
            </a:effectRef>
            <a:fontRef idx="minor">
              <a:schemeClr val="tx1"/>
            </a:fontRef>
          </p:style>
        </p:cxnSp>
        <p:sp>
          <p:nvSpPr>
            <p:cNvPr id="454" name="Arrow: Pentagon 115">
              <a:extLst>
                <a:ext uri="{FF2B5EF4-FFF2-40B4-BE49-F238E27FC236}">
                  <a16:creationId xmlns:a16="http://schemas.microsoft.com/office/drawing/2014/main" id="{F87EBB92-9F04-8A71-A9DB-CDAD3B6568BC}"/>
                </a:ext>
              </a:extLst>
            </p:cNvPr>
            <p:cNvSpPr/>
            <p:nvPr/>
          </p:nvSpPr>
          <p:spPr>
            <a:xfrm>
              <a:off x="6050080" y="1406433"/>
              <a:ext cx="1725072" cy="361520"/>
            </a:xfrm>
            <a:prstGeom prst="homePlate">
              <a:avLst>
                <a:gd name="adj" fmla="val 0"/>
              </a:avLst>
            </a:prstGeom>
            <a:solidFill>
              <a:schemeClr val="bg1">
                <a:lumMod val="95000"/>
              </a:schemeClr>
            </a:solidFill>
            <a:ln w="19050">
              <a:no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Monitor and Control</a:t>
              </a:r>
            </a:p>
          </p:txBody>
        </p:sp>
      </p:grpSp>
    </p:spTree>
    <p:extLst>
      <p:ext uri="{BB962C8B-B14F-4D97-AF65-F5344CB8AC3E}">
        <p14:creationId xmlns:p14="http://schemas.microsoft.com/office/powerpoint/2010/main" val="386856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2D034D7-5251-7B12-5930-75EEBA0F9A26}"/>
            </a:ext>
          </a:extLst>
        </p:cNvPr>
        <p:cNvGrpSpPr/>
        <p:nvPr/>
      </p:nvGrpSpPr>
      <p:grpSpPr>
        <a:xfrm>
          <a:off x="0" y="0"/>
          <a:ext cx="0" cy="0"/>
          <a:chOff x="0" y="0"/>
          <a:chExt cx="0" cy="0"/>
        </a:xfrm>
      </p:grpSpPr>
      <p:cxnSp>
        <p:nvCxnSpPr>
          <p:cNvPr id="280" name="Straight Connector 279">
            <a:extLst>
              <a:ext uri="{FF2B5EF4-FFF2-40B4-BE49-F238E27FC236}">
                <a16:creationId xmlns:a16="http://schemas.microsoft.com/office/drawing/2014/main" id="{BB770D5E-A887-957B-855F-254B44805787}"/>
              </a:ext>
            </a:extLst>
          </p:cNvPr>
          <p:cNvCxnSpPr>
            <a:cxnSpLocks/>
          </p:cNvCxnSpPr>
          <p:nvPr/>
        </p:nvCxnSpPr>
        <p:spPr>
          <a:xfrm flipH="1">
            <a:off x="7238911" y="2708268"/>
            <a:ext cx="8382"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71" name="TextBox 270">
            <a:extLst>
              <a:ext uri="{FF2B5EF4-FFF2-40B4-BE49-F238E27FC236}">
                <a16:creationId xmlns:a16="http://schemas.microsoft.com/office/drawing/2014/main" id="{074A7FBF-B092-374F-0C4F-7FAB6E328A35}"/>
              </a:ext>
            </a:extLst>
          </p:cNvPr>
          <p:cNvSpPr txBox="1"/>
          <p:nvPr/>
        </p:nvSpPr>
        <p:spPr>
          <a:xfrm>
            <a:off x="5942500" y="6031697"/>
            <a:ext cx="1294487"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Solution (technically) built</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Ready for integration testing</a:t>
            </a:r>
          </a:p>
        </p:txBody>
      </p:sp>
      <p:sp>
        <p:nvSpPr>
          <p:cNvPr id="328" name="TextBox 327">
            <a:extLst>
              <a:ext uri="{FF2B5EF4-FFF2-40B4-BE49-F238E27FC236}">
                <a16:creationId xmlns:a16="http://schemas.microsoft.com/office/drawing/2014/main" id="{50359048-6354-929A-4EA0-2F190A28D9D5}"/>
              </a:ext>
            </a:extLst>
          </p:cNvPr>
          <p:cNvSpPr txBox="1"/>
          <p:nvPr/>
        </p:nvSpPr>
        <p:spPr>
          <a:xfrm>
            <a:off x="4925519" y="4726780"/>
            <a:ext cx="2199456" cy="461665"/>
          </a:xfrm>
          <a:prstGeom prst="rect">
            <a:avLst/>
          </a:prstGeom>
          <a:noFill/>
        </p:spPr>
        <p:txBody>
          <a:bodyPr wrap="square" rIns="36000" rtlCol="0" anchor="b">
            <a:spAutoFit/>
          </a:bodyPr>
          <a:lstStyle/>
          <a:p>
            <a:pPr algn="ctr"/>
            <a:r>
              <a:rPr lang="en-US" sz="800" i="1">
                <a:solidFill>
                  <a:schemeClr val="bg1">
                    <a:lumMod val="75000"/>
                  </a:schemeClr>
                </a:solidFill>
              </a:rPr>
              <a:t>Iterative and incremental build</a:t>
            </a:r>
          </a:p>
          <a:p>
            <a:pPr algn="ctr"/>
            <a:r>
              <a:rPr lang="en-US" sz="800" i="1">
                <a:solidFill>
                  <a:schemeClr val="bg1">
                    <a:lumMod val="75000"/>
                  </a:schemeClr>
                </a:solidFill>
              </a:rPr>
              <a:t>in sprints of 3 to 6 weeks </a:t>
            </a:r>
            <a:br>
              <a:rPr lang="en-US" sz="800" i="1">
                <a:solidFill>
                  <a:schemeClr val="bg1">
                    <a:lumMod val="75000"/>
                  </a:schemeClr>
                </a:solidFill>
              </a:rPr>
            </a:br>
            <a:r>
              <a:rPr lang="en-US" sz="800" i="1">
                <a:solidFill>
                  <a:schemeClr val="bg1">
                    <a:lumMod val="75000"/>
                  </a:schemeClr>
                </a:solidFill>
              </a:rPr>
              <a:t>(all sprints of same length)</a:t>
            </a:r>
          </a:p>
        </p:txBody>
      </p:sp>
      <p:sp>
        <p:nvSpPr>
          <p:cNvPr id="9" name="Rectangle: Rounded Corners 8">
            <a:extLst>
              <a:ext uri="{FF2B5EF4-FFF2-40B4-BE49-F238E27FC236}">
                <a16:creationId xmlns:a16="http://schemas.microsoft.com/office/drawing/2014/main" id="{D23DB485-10EB-4563-64D5-170EF1593309}"/>
              </a:ext>
            </a:extLst>
          </p:cNvPr>
          <p:cNvSpPr/>
          <p:nvPr/>
        </p:nvSpPr>
        <p:spPr>
          <a:xfrm>
            <a:off x="4729821" y="2860709"/>
            <a:ext cx="2507610" cy="582211"/>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0" tIns="0" rIns="0" bIns="0" rtlCol="0" anchor="t">
            <a:spAutoFit/>
          </a:bodyPr>
          <a:lstStyle/>
          <a:p>
            <a:pPr algn="ctr">
              <a:spcAft>
                <a:spcPts val="400"/>
              </a:spcAft>
            </a:pPr>
            <a:r>
              <a:rPr lang="en-GB" sz="1050" b="1">
                <a:solidFill>
                  <a:schemeClr val="bg1">
                    <a:lumMod val="75000"/>
                  </a:schemeClr>
                </a:solidFill>
              </a:rPr>
              <a:t>REA</a:t>
            </a:r>
            <a:endParaRPr lang="en-GB" sz="900">
              <a:solidFill>
                <a:schemeClr val="bg1">
                  <a:lumMod val="75000"/>
                </a:schemeClr>
              </a:solidFill>
            </a:endParaRPr>
          </a:p>
          <a:p>
            <a:pPr algn="ctr"/>
            <a:r>
              <a:rPr lang="en-GB" sz="800">
                <a:solidFill>
                  <a:schemeClr val="bg1">
                    <a:lumMod val="75000"/>
                  </a:schemeClr>
                </a:solidFill>
              </a:rPr>
              <a:t>Build of the solution in sprints </a:t>
            </a:r>
            <a:br>
              <a:rPr lang="en-GB" sz="800">
                <a:solidFill>
                  <a:schemeClr val="bg1">
                    <a:lumMod val="75000"/>
                  </a:schemeClr>
                </a:solidFill>
              </a:rPr>
            </a:br>
            <a:r>
              <a:rPr lang="en-GB" sz="800">
                <a:solidFill>
                  <a:schemeClr val="bg1">
                    <a:lumMod val="75000"/>
                  </a:schemeClr>
                </a:solidFill>
              </a:rPr>
              <a:t>(detailed design, build, test, </a:t>
            </a:r>
            <a:br>
              <a:rPr lang="en-GB" sz="800">
                <a:solidFill>
                  <a:schemeClr val="bg1">
                    <a:lumMod val="75000"/>
                  </a:schemeClr>
                </a:solidFill>
              </a:rPr>
            </a:br>
            <a:r>
              <a:rPr lang="en-GB" sz="800">
                <a:solidFill>
                  <a:schemeClr val="bg1">
                    <a:lumMod val="75000"/>
                  </a:schemeClr>
                </a:solidFill>
              </a:rPr>
              <a:t>show &amp; tell and release)</a:t>
            </a:r>
          </a:p>
        </p:txBody>
      </p:sp>
      <p:sp>
        <p:nvSpPr>
          <p:cNvPr id="117" name="Rectangle 116">
            <a:extLst>
              <a:ext uri="{FF2B5EF4-FFF2-40B4-BE49-F238E27FC236}">
                <a16:creationId xmlns:a16="http://schemas.microsoft.com/office/drawing/2014/main" id="{8C038F3A-1A8B-FBDE-E88D-EE75FBD34348}"/>
              </a:ext>
            </a:extLst>
          </p:cNvPr>
          <p:cNvSpPr/>
          <p:nvPr/>
        </p:nvSpPr>
        <p:spPr>
          <a:xfrm>
            <a:off x="1364" y="535696"/>
            <a:ext cx="12190635" cy="914400"/>
          </a:xfrm>
          <a:prstGeom prst="rect">
            <a:avLst/>
          </a:prstGeom>
          <a:gradFill>
            <a:gsLst>
              <a:gs pos="63000">
                <a:schemeClr val="bg1">
                  <a:lumMod val="95000"/>
                </a:schemeClr>
              </a:gs>
              <a:gs pos="13000">
                <a:schemeClr val="bg1">
                  <a:lumMod val="95000"/>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100" name="Rectangle 99">
            <a:extLst>
              <a:ext uri="{FF2B5EF4-FFF2-40B4-BE49-F238E27FC236}">
                <a16:creationId xmlns:a16="http://schemas.microsoft.com/office/drawing/2014/main" id="{E03AD0F3-EB3B-93A8-466F-FA74899990B6}"/>
              </a:ext>
            </a:extLst>
          </p:cNvPr>
          <p:cNvSpPr/>
          <p:nvPr/>
        </p:nvSpPr>
        <p:spPr>
          <a:xfrm>
            <a:off x="147484" y="6179574"/>
            <a:ext cx="2492477"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17" name="Title 316">
            <a:extLst>
              <a:ext uri="{FF2B5EF4-FFF2-40B4-BE49-F238E27FC236}">
                <a16:creationId xmlns:a16="http://schemas.microsoft.com/office/drawing/2014/main" id="{B4467621-27AF-7F6E-1B71-332D1D4E4619}"/>
              </a:ext>
            </a:extLst>
          </p:cNvPr>
          <p:cNvSpPr>
            <a:spLocks noGrp="1"/>
          </p:cNvSpPr>
          <p:nvPr>
            <p:ph type="ctrTitle"/>
          </p:nvPr>
        </p:nvSpPr>
        <p:spPr/>
        <p:txBody>
          <a:bodyPr/>
          <a:lstStyle/>
          <a:p>
            <a:r>
              <a:rPr lang="nl-BE"/>
              <a:t>project life </a:t>
            </a:r>
            <a:r>
              <a:rPr lang="nl-BE" err="1"/>
              <a:t>cycle</a:t>
            </a:r>
            <a:endParaRPr lang="en-US"/>
          </a:p>
        </p:txBody>
      </p:sp>
      <p:cxnSp>
        <p:nvCxnSpPr>
          <p:cNvPr id="281" name="Straight Connector 280">
            <a:extLst>
              <a:ext uri="{FF2B5EF4-FFF2-40B4-BE49-F238E27FC236}">
                <a16:creationId xmlns:a16="http://schemas.microsoft.com/office/drawing/2014/main" id="{FE040602-DCAC-6F7E-8AF8-1568283EAAFF}"/>
              </a:ext>
            </a:extLst>
          </p:cNvPr>
          <p:cNvCxnSpPr>
            <a:cxnSpLocks/>
          </p:cNvCxnSpPr>
          <p:nvPr/>
        </p:nvCxnSpPr>
        <p:spPr>
          <a:xfrm>
            <a:off x="2428620"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69" name="TextBox 268">
            <a:extLst>
              <a:ext uri="{FF2B5EF4-FFF2-40B4-BE49-F238E27FC236}">
                <a16:creationId xmlns:a16="http://schemas.microsoft.com/office/drawing/2014/main" id="{11429B70-EA0A-D318-20D4-9DB6C474C29E}"/>
              </a:ext>
            </a:extLst>
          </p:cNvPr>
          <p:cNvSpPr txBox="1"/>
          <p:nvPr/>
        </p:nvSpPr>
        <p:spPr>
          <a:xfrm>
            <a:off x="1529334" y="6031697"/>
            <a:ext cx="897363"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Project approach</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Project plan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Kick-off meeting</a:t>
            </a:r>
          </a:p>
        </p:txBody>
      </p:sp>
      <p:sp>
        <p:nvSpPr>
          <p:cNvPr id="14" name="Rectangle: Rounded Corners 13">
            <a:extLst>
              <a:ext uri="{FF2B5EF4-FFF2-40B4-BE49-F238E27FC236}">
                <a16:creationId xmlns:a16="http://schemas.microsoft.com/office/drawing/2014/main" id="{F437464D-529A-C3B6-3CBB-67A094D38318}"/>
              </a:ext>
            </a:extLst>
          </p:cNvPr>
          <p:cNvSpPr/>
          <p:nvPr/>
        </p:nvSpPr>
        <p:spPr>
          <a:xfrm>
            <a:off x="1110734" y="2860709"/>
            <a:ext cx="1316405" cy="697627"/>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GB" sz="1000" b="1">
                <a:solidFill>
                  <a:schemeClr val="tx2"/>
                </a:solidFill>
              </a:rPr>
              <a:t>PLAN</a:t>
            </a:r>
            <a:endParaRPr lang="en-GB" sz="1000">
              <a:solidFill>
                <a:schemeClr val="tx1">
                  <a:lumMod val="75000"/>
                </a:schemeClr>
              </a:solidFill>
            </a:endParaRPr>
          </a:p>
          <a:p>
            <a:pPr algn="ctr"/>
            <a:r>
              <a:rPr lang="en-GB" sz="800">
                <a:solidFill>
                  <a:schemeClr val="tx1">
                    <a:lumMod val="75000"/>
                  </a:schemeClr>
                </a:solidFill>
              </a:rPr>
              <a:t>Establish program </a:t>
            </a:r>
            <a:br>
              <a:rPr lang="en-GB" sz="800">
                <a:solidFill>
                  <a:schemeClr val="tx1">
                    <a:lumMod val="75000"/>
                  </a:schemeClr>
                </a:solidFill>
              </a:rPr>
            </a:br>
            <a:r>
              <a:rPr lang="en-GB" sz="800">
                <a:solidFill>
                  <a:schemeClr val="tx1">
                    <a:lumMod val="75000"/>
                  </a:schemeClr>
                </a:solidFill>
              </a:rPr>
              <a:t>or project governance and draw up initial plans​</a:t>
            </a:r>
            <a:endParaRPr lang="en-US" sz="800">
              <a:solidFill>
                <a:schemeClr val="tx1">
                  <a:lumMod val="75000"/>
                </a:schemeClr>
              </a:solidFill>
            </a:endParaRPr>
          </a:p>
        </p:txBody>
      </p:sp>
      <p:cxnSp>
        <p:nvCxnSpPr>
          <p:cNvPr id="287" name="Straight Connector 286">
            <a:extLst>
              <a:ext uri="{FF2B5EF4-FFF2-40B4-BE49-F238E27FC236}">
                <a16:creationId xmlns:a16="http://schemas.microsoft.com/office/drawing/2014/main" id="{1115AEB9-591F-DFE4-0F7E-19C800E291D8}"/>
              </a:ext>
            </a:extLst>
          </p:cNvPr>
          <p:cNvCxnSpPr>
            <a:cxnSpLocks/>
          </p:cNvCxnSpPr>
          <p:nvPr/>
        </p:nvCxnSpPr>
        <p:spPr>
          <a:xfrm flipH="1">
            <a:off x="1097233" y="2720379"/>
            <a:ext cx="5931"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75" name="TextBox 274">
            <a:extLst>
              <a:ext uri="{FF2B5EF4-FFF2-40B4-BE49-F238E27FC236}">
                <a16:creationId xmlns:a16="http://schemas.microsoft.com/office/drawing/2014/main" id="{7019B7D2-F956-49E1-A698-F52B20DE684A}"/>
              </a:ext>
            </a:extLst>
          </p:cNvPr>
          <p:cNvSpPr txBox="1"/>
          <p:nvPr/>
        </p:nvSpPr>
        <p:spPr>
          <a:xfrm>
            <a:off x="344956" y="6031697"/>
            <a:ext cx="752277"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Contract</a:t>
            </a:r>
          </a:p>
        </p:txBody>
      </p:sp>
      <p:sp>
        <p:nvSpPr>
          <p:cNvPr id="15" name="Rectangle: Rounded Corners 14">
            <a:extLst>
              <a:ext uri="{FF2B5EF4-FFF2-40B4-BE49-F238E27FC236}">
                <a16:creationId xmlns:a16="http://schemas.microsoft.com/office/drawing/2014/main" id="{055522D1-A765-B196-6DF0-0784F61C4BB4}"/>
              </a:ext>
            </a:extLst>
          </p:cNvPr>
          <p:cNvSpPr/>
          <p:nvPr/>
        </p:nvSpPr>
        <p:spPr>
          <a:xfrm>
            <a:off x="39890" y="2860709"/>
            <a:ext cx="1049771" cy="1074653"/>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US" sz="1000" b="1">
                <a:solidFill>
                  <a:schemeClr val="bg1">
                    <a:lumMod val="75000"/>
                  </a:schemeClr>
                </a:solidFill>
              </a:rPr>
              <a:t>PRE-SALES</a:t>
            </a:r>
            <a:endParaRPr lang="en-US" sz="1000">
              <a:solidFill>
                <a:schemeClr val="bg1">
                  <a:lumMod val="75000"/>
                </a:schemeClr>
              </a:solidFill>
            </a:endParaRPr>
          </a:p>
          <a:p>
            <a:pPr algn="ctr"/>
            <a:r>
              <a:rPr lang="en-US" sz="800">
                <a:solidFill>
                  <a:schemeClr val="bg1">
                    <a:lumMod val="75000"/>
                  </a:schemeClr>
                </a:solidFill>
              </a:rPr>
              <a:t>Phase to understand project or program objectives, solution roadmap and high- level requirements</a:t>
            </a:r>
            <a:r>
              <a:rPr lang="en-US" sz="850">
                <a:solidFill>
                  <a:schemeClr val="bg1">
                    <a:lumMod val="75000"/>
                  </a:schemeClr>
                </a:solidFill>
              </a:rPr>
              <a:t>​</a:t>
            </a:r>
          </a:p>
        </p:txBody>
      </p:sp>
      <p:cxnSp>
        <p:nvCxnSpPr>
          <p:cNvPr id="282" name="Straight Connector 281">
            <a:extLst>
              <a:ext uri="{FF2B5EF4-FFF2-40B4-BE49-F238E27FC236}">
                <a16:creationId xmlns:a16="http://schemas.microsoft.com/office/drawing/2014/main" id="{A5D0A31A-EA8E-ABA1-7C7E-D79E79089E77}"/>
              </a:ext>
            </a:extLst>
          </p:cNvPr>
          <p:cNvCxnSpPr>
            <a:cxnSpLocks/>
          </p:cNvCxnSpPr>
          <p:nvPr/>
        </p:nvCxnSpPr>
        <p:spPr>
          <a:xfrm>
            <a:off x="4737391"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2658A036-2561-A7A8-B869-7F2AD250B122}"/>
              </a:ext>
            </a:extLst>
          </p:cNvPr>
          <p:cNvCxnSpPr>
            <a:cxnSpLocks/>
          </p:cNvCxnSpPr>
          <p:nvPr/>
        </p:nvCxnSpPr>
        <p:spPr>
          <a:xfrm>
            <a:off x="3561834" y="2708269"/>
            <a:ext cx="4347"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68" name="TextBox 267">
            <a:extLst>
              <a:ext uri="{FF2B5EF4-FFF2-40B4-BE49-F238E27FC236}">
                <a16:creationId xmlns:a16="http://schemas.microsoft.com/office/drawing/2014/main" id="{08837420-25CF-F27D-768A-0B9F564E100F}"/>
              </a:ext>
            </a:extLst>
          </p:cNvPr>
          <p:cNvSpPr txBox="1"/>
          <p:nvPr/>
        </p:nvSpPr>
        <p:spPr>
          <a:xfrm>
            <a:off x="3660378" y="6031697"/>
            <a:ext cx="1076376"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Blueprint document</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700" i="1">
                <a:solidFill>
                  <a:schemeClr val="bg1">
                    <a:lumMod val="75000"/>
                  </a:schemeClr>
                </a:solidFill>
                <a:latin typeface="Century Gothic" panose="020F0302020204030204"/>
              </a:rPr>
              <a:t>Fit-gap list</a:t>
            </a:r>
            <a:endPar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BPML and backlog for realization</a:t>
            </a:r>
          </a:p>
        </p:txBody>
      </p:sp>
      <p:sp>
        <p:nvSpPr>
          <p:cNvPr id="270" name="TextBox 269">
            <a:extLst>
              <a:ext uri="{FF2B5EF4-FFF2-40B4-BE49-F238E27FC236}">
                <a16:creationId xmlns:a16="http://schemas.microsoft.com/office/drawing/2014/main" id="{7F2F4D44-6C84-9091-F6E1-CDC0623074E5}"/>
              </a:ext>
            </a:extLst>
          </p:cNvPr>
          <p:cNvSpPr txBox="1"/>
          <p:nvPr/>
        </p:nvSpPr>
        <p:spPr>
          <a:xfrm>
            <a:off x="2534033" y="6031697"/>
            <a:ext cx="1032148"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Scope baseline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Conceptual design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BPML and backlog for blueprint</a:t>
            </a:r>
          </a:p>
        </p:txBody>
      </p:sp>
      <p:sp>
        <p:nvSpPr>
          <p:cNvPr id="12" name="Rectangle: Rounded Corners 11">
            <a:extLst>
              <a:ext uri="{FF2B5EF4-FFF2-40B4-BE49-F238E27FC236}">
                <a16:creationId xmlns:a16="http://schemas.microsoft.com/office/drawing/2014/main" id="{22829604-92A0-081A-FFF2-BDFEF5B20BAC}"/>
              </a:ext>
            </a:extLst>
          </p:cNvPr>
          <p:cNvSpPr/>
          <p:nvPr/>
        </p:nvSpPr>
        <p:spPr>
          <a:xfrm>
            <a:off x="2428619" y="2860709"/>
            <a:ext cx="1138199" cy="1518364"/>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GB" sz="1000" b="1">
                <a:solidFill>
                  <a:schemeClr val="bg1">
                    <a:lumMod val="75000"/>
                  </a:schemeClr>
                </a:solidFill>
              </a:rPr>
              <a:t>DISCOVERY</a:t>
            </a:r>
          </a:p>
          <a:p>
            <a:pPr algn="ctr">
              <a:spcAft>
                <a:spcPts val="400"/>
              </a:spcAft>
            </a:pPr>
            <a:r>
              <a:rPr lang="en-GB" sz="1000" b="1">
                <a:solidFill>
                  <a:schemeClr val="bg1">
                    <a:lumMod val="75000"/>
                  </a:schemeClr>
                </a:solidFill>
              </a:rPr>
              <a:t>CONC. DESIGN</a:t>
            </a:r>
          </a:p>
          <a:p>
            <a:pPr algn="ctr"/>
            <a:r>
              <a:rPr lang="en-GB" sz="800">
                <a:solidFill>
                  <a:schemeClr val="bg1">
                    <a:lumMod val="75000"/>
                  </a:schemeClr>
                </a:solidFill>
              </a:rPr>
              <a:t>Gain knowledge of the customer's business process, make key decisions to steer the project in the right direction and draw up the Business Process Master List (BPML)</a:t>
            </a:r>
          </a:p>
        </p:txBody>
      </p:sp>
      <p:sp>
        <p:nvSpPr>
          <p:cNvPr id="13" name="Rectangle: Rounded Corners 12">
            <a:extLst>
              <a:ext uri="{FF2B5EF4-FFF2-40B4-BE49-F238E27FC236}">
                <a16:creationId xmlns:a16="http://schemas.microsoft.com/office/drawing/2014/main" id="{25981830-1093-6E08-F277-AEAB3A9703AB}"/>
              </a:ext>
            </a:extLst>
          </p:cNvPr>
          <p:cNvSpPr/>
          <p:nvPr/>
        </p:nvSpPr>
        <p:spPr>
          <a:xfrm>
            <a:off x="3579422" y="2860709"/>
            <a:ext cx="1157969" cy="1066959"/>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GB" sz="1000" b="1">
                <a:solidFill>
                  <a:schemeClr val="bg1">
                    <a:lumMod val="75000"/>
                  </a:schemeClr>
                </a:solidFill>
              </a:rPr>
              <a:t>F2S / BBP</a:t>
            </a:r>
          </a:p>
          <a:p>
            <a:pPr algn="ctr"/>
            <a:r>
              <a:rPr lang="en-US" sz="800">
                <a:solidFill>
                  <a:schemeClr val="bg1">
                    <a:lumMod val="75000"/>
                  </a:schemeClr>
                </a:solidFill>
              </a:rPr>
              <a:t>Facilitate Fit-to-Standard (F2S) or blueprint (BBP) workshops to design the final solution, and define scope and  backlog for REA</a:t>
            </a:r>
          </a:p>
        </p:txBody>
      </p:sp>
      <p:cxnSp>
        <p:nvCxnSpPr>
          <p:cNvPr id="284" name="Straight Connector 283">
            <a:extLst>
              <a:ext uri="{FF2B5EF4-FFF2-40B4-BE49-F238E27FC236}">
                <a16:creationId xmlns:a16="http://schemas.microsoft.com/office/drawing/2014/main" id="{BE6488A1-962A-9414-B47F-833F13E44B06}"/>
              </a:ext>
            </a:extLst>
          </p:cNvPr>
          <p:cNvCxnSpPr>
            <a:cxnSpLocks/>
          </p:cNvCxnSpPr>
          <p:nvPr/>
        </p:nvCxnSpPr>
        <p:spPr>
          <a:xfrm>
            <a:off x="9131619"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72" name="TextBox 271">
            <a:extLst>
              <a:ext uri="{FF2B5EF4-FFF2-40B4-BE49-F238E27FC236}">
                <a16:creationId xmlns:a16="http://schemas.microsoft.com/office/drawing/2014/main" id="{4F2EB8E6-B079-F450-B618-3FF967429DB8}"/>
              </a:ext>
            </a:extLst>
          </p:cNvPr>
          <p:cNvSpPr txBox="1"/>
          <p:nvPr/>
        </p:nvSpPr>
        <p:spPr>
          <a:xfrm>
            <a:off x="7931554" y="6031697"/>
            <a:ext cx="1200064"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Tested solution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Go/No-go</a:t>
            </a:r>
          </a:p>
        </p:txBody>
      </p:sp>
      <p:sp>
        <p:nvSpPr>
          <p:cNvPr id="10" name="Rectangle: Rounded Corners 9">
            <a:extLst>
              <a:ext uri="{FF2B5EF4-FFF2-40B4-BE49-F238E27FC236}">
                <a16:creationId xmlns:a16="http://schemas.microsoft.com/office/drawing/2014/main" id="{9D9BF5EB-5C5D-236D-45EB-8C15A5573D5B}"/>
              </a:ext>
            </a:extLst>
          </p:cNvPr>
          <p:cNvSpPr/>
          <p:nvPr/>
        </p:nvSpPr>
        <p:spPr>
          <a:xfrm>
            <a:off x="7238911" y="2916695"/>
            <a:ext cx="1885137" cy="1138773"/>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600"/>
              </a:spcAft>
            </a:pPr>
            <a:r>
              <a:rPr lang="en-GB" sz="1050" b="1">
                <a:solidFill>
                  <a:schemeClr val="bg1">
                    <a:lumMod val="75000"/>
                  </a:schemeClr>
                </a:solidFill>
              </a:rPr>
              <a:t>SIT &amp; BRT</a:t>
            </a:r>
            <a:endParaRPr lang="en-GB" sz="900">
              <a:solidFill>
                <a:schemeClr val="bg1">
                  <a:lumMod val="75000"/>
                </a:schemeClr>
              </a:solidFill>
            </a:endParaRPr>
          </a:p>
          <a:p>
            <a:pPr algn="ctr"/>
            <a:r>
              <a:rPr lang="en-GB" sz="800">
                <a:solidFill>
                  <a:schemeClr val="bg1">
                    <a:lumMod val="75000"/>
                  </a:schemeClr>
                </a:solidFill>
              </a:rPr>
              <a:t>Execute System Integration</a:t>
            </a:r>
          </a:p>
          <a:p>
            <a:pPr algn="ctr"/>
            <a:r>
              <a:rPr lang="en-GB" sz="800">
                <a:solidFill>
                  <a:schemeClr val="bg1">
                    <a:lumMod val="75000"/>
                  </a:schemeClr>
                </a:solidFill>
              </a:rPr>
              <a:t>Testing, Business Readiness Testing (aka User Acceptance Testing) and End-2-end testing, test data migrations (TM), test integrations and prepare for production cutover</a:t>
            </a:r>
          </a:p>
          <a:p>
            <a:pPr algn="ctr"/>
            <a:endParaRPr lang="en-GB" sz="1050" b="1">
              <a:solidFill>
                <a:schemeClr val="bg1">
                  <a:lumMod val="75000"/>
                </a:schemeClr>
              </a:solidFill>
            </a:endParaRPr>
          </a:p>
        </p:txBody>
      </p:sp>
      <p:sp>
        <p:nvSpPr>
          <p:cNvPr id="35" name="Rectangle: Rounded Corners 34">
            <a:extLst>
              <a:ext uri="{FF2B5EF4-FFF2-40B4-BE49-F238E27FC236}">
                <a16:creationId xmlns:a16="http://schemas.microsoft.com/office/drawing/2014/main" id="{037FA691-3220-AEA9-124E-CD34A41ABB82}"/>
              </a:ext>
            </a:extLst>
          </p:cNvPr>
          <p:cNvSpPr/>
          <p:nvPr/>
        </p:nvSpPr>
        <p:spPr>
          <a:xfrm rot="5400000">
            <a:off x="7398579" y="46312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Test </a:t>
            </a:r>
            <a:br>
              <a:rPr lang="en-US" sz="800" b="1">
                <a:solidFill>
                  <a:schemeClr val="bg1">
                    <a:lumMod val="75000"/>
                  </a:schemeClr>
                </a:solidFill>
                <a:latin typeface="Century Gothic" panose="020F0302020204030204"/>
              </a:rPr>
            </a:br>
            <a:r>
              <a:rPr lang="en-US" sz="800" b="1">
                <a:solidFill>
                  <a:schemeClr val="bg1">
                    <a:lumMod val="75000"/>
                  </a:schemeClr>
                </a:solidFill>
                <a:latin typeface="Century Gothic" panose="020F0302020204030204"/>
              </a:rPr>
              <a:t>Migration</a:t>
            </a:r>
          </a:p>
          <a:p>
            <a:pPr algn="ctr"/>
            <a:r>
              <a:rPr lang="en-US" sz="800" b="1">
                <a:solidFill>
                  <a:schemeClr val="bg1">
                    <a:lumMod val="75000"/>
                  </a:schemeClr>
                </a:solidFill>
                <a:latin typeface="Century Gothic" panose="020F0302020204030204"/>
              </a:rPr>
              <a:t>1</a:t>
            </a:r>
          </a:p>
        </p:txBody>
      </p:sp>
      <p:sp>
        <p:nvSpPr>
          <p:cNvPr id="36" name="Rectangle: Rounded Corners 35">
            <a:extLst>
              <a:ext uri="{FF2B5EF4-FFF2-40B4-BE49-F238E27FC236}">
                <a16:creationId xmlns:a16="http://schemas.microsoft.com/office/drawing/2014/main" id="{15F83F0F-1C41-EE2E-B4DD-E183791F4607}"/>
              </a:ext>
            </a:extLst>
          </p:cNvPr>
          <p:cNvSpPr/>
          <p:nvPr/>
        </p:nvSpPr>
        <p:spPr>
          <a:xfrm rot="5400000">
            <a:off x="7993237" y="46312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Test </a:t>
            </a:r>
            <a:br>
              <a:rPr lang="en-US" sz="800" b="1">
                <a:solidFill>
                  <a:schemeClr val="bg1">
                    <a:lumMod val="75000"/>
                  </a:schemeClr>
                </a:solidFill>
                <a:latin typeface="Century Gothic" panose="020F0302020204030204"/>
              </a:rPr>
            </a:br>
            <a:r>
              <a:rPr lang="en-US" sz="800" b="1">
                <a:solidFill>
                  <a:schemeClr val="bg1">
                    <a:lumMod val="75000"/>
                  </a:schemeClr>
                </a:solidFill>
                <a:latin typeface="Century Gothic" panose="020F0302020204030204"/>
              </a:rPr>
              <a:t>Migration</a:t>
            </a:r>
          </a:p>
          <a:p>
            <a:pPr algn="ctr"/>
            <a:r>
              <a:rPr lang="en-US" sz="800" b="1">
                <a:solidFill>
                  <a:schemeClr val="bg1">
                    <a:lumMod val="75000"/>
                  </a:schemeClr>
                </a:solidFill>
                <a:latin typeface="Century Gothic" panose="020F0302020204030204"/>
              </a:rPr>
              <a:t>2</a:t>
            </a:r>
          </a:p>
        </p:txBody>
      </p:sp>
      <p:sp>
        <p:nvSpPr>
          <p:cNvPr id="37" name="Rectangle: Rounded Corners 36">
            <a:extLst>
              <a:ext uri="{FF2B5EF4-FFF2-40B4-BE49-F238E27FC236}">
                <a16:creationId xmlns:a16="http://schemas.microsoft.com/office/drawing/2014/main" id="{B533B00A-A32E-9856-D467-04304EB49574}"/>
              </a:ext>
            </a:extLst>
          </p:cNvPr>
          <p:cNvSpPr/>
          <p:nvPr/>
        </p:nvSpPr>
        <p:spPr>
          <a:xfrm rot="5400000">
            <a:off x="7398579" y="50975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SIT</a:t>
            </a:r>
          </a:p>
          <a:p>
            <a:pPr algn="ctr"/>
            <a:r>
              <a:rPr lang="en-US" sz="800" b="1">
                <a:solidFill>
                  <a:schemeClr val="bg1">
                    <a:lumMod val="75000"/>
                  </a:schemeClr>
                </a:solidFill>
                <a:latin typeface="Century Gothic" panose="020F0302020204030204"/>
              </a:rPr>
              <a:t>1</a:t>
            </a:r>
          </a:p>
        </p:txBody>
      </p:sp>
      <p:sp>
        <p:nvSpPr>
          <p:cNvPr id="38" name="Rectangle: Rounded Corners 37">
            <a:extLst>
              <a:ext uri="{FF2B5EF4-FFF2-40B4-BE49-F238E27FC236}">
                <a16:creationId xmlns:a16="http://schemas.microsoft.com/office/drawing/2014/main" id="{7992ECF4-C4FB-E80F-C433-69FDFE9D3571}"/>
              </a:ext>
            </a:extLst>
          </p:cNvPr>
          <p:cNvSpPr/>
          <p:nvPr/>
        </p:nvSpPr>
        <p:spPr>
          <a:xfrm rot="5400000">
            <a:off x="7993237" y="50975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SIT</a:t>
            </a:r>
          </a:p>
          <a:p>
            <a:pPr algn="ctr"/>
            <a:r>
              <a:rPr lang="en-US" sz="800" b="1">
                <a:solidFill>
                  <a:schemeClr val="bg1">
                    <a:lumMod val="75000"/>
                  </a:schemeClr>
                </a:solidFill>
                <a:latin typeface="Century Gothic" panose="020F0302020204030204"/>
              </a:rPr>
              <a:t>2</a:t>
            </a:r>
          </a:p>
        </p:txBody>
      </p:sp>
      <p:sp>
        <p:nvSpPr>
          <p:cNvPr id="39" name="Rectangle: Rounded Corners 38">
            <a:extLst>
              <a:ext uri="{FF2B5EF4-FFF2-40B4-BE49-F238E27FC236}">
                <a16:creationId xmlns:a16="http://schemas.microsoft.com/office/drawing/2014/main" id="{0272E7B1-5E87-AD94-E263-117B1A3DEDA6}"/>
              </a:ext>
            </a:extLst>
          </p:cNvPr>
          <p:cNvSpPr/>
          <p:nvPr/>
        </p:nvSpPr>
        <p:spPr>
          <a:xfrm rot="5400000">
            <a:off x="8584403" y="50975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UAT</a:t>
            </a:r>
          </a:p>
        </p:txBody>
      </p:sp>
      <p:sp>
        <p:nvSpPr>
          <p:cNvPr id="40" name="Rectangle: Rounded Corners 39">
            <a:extLst>
              <a:ext uri="{FF2B5EF4-FFF2-40B4-BE49-F238E27FC236}">
                <a16:creationId xmlns:a16="http://schemas.microsoft.com/office/drawing/2014/main" id="{3682116D-103B-88A8-1A83-795EAE70BCC5}"/>
              </a:ext>
            </a:extLst>
          </p:cNvPr>
          <p:cNvSpPr/>
          <p:nvPr/>
        </p:nvSpPr>
        <p:spPr>
          <a:xfrm rot="5400000">
            <a:off x="8584403" y="46312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Test </a:t>
            </a:r>
            <a:br>
              <a:rPr lang="en-US" sz="800" b="1">
                <a:solidFill>
                  <a:schemeClr val="bg1">
                    <a:lumMod val="75000"/>
                  </a:schemeClr>
                </a:solidFill>
                <a:latin typeface="Century Gothic" panose="020F0302020204030204"/>
              </a:rPr>
            </a:br>
            <a:r>
              <a:rPr lang="en-US" sz="800" b="1">
                <a:solidFill>
                  <a:schemeClr val="bg1">
                    <a:lumMod val="75000"/>
                  </a:schemeClr>
                </a:solidFill>
                <a:latin typeface="Century Gothic" panose="020F0302020204030204"/>
              </a:rPr>
              <a:t>Migration</a:t>
            </a:r>
          </a:p>
          <a:p>
            <a:pPr algn="ctr"/>
            <a:r>
              <a:rPr lang="en-US" sz="800" b="1">
                <a:solidFill>
                  <a:schemeClr val="bg1">
                    <a:lumMod val="75000"/>
                  </a:schemeClr>
                </a:solidFill>
                <a:latin typeface="Century Gothic" panose="020F0302020204030204"/>
              </a:rPr>
              <a:t>3</a:t>
            </a:r>
          </a:p>
        </p:txBody>
      </p:sp>
      <p:sp>
        <p:nvSpPr>
          <p:cNvPr id="274" name="TextBox 273">
            <a:extLst>
              <a:ext uri="{FF2B5EF4-FFF2-40B4-BE49-F238E27FC236}">
                <a16:creationId xmlns:a16="http://schemas.microsoft.com/office/drawing/2014/main" id="{79A9101E-2C83-CCC4-EDFC-A905D4B0DAA3}"/>
              </a:ext>
            </a:extLst>
          </p:cNvPr>
          <p:cNvSpPr txBox="1"/>
          <p:nvPr/>
        </p:nvSpPr>
        <p:spPr>
          <a:xfrm>
            <a:off x="9856237" y="6031697"/>
            <a:ext cx="1198227"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Project closing</a:t>
            </a:r>
          </a:p>
        </p:txBody>
      </p:sp>
      <p:cxnSp>
        <p:nvCxnSpPr>
          <p:cNvPr id="286" name="Straight Connector 285">
            <a:extLst>
              <a:ext uri="{FF2B5EF4-FFF2-40B4-BE49-F238E27FC236}">
                <a16:creationId xmlns:a16="http://schemas.microsoft.com/office/drawing/2014/main" id="{D7D1585F-19F1-B6C9-B091-6C744038D2A7}"/>
              </a:ext>
            </a:extLst>
          </p:cNvPr>
          <p:cNvCxnSpPr>
            <a:cxnSpLocks/>
          </p:cNvCxnSpPr>
          <p:nvPr/>
        </p:nvCxnSpPr>
        <p:spPr>
          <a:xfrm>
            <a:off x="11055946"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91" name="Rounded Rectangle 290">
            <a:extLst>
              <a:ext uri="{FF2B5EF4-FFF2-40B4-BE49-F238E27FC236}">
                <a16:creationId xmlns:a16="http://schemas.microsoft.com/office/drawing/2014/main" id="{F0E5DFD7-86F3-ABD9-3745-70F06166100E}"/>
              </a:ext>
            </a:extLst>
          </p:cNvPr>
          <p:cNvSpPr/>
          <p:nvPr/>
        </p:nvSpPr>
        <p:spPr>
          <a:xfrm rot="5400000">
            <a:off x="10492236" y="5072752"/>
            <a:ext cx="443717" cy="61924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bg1">
                    <a:lumMod val="75000"/>
                  </a:schemeClr>
                </a:solidFill>
                <a:effectLst/>
                <a:uLnTx/>
                <a:uFillTx/>
                <a:latin typeface="Century Gothic" panose="020F0302020204030204"/>
                <a:ea typeface="+mn-ea"/>
                <a:cs typeface="+mn-cs"/>
              </a:rPr>
              <a:t>Hyper-care</a:t>
            </a:r>
          </a:p>
        </p:txBody>
      </p:sp>
      <p:sp>
        <p:nvSpPr>
          <p:cNvPr id="292" name="Arrow: Pentagon 97">
            <a:extLst>
              <a:ext uri="{FF2B5EF4-FFF2-40B4-BE49-F238E27FC236}">
                <a16:creationId xmlns:a16="http://schemas.microsoft.com/office/drawing/2014/main" id="{637A33B0-ED1E-D94B-950D-A6425487209E}"/>
              </a:ext>
            </a:extLst>
          </p:cNvPr>
          <p:cNvSpPr/>
          <p:nvPr/>
        </p:nvSpPr>
        <p:spPr>
          <a:xfrm>
            <a:off x="11110010" y="5651705"/>
            <a:ext cx="983215" cy="220777"/>
          </a:xfrm>
          <a:prstGeom prst="homePlate">
            <a:avLst>
              <a:gd name="adj" fmla="val 28642"/>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chemeClr val="bg1">
                    <a:lumMod val="75000"/>
                  </a:schemeClr>
                </a:solidFill>
                <a:effectLst/>
                <a:uLnTx/>
                <a:uFillTx/>
                <a:latin typeface="Century Gothic" panose="020F0302020204030204"/>
                <a:ea typeface="+mn-ea"/>
                <a:cs typeface="+mn-cs"/>
              </a:rPr>
              <a:t>Run &amp; Accelerate</a:t>
            </a:r>
          </a:p>
        </p:txBody>
      </p:sp>
      <p:sp>
        <p:nvSpPr>
          <p:cNvPr id="7" name="Rectangle: Rounded Corners 6">
            <a:extLst>
              <a:ext uri="{FF2B5EF4-FFF2-40B4-BE49-F238E27FC236}">
                <a16:creationId xmlns:a16="http://schemas.microsoft.com/office/drawing/2014/main" id="{49CC649C-5F7B-57B1-1744-F90C9A425416}"/>
              </a:ext>
            </a:extLst>
          </p:cNvPr>
          <p:cNvSpPr/>
          <p:nvPr/>
        </p:nvSpPr>
        <p:spPr>
          <a:xfrm>
            <a:off x="11054465" y="2916695"/>
            <a:ext cx="1097644" cy="730969"/>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0" tIns="0" rIns="0" bIns="0" rtlCol="0" anchor="t">
            <a:spAutoFit/>
          </a:bodyPr>
          <a:lstStyle/>
          <a:p>
            <a:pPr algn="ctr">
              <a:spcAft>
                <a:spcPts val="600"/>
              </a:spcAft>
            </a:pPr>
            <a:r>
              <a:rPr lang="en-GB" sz="1050" b="1">
                <a:solidFill>
                  <a:schemeClr val="bg1">
                    <a:lumMod val="75000"/>
                  </a:schemeClr>
                </a:solidFill>
              </a:rPr>
              <a:t>KIR</a:t>
            </a:r>
            <a:endParaRPr lang="en-GB" sz="900">
              <a:solidFill>
                <a:schemeClr val="bg1">
                  <a:lumMod val="75000"/>
                </a:schemeClr>
              </a:solidFill>
            </a:endParaRPr>
          </a:p>
          <a:p>
            <a:pPr algn="ctr"/>
            <a:r>
              <a:rPr lang="en-GB" sz="800">
                <a:solidFill>
                  <a:schemeClr val="bg1">
                    <a:lumMod val="75000"/>
                  </a:schemeClr>
                </a:solidFill>
              </a:rPr>
              <a:t>Keep IT Running; handover </a:t>
            </a:r>
            <a:br>
              <a:rPr lang="en-GB" sz="800">
                <a:solidFill>
                  <a:schemeClr val="bg1">
                    <a:lumMod val="75000"/>
                  </a:schemeClr>
                </a:solidFill>
              </a:rPr>
            </a:br>
            <a:r>
              <a:rPr lang="en-GB" sz="800">
                <a:solidFill>
                  <a:schemeClr val="bg1">
                    <a:lumMod val="75000"/>
                  </a:schemeClr>
                </a:solidFill>
              </a:rPr>
              <a:t>to operations or sustain support</a:t>
            </a:r>
          </a:p>
        </p:txBody>
      </p:sp>
      <p:sp>
        <p:nvSpPr>
          <p:cNvPr id="8" name="Rectangle: Rounded Corners 7">
            <a:extLst>
              <a:ext uri="{FF2B5EF4-FFF2-40B4-BE49-F238E27FC236}">
                <a16:creationId xmlns:a16="http://schemas.microsoft.com/office/drawing/2014/main" id="{5EC01147-A6B3-FAC5-745C-2DABA075DD60}"/>
              </a:ext>
            </a:extLst>
          </p:cNvPr>
          <p:cNvSpPr/>
          <p:nvPr/>
        </p:nvSpPr>
        <p:spPr>
          <a:xfrm>
            <a:off x="10095488" y="2916370"/>
            <a:ext cx="958980" cy="607859"/>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600"/>
              </a:spcAft>
            </a:pPr>
            <a:r>
              <a:rPr lang="en-GB" sz="1050" b="1">
                <a:solidFill>
                  <a:schemeClr val="bg1">
                    <a:lumMod val="75000"/>
                  </a:schemeClr>
                </a:solidFill>
              </a:rPr>
              <a:t>GOLIVE</a:t>
            </a:r>
            <a:endParaRPr lang="en-GB" sz="900">
              <a:solidFill>
                <a:schemeClr val="bg1">
                  <a:lumMod val="75000"/>
                </a:schemeClr>
              </a:solidFill>
            </a:endParaRPr>
          </a:p>
          <a:p>
            <a:pPr algn="ctr"/>
            <a:r>
              <a:rPr lang="en-GB" sz="800">
                <a:solidFill>
                  <a:schemeClr val="bg1">
                    <a:lumMod val="75000"/>
                  </a:schemeClr>
                </a:solidFill>
              </a:rPr>
              <a:t>Cutover to production and hypercare</a:t>
            </a:r>
          </a:p>
        </p:txBody>
      </p:sp>
      <p:sp>
        <p:nvSpPr>
          <p:cNvPr id="290" name="Rounded Rectangle 289">
            <a:extLst>
              <a:ext uri="{FF2B5EF4-FFF2-40B4-BE49-F238E27FC236}">
                <a16:creationId xmlns:a16="http://schemas.microsoft.com/office/drawing/2014/main" id="{D93156F5-30E5-F7B2-9FCE-6D93AE858E6A}"/>
              </a:ext>
            </a:extLst>
          </p:cNvPr>
          <p:cNvSpPr/>
          <p:nvPr/>
        </p:nvSpPr>
        <p:spPr>
          <a:xfrm rot="5400000">
            <a:off x="9865463" y="5091882"/>
            <a:ext cx="443971" cy="581234"/>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900" b="1" dirty="0">
                <a:solidFill>
                  <a:schemeClr val="bg1">
                    <a:lumMod val="75000"/>
                  </a:schemeClr>
                </a:solidFill>
                <a:latin typeface="Century Gothic" panose="020F0302020204030204"/>
              </a:rPr>
              <a:t>Cutover </a:t>
            </a:r>
          </a:p>
        </p:txBody>
      </p:sp>
      <p:cxnSp>
        <p:nvCxnSpPr>
          <p:cNvPr id="285" name="Straight Connector 284">
            <a:extLst>
              <a:ext uri="{FF2B5EF4-FFF2-40B4-BE49-F238E27FC236}">
                <a16:creationId xmlns:a16="http://schemas.microsoft.com/office/drawing/2014/main" id="{2D1B32D5-5E16-4E74-3345-EFFAD4A44B8C}"/>
              </a:ext>
            </a:extLst>
          </p:cNvPr>
          <p:cNvCxnSpPr>
            <a:cxnSpLocks/>
          </p:cNvCxnSpPr>
          <p:nvPr/>
        </p:nvCxnSpPr>
        <p:spPr>
          <a:xfrm>
            <a:off x="10106803" y="2708268"/>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89" name="Rounded Rectangle 288">
            <a:extLst>
              <a:ext uri="{FF2B5EF4-FFF2-40B4-BE49-F238E27FC236}">
                <a16:creationId xmlns:a16="http://schemas.microsoft.com/office/drawing/2014/main" id="{AFC1530B-1FC1-CAA2-C048-4655F32E38A5}"/>
              </a:ext>
            </a:extLst>
          </p:cNvPr>
          <p:cNvSpPr/>
          <p:nvPr/>
        </p:nvSpPr>
        <p:spPr>
          <a:xfrm rot="5400000">
            <a:off x="9371662" y="4505452"/>
            <a:ext cx="443971" cy="821496"/>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Final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Prep</a:t>
            </a:r>
          </a:p>
        </p:txBody>
      </p:sp>
      <p:sp>
        <p:nvSpPr>
          <p:cNvPr id="273" name="TextBox 272">
            <a:extLst>
              <a:ext uri="{FF2B5EF4-FFF2-40B4-BE49-F238E27FC236}">
                <a16:creationId xmlns:a16="http://schemas.microsoft.com/office/drawing/2014/main" id="{A226452B-29A0-91FA-F7CF-A2C0433766A9}"/>
              </a:ext>
            </a:extLst>
          </p:cNvPr>
          <p:cNvSpPr txBox="1"/>
          <p:nvPr/>
        </p:nvSpPr>
        <p:spPr>
          <a:xfrm>
            <a:off x="9459463" y="6031697"/>
            <a:ext cx="645858"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Cut-over</a:t>
            </a:r>
          </a:p>
        </p:txBody>
      </p:sp>
      <p:sp>
        <p:nvSpPr>
          <p:cNvPr id="6" name="Rectangle: Rounded Corners 5">
            <a:extLst>
              <a:ext uri="{FF2B5EF4-FFF2-40B4-BE49-F238E27FC236}">
                <a16:creationId xmlns:a16="http://schemas.microsoft.com/office/drawing/2014/main" id="{9A2EEC37-DCC2-09D7-B9D3-8B34BDE70372}"/>
              </a:ext>
            </a:extLst>
          </p:cNvPr>
          <p:cNvSpPr/>
          <p:nvPr/>
        </p:nvSpPr>
        <p:spPr>
          <a:xfrm>
            <a:off x="9131618" y="2916695"/>
            <a:ext cx="973705" cy="1015663"/>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600"/>
              </a:spcAft>
            </a:pPr>
            <a:r>
              <a:rPr lang="en-GB" sz="1050" b="1">
                <a:solidFill>
                  <a:schemeClr val="bg1">
                    <a:lumMod val="75000"/>
                  </a:schemeClr>
                </a:solidFill>
              </a:rPr>
              <a:t>FPREP</a:t>
            </a:r>
            <a:endParaRPr lang="en-GB" sz="900">
              <a:solidFill>
                <a:schemeClr val="bg1">
                  <a:lumMod val="75000"/>
                </a:schemeClr>
              </a:solidFill>
            </a:endParaRPr>
          </a:p>
          <a:p>
            <a:pPr algn="ctr"/>
            <a:r>
              <a:rPr lang="en-GB" sz="800">
                <a:solidFill>
                  <a:schemeClr val="bg1">
                    <a:lumMod val="75000"/>
                  </a:schemeClr>
                </a:solidFill>
              </a:rPr>
              <a:t>Prepare </a:t>
            </a:r>
            <a:br>
              <a:rPr lang="en-GB" sz="800">
                <a:solidFill>
                  <a:schemeClr val="bg1">
                    <a:lumMod val="75000"/>
                  </a:schemeClr>
                </a:solidFill>
              </a:rPr>
            </a:br>
            <a:r>
              <a:rPr lang="en-GB" sz="800">
                <a:solidFill>
                  <a:schemeClr val="bg1">
                    <a:lumMod val="75000"/>
                  </a:schemeClr>
                </a:solidFill>
              </a:rPr>
              <a:t>Go live </a:t>
            </a:r>
            <a:br>
              <a:rPr lang="en-GB" sz="800">
                <a:solidFill>
                  <a:schemeClr val="bg1">
                    <a:lumMod val="75000"/>
                  </a:schemeClr>
                </a:solidFill>
              </a:rPr>
            </a:br>
            <a:r>
              <a:rPr lang="en-GB" sz="800">
                <a:solidFill>
                  <a:schemeClr val="bg1">
                    <a:lumMod val="75000"/>
                  </a:schemeClr>
                </a:solidFill>
              </a:rPr>
              <a:t>and start production cutover</a:t>
            </a:r>
          </a:p>
          <a:p>
            <a:pPr algn="ctr"/>
            <a:endParaRPr lang="en-GB" sz="1050" b="1">
              <a:solidFill>
                <a:schemeClr val="bg1">
                  <a:lumMod val="75000"/>
                </a:schemeClr>
              </a:solidFill>
            </a:endParaRPr>
          </a:p>
        </p:txBody>
      </p:sp>
      <p:sp>
        <p:nvSpPr>
          <p:cNvPr id="193" name="TextBox 192">
            <a:extLst>
              <a:ext uri="{FF2B5EF4-FFF2-40B4-BE49-F238E27FC236}">
                <a16:creationId xmlns:a16="http://schemas.microsoft.com/office/drawing/2014/main" id="{FDF9B736-895B-5B98-9F4D-5B41B17DB57F}"/>
              </a:ext>
            </a:extLst>
          </p:cNvPr>
          <p:cNvSpPr txBox="1"/>
          <p:nvPr/>
        </p:nvSpPr>
        <p:spPr>
          <a:xfrm rot="16200000">
            <a:off x="9790386" y="3930852"/>
            <a:ext cx="615692" cy="234286"/>
          </a:xfrm>
          <a:prstGeom prst="rect">
            <a:avLst/>
          </a:prstGeom>
          <a:noFill/>
        </p:spPr>
        <p:txBody>
          <a:bodyPr wrap="square" lIns="36000" tIns="36000" rIns="36000" b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chemeClr val="bg1">
                    <a:lumMod val="75000"/>
                  </a:schemeClr>
                </a:solidFill>
                <a:effectLst/>
                <a:uLnTx/>
                <a:uFillTx/>
                <a:latin typeface="Century Gothic" panose="020F0302020204030204"/>
                <a:ea typeface="+mn-ea"/>
                <a:cs typeface="+mn-cs"/>
              </a:rPr>
              <a:t>Go Live</a:t>
            </a:r>
          </a:p>
        </p:txBody>
      </p:sp>
      <p:sp>
        <p:nvSpPr>
          <p:cNvPr id="11" name="5-Point Star 266">
            <a:extLst>
              <a:ext uri="{FF2B5EF4-FFF2-40B4-BE49-F238E27FC236}">
                <a16:creationId xmlns:a16="http://schemas.microsoft.com/office/drawing/2014/main" id="{EC9267DF-F89F-960A-CB4A-96840E6AA81E}"/>
              </a:ext>
            </a:extLst>
          </p:cNvPr>
          <p:cNvSpPr/>
          <p:nvPr/>
        </p:nvSpPr>
        <p:spPr>
          <a:xfrm>
            <a:off x="10245460" y="2367386"/>
            <a:ext cx="228912" cy="228912"/>
          </a:xfrm>
          <a:prstGeom prst="star5">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solidFill>
                <a:schemeClr val="bg1">
                  <a:lumMod val="75000"/>
                </a:schemeClr>
              </a:solidFill>
            </a:endParaRPr>
          </a:p>
        </p:txBody>
      </p:sp>
      <p:sp>
        <p:nvSpPr>
          <p:cNvPr id="16" name="Arrow: Chevron 23">
            <a:extLst>
              <a:ext uri="{FF2B5EF4-FFF2-40B4-BE49-F238E27FC236}">
                <a16:creationId xmlns:a16="http://schemas.microsoft.com/office/drawing/2014/main" id="{375393F3-2A5C-4D80-EAAA-F20CAEF971B5}"/>
              </a:ext>
            </a:extLst>
          </p:cNvPr>
          <p:cNvSpPr/>
          <p:nvPr/>
        </p:nvSpPr>
        <p:spPr>
          <a:xfrm>
            <a:off x="9137893" y="2331446"/>
            <a:ext cx="1071767" cy="409690"/>
          </a:xfrm>
          <a:prstGeom prst="chevron">
            <a:avLst>
              <a:gd name="adj" fmla="val 24644"/>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Final </a:t>
            </a:r>
            <a:b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b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Prep</a:t>
            </a:r>
          </a:p>
        </p:txBody>
      </p:sp>
      <p:sp>
        <p:nvSpPr>
          <p:cNvPr id="17" name="Arrow: Chevron 22">
            <a:extLst>
              <a:ext uri="{FF2B5EF4-FFF2-40B4-BE49-F238E27FC236}">
                <a16:creationId xmlns:a16="http://schemas.microsoft.com/office/drawing/2014/main" id="{0935D67A-4680-92C0-1B4E-B92DAF1CA36A}"/>
              </a:ext>
            </a:extLst>
          </p:cNvPr>
          <p:cNvSpPr/>
          <p:nvPr/>
        </p:nvSpPr>
        <p:spPr>
          <a:xfrm>
            <a:off x="4738711" y="2331446"/>
            <a:ext cx="2670399" cy="409690"/>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Realization</a:t>
            </a:r>
          </a:p>
        </p:txBody>
      </p:sp>
      <p:sp>
        <p:nvSpPr>
          <p:cNvPr id="18" name="Arrow: Chevron 288">
            <a:extLst>
              <a:ext uri="{FF2B5EF4-FFF2-40B4-BE49-F238E27FC236}">
                <a16:creationId xmlns:a16="http://schemas.microsoft.com/office/drawing/2014/main" id="{7EE377DE-222C-F444-976D-5C802CDD500A}"/>
              </a:ext>
            </a:extLst>
          </p:cNvPr>
          <p:cNvSpPr/>
          <p:nvPr/>
        </p:nvSpPr>
        <p:spPr>
          <a:xfrm>
            <a:off x="1728138" y="2331446"/>
            <a:ext cx="801206"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90000"/>
              </a:lnSpc>
            </a:pPr>
            <a:r>
              <a:rPr lang="en-US" sz="1000" b="1" dirty="0">
                <a:solidFill>
                  <a:srgbClr val="999999">
                    <a:lumMod val="50000"/>
                  </a:srgbClr>
                </a:solidFill>
                <a:latin typeface="Century Gothic" panose="020F0302020204030204"/>
              </a:rPr>
              <a:t>Plan</a:t>
            </a:r>
          </a:p>
        </p:txBody>
      </p:sp>
      <p:sp>
        <p:nvSpPr>
          <p:cNvPr id="19" name="Arrow: Pentagon 14">
            <a:extLst>
              <a:ext uri="{FF2B5EF4-FFF2-40B4-BE49-F238E27FC236}">
                <a16:creationId xmlns:a16="http://schemas.microsoft.com/office/drawing/2014/main" id="{C59151AF-E951-AB95-622C-76361CC499C8}"/>
              </a:ext>
            </a:extLst>
          </p:cNvPr>
          <p:cNvSpPr/>
          <p:nvPr/>
        </p:nvSpPr>
        <p:spPr>
          <a:xfrm>
            <a:off x="1105366" y="2331750"/>
            <a:ext cx="733360" cy="408495"/>
          </a:xfrm>
          <a:prstGeom prst="homePlate">
            <a:avLst>
              <a:gd name="adj" fmla="val 17926"/>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90000"/>
              </a:lnSpc>
            </a:pPr>
            <a:r>
              <a:rPr lang="en-US" sz="1000" b="1" dirty="0">
                <a:solidFill>
                  <a:srgbClr val="999999">
                    <a:lumMod val="50000"/>
                  </a:srgbClr>
                </a:solidFill>
                <a:latin typeface="Century Gothic" panose="020F0302020204030204"/>
              </a:rPr>
              <a:t>Prep</a:t>
            </a:r>
          </a:p>
        </p:txBody>
      </p:sp>
      <p:sp>
        <p:nvSpPr>
          <p:cNvPr id="20" name="Rectangle 19">
            <a:extLst>
              <a:ext uri="{FF2B5EF4-FFF2-40B4-BE49-F238E27FC236}">
                <a16:creationId xmlns:a16="http://schemas.microsoft.com/office/drawing/2014/main" id="{D4B3FF9A-1FED-270C-6F95-4679C8CE9F7C}"/>
              </a:ext>
            </a:extLst>
          </p:cNvPr>
          <p:cNvSpPr/>
          <p:nvPr/>
        </p:nvSpPr>
        <p:spPr>
          <a:xfrm>
            <a:off x="16635" y="2333445"/>
            <a:ext cx="1088730" cy="410400"/>
          </a:xfrm>
          <a:prstGeom prst="rect">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75000"/>
                  </a:schemeClr>
                </a:solidFill>
                <a:effectLst/>
                <a:uLnTx/>
                <a:uFillTx/>
                <a:latin typeface="Century Gothic" panose="020F0302020204030204"/>
                <a:ea typeface="+mn-ea"/>
                <a:cs typeface="+mn-cs"/>
              </a:rPr>
              <a:t>Pre-Project</a:t>
            </a:r>
          </a:p>
        </p:txBody>
      </p:sp>
      <p:sp>
        <p:nvSpPr>
          <p:cNvPr id="21" name="Arrow: Chevron 284">
            <a:extLst>
              <a:ext uri="{FF2B5EF4-FFF2-40B4-BE49-F238E27FC236}">
                <a16:creationId xmlns:a16="http://schemas.microsoft.com/office/drawing/2014/main" id="{277299CD-28BC-3359-C7A4-69C1BC32A49D}"/>
              </a:ext>
            </a:extLst>
          </p:cNvPr>
          <p:cNvSpPr/>
          <p:nvPr/>
        </p:nvSpPr>
        <p:spPr>
          <a:xfrm>
            <a:off x="3196913" y="2331446"/>
            <a:ext cx="1636843"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432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Blueprint</a:t>
            </a:r>
          </a:p>
        </p:txBody>
      </p:sp>
      <p:sp>
        <p:nvSpPr>
          <p:cNvPr id="22" name="Arrow: Chevron 287">
            <a:extLst>
              <a:ext uri="{FF2B5EF4-FFF2-40B4-BE49-F238E27FC236}">
                <a16:creationId xmlns:a16="http://schemas.microsoft.com/office/drawing/2014/main" id="{E2EB8B32-910C-86B5-3FD4-83175B1F961E}"/>
              </a:ext>
            </a:extLst>
          </p:cNvPr>
          <p:cNvSpPr/>
          <p:nvPr/>
        </p:nvSpPr>
        <p:spPr>
          <a:xfrm>
            <a:off x="2428621" y="2331446"/>
            <a:ext cx="1227452"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75000"/>
                  </a:schemeClr>
                </a:solidFill>
                <a:effectLst/>
                <a:uLnTx/>
                <a:uFillTx/>
                <a:latin typeface="Century Gothic" panose="020F0302020204030204"/>
                <a:ea typeface="+mn-ea"/>
                <a:cs typeface="+mn-cs"/>
              </a:rPr>
              <a:t>Inception</a:t>
            </a:r>
          </a:p>
        </p:txBody>
      </p:sp>
      <p:sp>
        <p:nvSpPr>
          <p:cNvPr id="23" name="Arrow: Chevron 274">
            <a:extLst>
              <a:ext uri="{FF2B5EF4-FFF2-40B4-BE49-F238E27FC236}">
                <a16:creationId xmlns:a16="http://schemas.microsoft.com/office/drawing/2014/main" id="{7E9972C5-98AA-6B02-73D4-D07DF5CDC0E5}"/>
              </a:ext>
            </a:extLst>
          </p:cNvPr>
          <p:cNvSpPr/>
          <p:nvPr/>
        </p:nvSpPr>
        <p:spPr>
          <a:xfrm>
            <a:off x="8191233" y="2331446"/>
            <a:ext cx="1049421" cy="409690"/>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000" b="1">
                <a:solidFill>
                  <a:schemeClr val="bg1">
                    <a:lumMod val="75000"/>
                  </a:schemeClr>
                </a:solidFill>
                <a:latin typeface="Century Gothic" panose="020F0302020204030204"/>
              </a:rPr>
              <a:t>BRT</a:t>
            </a:r>
            <a:endPar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24" name="Arrow: Chevron 273">
            <a:extLst>
              <a:ext uri="{FF2B5EF4-FFF2-40B4-BE49-F238E27FC236}">
                <a16:creationId xmlns:a16="http://schemas.microsoft.com/office/drawing/2014/main" id="{3DE1B624-439B-284B-0154-C13EE26B5556}"/>
              </a:ext>
            </a:extLst>
          </p:cNvPr>
          <p:cNvSpPr/>
          <p:nvPr/>
        </p:nvSpPr>
        <p:spPr>
          <a:xfrm>
            <a:off x="7245741" y="2331445"/>
            <a:ext cx="1046604"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SIT</a:t>
            </a:r>
          </a:p>
        </p:txBody>
      </p:sp>
      <p:sp>
        <p:nvSpPr>
          <p:cNvPr id="25" name="Arrow: Chevron 26">
            <a:extLst>
              <a:ext uri="{FF2B5EF4-FFF2-40B4-BE49-F238E27FC236}">
                <a16:creationId xmlns:a16="http://schemas.microsoft.com/office/drawing/2014/main" id="{3FF30E05-9985-9013-CD04-1D802C4666F6}"/>
              </a:ext>
            </a:extLst>
          </p:cNvPr>
          <p:cNvSpPr/>
          <p:nvPr/>
        </p:nvSpPr>
        <p:spPr>
          <a:xfrm>
            <a:off x="11064849" y="2331446"/>
            <a:ext cx="1127151" cy="409689"/>
          </a:xfrm>
          <a:prstGeom prst="chevron">
            <a:avLst>
              <a:gd name="adj" fmla="val 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Operate</a:t>
            </a:r>
          </a:p>
        </p:txBody>
      </p:sp>
      <p:sp>
        <p:nvSpPr>
          <p:cNvPr id="26" name="Arrow: Chevron 25">
            <a:extLst>
              <a:ext uri="{FF2B5EF4-FFF2-40B4-BE49-F238E27FC236}">
                <a16:creationId xmlns:a16="http://schemas.microsoft.com/office/drawing/2014/main" id="{6924C169-FE54-5C66-29BC-715CBEEF9DEB}"/>
              </a:ext>
            </a:extLst>
          </p:cNvPr>
          <p:cNvSpPr/>
          <p:nvPr/>
        </p:nvSpPr>
        <p:spPr>
          <a:xfrm>
            <a:off x="10106803" y="2331446"/>
            <a:ext cx="1049421" cy="409689"/>
          </a:xfrm>
          <a:prstGeom prst="chevron">
            <a:avLst>
              <a:gd name="adj" fmla="val 24644"/>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Go Live &amp; Hypercare</a:t>
            </a:r>
          </a:p>
        </p:txBody>
      </p:sp>
      <p:sp>
        <p:nvSpPr>
          <p:cNvPr id="28" name="Arrow: Chevron 283">
            <a:extLst>
              <a:ext uri="{FF2B5EF4-FFF2-40B4-BE49-F238E27FC236}">
                <a16:creationId xmlns:a16="http://schemas.microsoft.com/office/drawing/2014/main" id="{E5986782-A76B-ED26-945F-9672B54931E8}"/>
              </a:ext>
            </a:extLst>
          </p:cNvPr>
          <p:cNvSpPr/>
          <p:nvPr/>
        </p:nvSpPr>
        <p:spPr>
          <a:xfrm>
            <a:off x="10914976" y="1362494"/>
            <a:ext cx="1277024" cy="964154"/>
          </a:xfrm>
          <a:prstGeom prst="chevron">
            <a:avLst>
              <a:gd name="adj" fmla="val 0"/>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20040" tIns="59436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Run</a:t>
            </a:r>
          </a:p>
        </p:txBody>
      </p:sp>
      <p:sp>
        <p:nvSpPr>
          <p:cNvPr id="29" name="Arrow: Chevron 278">
            <a:extLst>
              <a:ext uri="{FF2B5EF4-FFF2-40B4-BE49-F238E27FC236}">
                <a16:creationId xmlns:a16="http://schemas.microsoft.com/office/drawing/2014/main" id="{AC286122-C7F1-EF9E-1DE5-C4D94E7F0658}"/>
              </a:ext>
            </a:extLst>
          </p:cNvPr>
          <p:cNvSpPr/>
          <p:nvPr/>
        </p:nvSpPr>
        <p:spPr>
          <a:xfrm>
            <a:off x="2419454" y="1362494"/>
            <a:ext cx="2604691" cy="964154"/>
          </a:xfrm>
          <a:prstGeom prst="chevron">
            <a:avLst>
              <a:gd name="adj" fmla="val 29545"/>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Explore</a:t>
            </a:r>
          </a:p>
        </p:txBody>
      </p:sp>
      <p:sp>
        <p:nvSpPr>
          <p:cNvPr id="30" name="Arrow: Chevron 279">
            <a:extLst>
              <a:ext uri="{FF2B5EF4-FFF2-40B4-BE49-F238E27FC236}">
                <a16:creationId xmlns:a16="http://schemas.microsoft.com/office/drawing/2014/main" id="{5A3D8940-2DCC-8992-1EED-3DA7E84D6925}"/>
              </a:ext>
            </a:extLst>
          </p:cNvPr>
          <p:cNvSpPr/>
          <p:nvPr/>
        </p:nvSpPr>
        <p:spPr>
          <a:xfrm>
            <a:off x="4738710" y="1362494"/>
            <a:ext cx="4669608" cy="964154"/>
          </a:xfrm>
          <a:prstGeom prst="chevron">
            <a:avLst>
              <a:gd name="adj" fmla="val 28502"/>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Execute</a:t>
            </a:r>
          </a:p>
        </p:txBody>
      </p:sp>
      <p:sp>
        <p:nvSpPr>
          <p:cNvPr id="31" name="Arrow: Chevron 282">
            <a:extLst>
              <a:ext uri="{FF2B5EF4-FFF2-40B4-BE49-F238E27FC236}">
                <a16:creationId xmlns:a16="http://schemas.microsoft.com/office/drawing/2014/main" id="{6B532591-D385-D50B-399B-02A9DE87D3CE}"/>
              </a:ext>
            </a:extLst>
          </p:cNvPr>
          <p:cNvSpPr/>
          <p:nvPr/>
        </p:nvSpPr>
        <p:spPr>
          <a:xfrm>
            <a:off x="9131619" y="1362494"/>
            <a:ext cx="2197119" cy="964154"/>
          </a:xfrm>
          <a:prstGeom prst="chevron">
            <a:avLst>
              <a:gd name="adj" fmla="val 27951"/>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144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Deploy</a:t>
            </a:r>
          </a:p>
        </p:txBody>
      </p:sp>
      <p:grpSp>
        <p:nvGrpSpPr>
          <p:cNvPr id="32" name="Group 31">
            <a:extLst>
              <a:ext uri="{FF2B5EF4-FFF2-40B4-BE49-F238E27FC236}">
                <a16:creationId xmlns:a16="http://schemas.microsoft.com/office/drawing/2014/main" id="{FBEB3757-C965-E47B-802F-FFF9CAEE3008}"/>
              </a:ext>
            </a:extLst>
          </p:cNvPr>
          <p:cNvGrpSpPr/>
          <p:nvPr/>
        </p:nvGrpSpPr>
        <p:grpSpPr>
          <a:xfrm>
            <a:off x="3412619" y="1490179"/>
            <a:ext cx="471791" cy="471791"/>
            <a:chOff x="2800393" y="1942177"/>
            <a:chExt cx="471791" cy="471791"/>
          </a:xfrm>
        </p:grpSpPr>
        <p:sp>
          <p:nvSpPr>
            <p:cNvPr id="112" name="Oval 111">
              <a:extLst>
                <a:ext uri="{FF2B5EF4-FFF2-40B4-BE49-F238E27FC236}">
                  <a16:creationId xmlns:a16="http://schemas.microsoft.com/office/drawing/2014/main" id="{6DA3F20B-DA40-0ACE-9289-E25545EDEAD8}"/>
                </a:ext>
              </a:extLst>
            </p:cNvPr>
            <p:cNvSpPr/>
            <p:nvPr/>
          </p:nvSpPr>
          <p:spPr>
            <a:xfrm>
              <a:off x="2800393"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113" name="Graphic 330">
              <a:extLst>
                <a:ext uri="{FF2B5EF4-FFF2-40B4-BE49-F238E27FC236}">
                  <a16:creationId xmlns:a16="http://schemas.microsoft.com/office/drawing/2014/main" id="{0BA4F6D8-28FF-B65B-F2D3-5B35C31527F5}"/>
                </a:ext>
              </a:extLst>
            </p:cNvPr>
            <p:cNvGrpSpPr/>
            <p:nvPr/>
          </p:nvGrpSpPr>
          <p:grpSpPr>
            <a:xfrm>
              <a:off x="2905403" y="2047213"/>
              <a:ext cx="261773" cy="261748"/>
              <a:chOff x="2905403" y="2047213"/>
              <a:chExt cx="261773" cy="261748"/>
            </a:xfrm>
          </p:grpSpPr>
          <p:sp>
            <p:nvSpPr>
              <p:cNvPr id="114" name="Freeform 170">
                <a:extLst>
                  <a:ext uri="{FF2B5EF4-FFF2-40B4-BE49-F238E27FC236}">
                    <a16:creationId xmlns:a16="http://schemas.microsoft.com/office/drawing/2014/main" id="{386A99DF-A104-8703-0D8F-D83D56844D9D}"/>
                  </a:ext>
                </a:extLst>
              </p:cNvPr>
              <p:cNvSpPr/>
              <p:nvPr/>
            </p:nvSpPr>
            <p:spPr>
              <a:xfrm>
                <a:off x="2905403" y="2197919"/>
                <a:ext cx="111010" cy="111042"/>
              </a:xfrm>
              <a:custGeom>
                <a:avLst/>
                <a:gdLst>
                  <a:gd name="connsiteX0" fmla="*/ 12535 w 111010"/>
                  <a:gd name="connsiteY0" fmla="*/ 111042 h 111042"/>
                  <a:gd name="connsiteX1" fmla="*/ 0 w 111010"/>
                  <a:gd name="connsiteY1" fmla="*/ 98495 h 111042"/>
                  <a:gd name="connsiteX2" fmla="*/ 3662 w 111010"/>
                  <a:gd name="connsiteY2" fmla="*/ 89645 h 111042"/>
                  <a:gd name="connsiteX3" fmla="*/ 88890 w 111010"/>
                  <a:gd name="connsiteY3" fmla="*/ 4449 h 111042"/>
                  <a:gd name="connsiteX4" fmla="*/ 106562 w 111010"/>
                  <a:gd name="connsiteY4" fmla="*/ 2960 h 111042"/>
                  <a:gd name="connsiteX5" fmla="*/ 108051 w 111010"/>
                  <a:gd name="connsiteY5" fmla="*/ 20632 h 111042"/>
                  <a:gd name="connsiteX6" fmla="*/ 106587 w 111010"/>
                  <a:gd name="connsiteY6" fmla="*/ 22100 h 111042"/>
                  <a:gd name="connsiteX7" fmla="*/ 21407 w 111010"/>
                  <a:gd name="connsiteY7" fmla="*/ 107327 h 111042"/>
                  <a:gd name="connsiteX8" fmla="*/ 12535 w 111010"/>
                  <a:gd name="connsiteY8" fmla="*/ 111042 h 11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010" h="111042">
                    <a:moveTo>
                      <a:pt x="12535" y="111042"/>
                    </a:moveTo>
                    <a:cubicBezTo>
                      <a:pt x="5609" y="111039"/>
                      <a:pt x="-3" y="105422"/>
                      <a:pt x="0" y="98495"/>
                    </a:cubicBezTo>
                    <a:cubicBezTo>
                      <a:pt x="2" y="95177"/>
                      <a:pt x="1318" y="91995"/>
                      <a:pt x="3662" y="89645"/>
                    </a:cubicBezTo>
                    <a:lnTo>
                      <a:pt x="88890" y="4449"/>
                    </a:lnTo>
                    <a:cubicBezTo>
                      <a:pt x="93358" y="-842"/>
                      <a:pt x="101270" y="-1509"/>
                      <a:pt x="106562" y="2960"/>
                    </a:cubicBezTo>
                    <a:cubicBezTo>
                      <a:pt x="111853" y="7429"/>
                      <a:pt x="112520" y="15340"/>
                      <a:pt x="108051" y="20632"/>
                    </a:cubicBezTo>
                    <a:cubicBezTo>
                      <a:pt x="107604" y="21161"/>
                      <a:pt x="107115" y="21651"/>
                      <a:pt x="106587" y="22100"/>
                    </a:cubicBezTo>
                    <a:lnTo>
                      <a:pt x="21407" y="107327"/>
                    </a:lnTo>
                    <a:cubicBezTo>
                      <a:pt x="19061" y="109696"/>
                      <a:pt x="15868" y="111033"/>
                      <a:pt x="12535" y="111042"/>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5" name="Freeform 171">
                <a:extLst>
                  <a:ext uri="{FF2B5EF4-FFF2-40B4-BE49-F238E27FC236}">
                    <a16:creationId xmlns:a16="http://schemas.microsoft.com/office/drawing/2014/main" id="{D5AAF25C-0658-6769-8256-554B2A0A656E}"/>
                  </a:ext>
                </a:extLst>
              </p:cNvPr>
              <p:cNvSpPr/>
              <p:nvPr/>
            </p:nvSpPr>
            <p:spPr>
              <a:xfrm>
                <a:off x="2964682" y="2047213"/>
                <a:ext cx="202495" cy="202495"/>
              </a:xfrm>
              <a:custGeom>
                <a:avLst/>
                <a:gdLst>
                  <a:gd name="connsiteX0" fmla="*/ 101263 w 202495"/>
                  <a:gd name="connsiteY0" fmla="*/ 202495 h 202495"/>
                  <a:gd name="connsiteX1" fmla="*/ 0 w 202495"/>
                  <a:gd name="connsiteY1" fmla="*/ 101263 h 202495"/>
                  <a:gd name="connsiteX2" fmla="*/ 101232 w 202495"/>
                  <a:gd name="connsiteY2" fmla="*/ 0 h 202495"/>
                  <a:gd name="connsiteX3" fmla="*/ 202495 w 202495"/>
                  <a:gd name="connsiteY3" fmla="*/ 101232 h 202495"/>
                  <a:gd name="connsiteX4" fmla="*/ 202495 w 202495"/>
                  <a:gd name="connsiteY4" fmla="*/ 101248 h 202495"/>
                  <a:gd name="connsiteX5" fmla="*/ 101263 w 202495"/>
                  <a:gd name="connsiteY5" fmla="*/ 202495 h 202495"/>
                  <a:gd name="connsiteX6" fmla="*/ 101263 w 202495"/>
                  <a:gd name="connsiteY6" fmla="*/ 25096 h 202495"/>
                  <a:gd name="connsiteX7" fmla="*/ 25081 w 202495"/>
                  <a:gd name="connsiteY7" fmla="*/ 101248 h 202495"/>
                  <a:gd name="connsiteX8" fmla="*/ 101232 w 202495"/>
                  <a:gd name="connsiteY8" fmla="*/ 177430 h 202495"/>
                  <a:gd name="connsiteX9" fmla="*/ 177415 w 202495"/>
                  <a:gd name="connsiteY9" fmla="*/ 101279 h 202495"/>
                  <a:gd name="connsiteX10" fmla="*/ 177415 w 202495"/>
                  <a:gd name="connsiteY10" fmla="*/ 101248 h 202495"/>
                  <a:gd name="connsiteX11" fmla="*/ 101263 w 202495"/>
                  <a:gd name="connsiteY11" fmla="*/ 25049 h 202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495" h="202495">
                    <a:moveTo>
                      <a:pt x="101263" y="202495"/>
                    </a:moveTo>
                    <a:cubicBezTo>
                      <a:pt x="45346" y="202505"/>
                      <a:pt x="9" y="157181"/>
                      <a:pt x="0" y="101263"/>
                    </a:cubicBezTo>
                    <a:cubicBezTo>
                      <a:pt x="-9" y="45346"/>
                      <a:pt x="45314" y="9"/>
                      <a:pt x="101232" y="0"/>
                    </a:cubicBezTo>
                    <a:cubicBezTo>
                      <a:pt x="157149" y="-9"/>
                      <a:pt x="202486" y="45314"/>
                      <a:pt x="202495" y="101232"/>
                    </a:cubicBezTo>
                    <a:cubicBezTo>
                      <a:pt x="202495" y="101237"/>
                      <a:pt x="202495" y="101242"/>
                      <a:pt x="202495" y="101248"/>
                    </a:cubicBezTo>
                    <a:cubicBezTo>
                      <a:pt x="202434" y="157134"/>
                      <a:pt x="157149" y="202426"/>
                      <a:pt x="101263" y="202495"/>
                    </a:cubicBezTo>
                    <a:close/>
                    <a:moveTo>
                      <a:pt x="101263" y="25096"/>
                    </a:moveTo>
                    <a:cubicBezTo>
                      <a:pt x="59197" y="25088"/>
                      <a:pt x="25089" y="59182"/>
                      <a:pt x="25081" y="101248"/>
                    </a:cubicBezTo>
                    <a:cubicBezTo>
                      <a:pt x="25072" y="143313"/>
                      <a:pt x="59166" y="177421"/>
                      <a:pt x="101232" y="177430"/>
                    </a:cubicBezTo>
                    <a:cubicBezTo>
                      <a:pt x="143298" y="177440"/>
                      <a:pt x="177405" y="143345"/>
                      <a:pt x="177415" y="101279"/>
                    </a:cubicBezTo>
                    <a:cubicBezTo>
                      <a:pt x="177415" y="101268"/>
                      <a:pt x="177415" y="101258"/>
                      <a:pt x="177415" y="101248"/>
                    </a:cubicBezTo>
                    <a:cubicBezTo>
                      <a:pt x="177388" y="59194"/>
                      <a:pt x="143317" y="25101"/>
                      <a:pt x="101263" y="2504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6" name="Freeform 172">
                <a:extLst>
                  <a:ext uri="{FF2B5EF4-FFF2-40B4-BE49-F238E27FC236}">
                    <a16:creationId xmlns:a16="http://schemas.microsoft.com/office/drawing/2014/main" id="{826D39E2-4998-3BDC-172B-39BF98E42242}"/>
                  </a:ext>
                </a:extLst>
              </p:cNvPr>
              <p:cNvSpPr/>
              <p:nvPr/>
            </p:nvSpPr>
            <p:spPr>
              <a:xfrm>
                <a:off x="3052606" y="2106356"/>
                <a:ext cx="25080" cy="84208"/>
              </a:xfrm>
              <a:custGeom>
                <a:avLst/>
                <a:gdLst>
                  <a:gd name="connsiteX0" fmla="*/ 12540 w 25080"/>
                  <a:gd name="connsiteY0" fmla="*/ 84208 h 84208"/>
                  <a:gd name="connsiteX1" fmla="*/ 0 w 25080"/>
                  <a:gd name="connsiteY1" fmla="*/ 71668 h 84208"/>
                  <a:gd name="connsiteX2" fmla="*/ 0 w 25080"/>
                  <a:gd name="connsiteY2" fmla="*/ 12540 h 84208"/>
                  <a:gd name="connsiteX3" fmla="*/ 12540 w 25080"/>
                  <a:gd name="connsiteY3" fmla="*/ 0 h 84208"/>
                  <a:gd name="connsiteX4" fmla="*/ 25081 w 25080"/>
                  <a:gd name="connsiteY4" fmla="*/ 12540 h 84208"/>
                  <a:gd name="connsiteX5" fmla="*/ 25081 w 25080"/>
                  <a:gd name="connsiteY5" fmla="*/ 71668 h 84208"/>
                  <a:gd name="connsiteX6" fmla="*/ 12540 w 25080"/>
                  <a:gd name="connsiteY6" fmla="*/ 84208 h 84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80" h="84208">
                    <a:moveTo>
                      <a:pt x="12540" y="84208"/>
                    </a:moveTo>
                    <a:cubicBezTo>
                      <a:pt x="5615" y="84208"/>
                      <a:pt x="0" y="78594"/>
                      <a:pt x="0" y="71668"/>
                    </a:cubicBezTo>
                    <a:lnTo>
                      <a:pt x="0" y="12540"/>
                    </a:lnTo>
                    <a:cubicBezTo>
                      <a:pt x="0" y="5614"/>
                      <a:pt x="5615" y="0"/>
                      <a:pt x="12540" y="0"/>
                    </a:cubicBezTo>
                    <a:cubicBezTo>
                      <a:pt x="19466" y="0"/>
                      <a:pt x="25081" y="5614"/>
                      <a:pt x="25081" y="12540"/>
                    </a:cubicBezTo>
                    <a:lnTo>
                      <a:pt x="25081" y="71668"/>
                    </a:lnTo>
                    <a:cubicBezTo>
                      <a:pt x="25081" y="78594"/>
                      <a:pt x="19466" y="84208"/>
                      <a:pt x="12540" y="84208"/>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8" name="Freeform 173">
                <a:extLst>
                  <a:ext uri="{FF2B5EF4-FFF2-40B4-BE49-F238E27FC236}">
                    <a16:creationId xmlns:a16="http://schemas.microsoft.com/office/drawing/2014/main" id="{329D2A54-C9B4-1741-1516-F5BBE4FD1CC9}"/>
                  </a:ext>
                </a:extLst>
              </p:cNvPr>
              <p:cNvSpPr/>
              <p:nvPr/>
            </p:nvSpPr>
            <p:spPr>
              <a:xfrm>
                <a:off x="3023826" y="2135121"/>
                <a:ext cx="84224" cy="25080"/>
              </a:xfrm>
              <a:custGeom>
                <a:avLst/>
                <a:gdLst>
                  <a:gd name="connsiteX0" fmla="*/ 71684 w 84224"/>
                  <a:gd name="connsiteY0" fmla="*/ 25081 h 25080"/>
                  <a:gd name="connsiteX1" fmla="*/ 12540 w 84224"/>
                  <a:gd name="connsiteY1" fmla="*/ 25081 h 25080"/>
                  <a:gd name="connsiteX2" fmla="*/ 0 w 84224"/>
                  <a:gd name="connsiteY2" fmla="*/ 12540 h 25080"/>
                  <a:gd name="connsiteX3" fmla="*/ 12540 w 84224"/>
                  <a:gd name="connsiteY3" fmla="*/ 0 h 25080"/>
                  <a:gd name="connsiteX4" fmla="*/ 71684 w 84224"/>
                  <a:gd name="connsiteY4" fmla="*/ 0 h 25080"/>
                  <a:gd name="connsiteX5" fmla="*/ 84224 w 84224"/>
                  <a:gd name="connsiteY5" fmla="*/ 12540 h 25080"/>
                  <a:gd name="connsiteX6" fmla="*/ 71684 w 8422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224" h="25080">
                    <a:moveTo>
                      <a:pt x="71684" y="25081"/>
                    </a:moveTo>
                    <a:lnTo>
                      <a:pt x="12540" y="25081"/>
                    </a:lnTo>
                    <a:cubicBezTo>
                      <a:pt x="5614" y="25081"/>
                      <a:pt x="0" y="19466"/>
                      <a:pt x="0" y="12540"/>
                    </a:cubicBezTo>
                    <a:cubicBezTo>
                      <a:pt x="0" y="5614"/>
                      <a:pt x="5614" y="0"/>
                      <a:pt x="12540" y="0"/>
                    </a:cubicBezTo>
                    <a:lnTo>
                      <a:pt x="71684" y="0"/>
                    </a:lnTo>
                    <a:cubicBezTo>
                      <a:pt x="78609" y="0"/>
                      <a:pt x="84224" y="5614"/>
                      <a:pt x="84224" y="12540"/>
                    </a:cubicBezTo>
                    <a:cubicBezTo>
                      <a:pt x="84224" y="19466"/>
                      <a:pt x="78609" y="25081"/>
                      <a:pt x="71684"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33" name="Group 32">
            <a:extLst>
              <a:ext uri="{FF2B5EF4-FFF2-40B4-BE49-F238E27FC236}">
                <a16:creationId xmlns:a16="http://schemas.microsoft.com/office/drawing/2014/main" id="{1E912DB7-EF75-5A60-9A68-7DCB177BD085}"/>
              </a:ext>
            </a:extLst>
          </p:cNvPr>
          <p:cNvGrpSpPr/>
          <p:nvPr/>
        </p:nvGrpSpPr>
        <p:grpSpPr>
          <a:xfrm>
            <a:off x="6823926" y="1490179"/>
            <a:ext cx="471791" cy="471791"/>
            <a:chOff x="6457678" y="1942177"/>
            <a:chExt cx="471791" cy="471791"/>
          </a:xfrm>
        </p:grpSpPr>
        <p:sp>
          <p:nvSpPr>
            <p:cNvPr id="91" name="Oval 90">
              <a:extLst>
                <a:ext uri="{FF2B5EF4-FFF2-40B4-BE49-F238E27FC236}">
                  <a16:creationId xmlns:a16="http://schemas.microsoft.com/office/drawing/2014/main" id="{941CE8F4-E1B0-B02A-41FA-68817ABB7693}"/>
                </a:ext>
              </a:extLst>
            </p:cNvPr>
            <p:cNvSpPr/>
            <p:nvPr/>
          </p:nvSpPr>
          <p:spPr>
            <a:xfrm>
              <a:off x="6457678"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92" name="Group 91">
              <a:extLst>
                <a:ext uri="{FF2B5EF4-FFF2-40B4-BE49-F238E27FC236}">
                  <a16:creationId xmlns:a16="http://schemas.microsoft.com/office/drawing/2014/main" id="{A49FDD56-68B2-CBBD-9C7A-807A1CE75231}"/>
                </a:ext>
              </a:extLst>
            </p:cNvPr>
            <p:cNvGrpSpPr/>
            <p:nvPr/>
          </p:nvGrpSpPr>
          <p:grpSpPr>
            <a:xfrm>
              <a:off x="6566257" y="2048749"/>
              <a:ext cx="254558" cy="258644"/>
              <a:chOff x="6566257" y="2048749"/>
              <a:chExt cx="254558" cy="258644"/>
            </a:xfrm>
          </p:grpSpPr>
          <p:grpSp>
            <p:nvGrpSpPr>
              <p:cNvPr id="93" name="Graphic 332">
                <a:extLst>
                  <a:ext uri="{FF2B5EF4-FFF2-40B4-BE49-F238E27FC236}">
                    <a16:creationId xmlns:a16="http://schemas.microsoft.com/office/drawing/2014/main" id="{D49F225F-12D0-6864-17E1-883BE6CEDE19}"/>
                  </a:ext>
                </a:extLst>
              </p:cNvPr>
              <p:cNvGrpSpPr/>
              <p:nvPr/>
            </p:nvGrpSpPr>
            <p:grpSpPr>
              <a:xfrm>
                <a:off x="6566257" y="2086119"/>
                <a:ext cx="135075" cy="185001"/>
                <a:chOff x="6566257" y="2086119"/>
                <a:chExt cx="135075" cy="185001"/>
              </a:xfrm>
            </p:grpSpPr>
            <p:sp>
              <p:nvSpPr>
                <p:cNvPr id="108" name="Freeform 164">
                  <a:extLst>
                    <a:ext uri="{FF2B5EF4-FFF2-40B4-BE49-F238E27FC236}">
                      <a16:creationId xmlns:a16="http://schemas.microsoft.com/office/drawing/2014/main" id="{B271C7B4-1237-7D0E-510E-BAB8D9823AE6}"/>
                    </a:ext>
                  </a:extLst>
                </p:cNvPr>
                <p:cNvSpPr/>
                <p:nvPr/>
              </p:nvSpPr>
              <p:spPr>
                <a:xfrm>
                  <a:off x="6566257" y="2086119"/>
                  <a:ext cx="135075" cy="131501"/>
                </a:xfrm>
                <a:custGeom>
                  <a:avLst/>
                  <a:gdLst>
                    <a:gd name="connsiteX0" fmla="*/ 92814 w 135075"/>
                    <a:gd name="connsiteY0" fmla="*/ 131501 h 131501"/>
                    <a:gd name="connsiteX1" fmla="*/ 80275 w 135075"/>
                    <a:gd name="connsiteY1" fmla="*/ 118959 h 131501"/>
                    <a:gd name="connsiteX2" fmla="*/ 88409 w 135075"/>
                    <a:gd name="connsiteY2" fmla="*/ 107220 h 131501"/>
                    <a:gd name="connsiteX3" fmla="*/ 109994 w 135075"/>
                    <a:gd name="connsiteY3" fmla="*/ 66088 h 131501"/>
                    <a:gd name="connsiteX4" fmla="*/ 67545 w 135075"/>
                    <a:gd name="connsiteY4" fmla="*/ 25081 h 131501"/>
                    <a:gd name="connsiteX5" fmla="*/ 25081 w 135075"/>
                    <a:gd name="connsiteY5" fmla="*/ 66088 h 131501"/>
                    <a:gd name="connsiteX6" fmla="*/ 47481 w 135075"/>
                    <a:gd name="connsiteY6" fmla="*/ 107016 h 131501"/>
                    <a:gd name="connsiteX7" fmla="*/ 53935 w 135075"/>
                    <a:gd name="connsiteY7" fmla="*/ 123535 h 131501"/>
                    <a:gd name="connsiteX8" fmla="*/ 38358 w 135075"/>
                    <a:gd name="connsiteY8" fmla="*/ 130357 h 131501"/>
                    <a:gd name="connsiteX9" fmla="*/ 0 w 135075"/>
                    <a:gd name="connsiteY9" fmla="*/ 66088 h 131501"/>
                    <a:gd name="connsiteX10" fmla="*/ 67545 w 135075"/>
                    <a:gd name="connsiteY10" fmla="*/ 0 h 131501"/>
                    <a:gd name="connsiteX11" fmla="*/ 135075 w 135075"/>
                    <a:gd name="connsiteY11" fmla="*/ 66088 h 131501"/>
                    <a:gd name="connsiteX12" fmla="*/ 97219 w 135075"/>
                    <a:gd name="connsiteY12" fmla="*/ 130702 h 131501"/>
                    <a:gd name="connsiteX13" fmla="*/ 92814 w 135075"/>
                    <a:gd name="connsiteY13" fmla="*/ 131501 h 131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5075" h="131501">
                      <a:moveTo>
                        <a:pt x="92814" y="131501"/>
                      </a:moveTo>
                      <a:cubicBezTo>
                        <a:pt x="85888" y="131501"/>
                        <a:pt x="80274" y="125886"/>
                        <a:pt x="80275" y="118959"/>
                      </a:cubicBezTo>
                      <a:cubicBezTo>
                        <a:pt x="80275" y="113733"/>
                        <a:pt x="83517" y="109056"/>
                        <a:pt x="88409" y="107220"/>
                      </a:cubicBezTo>
                      <a:cubicBezTo>
                        <a:pt x="109994" y="99116"/>
                        <a:pt x="109994" y="74302"/>
                        <a:pt x="109994" y="66088"/>
                      </a:cubicBezTo>
                      <a:cubicBezTo>
                        <a:pt x="109994" y="42324"/>
                        <a:pt x="92140" y="25081"/>
                        <a:pt x="67545" y="25081"/>
                      </a:cubicBezTo>
                      <a:cubicBezTo>
                        <a:pt x="42951" y="25081"/>
                        <a:pt x="25081" y="42324"/>
                        <a:pt x="25081" y="66088"/>
                      </a:cubicBezTo>
                      <a:cubicBezTo>
                        <a:pt x="25081" y="80760"/>
                        <a:pt x="28968" y="99774"/>
                        <a:pt x="47481" y="107016"/>
                      </a:cubicBezTo>
                      <a:cubicBezTo>
                        <a:pt x="53825" y="109795"/>
                        <a:pt x="56714" y="117191"/>
                        <a:pt x="53935" y="123535"/>
                      </a:cubicBezTo>
                      <a:cubicBezTo>
                        <a:pt x="51313" y="129520"/>
                        <a:pt x="44535" y="132489"/>
                        <a:pt x="38358" y="130357"/>
                      </a:cubicBezTo>
                      <a:cubicBezTo>
                        <a:pt x="13669" y="120701"/>
                        <a:pt x="0" y="97862"/>
                        <a:pt x="0" y="66088"/>
                      </a:cubicBezTo>
                      <a:cubicBezTo>
                        <a:pt x="0" y="28467"/>
                        <a:pt x="29031" y="0"/>
                        <a:pt x="67545" y="0"/>
                      </a:cubicBezTo>
                      <a:cubicBezTo>
                        <a:pt x="106060" y="0"/>
                        <a:pt x="135075" y="28467"/>
                        <a:pt x="135075" y="66088"/>
                      </a:cubicBezTo>
                      <a:cubicBezTo>
                        <a:pt x="135075" y="98598"/>
                        <a:pt x="121641" y="121547"/>
                        <a:pt x="97219" y="130702"/>
                      </a:cubicBezTo>
                      <a:cubicBezTo>
                        <a:pt x="95809" y="131224"/>
                        <a:pt x="94318" y="131495"/>
                        <a:pt x="92814" y="13150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9" name="Freeform 165">
                  <a:extLst>
                    <a:ext uri="{FF2B5EF4-FFF2-40B4-BE49-F238E27FC236}">
                      <a16:creationId xmlns:a16="http://schemas.microsoft.com/office/drawing/2014/main" id="{1B863C65-0A97-4C96-645E-DD923F5CBCB6}"/>
                    </a:ext>
                  </a:extLst>
                </p:cNvPr>
                <p:cNvSpPr/>
                <p:nvPr/>
              </p:nvSpPr>
              <p:spPr>
                <a:xfrm>
                  <a:off x="6601417" y="2210096"/>
                  <a:ext cx="64864" cy="25080"/>
                </a:xfrm>
                <a:custGeom>
                  <a:avLst/>
                  <a:gdLst>
                    <a:gd name="connsiteX0" fmla="*/ 52325 w 64864"/>
                    <a:gd name="connsiteY0" fmla="*/ 25081 h 25080"/>
                    <a:gd name="connsiteX1" fmla="*/ 12540 w 64864"/>
                    <a:gd name="connsiteY1" fmla="*/ 25081 h 25080"/>
                    <a:gd name="connsiteX2" fmla="*/ 0 w 64864"/>
                    <a:gd name="connsiteY2" fmla="*/ 12540 h 25080"/>
                    <a:gd name="connsiteX3" fmla="*/ 12540 w 64864"/>
                    <a:gd name="connsiteY3" fmla="*/ 0 h 25080"/>
                    <a:gd name="connsiteX4" fmla="*/ 52325 w 64864"/>
                    <a:gd name="connsiteY4" fmla="*/ 0 h 25080"/>
                    <a:gd name="connsiteX5" fmla="*/ 64865 w 64864"/>
                    <a:gd name="connsiteY5" fmla="*/ 12540 h 25080"/>
                    <a:gd name="connsiteX6" fmla="*/ 52325 w 6486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64" h="25080">
                      <a:moveTo>
                        <a:pt x="52325" y="25081"/>
                      </a:moveTo>
                      <a:lnTo>
                        <a:pt x="12540" y="25081"/>
                      </a:lnTo>
                      <a:cubicBezTo>
                        <a:pt x="5614" y="25081"/>
                        <a:pt x="0" y="19466"/>
                        <a:pt x="0" y="12540"/>
                      </a:cubicBezTo>
                      <a:cubicBezTo>
                        <a:pt x="0" y="5615"/>
                        <a:pt x="5614" y="0"/>
                        <a:pt x="12540" y="0"/>
                      </a:cubicBezTo>
                      <a:lnTo>
                        <a:pt x="52325" y="0"/>
                      </a:lnTo>
                      <a:cubicBezTo>
                        <a:pt x="59250" y="0"/>
                        <a:pt x="64865" y="5615"/>
                        <a:pt x="64865" y="12540"/>
                      </a:cubicBezTo>
                      <a:cubicBezTo>
                        <a:pt x="64865" y="19466"/>
                        <a:pt x="59250" y="25081"/>
                        <a:pt x="52325"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0" name="Freeform 166">
                  <a:extLst>
                    <a:ext uri="{FF2B5EF4-FFF2-40B4-BE49-F238E27FC236}">
                      <a16:creationId xmlns:a16="http://schemas.microsoft.com/office/drawing/2014/main" id="{D988D87C-FE1B-1931-B846-C19BD07F9F85}"/>
                    </a:ext>
                  </a:extLst>
                </p:cNvPr>
                <p:cNvSpPr/>
                <p:nvPr/>
              </p:nvSpPr>
              <p:spPr>
                <a:xfrm>
                  <a:off x="6601417" y="2246040"/>
                  <a:ext cx="63846" cy="25080"/>
                </a:xfrm>
                <a:custGeom>
                  <a:avLst/>
                  <a:gdLst>
                    <a:gd name="connsiteX0" fmla="*/ 51306 w 63846"/>
                    <a:gd name="connsiteY0" fmla="*/ 25081 h 25080"/>
                    <a:gd name="connsiteX1" fmla="*/ 12540 w 63846"/>
                    <a:gd name="connsiteY1" fmla="*/ 25081 h 25080"/>
                    <a:gd name="connsiteX2" fmla="*/ 0 w 63846"/>
                    <a:gd name="connsiteY2" fmla="*/ 12540 h 25080"/>
                    <a:gd name="connsiteX3" fmla="*/ 12540 w 63846"/>
                    <a:gd name="connsiteY3" fmla="*/ 0 h 25080"/>
                    <a:gd name="connsiteX4" fmla="*/ 51306 w 63846"/>
                    <a:gd name="connsiteY4" fmla="*/ 0 h 25080"/>
                    <a:gd name="connsiteX5" fmla="*/ 63846 w 63846"/>
                    <a:gd name="connsiteY5" fmla="*/ 12540 h 25080"/>
                    <a:gd name="connsiteX6" fmla="*/ 51306 w 63846"/>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846" h="25080">
                      <a:moveTo>
                        <a:pt x="51306" y="25081"/>
                      </a:moveTo>
                      <a:lnTo>
                        <a:pt x="12540" y="25081"/>
                      </a:lnTo>
                      <a:cubicBezTo>
                        <a:pt x="5614" y="25081"/>
                        <a:pt x="0" y="19466"/>
                        <a:pt x="0" y="12540"/>
                      </a:cubicBezTo>
                      <a:cubicBezTo>
                        <a:pt x="0" y="5615"/>
                        <a:pt x="5614" y="0"/>
                        <a:pt x="12540" y="0"/>
                      </a:cubicBezTo>
                      <a:lnTo>
                        <a:pt x="51306" y="0"/>
                      </a:lnTo>
                      <a:cubicBezTo>
                        <a:pt x="58232" y="0"/>
                        <a:pt x="63846" y="5615"/>
                        <a:pt x="63846" y="12540"/>
                      </a:cubicBezTo>
                      <a:cubicBezTo>
                        <a:pt x="63846" y="19466"/>
                        <a:pt x="58232" y="25081"/>
                        <a:pt x="51306"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1" name="Freeform 167">
                  <a:extLst>
                    <a:ext uri="{FF2B5EF4-FFF2-40B4-BE49-F238E27FC236}">
                      <a16:creationId xmlns:a16="http://schemas.microsoft.com/office/drawing/2014/main" id="{DC97744C-FE29-BB67-8C98-63258AD9A250}"/>
                    </a:ext>
                  </a:extLst>
                </p:cNvPr>
                <p:cNvSpPr/>
                <p:nvPr/>
              </p:nvSpPr>
              <p:spPr>
                <a:xfrm>
                  <a:off x="6597059" y="2192744"/>
                  <a:ext cx="73564" cy="78377"/>
                </a:xfrm>
                <a:custGeom>
                  <a:avLst/>
                  <a:gdLst>
                    <a:gd name="connsiteX0" fmla="*/ 61024 w 73564"/>
                    <a:gd name="connsiteY0" fmla="*/ 78377 h 78377"/>
                    <a:gd name="connsiteX1" fmla="*/ 12540 w 73564"/>
                    <a:gd name="connsiteY1" fmla="*/ 78377 h 78377"/>
                    <a:gd name="connsiteX2" fmla="*/ 0 w 73564"/>
                    <a:gd name="connsiteY2" fmla="*/ 65837 h 78377"/>
                    <a:gd name="connsiteX3" fmla="*/ 0 w 73564"/>
                    <a:gd name="connsiteY3" fmla="*/ 12540 h 78377"/>
                    <a:gd name="connsiteX4" fmla="*/ 12540 w 73564"/>
                    <a:gd name="connsiteY4" fmla="*/ 0 h 78377"/>
                    <a:gd name="connsiteX5" fmla="*/ 25081 w 73564"/>
                    <a:gd name="connsiteY5" fmla="*/ 12540 h 78377"/>
                    <a:gd name="connsiteX6" fmla="*/ 25081 w 73564"/>
                    <a:gd name="connsiteY6" fmla="*/ 53296 h 78377"/>
                    <a:gd name="connsiteX7" fmla="*/ 48484 w 73564"/>
                    <a:gd name="connsiteY7" fmla="*/ 53296 h 78377"/>
                    <a:gd name="connsiteX8" fmla="*/ 48484 w 73564"/>
                    <a:gd name="connsiteY8" fmla="*/ 13308 h 78377"/>
                    <a:gd name="connsiteX9" fmla="*/ 61024 w 73564"/>
                    <a:gd name="connsiteY9" fmla="*/ 768 h 78377"/>
                    <a:gd name="connsiteX10" fmla="*/ 73565 w 73564"/>
                    <a:gd name="connsiteY10" fmla="*/ 13308 h 78377"/>
                    <a:gd name="connsiteX11" fmla="*/ 73565 w 73564"/>
                    <a:gd name="connsiteY11" fmla="*/ 65837 h 78377"/>
                    <a:gd name="connsiteX12" fmla="*/ 61024 w 73564"/>
                    <a:gd name="connsiteY12" fmla="*/ 78377 h 7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564" h="78377">
                      <a:moveTo>
                        <a:pt x="61024" y="78377"/>
                      </a:moveTo>
                      <a:lnTo>
                        <a:pt x="12540" y="78377"/>
                      </a:lnTo>
                      <a:cubicBezTo>
                        <a:pt x="5614" y="78377"/>
                        <a:pt x="0" y="72762"/>
                        <a:pt x="0" y="65837"/>
                      </a:cubicBezTo>
                      <a:lnTo>
                        <a:pt x="0" y="12540"/>
                      </a:lnTo>
                      <a:cubicBezTo>
                        <a:pt x="0" y="5615"/>
                        <a:pt x="5614" y="0"/>
                        <a:pt x="12540" y="0"/>
                      </a:cubicBezTo>
                      <a:cubicBezTo>
                        <a:pt x="19466" y="0"/>
                        <a:pt x="25081" y="5615"/>
                        <a:pt x="25081" y="12540"/>
                      </a:cubicBezTo>
                      <a:lnTo>
                        <a:pt x="25081" y="53296"/>
                      </a:lnTo>
                      <a:lnTo>
                        <a:pt x="48484" y="53296"/>
                      </a:lnTo>
                      <a:lnTo>
                        <a:pt x="48484" y="13308"/>
                      </a:lnTo>
                      <a:cubicBezTo>
                        <a:pt x="48484" y="6383"/>
                        <a:pt x="54099" y="768"/>
                        <a:pt x="61024" y="768"/>
                      </a:cubicBezTo>
                      <a:cubicBezTo>
                        <a:pt x="67950" y="768"/>
                        <a:pt x="73565" y="6383"/>
                        <a:pt x="73565" y="13308"/>
                      </a:cubicBezTo>
                      <a:lnTo>
                        <a:pt x="73565" y="65837"/>
                      </a:lnTo>
                      <a:cubicBezTo>
                        <a:pt x="73565" y="72762"/>
                        <a:pt x="67950" y="78377"/>
                        <a:pt x="61024" y="7837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94" name="Freeform 151">
                <a:extLst>
                  <a:ext uri="{FF2B5EF4-FFF2-40B4-BE49-F238E27FC236}">
                    <a16:creationId xmlns:a16="http://schemas.microsoft.com/office/drawing/2014/main" id="{33A43216-BA20-6908-A908-25D4ACC61F08}"/>
                  </a:ext>
                </a:extLst>
              </p:cNvPr>
              <p:cNvSpPr/>
              <p:nvPr/>
            </p:nvSpPr>
            <p:spPr>
              <a:xfrm>
                <a:off x="6621779" y="2048749"/>
                <a:ext cx="180740" cy="115668"/>
              </a:xfrm>
              <a:custGeom>
                <a:avLst/>
                <a:gdLst>
                  <a:gd name="connsiteX0" fmla="*/ 138054 w 180740"/>
                  <a:gd name="connsiteY0" fmla="*/ 115669 h 115668"/>
                  <a:gd name="connsiteX1" fmla="*/ 125513 w 180740"/>
                  <a:gd name="connsiteY1" fmla="*/ 103129 h 115668"/>
                  <a:gd name="connsiteX2" fmla="*/ 125513 w 180740"/>
                  <a:gd name="connsiteY2" fmla="*/ 25081 h 115668"/>
                  <a:gd name="connsiteX3" fmla="*/ 25081 w 180740"/>
                  <a:gd name="connsiteY3" fmla="*/ 25081 h 115668"/>
                  <a:gd name="connsiteX4" fmla="*/ 25081 w 180740"/>
                  <a:gd name="connsiteY4" fmla="*/ 49754 h 115668"/>
                  <a:gd name="connsiteX5" fmla="*/ 12540 w 180740"/>
                  <a:gd name="connsiteY5" fmla="*/ 62294 h 115668"/>
                  <a:gd name="connsiteX6" fmla="*/ 0 w 180740"/>
                  <a:gd name="connsiteY6" fmla="*/ 49754 h 115668"/>
                  <a:gd name="connsiteX7" fmla="*/ 0 w 180740"/>
                  <a:gd name="connsiteY7" fmla="*/ 12540 h 115668"/>
                  <a:gd name="connsiteX8" fmla="*/ 12540 w 180740"/>
                  <a:gd name="connsiteY8" fmla="*/ 0 h 115668"/>
                  <a:gd name="connsiteX9" fmla="*/ 138054 w 180740"/>
                  <a:gd name="connsiteY9" fmla="*/ 0 h 115668"/>
                  <a:gd name="connsiteX10" fmla="*/ 150594 w 180740"/>
                  <a:gd name="connsiteY10" fmla="*/ 12540 h 115668"/>
                  <a:gd name="connsiteX11" fmla="*/ 150594 w 180740"/>
                  <a:gd name="connsiteY11" fmla="*/ 72844 h 115668"/>
                  <a:gd name="connsiteX12" fmla="*/ 158792 w 180740"/>
                  <a:gd name="connsiteY12" fmla="*/ 64724 h 115668"/>
                  <a:gd name="connsiteX13" fmla="*/ 176491 w 180740"/>
                  <a:gd name="connsiteY13" fmla="*/ 63608 h 115668"/>
                  <a:gd name="connsiteX14" fmla="*/ 177607 w 180740"/>
                  <a:gd name="connsiteY14" fmla="*/ 81308 h 115668"/>
                  <a:gd name="connsiteX15" fmla="*/ 176458 w 180740"/>
                  <a:gd name="connsiteY15" fmla="*/ 82453 h 115668"/>
                  <a:gd name="connsiteX16" fmla="*/ 146926 w 180740"/>
                  <a:gd name="connsiteY16" fmla="*/ 111985 h 115668"/>
                  <a:gd name="connsiteX17" fmla="*/ 138054 w 180740"/>
                  <a:gd name="connsiteY17" fmla="*/ 115669 h 11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740" h="115668">
                    <a:moveTo>
                      <a:pt x="138054" y="115669"/>
                    </a:moveTo>
                    <a:cubicBezTo>
                      <a:pt x="131128" y="115669"/>
                      <a:pt x="125513" y="110055"/>
                      <a:pt x="125513" y="103129"/>
                    </a:cubicBezTo>
                    <a:lnTo>
                      <a:pt x="125513" y="25081"/>
                    </a:lnTo>
                    <a:lnTo>
                      <a:pt x="25081" y="25081"/>
                    </a:lnTo>
                    <a:lnTo>
                      <a:pt x="25081" y="49754"/>
                    </a:lnTo>
                    <a:cubicBezTo>
                      <a:pt x="25081" y="56680"/>
                      <a:pt x="19466" y="62294"/>
                      <a:pt x="12540" y="62294"/>
                    </a:cubicBezTo>
                    <a:cubicBezTo>
                      <a:pt x="5614" y="62294"/>
                      <a:pt x="0" y="56680"/>
                      <a:pt x="0" y="49754"/>
                    </a:cubicBezTo>
                    <a:lnTo>
                      <a:pt x="0" y="12540"/>
                    </a:lnTo>
                    <a:cubicBezTo>
                      <a:pt x="0" y="5615"/>
                      <a:pt x="5614" y="0"/>
                      <a:pt x="12540" y="0"/>
                    </a:cubicBezTo>
                    <a:lnTo>
                      <a:pt x="138054" y="0"/>
                    </a:lnTo>
                    <a:cubicBezTo>
                      <a:pt x="144979" y="0"/>
                      <a:pt x="150594" y="5615"/>
                      <a:pt x="150594" y="12540"/>
                    </a:cubicBezTo>
                    <a:lnTo>
                      <a:pt x="150594" y="72844"/>
                    </a:lnTo>
                    <a:lnTo>
                      <a:pt x="158792" y="64724"/>
                    </a:lnTo>
                    <a:cubicBezTo>
                      <a:pt x="163371" y="59528"/>
                      <a:pt x="171296" y="59029"/>
                      <a:pt x="176491" y="63608"/>
                    </a:cubicBezTo>
                    <a:cubicBezTo>
                      <a:pt x="181688" y="68188"/>
                      <a:pt x="182188" y="76112"/>
                      <a:pt x="177607" y="81308"/>
                    </a:cubicBezTo>
                    <a:cubicBezTo>
                      <a:pt x="177250" y="81714"/>
                      <a:pt x="176866" y="82096"/>
                      <a:pt x="176458" y="82453"/>
                    </a:cubicBezTo>
                    <a:lnTo>
                      <a:pt x="146926" y="111985"/>
                    </a:lnTo>
                    <a:cubicBezTo>
                      <a:pt x="144574" y="114342"/>
                      <a:pt x="141383" y="115667"/>
                      <a:pt x="138054" y="115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95" name="Freeform 152">
                <a:extLst>
                  <a:ext uri="{FF2B5EF4-FFF2-40B4-BE49-F238E27FC236}">
                    <a16:creationId xmlns:a16="http://schemas.microsoft.com/office/drawing/2014/main" id="{7F9BA6BF-D3CB-682A-5DCE-19ECE3A89205}"/>
                  </a:ext>
                </a:extLst>
              </p:cNvPr>
              <p:cNvSpPr/>
              <p:nvPr/>
            </p:nvSpPr>
            <p:spPr>
              <a:xfrm>
                <a:off x="6602514" y="2254254"/>
                <a:ext cx="62701" cy="53139"/>
              </a:xfrm>
              <a:custGeom>
                <a:avLst/>
                <a:gdLst>
                  <a:gd name="connsiteX0" fmla="*/ 31351 w 62701"/>
                  <a:gd name="connsiteY0" fmla="*/ 53140 h 53139"/>
                  <a:gd name="connsiteX1" fmla="*/ 0 w 62701"/>
                  <a:gd name="connsiteY1" fmla="*/ 21789 h 53139"/>
                  <a:gd name="connsiteX2" fmla="*/ 0 w 62701"/>
                  <a:gd name="connsiteY2" fmla="*/ 12540 h 53139"/>
                  <a:gd name="connsiteX3" fmla="*/ 12540 w 62701"/>
                  <a:gd name="connsiteY3" fmla="*/ 0 h 53139"/>
                  <a:gd name="connsiteX4" fmla="*/ 25081 w 62701"/>
                  <a:gd name="connsiteY4" fmla="*/ 12540 h 53139"/>
                  <a:gd name="connsiteX5" fmla="*/ 25081 w 62701"/>
                  <a:gd name="connsiteY5" fmla="*/ 21789 h 53139"/>
                  <a:gd name="connsiteX6" fmla="*/ 31351 w 62701"/>
                  <a:gd name="connsiteY6" fmla="*/ 28059 h 53139"/>
                  <a:gd name="connsiteX7" fmla="*/ 37621 w 62701"/>
                  <a:gd name="connsiteY7" fmla="*/ 21789 h 53139"/>
                  <a:gd name="connsiteX8" fmla="*/ 37621 w 62701"/>
                  <a:gd name="connsiteY8" fmla="*/ 12540 h 53139"/>
                  <a:gd name="connsiteX9" fmla="*/ 50161 w 62701"/>
                  <a:gd name="connsiteY9" fmla="*/ 0 h 53139"/>
                  <a:gd name="connsiteX10" fmla="*/ 62702 w 62701"/>
                  <a:gd name="connsiteY10" fmla="*/ 12540 h 53139"/>
                  <a:gd name="connsiteX11" fmla="*/ 62702 w 62701"/>
                  <a:gd name="connsiteY11" fmla="*/ 21789 h 53139"/>
                  <a:gd name="connsiteX12" fmla="*/ 31351 w 62701"/>
                  <a:gd name="connsiteY12" fmla="*/ 53140 h 5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701" h="53139">
                    <a:moveTo>
                      <a:pt x="31351" y="53140"/>
                    </a:moveTo>
                    <a:cubicBezTo>
                      <a:pt x="14036" y="53140"/>
                      <a:pt x="0" y="39104"/>
                      <a:pt x="0" y="21789"/>
                    </a:cubicBezTo>
                    <a:lnTo>
                      <a:pt x="0" y="12540"/>
                    </a:lnTo>
                    <a:cubicBezTo>
                      <a:pt x="0" y="5615"/>
                      <a:pt x="5614" y="0"/>
                      <a:pt x="12540" y="0"/>
                    </a:cubicBezTo>
                    <a:cubicBezTo>
                      <a:pt x="19466" y="0"/>
                      <a:pt x="25081" y="5615"/>
                      <a:pt x="25081" y="12540"/>
                    </a:cubicBezTo>
                    <a:lnTo>
                      <a:pt x="25081" y="21789"/>
                    </a:lnTo>
                    <a:cubicBezTo>
                      <a:pt x="25081" y="25252"/>
                      <a:pt x="27888" y="28059"/>
                      <a:pt x="31351" y="28059"/>
                    </a:cubicBezTo>
                    <a:cubicBezTo>
                      <a:pt x="34814" y="28059"/>
                      <a:pt x="37621" y="25252"/>
                      <a:pt x="37621" y="21789"/>
                    </a:cubicBezTo>
                    <a:lnTo>
                      <a:pt x="37621" y="12540"/>
                    </a:lnTo>
                    <a:cubicBezTo>
                      <a:pt x="37621" y="5615"/>
                      <a:pt x="43235" y="0"/>
                      <a:pt x="50161" y="0"/>
                    </a:cubicBezTo>
                    <a:cubicBezTo>
                      <a:pt x="57087" y="0"/>
                      <a:pt x="62702" y="5615"/>
                      <a:pt x="62702" y="12540"/>
                    </a:cubicBezTo>
                    <a:lnTo>
                      <a:pt x="62702" y="21789"/>
                    </a:lnTo>
                    <a:cubicBezTo>
                      <a:pt x="62702" y="39104"/>
                      <a:pt x="48665" y="53140"/>
                      <a:pt x="31351" y="53140"/>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96" name="Graphic 332">
                <a:extLst>
                  <a:ext uri="{FF2B5EF4-FFF2-40B4-BE49-F238E27FC236}">
                    <a16:creationId xmlns:a16="http://schemas.microsoft.com/office/drawing/2014/main" id="{56379546-3B93-CFC3-9F9A-8F43B4349A56}"/>
                  </a:ext>
                </a:extLst>
              </p:cNvPr>
              <p:cNvGrpSpPr/>
              <p:nvPr/>
            </p:nvGrpSpPr>
            <p:grpSpPr>
              <a:xfrm>
                <a:off x="6698915" y="2181138"/>
                <a:ext cx="121900" cy="126255"/>
                <a:chOff x="6698915" y="2181138"/>
                <a:chExt cx="121900" cy="126255"/>
              </a:xfrm>
              <a:solidFill>
                <a:srgbClr val="EF463C"/>
              </a:solidFill>
            </p:grpSpPr>
            <p:sp>
              <p:nvSpPr>
                <p:cNvPr id="98" name="Freeform 155">
                  <a:extLst>
                    <a:ext uri="{FF2B5EF4-FFF2-40B4-BE49-F238E27FC236}">
                      <a16:creationId xmlns:a16="http://schemas.microsoft.com/office/drawing/2014/main" id="{4EC31742-76EE-AFA6-000A-11921A4EE250}"/>
                    </a:ext>
                  </a:extLst>
                </p:cNvPr>
                <p:cNvSpPr/>
                <p:nvPr/>
              </p:nvSpPr>
              <p:spPr>
                <a:xfrm>
                  <a:off x="6734527" y="2181138"/>
                  <a:ext cx="31221" cy="47157"/>
                </a:xfrm>
                <a:custGeom>
                  <a:avLst/>
                  <a:gdLst>
                    <a:gd name="connsiteX0" fmla="*/ 18675 w 31221"/>
                    <a:gd name="connsiteY0" fmla="*/ 47157 h 47157"/>
                    <a:gd name="connsiteX1" fmla="*/ 6589 w 31221"/>
                    <a:gd name="connsiteY1" fmla="*/ 37971 h 47157"/>
                    <a:gd name="connsiteX2" fmla="*/ 460 w 31221"/>
                    <a:gd name="connsiteY2" fmla="*/ 15900 h 47157"/>
                    <a:gd name="connsiteX3" fmla="*/ 9191 w 31221"/>
                    <a:gd name="connsiteY3" fmla="*/ 460 h 47157"/>
                    <a:gd name="connsiteX4" fmla="*/ 24632 w 31221"/>
                    <a:gd name="connsiteY4" fmla="*/ 9191 h 47157"/>
                    <a:gd name="connsiteX5" fmla="*/ 30761 w 31221"/>
                    <a:gd name="connsiteY5" fmla="*/ 31262 h 47157"/>
                    <a:gd name="connsiteX6" fmla="*/ 22034 w 31221"/>
                    <a:gd name="connsiteY6" fmla="*/ 46701 h 47157"/>
                    <a:gd name="connsiteX7" fmla="*/ 22030 w 31221"/>
                    <a:gd name="connsiteY7" fmla="*/ 46703 h 47157"/>
                    <a:gd name="connsiteX8" fmla="*/ 18675 w 31221"/>
                    <a:gd name="connsiteY8" fmla="*/ 47157 h 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21" h="47157">
                      <a:moveTo>
                        <a:pt x="18675" y="47157"/>
                      </a:moveTo>
                      <a:cubicBezTo>
                        <a:pt x="13040" y="47159"/>
                        <a:pt x="8097" y="43401"/>
                        <a:pt x="6589" y="37971"/>
                      </a:cubicBezTo>
                      <a:lnTo>
                        <a:pt x="460" y="15900"/>
                      </a:lnTo>
                      <a:cubicBezTo>
                        <a:pt x="-1393" y="9226"/>
                        <a:pt x="2517" y="2313"/>
                        <a:pt x="9191" y="460"/>
                      </a:cubicBezTo>
                      <a:cubicBezTo>
                        <a:pt x="15866" y="-1393"/>
                        <a:pt x="22779" y="2517"/>
                        <a:pt x="24632" y="9191"/>
                      </a:cubicBezTo>
                      <a:lnTo>
                        <a:pt x="30761" y="31262"/>
                      </a:lnTo>
                      <a:cubicBezTo>
                        <a:pt x="32614" y="37935"/>
                        <a:pt x="28707" y="44848"/>
                        <a:pt x="22034" y="46701"/>
                      </a:cubicBezTo>
                      <a:cubicBezTo>
                        <a:pt x="22033" y="46701"/>
                        <a:pt x="22031" y="46703"/>
                        <a:pt x="22030" y="46703"/>
                      </a:cubicBezTo>
                      <a:cubicBezTo>
                        <a:pt x="20935" y="46997"/>
                        <a:pt x="19808" y="47151"/>
                        <a:pt x="18675" y="47157"/>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99" name="Freeform 156">
                  <a:extLst>
                    <a:ext uri="{FF2B5EF4-FFF2-40B4-BE49-F238E27FC236}">
                      <a16:creationId xmlns:a16="http://schemas.microsoft.com/office/drawing/2014/main" id="{6520A54A-009C-B98B-714D-B19C72B80C9D}"/>
                    </a:ext>
                  </a:extLst>
                </p:cNvPr>
                <p:cNvSpPr/>
                <p:nvPr/>
              </p:nvSpPr>
              <p:spPr>
                <a:xfrm>
                  <a:off x="6762486" y="2187024"/>
                  <a:ext cx="36918" cy="44563"/>
                </a:xfrm>
                <a:custGeom>
                  <a:avLst/>
                  <a:gdLst>
                    <a:gd name="connsiteX0" fmla="*/ 12536 w 36918"/>
                    <a:gd name="connsiteY0" fmla="*/ 44564 h 44563"/>
                    <a:gd name="connsiteX1" fmla="*/ 0 w 36918"/>
                    <a:gd name="connsiteY1" fmla="*/ 32019 h 44563"/>
                    <a:gd name="connsiteX2" fmla="*/ 1829 w 36918"/>
                    <a:gd name="connsiteY2" fmla="*/ 25502 h 44563"/>
                    <a:gd name="connsiteX3" fmla="*/ 13774 w 36918"/>
                    <a:gd name="connsiteY3" fmla="*/ 5845 h 44563"/>
                    <a:gd name="connsiteX4" fmla="*/ 31073 w 36918"/>
                    <a:gd name="connsiteY4" fmla="*/ 1939 h 44563"/>
                    <a:gd name="connsiteX5" fmla="*/ 35202 w 36918"/>
                    <a:gd name="connsiteY5" fmla="*/ 18872 h 44563"/>
                    <a:gd name="connsiteX6" fmla="*/ 23258 w 36918"/>
                    <a:gd name="connsiteY6" fmla="*/ 38529 h 44563"/>
                    <a:gd name="connsiteX7" fmla="*/ 12536 w 36918"/>
                    <a:gd name="connsiteY7" fmla="*/ 44564 h 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18" h="44563">
                      <a:moveTo>
                        <a:pt x="12536" y="44564"/>
                      </a:moveTo>
                      <a:cubicBezTo>
                        <a:pt x="5610" y="44561"/>
                        <a:pt x="-2" y="38944"/>
                        <a:pt x="0" y="32019"/>
                      </a:cubicBezTo>
                      <a:cubicBezTo>
                        <a:pt x="2" y="29719"/>
                        <a:pt x="635" y="27465"/>
                        <a:pt x="1829" y="25502"/>
                      </a:cubicBezTo>
                      <a:lnTo>
                        <a:pt x="13774" y="5845"/>
                      </a:lnTo>
                      <a:cubicBezTo>
                        <a:pt x="17472" y="-10"/>
                        <a:pt x="25217" y="-1759"/>
                        <a:pt x="31073" y="1939"/>
                      </a:cubicBezTo>
                      <a:cubicBezTo>
                        <a:pt x="36787" y="5549"/>
                        <a:pt x="38613" y="13037"/>
                        <a:pt x="35202" y="18872"/>
                      </a:cubicBezTo>
                      <a:lnTo>
                        <a:pt x="23258" y="38529"/>
                      </a:lnTo>
                      <a:cubicBezTo>
                        <a:pt x="20985" y="42277"/>
                        <a:pt x="16918" y="44564"/>
                        <a:pt x="12536" y="4456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1" name="Freeform 157">
                  <a:extLst>
                    <a:ext uri="{FF2B5EF4-FFF2-40B4-BE49-F238E27FC236}">
                      <a16:creationId xmlns:a16="http://schemas.microsoft.com/office/drawing/2014/main" id="{B8081510-52FB-11FA-C24C-B8D40FC38589}"/>
                    </a:ext>
                  </a:extLst>
                </p:cNvPr>
                <p:cNvSpPr/>
                <p:nvPr/>
              </p:nvSpPr>
              <p:spPr>
                <a:xfrm>
                  <a:off x="6779022" y="2221060"/>
                  <a:ext cx="41793" cy="28475"/>
                </a:xfrm>
                <a:custGeom>
                  <a:avLst/>
                  <a:gdLst>
                    <a:gd name="connsiteX0" fmla="*/ 12522 w 41793"/>
                    <a:gd name="connsiteY0" fmla="*/ 28475 h 28475"/>
                    <a:gd name="connsiteX1" fmla="*/ 0 w 41793"/>
                    <a:gd name="connsiteY1" fmla="*/ 15916 h 28475"/>
                    <a:gd name="connsiteX2" fmla="*/ 10045 w 41793"/>
                    <a:gd name="connsiteY2" fmla="*/ 3646 h 28475"/>
                    <a:gd name="connsiteX3" fmla="*/ 26880 w 41793"/>
                    <a:gd name="connsiteY3" fmla="*/ 228 h 28475"/>
                    <a:gd name="connsiteX4" fmla="*/ 41565 w 41793"/>
                    <a:gd name="connsiteY4" fmla="*/ 10173 h 28475"/>
                    <a:gd name="connsiteX5" fmla="*/ 31865 w 41793"/>
                    <a:gd name="connsiteY5" fmla="*/ 24807 h 28475"/>
                    <a:gd name="connsiteX6" fmla="*/ 15030 w 41793"/>
                    <a:gd name="connsiteY6" fmla="*/ 28225 h 28475"/>
                    <a:gd name="connsiteX7" fmla="*/ 12522 w 41793"/>
                    <a:gd name="connsiteY7" fmla="*/ 28475 h 2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93" h="28475">
                      <a:moveTo>
                        <a:pt x="12522" y="28475"/>
                      </a:moveTo>
                      <a:cubicBezTo>
                        <a:pt x="5596" y="28464"/>
                        <a:pt x="-11" y="22842"/>
                        <a:pt x="0" y="15916"/>
                      </a:cubicBezTo>
                      <a:cubicBezTo>
                        <a:pt x="9" y="9960"/>
                        <a:pt x="4207" y="4831"/>
                        <a:pt x="10045" y="3646"/>
                      </a:cubicBezTo>
                      <a:lnTo>
                        <a:pt x="26880" y="228"/>
                      </a:lnTo>
                      <a:cubicBezTo>
                        <a:pt x="33682" y="-1081"/>
                        <a:pt x="40256" y="3371"/>
                        <a:pt x="41565" y="10173"/>
                      </a:cubicBezTo>
                      <a:cubicBezTo>
                        <a:pt x="42855" y="16877"/>
                        <a:pt x="38544" y="23384"/>
                        <a:pt x="31865" y="24807"/>
                      </a:cubicBezTo>
                      <a:lnTo>
                        <a:pt x="15030" y="28225"/>
                      </a:lnTo>
                      <a:cubicBezTo>
                        <a:pt x="14205" y="28394"/>
                        <a:pt x="13363" y="28477"/>
                        <a:pt x="12522" y="2847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2" name="Freeform 158">
                  <a:extLst>
                    <a:ext uri="{FF2B5EF4-FFF2-40B4-BE49-F238E27FC236}">
                      <a16:creationId xmlns:a16="http://schemas.microsoft.com/office/drawing/2014/main" id="{758F73C3-3D5A-DE52-0A2F-7CF0B42C6C38}"/>
                    </a:ext>
                  </a:extLst>
                </p:cNvPr>
                <p:cNvSpPr/>
                <p:nvPr/>
              </p:nvSpPr>
              <p:spPr>
                <a:xfrm>
                  <a:off x="6774727" y="2247949"/>
                  <a:ext cx="41840" cy="35226"/>
                </a:xfrm>
                <a:custGeom>
                  <a:avLst/>
                  <a:gdLst>
                    <a:gd name="connsiteX0" fmla="*/ 29357 w 41840"/>
                    <a:gd name="connsiteY0" fmla="*/ 35226 h 35226"/>
                    <a:gd name="connsiteX1" fmla="*/ 22883 w 41840"/>
                    <a:gd name="connsiteY1" fmla="*/ 33408 h 35226"/>
                    <a:gd name="connsiteX2" fmla="*/ 5390 w 41840"/>
                    <a:gd name="connsiteY2" fmla="*/ 22843 h 35226"/>
                    <a:gd name="connsiteX3" fmla="*/ 2240 w 41840"/>
                    <a:gd name="connsiteY3" fmla="*/ 5390 h 35226"/>
                    <a:gd name="connsiteX4" fmla="*/ 18385 w 41840"/>
                    <a:gd name="connsiteY4" fmla="*/ 1446 h 35226"/>
                    <a:gd name="connsiteX5" fmla="*/ 35878 w 41840"/>
                    <a:gd name="connsiteY5" fmla="*/ 12011 h 35226"/>
                    <a:gd name="connsiteX6" fmla="*/ 39973 w 41840"/>
                    <a:gd name="connsiteY6" fmla="*/ 29267 h 35226"/>
                    <a:gd name="connsiteX7" fmla="*/ 29357 w 41840"/>
                    <a:gd name="connsiteY7" fmla="*/ 35226 h 3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40" h="35226">
                      <a:moveTo>
                        <a:pt x="29357" y="35226"/>
                      </a:moveTo>
                      <a:cubicBezTo>
                        <a:pt x="27073" y="35222"/>
                        <a:pt x="24835" y="34592"/>
                        <a:pt x="22883" y="33408"/>
                      </a:cubicBezTo>
                      <a:lnTo>
                        <a:pt x="5390" y="22843"/>
                      </a:lnTo>
                      <a:cubicBezTo>
                        <a:pt x="-299" y="18893"/>
                        <a:pt x="-1710" y="11080"/>
                        <a:pt x="2240" y="5390"/>
                      </a:cubicBezTo>
                      <a:cubicBezTo>
                        <a:pt x="5852" y="186"/>
                        <a:pt x="12779" y="-1506"/>
                        <a:pt x="18385" y="1446"/>
                      </a:cubicBezTo>
                      <a:lnTo>
                        <a:pt x="35878" y="12011"/>
                      </a:lnTo>
                      <a:cubicBezTo>
                        <a:pt x="41774" y="15645"/>
                        <a:pt x="43608" y="23371"/>
                        <a:pt x="39973" y="29267"/>
                      </a:cubicBezTo>
                      <a:cubicBezTo>
                        <a:pt x="37701" y="32954"/>
                        <a:pt x="33687" y="35206"/>
                        <a:pt x="29357" y="3522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3" name="Freeform 159">
                  <a:extLst>
                    <a:ext uri="{FF2B5EF4-FFF2-40B4-BE49-F238E27FC236}">
                      <a16:creationId xmlns:a16="http://schemas.microsoft.com/office/drawing/2014/main" id="{B0647980-BE48-0CA4-02C8-1EFC5E70683A}"/>
                    </a:ext>
                  </a:extLst>
                </p:cNvPr>
                <p:cNvSpPr/>
                <p:nvPr/>
              </p:nvSpPr>
              <p:spPr>
                <a:xfrm>
                  <a:off x="6753280" y="2265531"/>
                  <a:ext cx="29214" cy="41862"/>
                </a:xfrm>
                <a:custGeom>
                  <a:avLst/>
                  <a:gdLst>
                    <a:gd name="connsiteX0" fmla="*/ 16585 w 29214"/>
                    <a:gd name="connsiteY0" fmla="*/ 41863 h 41862"/>
                    <a:gd name="connsiteX1" fmla="*/ 4405 w 29214"/>
                    <a:gd name="connsiteY1" fmla="*/ 32269 h 41862"/>
                    <a:gd name="connsiteX2" fmla="*/ 423 w 29214"/>
                    <a:gd name="connsiteY2" fmla="*/ 15763 h 41862"/>
                    <a:gd name="connsiteX3" fmla="*/ 9324 w 29214"/>
                    <a:gd name="connsiteY3" fmla="*/ 423 h 41862"/>
                    <a:gd name="connsiteX4" fmla="*/ 24664 w 29214"/>
                    <a:gd name="connsiteY4" fmla="*/ 9325 h 41862"/>
                    <a:gd name="connsiteX5" fmla="*/ 24799 w 29214"/>
                    <a:gd name="connsiteY5" fmla="*/ 9885 h 41862"/>
                    <a:gd name="connsiteX6" fmla="*/ 28858 w 29214"/>
                    <a:gd name="connsiteY6" fmla="*/ 26375 h 41862"/>
                    <a:gd name="connsiteX7" fmla="*/ 19626 w 29214"/>
                    <a:gd name="connsiteY7" fmla="*/ 41518 h 41862"/>
                    <a:gd name="connsiteX8" fmla="*/ 19626 w 29214"/>
                    <a:gd name="connsiteY8" fmla="*/ 41518 h 41862"/>
                    <a:gd name="connsiteX9" fmla="*/ 16585 w 29214"/>
                    <a:gd name="connsiteY9" fmla="*/ 41863 h 41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214" h="41862">
                      <a:moveTo>
                        <a:pt x="16585" y="41863"/>
                      </a:moveTo>
                      <a:cubicBezTo>
                        <a:pt x="10797" y="41858"/>
                        <a:pt x="5765" y="37894"/>
                        <a:pt x="4405" y="32269"/>
                      </a:cubicBezTo>
                      <a:lnTo>
                        <a:pt x="423" y="15763"/>
                      </a:lnTo>
                      <a:cubicBezTo>
                        <a:pt x="-1354" y="9070"/>
                        <a:pt x="2630" y="2202"/>
                        <a:pt x="9324" y="423"/>
                      </a:cubicBezTo>
                      <a:cubicBezTo>
                        <a:pt x="16019" y="-1354"/>
                        <a:pt x="22886" y="2632"/>
                        <a:pt x="24664" y="9325"/>
                      </a:cubicBezTo>
                      <a:cubicBezTo>
                        <a:pt x="24712" y="9510"/>
                        <a:pt x="24758" y="9697"/>
                        <a:pt x="24799" y="9885"/>
                      </a:cubicBezTo>
                      <a:lnTo>
                        <a:pt x="28858" y="26375"/>
                      </a:lnTo>
                      <a:cubicBezTo>
                        <a:pt x="30490" y="33106"/>
                        <a:pt x="26357" y="39886"/>
                        <a:pt x="19626" y="41518"/>
                      </a:cubicBezTo>
                      <a:cubicBezTo>
                        <a:pt x="19626" y="41518"/>
                        <a:pt x="19626" y="41518"/>
                        <a:pt x="19626" y="41518"/>
                      </a:cubicBezTo>
                      <a:cubicBezTo>
                        <a:pt x="18629" y="41753"/>
                        <a:pt x="17608" y="41869"/>
                        <a:pt x="16585" y="41863"/>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4" name="Freeform 160">
                  <a:extLst>
                    <a:ext uri="{FF2B5EF4-FFF2-40B4-BE49-F238E27FC236}">
                      <a16:creationId xmlns:a16="http://schemas.microsoft.com/office/drawing/2014/main" id="{A16CC8A1-1AF2-4E47-59BF-18C794EA9A18}"/>
                    </a:ext>
                  </a:extLst>
                </p:cNvPr>
                <p:cNvSpPr/>
                <p:nvPr/>
              </p:nvSpPr>
              <p:spPr>
                <a:xfrm>
                  <a:off x="6720312" y="2259509"/>
                  <a:ext cx="35042" cy="42194"/>
                </a:xfrm>
                <a:custGeom>
                  <a:avLst/>
                  <a:gdLst>
                    <a:gd name="connsiteX0" fmla="*/ 12497 w 35042"/>
                    <a:gd name="connsiteY0" fmla="*/ 42195 h 42194"/>
                    <a:gd name="connsiteX1" fmla="*/ 0 w 35042"/>
                    <a:gd name="connsiteY1" fmla="*/ 29611 h 42194"/>
                    <a:gd name="connsiteX2" fmla="*/ 1680 w 35042"/>
                    <a:gd name="connsiteY2" fmla="*/ 23384 h 42194"/>
                    <a:gd name="connsiteX3" fmla="*/ 11666 w 35042"/>
                    <a:gd name="connsiteY3" fmla="*/ 6220 h 42194"/>
                    <a:gd name="connsiteX4" fmla="*/ 28822 w 35042"/>
                    <a:gd name="connsiteY4" fmla="*/ 1713 h 42194"/>
                    <a:gd name="connsiteX5" fmla="*/ 33329 w 35042"/>
                    <a:gd name="connsiteY5" fmla="*/ 18870 h 42194"/>
                    <a:gd name="connsiteX6" fmla="*/ 23344 w 35042"/>
                    <a:gd name="connsiteY6" fmla="*/ 35972 h 42194"/>
                    <a:gd name="connsiteX7" fmla="*/ 12497 w 35042"/>
                    <a:gd name="connsiteY7" fmla="*/ 42195 h 4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42" h="42194">
                      <a:moveTo>
                        <a:pt x="12497" y="42195"/>
                      </a:moveTo>
                      <a:cubicBezTo>
                        <a:pt x="5571" y="42170"/>
                        <a:pt x="-23" y="36536"/>
                        <a:pt x="0" y="29611"/>
                      </a:cubicBezTo>
                      <a:cubicBezTo>
                        <a:pt x="8" y="27424"/>
                        <a:pt x="588" y="25278"/>
                        <a:pt x="1680" y="23384"/>
                      </a:cubicBezTo>
                      <a:lnTo>
                        <a:pt x="11666" y="6220"/>
                      </a:lnTo>
                      <a:cubicBezTo>
                        <a:pt x="15158" y="238"/>
                        <a:pt x="22841" y="-1779"/>
                        <a:pt x="28822" y="1713"/>
                      </a:cubicBezTo>
                      <a:cubicBezTo>
                        <a:pt x="34804" y="5206"/>
                        <a:pt x="36822" y="12888"/>
                        <a:pt x="33329" y="18870"/>
                      </a:cubicBezTo>
                      <a:lnTo>
                        <a:pt x="23344" y="35972"/>
                      </a:lnTo>
                      <a:cubicBezTo>
                        <a:pt x="21095" y="39829"/>
                        <a:pt x="16962" y="42200"/>
                        <a:pt x="12497" y="4219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5" name="Freeform 161">
                  <a:extLst>
                    <a:ext uri="{FF2B5EF4-FFF2-40B4-BE49-F238E27FC236}">
                      <a16:creationId xmlns:a16="http://schemas.microsoft.com/office/drawing/2014/main" id="{5779FE98-8CEC-7B2E-3005-669D4BA7B682}"/>
                    </a:ext>
                  </a:extLst>
                </p:cNvPr>
                <p:cNvSpPr/>
                <p:nvPr/>
              </p:nvSpPr>
              <p:spPr>
                <a:xfrm>
                  <a:off x="6698915" y="2238810"/>
                  <a:ext cx="43578" cy="30116"/>
                </a:xfrm>
                <a:custGeom>
                  <a:avLst/>
                  <a:gdLst>
                    <a:gd name="connsiteX0" fmla="*/ 12528 w 43578"/>
                    <a:gd name="connsiteY0" fmla="*/ 30116 h 30116"/>
                    <a:gd name="connsiteX1" fmla="*/ 0 w 43578"/>
                    <a:gd name="connsiteY1" fmla="*/ 17563 h 30116"/>
                    <a:gd name="connsiteX2" fmla="*/ 9252 w 43578"/>
                    <a:gd name="connsiteY2" fmla="*/ 5475 h 30116"/>
                    <a:gd name="connsiteX3" fmla="*/ 27921 w 43578"/>
                    <a:gd name="connsiteY3" fmla="*/ 396 h 30116"/>
                    <a:gd name="connsiteX4" fmla="*/ 43183 w 43578"/>
                    <a:gd name="connsiteY4" fmla="*/ 9429 h 30116"/>
                    <a:gd name="connsiteX5" fmla="*/ 34489 w 43578"/>
                    <a:gd name="connsiteY5" fmla="*/ 24599 h 30116"/>
                    <a:gd name="connsiteX6" fmla="*/ 15820 w 43578"/>
                    <a:gd name="connsiteY6" fmla="*/ 29677 h 30116"/>
                    <a:gd name="connsiteX7" fmla="*/ 12528 w 43578"/>
                    <a:gd name="connsiteY7" fmla="*/ 30116 h 3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8" h="30116">
                      <a:moveTo>
                        <a:pt x="12528" y="30116"/>
                      </a:moveTo>
                      <a:cubicBezTo>
                        <a:pt x="5602" y="30110"/>
                        <a:pt x="-7" y="24489"/>
                        <a:pt x="0" y="17563"/>
                      </a:cubicBezTo>
                      <a:cubicBezTo>
                        <a:pt x="6" y="11909"/>
                        <a:pt x="3795" y="6957"/>
                        <a:pt x="9252" y="5475"/>
                      </a:cubicBezTo>
                      <a:lnTo>
                        <a:pt x="27921" y="396"/>
                      </a:lnTo>
                      <a:cubicBezTo>
                        <a:pt x="34630" y="-1324"/>
                        <a:pt x="41463" y="2720"/>
                        <a:pt x="43183" y="9429"/>
                      </a:cubicBezTo>
                      <a:cubicBezTo>
                        <a:pt x="44869" y="16005"/>
                        <a:pt x="41015" y="22729"/>
                        <a:pt x="34489" y="24599"/>
                      </a:cubicBezTo>
                      <a:lnTo>
                        <a:pt x="15820" y="29677"/>
                      </a:lnTo>
                      <a:cubicBezTo>
                        <a:pt x="14747" y="29969"/>
                        <a:pt x="13640" y="30116"/>
                        <a:pt x="12528" y="3011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6" name="Freeform 162">
                  <a:extLst>
                    <a:ext uri="{FF2B5EF4-FFF2-40B4-BE49-F238E27FC236}">
                      <a16:creationId xmlns:a16="http://schemas.microsoft.com/office/drawing/2014/main" id="{6FBB4C05-380D-64EC-4389-5E9DEA1DD9BD}"/>
                    </a:ext>
                  </a:extLst>
                </p:cNvPr>
                <p:cNvSpPr/>
                <p:nvPr/>
              </p:nvSpPr>
              <p:spPr>
                <a:xfrm>
                  <a:off x="6703187" y="2203941"/>
                  <a:ext cx="43000" cy="36753"/>
                </a:xfrm>
                <a:custGeom>
                  <a:avLst/>
                  <a:gdLst>
                    <a:gd name="connsiteX0" fmla="*/ 30436 w 43000"/>
                    <a:gd name="connsiteY0" fmla="*/ 36754 h 36753"/>
                    <a:gd name="connsiteX1" fmla="*/ 23602 w 43000"/>
                    <a:gd name="connsiteY1" fmla="*/ 34716 h 36753"/>
                    <a:gd name="connsiteX2" fmla="*/ 5700 w 43000"/>
                    <a:gd name="connsiteY2" fmla="*/ 23053 h 36753"/>
                    <a:gd name="connsiteX3" fmla="*/ 2032 w 43000"/>
                    <a:gd name="connsiteY3" fmla="*/ 5701 h 36753"/>
                    <a:gd name="connsiteX4" fmla="*/ 19385 w 43000"/>
                    <a:gd name="connsiteY4" fmla="*/ 2033 h 36753"/>
                    <a:gd name="connsiteX5" fmla="*/ 37286 w 43000"/>
                    <a:gd name="connsiteY5" fmla="*/ 13695 h 36753"/>
                    <a:gd name="connsiteX6" fmla="*/ 40976 w 43000"/>
                    <a:gd name="connsiteY6" fmla="*/ 31042 h 36753"/>
                    <a:gd name="connsiteX7" fmla="*/ 30436 w 43000"/>
                    <a:gd name="connsiteY7" fmla="*/ 36754 h 36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000" h="36753">
                      <a:moveTo>
                        <a:pt x="30436" y="36754"/>
                      </a:moveTo>
                      <a:cubicBezTo>
                        <a:pt x="28008" y="36751"/>
                        <a:pt x="25635" y="36042"/>
                        <a:pt x="23602" y="34716"/>
                      </a:cubicBezTo>
                      <a:lnTo>
                        <a:pt x="5700" y="23053"/>
                      </a:lnTo>
                      <a:cubicBezTo>
                        <a:pt x="-104" y="19274"/>
                        <a:pt x="-1746" y="11505"/>
                        <a:pt x="2032" y="5701"/>
                      </a:cubicBezTo>
                      <a:cubicBezTo>
                        <a:pt x="5811" y="-104"/>
                        <a:pt x="13581" y="-1747"/>
                        <a:pt x="19385" y="2033"/>
                      </a:cubicBezTo>
                      <a:lnTo>
                        <a:pt x="37286" y="13695"/>
                      </a:lnTo>
                      <a:cubicBezTo>
                        <a:pt x="43096" y="17467"/>
                        <a:pt x="44748" y="25232"/>
                        <a:pt x="40976" y="31042"/>
                      </a:cubicBezTo>
                      <a:cubicBezTo>
                        <a:pt x="38660" y="34611"/>
                        <a:pt x="34691" y="36762"/>
                        <a:pt x="30436" y="3675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7" name="Freeform 163">
                  <a:extLst>
                    <a:ext uri="{FF2B5EF4-FFF2-40B4-BE49-F238E27FC236}">
                      <a16:creationId xmlns:a16="http://schemas.microsoft.com/office/drawing/2014/main" id="{2C76DA50-F112-DC84-C54E-8742757D63AC}"/>
                    </a:ext>
                  </a:extLst>
                </p:cNvPr>
                <p:cNvSpPr/>
                <p:nvPr/>
              </p:nvSpPr>
              <p:spPr>
                <a:xfrm>
                  <a:off x="6717310" y="2202400"/>
                  <a:ext cx="85595" cy="85587"/>
                </a:xfrm>
                <a:custGeom>
                  <a:avLst/>
                  <a:gdLst>
                    <a:gd name="connsiteX0" fmla="*/ 42727 w 85595"/>
                    <a:gd name="connsiteY0" fmla="*/ 85588 h 85587"/>
                    <a:gd name="connsiteX1" fmla="*/ 0 w 85595"/>
                    <a:gd name="connsiteY1" fmla="*/ 42727 h 85587"/>
                    <a:gd name="connsiteX2" fmla="*/ 42860 w 85595"/>
                    <a:gd name="connsiteY2" fmla="*/ 0 h 85587"/>
                    <a:gd name="connsiteX3" fmla="*/ 84455 w 85595"/>
                    <a:gd name="connsiteY3" fmla="*/ 33013 h 85587"/>
                    <a:gd name="connsiteX4" fmla="*/ 84455 w 85595"/>
                    <a:gd name="connsiteY4" fmla="*/ 33013 h 85587"/>
                    <a:gd name="connsiteX5" fmla="*/ 52586 w 85595"/>
                    <a:gd name="connsiteY5" fmla="*/ 84444 h 85587"/>
                    <a:gd name="connsiteX6" fmla="*/ 42727 w 85595"/>
                    <a:gd name="connsiteY6" fmla="*/ 85588 h 85587"/>
                    <a:gd name="connsiteX7" fmla="*/ 42883 w 85595"/>
                    <a:gd name="connsiteY7" fmla="*/ 25049 h 85587"/>
                    <a:gd name="connsiteX8" fmla="*/ 38808 w 85595"/>
                    <a:gd name="connsiteY8" fmla="*/ 25520 h 85587"/>
                    <a:gd name="connsiteX9" fmla="*/ 25664 w 85595"/>
                    <a:gd name="connsiteY9" fmla="*/ 46818 h 85587"/>
                    <a:gd name="connsiteX10" fmla="*/ 46962 w 85595"/>
                    <a:gd name="connsiteY10" fmla="*/ 59963 h 85587"/>
                    <a:gd name="connsiteX11" fmla="*/ 60126 w 85595"/>
                    <a:gd name="connsiteY11" fmla="*/ 38750 h 85587"/>
                    <a:gd name="connsiteX12" fmla="*/ 60126 w 85595"/>
                    <a:gd name="connsiteY12" fmla="*/ 38750 h 85587"/>
                    <a:gd name="connsiteX13" fmla="*/ 42883 w 85595"/>
                    <a:gd name="connsiteY13" fmla="*/ 25049 h 8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595" h="85587">
                      <a:moveTo>
                        <a:pt x="42727" y="85588"/>
                      </a:moveTo>
                      <a:cubicBezTo>
                        <a:pt x="19093" y="85550"/>
                        <a:pt x="-38" y="66362"/>
                        <a:pt x="0" y="42727"/>
                      </a:cubicBezTo>
                      <a:cubicBezTo>
                        <a:pt x="36" y="19093"/>
                        <a:pt x="19226" y="-38"/>
                        <a:pt x="42860" y="0"/>
                      </a:cubicBezTo>
                      <a:cubicBezTo>
                        <a:pt x="62702" y="31"/>
                        <a:pt x="79920" y="13697"/>
                        <a:pt x="84455" y="33013"/>
                      </a:cubicBezTo>
                      <a:lnTo>
                        <a:pt x="84455" y="33013"/>
                      </a:lnTo>
                      <a:cubicBezTo>
                        <a:pt x="89850" y="56015"/>
                        <a:pt x="75585" y="79036"/>
                        <a:pt x="52586" y="84444"/>
                      </a:cubicBezTo>
                      <a:cubicBezTo>
                        <a:pt x="49354" y="85202"/>
                        <a:pt x="46047" y="85586"/>
                        <a:pt x="42727" y="85588"/>
                      </a:cubicBezTo>
                      <a:close/>
                      <a:moveTo>
                        <a:pt x="42883" y="25049"/>
                      </a:moveTo>
                      <a:cubicBezTo>
                        <a:pt x="41512" y="25051"/>
                        <a:pt x="40143" y="25209"/>
                        <a:pt x="38808" y="25520"/>
                      </a:cubicBezTo>
                      <a:cubicBezTo>
                        <a:pt x="29296" y="27771"/>
                        <a:pt x="23411" y="37308"/>
                        <a:pt x="25664" y="46818"/>
                      </a:cubicBezTo>
                      <a:cubicBezTo>
                        <a:pt x="27915" y="56330"/>
                        <a:pt x="37450" y="62214"/>
                        <a:pt x="46962" y="59963"/>
                      </a:cubicBezTo>
                      <a:cubicBezTo>
                        <a:pt x="56439" y="57719"/>
                        <a:pt x="62322" y="48238"/>
                        <a:pt x="60126" y="38750"/>
                      </a:cubicBezTo>
                      <a:lnTo>
                        <a:pt x="60126" y="38750"/>
                      </a:lnTo>
                      <a:cubicBezTo>
                        <a:pt x="58252" y="30736"/>
                        <a:pt x="51113" y="25065"/>
                        <a:pt x="42883" y="25049"/>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97" name="Freeform 154">
                <a:extLst>
                  <a:ext uri="{FF2B5EF4-FFF2-40B4-BE49-F238E27FC236}">
                    <a16:creationId xmlns:a16="http://schemas.microsoft.com/office/drawing/2014/main" id="{A0BA1721-A0FF-73B5-206A-9EEA405C4BD7}"/>
                  </a:ext>
                </a:extLst>
              </p:cNvPr>
              <p:cNvSpPr/>
              <p:nvPr/>
            </p:nvSpPr>
            <p:spPr>
              <a:xfrm>
                <a:off x="6717586" y="2109858"/>
                <a:ext cx="54608" cy="54606"/>
              </a:xfrm>
              <a:custGeom>
                <a:avLst/>
                <a:gdLst>
                  <a:gd name="connsiteX0" fmla="*/ 42074 w 54608"/>
                  <a:gd name="connsiteY0" fmla="*/ 54607 h 54606"/>
                  <a:gd name="connsiteX1" fmla="*/ 33202 w 54608"/>
                  <a:gd name="connsiteY1" fmla="*/ 50939 h 54606"/>
                  <a:gd name="connsiteX2" fmla="*/ 3669 w 54608"/>
                  <a:gd name="connsiteY2" fmla="*/ 21406 h 54606"/>
                  <a:gd name="connsiteX3" fmla="*/ 3677 w 54608"/>
                  <a:gd name="connsiteY3" fmla="*/ 3669 h 54606"/>
                  <a:gd name="connsiteX4" fmla="*/ 21414 w 54608"/>
                  <a:gd name="connsiteY4" fmla="*/ 3677 h 54606"/>
                  <a:gd name="connsiteX5" fmla="*/ 50931 w 54608"/>
                  <a:gd name="connsiteY5" fmla="*/ 33194 h 54606"/>
                  <a:gd name="connsiteX6" fmla="*/ 50940 w 54608"/>
                  <a:gd name="connsiteY6" fmla="*/ 50929 h 54606"/>
                  <a:gd name="connsiteX7" fmla="*/ 42074 w 54608"/>
                  <a:gd name="connsiteY7" fmla="*/ 54607 h 5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608" h="54606">
                    <a:moveTo>
                      <a:pt x="42074" y="54607"/>
                    </a:moveTo>
                    <a:cubicBezTo>
                      <a:pt x="38748" y="54609"/>
                      <a:pt x="35556" y="53290"/>
                      <a:pt x="33202" y="50939"/>
                    </a:cubicBezTo>
                    <a:lnTo>
                      <a:pt x="3669" y="21406"/>
                    </a:lnTo>
                    <a:cubicBezTo>
                      <a:pt x="-1226" y="16506"/>
                      <a:pt x="-1223" y="8565"/>
                      <a:pt x="3677" y="3669"/>
                    </a:cubicBezTo>
                    <a:cubicBezTo>
                      <a:pt x="8577" y="-1226"/>
                      <a:pt x="16519" y="-1223"/>
                      <a:pt x="21414" y="3677"/>
                    </a:cubicBezTo>
                    <a:lnTo>
                      <a:pt x="50931" y="33194"/>
                    </a:lnTo>
                    <a:cubicBezTo>
                      <a:pt x="55831" y="38089"/>
                      <a:pt x="55836" y="46029"/>
                      <a:pt x="50940" y="50929"/>
                    </a:cubicBezTo>
                    <a:cubicBezTo>
                      <a:pt x="48590" y="53282"/>
                      <a:pt x="45401" y="54605"/>
                      <a:pt x="42074" y="5460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34" name="Group 33">
            <a:extLst>
              <a:ext uri="{FF2B5EF4-FFF2-40B4-BE49-F238E27FC236}">
                <a16:creationId xmlns:a16="http://schemas.microsoft.com/office/drawing/2014/main" id="{BDE68733-A958-3BFD-ABE2-02BA770A3391}"/>
              </a:ext>
            </a:extLst>
          </p:cNvPr>
          <p:cNvGrpSpPr/>
          <p:nvPr/>
        </p:nvGrpSpPr>
        <p:grpSpPr>
          <a:xfrm>
            <a:off x="9961728" y="1490179"/>
            <a:ext cx="471791" cy="471791"/>
            <a:chOff x="9817805" y="1942177"/>
            <a:chExt cx="471791" cy="471791"/>
          </a:xfrm>
        </p:grpSpPr>
        <p:sp>
          <p:nvSpPr>
            <p:cNvPr id="84" name="Oval 83">
              <a:extLst>
                <a:ext uri="{FF2B5EF4-FFF2-40B4-BE49-F238E27FC236}">
                  <a16:creationId xmlns:a16="http://schemas.microsoft.com/office/drawing/2014/main" id="{69313611-38FA-8239-95BC-0D4037FFEC87}"/>
                </a:ext>
              </a:extLst>
            </p:cNvPr>
            <p:cNvSpPr/>
            <p:nvPr/>
          </p:nvSpPr>
          <p:spPr>
            <a:xfrm>
              <a:off x="9817805"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85" name="Graphic 334">
              <a:extLst>
                <a:ext uri="{FF2B5EF4-FFF2-40B4-BE49-F238E27FC236}">
                  <a16:creationId xmlns:a16="http://schemas.microsoft.com/office/drawing/2014/main" id="{DBA181C0-923B-A4A2-8852-52D8E49B886A}"/>
                </a:ext>
              </a:extLst>
            </p:cNvPr>
            <p:cNvGrpSpPr/>
            <p:nvPr/>
          </p:nvGrpSpPr>
          <p:grpSpPr>
            <a:xfrm>
              <a:off x="9951565" y="2036935"/>
              <a:ext cx="204378" cy="282424"/>
              <a:chOff x="9951565" y="2036935"/>
              <a:chExt cx="204378" cy="282424"/>
            </a:xfrm>
          </p:grpSpPr>
          <p:sp>
            <p:nvSpPr>
              <p:cNvPr id="86" name="Freeform 143">
                <a:extLst>
                  <a:ext uri="{FF2B5EF4-FFF2-40B4-BE49-F238E27FC236}">
                    <a16:creationId xmlns:a16="http://schemas.microsoft.com/office/drawing/2014/main" id="{50F99EE2-CB9E-6E75-2011-7468FD5BB8E3}"/>
                  </a:ext>
                </a:extLst>
              </p:cNvPr>
              <p:cNvSpPr/>
              <p:nvPr/>
            </p:nvSpPr>
            <p:spPr>
              <a:xfrm>
                <a:off x="10075099" y="2179856"/>
                <a:ext cx="80844" cy="136661"/>
              </a:xfrm>
              <a:custGeom>
                <a:avLst/>
                <a:gdLst>
                  <a:gd name="connsiteX0" fmla="*/ 56016 w 80844"/>
                  <a:gd name="connsiteY0" fmla="*/ 136661 h 136661"/>
                  <a:gd name="connsiteX1" fmla="*/ 24749 w 80844"/>
                  <a:gd name="connsiteY1" fmla="*/ 114256 h 136661"/>
                  <a:gd name="connsiteX2" fmla="*/ 1674 w 80844"/>
                  <a:gd name="connsiteY2" fmla="*/ 91516 h 136661"/>
                  <a:gd name="connsiteX3" fmla="*/ 2510 w 80844"/>
                  <a:gd name="connsiteY3" fmla="*/ 77136 h 136661"/>
                  <a:gd name="connsiteX4" fmla="*/ 28762 w 80844"/>
                  <a:gd name="connsiteY4" fmla="*/ 12261 h 136661"/>
                  <a:gd name="connsiteX5" fmla="*/ 43141 w 80844"/>
                  <a:gd name="connsiteY5" fmla="*/ 55 h 136661"/>
                  <a:gd name="connsiteX6" fmla="*/ 50331 w 80844"/>
                  <a:gd name="connsiteY6" fmla="*/ 2897 h 136661"/>
                  <a:gd name="connsiteX7" fmla="*/ 79759 w 80844"/>
                  <a:gd name="connsiteY7" fmla="*/ 46371 h 136661"/>
                  <a:gd name="connsiteX8" fmla="*/ 76749 w 80844"/>
                  <a:gd name="connsiteY8" fmla="*/ 92017 h 136661"/>
                  <a:gd name="connsiteX9" fmla="*/ 67720 w 80844"/>
                  <a:gd name="connsiteY9" fmla="*/ 130642 h 136661"/>
                  <a:gd name="connsiteX10" fmla="*/ 57688 w 80844"/>
                  <a:gd name="connsiteY10" fmla="*/ 136494 h 136661"/>
                  <a:gd name="connsiteX11" fmla="*/ 56016 w 80844"/>
                  <a:gd name="connsiteY11" fmla="*/ 136661 h 136661"/>
                  <a:gd name="connsiteX12" fmla="*/ 30768 w 80844"/>
                  <a:gd name="connsiteY12" fmla="*/ 83156 h 136661"/>
                  <a:gd name="connsiteX13" fmla="*/ 48324 w 80844"/>
                  <a:gd name="connsiteY13" fmla="*/ 99374 h 136661"/>
                  <a:gd name="connsiteX14" fmla="*/ 54009 w 80844"/>
                  <a:gd name="connsiteY14" fmla="*/ 53728 h 136661"/>
                  <a:gd name="connsiteX15" fmla="*/ 49662 w 80844"/>
                  <a:gd name="connsiteY15" fmla="*/ 43194 h 136661"/>
                  <a:gd name="connsiteX16" fmla="*/ 30768 w 80844"/>
                  <a:gd name="connsiteY16" fmla="*/ 83156 h 136661"/>
                  <a:gd name="connsiteX17" fmla="*/ 30768 w 80844"/>
                  <a:gd name="connsiteY17" fmla="*/ 83156 h 136661"/>
                  <a:gd name="connsiteX18" fmla="*/ 24247 w 80844"/>
                  <a:gd name="connsiteY18" fmla="*/ 92686 h 136661"/>
                  <a:gd name="connsiteX19" fmla="*/ 24247 w 80844"/>
                  <a:gd name="connsiteY19" fmla="*/ 92686 h 136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0844" h="136661">
                    <a:moveTo>
                      <a:pt x="56016" y="136661"/>
                    </a:moveTo>
                    <a:cubicBezTo>
                      <a:pt x="50498" y="136661"/>
                      <a:pt x="45984" y="133651"/>
                      <a:pt x="24749" y="114256"/>
                    </a:cubicBezTo>
                    <a:cubicBezTo>
                      <a:pt x="3179" y="94526"/>
                      <a:pt x="2510" y="93188"/>
                      <a:pt x="1674" y="91516"/>
                    </a:cubicBezTo>
                    <a:cubicBezTo>
                      <a:pt x="-834" y="87001"/>
                      <a:pt x="-499" y="81484"/>
                      <a:pt x="2510" y="77136"/>
                    </a:cubicBezTo>
                    <a:cubicBezTo>
                      <a:pt x="17726" y="55901"/>
                      <a:pt x="27089" y="32827"/>
                      <a:pt x="28762" y="12261"/>
                    </a:cubicBezTo>
                    <a:cubicBezTo>
                      <a:pt x="29430" y="4904"/>
                      <a:pt x="35784" y="-614"/>
                      <a:pt x="43141" y="55"/>
                    </a:cubicBezTo>
                    <a:cubicBezTo>
                      <a:pt x="45816" y="222"/>
                      <a:pt x="48324" y="1225"/>
                      <a:pt x="50331" y="2897"/>
                    </a:cubicBezTo>
                    <a:cubicBezTo>
                      <a:pt x="64209" y="14100"/>
                      <a:pt x="74408" y="29316"/>
                      <a:pt x="79759" y="46371"/>
                    </a:cubicBezTo>
                    <a:cubicBezTo>
                      <a:pt x="80762" y="49547"/>
                      <a:pt x="82601" y="56236"/>
                      <a:pt x="76749" y="92017"/>
                    </a:cubicBezTo>
                    <a:cubicBezTo>
                      <a:pt x="71064" y="125793"/>
                      <a:pt x="68891" y="129137"/>
                      <a:pt x="67720" y="130642"/>
                    </a:cubicBezTo>
                    <a:cubicBezTo>
                      <a:pt x="65379" y="133986"/>
                      <a:pt x="61701" y="136159"/>
                      <a:pt x="57688" y="136494"/>
                    </a:cubicBezTo>
                    <a:cubicBezTo>
                      <a:pt x="57019" y="136494"/>
                      <a:pt x="56518" y="136661"/>
                      <a:pt x="56016" y="136661"/>
                    </a:cubicBezTo>
                    <a:close/>
                    <a:moveTo>
                      <a:pt x="30768" y="83156"/>
                    </a:moveTo>
                    <a:cubicBezTo>
                      <a:pt x="35784" y="87837"/>
                      <a:pt x="42305" y="94024"/>
                      <a:pt x="48324" y="99374"/>
                    </a:cubicBezTo>
                    <a:cubicBezTo>
                      <a:pt x="51501" y="82320"/>
                      <a:pt x="54845" y="59747"/>
                      <a:pt x="54009" y="53728"/>
                    </a:cubicBezTo>
                    <a:cubicBezTo>
                      <a:pt x="52839" y="50049"/>
                      <a:pt x="51501" y="46538"/>
                      <a:pt x="49662" y="43194"/>
                    </a:cubicBezTo>
                    <a:cubicBezTo>
                      <a:pt x="45148" y="57239"/>
                      <a:pt x="38794" y="70615"/>
                      <a:pt x="30768" y="83156"/>
                    </a:cubicBezTo>
                    <a:lnTo>
                      <a:pt x="30768" y="83156"/>
                    </a:lnTo>
                    <a:close/>
                    <a:moveTo>
                      <a:pt x="24247" y="92686"/>
                    </a:moveTo>
                    <a:lnTo>
                      <a:pt x="24247" y="92686"/>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7" name="Freeform 144">
                <a:extLst>
                  <a:ext uri="{FF2B5EF4-FFF2-40B4-BE49-F238E27FC236}">
                    <a16:creationId xmlns:a16="http://schemas.microsoft.com/office/drawing/2014/main" id="{DE3052E3-D671-D535-EFB9-B23B7F6D7F4A}"/>
                  </a:ext>
                </a:extLst>
              </p:cNvPr>
              <p:cNvSpPr/>
              <p:nvPr/>
            </p:nvSpPr>
            <p:spPr>
              <a:xfrm>
                <a:off x="9951565" y="2182212"/>
                <a:ext cx="80901" cy="136478"/>
              </a:xfrm>
              <a:custGeom>
                <a:avLst/>
                <a:gdLst>
                  <a:gd name="connsiteX0" fmla="*/ 24718 w 80901"/>
                  <a:gd name="connsiteY0" fmla="*/ 136479 h 136478"/>
                  <a:gd name="connsiteX1" fmla="*/ 23214 w 80901"/>
                  <a:gd name="connsiteY1" fmla="*/ 136479 h 136478"/>
                  <a:gd name="connsiteX2" fmla="*/ 13181 w 80901"/>
                  <a:gd name="connsiteY2" fmla="*/ 130627 h 136478"/>
                  <a:gd name="connsiteX3" fmla="*/ 4152 w 80901"/>
                  <a:gd name="connsiteY3" fmla="*/ 92003 h 136478"/>
                  <a:gd name="connsiteX4" fmla="*/ 1143 w 80901"/>
                  <a:gd name="connsiteY4" fmla="*/ 46356 h 136478"/>
                  <a:gd name="connsiteX5" fmla="*/ 1143 w 80901"/>
                  <a:gd name="connsiteY5" fmla="*/ 46356 h 136478"/>
                  <a:gd name="connsiteX6" fmla="*/ 30571 w 80901"/>
                  <a:gd name="connsiteY6" fmla="*/ 2882 h 136478"/>
                  <a:gd name="connsiteX7" fmla="*/ 49297 w 80901"/>
                  <a:gd name="connsiteY7" fmla="*/ 5056 h 136478"/>
                  <a:gd name="connsiteX8" fmla="*/ 52140 w 80901"/>
                  <a:gd name="connsiteY8" fmla="*/ 12246 h 136478"/>
                  <a:gd name="connsiteX9" fmla="*/ 78391 w 80901"/>
                  <a:gd name="connsiteY9" fmla="*/ 77121 h 136478"/>
                  <a:gd name="connsiteX10" fmla="*/ 79227 w 80901"/>
                  <a:gd name="connsiteY10" fmla="*/ 91501 h 136478"/>
                  <a:gd name="connsiteX11" fmla="*/ 56153 w 80901"/>
                  <a:gd name="connsiteY11" fmla="*/ 114241 h 136478"/>
                  <a:gd name="connsiteX12" fmla="*/ 24718 w 80901"/>
                  <a:gd name="connsiteY12" fmla="*/ 136479 h 136478"/>
                  <a:gd name="connsiteX13" fmla="*/ 26725 w 80901"/>
                  <a:gd name="connsiteY13" fmla="*/ 53545 h 136478"/>
                  <a:gd name="connsiteX14" fmla="*/ 32410 w 80901"/>
                  <a:gd name="connsiteY14" fmla="*/ 99192 h 136478"/>
                  <a:gd name="connsiteX15" fmla="*/ 49966 w 80901"/>
                  <a:gd name="connsiteY15" fmla="*/ 82973 h 136478"/>
                  <a:gd name="connsiteX16" fmla="*/ 31072 w 80901"/>
                  <a:gd name="connsiteY16" fmla="*/ 43012 h 136478"/>
                  <a:gd name="connsiteX17" fmla="*/ 26725 w 80901"/>
                  <a:gd name="connsiteY17" fmla="*/ 53545 h 136478"/>
                  <a:gd name="connsiteX18" fmla="*/ 56487 w 80901"/>
                  <a:gd name="connsiteY18" fmla="*/ 92671 h 136478"/>
                  <a:gd name="connsiteX19" fmla="*/ 56487 w 80901"/>
                  <a:gd name="connsiteY19" fmla="*/ 92671 h 136478"/>
                  <a:gd name="connsiteX20" fmla="*/ 26558 w 80901"/>
                  <a:gd name="connsiteY20" fmla="*/ 53880 h 136478"/>
                  <a:gd name="connsiteX21" fmla="*/ 26558 w 80901"/>
                  <a:gd name="connsiteY21" fmla="*/ 53880 h 136478"/>
                  <a:gd name="connsiteX22" fmla="*/ 26558 w 80901"/>
                  <a:gd name="connsiteY22" fmla="*/ 53880 h 136478"/>
                  <a:gd name="connsiteX23" fmla="*/ 13850 w 80901"/>
                  <a:gd name="connsiteY23" fmla="*/ 50034 h 136478"/>
                  <a:gd name="connsiteX24" fmla="*/ 13850 w 80901"/>
                  <a:gd name="connsiteY24" fmla="*/ 50034 h 13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0901" h="136478">
                    <a:moveTo>
                      <a:pt x="24718" y="136479"/>
                    </a:moveTo>
                    <a:cubicBezTo>
                      <a:pt x="24217" y="136479"/>
                      <a:pt x="23715" y="136479"/>
                      <a:pt x="23214" y="136479"/>
                    </a:cubicBezTo>
                    <a:cubicBezTo>
                      <a:pt x="19201" y="136145"/>
                      <a:pt x="15522" y="133971"/>
                      <a:pt x="13181" y="130627"/>
                    </a:cubicBezTo>
                    <a:cubicBezTo>
                      <a:pt x="12011" y="128955"/>
                      <a:pt x="9837" y="125778"/>
                      <a:pt x="4152" y="92003"/>
                    </a:cubicBezTo>
                    <a:cubicBezTo>
                      <a:pt x="-1867" y="56221"/>
                      <a:pt x="139" y="49533"/>
                      <a:pt x="1143" y="46356"/>
                    </a:cubicBezTo>
                    <a:lnTo>
                      <a:pt x="1143" y="46356"/>
                    </a:lnTo>
                    <a:cubicBezTo>
                      <a:pt x="6493" y="29301"/>
                      <a:pt x="16693" y="14085"/>
                      <a:pt x="30571" y="2882"/>
                    </a:cubicBezTo>
                    <a:cubicBezTo>
                      <a:pt x="36423" y="-1632"/>
                      <a:pt x="44783" y="-796"/>
                      <a:pt x="49297" y="5056"/>
                    </a:cubicBezTo>
                    <a:cubicBezTo>
                      <a:pt x="50969" y="7063"/>
                      <a:pt x="51973" y="9571"/>
                      <a:pt x="52140" y="12246"/>
                    </a:cubicBezTo>
                    <a:cubicBezTo>
                      <a:pt x="53812" y="32812"/>
                      <a:pt x="63175" y="55886"/>
                      <a:pt x="78391" y="77121"/>
                    </a:cubicBezTo>
                    <a:cubicBezTo>
                      <a:pt x="81401" y="81301"/>
                      <a:pt x="81735" y="86986"/>
                      <a:pt x="79227" y="91501"/>
                    </a:cubicBezTo>
                    <a:cubicBezTo>
                      <a:pt x="78391" y="93006"/>
                      <a:pt x="77555" y="94343"/>
                      <a:pt x="56153" y="114241"/>
                    </a:cubicBezTo>
                    <a:cubicBezTo>
                      <a:pt x="34751" y="133469"/>
                      <a:pt x="30236" y="136479"/>
                      <a:pt x="24718" y="136479"/>
                    </a:cubicBezTo>
                    <a:close/>
                    <a:moveTo>
                      <a:pt x="26725" y="53545"/>
                    </a:moveTo>
                    <a:cubicBezTo>
                      <a:pt x="25889" y="59565"/>
                      <a:pt x="29400" y="82137"/>
                      <a:pt x="32410" y="99192"/>
                    </a:cubicBezTo>
                    <a:cubicBezTo>
                      <a:pt x="38262" y="93842"/>
                      <a:pt x="44950" y="87655"/>
                      <a:pt x="49966" y="82973"/>
                    </a:cubicBezTo>
                    <a:cubicBezTo>
                      <a:pt x="41940" y="70600"/>
                      <a:pt x="35587" y="57057"/>
                      <a:pt x="31072" y="43012"/>
                    </a:cubicBezTo>
                    <a:cubicBezTo>
                      <a:pt x="29233" y="46356"/>
                      <a:pt x="27728" y="49867"/>
                      <a:pt x="26725" y="53545"/>
                    </a:cubicBezTo>
                    <a:close/>
                    <a:moveTo>
                      <a:pt x="56487" y="92671"/>
                    </a:moveTo>
                    <a:lnTo>
                      <a:pt x="56487" y="92671"/>
                    </a:lnTo>
                    <a:close/>
                    <a:moveTo>
                      <a:pt x="26558" y="53880"/>
                    </a:moveTo>
                    <a:lnTo>
                      <a:pt x="26558" y="53880"/>
                    </a:lnTo>
                    <a:lnTo>
                      <a:pt x="26558" y="53880"/>
                    </a:lnTo>
                    <a:close/>
                    <a:moveTo>
                      <a:pt x="13850" y="50034"/>
                    </a:moveTo>
                    <a:lnTo>
                      <a:pt x="13850" y="50034"/>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8" name="Freeform 145">
                <a:extLst>
                  <a:ext uri="{FF2B5EF4-FFF2-40B4-BE49-F238E27FC236}">
                    <a16:creationId xmlns:a16="http://schemas.microsoft.com/office/drawing/2014/main" id="{A3D28D3C-ADDC-FEC8-4D24-1220C80845AF}"/>
                  </a:ext>
                </a:extLst>
              </p:cNvPr>
              <p:cNvSpPr/>
              <p:nvPr/>
            </p:nvSpPr>
            <p:spPr>
              <a:xfrm>
                <a:off x="9976589" y="2036935"/>
                <a:ext cx="153728" cy="247979"/>
              </a:xfrm>
              <a:custGeom>
                <a:avLst/>
                <a:gdLst>
                  <a:gd name="connsiteX0" fmla="*/ 107040 w 153728"/>
                  <a:gd name="connsiteY0" fmla="*/ 247980 h 247979"/>
                  <a:gd name="connsiteX1" fmla="*/ 46847 w 153728"/>
                  <a:gd name="connsiteY1" fmla="*/ 247980 h 247979"/>
                  <a:gd name="connsiteX2" fmla="*/ 36814 w 153728"/>
                  <a:gd name="connsiteY2" fmla="*/ 243465 h 247979"/>
                  <a:gd name="connsiteX3" fmla="*/ 1200 w 153728"/>
                  <a:gd name="connsiteY3" fmla="*/ 167053 h 247979"/>
                  <a:gd name="connsiteX4" fmla="*/ 11734 w 153728"/>
                  <a:gd name="connsiteY4" fmla="*/ 92814 h 247979"/>
                  <a:gd name="connsiteX5" fmla="*/ 42834 w 153728"/>
                  <a:gd name="connsiteY5" fmla="*/ 32286 h 247979"/>
                  <a:gd name="connsiteX6" fmla="*/ 76442 w 153728"/>
                  <a:gd name="connsiteY6" fmla="*/ 16 h 247979"/>
                  <a:gd name="connsiteX7" fmla="*/ 100018 w 153728"/>
                  <a:gd name="connsiteY7" fmla="*/ 18241 h 247979"/>
                  <a:gd name="connsiteX8" fmla="*/ 111053 w 153728"/>
                  <a:gd name="connsiteY8" fmla="*/ 31952 h 247979"/>
                  <a:gd name="connsiteX9" fmla="*/ 111221 w 153728"/>
                  <a:gd name="connsiteY9" fmla="*/ 32119 h 247979"/>
                  <a:gd name="connsiteX10" fmla="*/ 152854 w 153728"/>
                  <a:gd name="connsiteY10" fmla="*/ 166217 h 247979"/>
                  <a:gd name="connsiteX11" fmla="*/ 152687 w 153728"/>
                  <a:gd name="connsiteY11" fmla="*/ 167053 h 247979"/>
                  <a:gd name="connsiteX12" fmla="*/ 117240 w 153728"/>
                  <a:gd name="connsiteY12" fmla="*/ 243131 h 247979"/>
                  <a:gd name="connsiteX13" fmla="*/ 107040 w 153728"/>
                  <a:gd name="connsiteY13" fmla="*/ 247980 h 247979"/>
                  <a:gd name="connsiteX14" fmla="*/ 53368 w 153728"/>
                  <a:gd name="connsiteY14" fmla="*/ 221227 h 247979"/>
                  <a:gd name="connsiteX15" fmla="*/ 100352 w 153728"/>
                  <a:gd name="connsiteY15" fmla="*/ 221227 h 247979"/>
                  <a:gd name="connsiteX16" fmla="*/ 126269 w 153728"/>
                  <a:gd name="connsiteY16" fmla="*/ 163040 h 247979"/>
                  <a:gd name="connsiteX17" fmla="*/ 89818 w 153728"/>
                  <a:gd name="connsiteY17" fmla="*/ 48170 h 247979"/>
                  <a:gd name="connsiteX18" fmla="*/ 76776 w 153728"/>
                  <a:gd name="connsiteY18" fmla="*/ 31952 h 247979"/>
                  <a:gd name="connsiteX19" fmla="*/ 64403 w 153728"/>
                  <a:gd name="connsiteY19" fmla="*/ 48003 h 247979"/>
                  <a:gd name="connsiteX20" fmla="*/ 27618 w 153728"/>
                  <a:gd name="connsiteY20" fmla="*/ 162706 h 247979"/>
                  <a:gd name="connsiteX21" fmla="*/ 53368 w 153728"/>
                  <a:gd name="connsiteY21" fmla="*/ 221227 h 247979"/>
                  <a:gd name="connsiteX22" fmla="*/ 139478 w 153728"/>
                  <a:gd name="connsiteY22" fmla="*/ 164712 h 247979"/>
                  <a:gd name="connsiteX23" fmla="*/ 139478 w 153728"/>
                  <a:gd name="connsiteY23" fmla="*/ 164712 h 247979"/>
                  <a:gd name="connsiteX24" fmla="*/ 139478 w 153728"/>
                  <a:gd name="connsiteY24" fmla="*/ 164712 h 247979"/>
                  <a:gd name="connsiteX25" fmla="*/ 83130 w 153728"/>
                  <a:gd name="connsiteY25" fmla="*/ 24929 h 247979"/>
                  <a:gd name="connsiteX26" fmla="*/ 83130 w 153728"/>
                  <a:gd name="connsiteY26" fmla="*/ 24929 h 247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3728" h="247979">
                    <a:moveTo>
                      <a:pt x="107040" y="247980"/>
                    </a:moveTo>
                    <a:lnTo>
                      <a:pt x="46847" y="247980"/>
                    </a:lnTo>
                    <a:cubicBezTo>
                      <a:pt x="43001" y="247980"/>
                      <a:pt x="39323" y="246308"/>
                      <a:pt x="36814" y="243465"/>
                    </a:cubicBezTo>
                    <a:cubicBezTo>
                      <a:pt x="35644" y="242128"/>
                      <a:pt x="8222" y="210359"/>
                      <a:pt x="1200" y="167053"/>
                    </a:cubicBezTo>
                    <a:cubicBezTo>
                      <a:pt x="-2980" y="141471"/>
                      <a:pt x="4544" y="112544"/>
                      <a:pt x="11734" y="92814"/>
                    </a:cubicBezTo>
                    <a:cubicBezTo>
                      <a:pt x="19760" y="70409"/>
                      <a:pt x="31464" y="47669"/>
                      <a:pt x="42834" y="32286"/>
                    </a:cubicBezTo>
                    <a:cubicBezTo>
                      <a:pt x="65908" y="183"/>
                      <a:pt x="71091" y="16"/>
                      <a:pt x="76442" y="16"/>
                    </a:cubicBezTo>
                    <a:cubicBezTo>
                      <a:pt x="84133" y="-319"/>
                      <a:pt x="88982" y="4697"/>
                      <a:pt x="100018" y="18241"/>
                    </a:cubicBezTo>
                    <a:cubicBezTo>
                      <a:pt x="105703" y="25096"/>
                      <a:pt x="110719" y="31784"/>
                      <a:pt x="111053" y="31952"/>
                    </a:cubicBezTo>
                    <a:cubicBezTo>
                      <a:pt x="111053" y="31952"/>
                      <a:pt x="111221" y="32119"/>
                      <a:pt x="111221" y="32119"/>
                    </a:cubicBezTo>
                    <a:cubicBezTo>
                      <a:pt x="129446" y="56698"/>
                      <a:pt x="159208" y="106692"/>
                      <a:pt x="152854" y="166217"/>
                    </a:cubicBezTo>
                    <a:cubicBezTo>
                      <a:pt x="152854" y="166551"/>
                      <a:pt x="152854" y="166719"/>
                      <a:pt x="152687" y="167053"/>
                    </a:cubicBezTo>
                    <a:cubicBezTo>
                      <a:pt x="145665" y="208520"/>
                      <a:pt x="118410" y="241793"/>
                      <a:pt x="117240" y="243131"/>
                    </a:cubicBezTo>
                    <a:cubicBezTo>
                      <a:pt x="114732" y="246141"/>
                      <a:pt x="111053" y="247980"/>
                      <a:pt x="107040" y="247980"/>
                    </a:cubicBezTo>
                    <a:close/>
                    <a:moveTo>
                      <a:pt x="53368" y="221227"/>
                    </a:moveTo>
                    <a:lnTo>
                      <a:pt x="100352" y="221227"/>
                    </a:lnTo>
                    <a:cubicBezTo>
                      <a:pt x="107208" y="211697"/>
                      <a:pt x="121754" y="188790"/>
                      <a:pt x="126269" y="163040"/>
                    </a:cubicBezTo>
                    <a:cubicBezTo>
                      <a:pt x="131452" y="112879"/>
                      <a:pt x="105703" y="69573"/>
                      <a:pt x="89818" y="48170"/>
                    </a:cubicBezTo>
                    <a:cubicBezTo>
                      <a:pt x="85638" y="42653"/>
                      <a:pt x="80622" y="36633"/>
                      <a:pt x="76776" y="31952"/>
                    </a:cubicBezTo>
                    <a:cubicBezTo>
                      <a:pt x="73098" y="36299"/>
                      <a:pt x="68583" y="42318"/>
                      <a:pt x="64403" y="48003"/>
                    </a:cubicBezTo>
                    <a:cubicBezTo>
                      <a:pt x="45676" y="73084"/>
                      <a:pt x="21933" y="128261"/>
                      <a:pt x="27618" y="162706"/>
                    </a:cubicBezTo>
                    <a:cubicBezTo>
                      <a:pt x="31966" y="189626"/>
                      <a:pt x="46512" y="212031"/>
                      <a:pt x="53368" y="221227"/>
                    </a:cubicBezTo>
                    <a:close/>
                    <a:moveTo>
                      <a:pt x="139478" y="164712"/>
                    </a:moveTo>
                    <a:lnTo>
                      <a:pt x="139478" y="164712"/>
                    </a:lnTo>
                    <a:lnTo>
                      <a:pt x="139478" y="164712"/>
                    </a:lnTo>
                    <a:close/>
                    <a:moveTo>
                      <a:pt x="83130" y="24929"/>
                    </a:moveTo>
                    <a:lnTo>
                      <a:pt x="83130" y="24929"/>
                    </a:ln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9" name="Freeform 146">
                <a:extLst>
                  <a:ext uri="{FF2B5EF4-FFF2-40B4-BE49-F238E27FC236}">
                    <a16:creationId xmlns:a16="http://schemas.microsoft.com/office/drawing/2014/main" id="{930F78CF-A267-D2B0-0BA2-56C3027294DE}"/>
                  </a:ext>
                </a:extLst>
              </p:cNvPr>
              <p:cNvSpPr/>
              <p:nvPr/>
            </p:nvSpPr>
            <p:spPr>
              <a:xfrm>
                <a:off x="10038985" y="2195628"/>
                <a:ext cx="26752" cy="123731"/>
              </a:xfrm>
              <a:custGeom>
                <a:avLst/>
                <a:gdLst>
                  <a:gd name="connsiteX0" fmla="*/ 13376 w 26752"/>
                  <a:gd name="connsiteY0" fmla="*/ 123731 h 123731"/>
                  <a:gd name="connsiteX1" fmla="*/ 0 w 26752"/>
                  <a:gd name="connsiteY1" fmla="*/ 110355 h 123731"/>
                  <a:gd name="connsiteX2" fmla="*/ 0 w 26752"/>
                  <a:gd name="connsiteY2" fmla="*/ 13376 h 123731"/>
                  <a:gd name="connsiteX3" fmla="*/ 13376 w 26752"/>
                  <a:gd name="connsiteY3" fmla="*/ 0 h 123731"/>
                  <a:gd name="connsiteX4" fmla="*/ 26753 w 26752"/>
                  <a:gd name="connsiteY4" fmla="*/ 13376 h 123731"/>
                  <a:gd name="connsiteX5" fmla="*/ 26753 w 26752"/>
                  <a:gd name="connsiteY5" fmla="*/ 110355 h 123731"/>
                  <a:gd name="connsiteX6" fmla="*/ 13376 w 26752"/>
                  <a:gd name="connsiteY6" fmla="*/ 123731 h 12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52" h="123731">
                    <a:moveTo>
                      <a:pt x="13376" y="123731"/>
                    </a:moveTo>
                    <a:cubicBezTo>
                      <a:pt x="6019" y="123731"/>
                      <a:pt x="0" y="117712"/>
                      <a:pt x="0" y="110355"/>
                    </a:cubicBezTo>
                    <a:lnTo>
                      <a:pt x="0" y="13376"/>
                    </a:lnTo>
                    <a:cubicBezTo>
                      <a:pt x="0" y="6019"/>
                      <a:pt x="6019" y="0"/>
                      <a:pt x="13376" y="0"/>
                    </a:cubicBezTo>
                    <a:cubicBezTo>
                      <a:pt x="20733" y="0"/>
                      <a:pt x="26753" y="6019"/>
                      <a:pt x="26753" y="13376"/>
                    </a:cubicBezTo>
                    <a:lnTo>
                      <a:pt x="26753" y="110355"/>
                    </a:lnTo>
                    <a:cubicBezTo>
                      <a:pt x="26753" y="117712"/>
                      <a:pt x="20733" y="123731"/>
                      <a:pt x="13376" y="123731"/>
                    </a:cubicBez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90" name="Freeform 147">
                <a:extLst>
                  <a:ext uri="{FF2B5EF4-FFF2-40B4-BE49-F238E27FC236}">
                    <a16:creationId xmlns:a16="http://schemas.microsoft.com/office/drawing/2014/main" id="{B5EBC203-A0BE-A009-B9D3-D503FC01F70C}"/>
                  </a:ext>
                </a:extLst>
              </p:cNvPr>
              <p:cNvSpPr/>
              <p:nvPr/>
            </p:nvSpPr>
            <p:spPr>
              <a:xfrm>
                <a:off x="10019590" y="2116540"/>
                <a:ext cx="68386" cy="68386"/>
              </a:xfrm>
              <a:custGeom>
                <a:avLst/>
                <a:gdLst>
                  <a:gd name="connsiteX0" fmla="*/ 34277 w 68386"/>
                  <a:gd name="connsiteY0" fmla="*/ 68387 h 68386"/>
                  <a:gd name="connsiteX1" fmla="*/ 0 w 68386"/>
                  <a:gd name="connsiteY1" fmla="*/ 34277 h 68386"/>
                  <a:gd name="connsiteX2" fmla="*/ 34110 w 68386"/>
                  <a:gd name="connsiteY2" fmla="*/ 0 h 68386"/>
                  <a:gd name="connsiteX3" fmla="*/ 68387 w 68386"/>
                  <a:gd name="connsiteY3" fmla="*/ 34110 h 68386"/>
                  <a:gd name="connsiteX4" fmla="*/ 68387 w 68386"/>
                  <a:gd name="connsiteY4" fmla="*/ 34110 h 68386"/>
                  <a:gd name="connsiteX5" fmla="*/ 34277 w 68386"/>
                  <a:gd name="connsiteY5" fmla="*/ 68387 h 68386"/>
                  <a:gd name="connsiteX6" fmla="*/ 34277 w 68386"/>
                  <a:gd name="connsiteY6" fmla="*/ 26753 h 68386"/>
                  <a:gd name="connsiteX7" fmla="*/ 26753 w 68386"/>
                  <a:gd name="connsiteY7" fmla="*/ 34110 h 68386"/>
                  <a:gd name="connsiteX8" fmla="*/ 34110 w 68386"/>
                  <a:gd name="connsiteY8" fmla="*/ 41634 h 68386"/>
                  <a:gd name="connsiteX9" fmla="*/ 41634 w 68386"/>
                  <a:gd name="connsiteY9" fmla="*/ 34277 h 68386"/>
                  <a:gd name="connsiteX10" fmla="*/ 41634 w 68386"/>
                  <a:gd name="connsiteY10" fmla="*/ 34277 h 68386"/>
                  <a:gd name="connsiteX11" fmla="*/ 34277 w 68386"/>
                  <a:gd name="connsiteY11" fmla="*/ 26753 h 6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386" h="68386">
                    <a:moveTo>
                      <a:pt x="34277" y="68387"/>
                    </a:moveTo>
                    <a:cubicBezTo>
                      <a:pt x="15383" y="68387"/>
                      <a:pt x="0" y="53004"/>
                      <a:pt x="0" y="34277"/>
                    </a:cubicBezTo>
                    <a:cubicBezTo>
                      <a:pt x="0" y="15550"/>
                      <a:pt x="15383" y="0"/>
                      <a:pt x="34110" y="0"/>
                    </a:cubicBezTo>
                    <a:cubicBezTo>
                      <a:pt x="52837" y="0"/>
                      <a:pt x="68387" y="15216"/>
                      <a:pt x="68387" y="34110"/>
                    </a:cubicBezTo>
                    <a:cubicBezTo>
                      <a:pt x="68387" y="34110"/>
                      <a:pt x="68387" y="34110"/>
                      <a:pt x="68387" y="34110"/>
                    </a:cubicBezTo>
                    <a:cubicBezTo>
                      <a:pt x="68387" y="53004"/>
                      <a:pt x="53004" y="68387"/>
                      <a:pt x="34277" y="68387"/>
                    </a:cubicBezTo>
                    <a:close/>
                    <a:moveTo>
                      <a:pt x="34277" y="26753"/>
                    </a:moveTo>
                    <a:cubicBezTo>
                      <a:pt x="30097" y="26753"/>
                      <a:pt x="26753" y="30097"/>
                      <a:pt x="26753" y="34110"/>
                    </a:cubicBezTo>
                    <a:cubicBezTo>
                      <a:pt x="26753" y="38290"/>
                      <a:pt x="30097" y="41634"/>
                      <a:pt x="34110" y="41634"/>
                    </a:cubicBezTo>
                    <a:cubicBezTo>
                      <a:pt x="38290" y="41634"/>
                      <a:pt x="41634" y="38290"/>
                      <a:pt x="41634" y="34277"/>
                    </a:cubicBezTo>
                    <a:cubicBezTo>
                      <a:pt x="41634" y="34277"/>
                      <a:pt x="41634" y="34277"/>
                      <a:pt x="41634" y="34277"/>
                    </a:cubicBezTo>
                    <a:cubicBezTo>
                      <a:pt x="41634" y="30097"/>
                      <a:pt x="38290" y="26753"/>
                      <a:pt x="34277" y="26753"/>
                    </a:cubicBez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42" name="Group 41">
            <a:extLst>
              <a:ext uri="{FF2B5EF4-FFF2-40B4-BE49-F238E27FC236}">
                <a16:creationId xmlns:a16="http://schemas.microsoft.com/office/drawing/2014/main" id="{FE4787EA-9335-B9AC-F83A-F0D0A9947096}"/>
              </a:ext>
            </a:extLst>
          </p:cNvPr>
          <p:cNvGrpSpPr/>
          <p:nvPr/>
        </p:nvGrpSpPr>
        <p:grpSpPr>
          <a:xfrm>
            <a:off x="11473610" y="1490179"/>
            <a:ext cx="471791" cy="471791"/>
            <a:chOff x="11473610" y="1942177"/>
            <a:chExt cx="471791" cy="471791"/>
          </a:xfrm>
        </p:grpSpPr>
        <p:sp>
          <p:nvSpPr>
            <p:cNvPr id="68" name="Oval 67">
              <a:extLst>
                <a:ext uri="{FF2B5EF4-FFF2-40B4-BE49-F238E27FC236}">
                  <a16:creationId xmlns:a16="http://schemas.microsoft.com/office/drawing/2014/main" id="{322D8DC5-3BA5-3EEB-C8DC-2BBFFC8C1D89}"/>
                </a:ext>
              </a:extLst>
            </p:cNvPr>
            <p:cNvSpPr/>
            <p:nvPr/>
          </p:nvSpPr>
          <p:spPr>
            <a:xfrm>
              <a:off x="11473610"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69" name="Group 68">
              <a:extLst>
                <a:ext uri="{FF2B5EF4-FFF2-40B4-BE49-F238E27FC236}">
                  <a16:creationId xmlns:a16="http://schemas.microsoft.com/office/drawing/2014/main" id="{1F6CE9D4-DFB7-6D3E-69BC-7E1BE516AC6B}"/>
                </a:ext>
              </a:extLst>
            </p:cNvPr>
            <p:cNvGrpSpPr/>
            <p:nvPr/>
          </p:nvGrpSpPr>
          <p:grpSpPr>
            <a:xfrm>
              <a:off x="11570793" y="2043116"/>
              <a:ext cx="277520" cy="269933"/>
              <a:chOff x="11570793" y="2043116"/>
              <a:chExt cx="277520" cy="269933"/>
            </a:xfrm>
          </p:grpSpPr>
          <p:sp>
            <p:nvSpPr>
              <p:cNvPr id="70" name="Freeform 127">
                <a:extLst>
                  <a:ext uri="{FF2B5EF4-FFF2-40B4-BE49-F238E27FC236}">
                    <a16:creationId xmlns:a16="http://schemas.microsoft.com/office/drawing/2014/main" id="{E4437B8F-4367-B573-0425-436B39E3FF88}"/>
                  </a:ext>
                </a:extLst>
              </p:cNvPr>
              <p:cNvSpPr/>
              <p:nvPr/>
            </p:nvSpPr>
            <p:spPr>
              <a:xfrm>
                <a:off x="11570793" y="2043116"/>
                <a:ext cx="179741" cy="226257"/>
              </a:xfrm>
              <a:custGeom>
                <a:avLst/>
                <a:gdLst>
                  <a:gd name="connsiteX0" fmla="*/ 41995 w 179741"/>
                  <a:gd name="connsiteY0" fmla="*/ 226257 h 226257"/>
                  <a:gd name="connsiteX1" fmla="*/ 31425 w 179741"/>
                  <a:gd name="connsiteY1" fmla="*/ 221343 h 226257"/>
                  <a:gd name="connsiteX2" fmla="*/ 48307 w 179741"/>
                  <a:gd name="connsiteY2" fmla="*/ 31424 h 226257"/>
                  <a:gd name="connsiteX3" fmla="*/ 168886 w 179741"/>
                  <a:gd name="connsiteY3" fmla="*/ 4375 h 226257"/>
                  <a:gd name="connsiteX4" fmla="*/ 179422 w 179741"/>
                  <a:gd name="connsiteY4" fmla="*/ 20793 h 226257"/>
                  <a:gd name="connsiteX5" fmla="*/ 163005 w 179741"/>
                  <a:gd name="connsiteY5" fmla="*/ 31329 h 226257"/>
                  <a:gd name="connsiteX6" fmla="*/ 161989 w 179741"/>
                  <a:gd name="connsiteY6" fmla="*/ 31067 h 226257"/>
                  <a:gd name="connsiteX7" fmla="*/ 31017 w 179741"/>
                  <a:gd name="connsiteY7" fmla="*/ 107371 h 226257"/>
                  <a:gd name="connsiteX8" fmla="*/ 52548 w 179741"/>
                  <a:gd name="connsiteY8" fmla="*/ 203600 h 226257"/>
                  <a:gd name="connsiteX9" fmla="*/ 50841 w 179741"/>
                  <a:gd name="connsiteY9" fmla="*/ 223033 h 226257"/>
                  <a:gd name="connsiteX10" fmla="*/ 41995 w 179741"/>
                  <a:gd name="connsiteY10" fmla="*/ 226257 h 22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41" h="226257">
                    <a:moveTo>
                      <a:pt x="41995" y="226257"/>
                    </a:moveTo>
                    <a:cubicBezTo>
                      <a:pt x="37919" y="226261"/>
                      <a:pt x="34050" y="224462"/>
                      <a:pt x="31425" y="221343"/>
                    </a:cubicBezTo>
                    <a:cubicBezTo>
                      <a:pt x="-16358" y="164236"/>
                      <a:pt x="-8799" y="79207"/>
                      <a:pt x="48307" y="31424"/>
                    </a:cubicBezTo>
                    <a:cubicBezTo>
                      <a:pt x="81759" y="3434"/>
                      <a:pt x="126684" y="-6644"/>
                      <a:pt x="168886" y="4375"/>
                    </a:cubicBezTo>
                    <a:cubicBezTo>
                      <a:pt x="176330" y="5999"/>
                      <a:pt x="181046" y="13350"/>
                      <a:pt x="179422" y="20793"/>
                    </a:cubicBezTo>
                    <a:cubicBezTo>
                      <a:pt x="177798" y="28236"/>
                      <a:pt x="170447" y="32954"/>
                      <a:pt x="163005" y="31329"/>
                    </a:cubicBezTo>
                    <a:cubicBezTo>
                      <a:pt x="162663" y="31255"/>
                      <a:pt x="162324" y="31167"/>
                      <a:pt x="161989" y="31067"/>
                    </a:cubicBezTo>
                    <a:cubicBezTo>
                      <a:pt x="104751" y="15971"/>
                      <a:pt x="46113" y="50133"/>
                      <a:pt x="31017" y="107371"/>
                    </a:cubicBezTo>
                    <a:cubicBezTo>
                      <a:pt x="22136" y="141041"/>
                      <a:pt x="30166" y="176925"/>
                      <a:pt x="52548" y="203600"/>
                    </a:cubicBezTo>
                    <a:cubicBezTo>
                      <a:pt x="57443" y="209439"/>
                      <a:pt x="56678" y="218140"/>
                      <a:pt x="50841" y="223033"/>
                    </a:cubicBezTo>
                    <a:cubicBezTo>
                      <a:pt x="48361" y="225113"/>
                      <a:pt x="45231" y="226254"/>
                      <a:pt x="41995" y="226257"/>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1" name="Freeform 128">
                <a:extLst>
                  <a:ext uri="{FF2B5EF4-FFF2-40B4-BE49-F238E27FC236}">
                    <a16:creationId xmlns:a16="http://schemas.microsoft.com/office/drawing/2014/main" id="{FB3D4BAD-2FEF-332E-93A5-4B5DC233E826}"/>
                  </a:ext>
                </a:extLst>
              </p:cNvPr>
              <p:cNvSpPr/>
              <p:nvPr/>
            </p:nvSpPr>
            <p:spPr>
              <a:xfrm>
                <a:off x="11594873" y="2243457"/>
                <a:ext cx="54073" cy="54073"/>
              </a:xfrm>
              <a:custGeom>
                <a:avLst/>
                <a:gdLst>
                  <a:gd name="connsiteX0" fmla="*/ 27054 w 54073"/>
                  <a:gd name="connsiteY0" fmla="*/ 54074 h 54073"/>
                  <a:gd name="connsiteX1" fmla="*/ 0 w 54073"/>
                  <a:gd name="connsiteY1" fmla="*/ 27054 h 54073"/>
                  <a:gd name="connsiteX2" fmla="*/ 27020 w 54073"/>
                  <a:gd name="connsiteY2" fmla="*/ 0 h 54073"/>
                  <a:gd name="connsiteX3" fmla="*/ 54074 w 54073"/>
                  <a:gd name="connsiteY3" fmla="*/ 27020 h 54073"/>
                  <a:gd name="connsiteX4" fmla="*/ 54074 w 54073"/>
                  <a:gd name="connsiteY4" fmla="*/ 27037 h 54073"/>
                  <a:gd name="connsiteX5" fmla="*/ 27054 w 54073"/>
                  <a:gd name="connsiteY5" fmla="*/ 54074 h 54073"/>
                  <a:gd name="connsiteX6" fmla="*/ 27054 w 54073"/>
                  <a:gd name="connsiteY6" fmla="*/ 26485 h 54073"/>
                  <a:gd name="connsiteX7" fmla="*/ 26486 w 54073"/>
                  <a:gd name="connsiteY7" fmla="*/ 27020 h 54073"/>
                  <a:gd name="connsiteX8" fmla="*/ 26485 w 54073"/>
                  <a:gd name="connsiteY8" fmla="*/ 27037 h 54073"/>
                  <a:gd name="connsiteX9" fmla="*/ 26947 w 54073"/>
                  <a:gd name="connsiteY9" fmla="*/ 27696 h 54073"/>
                  <a:gd name="connsiteX10" fmla="*/ 27606 w 54073"/>
                  <a:gd name="connsiteY10" fmla="*/ 27234 h 54073"/>
                  <a:gd name="connsiteX11" fmla="*/ 27606 w 54073"/>
                  <a:gd name="connsiteY11" fmla="*/ 27037 h 54073"/>
                  <a:gd name="connsiteX12" fmla="*/ 27054 w 54073"/>
                  <a:gd name="connsiteY12"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073" h="54073">
                    <a:moveTo>
                      <a:pt x="27054" y="54074"/>
                    </a:moveTo>
                    <a:cubicBezTo>
                      <a:pt x="12122" y="54084"/>
                      <a:pt x="9" y="41987"/>
                      <a:pt x="0" y="27054"/>
                    </a:cubicBezTo>
                    <a:cubicBezTo>
                      <a:pt x="-9" y="12122"/>
                      <a:pt x="12088" y="10"/>
                      <a:pt x="27020" y="0"/>
                    </a:cubicBezTo>
                    <a:cubicBezTo>
                      <a:pt x="41952" y="-10"/>
                      <a:pt x="54064" y="12087"/>
                      <a:pt x="54074" y="27020"/>
                    </a:cubicBezTo>
                    <a:cubicBezTo>
                      <a:pt x="54074" y="27025"/>
                      <a:pt x="54074" y="27032"/>
                      <a:pt x="54074" y="27037"/>
                    </a:cubicBezTo>
                    <a:cubicBezTo>
                      <a:pt x="54064" y="41959"/>
                      <a:pt x="41976" y="54055"/>
                      <a:pt x="27054" y="54074"/>
                    </a:cubicBezTo>
                    <a:close/>
                    <a:moveTo>
                      <a:pt x="27054" y="26485"/>
                    </a:moveTo>
                    <a:cubicBezTo>
                      <a:pt x="26750" y="26475"/>
                      <a:pt x="26495" y="26715"/>
                      <a:pt x="26486" y="27020"/>
                    </a:cubicBezTo>
                    <a:cubicBezTo>
                      <a:pt x="26485" y="27025"/>
                      <a:pt x="26485" y="27032"/>
                      <a:pt x="26485" y="27037"/>
                    </a:cubicBezTo>
                    <a:cubicBezTo>
                      <a:pt x="26431" y="27346"/>
                      <a:pt x="26637" y="27642"/>
                      <a:pt x="26947" y="27696"/>
                    </a:cubicBezTo>
                    <a:cubicBezTo>
                      <a:pt x="27256" y="27751"/>
                      <a:pt x="27552" y="27544"/>
                      <a:pt x="27606" y="27234"/>
                    </a:cubicBezTo>
                    <a:cubicBezTo>
                      <a:pt x="27618" y="27170"/>
                      <a:pt x="27618" y="27103"/>
                      <a:pt x="27606" y="27037"/>
                    </a:cubicBezTo>
                    <a:cubicBezTo>
                      <a:pt x="27606" y="26732"/>
                      <a:pt x="27359" y="26485"/>
                      <a:pt x="27054"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2" name="Freeform 129">
                <a:extLst>
                  <a:ext uri="{FF2B5EF4-FFF2-40B4-BE49-F238E27FC236}">
                    <a16:creationId xmlns:a16="http://schemas.microsoft.com/office/drawing/2014/main" id="{7E357756-F2ED-D511-543F-63E7E544310D}"/>
                  </a:ext>
                </a:extLst>
              </p:cNvPr>
              <p:cNvSpPr/>
              <p:nvPr/>
            </p:nvSpPr>
            <p:spPr>
              <a:xfrm>
                <a:off x="11669487" y="2086914"/>
                <a:ext cx="178826" cy="226135"/>
              </a:xfrm>
              <a:custGeom>
                <a:avLst/>
                <a:gdLst>
                  <a:gd name="connsiteX0" fmla="*/ 44069 w 178826"/>
                  <a:gd name="connsiteY0" fmla="*/ 226136 h 226135"/>
                  <a:gd name="connsiteX1" fmla="*/ 9842 w 178826"/>
                  <a:gd name="connsiteY1" fmla="*/ 221739 h 226135"/>
                  <a:gd name="connsiteX2" fmla="*/ 583 w 178826"/>
                  <a:gd name="connsiteY2" fmla="*/ 204568 h 226135"/>
                  <a:gd name="connsiteX3" fmla="*/ 16739 w 178826"/>
                  <a:gd name="connsiteY3" fmla="*/ 195047 h 226135"/>
                  <a:gd name="connsiteX4" fmla="*/ 147712 w 178826"/>
                  <a:gd name="connsiteY4" fmla="*/ 118743 h 226135"/>
                  <a:gd name="connsiteX5" fmla="*/ 126180 w 178826"/>
                  <a:gd name="connsiteY5" fmla="*/ 22514 h 226135"/>
                  <a:gd name="connsiteX6" fmla="*/ 128151 w 178826"/>
                  <a:gd name="connsiteY6" fmla="*/ 3105 h 226135"/>
                  <a:gd name="connsiteX7" fmla="*/ 147303 w 178826"/>
                  <a:gd name="connsiteY7" fmla="*/ 4771 h 226135"/>
                  <a:gd name="connsiteX8" fmla="*/ 130681 w 178826"/>
                  <a:gd name="connsiteY8" fmla="*/ 194616 h 226135"/>
                  <a:gd name="connsiteX9" fmla="*/ 44069 w 178826"/>
                  <a:gd name="connsiteY9" fmla="*/ 226136 h 22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8826" h="226135">
                    <a:moveTo>
                      <a:pt x="44069" y="226136"/>
                    </a:moveTo>
                    <a:cubicBezTo>
                      <a:pt x="32519" y="226134"/>
                      <a:pt x="21017" y="224656"/>
                      <a:pt x="9842" y="221739"/>
                    </a:cubicBezTo>
                    <a:cubicBezTo>
                      <a:pt x="2543" y="219554"/>
                      <a:pt x="-1602" y="211866"/>
                      <a:pt x="583" y="204568"/>
                    </a:cubicBezTo>
                    <a:cubicBezTo>
                      <a:pt x="2651" y="197659"/>
                      <a:pt x="9693" y="193509"/>
                      <a:pt x="16739" y="195047"/>
                    </a:cubicBezTo>
                    <a:cubicBezTo>
                      <a:pt x="73977" y="210143"/>
                      <a:pt x="132615" y="175981"/>
                      <a:pt x="147712" y="118743"/>
                    </a:cubicBezTo>
                    <a:cubicBezTo>
                      <a:pt x="156592" y="85073"/>
                      <a:pt x="148563" y="49188"/>
                      <a:pt x="126180" y="22514"/>
                    </a:cubicBezTo>
                    <a:cubicBezTo>
                      <a:pt x="121364" y="16610"/>
                      <a:pt x="122247" y="7921"/>
                      <a:pt x="128151" y="3105"/>
                    </a:cubicBezTo>
                    <a:cubicBezTo>
                      <a:pt x="133934" y="-1612"/>
                      <a:pt x="142421" y="-874"/>
                      <a:pt x="147303" y="4771"/>
                    </a:cubicBezTo>
                    <a:cubicBezTo>
                      <a:pt x="195137" y="61785"/>
                      <a:pt x="187695" y="146780"/>
                      <a:pt x="130681" y="194616"/>
                    </a:cubicBezTo>
                    <a:cubicBezTo>
                      <a:pt x="106413" y="214976"/>
                      <a:pt x="75748" y="226136"/>
                      <a:pt x="44069" y="226136"/>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3" name="Freeform 130">
                <a:extLst>
                  <a:ext uri="{FF2B5EF4-FFF2-40B4-BE49-F238E27FC236}">
                    <a16:creationId xmlns:a16="http://schemas.microsoft.com/office/drawing/2014/main" id="{635FDBF6-ED8F-8FB2-30D9-6B379F6C9488}"/>
                  </a:ext>
                </a:extLst>
              </p:cNvPr>
              <p:cNvSpPr/>
              <p:nvPr/>
            </p:nvSpPr>
            <p:spPr>
              <a:xfrm>
                <a:off x="11770096" y="2058595"/>
                <a:ext cx="54074" cy="54073"/>
              </a:xfrm>
              <a:custGeom>
                <a:avLst/>
                <a:gdLst>
                  <a:gd name="connsiteX0" fmla="*/ 26985 w 54074"/>
                  <a:gd name="connsiteY0" fmla="*/ 54074 h 54073"/>
                  <a:gd name="connsiteX1" fmla="*/ 0 w 54074"/>
                  <a:gd name="connsiteY1" fmla="*/ 26985 h 54073"/>
                  <a:gd name="connsiteX2" fmla="*/ 27089 w 54074"/>
                  <a:gd name="connsiteY2" fmla="*/ 0 h 54073"/>
                  <a:gd name="connsiteX3" fmla="*/ 54074 w 54074"/>
                  <a:gd name="connsiteY3" fmla="*/ 27054 h 54073"/>
                  <a:gd name="connsiteX4" fmla="*/ 26985 w 54074"/>
                  <a:gd name="connsiteY4" fmla="*/ 54074 h 54073"/>
                  <a:gd name="connsiteX5" fmla="*/ 26985 w 54074"/>
                  <a:gd name="connsiteY5" fmla="*/ 26485 h 54073"/>
                  <a:gd name="connsiteX6" fmla="*/ 26434 w 54074"/>
                  <a:gd name="connsiteY6" fmla="*/ 27054 h 54073"/>
                  <a:gd name="connsiteX7" fmla="*/ 27092 w 54074"/>
                  <a:gd name="connsiteY7" fmla="*/ 27516 h 54073"/>
                  <a:gd name="connsiteX8" fmla="*/ 27554 w 54074"/>
                  <a:gd name="connsiteY8" fmla="*/ 27054 h 54073"/>
                  <a:gd name="connsiteX9" fmla="*/ 26985 w 54074"/>
                  <a:gd name="connsiteY9"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74" h="54073">
                    <a:moveTo>
                      <a:pt x="26985" y="54074"/>
                    </a:moveTo>
                    <a:cubicBezTo>
                      <a:pt x="12053" y="54045"/>
                      <a:pt x="-29" y="41917"/>
                      <a:pt x="0" y="26985"/>
                    </a:cubicBezTo>
                    <a:cubicBezTo>
                      <a:pt x="29" y="12053"/>
                      <a:pt x="12156" y="-29"/>
                      <a:pt x="27089" y="0"/>
                    </a:cubicBezTo>
                    <a:cubicBezTo>
                      <a:pt x="42007" y="29"/>
                      <a:pt x="54083" y="12135"/>
                      <a:pt x="54074" y="27054"/>
                    </a:cubicBezTo>
                    <a:cubicBezTo>
                      <a:pt x="54055" y="41996"/>
                      <a:pt x="41926" y="54093"/>
                      <a:pt x="26985" y="54074"/>
                    </a:cubicBezTo>
                    <a:close/>
                    <a:moveTo>
                      <a:pt x="26985" y="26485"/>
                    </a:moveTo>
                    <a:cubicBezTo>
                      <a:pt x="26678" y="26494"/>
                      <a:pt x="26434" y="26746"/>
                      <a:pt x="26434" y="27054"/>
                    </a:cubicBezTo>
                    <a:cubicBezTo>
                      <a:pt x="26489" y="27364"/>
                      <a:pt x="26784" y="27570"/>
                      <a:pt x="27092" y="27516"/>
                    </a:cubicBezTo>
                    <a:cubicBezTo>
                      <a:pt x="27328" y="27474"/>
                      <a:pt x="27513" y="27290"/>
                      <a:pt x="27554" y="27054"/>
                    </a:cubicBezTo>
                    <a:cubicBezTo>
                      <a:pt x="27554" y="26740"/>
                      <a:pt x="27299" y="26485"/>
                      <a:pt x="26985"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74" name="Graphic 336">
                <a:extLst>
                  <a:ext uri="{FF2B5EF4-FFF2-40B4-BE49-F238E27FC236}">
                    <a16:creationId xmlns:a16="http://schemas.microsoft.com/office/drawing/2014/main" id="{51BBCD23-E837-226A-4727-3846305A8AFF}"/>
                  </a:ext>
                </a:extLst>
              </p:cNvPr>
              <p:cNvGrpSpPr/>
              <p:nvPr/>
            </p:nvGrpSpPr>
            <p:grpSpPr>
              <a:xfrm>
                <a:off x="11642426" y="2109389"/>
                <a:ext cx="134189" cy="138120"/>
                <a:chOff x="11642426" y="2109389"/>
                <a:chExt cx="134189" cy="138120"/>
              </a:xfrm>
              <a:solidFill>
                <a:srgbClr val="EF463C"/>
              </a:solidFill>
            </p:grpSpPr>
            <p:sp>
              <p:nvSpPr>
                <p:cNvPr id="75" name="Freeform 132">
                  <a:extLst>
                    <a:ext uri="{FF2B5EF4-FFF2-40B4-BE49-F238E27FC236}">
                      <a16:creationId xmlns:a16="http://schemas.microsoft.com/office/drawing/2014/main" id="{D64374CE-C86C-7963-E3FC-0F5D2ADE9BD9}"/>
                    </a:ext>
                  </a:extLst>
                </p:cNvPr>
                <p:cNvSpPr/>
                <p:nvPr/>
              </p:nvSpPr>
              <p:spPr>
                <a:xfrm>
                  <a:off x="11681787" y="2109389"/>
                  <a:ext cx="34081" cy="51112"/>
                </a:xfrm>
                <a:custGeom>
                  <a:avLst/>
                  <a:gdLst>
                    <a:gd name="connsiteX0" fmla="*/ 20338 w 34081"/>
                    <a:gd name="connsiteY0" fmla="*/ 51112 h 51112"/>
                    <a:gd name="connsiteX1" fmla="*/ 7060 w 34081"/>
                    <a:gd name="connsiteY1" fmla="*/ 41008 h 51112"/>
                    <a:gd name="connsiteX2" fmla="*/ 318 w 34081"/>
                    <a:gd name="connsiteY2" fmla="*/ 16730 h 51112"/>
                    <a:gd name="connsiteX3" fmla="*/ 10864 w 34081"/>
                    <a:gd name="connsiteY3" fmla="*/ 317 h 51112"/>
                    <a:gd name="connsiteX4" fmla="*/ 26855 w 34081"/>
                    <a:gd name="connsiteY4" fmla="*/ 9350 h 51112"/>
                    <a:gd name="connsiteX5" fmla="*/ 33580 w 34081"/>
                    <a:gd name="connsiteY5" fmla="*/ 33628 h 51112"/>
                    <a:gd name="connsiteX6" fmla="*/ 24028 w 34081"/>
                    <a:gd name="connsiteY6" fmla="*/ 50578 h 51112"/>
                    <a:gd name="connsiteX7" fmla="*/ 20338 w 34081"/>
                    <a:gd name="connsiteY7" fmla="*/ 51112 h 51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081" h="51112">
                      <a:moveTo>
                        <a:pt x="20338" y="51112"/>
                      </a:moveTo>
                      <a:cubicBezTo>
                        <a:pt x="14146" y="51106"/>
                        <a:pt x="8717" y="46974"/>
                        <a:pt x="7060" y="41008"/>
                      </a:cubicBezTo>
                      <a:lnTo>
                        <a:pt x="318" y="16730"/>
                      </a:lnTo>
                      <a:cubicBezTo>
                        <a:pt x="-1302" y="9286"/>
                        <a:pt x="3420" y="1938"/>
                        <a:pt x="10864" y="317"/>
                      </a:cubicBezTo>
                      <a:cubicBezTo>
                        <a:pt x="17715" y="-1174"/>
                        <a:pt x="24595" y="2712"/>
                        <a:pt x="26855" y="9350"/>
                      </a:cubicBezTo>
                      <a:lnTo>
                        <a:pt x="33580" y="33628"/>
                      </a:lnTo>
                      <a:cubicBezTo>
                        <a:pt x="35601" y="40944"/>
                        <a:pt x="31332" y="48518"/>
                        <a:pt x="24028" y="50578"/>
                      </a:cubicBezTo>
                      <a:cubicBezTo>
                        <a:pt x="22826" y="50916"/>
                        <a:pt x="21586" y="51096"/>
                        <a:pt x="20338" y="51112"/>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6" name="Freeform 133">
                  <a:extLst>
                    <a:ext uri="{FF2B5EF4-FFF2-40B4-BE49-F238E27FC236}">
                      <a16:creationId xmlns:a16="http://schemas.microsoft.com/office/drawing/2014/main" id="{C35D5AF1-C82E-A9FD-DA30-C5F7EC8CB4AC}"/>
                    </a:ext>
                  </a:extLst>
                </p:cNvPr>
                <p:cNvSpPr/>
                <p:nvPr/>
              </p:nvSpPr>
              <p:spPr>
                <a:xfrm>
                  <a:off x="11712355" y="2115152"/>
                  <a:ext cx="40560" cy="48969"/>
                </a:xfrm>
                <a:custGeom>
                  <a:avLst/>
                  <a:gdLst>
                    <a:gd name="connsiteX0" fmla="*/ 13789 w 40560"/>
                    <a:gd name="connsiteY0" fmla="*/ 48970 h 48969"/>
                    <a:gd name="connsiteX1" fmla="*/ 0 w 40560"/>
                    <a:gd name="connsiteY1" fmla="*/ 35170 h 48969"/>
                    <a:gd name="connsiteX2" fmla="*/ 2012 w 40560"/>
                    <a:gd name="connsiteY2" fmla="*/ 28002 h 48969"/>
                    <a:gd name="connsiteX3" fmla="*/ 15134 w 40560"/>
                    <a:gd name="connsiteY3" fmla="*/ 6379 h 48969"/>
                    <a:gd name="connsiteX4" fmla="*/ 34182 w 40560"/>
                    <a:gd name="connsiteY4" fmla="*/ 2165 h 48969"/>
                    <a:gd name="connsiteX5" fmla="*/ 38722 w 40560"/>
                    <a:gd name="connsiteY5" fmla="*/ 20674 h 48969"/>
                    <a:gd name="connsiteX6" fmla="*/ 25600 w 40560"/>
                    <a:gd name="connsiteY6" fmla="*/ 42331 h 48969"/>
                    <a:gd name="connsiteX7" fmla="*/ 13789 w 40560"/>
                    <a:gd name="connsiteY7" fmla="*/ 48970 h 4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60" h="48969">
                      <a:moveTo>
                        <a:pt x="13789" y="48970"/>
                      </a:moveTo>
                      <a:cubicBezTo>
                        <a:pt x="6170" y="48967"/>
                        <a:pt x="-3" y="42788"/>
                        <a:pt x="0" y="35170"/>
                      </a:cubicBezTo>
                      <a:cubicBezTo>
                        <a:pt x="1" y="32641"/>
                        <a:pt x="697" y="30162"/>
                        <a:pt x="2012" y="28002"/>
                      </a:cubicBezTo>
                      <a:lnTo>
                        <a:pt x="15134" y="6379"/>
                      </a:lnTo>
                      <a:cubicBezTo>
                        <a:pt x="19231" y="-44"/>
                        <a:pt x="27757" y="-1931"/>
                        <a:pt x="34182" y="2165"/>
                      </a:cubicBezTo>
                      <a:cubicBezTo>
                        <a:pt x="40398" y="6130"/>
                        <a:pt x="42398" y="14282"/>
                        <a:pt x="38722" y="20674"/>
                      </a:cubicBezTo>
                      <a:lnTo>
                        <a:pt x="25600" y="42331"/>
                      </a:lnTo>
                      <a:cubicBezTo>
                        <a:pt x="23096" y="46458"/>
                        <a:pt x="18616" y="48976"/>
                        <a:pt x="13789" y="4897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7" name="Freeform 134">
                  <a:extLst>
                    <a:ext uri="{FF2B5EF4-FFF2-40B4-BE49-F238E27FC236}">
                      <a16:creationId xmlns:a16="http://schemas.microsoft.com/office/drawing/2014/main" id="{3F4F6774-A1DB-886E-8B8C-392385CD4C5F}"/>
                    </a:ext>
                  </a:extLst>
                </p:cNvPr>
                <p:cNvSpPr/>
                <p:nvPr/>
              </p:nvSpPr>
              <p:spPr>
                <a:xfrm>
                  <a:off x="11730312" y="2152481"/>
                  <a:ext cx="46303" cy="31384"/>
                </a:xfrm>
                <a:custGeom>
                  <a:avLst/>
                  <a:gdLst>
                    <a:gd name="connsiteX0" fmla="*/ 13954 w 46303"/>
                    <a:gd name="connsiteY0" fmla="*/ 31384 h 31384"/>
                    <a:gd name="connsiteX1" fmla="*/ 1 w 46303"/>
                    <a:gd name="connsiteY1" fmla="*/ 17750 h 31384"/>
                    <a:gd name="connsiteX2" fmla="*/ 11230 w 46303"/>
                    <a:gd name="connsiteY2" fmla="*/ 4037 h 31384"/>
                    <a:gd name="connsiteX3" fmla="*/ 29749 w 46303"/>
                    <a:gd name="connsiteY3" fmla="*/ 278 h 31384"/>
                    <a:gd name="connsiteX4" fmla="*/ 46026 w 46303"/>
                    <a:gd name="connsiteY4" fmla="*/ 11072 h 31384"/>
                    <a:gd name="connsiteX5" fmla="*/ 35232 w 46303"/>
                    <a:gd name="connsiteY5" fmla="*/ 27349 h 31384"/>
                    <a:gd name="connsiteX6" fmla="*/ 16713 w 46303"/>
                    <a:gd name="connsiteY6" fmla="*/ 31108 h 31384"/>
                    <a:gd name="connsiteX7" fmla="*/ 13954 w 46303"/>
                    <a:gd name="connsiteY7" fmla="*/ 31384 h 3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303" h="31384">
                      <a:moveTo>
                        <a:pt x="13954" y="31384"/>
                      </a:moveTo>
                      <a:cubicBezTo>
                        <a:pt x="6336" y="31472"/>
                        <a:pt x="89" y="25368"/>
                        <a:pt x="1" y="17750"/>
                      </a:cubicBezTo>
                      <a:cubicBezTo>
                        <a:pt x="-77" y="11061"/>
                        <a:pt x="4657" y="5280"/>
                        <a:pt x="11230" y="4037"/>
                      </a:cubicBezTo>
                      <a:lnTo>
                        <a:pt x="29749" y="278"/>
                      </a:lnTo>
                      <a:cubicBezTo>
                        <a:pt x="37224" y="-1237"/>
                        <a:pt x="44512" y="3596"/>
                        <a:pt x="46026" y="11072"/>
                      </a:cubicBezTo>
                      <a:cubicBezTo>
                        <a:pt x="47540" y="18547"/>
                        <a:pt x="42707" y="25835"/>
                        <a:pt x="35232" y="27349"/>
                      </a:cubicBezTo>
                      <a:lnTo>
                        <a:pt x="16713" y="31108"/>
                      </a:lnTo>
                      <a:cubicBezTo>
                        <a:pt x="15804" y="31292"/>
                        <a:pt x="14880" y="31385"/>
                        <a:pt x="13954" y="3138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8" name="Freeform 135">
                  <a:extLst>
                    <a:ext uri="{FF2B5EF4-FFF2-40B4-BE49-F238E27FC236}">
                      <a16:creationId xmlns:a16="http://schemas.microsoft.com/office/drawing/2014/main" id="{317DBD40-A635-3B83-A9EC-7B2A825444BE}"/>
                    </a:ext>
                  </a:extLst>
                </p:cNvPr>
                <p:cNvSpPr/>
                <p:nvPr/>
              </p:nvSpPr>
              <p:spPr>
                <a:xfrm>
                  <a:off x="11725062" y="2181654"/>
                  <a:ext cx="46842" cy="39214"/>
                </a:xfrm>
                <a:custGeom>
                  <a:avLst/>
                  <a:gdLst>
                    <a:gd name="connsiteX0" fmla="*/ 33016 w 46842"/>
                    <a:gd name="connsiteY0" fmla="*/ 39215 h 39214"/>
                    <a:gd name="connsiteX1" fmla="*/ 25895 w 46842"/>
                    <a:gd name="connsiteY1" fmla="*/ 37232 h 39214"/>
                    <a:gd name="connsiteX2" fmla="*/ 6669 w 46842"/>
                    <a:gd name="connsiteY2" fmla="*/ 25610 h 39214"/>
                    <a:gd name="connsiteX3" fmla="*/ 1987 w 46842"/>
                    <a:gd name="connsiteY3" fmla="*/ 6669 h 39214"/>
                    <a:gd name="connsiteX4" fmla="*/ 20929 w 46842"/>
                    <a:gd name="connsiteY4" fmla="*/ 1987 h 39214"/>
                    <a:gd name="connsiteX5" fmla="*/ 40172 w 46842"/>
                    <a:gd name="connsiteY5" fmla="*/ 13609 h 39214"/>
                    <a:gd name="connsiteX6" fmla="*/ 44858 w 46842"/>
                    <a:gd name="connsiteY6" fmla="*/ 32545 h 39214"/>
                    <a:gd name="connsiteX7" fmla="*/ 33016 w 46842"/>
                    <a:gd name="connsiteY7" fmla="*/ 39215 h 3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842" h="39214">
                      <a:moveTo>
                        <a:pt x="33016" y="39215"/>
                      </a:moveTo>
                      <a:cubicBezTo>
                        <a:pt x="30505" y="39215"/>
                        <a:pt x="28043" y="38529"/>
                        <a:pt x="25895" y="37232"/>
                      </a:cubicBezTo>
                      <a:lnTo>
                        <a:pt x="6669" y="25610"/>
                      </a:lnTo>
                      <a:cubicBezTo>
                        <a:pt x="145" y="21672"/>
                        <a:pt x="-1951" y="13192"/>
                        <a:pt x="1987" y="6669"/>
                      </a:cubicBezTo>
                      <a:cubicBezTo>
                        <a:pt x="5925" y="145"/>
                        <a:pt x="14406" y="-1951"/>
                        <a:pt x="20929" y="1987"/>
                      </a:cubicBezTo>
                      <a:lnTo>
                        <a:pt x="40172" y="13609"/>
                      </a:lnTo>
                      <a:cubicBezTo>
                        <a:pt x="46695" y="17544"/>
                        <a:pt x="48793" y="26022"/>
                        <a:pt x="44858" y="32545"/>
                      </a:cubicBezTo>
                      <a:cubicBezTo>
                        <a:pt x="42355" y="36694"/>
                        <a:pt x="37860" y="39225"/>
                        <a:pt x="33016" y="3921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9" name="Freeform 136">
                  <a:extLst>
                    <a:ext uri="{FF2B5EF4-FFF2-40B4-BE49-F238E27FC236}">
                      <a16:creationId xmlns:a16="http://schemas.microsoft.com/office/drawing/2014/main" id="{F0C80B0A-EC5B-2B0B-701A-C5A740201A59}"/>
                    </a:ext>
                  </a:extLst>
                </p:cNvPr>
                <p:cNvSpPr/>
                <p:nvPr/>
              </p:nvSpPr>
              <p:spPr>
                <a:xfrm>
                  <a:off x="11702289" y="2201764"/>
                  <a:ext cx="31987" cy="45745"/>
                </a:xfrm>
                <a:custGeom>
                  <a:avLst/>
                  <a:gdLst>
                    <a:gd name="connsiteX0" fmla="*/ 18182 w 31987"/>
                    <a:gd name="connsiteY0" fmla="*/ 45745 h 45745"/>
                    <a:gd name="connsiteX1" fmla="*/ 4784 w 31987"/>
                    <a:gd name="connsiteY1" fmla="*/ 35192 h 45745"/>
                    <a:gd name="connsiteX2" fmla="*/ 387 w 31987"/>
                    <a:gd name="connsiteY2" fmla="*/ 17036 h 45745"/>
                    <a:gd name="connsiteX3" fmla="*/ 10569 w 31987"/>
                    <a:gd name="connsiteY3" fmla="*/ 388 h 45745"/>
                    <a:gd name="connsiteX4" fmla="*/ 27217 w 31987"/>
                    <a:gd name="connsiteY4" fmla="*/ 10570 h 45745"/>
                    <a:gd name="connsiteX5" fmla="*/ 31597 w 31987"/>
                    <a:gd name="connsiteY5" fmla="*/ 28709 h 45745"/>
                    <a:gd name="connsiteX6" fmla="*/ 21437 w 31987"/>
                    <a:gd name="connsiteY6" fmla="*/ 45362 h 45745"/>
                    <a:gd name="connsiteX7" fmla="*/ 21424 w 31987"/>
                    <a:gd name="connsiteY7" fmla="*/ 45366 h 45745"/>
                    <a:gd name="connsiteX8" fmla="*/ 18182 w 31987"/>
                    <a:gd name="connsiteY8" fmla="*/ 45745 h 4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87" h="45745">
                      <a:moveTo>
                        <a:pt x="18182" y="45745"/>
                      </a:moveTo>
                      <a:cubicBezTo>
                        <a:pt x="11816" y="45740"/>
                        <a:pt x="6280" y="41379"/>
                        <a:pt x="4784" y="35192"/>
                      </a:cubicBezTo>
                      <a:lnTo>
                        <a:pt x="387" y="17036"/>
                      </a:lnTo>
                      <a:cubicBezTo>
                        <a:pt x="-1398" y="9626"/>
                        <a:pt x="3160" y="2174"/>
                        <a:pt x="10569" y="388"/>
                      </a:cubicBezTo>
                      <a:cubicBezTo>
                        <a:pt x="17978" y="-1399"/>
                        <a:pt x="25432" y="3160"/>
                        <a:pt x="27217" y="10570"/>
                      </a:cubicBezTo>
                      <a:lnTo>
                        <a:pt x="31597" y="28709"/>
                      </a:lnTo>
                      <a:cubicBezTo>
                        <a:pt x="33390" y="36113"/>
                        <a:pt x="28842" y="43569"/>
                        <a:pt x="21437" y="45362"/>
                      </a:cubicBezTo>
                      <a:cubicBezTo>
                        <a:pt x="21432" y="45364"/>
                        <a:pt x="21428" y="45364"/>
                        <a:pt x="21424" y="45366"/>
                      </a:cubicBezTo>
                      <a:cubicBezTo>
                        <a:pt x="20362" y="45618"/>
                        <a:pt x="19274" y="45745"/>
                        <a:pt x="18182" y="4574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0" name="Freeform 137">
                  <a:extLst>
                    <a:ext uri="{FF2B5EF4-FFF2-40B4-BE49-F238E27FC236}">
                      <a16:creationId xmlns:a16="http://schemas.microsoft.com/office/drawing/2014/main" id="{BD187A48-036A-54A5-38D8-8D8C9A65133B}"/>
                    </a:ext>
                  </a:extLst>
                </p:cNvPr>
                <p:cNvSpPr/>
                <p:nvPr/>
              </p:nvSpPr>
              <p:spPr>
                <a:xfrm>
                  <a:off x="11665963" y="2194759"/>
                  <a:ext cx="38617" cy="46490"/>
                </a:xfrm>
                <a:custGeom>
                  <a:avLst/>
                  <a:gdLst>
                    <a:gd name="connsiteX0" fmla="*/ 13746 w 38617"/>
                    <a:gd name="connsiteY0" fmla="*/ 46490 h 46490"/>
                    <a:gd name="connsiteX1" fmla="*/ 0 w 38617"/>
                    <a:gd name="connsiteY1" fmla="*/ 32648 h 46490"/>
                    <a:gd name="connsiteX2" fmla="*/ 1848 w 38617"/>
                    <a:gd name="connsiteY2" fmla="*/ 25799 h 46490"/>
                    <a:gd name="connsiteX3" fmla="*/ 12815 w 38617"/>
                    <a:gd name="connsiteY3" fmla="*/ 7004 h 46490"/>
                    <a:gd name="connsiteX4" fmla="*/ 31613 w 38617"/>
                    <a:gd name="connsiteY4" fmla="*/ 1791 h 46490"/>
                    <a:gd name="connsiteX5" fmla="*/ 36827 w 38617"/>
                    <a:gd name="connsiteY5" fmla="*/ 20590 h 46490"/>
                    <a:gd name="connsiteX6" fmla="*/ 36645 w 38617"/>
                    <a:gd name="connsiteY6" fmla="*/ 20902 h 46490"/>
                    <a:gd name="connsiteX7" fmla="*/ 25678 w 38617"/>
                    <a:gd name="connsiteY7" fmla="*/ 39714 h 46490"/>
                    <a:gd name="connsiteX8" fmla="*/ 13746 w 38617"/>
                    <a:gd name="connsiteY8" fmla="*/ 46490 h 46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17" h="46490">
                      <a:moveTo>
                        <a:pt x="13746" y="46490"/>
                      </a:moveTo>
                      <a:cubicBezTo>
                        <a:pt x="6128" y="46463"/>
                        <a:pt x="-27" y="40266"/>
                        <a:pt x="0" y="32648"/>
                      </a:cubicBezTo>
                      <a:cubicBezTo>
                        <a:pt x="9" y="30242"/>
                        <a:pt x="646" y="27882"/>
                        <a:pt x="1848" y="25799"/>
                      </a:cubicBezTo>
                      <a:lnTo>
                        <a:pt x="12815" y="7004"/>
                      </a:lnTo>
                      <a:cubicBezTo>
                        <a:pt x="16566" y="373"/>
                        <a:pt x="24983" y="-1961"/>
                        <a:pt x="31613" y="1791"/>
                      </a:cubicBezTo>
                      <a:cubicBezTo>
                        <a:pt x="38244" y="5542"/>
                        <a:pt x="40578" y="13958"/>
                        <a:pt x="36827" y="20590"/>
                      </a:cubicBezTo>
                      <a:cubicBezTo>
                        <a:pt x="36767" y="20695"/>
                        <a:pt x="36707" y="20798"/>
                        <a:pt x="36645" y="20902"/>
                      </a:cubicBezTo>
                      <a:lnTo>
                        <a:pt x="25678" y="39714"/>
                      </a:lnTo>
                      <a:cubicBezTo>
                        <a:pt x="23186" y="43932"/>
                        <a:pt x="18644" y="46511"/>
                        <a:pt x="13746" y="4649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1" name="Freeform 138">
                  <a:extLst>
                    <a:ext uri="{FF2B5EF4-FFF2-40B4-BE49-F238E27FC236}">
                      <a16:creationId xmlns:a16="http://schemas.microsoft.com/office/drawing/2014/main" id="{4EB57346-5D00-10D2-D441-D63D4F2B8E0B}"/>
                    </a:ext>
                  </a:extLst>
                </p:cNvPr>
                <p:cNvSpPr/>
                <p:nvPr/>
              </p:nvSpPr>
              <p:spPr>
                <a:xfrm>
                  <a:off x="11642426" y="2171965"/>
                  <a:ext cx="48292" cy="33233"/>
                </a:xfrm>
                <a:custGeom>
                  <a:avLst/>
                  <a:gdLst>
                    <a:gd name="connsiteX0" fmla="*/ 13781 w 48292"/>
                    <a:gd name="connsiteY0" fmla="*/ 33230 h 33233"/>
                    <a:gd name="connsiteX1" fmla="*/ 0 w 48292"/>
                    <a:gd name="connsiteY1" fmla="*/ 19422 h 33233"/>
                    <a:gd name="connsiteX2" fmla="*/ 10177 w 48292"/>
                    <a:gd name="connsiteY2" fmla="*/ 6124 h 33233"/>
                    <a:gd name="connsiteX3" fmla="*/ 30696 w 48292"/>
                    <a:gd name="connsiteY3" fmla="*/ 537 h 33233"/>
                    <a:gd name="connsiteX4" fmla="*/ 47756 w 48292"/>
                    <a:gd name="connsiteY4" fmla="*/ 9999 h 33233"/>
                    <a:gd name="connsiteX5" fmla="*/ 38294 w 48292"/>
                    <a:gd name="connsiteY5" fmla="*/ 27059 h 33233"/>
                    <a:gd name="connsiteX6" fmla="*/ 37921 w 48292"/>
                    <a:gd name="connsiteY6" fmla="*/ 27160 h 33233"/>
                    <a:gd name="connsiteX7" fmla="*/ 17402 w 48292"/>
                    <a:gd name="connsiteY7" fmla="*/ 32833 h 33233"/>
                    <a:gd name="connsiteX8" fmla="*/ 13781 w 48292"/>
                    <a:gd name="connsiteY8" fmla="*/ 33230 h 3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92" h="33233">
                      <a:moveTo>
                        <a:pt x="13781" y="33230"/>
                      </a:moveTo>
                      <a:cubicBezTo>
                        <a:pt x="6162" y="33223"/>
                        <a:pt x="-8" y="27040"/>
                        <a:pt x="0" y="19422"/>
                      </a:cubicBezTo>
                      <a:cubicBezTo>
                        <a:pt x="6" y="13201"/>
                        <a:pt x="4174" y="7755"/>
                        <a:pt x="10177" y="6124"/>
                      </a:cubicBezTo>
                      <a:lnTo>
                        <a:pt x="30696" y="537"/>
                      </a:lnTo>
                      <a:cubicBezTo>
                        <a:pt x="38020" y="-1561"/>
                        <a:pt x="45658" y="2675"/>
                        <a:pt x="47756" y="9999"/>
                      </a:cubicBezTo>
                      <a:cubicBezTo>
                        <a:pt x="49854" y="17323"/>
                        <a:pt x="45618" y="24961"/>
                        <a:pt x="38294" y="27059"/>
                      </a:cubicBezTo>
                      <a:cubicBezTo>
                        <a:pt x="38170" y="27094"/>
                        <a:pt x="38046" y="27128"/>
                        <a:pt x="37921" y="27160"/>
                      </a:cubicBezTo>
                      <a:lnTo>
                        <a:pt x="17402" y="32833"/>
                      </a:lnTo>
                      <a:cubicBezTo>
                        <a:pt x="16217" y="33124"/>
                        <a:pt x="15000" y="33257"/>
                        <a:pt x="13781" y="3323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2" name="Freeform 139">
                  <a:extLst>
                    <a:ext uri="{FF2B5EF4-FFF2-40B4-BE49-F238E27FC236}">
                      <a16:creationId xmlns:a16="http://schemas.microsoft.com/office/drawing/2014/main" id="{3EAE9839-4EB5-4B8A-8512-60957C45F02C}"/>
                    </a:ext>
                  </a:extLst>
                </p:cNvPr>
                <p:cNvSpPr/>
                <p:nvPr/>
              </p:nvSpPr>
              <p:spPr>
                <a:xfrm>
                  <a:off x="11647198" y="2133707"/>
                  <a:ext cx="47286" cy="40433"/>
                </a:xfrm>
                <a:custGeom>
                  <a:avLst/>
                  <a:gdLst>
                    <a:gd name="connsiteX0" fmla="*/ 33390 w 47286"/>
                    <a:gd name="connsiteY0" fmla="*/ 40434 h 40433"/>
                    <a:gd name="connsiteX1" fmla="*/ 25872 w 47286"/>
                    <a:gd name="connsiteY1" fmla="*/ 38192 h 40433"/>
                    <a:gd name="connsiteX2" fmla="*/ 6267 w 47286"/>
                    <a:gd name="connsiteY2" fmla="*/ 25363 h 40433"/>
                    <a:gd name="connsiteX3" fmla="*/ 2240 w 47286"/>
                    <a:gd name="connsiteY3" fmla="*/ 6267 h 40433"/>
                    <a:gd name="connsiteX4" fmla="*/ 21337 w 47286"/>
                    <a:gd name="connsiteY4" fmla="*/ 2240 h 40433"/>
                    <a:gd name="connsiteX5" fmla="*/ 41028 w 47286"/>
                    <a:gd name="connsiteY5" fmla="*/ 15086 h 40433"/>
                    <a:gd name="connsiteX6" fmla="*/ 45043 w 47286"/>
                    <a:gd name="connsiteY6" fmla="*/ 34177 h 40433"/>
                    <a:gd name="connsiteX7" fmla="*/ 33476 w 47286"/>
                    <a:gd name="connsiteY7" fmla="*/ 40434 h 4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286" h="40433">
                      <a:moveTo>
                        <a:pt x="33390" y="40434"/>
                      </a:moveTo>
                      <a:cubicBezTo>
                        <a:pt x="30720" y="40430"/>
                        <a:pt x="28108" y="39651"/>
                        <a:pt x="25872" y="38192"/>
                      </a:cubicBezTo>
                      <a:lnTo>
                        <a:pt x="6267" y="25363"/>
                      </a:lnTo>
                      <a:cubicBezTo>
                        <a:pt x="-119" y="21202"/>
                        <a:pt x="-1921" y="12652"/>
                        <a:pt x="2240" y="6267"/>
                      </a:cubicBezTo>
                      <a:cubicBezTo>
                        <a:pt x="6402" y="-119"/>
                        <a:pt x="14952" y="-1921"/>
                        <a:pt x="21337" y="2240"/>
                      </a:cubicBezTo>
                      <a:lnTo>
                        <a:pt x="41028" y="15086"/>
                      </a:lnTo>
                      <a:cubicBezTo>
                        <a:pt x="47409" y="19249"/>
                        <a:pt x="49206" y="27797"/>
                        <a:pt x="45043" y="34177"/>
                      </a:cubicBezTo>
                      <a:cubicBezTo>
                        <a:pt x="42494" y="38085"/>
                        <a:pt x="38142" y="40439"/>
                        <a:pt x="33476" y="4043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3" name="Freeform 140">
                  <a:extLst>
                    <a:ext uri="{FF2B5EF4-FFF2-40B4-BE49-F238E27FC236}">
                      <a16:creationId xmlns:a16="http://schemas.microsoft.com/office/drawing/2014/main" id="{59D9AAC2-BC38-B008-739C-71E38D095AB4}"/>
                    </a:ext>
                  </a:extLst>
                </p:cNvPr>
                <p:cNvSpPr/>
                <p:nvPr/>
              </p:nvSpPr>
              <p:spPr>
                <a:xfrm>
                  <a:off x="11662660" y="2132016"/>
                  <a:ext cx="94148" cy="94146"/>
                </a:xfrm>
                <a:custGeom>
                  <a:avLst/>
                  <a:gdLst>
                    <a:gd name="connsiteX0" fmla="*/ 47086 w 94148"/>
                    <a:gd name="connsiteY0" fmla="*/ 94147 h 94146"/>
                    <a:gd name="connsiteX1" fmla="*/ 0 w 94148"/>
                    <a:gd name="connsiteY1" fmla="*/ 47086 h 94146"/>
                    <a:gd name="connsiteX2" fmla="*/ 47061 w 94148"/>
                    <a:gd name="connsiteY2" fmla="*/ 0 h 94146"/>
                    <a:gd name="connsiteX3" fmla="*/ 92900 w 94148"/>
                    <a:gd name="connsiteY3" fmla="*/ 36314 h 94146"/>
                    <a:gd name="connsiteX4" fmla="*/ 92900 w 94148"/>
                    <a:gd name="connsiteY4" fmla="*/ 36314 h 94146"/>
                    <a:gd name="connsiteX5" fmla="*/ 57755 w 94148"/>
                    <a:gd name="connsiteY5" fmla="*/ 92910 h 94146"/>
                    <a:gd name="connsiteX6" fmla="*/ 47086 w 94148"/>
                    <a:gd name="connsiteY6" fmla="*/ 94147 h 94146"/>
                    <a:gd name="connsiteX7" fmla="*/ 47086 w 94148"/>
                    <a:gd name="connsiteY7" fmla="*/ 27589 h 94146"/>
                    <a:gd name="connsiteX8" fmla="*/ 42620 w 94148"/>
                    <a:gd name="connsiteY8" fmla="*/ 28106 h 94146"/>
                    <a:gd name="connsiteX9" fmla="*/ 28110 w 94148"/>
                    <a:gd name="connsiteY9" fmla="*/ 51531 h 94146"/>
                    <a:gd name="connsiteX10" fmla="*/ 51535 w 94148"/>
                    <a:gd name="connsiteY10" fmla="*/ 66041 h 94146"/>
                    <a:gd name="connsiteX11" fmla="*/ 66043 w 94148"/>
                    <a:gd name="connsiteY11" fmla="*/ 42671 h 94146"/>
                    <a:gd name="connsiteX12" fmla="*/ 66036 w 94148"/>
                    <a:gd name="connsiteY12" fmla="*/ 42642 h 94146"/>
                    <a:gd name="connsiteX13" fmla="*/ 66036 w 94148"/>
                    <a:gd name="connsiteY13" fmla="*/ 42642 h 94146"/>
                    <a:gd name="connsiteX14" fmla="*/ 47086 w 94148"/>
                    <a:gd name="connsiteY14" fmla="*/ 27589 h 9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148" h="94146">
                      <a:moveTo>
                        <a:pt x="47086" y="94147"/>
                      </a:moveTo>
                      <a:cubicBezTo>
                        <a:pt x="21088" y="94154"/>
                        <a:pt x="7" y="73084"/>
                        <a:pt x="0" y="47086"/>
                      </a:cubicBezTo>
                      <a:cubicBezTo>
                        <a:pt x="-7" y="21088"/>
                        <a:pt x="21063" y="7"/>
                        <a:pt x="47061" y="0"/>
                      </a:cubicBezTo>
                      <a:cubicBezTo>
                        <a:pt x="68919" y="-6"/>
                        <a:pt x="87905" y="15035"/>
                        <a:pt x="92900" y="36314"/>
                      </a:cubicBezTo>
                      <a:lnTo>
                        <a:pt x="92900" y="36314"/>
                      </a:lnTo>
                      <a:cubicBezTo>
                        <a:pt x="98823" y="61647"/>
                        <a:pt x="83089" y="86986"/>
                        <a:pt x="57755" y="92910"/>
                      </a:cubicBezTo>
                      <a:cubicBezTo>
                        <a:pt x="54257" y="93728"/>
                        <a:pt x="50678" y="94143"/>
                        <a:pt x="47086" y="94147"/>
                      </a:cubicBezTo>
                      <a:close/>
                      <a:moveTo>
                        <a:pt x="47086" y="27589"/>
                      </a:moveTo>
                      <a:cubicBezTo>
                        <a:pt x="45582" y="27592"/>
                        <a:pt x="44084" y="27766"/>
                        <a:pt x="42620" y="28106"/>
                      </a:cubicBezTo>
                      <a:cubicBezTo>
                        <a:pt x="32145" y="30568"/>
                        <a:pt x="25648" y="41055"/>
                        <a:pt x="28110" y="51531"/>
                      </a:cubicBezTo>
                      <a:cubicBezTo>
                        <a:pt x="30572" y="62006"/>
                        <a:pt x="41059" y="68503"/>
                        <a:pt x="51535" y="66041"/>
                      </a:cubicBezTo>
                      <a:cubicBezTo>
                        <a:pt x="61994" y="63594"/>
                        <a:pt x="68490" y="53131"/>
                        <a:pt x="66043" y="42671"/>
                      </a:cubicBezTo>
                      <a:cubicBezTo>
                        <a:pt x="66041" y="42662"/>
                        <a:pt x="66038" y="42652"/>
                        <a:pt x="66036" y="42642"/>
                      </a:cubicBezTo>
                      <a:lnTo>
                        <a:pt x="66036" y="42642"/>
                      </a:lnTo>
                      <a:cubicBezTo>
                        <a:pt x="63973" y="33838"/>
                        <a:pt x="56129" y="27606"/>
                        <a:pt x="47086" y="27589"/>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sp>
        <p:nvSpPr>
          <p:cNvPr id="43" name="Arrow: Pentagon 277">
            <a:extLst>
              <a:ext uri="{FF2B5EF4-FFF2-40B4-BE49-F238E27FC236}">
                <a16:creationId xmlns:a16="http://schemas.microsoft.com/office/drawing/2014/main" id="{2ACAFC15-8AE6-7B2F-D63F-7974DD863B3E}"/>
              </a:ext>
            </a:extLst>
          </p:cNvPr>
          <p:cNvSpPr/>
          <p:nvPr/>
        </p:nvSpPr>
        <p:spPr>
          <a:xfrm>
            <a:off x="1075577" y="1362494"/>
            <a:ext cx="1643664" cy="964154"/>
          </a:xfrm>
          <a:prstGeom prst="homePlate">
            <a:avLst>
              <a:gd name="adj" fmla="val 30009"/>
            </a:avLst>
          </a:prstGeom>
          <a:gradFill>
            <a:gsLst>
              <a:gs pos="0">
                <a:schemeClr val="tx2"/>
              </a:gs>
              <a:gs pos="9900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21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Initiate</a:t>
            </a:r>
          </a:p>
        </p:txBody>
      </p:sp>
      <p:sp>
        <p:nvSpPr>
          <p:cNvPr id="44" name="Arrow: Pentagon 277">
            <a:extLst>
              <a:ext uri="{FF2B5EF4-FFF2-40B4-BE49-F238E27FC236}">
                <a16:creationId xmlns:a16="http://schemas.microsoft.com/office/drawing/2014/main" id="{3A8EAE81-ED81-2854-6FAF-1A3EDCEDC874}"/>
              </a:ext>
            </a:extLst>
          </p:cNvPr>
          <p:cNvSpPr/>
          <p:nvPr/>
        </p:nvSpPr>
        <p:spPr>
          <a:xfrm>
            <a:off x="14299" y="1362494"/>
            <a:ext cx="1376502" cy="964154"/>
          </a:xfrm>
          <a:prstGeom prst="homePlate">
            <a:avLst>
              <a:gd name="adj" fmla="val 30009"/>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Discover</a:t>
            </a:r>
          </a:p>
        </p:txBody>
      </p:sp>
      <p:grpSp>
        <p:nvGrpSpPr>
          <p:cNvPr id="45" name="Group 44">
            <a:extLst>
              <a:ext uri="{FF2B5EF4-FFF2-40B4-BE49-F238E27FC236}">
                <a16:creationId xmlns:a16="http://schemas.microsoft.com/office/drawing/2014/main" id="{A7FBEACB-50AE-FE62-71EA-1232ADB35337}"/>
              </a:ext>
            </a:extLst>
          </p:cNvPr>
          <p:cNvGrpSpPr/>
          <p:nvPr/>
        </p:nvGrpSpPr>
        <p:grpSpPr>
          <a:xfrm>
            <a:off x="433241" y="1484737"/>
            <a:ext cx="471791" cy="471791"/>
            <a:chOff x="1650814" y="1570462"/>
            <a:chExt cx="471791" cy="471791"/>
          </a:xfrm>
        </p:grpSpPr>
        <p:sp>
          <p:nvSpPr>
            <p:cNvPr id="56" name="Oval 55">
              <a:extLst>
                <a:ext uri="{FF2B5EF4-FFF2-40B4-BE49-F238E27FC236}">
                  <a16:creationId xmlns:a16="http://schemas.microsoft.com/office/drawing/2014/main" id="{B8A26858-73E3-CB44-5F8D-4A34E668B4C3}"/>
                </a:ext>
              </a:extLst>
            </p:cNvPr>
            <p:cNvSpPr/>
            <p:nvPr/>
          </p:nvSpPr>
          <p:spPr>
            <a:xfrm>
              <a:off x="1650814"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57" name="Graphic 43">
              <a:extLst>
                <a:ext uri="{FF2B5EF4-FFF2-40B4-BE49-F238E27FC236}">
                  <a16:creationId xmlns:a16="http://schemas.microsoft.com/office/drawing/2014/main" id="{03AEA3A6-D079-61DA-9997-9C81C5D02F6F}"/>
                </a:ext>
              </a:extLst>
            </p:cNvPr>
            <p:cNvGrpSpPr/>
            <p:nvPr/>
          </p:nvGrpSpPr>
          <p:grpSpPr>
            <a:xfrm>
              <a:off x="1750604" y="1669584"/>
              <a:ext cx="272210" cy="273546"/>
              <a:chOff x="1759940" y="1793479"/>
              <a:chExt cx="449934" cy="452143"/>
            </a:xfrm>
          </p:grpSpPr>
          <p:sp>
            <p:nvSpPr>
              <p:cNvPr id="58" name="Freeform: Shape 57">
                <a:extLst>
                  <a:ext uri="{FF2B5EF4-FFF2-40B4-BE49-F238E27FC236}">
                    <a16:creationId xmlns:a16="http://schemas.microsoft.com/office/drawing/2014/main" id="{DD0FDCE9-3F0B-DA0C-07A0-1E5558788286}"/>
                  </a:ext>
                </a:extLst>
              </p:cNvPr>
              <p:cNvSpPr/>
              <p:nvPr/>
            </p:nvSpPr>
            <p:spPr>
              <a:xfrm>
                <a:off x="1759940"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0" y="43107"/>
                      <a:pt x="0" y="33458"/>
                      <a:pt x="0" y="21554"/>
                    </a:cubicBezTo>
                    <a:cubicBezTo>
                      <a:pt x="0" y="9650"/>
                      <a:pt x="9650" y="0"/>
                      <a:pt x="21554" y="0"/>
                    </a:cubicBezTo>
                    <a:lnTo>
                      <a:pt x="61967" y="0"/>
                    </a:lnTo>
                    <a:cubicBezTo>
                      <a:pt x="73871" y="0"/>
                      <a:pt x="83521" y="9650"/>
                      <a:pt x="83521" y="21554"/>
                    </a:cubicBezTo>
                    <a:cubicBezTo>
                      <a:pt x="83521" y="33458"/>
                      <a:pt x="73871" y="43107"/>
                      <a:pt x="61967" y="43107"/>
                    </a:cubicBezTo>
                    <a:close/>
                  </a:path>
                </a:pathLst>
              </a:custGeom>
              <a:solidFill>
                <a:srgbClr val="EF463C"/>
              </a:solidFill>
              <a:ln w="2667" cap="flat">
                <a:noFill/>
                <a:prstDash val="solid"/>
                <a:miter/>
              </a:ln>
            </p:spPr>
            <p:txBody>
              <a:bodyPr rtlCol="0" anchor="ctr"/>
              <a:lstStyle/>
              <a:p>
                <a:endParaRPr lang="en-MY"/>
              </a:p>
            </p:txBody>
          </p:sp>
          <p:grpSp>
            <p:nvGrpSpPr>
              <p:cNvPr id="59" name="Graphic 43">
                <a:extLst>
                  <a:ext uri="{FF2B5EF4-FFF2-40B4-BE49-F238E27FC236}">
                    <a16:creationId xmlns:a16="http://schemas.microsoft.com/office/drawing/2014/main" id="{9C7E9A96-5C61-DC1D-B740-C5AB8E2D8B37}"/>
                  </a:ext>
                </a:extLst>
              </p:cNvPr>
              <p:cNvGrpSpPr/>
              <p:nvPr/>
            </p:nvGrpSpPr>
            <p:grpSpPr>
              <a:xfrm>
                <a:off x="1853403" y="1895374"/>
                <a:ext cx="263656" cy="350248"/>
                <a:chOff x="1853403" y="1895374"/>
                <a:chExt cx="263656" cy="350248"/>
              </a:xfrm>
            </p:grpSpPr>
            <p:sp>
              <p:nvSpPr>
                <p:cNvPr id="64" name="Freeform: Shape 63">
                  <a:extLst>
                    <a:ext uri="{FF2B5EF4-FFF2-40B4-BE49-F238E27FC236}">
                      <a16:creationId xmlns:a16="http://schemas.microsoft.com/office/drawing/2014/main" id="{0E341CD4-0B5E-357A-D778-FB2599E7B01D}"/>
                    </a:ext>
                  </a:extLst>
                </p:cNvPr>
                <p:cNvSpPr/>
                <p:nvPr/>
              </p:nvSpPr>
              <p:spPr>
                <a:xfrm>
                  <a:off x="1853403" y="1895374"/>
                  <a:ext cx="263656" cy="256435"/>
                </a:xfrm>
                <a:custGeom>
                  <a:avLst/>
                  <a:gdLst>
                    <a:gd name="connsiteX0" fmla="*/ 182506 w 263656"/>
                    <a:gd name="connsiteY0" fmla="*/ 256436 h 256435"/>
                    <a:gd name="connsiteX1" fmla="*/ 160954 w 263656"/>
                    <a:gd name="connsiteY1" fmla="*/ 234879 h 256435"/>
                    <a:gd name="connsiteX2" fmla="*/ 174936 w 263656"/>
                    <a:gd name="connsiteY2" fmla="*/ 214702 h 256435"/>
                    <a:gd name="connsiteX3" fmla="*/ 220549 w 263656"/>
                    <a:gd name="connsiteY3" fmla="*/ 128891 h 256435"/>
                    <a:gd name="connsiteX4" fmla="*/ 131828 w 263656"/>
                    <a:gd name="connsiteY4" fmla="*/ 43107 h 256435"/>
                    <a:gd name="connsiteX5" fmla="*/ 43107 w 263656"/>
                    <a:gd name="connsiteY5" fmla="*/ 128891 h 256435"/>
                    <a:gd name="connsiteX6" fmla="*/ 90310 w 263656"/>
                    <a:gd name="connsiteY6" fmla="*/ 214271 h 256435"/>
                    <a:gd name="connsiteX7" fmla="*/ 103140 w 263656"/>
                    <a:gd name="connsiteY7" fmla="*/ 241922 h 256435"/>
                    <a:gd name="connsiteX8" fmla="*/ 75490 w 263656"/>
                    <a:gd name="connsiteY8" fmla="*/ 254752 h 256435"/>
                    <a:gd name="connsiteX9" fmla="*/ 74630 w 263656"/>
                    <a:gd name="connsiteY9" fmla="*/ 254415 h 256435"/>
                    <a:gd name="connsiteX10" fmla="*/ 0 w 263656"/>
                    <a:gd name="connsiteY10" fmla="*/ 128891 h 256435"/>
                    <a:gd name="connsiteX11" fmla="*/ 131828 w 263656"/>
                    <a:gd name="connsiteY11" fmla="*/ 0 h 256435"/>
                    <a:gd name="connsiteX12" fmla="*/ 263656 w 263656"/>
                    <a:gd name="connsiteY12" fmla="*/ 128891 h 256435"/>
                    <a:gd name="connsiteX13" fmla="*/ 190077 w 263656"/>
                    <a:gd name="connsiteY13" fmla="*/ 255062 h 256435"/>
                    <a:gd name="connsiteX14" fmla="*/ 182506 w 263656"/>
                    <a:gd name="connsiteY14" fmla="*/ 256436 h 25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656" h="256435">
                      <a:moveTo>
                        <a:pt x="182506" y="256436"/>
                      </a:moveTo>
                      <a:cubicBezTo>
                        <a:pt x="170603" y="256436"/>
                        <a:pt x="160953" y="246785"/>
                        <a:pt x="160954" y="234879"/>
                      </a:cubicBezTo>
                      <a:cubicBezTo>
                        <a:pt x="160955" y="225897"/>
                        <a:pt x="166527" y="217857"/>
                        <a:pt x="174936" y="214702"/>
                      </a:cubicBezTo>
                      <a:cubicBezTo>
                        <a:pt x="205192" y="203360"/>
                        <a:pt x="220549" y="174478"/>
                        <a:pt x="220549" y="128891"/>
                      </a:cubicBezTo>
                      <a:cubicBezTo>
                        <a:pt x="220549" y="79183"/>
                        <a:pt x="183234" y="43107"/>
                        <a:pt x="131828" y="43107"/>
                      </a:cubicBezTo>
                      <a:cubicBezTo>
                        <a:pt x="80422" y="43107"/>
                        <a:pt x="43107" y="79183"/>
                        <a:pt x="43107" y="128891"/>
                      </a:cubicBezTo>
                      <a:cubicBezTo>
                        <a:pt x="43107" y="159417"/>
                        <a:pt x="51190" y="198941"/>
                        <a:pt x="90310" y="214271"/>
                      </a:cubicBezTo>
                      <a:cubicBezTo>
                        <a:pt x="101488" y="218364"/>
                        <a:pt x="107233" y="230744"/>
                        <a:pt x="103140" y="241922"/>
                      </a:cubicBezTo>
                      <a:cubicBezTo>
                        <a:pt x="99048" y="253100"/>
                        <a:pt x="86669" y="258844"/>
                        <a:pt x="75490" y="254752"/>
                      </a:cubicBezTo>
                      <a:cubicBezTo>
                        <a:pt x="75201" y="254644"/>
                        <a:pt x="74914" y="254533"/>
                        <a:pt x="74630" y="254415"/>
                      </a:cubicBezTo>
                      <a:cubicBezTo>
                        <a:pt x="26511" y="235555"/>
                        <a:pt x="0" y="191020"/>
                        <a:pt x="0" y="128891"/>
                      </a:cubicBezTo>
                      <a:cubicBezTo>
                        <a:pt x="0" y="55393"/>
                        <a:pt x="56579" y="0"/>
                        <a:pt x="131828" y="0"/>
                      </a:cubicBezTo>
                      <a:cubicBezTo>
                        <a:pt x="207078" y="0"/>
                        <a:pt x="263656" y="55474"/>
                        <a:pt x="263656" y="128891"/>
                      </a:cubicBezTo>
                      <a:cubicBezTo>
                        <a:pt x="263656" y="210364"/>
                        <a:pt x="223647" y="242480"/>
                        <a:pt x="190077" y="255062"/>
                      </a:cubicBezTo>
                      <a:cubicBezTo>
                        <a:pt x="187655" y="255970"/>
                        <a:pt x="185093" y="256436"/>
                        <a:pt x="182506" y="256436"/>
                      </a:cubicBezTo>
                      <a:close/>
                    </a:path>
                  </a:pathLst>
                </a:custGeom>
                <a:solidFill>
                  <a:srgbClr val="C42828"/>
                </a:solidFill>
                <a:ln w="2667" cap="flat">
                  <a:noFill/>
                  <a:prstDash val="solid"/>
                  <a:miter/>
                </a:ln>
              </p:spPr>
              <p:txBody>
                <a:bodyPr rtlCol="0" anchor="ctr"/>
                <a:lstStyle/>
                <a:p>
                  <a:endParaRPr lang="en-MY"/>
                </a:p>
              </p:txBody>
            </p:sp>
            <p:sp>
              <p:nvSpPr>
                <p:cNvPr id="65" name="Freeform: Shape 64">
                  <a:extLst>
                    <a:ext uri="{FF2B5EF4-FFF2-40B4-BE49-F238E27FC236}">
                      <a16:creationId xmlns:a16="http://schemas.microsoft.com/office/drawing/2014/main" id="{ADCAF0EB-7B0E-AA8F-6030-CC56F52BC023}"/>
                    </a:ext>
                  </a:extLst>
                </p:cNvPr>
                <p:cNvSpPr/>
                <p:nvPr/>
              </p:nvSpPr>
              <p:spPr>
                <a:xfrm>
                  <a:off x="1923883" y="2151082"/>
                  <a:ext cx="122883" cy="43107"/>
                </a:xfrm>
                <a:custGeom>
                  <a:avLst/>
                  <a:gdLst>
                    <a:gd name="connsiteX0" fmla="*/ 101330 w 122883"/>
                    <a:gd name="connsiteY0" fmla="*/ 43107 h 43107"/>
                    <a:gd name="connsiteX1" fmla="*/ 21554 w 122883"/>
                    <a:gd name="connsiteY1" fmla="*/ 43107 h 43107"/>
                    <a:gd name="connsiteX2" fmla="*/ 0 w 122883"/>
                    <a:gd name="connsiteY2" fmla="*/ 21554 h 43107"/>
                    <a:gd name="connsiteX3" fmla="*/ 21554 w 122883"/>
                    <a:gd name="connsiteY3" fmla="*/ 0 h 43107"/>
                    <a:gd name="connsiteX4" fmla="*/ 101330 w 122883"/>
                    <a:gd name="connsiteY4" fmla="*/ 0 h 43107"/>
                    <a:gd name="connsiteX5" fmla="*/ 122883 w 122883"/>
                    <a:gd name="connsiteY5" fmla="*/ 21554 h 43107"/>
                    <a:gd name="connsiteX6" fmla="*/ 101330 w 122883"/>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883" h="43107">
                      <a:moveTo>
                        <a:pt x="101330" y="43107"/>
                      </a:moveTo>
                      <a:lnTo>
                        <a:pt x="21554" y="43107"/>
                      </a:lnTo>
                      <a:cubicBezTo>
                        <a:pt x="9650" y="43107"/>
                        <a:pt x="0" y="33457"/>
                        <a:pt x="0" y="21554"/>
                      </a:cubicBezTo>
                      <a:cubicBezTo>
                        <a:pt x="0" y="9651"/>
                        <a:pt x="9650" y="0"/>
                        <a:pt x="21554" y="0"/>
                      </a:cubicBezTo>
                      <a:lnTo>
                        <a:pt x="101330" y="0"/>
                      </a:lnTo>
                      <a:cubicBezTo>
                        <a:pt x="113233" y="0"/>
                        <a:pt x="122883" y="9651"/>
                        <a:pt x="122883" y="21554"/>
                      </a:cubicBezTo>
                      <a:cubicBezTo>
                        <a:pt x="122883" y="33457"/>
                        <a:pt x="113233" y="43107"/>
                        <a:pt x="101330" y="43107"/>
                      </a:cubicBezTo>
                      <a:close/>
                    </a:path>
                  </a:pathLst>
                </a:custGeom>
                <a:solidFill>
                  <a:srgbClr val="EF463C"/>
                </a:solidFill>
                <a:ln w="2667" cap="flat">
                  <a:noFill/>
                  <a:prstDash val="solid"/>
                  <a:miter/>
                </a:ln>
              </p:spPr>
              <p:txBody>
                <a:bodyPr rtlCol="0" anchor="ctr"/>
                <a:lstStyle/>
                <a:p>
                  <a:endParaRPr lang="en-MY"/>
                </a:p>
              </p:txBody>
            </p:sp>
            <p:sp>
              <p:nvSpPr>
                <p:cNvPr id="66" name="Freeform: Shape 65">
                  <a:extLst>
                    <a:ext uri="{FF2B5EF4-FFF2-40B4-BE49-F238E27FC236}">
                      <a16:creationId xmlns:a16="http://schemas.microsoft.com/office/drawing/2014/main" id="{A71F085C-2B00-847E-397A-41DA5F86884A}"/>
                    </a:ext>
                  </a:extLst>
                </p:cNvPr>
                <p:cNvSpPr/>
                <p:nvPr/>
              </p:nvSpPr>
              <p:spPr>
                <a:xfrm>
                  <a:off x="1923883" y="2202515"/>
                  <a:ext cx="120835" cy="43107"/>
                </a:xfrm>
                <a:custGeom>
                  <a:avLst/>
                  <a:gdLst>
                    <a:gd name="connsiteX0" fmla="*/ 99282 w 120835"/>
                    <a:gd name="connsiteY0" fmla="*/ 43107 h 43107"/>
                    <a:gd name="connsiteX1" fmla="*/ 21554 w 120835"/>
                    <a:gd name="connsiteY1" fmla="*/ 43107 h 43107"/>
                    <a:gd name="connsiteX2" fmla="*/ 0 w 120835"/>
                    <a:gd name="connsiteY2" fmla="*/ 21554 h 43107"/>
                    <a:gd name="connsiteX3" fmla="*/ 21554 w 120835"/>
                    <a:gd name="connsiteY3" fmla="*/ 0 h 43107"/>
                    <a:gd name="connsiteX4" fmla="*/ 99282 w 120835"/>
                    <a:gd name="connsiteY4" fmla="*/ 0 h 43107"/>
                    <a:gd name="connsiteX5" fmla="*/ 120836 w 120835"/>
                    <a:gd name="connsiteY5" fmla="*/ 21554 h 43107"/>
                    <a:gd name="connsiteX6" fmla="*/ 99282 w 120835"/>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35" h="43107">
                      <a:moveTo>
                        <a:pt x="99282" y="43107"/>
                      </a:moveTo>
                      <a:lnTo>
                        <a:pt x="21554" y="43107"/>
                      </a:lnTo>
                      <a:cubicBezTo>
                        <a:pt x="9650" y="43107"/>
                        <a:pt x="0" y="33457"/>
                        <a:pt x="0" y="21554"/>
                      </a:cubicBezTo>
                      <a:cubicBezTo>
                        <a:pt x="0" y="9651"/>
                        <a:pt x="9650" y="0"/>
                        <a:pt x="21554" y="0"/>
                      </a:cubicBezTo>
                      <a:lnTo>
                        <a:pt x="99282" y="0"/>
                      </a:lnTo>
                      <a:cubicBezTo>
                        <a:pt x="111185" y="0"/>
                        <a:pt x="120836" y="9651"/>
                        <a:pt x="120836" y="21554"/>
                      </a:cubicBezTo>
                      <a:cubicBezTo>
                        <a:pt x="120836" y="33457"/>
                        <a:pt x="111185" y="43107"/>
                        <a:pt x="99282" y="43107"/>
                      </a:cubicBezTo>
                      <a:close/>
                    </a:path>
                  </a:pathLst>
                </a:custGeom>
                <a:solidFill>
                  <a:srgbClr val="EF463C"/>
                </a:solidFill>
                <a:ln w="2667" cap="flat">
                  <a:noFill/>
                  <a:prstDash val="solid"/>
                  <a:miter/>
                </a:ln>
              </p:spPr>
              <p:txBody>
                <a:bodyPr rtlCol="0" anchor="ctr"/>
                <a:lstStyle/>
                <a:p>
                  <a:endParaRPr lang="en-MY"/>
                </a:p>
              </p:txBody>
            </p:sp>
            <p:sp>
              <p:nvSpPr>
                <p:cNvPr id="67" name="Freeform: Shape 66">
                  <a:extLst>
                    <a:ext uri="{FF2B5EF4-FFF2-40B4-BE49-F238E27FC236}">
                      <a16:creationId xmlns:a16="http://schemas.microsoft.com/office/drawing/2014/main" id="{9A6B8983-C2A7-6661-E70F-3CB736295585}"/>
                    </a:ext>
                  </a:extLst>
                </p:cNvPr>
                <p:cNvSpPr/>
                <p:nvPr/>
              </p:nvSpPr>
              <p:spPr>
                <a:xfrm>
                  <a:off x="1915154" y="2109268"/>
                  <a:ext cx="140341" cy="136354"/>
                </a:xfrm>
                <a:custGeom>
                  <a:avLst/>
                  <a:gdLst>
                    <a:gd name="connsiteX0" fmla="*/ 118788 w 140341"/>
                    <a:gd name="connsiteY0" fmla="*/ 136354 h 136354"/>
                    <a:gd name="connsiteX1" fmla="*/ 21554 w 140341"/>
                    <a:gd name="connsiteY1" fmla="*/ 136354 h 136354"/>
                    <a:gd name="connsiteX2" fmla="*/ 0 w 140341"/>
                    <a:gd name="connsiteY2" fmla="*/ 114801 h 136354"/>
                    <a:gd name="connsiteX3" fmla="*/ 0 w 140341"/>
                    <a:gd name="connsiteY3" fmla="*/ 21554 h 136354"/>
                    <a:gd name="connsiteX4" fmla="*/ 21554 w 140341"/>
                    <a:gd name="connsiteY4" fmla="*/ 0 h 136354"/>
                    <a:gd name="connsiteX5" fmla="*/ 43107 w 140341"/>
                    <a:gd name="connsiteY5" fmla="*/ 21554 h 136354"/>
                    <a:gd name="connsiteX6" fmla="*/ 43107 w 140341"/>
                    <a:gd name="connsiteY6" fmla="*/ 93247 h 136354"/>
                    <a:gd name="connsiteX7" fmla="*/ 97234 w 140341"/>
                    <a:gd name="connsiteY7" fmla="*/ 93247 h 136354"/>
                    <a:gd name="connsiteX8" fmla="*/ 97234 w 140341"/>
                    <a:gd name="connsiteY8" fmla="*/ 22955 h 136354"/>
                    <a:gd name="connsiteX9" fmla="*/ 118788 w 140341"/>
                    <a:gd name="connsiteY9" fmla="*/ 1401 h 136354"/>
                    <a:gd name="connsiteX10" fmla="*/ 140342 w 140341"/>
                    <a:gd name="connsiteY10" fmla="*/ 22955 h 136354"/>
                    <a:gd name="connsiteX11" fmla="*/ 140342 w 140341"/>
                    <a:gd name="connsiteY11" fmla="*/ 114801 h 136354"/>
                    <a:gd name="connsiteX12" fmla="*/ 118788 w 140341"/>
                    <a:gd name="connsiteY12" fmla="*/ 136354 h 13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341" h="136354">
                      <a:moveTo>
                        <a:pt x="118788" y="136354"/>
                      </a:moveTo>
                      <a:lnTo>
                        <a:pt x="21554" y="136354"/>
                      </a:lnTo>
                      <a:cubicBezTo>
                        <a:pt x="9650" y="136354"/>
                        <a:pt x="0" y="126704"/>
                        <a:pt x="0" y="114801"/>
                      </a:cubicBezTo>
                      <a:lnTo>
                        <a:pt x="0" y="21554"/>
                      </a:lnTo>
                      <a:cubicBezTo>
                        <a:pt x="0" y="9651"/>
                        <a:pt x="9650" y="0"/>
                        <a:pt x="21554" y="0"/>
                      </a:cubicBezTo>
                      <a:cubicBezTo>
                        <a:pt x="33458" y="0"/>
                        <a:pt x="43107" y="9651"/>
                        <a:pt x="43107" y="21554"/>
                      </a:cubicBezTo>
                      <a:lnTo>
                        <a:pt x="43107" y="93247"/>
                      </a:lnTo>
                      <a:lnTo>
                        <a:pt x="97234" y="93247"/>
                      </a:lnTo>
                      <a:lnTo>
                        <a:pt x="97234" y="22955"/>
                      </a:lnTo>
                      <a:cubicBezTo>
                        <a:pt x="97234" y="11052"/>
                        <a:pt x="106885" y="1401"/>
                        <a:pt x="118788" y="1401"/>
                      </a:cubicBezTo>
                      <a:cubicBezTo>
                        <a:pt x="130691" y="1401"/>
                        <a:pt x="140342" y="11052"/>
                        <a:pt x="140342" y="22955"/>
                      </a:cubicBezTo>
                      <a:lnTo>
                        <a:pt x="140342" y="114801"/>
                      </a:lnTo>
                      <a:cubicBezTo>
                        <a:pt x="140342" y="126704"/>
                        <a:pt x="130691" y="136354"/>
                        <a:pt x="118788" y="136354"/>
                      </a:cubicBezTo>
                      <a:close/>
                    </a:path>
                  </a:pathLst>
                </a:custGeom>
                <a:solidFill>
                  <a:srgbClr val="C42828"/>
                </a:solidFill>
                <a:ln w="2667" cap="flat">
                  <a:noFill/>
                  <a:prstDash val="solid"/>
                  <a:miter/>
                </a:ln>
              </p:spPr>
              <p:txBody>
                <a:bodyPr rtlCol="0" anchor="ctr"/>
                <a:lstStyle/>
                <a:p>
                  <a:endParaRPr lang="en-MY"/>
                </a:p>
              </p:txBody>
            </p:sp>
          </p:grpSp>
          <p:sp>
            <p:nvSpPr>
              <p:cNvPr id="60" name="Freeform: Shape 59">
                <a:extLst>
                  <a:ext uri="{FF2B5EF4-FFF2-40B4-BE49-F238E27FC236}">
                    <a16:creationId xmlns:a16="http://schemas.microsoft.com/office/drawing/2014/main" id="{67758E59-9875-1753-20BD-687AC82AA4AD}"/>
                  </a:ext>
                </a:extLst>
              </p:cNvPr>
              <p:cNvSpPr/>
              <p:nvPr/>
            </p:nvSpPr>
            <p:spPr>
              <a:xfrm>
                <a:off x="2078461" y="1845892"/>
                <a:ext cx="77396" cy="77393"/>
              </a:xfrm>
              <a:custGeom>
                <a:avLst/>
                <a:gdLst>
                  <a:gd name="connsiteX0" fmla="*/ 21543 w 77396"/>
                  <a:gd name="connsiteY0" fmla="*/ 77394 h 77393"/>
                  <a:gd name="connsiteX1" fmla="*/ 0 w 77396"/>
                  <a:gd name="connsiteY1" fmla="*/ 55830 h 77393"/>
                  <a:gd name="connsiteX2" fmla="*/ 6321 w 77396"/>
                  <a:gd name="connsiteY2" fmla="*/ 40591 h 77393"/>
                  <a:gd name="connsiteX3" fmla="*/ 40591 w 77396"/>
                  <a:gd name="connsiteY3" fmla="*/ 6320 h 77393"/>
                  <a:gd name="connsiteX4" fmla="*/ 71076 w 77396"/>
                  <a:gd name="connsiteY4" fmla="*/ 6307 h 77393"/>
                  <a:gd name="connsiteX5" fmla="*/ 71090 w 77396"/>
                  <a:gd name="connsiteY5" fmla="*/ 36792 h 77393"/>
                  <a:gd name="connsiteX6" fmla="*/ 36792 w 77396"/>
                  <a:gd name="connsiteY6" fmla="*/ 71089 h 77393"/>
                  <a:gd name="connsiteX7" fmla="*/ 21543 w 77396"/>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6" h="77393">
                    <a:moveTo>
                      <a:pt x="21543" y="77394"/>
                    </a:moveTo>
                    <a:cubicBezTo>
                      <a:pt x="9640" y="77388"/>
                      <a:pt x="-5" y="67734"/>
                      <a:pt x="0" y="55830"/>
                    </a:cubicBezTo>
                    <a:cubicBezTo>
                      <a:pt x="3" y="50113"/>
                      <a:pt x="2277" y="44631"/>
                      <a:pt x="6321" y="40591"/>
                    </a:cubicBezTo>
                    <a:lnTo>
                      <a:pt x="40591" y="6320"/>
                    </a:lnTo>
                    <a:cubicBezTo>
                      <a:pt x="49005" y="-2101"/>
                      <a:pt x="62654" y="-2108"/>
                      <a:pt x="71076" y="6307"/>
                    </a:cubicBezTo>
                    <a:cubicBezTo>
                      <a:pt x="79498" y="14722"/>
                      <a:pt x="79504" y="28370"/>
                      <a:pt x="71090" y="36792"/>
                    </a:cubicBezTo>
                    <a:lnTo>
                      <a:pt x="36792" y="71089"/>
                    </a:lnTo>
                    <a:cubicBezTo>
                      <a:pt x="32746" y="75130"/>
                      <a:pt x="27260" y="77398"/>
                      <a:pt x="21543" y="77394"/>
                    </a:cubicBezTo>
                    <a:close/>
                  </a:path>
                </a:pathLst>
              </a:custGeom>
              <a:solidFill>
                <a:srgbClr val="EF463C"/>
              </a:solidFill>
              <a:ln w="2667" cap="flat">
                <a:noFill/>
                <a:prstDash val="solid"/>
                <a:miter/>
              </a:ln>
            </p:spPr>
            <p:txBody>
              <a:bodyPr rtlCol="0" anchor="ctr"/>
              <a:lstStyle/>
              <a:p>
                <a:endParaRPr lang="en-MY"/>
              </a:p>
            </p:txBody>
          </p:sp>
          <p:sp>
            <p:nvSpPr>
              <p:cNvPr id="61" name="Freeform: Shape 60">
                <a:extLst>
                  <a:ext uri="{FF2B5EF4-FFF2-40B4-BE49-F238E27FC236}">
                    <a16:creationId xmlns:a16="http://schemas.microsoft.com/office/drawing/2014/main" id="{786FFE02-5762-89F2-BA89-4B245248BA3A}"/>
                  </a:ext>
                </a:extLst>
              </p:cNvPr>
              <p:cNvSpPr/>
              <p:nvPr/>
            </p:nvSpPr>
            <p:spPr>
              <a:xfrm>
                <a:off x="1811694" y="1845165"/>
                <a:ext cx="77397" cy="77393"/>
              </a:xfrm>
              <a:custGeom>
                <a:avLst/>
                <a:gdLst>
                  <a:gd name="connsiteX0" fmla="*/ 55854 w 77397"/>
                  <a:gd name="connsiteY0" fmla="*/ 77394 h 77393"/>
                  <a:gd name="connsiteX1" fmla="*/ 40604 w 77397"/>
                  <a:gd name="connsiteY1" fmla="*/ 71089 h 77393"/>
                  <a:gd name="connsiteX2" fmla="*/ 6307 w 77397"/>
                  <a:gd name="connsiteY2" fmla="*/ 36792 h 77393"/>
                  <a:gd name="connsiteX3" fmla="*/ 6320 w 77397"/>
                  <a:gd name="connsiteY3" fmla="*/ 6307 h 77393"/>
                  <a:gd name="connsiteX4" fmla="*/ 36805 w 77397"/>
                  <a:gd name="connsiteY4" fmla="*/ 6320 h 77393"/>
                  <a:gd name="connsiteX5" fmla="*/ 71103 w 77397"/>
                  <a:gd name="connsiteY5" fmla="*/ 40618 h 77393"/>
                  <a:gd name="connsiteX6" fmla="*/ 71066 w 77397"/>
                  <a:gd name="connsiteY6" fmla="*/ 71099 h 77393"/>
                  <a:gd name="connsiteX7" fmla="*/ 55854 w 77397"/>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7" h="77393">
                    <a:moveTo>
                      <a:pt x="55854" y="77394"/>
                    </a:moveTo>
                    <a:cubicBezTo>
                      <a:pt x="50135" y="77398"/>
                      <a:pt x="44650" y="75130"/>
                      <a:pt x="40604" y="71089"/>
                    </a:cubicBezTo>
                    <a:lnTo>
                      <a:pt x="6307" y="36792"/>
                    </a:lnTo>
                    <a:cubicBezTo>
                      <a:pt x="-2108" y="28370"/>
                      <a:pt x="-2101" y="14722"/>
                      <a:pt x="6320" y="6307"/>
                    </a:cubicBezTo>
                    <a:cubicBezTo>
                      <a:pt x="14742" y="-2108"/>
                      <a:pt x="28391" y="-2101"/>
                      <a:pt x="36805" y="6320"/>
                    </a:cubicBezTo>
                    <a:lnTo>
                      <a:pt x="71103" y="40618"/>
                    </a:lnTo>
                    <a:cubicBezTo>
                      <a:pt x="79510" y="49045"/>
                      <a:pt x="79493" y="62692"/>
                      <a:pt x="71066" y="71099"/>
                    </a:cubicBezTo>
                    <a:cubicBezTo>
                      <a:pt x="67028" y="75128"/>
                      <a:pt x="61558" y="77391"/>
                      <a:pt x="55854" y="77394"/>
                    </a:cubicBezTo>
                    <a:close/>
                  </a:path>
                </a:pathLst>
              </a:custGeom>
              <a:solidFill>
                <a:srgbClr val="EF463C"/>
              </a:solidFill>
              <a:ln w="2667" cap="flat">
                <a:noFill/>
                <a:prstDash val="solid"/>
                <a:miter/>
              </a:ln>
            </p:spPr>
            <p:txBody>
              <a:bodyPr rtlCol="0" anchor="ctr"/>
              <a:lstStyle/>
              <a:p>
                <a:endParaRPr lang="en-MY"/>
              </a:p>
            </p:txBody>
          </p:sp>
          <p:sp>
            <p:nvSpPr>
              <p:cNvPr id="62" name="Freeform: Shape 61">
                <a:extLst>
                  <a:ext uri="{FF2B5EF4-FFF2-40B4-BE49-F238E27FC236}">
                    <a16:creationId xmlns:a16="http://schemas.microsoft.com/office/drawing/2014/main" id="{BC52E208-CA3C-BE29-C01C-E7EC65D3D86E}"/>
                  </a:ext>
                </a:extLst>
              </p:cNvPr>
              <p:cNvSpPr/>
              <p:nvPr/>
            </p:nvSpPr>
            <p:spPr>
              <a:xfrm>
                <a:off x="1964108" y="1793479"/>
                <a:ext cx="43107" cy="91603"/>
              </a:xfrm>
              <a:custGeom>
                <a:avLst/>
                <a:gdLst>
                  <a:gd name="connsiteX0" fmla="*/ 21554 w 43107"/>
                  <a:gd name="connsiteY0" fmla="*/ 91603 h 91603"/>
                  <a:gd name="connsiteX1" fmla="*/ 0 w 43107"/>
                  <a:gd name="connsiteY1" fmla="*/ 70050 h 91603"/>
                  <a:gd name="connsiteX2" fmla="*/ 0 w 43107"/>
                  <a:gd name="connsiteY2" fmla="*/ 21554 h 91603"/>
                  <a:gd name="connsiteX3" fmla="*/ 21554 w 43107"/>
                  <a:gd name="connsiteY3" fmla="*/ 0 h 91603"/>
                  <a:gd name="connsiteX4" fmla="*/ 43107 w 43107"/>
                  <a:gd name="connsiteY4" fmla="*/ 21554 h 91603"/>
                  <a:gd name="connsiteX5" fmla="*/ 43107 w 43107"/>
                  <a:gd name="connsiteY5" fmla="*/ 70050 h 91603"/>
                  <a:gd name="connsiteX6" fmla="*/ 21554 w 43107"/>
                  <a:gd name="connsiteY6" fmla="*/ 91603 h 91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107" h="91603">
                    <a:moveTo>
                      <a:pt x="21554" y="91603"/>
                    </a:moveTo>
                    <a:cubicBezTo>
                      <a:pt x="9650" y="91603"/>
                      <a:pt x="0" y="81954"/>
                      <a:pt x="0" y="70050"/>
                    </a:cubicBezTo>
                    <a:lnTo>
                      <a:pt x="0" y="21554"/>
                    </a:lnTo>
                    <a:cubicBezTo>
                      <a:pt x="0" y="9650"/>
                      <a:pt x="9650" y="0"/>
                      <a:pt x="21554" y="0"/>
                    </a:cubicBezTo>
                    <a:cubicBezTo>
                      <a:pt x="33458" y="0"/>
                      <a:pt x="43107" y="9650"/>
                      <a:pt x="43107" y="21554"/>
                    </a:cubicBezTo>
                    <a:lnTo>
                      <a:pt x="43107" y="70050"/>
                    </a:lnTo>
                    <a:cubicBezTo>
                      <a:pt x="43107" y="81954"/>
                      <a:pt x="33458" y="91603"/>
                      <a:pt x="21554" y="91603"/>
                    </a:cubicBezTo>
                    <a:close/>
                  </a:path>
                </a:pathLst>
              </a:custGeom>
              <a:solidFill>
                <a:srgbClr val="EF463C"/>
              </a:solidFill>
              <a:ln w="2667" cap="flat">
                <a:noFill/>
                <a:prstDash val="solid"/>
                <a:miter/>
              </a:ln>
            </p:spPr>
            <p:txBody>
              <a:bodyPr rtlCol="0" anchor="ctr"/>
              <a:lstStyle/>
              <a:p>
                <a:endParaRPr lang="en-MY"/>
              </a:p>
            </p:txBody>
          </p:sp>
          <p:sp>
            <p:nvSpPr>
              <p:cNvPr id="63" name="Freeform: Shape 62">
                <a:extLst>
                  <a:ext uri="{FF2B5EF4-FFF2-40B4-BE49-F238E27FC236}">
                    <a16:creationId xmlns:a16="http://schemas.microsoft.com/office/drawing/2014/main" id="{96138068-90B9-4F82-8644-19C8ACFDBC48}"/>
                  </a:ext>
                </a:extLst>
              </p:cNvPr>
              <p:cNvSpPr/>
              <p:nvPr/>
            </p:nvSpPr>
            <p:spPr>
              <a:xfrm>
                <a:off x="2126354"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1" y="43107"/>
                      <a:pt x="0" y="33458"/>
                      <a:pt x="0" y="21554"/>
                    </a:cubicBezTo>
                    <a:cubicBezTo>
                      <a:pt x="0" y="9650"/>
                      <a:pt x="9651" y="0"/>
                      <a:pt x="21554" y="0"/>
                    </a:cubicBezTo>
                    <a:lnTo>
                      <a:pt x="61967" y="0"/>
                    </a:lnTo>
                    <a:cubicBezTo>
                      <a:pt x="73870" y="0"/>
                      <a:pt x="83521" y="9650"/>
                      <a:pt x="83521" y="21554"/>
                    </a:cubicBezTo>
                    <a:cubicBezTo>
                      <a:pt x="83521" y="33458"/>
                      <a:pt x="73870" y="43107"/>
                      <a:pt x="61967" y="43107"/>
                    </a:cubicBezTo>
                    <a:close/>
                  </a:path>
                </a:pathLst>
              </a:custGeom>
              <a:solidFill>
                <a:srgbClr val="EF463C"/>
              </a:solidFill>
              <a:ln w="2667" cap="flat">
                <a:noFill/>
                <a:prstDash val="solid"/>
                <a:miter/>
              </a:ln>
            </p:spPr>
            <p:txBody>
              <a:bodyPr rtlCol="0" anchor="ctr"/>
              <a:lstStyle/>
              <a:p>
                <a:endParaRPr lang="en-MY"/>
              </a:p>
            </p:txBody>
          </p:sp>
        </p:grpSp>
      </p:grpSp>
      <p:grpSp>
        <p:nvGrpSpPr>
          <p:cNvPr id="46" name="Group 45">
            <a:extLst>
              <a:ext uri="{FF2B5EF4-FFF2-40B4-BE49-F238E27FC236}">
                <a16:creationId xmlns:a16="http://schemas.microsoft.com/office/drawing/2014/main" id="{0F9352DC-AF13-DB7A-3015-377BBF12F959}"/>
              </a:ext>
            </a:extLst>
          </p:cNvPr>
          <p:cNvGrpSpPr/>
          <p:nvPr/>
        </p:nvGrpSpPr>
        <p:grpSpPr>
          <a:xfrm>
            <a:off x="1650814" y="1484737"/>
            <a:ext cx="471791" cy="471791"/>
            <a:chOff x="433241" y="1570462"/>
            <a:chExt cx="471791" cy="471791"/>
          </a:xfrm>
        </p:grpSpPr>
        <p:sp>
          <p:nvSpPr>
            <p:cNvPr id="47" name="Oval 46">
              <a:extLst>
                <a:ext uri="{FF2B5EF4-FFF2-40B4-BE49-F238E27FC236}">
                  <a16:creationId xmlns:a16="http://schemas.microsoft.com/office/drawing/2014/main" id="{63A9AC5C-5875-E123-C2E5-3AF56020A411}"/>
                </a:ext>
              </a:extLst>
            </p:cNvPr>
            <p:cNvSpPr/>
            <p:nvPr/>
          </p:nvSpPr>
          <p:spPr>
            <a:xfrm>
              <a:off x="433241"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48" name="Group 47">
              <a:extLst>
                <a:ext uri="{FF2B5EF4-FFF2-40B4-BE49-F238E27FC236}">
                  <a16:creationId xmlns:a16="http://schemas.microsoft.com/office/drawing/2014/main" id="{8721E5F3-16F3-00FB-ED16-920B5C2E7EAD}"/>
                </a:ext>
              </a:extLst>
            </p:cNvPr>
            <p:cNvGrpSpPr/>
            <p:nvPr/>
          </p:nvGrpSpPr>
          <p:grpSpPr>
            <a:xfrm>
              <a:off x="543450" y="1674683"/>
              <a:ext cx="251373" cy="260212"/>
              <a:chOff x="738790" y="2040956"/>
              <a:chExt cx="251373" cy="260212"/>
            </a:xfrm>
          </p:grpSpPr>
          <p:sp>
            <p:nvSpPr>
              <p:cNvPr id="49" name="Freeform 176">
                <a:extLst>
                  <a:ext uri="{FF2B5EF4-FFF2-40B4-BE49-F238E27FC236}">
                    <a16:creationId xmlns:a16="http://schemas.microsoft.com/office/drawing/2014/main" id="{8AB53C06-933C-2B4A-9974-893FFD122E79}"/>
                  </a:ext>
                </a:extLst>
              </p:cNvPr>
              <p:cNvSpPr/>
              <p:nvPr/>
            </p:nvSpPr>
            <p:spPr>
              <a:xfrm>
                <a:off x="738790" y="2134679"/>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4"/>
                      <a:pt x="5614" y="0"/>
                      <a:pt x="12540" y="0"/>
                    </a:cubicBezTo>
                    <a:lnTo>
                      <a:pt x="65163" y="0"/>
                    </a:lnTo>
                    <a:cubicBezTo>
                      <a:pt x="72089" y="0"/>
                      <a:pt x="77703" y="5614"/>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0" name="Freeform 177">
                <a:extLst>
                  <a:ext uri="{FF2B5EF4-FFF2-40B4-BE49-F238E27FC236}">
                    <a16:creationId xmlns:a16="http://schemas.microsoft.com/office/drawing/2014/main" id="{467F33D7-6BA8-9F23-10FD-293F449323EC}"/>
                  </a:ext>
                </a:extLst>
              </p:cNvPr>
              <p:cNvSpPr/>
              <p:nvPr/>
            </p:nvSpPr>
            <p:spPr>
              <a:xfrm>
                <a:off x="738790" y="2223465"/>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5"/>
                      <a:pt x="5614" y="0"/>
                      <a:pt x="12540" y="0"/>
                    </a:cubicBezTo>
                    <a:lnTo>
                      <a:pt x="65163" y="0"/>
                    </a:lnTo>
                    <a:cubicBezTo>
                      <a:pt x="72089" y="0"/>
                      <a:pt x="77703" y="5615"/>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1" name="Freeform 178">
                <a:extLst>
                  <a:ext uri="{FF2B5EF4-FFF2-40B4-BE49-F238E27FC236}">
                    <a16:creationId xmlns:a16="http://schemas.microsoft.com/office/drawing/2014/main" id="{61B40A86-46E0-E93C-4882-ACF5C4A161D8}"/>
                  </a:ext>
                </a:extLst>
              </p:cNvPr>
              <p:cNvSpPr/>
              <p:nvPr/>
            </p:nvSpPr>
            <p:spPr>
              <a:xfrm>
                <a:off x="791413" y="2082057"/>
                <a:ext cx="86732" cy="104006"/>
              </a:xfrm>
              <a:custGeom>
                <a:avLst/>
                <a:gdLst>
                  <a:gd name="connsiteX0" fmla="*/ 74192 w 86732"/>
                  <a:gd name="connsiteY0" fmla="*/ 104006 h 104006"/>
                  <a:gd name="connsiteX1" fmla="*/ 12540 w 86732"/>
                  <a:gd name="connsiteY1" fmla="*/ 104006 h 104006"/>
                  <a:gd name="connsiteX2" fmla="*/ 0 w 86732"/>
                  <a:gd name="connsiteY2" fmla="*/ 91466 h 104006"/>
                  <a:gd name="connsiteX3" fmla="*/ 12540 w 86732"/>
                  <a:gd name="connsiteY3" fmla="*/ 78926 h 104006"/>
                  <a:gd name="connsiteX4" fmla="*/ 61651 w 86732"/>
                  <a:gd name="connsiteY4" fmla="*/ 78926 h 104006"/>
                  <a:gd name="connsiteX5" fmla="*/ 61651 w 86732"/>
                  <a:gd name="connsiteY5" fmla="*/ 12540 h 104006"/>
                  <a:gd name="connsiteX6" fmla="*/ 74192 w 86732"/>
                  <a:gd name="connsiteY6" fmla="*/ 0 h 104006"/>
                  <a:gd name="connsiteX7" fmla="*/ 86732 w 86732"/>
                  <a:gd name="connsiteY7" fmla="*/ 12540 h 104006"/>
                  <a:gd name="connsiteX8" fmla="*/ 86732 w 86732"/>
                  <a:gd name="connsiteY8" fmla="*/ 91466 h 104006"/>
                  <a:gd name="connsiteX9" fmla="*/ 74192 w 86732"/>
                  <a:gd name="connsiteY9" fmla="*/ 104006 h 10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732" h="104006">
                    <a:moveTo>
                      <a:pt x="74192" y="104006"/>
                    </a:moveTo>
                    <a:lnTo>
                      <a:pt x="12540" y="104006"/>
                    </a:lnTo>
                    <a:cubicBezTo>
                      <a:pt x="5614" y="104006"/>
                      <a:pt x="0" y="98392"/>
                      <a:pt x="0" y="91466"/>
                    </a:cubicBezTo>
                    <a:cubicBezTo>
                      <a:pt x="0" y="84540"/>
                      <a:pt x="5614" y="78926"/>
                      <a:pt x="12540" y="78926"/>
                    </a:cubicBezTo>
                    <a:lnTo>
                      <a:pt x="61651" y="78926"/>
                    </a:lnTo>
                    <a:lnTo>
                      <a:pt x="61651" y="12540"/>
                    </a:lnTo>
                    <a:cubicBezTo>
                      <a:pt x="61651" y="5614"/>
                      <a:pt x="67266" y="0"/>
                      <a:pt x="74192" y="0"/>
                    </a:cubicBezTo>
                    <a:cubicBezTo>
                      <a:pt x="81118" y="0"/>
                      <a:pt x="86732" y="5614"/>
                      <a:pt x="86732" y="12540"/>
                    </a:cubicBezTo>
                    <a:lnTo>
                      <a:pt x="86732" y="91466"/>
                    </a:lnTo>
                    <a:cubicBezTo>
                      <a:pt x="86732" y="98392"/>
                      <a:pt x="81118" y="104006"/>
                      <a:pt x="74192" y="104006"/>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2" name="Freeform 179">
                <a:extLst>
                  <a:ext uri="{FF2B5EF4-FFF2-40B4-BE49-F238E27FC236}">
                    <a16:creationId xmlns:a16="http://schemas.microsoft.com/office/drawing/2014/main" id="{AA2A5B26-73AD-BB99-FB7C-900EDC6010ED}"/>
                  </a:ext>
                </a:extLst>
              </p:cNvPr>
              <p:cNvSpPr/>
              <p:nvPr/>
            </p:nvSpPr>
            <p:spPr>
              <a:xfrm>
                <a:off x="853064" y="2160983"/>
                <a:ext cx="62701" cy="25080"/>
              </a:xfrm>
              <a:custGeom>
                <a:avLst/>
                <a:gdLst>
                  <a:gd name="connsiteX0" fmla="*/ 50161 w 62701"/>
                  <a:gd name="connsiteY0" fmla="*/ 25081 h 25080"/>
                  <a:gd name="connsiteX1" fmla="*/ 12540 w 62701"/>
                  <a:gd name="connsiteY1" fmla="*/ 25081 h 25080"/>
                  <a:gd name="connsiteX2" fmla="*/ 0 w 62701"/>
                  <a:gd name="connsiteY2" fmla="*/ 12540 h 25080"/>
                  <a:gd name="connsiteX3" fmla="*/ 12540 w 62701"/>
                  <a:gd name="connsiteY3" fmla="*/ 0 h 25080"/>
                  <a:gd name="connsiteX4" fmla="*/ 50161 w 62701"/>
                  <a:gd name="connsiteY4" fmla="*/ 0 h 25080"/>
                  <a:gd name="connsiteX5" fmla="*/ 62702 w 62701"/>
                  <a:gd name="connsiteY5" fmla="*/ 12540 h 25080"/>
                  <a:gd name="connsiteX6" fmla="*/ 50161 w 62701"/>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01" h="25080">
                    <a:moveTo>
                      <a:pt x="50161" y="25081"/>
                    </a:moveTo>
                    <a:lnTo>
                      <a:pt x="12540" y="25081"/>
                    </a:lnTo>
                    <a:cubicBezTo>
                      <a:pt x="5614" y="25081"/>
                      <a:pt x="0" y="19466"/>
                      <a:pt x="0" y="12540"/>
                    </a:cubicBezTo>
                    <a:cubicBezTo>
                      <a:pt x="0" y="5614"/>
                      <a:pt x="5614" y="0"/>
                      <a:pt x="12540" y="0"/>
                    </a:cubicBezTo>
                    <a:lnTo>
                      <a:pt x="50161" y="0"/>
                    </a:lnTo>
                    <a:cubicBezTo>
                      <a:pt x="57087" y="0"/>
                      <a:pt x="62702" y="5614"/>
                      <a:pt x="62702" y="12540"/>
                    </a:cubicBezTo>
                    <a:cubicBezTo>
                      <a:pt x="62702" y="19466"/>
                      <a:pt x="57087" y="25081"/>
                      <a:pt x="50161"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3" name="Freeform 180">
                <a:extLst>
                  <a:ext uri="{FF2B5EF4-FFF2-40B4-BE49-F238E27FC236}">
                    <a16:creationId xmlns:a16="http://schemas.microsoft.com/office/drawing/2014/main" id="{D06AA1AF-2211-5D59-D5C8-D0B8D145FCE1}"/>
                  </a:ext>
                </a:extLst>
              </p:cNvPr>
              <p:cNvSpPr/>
              <p:nvPr/>
            </p:nvSpPr>
            <p:spPr>
              <a:xfrm>
                <a:off x="791413" y="2198196"/>
                <a:ext cx="161550" cy="76668"/>
              </a:xfrm>
              <a:custGeom>
                <a:avLst/>
                <a:gdLst>
                  <a:gd name="connsiteX0" fmla="*/ 149011 w 161550"/>
                  <a:gd name="connsiteY0" fmla="*/ 76669 h 76668"/>
                  <a:gd name="connsiteX1" fmla="*/ 12540 w 161550"/>
                  <a:gd name="connsiteY1" fmla="*/ 76669 h 76668"/>
                  <a:gd name="connsiteX2" fmla="*/ 0 w 161550"/>
                  <a:gd name="connsiteY2" fmla="*/ 64128 h 76668"/>
                  <a:gd name="connsiteX3" fmla="*/ 12540 w 161550"/>
                  <a:gd name="connsiteY3" fmla="*/ 51588 h 76668"/>
                  <a:gd name="connsiteX4" fmla="*/ 136470 w 161550"/>
                  <a:gd name="connsiteY4" fmla="*/ 51588 h 76668"/>
                  <a:gd name="connsiteX5" fmla="*/ 136470 w 161550"/>
                  <a:gd name="connsiteY5" fmla="*/ 12540 h 76668"/>
                  <a:gd name="connsiteX6" fmla="*/ 149011 w 161550"/>
                  <a:gd name="connsiteY6" fmla="*/ 0 h 76668"/>
                  <a:gd name="connsiteX7" fmla="*/ 161551 w 161550"/>
                  <a:gd name="connsiteY7" fmla="*/ 12540 h 76668"/>
                  <a:gd name="connsiteX8" fmla="*/ 161551 w 161550"/>
                  <a:gd name="connsiteY8" fmla="*/ 64128 h 76668"/>
                  <a:gd name="connsiteX9" fmla="*/ 149011 w 161550"/>
                  <a:gd name="connsiteY9" fmla="*/ 76669 h 7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550" h="76668">
                    <a:moveTo>
                      <a:pt x="149011" y="76669"/>
                    </a:moveTo>
                    <a:lnTo>
                      <a:pt x="12540" y="76669"/>
                    </a:lnTo>
                    <a:cubicBezTo>
                      <a:pt x="5614" y="76669"/>
                      <a:pt x="0" y="71054"/>
                      <a:pt x="0" y="64128"/>
                    </a:cubicBezTo>
                    <a:cubicBezTo>
                      <a:pt x="0" y="57203"/>
                      <a:pt x="5614" y="51588"/>
                      <a:pt x="12540" y="51588"/>
                    </a:cubicBezTo>
                    <a:lnTo>
                      <a:pt x="136470" y="51588"/>
                    </a:lnTo>
                    <a:lnTo>
                      <a:pt x="136470" y="12540"/>
                    </a:lnTo>
                    <a:cubicBezTo>
                      <a:pt x="136470" y="5615"/>
                      <a:pt x="142085" y="0"/>
                      <a:pt x="149011" y="0"/>
                    </a:cubicBezTo>
                    <a:cubicBezTo>
                      <a:pt x="155936" y="0"/>
                      <a:pt x="161551" y="5615"/>
                      <a:pt x="161551" y="12540"/>
                    </a:cubicBezTo>
                    <a:lnTo>
                      <a:pt x="161551" y="64128"/>
                    </a:lnTo>
                    <a:cubicBezTo>
                      <a:pt x="161551" y="71054"/>
                      <a:pt x="155936" y="76669"/>
                      <a:pt x="149011" y="76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4" name="Freeform 181">
                <a:extLst>
                  <a:ext uri="{FF2B5EF4-FFF2-40B4-BE49-F238E27FC236}">
                    <a16:creationId xmlns:a16="http://schemas.microsoft.com/office/drawing/2014/main" id="{61594CDD-F571-D72B-0F0A-07BEA6A69FEC}"/>
                  </a:ext>
                </a:extLst>
              </p:cNvPr>
              <p:cNvSpPr/>
              <p:nvPr/>
            </p:nvSpPr>
            <p:spPr>
              <a:xfrm>
                <a:off x="890683" y="2123775"/>
                <a:ext cx="99480" cy="99501"/>
              </a:xfrm>
              <a:custGeom>
                <a:avLst/>
                <a:gdLst>
                  <a:gd name="connsiteX0" fmla="*/ 49740 w 99480"/>
                  <a:gd name="connsiteY0" fmla="*/ 99502 h 99501"/>
                  <a:gd name="connsiteX1" fmla="*/ 40868 w 99480"/>
                  <a:gd name="connsiteY1" fmla="*/ 95834 h 99501"/>
                  <a:gd name="connsiteX2" fmla="*/ 3670 w 99480"/>
                  <a:gd name="connsiteY2" fmla="*/ 58620 h 99501"/>
                  <a:gd name="connsiteX3" fmla="*/ 3670 w 99480"/>
                  <a:gd name="connsiteY3" fmla="*/ 40891 h 99501"/>
                  <a:gd name="connsiteX4" fmla="*/ 40868 w 99480"/>
                  <a:gd name="connsiteY4" fmla="*/ 3678 h 99501"/>
                  <a:gd name="connsiteX5" fmla="*/ 58603 w 99480"/>
                  <a:gd name="connsiteY5" fmla="*/ 3668 h 99501"/>
                  <a:gd name="connsiteX6" fmla="*/ 58613 w 99480"/>
                  <a:gd name="connsiteY6" fmla="*/ 3678 h 99501"/>
                  <a:gd name="connsiteX7" fmla="*/ 95811 w 99480"/>
                  <a:gd name="connsiteY7" fmla="*/ 40891 h 99501"/>
                  <a:gd name="connsiteX8" fmla="*/ 95811 w 99480"/>
                  <a:gd name="connsiteY8" fmla="*/ 58620 h 99501"/>
                  <a:gd name="connsiteX9" fmla="*/ 58613 w 99480"/>
                  <a:gd name="connsiteY9" fmla="*/ 95834 h 99501"/>
                  <a:gd name="connsiteX10" fmla="*/ 49740 w 99480"/>
                  <a:gd name="connsiteY10" fmla="*/ 99502 h 99501"/>
                  <a:gd name="connsiteX11" fmla="*/ 30272 w 99480"/>
                  <a:gd name="connsiteY11" fmla="*/ 49748 h 99501"/>
                  <a:gd name="connsiteX12" fmla="*/ 49740 w 99480"/>
                  <a:gd name="connsiteY12" fmla="*/ 69233 h 99501"/>
                  <a:gd name="connsiteX13" fmla="*/ 69209 w 99480"/>
                  <a:gd name="connsiteY13" fmla="*/ 49748 h 99501"/>
                  <a:gd name="connsiteX14" fmla="*/ 49740 w 99480"/>
                  <a:gd name="connsiteY14" fmla="*/ 30279 h 9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480" h="99501">
                    <a:moveTo>
                      <a:pt x="49740" y="99502"/>
                    </a:moveTo>
                    <a:cubicBezTo>
                      <a:pt x="46414" y="99505"/>
                      <a:pt x="43223" y="98185"/>
                      <a:pt x="40868" y="95834"/>
                    </a:cubicBezTo>
                    <a:lnTo>
                      <a:pt x="3670" y="58620"/>
                    </a:lnTo>
                    <a:cubicBezTo>
                      <a:pt x="-1223" y="53724"/>
                      <a:pt x="-1223" y="45788"/>
                      <a:pt x="3670" y="40891"/>
                    </a:cubicBezTo>
                    <a:lnTo>
                      <a:pt x="40868" y="3678"/>
                    </a:lnTo>
                    <a:cubicBezTo>
                      <a:pt x="45762" y="-1222"/>
                      <a:pt x="53703" y="-1227"/>
                      <a:pt x="58603" y="3668"/>
                    </a:cubicBezTo>
                    <a:cubicBezTo>
                      <a:pt x="58607" y="3671"/>
                      <a:pt x="58610" y="3675"/>
                      <a:pt x="58613" y="3678"/>
                    </a:cubicBezTo>
                    <a:lnTo>
                      <a:pt x="95811" y="40891"/>
                    </a:lnTo>
                    <a:cubicBezTo>
                      <a:pt x="100704" y="45788"/>
                      <a:pt x="100704" y="53724"/>
                      <a:pt x="95811" y="58620"/>
                    </a:cubicBezTo>
                    <a:lnTo>
                      <a:pt x="58613" y="95834"/>
                    </a:lnTo>
                    <a:cubicBezTo>
                      <a:pt x="56258" y="98185"/>
                      <a:pt x="53067" y="99505"/>
                      <a:pt x="49740" y="99502"/>
                    </a:cubicBezTo>
                    <a:close/>
                    <a:moveTo>
                      <a:pt x="30272" y="49748"/>
                    </a:moveTo>
                    <a:lnTo>
                      <a:pt x="49740" y="69233"/>
                    </a:lnTo>
                    <a:lnTo>
                      <a:pt x="69209" y="49748"/>
                    </a:lnTo>
                    <a:lnTo>
                      <a:pt x="49740" y="30279"/>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5" name="Freeform 182">
                <a:extLst>
                  <a:ext uri="{FF2B5EF4-FFF2-40B4-BE49-F238E27FC236}">
                    <a16:creationId xmlns:a16="http://schemas.microsoft.com/office/drawing/2014/main" id="{F877DFF6-5264-D7B7-9F11-504B800FDB80}"/>
                  </a:ext>
                </a:extLst>
              </p:cNvPr>
              <p:cNvSpPr/>
              <p:nvPr/>
            </p:nvSpPr>
            <p:spPr>
              <a:xfrm>
                <a:off x="786397" y="2040956"/>
                <a:ext cx="158321" cy="66181"/>
              </a:xfrm>
              <a:custGeom>
                <a:avLst/>
                <a:gdLst>
                  <a:gd name="connsiteX0" fmla="*/ 145781 w 158321"/>
                  <a:gd name="connsiteY0" fmla="*/ 66182 h 66181"/>
                  <a:gd name="connsiteX1" fmla="*/ 12540 w 158321"/>
                  <a:gd name="connsiteY1" fmla="*/ 66182 h 66181"/>
                  <a:gd name="connsiteX2" fmla="*/ 0 w 158321"/>
                  <a:gd name="connsiteY2" fmla="*/ 53641 h 66181"/>
                  <a:gd name="connsiteX3" fmla="*/ 0 w 158321"/>
                  <a:gd name="connsiteY3" fmla="*/ 12540 h 66181"/>
                  <a:gd name="connsiteX4" fmla="*/ 12540 w 158321"/>
                  <a:gd name="connsiteY4" fmla="*/ 0 h 66181"/>
                  <a:gd name="connsiteX5" fmla="*/ 145781 w 158321"/>
                  <a:gd name="connsiteY5" fmla="*/ 0 h 66181"/>
                  <a:gd name="connsiteX6" fmla="*/ 158322 w 158321"/>
                  <a:gd name="connsiteY6" fmla="*/ 12540 h 66181"/>
                  <a:gd name="connsiteX7" fmla="*/ 158322 w 158321"/>
                  <a:gd name="connsiteY7" fmla="*/ 53641 h 66181"/>
                  <a:gd name="connsiteX8" fmla="*/ 145781 w 158321"/>
                  <a:gd name="connsiteY8" fmla="*/ 66182 h 66181"/>
                  <a:gd name="connsiteX9" fmla="*/ 25081 w 158321"/>
                  <a:gd name="connsiteY9" fmla="*/ 41101 h 66181"/>
                  <a:gd name="connsiteX10" fmla="*/ 133241 w 158321"/>
                  <a:gd name="connsiteY10" fmla="*/ 41101 h 66181"/>
                  <a:gd name="connsiteX11" fmla="*/ 133241 w 158321"/>
                  <a:gd name="connsiteY11" fmla="*/ 25081 h 66181"/>
                  <a:gd name="connsiteX12" fmla="*/ 25081 w 158321"/>
                  <a:gd name="connsiteY12" fmla="*/ 25081 h 6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321" h="66181">
                    <a:moveTo>
                      <a:pt x="145781" y="66182"/>
                    </a:moveTo>
                    <a:lnTo>
                      <a:pt x="12540" y="66182"/>
                    </a:lnTo>
                    <a:cubicBezTo>
                      <a:pt x="5614" y="66182"/>
                      <a:pt x="0" y="60567"/>
                      <a:pt x="0" y="53641"/>
                    </a:cubicBezTo>
                    <a:lnTo>
                      <a:pt x="0" y="12540"/>
                    </a:lnTo>
                    <a:cubicBezTo>
                      <a:pt x="0" y="5614"/>
                      <a:pt x="5614" y="0"/>
                      <a:pt x="12540" y="0"/>
                    </a:cubicBezTo>
                    <a:lnTo>
                      <a:pt x="145781" y="0"/>
                    </a:lnTo>
                    <a:cubicBezTo>
                      <a:pt x="152707" y="0"/>
                      <a:pt x="158322" y="5614"/>
                      <a:pt x="158322" y="12540"/>
                    </a:cubicBezTo>
                    <a:lnTo>
                      <a:pt x="158322" y="53641"/>
                    </a:lnTo>
                    <a:cubicBezTo>
                      <a:pt x="158322" y="60567"/>
                      <a:pt x="152707" y="66182"/>
                      <a:pt x="145781" y="66182"/>
                    </a:cubicBezTo>
                    <a:close/>
                    <a:moveTo>
                      <a:pt x="25081" y="41101"/>
                    </a:moveTo>
                    <a:lnTo>
                      <a:pt x="133241" y="41101"/>
                    </a:lnTo>
                    <a:lnTo>
                      <a:pt x="133241" y="25081"/>
                    </a:lnTo>
                    <a:lnTo>
                      <a:pt x="25081" y="25081"/>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41" name="Group 40">
            <a:extLst>
              <a:ext uri="{FF2B5EF4-FFF2-40B4-BE49-F238E27FC236}">
                <a16:creationId xmlns:a16="http://schemas.microsoft.com/office/drawing/2014/main" id="{87FE5E17-50A3-B7F6-D42E-D481EC51844E}"/>
              </a:ext>
            </a:extLst>
          </p:cNvPr>
          <p:cNvGrpSpPr/>
          <p:nvPr/>
        </p:nvGrpSpPr>
        <p:grpSpPr>
          <a:xfrm>
            <a:off x="10667997" y="-3"/>
            <a:ext cx="1143475" cy="828677"/>
            <a:chOff x="10667997" y="-3"/>
            <a:chExt cx="1143475" cy="828677"/>
          </a:xfrm>
        </p:grpSpPr>
        <p:sp>
          <p:nvSpPr>
            <p:cNvPr id="448" name="Round Same-side Corner of Rectangle 3">
              <a:extLst>
                <a:ext uri="{FF2B5EF4-FFF2-40B4-BE49-F238E27FC236}">
                  <a16:creationId xmlns:a16="http://schemas.microsoft.com/office/drawing/2014/main" id="{06719FE6-2580-B775-9BEB-04BBFC72981B}"/>
                </a:ext>
              </a:extLst>
            </p:cNvPr>
            <p:cNvSpPr/>
            <p:nvPr/>
          </p:nvSpPr>
          <p:spPr>
            <a:xfrm rot="10800000">
              <a:off x="10667997" y="-3"/>
              <a:ext cx="1143475" cy="828677"/>
            </a:xfrm>
            <a:prstGeom prst="round2SameRect">
              <a:avLst/>
            </a:prstGeom>
            <a:solidFill>
              <a:schemeClr val="bg1"/>
            </a:solidFill>
            <a:ln>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449" name="Picture 448">
              <a:extLst>
                <a:ext uri="{FF2B5EF4-FFF2-40B4-BE49-F238E27FC236}">
                  <a16:creationId xmlns:a16="http://schemas.microsoft.com/office/drawing/2014/main" id="{F0886E4F-70C9-04E7-0C56-B779CA6D4CF6}"/>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0957794" y="135851"/>
              <a:ext cx="563880" cy="563880"/>
            </a:xfrm>
            <a:prstGeom prst="rect">
              <a:avLst/>
            </a:prstGeom>
          </p:spPr>
        </p:pic>
      </p:grpSp>
      <p:sp>
        <p:nvSpPr>
          <p:cNvPr id="450" name="Rectangle: Rounded Corners 449">
            <a:extLst>
              <a:ext uri="{FF2B5EF4-FFF2-40B4-BE49-F238E27FC236}">
                <a16:creationId xmlns:a16="http://schemas.microsoft.com/office/drawing/2014/main" id="{BB99596B-E3C7-0D79-872F-EC74BB29B09C}"/>
              </a:ext>
            </a:extLst>
          </p:cNvPr>
          <p:cNvSpPr/>
          <p:nvPr/>
        </p:nvSpPr>
        <p:spPr>
          <a:xfrm rot="5400000">
            <a:off x="9671694" y="4520463"/>
            <a:ext cx="220778" cy="2483261"/>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Transition to support organization</a:t>
            </a:r>
          </a:p>
        </p:txBody>
      </p:sp>
      <p:grpSp>
        <p:nvGrpSpPr>
          <p:cNvPr id="3" name="Group 2">
            <a:extLst>
              <a:ext uri="{FF2B5EF4-FFF2-40B4-BE49-F238E27FC236}">
                <a16:creationId xmlns:a16="http://schemas.microsoft.com/office/drawing/2014/main" id="{844BFE97-B7A4-E031-524E-68FEF7A1F83B}"/>
              </a:ext>
            </a:extLst>
          </p:cNvPr>
          <p:cNvGrpSpPr/>
          <p:nvPr/>
        </p:nvGrpSpPr>
        <p:grpSpPr>
          <a:xfrm>
            <a:off x="2580762" y="4547584"/>
            <a:ext cx="889094" cy="1388894"/>
            <a:chOff x="2580762" y="4642428"/>
            <a:chExt cx="889094" cy="1388894"/>
          </a:xfrm>
          <a:solidFill>
            <a:schemeClr val="bg1">
              <a:lumMod val="85000"/>
            </a:schemeClr>
          </a:solidFill>
        </p:grpSpPr>
        <p:grpSp>
          <p:nvGrpSpPr>
            <p:cNvPr id="4" name="Group 3">
              <a:extLst>
                <a:ext uri="{FF2B5EF4-FFF2-40B4-BE49-F238E27FC236}">
                  <a16:creationId xmlns:a16="http://schemas.microsoft.com/office/drawing/2014/main" id="{22F92CCB-76C2-34F3-6ED4-4DEEB299290C}"/>
                </a:ext>
              </a:extLst>
            </p:cNvPr>
            <p:cNvGrpSpPr/>
            <p:nvPr/>
          </p:nvGrpSpPr>
          <p:grpSpPr>
            <a:xfrm>
              <a:off x="3053106" y="4658615"/>
              <a:ext cx="416750" cy="1346179"/>
              <a:chOff x="2420404" y="3780548"/>
              <a:chExt cx="416750" cy="1346179"/>
            </a:xfrm>
            <a:grpFill/>
          </p:grpSpPr>
          <p:grpSp>
            <p:nvGrpSpPr>
              <p:cNvPr id="451" name="Group 450">
                <a:extLst>
                  <a:ext uri="{FF2B5EF4-FFF2-40B4-BE49-F238E27FC236}">
                    <a16:creationId xmlns:a16="http://schemas.microsoft.com/office/drawing/2014/main" id="{EDD1BB68-D828-1B30-02EE-AA3F6A8CDFDF}"/>
                  </a:ext>
                </a:extLst>
              </p:cNvPr>
              <p:cNvGrpSpPr/>
              <p:nvPr/>
            </p:nvGrpSpPr>
            <p:grpSpPr>
              <a:xfrm>
                <a:off x="2422409" y="3780548"/>
                <a:ext cx="414745" cy="288448"/>
                <a:chOff x="5605469" y="98036"/>
                <a:chExt cx="493294" cy="348272"/>
              </a:xfrm>
              <a:grpFill/>
            </p:grpSpPr>
            <p:sp>
              <p:nvSpPr>
                <p:cNvPr id="470" name="Rectangle 469">
                  <a:extLst>
                    <a:ext uri="{FF2B5EF4-FFF2-40B4-BE49-F238E27FC236}">
                      <a16:creationId xmlns:a16="http://schemas.microsoft.com/office/drawing/2014/main" id="{D63E6967-641E-D614-AFE4-2A27011816BB}"/>
                    </a:ext>
                  </a:extLst>
                </p:cNvPr>
                <p:cNvSpPr/>
                <p:nvPr/>
              </p:nvSpPr>
              <p:spPr>
                <a:xfrm rot="16200000">
                  <a:off x="5541737" y="161768"/>
                  <a:ext cx="343463"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rgbClr val="FFFFFF"/>
                      </a:solidFill>
                      <a:effectLst/>
                      <a:uLnTx/>
                      <a:uFillTx/>
                      <a:latin typeface="Century Gothic" panose="020F0302020204030204"/>
                      <a:ea typeface="+mn-ea"/>
                      <a:cs typeface="+mn-cs"/>
                    </a:rPr>
                    <a:t>Must</a:t>
                  </a:r>
                </a:p>
              </p:txBody>
            </p:sp>
            <p:sp>
              <p:nvSpPr>
                <p:cNvPr id="471" name="Rectangle 470">
                  <a:extLst>
                    <a:ext uri="{FF2B5EF4-FFF2-40B4-BE49-F238E27FC236}">
                      <a16:creationId xmlns:a16="http://schemas.microsoft.com/office/drawing/2014/main" id="{3E194005-21ED-7710-DA6E-0B186E70441F}"/>
                    </a:ext>
                  </a:extLst>
                </p:cNvPr>
                <p:cNvSpPr/>
                <p:nvPr/>
              </p:nvSpPr>
              <p:spPr>
                <a:xfrm>
                  <a:off x="5819080" y="9803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472" name="Rectangle 471">
                  <a:extLst>
                    <a:ext uri="{FF2B5EF4-FFF2-40B4-BE49-F238E27FC236}">
                      <a16:creationId xmlns:a16="http://schemas.microsoft.com/office/drawing/2014/main" id="{B2D02881-8326-C1C7-677D-98271BAF8975}"/>
                    </a:ext>
                  </a:extLst>
                </p:cNvPr>
                <p:cNvSpPr/>
                <p:nvPr/>
              </p:nvSpPr>
              <p:spPr>
                <a:xfrm>
                  <a:off x="5819080" y="21357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473" name="Rectangle 472">
                  <a:extLst>
                    <a:ext uri="{FF2B5EF4-FFF2-40B4-BE49-F238E27FC236}">
                      <a16:creationId xmlns:a16="http://schemas.microsoft.com/office/drawing/2014/main" id="{14BB4AD3-A05E-3101-A121-D1557F07CB46}"/>
                    </a:ext>
                  </a:extLst>
                </p:cNvPr>
                <p:cNvSpPr/>
                <p:nvPr/>
              </p:nvSpPr>
              <p:spPr>
                <a:xfrm>
                  <a:off x="5819080" y="329104"/>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nvGrpSpPr>
              <p:cNvPr id="452" name="Group 451">
                <a:extLst>
                  <a:ext uri="{FF2B5EF4-FFF2-40B4-BE49-F238E27FC236}">
                    <a16:creationId xmlns:a16="http://schemas.microsoft.com/office/drawing/2014/main" id="{72D42B0E-32A3-5BE8-4D80-9255623C636C}"/>
                  </a:ext>
                </a:extLst>
              </p:cNvPr>
              <p:cNvGrpSpPr/>
              <p:nvPr/>
            </p:nvGrpSpPr>
            <p:grpSpPr>
              <a:xfrm>
                <a:off x="2420404" y="4069954"/>
                <a:ext cx="416750" cy="292758"/>
                <a:chOff x="5603085" y="98036"/>
                <a:chExt cx="495678" cy="353475"/>
              </a:xfrm>
              <a:grpFill/>
            </p:grpSpPr>
            <p:sp>
              <p:nvSpPr>
                <p:cNvPr id="466" name="Rectangle 465">
                  <a:extLst>
                    <a:ext uri="{FF2B5EF4-FFF2-40B4-BE49-F238E27FC236}">
                      <a16:creationId xmlns:a16="http://schemas.microsoft.com/office/drawing/2014/main" id="{7088B7EF-7A32-EB6B-9DCD-EA7594BFD326}"/>
                    </a:ext>
                  </a:extLst>
                </p:cNvPr>
                <p:cNvSpPr/>
                <p:nvPr/>
              </p:nvSpPr>
              <p:spPr>
                <a:xfrm rot="16200000">
                  <a:off x="5534347" y="166774"/>
                  <a:ext cx="353475"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rgbClr val="FFFFFF"/>
                      </a:solidFill>
                      <a:effectLst/>
                      <a:uLnTx/>
                      <a:uFillTx/>
                      <a:latin typeface="Century Gothic" panose="020F0302020204030204"/>
                      <a:ea typeface="+mn-ea"/>
                      <a:cs typeface="+mn-cs"/>
                    </a:rPr>
                    <a:t>Should</a:t>
                  </a:r>
                </a:p>
              </p:txBody>
            </p:sp>
            <p:sp>
              <p:nvSpPr>
                <p:cNvPr id="467" name="Rectangle 466">
                  <a:extLst>
                    <a:ext uri="{FF2B5EF4-FFF2-40B4-BE49-F238E27FC236}">
                      <a16:creationId xmlns:a16="http://schemas.microsoft.com/office/drawing/2014/main" id="{226ED2DE-A0AA-A0FF-174C-A234AB37FFD7}"/>
                    </a:ext>
                  </a:extLst>
                </p:cNvPr>
                <p:cNvSpPr/>
                <p:nvPr/>
              </p:nvSpPr>
              <p:spPr>
                <a:xfrm>
                  <a:off x="5819080" y="9803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468" name="Rectangle 467">
                  <a:extLst>
                    <a:ext uri="{FF2B5EF4-FFF2-40B4-BE49-F238E27FC236}">
                      <a16:creationId xmlns:a16="http://schemas.microsoft.com/office/drawing/2014/main" id="{085AC5FC-D296-6A06-41F1-55DD243B4C17}"/>
                    </a:ext>
                  </a:extLst>
                </p:cNvPr>
                <p:cNvSpPr/>
                <p:nvPr/>
              </p:nvSpPr>
              <p:spPr>
                <a:xfrm>
                  <a:off x="5819080" y="21357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469" name="Rectangle 468">
                  <a:extLst>
                    <a:ext uri="{FF2B5EF4-FFF2-40B4-BE49-F238E27FC236}">
                      <a16:creationId xmlns:a16="http://schemas.microsoft.com/office/drawing/2014/main" id="{4440FEB1-785C-CC1B-69AE-4DD587ADC311}"/>
                    </a:ext>
                  </a:extLst>
                </p:cNvPr>
                <p:cNvSpPr/>
                <p:nvPr/>
              </p:nvSpPr>
              <p:spPr>
                <a:xfrm>
                  <a:off x="5819080" y="329104"/>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nvGrpSpPr>
              <p:cNvPr id="453" name="Group 452">
                <a:extLst>
                  <a:ext uri="{FF2B5EF4-FFF2-40B4-BE49-F238E27FC236}">
                    <a16:creationId xmlns:a16="http://schemas.microsoft.com/office/drawing/2014/main" id="{1D344C96-F012-1592-52A4-A1DA21E5FC2B}"/>
                  </a:ext>
                </a:extLst>
              </p:cNvPr>
              <p:cNvGrpSpPr/>
              <p:nvPr/>
            </p:nvGrpSpPr>
            <p:grpSpPr>
              <a:xfrm>
                <a:off x="2426170" y="4741422"/>
                <a:ext cx="410909" cy="385305"/>
                <a:chOff x="6509524" y="-116502"/>
                <a:chExt cx="488731" cy="465216"/>
              </a:xfrm>
              <a:grpFill/>
            </p:grpSpPr>
            <p:sp>
              <p:nvSpPr>
                <p:cNvPr id="460" name="Rectangle 459">
                  <a:extLst>
                    <a:ext uri="{FF2B5EF4-FFF2-40B4-BE49-F238E27FC236}">
                      <a16:creationId xmlns:a16="http://schemas.microsoft.com/office/drawing/2014/main" id="{FD7A522E-B906-E981-DACE-473EFF9C0E28}"/>
                    </a:ext>
                  </a:extLst>
                </p:cNvPr>
                <p:cNvSpPr/>
                <p:nvPr/>
              </p:nvSpPr>
              <p:spPr>
                <a:xfrm rot="16200000">
                  <a:off x="6384916" y="8106"/>
                  <a:ext cx="465216"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rgbClr val="FFFFFF"/>
                      </a:solidFill>
                      <a:effectLst/>
                      <a:uLnTx/>
                      <a:uFillTx/>
                      <a:latin typeface="Century Gothic" panose="020F0302020204030204"/>
                      <a:ea typeface="+mn-ea"/>
                      <a:cs typeface="+mn-cs"/>
                    </a:rPr>
                    <a:t>Would</a:t>
                  </a:r>
                </a:p>
              </p:txBody>
            </p:sp>
            <p:sp>
              <p:nvSpPr>
                <p:cNvPr id="462" name="Rectangle 461">
                  <a:extLst>
                    <a:ext uri="{FF2B5EF4-FFF2-40B4-BE49-F238E27FC236}">
                      <a16:creationId xmlns:a16="http://schemas.microsoft.com/office/drawing/2014/main" id="{2A33799C-EB5C-165A-9215-368459560473}"/>
                    </a:ext>
                  </a:extLst>
                </p:cNvPr>
                <p:cNvSpPr/>
                <p:nvPr/>
              </p:nvSpPr>
              <p:spPr>
                <a:xfrm>
                  <a:off x="6718572" y="-116502"/>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63" name="Rectangle 462">
                  <a:extLst>
                    <a:ext uri="{FF2B5EF4-FFF2-40B4-BE49-F238E27FC236}">
                      <a16:creationId xmlns:a16="http://schemas.microsoft.com/office/drawing/2014/main" id="{F114EC3D-45E5-1C64-1F19-5A0CAC3C7CEA}"/>
                    </a:ext>
                  </a:extLst>
                </p:cNvPr>
                <p:cNvSpPr/>
                <p:nvPr/>
              </p:nvSpPr>
              <p:spPr>
                <a:xfrm>
                  <a:off x="6718572" y="-968"/>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64" name="Rectangle 463">
                  <a:extLst>
                    <a:ext uri="{FF2B5EF4-FFF2-40B4-BE49-F238E27FC236}">
                      <a16:creationId xmlns:a16="http://schemas.microsoft.com/office/drawing/2014/main" id="{EF839A0B-C7E5-CF73-12A1-44CC98D157E5}"/>
                    </a:ext>
                  </a:extLst>
                </p:cNvPr>
                <p:cNvSpPr/>
                <p:nvPr/>
              </p:nvSpPr>
              <p:spPr>
                <a:xfrm>
                  <a:off x="6718572" y="11456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65" name="Rectangle 464">
                  <a:extLst>
                    <a:ext uri="{FF2B5EF4-FFF2-40B4-BE49-F238E27FC236}">
                      <a16:creationId xmlns:a16="http://schemas.microsoft.com/office/drawing/2014/main" id="{2C2580C2-AE69-C508-0B8C-1E79D4C95FCC}"/>
                    </a:ext>
                  </a:extLst>
                </p:cNvPr>
                <p:cNvSpPr/>
                <p:nvPr/>
              </p:nvSpPr>
              <p:spPr>
                <a:xfrm>
                  <a:off x="6718572" y="23010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nvGrpSpPr>
              <p:cNvPr id="454" name="Group 453">
                <a:extLst>
                  <a:ext uri="{FF2B5EF4-FFF2-40B4-BE49-F238E27FC236}">
                    <a16:creationId xmlns:a16="http://schemas.microsoft.com/office/drawing/2014/main" id="{1A8380B7-1386-7F09-FD84-150B905EE1AF}"/>
                  </a:ext>
                </a:extLst>
              </p:cNvPr>
              <p:cNvGrpSpPr/>
              <p:nvPr/>
            </p:nvGrpSpPr>
            <p:grpSpPr>
              <a:xfrm>
                <a:off x="2421259" y="4359537"/>
                <a:ext cx="415895" cy="384137"/>
                <a:chOff x="5652381" y="91367"/>
                <a:chExt cx="494661" cy="463806"/>
              </a:xfrm>
              <a:grpFill/>
            </p:grpSpPr>
            <p:sp>
              <p:nvSpPr>
                <p:cNvPr id="455" name="Rectangle 454">
                  <a:extLst>
                    <a:ext uri="{FF2B5EF4-FFF2-40B4-BE49-F238E27FC236}">
                      <a16:creationId xmlns:a16="http://schemas.microsoft.com/office/drawing/2014/main" id="{F4D229E4-7E26-BF9F-5568-EDC29CB237E2}"/>
                    </a:ext>
                  </a:extLst>
                </p:cNvPr>
                <p:cNvSpPr/>
                <p:nvPr/>
              </p:nvSpPr>
              <p:spPr>
                <a:xfrm rot="16200000">
                  <a:off x="5528479" y="215269"/>
                  <a:ext cx="463803"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rgbClr val="FFFFFF"/>
                      </a:solidFill>
                      <a:effectLst/>
                      <a:uLnTx/>
                      <a:uFillTx/>
                      <a:latin typeface="Century Gothic" panose="020F0302020204030204"/>
                      <a:ea typeface="+mn-ea"/>
                      <a:cs typeface="+mn-cs"/>
                    </a:rPr>
                    <a:t>Could</a:t>
                  </a:r>
                </a:p>
              </p:txBody>
            </p:sp>
            <p:sp>
              <p:nvSpPr>
                <p:cNvPr id="456" name="Rectangle 455">
                  <a:extLst>
                    <a:ext uri="{FF2B5EF4-FFF2-40B4-BE49-F238E27FC236}">
                      <a16:creationId xmlns:a16="http://schemas.microsoft.com/office/drawing/2014/main" id="{EEF0ECF6-13F2-0478-224B-644B44AEEA1F}"/>
                    </a:ext>
                  </a:extLst>
                </p:cNvPr>
                <p:cNvSpPr/>
                <p:nvPr/>
              </p:nvSpPr>
              <p:spPr>
                <a:xfrm>
                  <a:off x="5867359" y="91367"/>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457" name="Rectangle 456">
                  <a:extLst>
                    <a:ext uri="{FF2B5EF4-FFF2-40B4-BE49-F238E27FC236}">
                      <a16:creationId xmlns:a16="http://schemas.microsoft.com/office/drawing/2014/main" id="{FD0A8CA4-B28D-1872-C5F6-30357D206D0B}"/>
                    </a:ext>
                  </a:extLst>
                </p:cNvPr>
                <p:cNvSpPr/>
                <p:nvPr/>
              </p:nvSpPr>
              <p:spPr>
                <a:xfrm>
                  <a:off x="5867359" y="206901"/>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458" name="Rectangle 457">
                  <a:extLst>
                    <a:ext uri="{FF2B5EF4-FFF2-40B4-BE49-F238E27FC236}">
                      <a16:creationId xmlns:a16="http://schemas.microsoft.com/office/drawing/2014/main" id="{61A30AD4-1CF3-34E3-8890-AA72F9F03449}"/>
                    </a:ext>
                  </a:extLst>
                </p:cNvPr>
                <p:cNvSpPr/>
                <p:nvPr/>
              </p:nvSpPr>
              <p:spPr>
                <a:xfrm>
                  <a:off x="5867359" y="322435"/>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459" name="Rectangle 458">
                  <a:extLst>
                    <a:ext uri="{FF2B5EF4-FFF2-40B4-BE49-F238E27FC236}">
                      <a16:creationId xmlns:a16="http://schemas.microsoft.com/office/drawing/2014/main" id="{B9C3F175-A153-0D8C-C838-E3378F2108DE}"/>
                    </a:ext>
                  </a:extLst>
                </p:cNvPr>
                <p:cNvSpPr/>
                <p:nvPr/>
              </p:nvSpPr>
              <p:spPr>
                <a:xfrm>
                  <a:off x="5867359" y="437969"/>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sp>
          <p:nvSpPr>
            <p:cNvPr id="5" name="TextBox 4">
              <a:extLst>
                <a:ext uri="{FF2B5EF4-FFF2-40B4-BE49-F238E27FC236}">
                  <a16:creationId xmlns:a16="http://schemas.microsoft.com/office/drawing/2014/main" id="{557432CF-BF31-F39F-0619-28BD2EB24302}"/>
                </a:ext>
              </a:extLst>
            </p:cNvPr>
            <p:cNvSpPr txBox="1"/>
            <p:nvPr/>
          </p:nvSpPr>
          <p:spPr>
            <a:xfrm rot="16200000">
              <a:off x="2221465" y="5260869"/>
              <a:ext cx="1372706" cy="168199"/>
            </a:xfrm>
            <a:prstGeom prst="rect">
              <a:avLst/>
            </a:prstGeom>
            <a:noFill/>
          </p:spPr>
          <p:txBody>
            <a:bodyPr wrap="square" lIns="36000" tIns="36000" rIns="36000" bIns="3600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Prioritized Blueprint Backlog</a:t>
              </a:r>
            </a:p>
          </p:txBody>
        </p:sp>
        <p:pic>
          <p:nvPicPr>
            <p:cNvPr id="27" name="Graphic 202" descr="Arrow: Counter-clockwise curve">
              <a:extLst>
                <a:ext uri="{FF2B5EF4-FFF2-40B4-BE49-F238E27FC236}">
                  <a16:creationId xmlns:a16="http://schemas.microsoft.com/office/drawing/2014/main" id="{C2A87277-F8F9-CCE6-BA2E-0FEE4FDE3BCB}"/>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flipV="1">
              <a:off x="2580762" y="4642428"/>
              <a:ext cx="288774" cy="284465"/>
            </a:xfrm>
            <a:prstGeom prst="rect">
              <a:avLst/>
            </a:prstGeom>
          </p:spPr>
        </p:pic>
      </p:grpSp>
      <p:grpSp>
        <p:nvGrpSpPr>
          <p:cNvPr id="474" name="Group 473">
            <a:extLst>
              <a:ext uri="{FF2B5EF4-FFF2-40B4-BE49-F238E27FC236}">
                <a16:creationId xmlns:a16="http://schemas.microsoft.com/office/drawing/2014/main" id="{92618F0F-2955-8DFC-42A3-AAD4E1C57E11}"/>
              </a:ext>
            </a:extLst>
          </p:cNvPr>
          <p:cNvGrpSpPr/>
          <p:nvPr/>
        </p:nvGrpSpPr>
        <p:grpSpPr>
          <a:xfrm>
            <a:off x="3595471" y="4157793"/>
            <a:ext cx="1053953" cy="1756846"/>
            <a:chOff x="3595471" y="4157793"/>
            <a:chExt cx="1053953" cy="1756846"/>
          </a:xfrm>
        </p:grpSpPr>
        <p:grpSp>
          <p:nvGrpSpPr>
            <p:cNvPr id="475" name="Group 474">
              <a:extLst>
                <a:ext uri="{FF2B5EF4-FFF2-40B4-BE49-F238E27FC236}">
                  <a16:creationId xmlns:a16="http://schemas.microsoft.com/office/drawing/2014/main" id="{4A2AC3E4-8669-DF98-595B-3B3FD1F62C1C}"/>
                </a:ext>
              </a:extLst>
            </p:cNvPr>
            <p:cNvGrpSpPr/>
            <p:nvPr/>
          </p:nvGrpSpPr>
          <p:grpSpPr>
            <a:xfrm>
              <a:off x="4132040" y="4178579"/>
              <a:ext cx="517384" cy="1736060"/>
              <a:chOff x="3825805" y="4221882"/>
              <a:chExt cx="517384" cy="1736060"/>
            </a:xfrm>
            <a:solidFill>
              <a:schemeClr val="bg1">
                <a:lumMod val="85000"/>
              </a:schemeClr>
            </a:solidFill>
          </p:grpSpPr>
          <p:grpSp>
            <p:nvGrpSpPr>
              <p:cNvPr id="478" name="Group 477">
                <a:extLst>
                  <a:ext uri="{FF2B5EF4-FFF2-40B4-BE49-F238E27FC236}">
                    <a16:creationId xmlns:a16="http://schemas.microsoft.com/office/drawing/2014/main" id="{ABEEDF1C-C06B-7972-032C-270945498A42}"/>
                  </a:ext>
                </a:extLst>
              </p:cNvPr>
              <p:cNvGrpSpPr/>
              <p:nvPr/>
            </p:nvGrpSpPr>
            <p:grpSpPr>
              <a:xfrm>
                <a:off x="3828293" y="4221882"/>
                <a:ext cx="514896" cy="370403"/>
                <a:chOff x="5605469" y="98036"/>
                <a:chExt cx="493294" cy="348272"/>
              </a:xfrm>
              <a:grpFill/>
            </p:grpSpPr>
            <p:sp>
              <p:nvSpPr>
                <p:cNvPr id="496" name="Rectangle 495">
                  <a:extLst>
                    <a:ext uri="{FF2B5EF4-FFF2-40B4-BE49-F238E27FC236}">
                      <a16:creationId xmlns:a16="http://schemas.microsoft.com/office/drawing/2014/main" id="{649705CF-F92B-3BCB-C048-A663D1CD16BE}"/>
                    </a:ext>
                  </a:extLst>
                </p:cNvPr>
                <p:cNvSpPr/>
                <p:nvPr/>
              </p:nvSpPr>
              <p:spPr>
                <a:xfrm rot="16200000">
                  <a:off x="5541737" y="161768"/>
                  <a:ext cx="343463"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Century Gothic" panose="020F0302020204030204"/>
                      <a:ea typeface="+mn-ea"/>
                      <a:cs typeface="+mn-cs"/>
                    </a:rPr>
                    <a:t>Must</a:t>
                  </a:r>
                </a:p>
              </p:txBody>
            </p:sp>
            <p:sp>
              <p:nvSpPr>
                <p:cNvPr id="497" name="Rectangle 496">
                  <a:extLst>
                    <a:ext uri="{FF2B5EF4-FFF2-40B4-BE49-F238E27FC236}">
                      <a16:creationId xmlns:a16="http://schemas.microsoft.com/office/drawing/2014/main" id="{E5110875-BBEF-78C8-64EF-B0764606DE06}"/>
                    </a:ext>
                  </a:extLst>
                </p:cNvPr>
                <p:cNvSpPr/>
                <p:nvPr/>
              </p:nvSpPr>
              <p:spPr>
                <a:xfrm>
                  <a:off x="5819080" y="9803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498" name="Rectangle 497">
                  <a:extLst>
                    <a:ext uri="{FF2B5EF4-FFF2-40B4-BE49-F238E27FC236}">
                      <a16:creationId xmlns:a16="http://schemas.microsoft.com/office/drawing/2014/main" id="{EBC6756A-1981-C833-EE74-FBE3B6887F83}"/>
                    </a:ext>
                  </a:extLst>
                </p:cNvPr>
                <p:cNvSpPr/>
                <p:nvPr/>
              </p:nvSpPr>
              <p:spPr>
                <a:xfrm>
                  <a:off x="5819080" y="21357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499" name="Rectangle 498">
                  <a:extLst>
                    <a:ext uri="{FF2B5EF4-FFF2-40B4-BE49-F238E27FC236}">
                      <a16:creationId xmlns:a16="http://schemas.microsoft.com/office/drawing/2014/main" id="{8F4F1A90-06AF-AFC0-DA9D-B9C750ADC318}"/>
                    </a:ext>
                  </a:extLst>
                </p:cNvPr>
                <p:cNvSpPr/>
                <p:nvPr/>
              </p:nvSpPr>
              <p:spPr>
                <a:xfrm>
                  <a:off x="5819080" y="329104"/>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nvGrpSpPr>
              <p:cNvPr id="479" name="Group 478">
                <a:extLst>
                  <a:ext uri="{FF2B5EF4-FFF2-40B4-BE49-F238E27FC236}">
                    <a16:creationId xmlns:a16="http://schemas.microsoft.com/office/drawing/2014/main" id="{4EDE2A74-1360-2627-CFFB-690EC656F1A5}"/>
                  </a:ext>
                </a:extLst>
              </p:cNvPr>
              <p:cNvGrpSpPr/>
              <p:nvPr/>
            </p:nvGrpSpPr>
            <p:grpSpPr>
              <a:xfrm>
                <a:off x="3825805" y="4593515"/>
                <a:ext cx="517384" cy="375937"/>
                <a:chOff x="5603085" y="98036"/>
                <a:chExt cx="495678" cy="353475"/>
              </a:xfrm>
              <a:grpFill/>
            </p:grpSpPr>
            <p:sp>
              <p:nvSpPr>
                <p:cNvPr id="492" name="Rectangle 491">
                  <a:extLst>
                    <a:ext uri="{FF2B5EF4-FFF2-40B4-BE49-F238E27FC236}">
                      <a16:creationId xmlns:a16="http://schemas.microsoft.com/office/drawing/2014/main" id="{6492059B-592A-8E16-F41A-E24DD5AC8B3E}"/>
                    </a:ext>
                  </a:extLst>
                </p:cNvPr>
                <p:cNvSpPr/>
                <p:nvPr/>
              </p:nvSpPr>
              <p:spPr>
                <a:xfrm rot="16200000">
                  <a:off x="5534347" y="166774"/>
                  <a:ext cx="353475"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Century Gothic" panose="020F0302020204030204"/>
                      <a:ea typeface="+mn-ea"/>
                      <a:cs typeface="+mn-cs"/>
                    </a:rPr>
                    <a:t>Should</a:t>
                  </a:r>
                </a:p>
              </p:txBody>
            </p:sp>
            <p:sp>
              <p:nvSpPr>
                <p:cNvPr id="493" name="Rectangle 492">
                  <a:extLst>
                    <a:ext uri="{FF2B5EF4-FFF2-40B4-BE49-F238E27FC236}">
                      <a16:creationId xmlns:a16="http://schemas.microsoft.com/office/drawing/2014/main" id="{E7C1DFDE-7FDE-3671-DEE7-043EBCC2EA68}"/>
                    </a:ext>
                  </a:extLst>
                </p:cNvPr>
                <p:cNvSpPr/>
                <p:nvPr/>
              </p:nvSpPr>
              <p:spPr>
                <a:xfrm>
                  <a:off x="5819080" y="9803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494" name="Rectangle 493">
                  <a:extLst>
                    <a:ext uri="{FF2B5EF4-FFF2-40B4-BE49-F238E27FC236}">
                      <a16:creationId xmlns:a16="http://schemas.microsoft.com/office/drawing/2014/main" id="{EB1077B6-2C10-6385-ACC9-B8F58ED91957}"/>
                    </a:ext>
                  </a:extLst>
                </p:cNvPr>
                <p:cNvSpPr/>
                <p:nvPr/>
              </p:nvSpPr>
              <p:spPr>
                <a:xfrm>
                  <a:off x="5819080" y="21357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495" name="Rectangle 494">
                  <a:extLst>
                    <a:ext uri="{FF2B5EF4-FFF2-40B4-BE49-F238E27FC236}">
                      <a16:creationId xmlns:a16="http://schemas.microsoft.com/office/drawing/2014/main" id="{A2CA91D7-C28F-63EB-E436-D7930DAC8FB7}"/>
                    </a:ext>
                  </a:extLst>
                </p:cNvPr>
                <p:cNvSpPr/>
                <p:nvPr/>
              </p:nvSpPr>
              <p:spPr>
                <a:xfrm>
                  <a:off x="5819080" y="329104"/>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nvGrpSpPr>
              <p:cNvPr id="480" name="Group 479">
                <a:extLst>
                  <a:ext uri="{FF2B5EF4-FFF2-40B4-BE49-F238E27FC236}">
                    <a16:creationId xmlns:a16="http://schemas.microsoft.com/office/drawing/2014/main" id="{DDC17770-95E7-B5B1-343B-7BFC91D41AC6}"/>
                  </a:ext>
                </a:extLst>
              </p:cNvPr>
              <p:cNvGrpSpPr/>
              <p:nvPr/>
            </p:nvGrpSpPr>
            <p:grpSpPr>
              <a:xfrm>
                <a:off x="3832963" y="5463164"/>
                <a:ext cx="510133" cy="494778"/>
                <a:chOff x="6509524" y="-116502"/>
                <a:chExt cx="488731" cy="465216"/>
              </a:xfrm>
              <a:grpFill/>
            </p:grpSpPr>
            <p:sp>
              <p:nvSpPr>
                <p:cNvPr id="487" name="Rectangle 486">
                  <a:extLst>
                    <a:ext uri="{FF2B5EF4-FFF2-40B4-BE49-F238E27FC236}">
                      <a16:creationId xmlns:a16="http://schemas.microsoft.com/office/drawing/2014/main" id="{382EF4AA-8BA5-7834-E74E-AEA9DC7D9F2C}"/>
                    </a:ext>
                  </a:extLst>
                </p:cNvPr>
                <p:cNvSpPr/>
                <p:nvPr/>
              </p:nvSpPr>
              <p:spPr>
                <a:xfrm rot="16200000">
                  <a:off x="6384916" y="8106"/>
                  <a:ext cx="465216"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Century Gothic" panose="020F0302020204030204"/>
                      <a:ea typeface="+mn-ea"/>
                      <a:cs typeface="+mn-cs"/>
                    </a:rPr>
                    <a:t>Would</a:t>
                  </a:r>
                </a:p>
              </p:txBody>
            </p:sp>
            <p:sp>
              <p:nvSpPr>
                <p:cNvPr id="488" name="Rectangle 487">
                  <a:extLst>
                    <a:ext uri="{FF2B5EF4-FFF2-40B4-BE49-F238E27FC236}">
                      <a16:creationId xmlns:a16="http://schemas.microsoft.com/office/drawing/2014/main" id="{ACF4DDFA-831D-7FA6-B1AD-EA8C76A56E24}"/>
                    </a:ext>
                  </a:extLst>
                </p:cNvPr>
                <p:cNvSpPr/>
                <p:nvPr/>
              </p:nvSpPr>
              <p:spPr>
                <a:xfrm>
                  <a:off x="6718572" y="-116502"/>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489" name="Rectangle 488">
                  <a:extLst>
                    <a:ext uri="{FF2B5EF4-FFF2-40B4-BE49-F238E27FC236}">
                      <a16:creationId xmlns:a16="http://schemas.microsoft.com/office/drawing/2014/main" id="{5FEA991F-B3FB-4F4C-C023-AA02D4D2F5FA}"/>
                    </a:ext>
                  </a:extLst>
                </p:cNvPr>
                <p:cNvSpPr/>
                <p:nvPr/>
              </p:nvSpPr>
              <p:spPr>
                <a:xfrm>
                  <a:off x="6718572" y="-968"/>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490" name="Rectangle 489">
                  <a:extLst>
                    <a:ext uri="{FF2B5EF4-FFF2-40B4-BE49-F238E27FC236}">
                      <a16:creationId xmlns:a16="http://schemas.microsoft.com/office/drawing/2014/main" id="{C1A4FC23-13F4-AB0A-AE03-E561208522A1}"/>
                    </a:ext>
                  </a:extLst>
                </p:cNvPr>
                <p:cNvSpPr/>
                <p:nvPr/>
              </p:nvSpPr>
              <p:spPr>
                <a:xfrm>
                  <a:off x="6718572" y="11456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491" name="Rectangle 490">
                  <a:extLst>
                    <a:ext uri="{FF2B5EF4-FFF2-40B4-BE49-F238E27FC236}">
                      <a16:creationId xmlns:a16="http://schemas.microsoft.com/office/drawing/2014/main" id="{E718D3AE-7AB2-77C6-7661-00E13342021A}"/>
                    </a:ext>
                  </a:extLst>
                </p:cNvPr>
                <p:cNvSpPr/>
                <p:nvPr/>
              </p:nvSpPr>
              <p:spPr>
                <a:xfrm>
                  <a:off x="6718572" y="23010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nvGrpSpPr>
              <p:cNvPr id="481" name="Group 480">
                <a:extLst>
                  <a:ext uri="{FF2B5EF4-FFF2-40B4-BE49-F238E27FC236}">
                    <a16:creationId xmlns:a16="http://schemas.microsoft.com/office/drawing/2014/main" id="{20F531E2-01B9-E9EA-F478-556DF945C24D}"/>
                  </a:ext>
                </a:extLst>
              </p:cNvPr>
              <p:cNvGrpSpPr/>
              <p:nvPr/>
            </p:nvGrpSpPr>
            <p:grpSpPr>
              <a:xfrm>
                <a:off x="3826867" y="4965850"/>
                <a:ext cx="516322" cy="493279"/>
                <a:chOff x="5652381" y="91367"/>
                <a:chExt cx="494661" cy="463806"/>
              </a:xfrm>
              <a:grpFill/>
            </p:grpSpPr>
            <p:sp>
              <p:nvSpPr>
                <p:cNvPr id="482" name="Rectangle 481">
                  <a:extLst>
                    <a:ext uri="{FF2B5EF4-FFF2-40B4-BE49-F238E27FC236}">
                      <a16:creationId xmlns:a16="http://schemas.microsoft.com/office/drawing/2014/main" id="{B6FD1252-A08F-671A-5847-BF79DB13A018}"/>
                    </a:ext>
                  </a:extLst>
                </p:cNvPr>
                <p:cNvSpPr/>
                <p:nvPr/>
              </p:nvSpPr>
              <p:spPr>
                <a:xfrm rot="16200000">
                  <a:off x="5528479" y="215269"/>
                  <a:ext cx="463803"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Century Gothic" panose="020F0302020204030204"/>
                      <a:ea typeface="+mn-ea"/>
                      <a:cs typeface="+mn-cs"/>
                    </a:rPr>
                    <a:t>Could</a:t>
                  </a:r>
                </a:p>
              </p:txBody>
            </p:sp>
            <p:sp>
              <p:nvSpPr>
                <p:cNvPr id="483" name="Rectangle 482">
                  <a:extLst>
                    <a:ext uri="{FF2B5EF4-FFF2-40B4-BE49-F238E27FC236}">
                      <a16:creationId xmlns:a16="http://schemas.microsoft.com/office/drawing/2014/main" id="{5B7458A6-A127-166B-3DB8-B28439E42802}"/>
                    </a:ext>
                  </a:extLst>
                </p:cNvPr>
                <p:cNvSpPr/>
                <p:nvPr/>
              </p:nvSpPr>
              <p:spPr>
                <a:xfrm>
                  <a:off x="5867359" y="91367"/>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484" name="Rectangle 483">
                  <a:extLst>
                    <a:ext uri="{FF2B5EF4-FFF2-40B4-BE49-F238E27FC236}">
                      <a16:creationId xmlns:a16="http://schemas.microsoft.com/office/drawing/2014/main" id="{0EB9396A-D8E9-055A-4853-387F7DEA9EC1}"/>
                    </a:ext>
                  </a:extLst>
                </p:cNvPr>
                <p:cNvSpPr/>
                <p:nvPr/>
              </p:nvSpPr>
              <p:spPr>
                <a:xfrm>
                  <a:off x="5867359" y="206901"/>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485" name="Rectangle 484">
                  <a:extLst>
                    <a:ext uri="{FF2B5EF4-FFF2-40B4-BE49-F238E27FC236}">
                      <a16:creationId xmlns:a16="http://schemas.microsoft.com/office/drawing/2014/main" id="{B250159D-6441-1849-64D1-B64D6AD154C4}"/>
                    </a:ext>
                  </a:extLst>
                </p:cNvPr>
                <p:cNvSpPr/>
                <p:nvPr/>
              </p:nvSpPr>
              <p:spPr>
                <a:xfrm>
                  <a:off x="5867359" y="322435"/>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486" name="Rectangle 485">
                  <a:extLst>
                    <a:ext uri="{FF2B5EF4-FFF2-40B4-BE49-F238E27FC236}">
                      <a16:creationId xmlns:a16="http://schemas.microsoft.com/office/drawing/2014/main" id="{2729E855-8F6C-D3E5-7C34-999CDAC051E1}"/>
                    </a:ext>
                  </a:extLst>
                </p:cNvPr>
                <p:cNvSpPr/>
                <p:nvPr/>
              </p:nvSpPr>
              <p:spPr>
                <a:xfrm>
                  <a:off x="5867359" y="437969"/>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sp>
          <p:nvSpPr>
            <p:cNvPr id="476" name="TextBox 475">
              <a:extLst>
                <a:ext uri="{FF2B5EF4-FFF2-40B4-BE49-F238E27FC236}">
                  <a16:creationId xmlns:a16="http://schemas.microsoft.com/office/drawing/2014/main" id="{0C5F00E6-C74B-76A7-95F3-5803A0CB320E}"/>
                </a:ext>
              </a:extLst>
            </p:cNvPr>
            <p:cNvSpPr txBox="1"/>
            <p:nvPr/>
          </p:nvSpPr>
          <p:spPr>
            <a:xfrm rot="16200000">
              <a:off x="3387722" y="4660543"/>
              <a:ext cx="1207391" cy="228912"/>
            </a:xfrm>
            <a:prstGeom prst="rect">
              <a:avLst/>
            </a:prstGeom>
            <a:noFill/>
          </p:spPr>
          <p:txBody>
            <a:bodyPr wrap="square" lIns="36000" tIns="36000" rIns="36000" bIns="3600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Prioritized Project Backlog</a:t>
              </a:r>
            </a:p>
          </p:txBody>
        </p:sp>
        <p:pic>
          <p:nvPicPr>
            <p:cNvPr id="477" name="Graphic 95" descr="Arrow: Counter-clockwise curve">
              <a:extLst>
                <a:ext uri="{FF2B5EF4-FFF2-40B4-BE49-F238E27FC236}">
                  <a16:creationId xmlns:a16="http://schemas.microsoft.com/office/drawing/2014/main" id="{8649C81E-7864-6929-7AAE-DBD107A14D0F}"/>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flipV="1">
              <a:off x="3595471" y="4157793"/>
              <a:ext cx="358503" cy="365288"/>
            </a:xfrm>
            <a:prstGeom prst="rect">
              <a:avLst/>
            </a:prstGeom>
          </p:spPr>
        </p:pic>
      </p:grpSp>
      <p:pic>
        <p:nvPicPr>
          <p:cNvPr id="500" name="Picture 499">
            <a:extLst>
              <a:ext uri="{FF2B5EF4-FFF2-40B4-BE49-F238E27FC236}">
                <a16:creationId xmlns:a16="http://schemas.microsoft.com/office/drawing/2014/main" id="{F3851028-723A-6061-F1B1-4D138541C70C}"/>
              </a:ext>
            </a:extLst>
          </p:cNvPr>
          <p:cNvPicPr>
            <a:picLocks noChangeAspect="1"/>
          </p:cNvPicPr>
          <p:nvPr/>
        </p:nvPicPr>
        <p:blipFill rotWithShape="1">
          <a:blip r:embed="rId6">
            <a:duotone>
              <a:schemeClr val="accent6">
                <a:shade val="45000"/>
                <a:satMod val="135000"/>
              </a:schemeClr>
              <a:prstClr val="white"/>
            </a:duotone>
          </a:blip>
          <a:srcRect l="14992" r="-1493"/>
          <a:stretch/>
        </p:blipFill>
        <p:spPr>
          <a:xfrm>
            <a:off x="4936738" y="4402428"/>
            <a:ext cx="2204820" cy="386989"/>
          </a:xfrm>
          <a:prstGeom prst="rect">
            <a:avLst/>
          </a:prstGeom>
          <a:solidFill>
            <a:schemeClr val="bg1">
              <a:lumMod val="85000"/>
            </a:schemeClr>
          </a:solidFill>
        </p:spPr>
      </p:pic>
      <p:sp>
        <p:nvSpPr>
          <p:cNvPr id="501" name="5-Point Star 266">
            <a:extLst>
              <a:ext uri="{FF2B5EF4-FFF2-40B4-BE49-F238E27FC236}">
                <a16:creationId xmlns:a16="http://schemas.microsoft.com/office/drawing/2014/main" id="{4373867B-85C3-057B-7E14-BBCF67019D99}"/>
              </a:ext>
            </a:extLst>
          </p:cNvPr>
          <p:cNvSpPr>
            <a:spLocks noChangeAspect="1"/>
          </p:cNvSpPr>
          <p:nvPr/>
        </p:nvSpPr>
        <p:spPr>
          <a:xfrm>
            <a:off x="9968472" y="4343251"/>
            <a:ext cx="274694" cy="274320"/>
          </a:xfrm>
          <a:prstGeom prst="star5">
            <a:avLst/>
          </a:prstGeom>
          <a:solidFill>
            <a:schemeClr val="bg1">
              <a:lumMod val="85000"/>
            </a:schemeClr>
          </a:solidFill>
          <a:ln>
            <a:solidFill>
              <a:schemeClr val="bg1"/>
            </a:solidFill>
          </a:ln>
          <a:effectLst>
            <a:outerShdw blurRad="63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502" name="Group 501">
            <a:extLst>
              <a:ext uri="{FF2B5EF4-FFF2-40B4-BE49-F238E27FC236}">
                <a16:creationId xmlns:a16="http://schemas.microsoft.com/office/drawing/2014/main" id="{D59E52D7-6AE4-F447-F45B-883CEA956CB4}"/>
              </a:ext>
            </a:extLst>
          </p:cNvPr>
          <p:cNvGrpSpPr/>
          <p:nvPr/>
        </p:nvGrpSpPr>
        <p:grpSpPr>
          <a:xfrm>
            <a:off x="2381250" y="986748"/>
            <a:ext cx="9691302" cy="361520"/>
            <a:chOff x="1752680" y="1406433"/>
            <a:chExt cx="10319872" cy="361520"/>
          </a:xfrm>
        </p:grpSpPr>
        <p:cxnSp>
          <p:nvCxnSpPr>
            <p:cNvPr id="503" name="Straight Arrow Connector 502">
              <a:extLst>
                <a:ext uri="{FF2B5EF4-FFF2-40B4-BE49-F238E27FC236}">
                  <a16:creationId xmlns:a16="http://schemas.microsoft.com/office/drawing/2014/main" id="{6FA3DF0C-C158-2FDA-DE2C-6EFCBD742F47}"/>
                </a:ext>
              </a:extLst>
            </p:cNvPr>
            <p:cNvCxnSpPr>
              <a:cxnSpLocks/>
            </p:cNvCxnSpPr>
            <p:nvPr/>
          </p:nvCxnSpPr>
          <p:spPr>
            <a:xfrm>
              <a:off x="1752680" y="1602550"/>
              <a:ext cx="10319872" cy="0"/>
            </a:xfrm>
            <a:prstGeom prst="straightConnector1">
              <a:avLst/>
            </a:prstGeom>
            <a:ln w="19050">
              <a:solidFill>
                <a:schemeClr val="bg1">
                  <a:lumMod val="75000"/>
                </a:schemeClr>
              </a:solidFill>
              <a:headEnd type="diamond" w="lg" len="lg"/>
              <a:tailEnd type="triangle" w="lg" len="lg"/>
            </a:ln>
          </p:spPr>
          <p:style>
            <a:lnRef idx="1">
              <a:schemeClr val="accent1"/>
            </a:lnRef>
            <a:fillRef idx="0">
              <a:schemeClr val="accent1"/>
            </a:fillRef>
            <a:effectRef idx="0">
              <a:schemeClr val="accent1"/>
            </a:effectRef>
            <a:fontRef idx="minor">
              <a:schemeClr val="tx1"/>
            </a:fontRef>
          </p:style>
        </p:cxnSp>
        <p:sp>
          <p:nvSpPr>
            <p:cNvPr id="504" name="Arrow: Pentagon 115">
              <a:extLst>
                <a:ext uri="{FF2B5EF4-FFF2-40B4-BE49-F238E27FC236}">
                  <a16:creationId xmlns:a16="http://schemas.microsoft.com/office/drawing/2014/main" id="{E1E3CA39-411D-69F0-13DB-BC6920F09486}"/>
                </a:ext>
              </a:extLst>
            </p:cNvPr>
            <p:cNvSpPr/>
            <p:nvPr/>
          </p:nvSpPr>
          <p:spPr>
            <a:xfrm>
              <a:off x="6050080" y="1406433"/>
              <a:ext cx="1725072" cy="361520"/>
            </a:xfrm>
            <a:prstGeom prst="homePlate">
              <a:avLst>
                <a:gd name="adj" fmla="val 0"/>
              </a:avLst>
            </a:prstGeom>
            <a:solidFill>
              <a:schemeClr val="bg1">
                <a:lumMod val="95000"/>
              </a:schemeClr>
            </a:solidFill>
            <a:ln w="19050">
              <a:no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Monitor and Control</a:t>
              </a:r>
            </a:p>
          </p:txBody>
        </p:sp>
      </p:grpSp>
    </p:spTree>
    <p:extLst>
      <p:ext uri="{BB962C8B-B14F-4D97-AF65-F5344CB8AC3E}">
        <p14:creationId xmlns:p14="http://schemas.microsoft.com/office/powerpoint/2010/main" val="1116905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8F94749-0646-BDB6-18F5-A834597A3B2F}"/>
            </a:ext>
          </a:extLst>
        </p:cNvPr>
        <p:cNvGrpSpPr/>
        <p:nvPr/>
      </p:nvGrpSpPr>
      <p:grpSpPr>
        <a:xfrm>
          <a:off x="0" y="0"/>
          <a:ext cx="0" cy="0"/>
          <a:chOff x="0" y="0"/>
          <a:chExt cx="0" cy="0"/>
        </a:xfrm>
      </p:grpSpPr>
      <p:cxnSp>
        <p:nvCxnSpPr>
          <p:cNvPr id="280" name="Straight Connector 279">
            <a:extLst>
              <a:ext uri="{FF2B5EF4-FFF2-40B4-BE49-F238E27FC236}">
                <a16:creationId xmlns:a16="http://schemas.microsoft.com/office/drawing/2014/main" id="{647A1E69-3291-0F2E-80AB-8A4D66A7241B}"/>
              </a:ext>
            </a:extLst>
          </p:cNvPr>
          <p:cNvCxnSpPr>
            <a:cxnSpLocks/>
          </p:cNvCxnSpPr>
          <p:nvPr/>
        </p:nvCxnSpPr>
        <p:spPr>
          <a:xfrm flipH="1">
            <a:off x="7238911" y="2708268"/>
            <a:ext cx="8382"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71" name="TextBox 270">
            <a:extLst>
              <a:ext uri="{FF2B5EF4-FFF2-40B4-BE49-F238E27FC236}">
                <a16:creationId xmlns:a16="http://schemas.microsoft.com/office/drawing/2014/main" id="{853A196E-B7CA-756A-F425-F3AAEAF9CA91}"/>
              </a:ext>
            </a:extLst>
          </p:cNvPr>
          <p:cNvSpPr txBox="1"/>
          <p:nvPr/>
        </p:nvSpPr>
        <p:spPr>
          <a:xfrm>
            <a:off x="5942500" y="6031697"/>
            <a:ext cx="1294487"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Solution (technically) built</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Ready for integration testing</a:t>
            </a:r>
          </a:p>
        </p:txBody>
      </p:sp>
      <p:sp>
        <p:nvSpPr>
          <p:cNvPr id="328" name="TextBox 327">
            <a:extLst>
              <a:ext uri="{FF2B5EF4-FFF2-40B4-BE49-F238E27FC236}">
                <a16:creationId xmlns:a16="http://schemas.microsoft.com/office/drawing/2014/main" id="{0A3B78B9-6A1E-9CAA-7CA2-B467ABDDE387}"/>
              </a:ext>
            </a:extLst>
          </p:cNvPr>
          <p:cNvSpPr txBox="1"/>
          <p:nvPr/>
        </p:nvSpPr>
        <p:spPr>
          <a:xfrm>
            <a:off x="4925519" y="4726780"/>
            <a:ext cx="2199456" cy="461665"/>
          </a:xfrm>
          <a:prstGeom prst="rect">
            <a:avLst/>
          </a:prstGeom>
          <a:noFill/>
        </p:spPr>
        <p:txBody>
          <a:bodyPr wrap="square" rIns="36000" rtlCol="0" anchor="b">
            <a:spAutoFit/>
          </a:bodyPr>
          <a:lstStyle/>
          <a:p>
            <a:pPr algn="ctr"/>
            <a:r>
              <a:rPr lang="en-US" sz="800" i="1">
                <a:solidFill>
                  <a:schemeClr val="bg1">
                    <a:lumMod val="75000"/>
                  </a:schemeClr>
                </a:solidFill>
              </a:rPr>
              <a:t>Iterative and incremental build</a:t>
            </a:r>
          </a:p>
          <a:p>
            <a:pPr algn="ctr"/>
            <a:r>
              <a:rPr lang="en-US" sz="800" i="1">
                <a:solidFill>
                  <a:schemeClr val="bg1">
                    <a:lumMod val="75000"/>
                  </a:schemeClr>
                </a:solidFill>
              </a:rPr>
              <a:t>in sprints of 3 to 6 weeks </a:t>
            </a:r>
            <a:br>
              <a:rPr lang="en-US" sz="800" i="1">
                <a:solidFill>
                  <a:schemeClr val="bg1">
                    <a:lumMod val="75000"/>
                  </a:schemeClr>
                </a:solidFill>
              </a:rPr>
            </a:br>
            <a:r>
              <a:rPr lang="en-US" sz="800" i="1">
                <a:solidFill>
                  <a:schemeClr val="bg1">
                    <a:lumMod val="75000"/>
                  </a:schemeClr>
                </a:solidFill>
              </a:rPr>
              <a:t>(all sprints of same length)</a:t>
            </a:r>
          </a:p>
        </p:txBody>
      </p:sp>
      <p:sp>
        <p:nvSpPr>
          <p:cNvPr id="9" name="Rectangle: Rounded Corners 8">
            <a:extLst>
              <a:ext uri="{FF2B5EF4-FFF2-40B4-BE49-F238E27FC236}">
                <a16:creationId xmlns:a16="http://schemas.microsoft.com/office/drawing/2014/main" id="{21EB5164-0EEC-5112-080A-54C1C50CB912}"/>
              </a:ext>
            </a:extLst>
          </p:cNvPr>
          <p:cNvSpPr/>
          <p:nvPr/>
        </p:nvSpPr>
        <p:spPr>
          <a:xfrm>
            <a:off x="4729821" y="2860709"/>
            <a:ext cx="2507610" cy="582211"/>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0" tIns="0" rIns="0" bIns="0" rtlCol="0" anchor="t">
            <a:spAutoFit/>
          </a:bodyPr>
          <a:lstStyle/>
          <a:p>
            <a:pPr algn="ctr">
              <a:spcAft>
                <a:spcPts val="400"/>
              </a:spcAft>
            </a:pPr>
            <a:r>
              <a:rPr lang="en-GB" sz="1050" b="1" dirty="0">
                <a:solidFill>
                  <a:schemeClr val="bg1">
                    <a:lumMod val="75000"/>
                  </a:schemeClr>
                </a:solidFill>
              </a:rPr>
              <a:t>REA</a:t>
            </a:r>
            <a:endParaRPr lang="en-GB" sz="900" dirty="0">
              <a:solidFill>
                <a:schemeClr val="bg1">
                  <a:lumMod val="75000"/>
                </a:schemeClr>
              </a:solidFill>
            </a:endParaRPr>
          </a:p>
          <a:p>
            <a:pPr algn="ctr"/>
            <a:r>
              <a:rPr lang="en-GB" sz="800" dirty="0">
                <a:solidFill>
                  <a:schemeClr val="bg1">
                    <a:lumMod val="75000"/>
                  </a:schemeClr>
                </a:solidFill>
              </a:rPr>
              <a:t>Build of the solution in sprints </a:t>
            </a:r>
            <a:br>
              <a:rPr lang="en-GB" sz="800" dirty="0">
                <a:solidFill>
                  <a:schemeClr val="bg1">
                    <a:lumMod val="75000"/>
                  </a:schemeClr>
                </a:solidFill>
              </a:rPr>
            </a:br>
            <a:r>
              <a:rPr lang="en-GB" sz="800" dirty="0">
                <a:solidFill>
                  <a:schemeClr val="bg1">
                    <a:lumMod val="75000"/>
                  </a:schemeClr>
                </a:solidFill>
              </a:rPr>
              <a:t>(detailed design, build, test, </a:t>
            </a:r>
            <a:br>
              <a:rPr lang="en-GB" sz="800" dirty="0">
                <a:solidFill>
                  <a:schemeClr val="bg1">
                    <a:lumMod val="75000"/>
                  </a:schemeClr>
                </a:solidFill>
              </a:rPr>
            </a:br>
            <a:r>
              <a:rPr lang="en-GB" sz="800" dirty="0">
                <a:solidFill>
                  <a:schemeClr val="bg1">
                    <a:lumMod val="75000"/>
                  </a:schemeClr>
                </a:solidFill>
              </a:rPr>
              <a:t>show &amp; tell and release)</a:t>
            </a:r>
          </a:p>
        </p:txBody>
      </p:sp>
      <p:sp>
        <p:nvSpPr>
          <p:cNvPr id="117" name="Rectangle 116">
            <a:extLst>
              <a:ext uri="{FF2B5EF4-FFF2-40B4-BE49-F238E27FC236}">
                <a16:creationId xmlns:a16="http://schemas.microsoft.com/office/drawing/2014/main" id="{EE98EDF9-A0E9-D495-A932-8736B34C351A}"/>
              </a:ext>
            </a:extLst>
          </p:cNvPr>
          <p:cNvSpPr/>
          <p:nvPr/>
        </p:nvSpPr>
        <p:spPr>
          <a:xfrm>
            <a:off x="1364" y="535696"/>
            <a:ext cx="12190635" cy="914400"/>
          </a:xfrm>
          <a:prstGeom prst="rect">
            <a:avLst/>
          </a:prstGeom>
          <a:gradFill>
            <a:gsLst>
              <a:gs pos="63000">
                <a:schemeClr val="bg1">
                  <a:lumMod val="95000"/>
                </a:schemeClr>
              </a:gs>
              <a:gs pos="13000">
                <a:schemeClr val="bg1">
                  <a:lumMod val="95000"/>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100" name="Rectangle 99">
            <a:extLst>
              <a:ext uri="{FF2B5EF4-FFF2-40B4-BE49-F238E27FC236}">
                <a16:creationId xmlns:a16="http://schemas.microsoft.com/office/drawing/2014/main" id="{B25E3E8A-C732-8647-DE78-F7A530E7C9D8}"/>
              </a:ext>
            </a:extLst>
          </p:cNvPr>
          <p:cNvSpPr/>
          <p:nvPr/>
        </p:nvSpPr>
        <p:spPr>
          <a:xfrm>
            <a:off x="147484" y="6179574"/>
            <a:ext cx="2492477"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17" name="Title 316">
            <a:extLst>
              <a:ext uri="{FF2B5EF4-FFF2-40B4-BE49-F238E27FC236}">
                <a16:creationId xmlns:a16="http://schemas.microsoft.com/office/drawing/2014/main" id="{5F7BC469-D5F8-0561-2711-0F734EF32C36}"/>
              </a:ext>
            </a:extLst>
          </p:cNvPr>
          <p:cNvSpPr>
            <a:spLocks noGrp="1"/>
          </p:cNvSpPr>
          <p:nvPr>
            <p:ph type="ctrTitle"/>
          </p:nvPr>
        </p:nvSpPr>
        <p:spPr/>
        <p:txBody>
          <a:bodyPr/>
          <a:lstStyle/>
          <a:p>
            <a:r>
              <a:rPr lang="nl-BE"/>
              <a:t>project life </a:t>
            </a:r>
            <a:r>
              <a:rPr lang="nl-BE" err="1"/>
              <a:t>cycle</a:t>
            </a:r>
            <a:endParaRPr lang="en-US"/>
          </a:p>
        </p:txBody>
      </p:sp>
      <p:cxnSp>
        <p:nvCxnSpPr>
          <p:cNvPr id="281" name="Straight Connector 280">
            <a:extLst>
              <a:ext uri="{FF2B5EF4-FFF2-40B4-BE49-F238E27FC236}">
                <a16:creationId xmlns:a16="http://schemas.microsoft.com/office/drawing/2014/main" id="{C4508B81-5998-3864-B3B5-3E5BA0197555}"/>
              </a:ext>
            </a:extLst>
          </p:cNvPr>
          <p:cNvCxnSpPr>
            <a:cxnSpLocks/>
          </p:cNvCxnSpPr>
          <p:nvPr/>
        </p:nvCxnSpPr>
        <p:spPr>
          <a:xfrm>
            <a:off x="2428620"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69" name="TextBox 268">
            <a:extLst>
              <a:ext uri="{FF2B5EF4-FFF2-40B4-BE49-F238E27FC236}">
                <a16:creationId xmlns:a16="http://schemas.microsoft.com/office/drawing/2014/main" id="{B0B150AA-5CED-506D-CDF0-57F7EAF2112E}"/>
              </a:ext>
            </a:extLst>
          </p:cNvPr>
          <p:cNvSpPr txBox="1"/>
          <p:nvPr/>
        </p:nvSpPr>
        <p:spPr>
          <a:xfrm>
            <a:off x="1529334" y="6031697"/>
            <a:ext cx="897363"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Project approach</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Project plan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Kick-off meeting</a:t>
            </a:r>
          </a:p>
        </p:txBody>
      </p:sp>
      <p:sp>
        <p:nvSpPr>
          <p:cNvPr id="14" name="Rectangle: Rounded Corners 13">
            <a:extLst>
              <a:ext uri="{FF2B5EF4-FFF2-40B4-BE49-F238E27FC236}">
                <a16:creationId xmlns:a16="http://schemas.microsoft.com/office/drawing/2014/main" id="{B41DD43E-80CE-B08D-1D58-849A658A2401}"/>
              </a:ext>
            </a:extLst>
          </p:cNvPr>
          <p:cNvSpPr/>
          <p:nvPr/>
        </p:nvSpPr>
        <p:spPr>
          <a:xfrm>
            <a:off x="1110734" y="2860709"/>
            <a:ext cx="1316405" cy="697627"/>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GB" sz="1000" b="1">
                <a:solidFill>
                  <a:schemeClr val="bg1">
                    <a:lumMod val="75000"/>
                  </a:schemeClr>
                </a:solidFill>
              </a:rPr>
              <a:t>PLAN</a:t>
            </a:r>
            <a:endParaRPr lang="en-GB" sz="1000">
              <a:solidFill>
                <a:schemeClr val="bg1">
                  <a:lumMod val="75000"/>
                </a:schemeClr>
              </a:solidFill>
            </a:endParaRPr>
          </a:p>
          <a:p>
            <a:pPr algn="ctr"/>
            <a:r>
              <a:rPr lang="en-GB" sz="800">
                <a:solidFill>
                  <a:schemeClr val="bg1">
                    <a:lumMod val="75000"/>
                  </a:schemeClr>
                </a:solidFill>
              </a:rPr>
              <a:t>Establish program </a:t>
            </a:r>
            <a:br>
              <a:rPr lang="en-GB" sz="800">
                <a:solidFill>
                  <a:schemeClr val="bg1">
                    <a:lumMod val="75000"/>
                  </a:schemeClr>
                </a:solidFill>
              </a:rPr>
            </a:br>
            <a:r>
              <a:rPr lang="en-GB" sz="800">
                <a:solidFill>
                  <a:schemeClr val="bg1">
                    <a:lumMod val="75000"/>
                  </a:schemeClr>
                </a:solidFill>
              </a:rPr>
              <a:t>or project governance and draw up initial plans​</a:t>
            </a:r>
            <a:endParaRPr lang="en-US" sz="800">
              <a:solidFill>
                <a:schemeClr val="bg1">
                  <a:lumMod val="75000"/>
                </a:schemeClr>
              </a:solidFill>
            </a:endParaRPr>
          </a:p>
        </p:txBody>
      </p:sp>
      <p:cxnSp>
        <p:nvCxnSpPr>
          <p:cNvPr id="287" name="Straight Connector 286">
            <a:extLst>
              <a:ext uri="{FF2B5EF4-FFF2-40B4-BE49-F238E27FC236}">
                <a16:creationId xmlns:a16="http://schemas.microsoft.com/office/drawing/2014/main" id="{068108BD-5A46-C367-50A4-EF61FA6123EA}"/>
              </a:ext>
            </a:extLst>
          </p:cNvPr>
          <p:cNvCxnSpPr>
            <a:cxnSpLocks/>
          </p:cNvCxnSpPr>
          <p:nvPr/>
        </p:nvCxnSpPr>
        <p:spPr>
          <a:xfrm flipH="1">
            <a:off x="1097233" y="2720379"/>
            <a:ext cx="5931"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75" name="TextBox 274">
            <a:extLst>
              <a:ext uri="{FF2B5EF4-FFF2-40B4-BE49-F238E27FC236}">
                <a16:creationId xmlns:a16="http://schemas.microsoft.com/office/drawing/2014/main" id="{AD7144CF-1747-146A-BCE1-1F3097635C76}"/>
              </a:ext>
            </a:extLst>
          </p:cNvPr>
          <p:cNvSpPr txBox="1"/>
          <p:nvPr/>
        </p:nvSpPr>
        <p:spPr>
          <a:xfrm>
            <a:off x="344956" y="6031697"/>
            <a:ext cx="752277"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Contract</a:t>
            </a:r>
          </a:p>
        </p:txBody>
      </p:sp>
      <p:sp>
        <p:nvSpPr>
          <p:cNvPr id="15" name="Rectangle: Rounded Corners 14">
            <a:extLst>
              <a:ext uri="{FF2B5EF4-FFF2-40B4-BE49-F238E27FC236}">
                <a16:creationId xmlns:a16="http://schemas.microsoft.com/office/drawing/2014/main" id="{64E53B34-9B82-CD75-5AF7-BEC6B2B9627C}"/>
              </a:ext>
            </a:extLst>
          </p:cNvPr>
          <p:cNvSpPr/>
          <p:nvPr/>
        </p:nvSpPr>
        <p:spPr>
          <a:xfrm>
            <a:off x="39890" y="2860709"/>
            <a:ext cx="1049771" cy="1074653"/>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US" sz="1000" b="1">
                <a:solidFill>
                  <a:schemeClr val="bg1">
                    <a:lumMod val="75000"/>
                  </a:schemeClr>
                </a:solidFill>
              </a:rPr>
              <a:t>PRE-SALES</a:t>
            </a:r>
            <a:endParaRPr lang="en-US" sz="1000">
              <a:solidFill>
                <a:schemeClr val="bg1">
                  <a:lumMod val="75000"/>
                </a:schemeClr>
              </a:solidFill>
            </a:endParaRPr>
          </a:p>
          <a:p>
            <a:pPr algn="ctr"/>
            <a:r>
              <a:rPr lang="en-US" sz="800">
                <a:solidFill>
                  <a:schemeClr val="bg1">
                    <a:lumMod val="75000"/>
                  </a:schemeClr>
                </a:solidFill>
              </a:rPr>
              <a:t>Phase to understand project or program objectives, solution roadmap and high- level requirements</a:t>
            </a:r>
            <a:r>
              <a:rPr lang="en-US" sz="850">
                <a:solidFill>
                  <a:schemeClr val="bg1">
                    <a:lumMod val="75000"/>
                  </a:schemeClr>
                </a:solidFill>
              </a:rPr>
              <a:t>​</a:t>
            </a:r>
          </a:p>
        </p:txBody>
      </p:sp>
      <p:grpSp>
        <p:nvGrpSpPr>
          <p:cNvPr id="2" name="Group 1">
            <a:extLst>
              <a:ext uri="{FF2B5EF4-FFF2-40B4-BE49-F238E27FC236}">
                <a16:creationId xmlns:a16="http://schemas.microsoft.com/office/drawing/2014/main" id="{197320AD-D538-04CA-778E-81985F4AC323}"/>
              </a:ext>
            </a:extLst>
          </p:cNvPr>
          <p:cNvGrpSpPr/>
          <p:nvPr/>
        </p:nvGrpSpPr>
        <p:grpSpPr>
          <a:xfrm>
            <a:off x="2580762" y="4547584"/>
            <a:ext cx="889094" cy="1388894"/>
            <a:chOff x="2580762" y="4642428"/>
            <a:chExt cx="889094" cy="1388894"/>
          </a:xfrm>
        </p:grpSpPr>
        <p:grpSp>
          <p:nvGrpSpPr>
            <p:cNvPr id="209" name="Group 208">
              <a:extLst>
                <a:ext uri="{FF2B5EF4-FFF2-40B4-BE49-F238E27FC236}">
                  <a16:creationId xmlns:a16="http://schemas.microsoft.com/office/drawing/2014/main" id="{23B6D910-D2E6-A176-2B94-8339AE215D8D}"/>
                </a:ext>
              </a:extLst>
            </p:cNvPr>
            <p:cNvGrpSpPr/>
            <p:nvPr/>
          </p:nvGrpSpPr>
          <p:grpSpPr>
            <a:xfrm>
              <a:off x="3053106" y="4658615"/>
              <a:ext cx="416750" cy="1346179"/>
              <a:chOff x="2420404" y="3780548"/>
              <a:chExt cx="416750" cy="1346179"/>
            </a:xfrm>
          </p:grpSpPr>
          <p:grpSp>
            <p:nvGrpSpPr>
              <p:cNvPr id="246" name="Group 245">
                <a:extLst>
                  <a:ext uri="{FF2B5EF4-FFF2-40B4-BE49-F238E27FC236}">
                    <a16:creationId xmlns:a16="http://schemas.microsoft.com/office/drawing/2014/main" id="{D47E0303-A3E4-0B0F-9F85-BC73E0E713B5}"/>
                  </a:ext>
                </a:extLst>
              </p:cNvPr>
              <p:cNvGrpSpPr/>
              <p:nvPr/>
            </p:nvGrpSpPr>
            <p:grpSpPr>
              <a:xfrm>
                <a:off x="2422409" y="3780548"/>
                <a:ext cx="414745" cy="288448"/>
                <a:chOff x="5605469" y="98036"/>
                <a:chExt cx="493294" cy="348272"/>
              </a:xfrm>
              <a:solidFill>
                <a:srgbClr val="C00000"/>
              </a:solidFill>
            </p:grpSpPr>
            <p:sp>
              <p:nvSpPr>
                <p:cNvPr id="264" name="Rectangle 263">
                  <a:extLst>
                    <a:ext uri="{FF2B5EF4-FFF2-40B4-BE49-F238E27FC236}">
                      <a16:creationId xmlns:a16="http://schemas.microsoft.com/office/drawing/2014/main" id="{AED07F78-6D19-D833-ACA3-BF603ECAB037}"/>
                    </a:ext>
                  </a:extLst>
                </p:cNvPr>
                <p:cNvSpPr/>
                <p:nvPr/>
              </p:nvSpPr>
              <p:spPr>
                <a:xfrm rot="16200000">
                  <a:off x="5541737" y="161768"/>
                  <a:ext cx="343463" cy="216000"/>
                </a:xfrm>
                <a:prstGeom prst="rect">
                  <a:avLst/>
                </a:prstGeom>
                <a:solidFill>
                  <a:schemeClr val="accent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rgbClr val="FFFFFF"/>
                      </a:solidFill>
                      <a:effectLst/>
                      <a:uLnTx/>
                      <a:uFillTx/>
                      <a:latin typeface="Century Gothic" panose="020F0302020204030204"/>
                      <a:ea typeface="+mn-ea"/>
                      <a:cs typeface="+mn-cs"/>
                    </a:rPr>
                    <a:t>Must</a:t>
                  </a:r>
                </a:p>
              </p:txBody>
            </p:sp>
            <p:sp>
              <p:nvSpPr>
                <p:cNvPr id="265" name="Rectangle 264">
                  <a:extLst>
                    <a:ext uri="{FF2B5EF4-FFF2-40B4-BE49-F238E27FC236}">
                      <a16:creationId xmlns:a16="http://schemas.microsoft.com/office/drawing/2014/main" id="{2141DC71-9302-FF8A-BB2C-6987952F8D7B}"/>
                    </a:ext>
                  </a:extLst>
                </p:cNvPr>
                <p:cNvSpPr/>
                <p:nvPr/>
              </p:nvSpPr>
              <p:spPr>
                <a:xfrm>
                  <a:off x="5819080" y="98036"/>
                  <a:ext cx="279683" cy="117204"/>
                </a:xfrm>
                <a:prstGeom prst="rect">
                  <a:avLst/>
                </a:prstGeom>
                <a:solidFill>
                  <a:schemeClr val="accent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266" name="Rectangle 265">
                  <a:extLst>
                    <a:ext uri="{FF2B5EF4-FFF2-40B4-BE49-F238E27FC236}">
                      <a16:creationId xmlns:a16="http://schemas.microsoft.com/office/drawing/2014/main" id="{768FA0FC-F2C3-ADBB-8D5D-E1370E11FD5C}"/>
                    </a:ext>
                  </a:extLst>
                </p:cNvPr>
                <p:cNvSpPr/>
                <p:nvPr/>
              </p:nvSpPr>
              <p:spPr>
                <a:xfrm>
                  <a:off x="5819080" y="213570"/>
                  <a:ext cx="279683" cy="117204"/>
                </a:xfrm>
                <a:prstGeom prst="rect">
                  <a:avLst/>
                </a:prstGeom>
                <a:solidFill>
                  <a:schemeClr val="accent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267" name="Rectangle 266">
                  <a:extLst>
                    <a:ext uri="{FF2B5EF4-FFF2-40B4-BE49-F238E27FC236}">
                      <a16:creationId xmlns:a16="http://schemas.microsoft.com/office/drawing/2014/main" id="{15FA1C21-E45B-DBC0-9E18-23BB61A9D8EA}"/>
                    </a:ext>
                  </a:extLst>
                </p:cNvPr>
                <p:cNvSpPr/>
                <p:nvPr/>
              </p:nvSpPr>
              <p:spPr>
                <a:xfrm>
                  <a:off x="5819080" y="329104"/>
                  <a:ext cx="279683" cy="117204"/>
                </a:xfrm>
                <a:prstGeom prst="rect">
                  <a:avLst/>
                </a:prstGeom>
                <a:solidFill>
                  <a:schemeClr val="accent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nvGrpSpPr>
              <p:cNvPr id="247" name="Group 246">
                <a:extLst>
                  <a:ext uri="{FF2B5EF4-FFF2-40B4-BE49-F238E27FC236}">
                    <a16:creationId xmlns:a16="http://schemas.microsoft.com/office/drawing/2014/main" id="{BB29F28E-8FEE-2FC4-2E90-DAE0D9D9D76A}"/>
                  </a:ext>
                </a:extLst>
              </p:cNvPr>
              <p:cNvGrpSpPr/>
              <p:nvPr/>
            </p:nvGrpSpPr>
            <p:grpSpPr>
              <a:xfrm>
                <a:off x="2420404" y="4069954"/>
                <a:ext cx="416750" cy="292758"/>
                <a:chOff x="5603085" y="98036"/>
                <a:chExt cx="495678" cy="353475"/>
              </a:xfrm>
              <a:solidFill>
                <a:srgbClr val="FF4747"/>
              </a:solidFill>
            </p:grpSpPr>
            <p:sp>
              <p:nvSpPr>
                <p:cNvPr id="260" name="Rectangle 259">
                  <a:extLst>
                    <a:ext uri="{FF2B5EF4-FFF2-40B4-BE49-F238E27FC236}">
                      <a16:creationId xmlns:a16="http://schemas.microsoft.com/office/drawing/2014/main" id="{CF525157-9CF6-02E6-4FE1-F68C487C2037}"/>
                    </a:ext>
                  </a:extLst>
                </p:cNvPr>
                <p:cNvSpPr/>
                <p:nvPr/>
              </p:nvSpPr>
              <p:spPr>
                <a:xfrm rot="16200000">
                  <a:off x="5534347" y="166774"/>
                  <a:ext cx="353475" cy="216000"/>
                </a:xfrm>
                <a:prstGeom prst="rect">
                  <a:avLst/>
                </a:prstGeom>
                <a:solidFill>
                  <a:schemeClr val="tx2"/>
                </a:solidFill>
                <a:ln>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rgbClr val="FFFFFF"/>
                      </a:solidFill>
                      <a:effectLst/>
                      <a:uLnTx/>
                      <a:uFillTx/>
                      <a:latin typeface="Century Gothic" panose="020F0302020204030204"/>
                      <a:ea typeface="+mn-ea"/>
                      <a:cs typeface="+mn-cs"/>
                    </a:rPr>
                    <a:t>Should</a:t>
                  </a:r>
                </a:p>
              </p:txBody>
            </p:sp>
            <p:sp>
              <p:nvSpPr>
                <p:cNvPr id="261" name="Rectangle 260">
                  <a:extLst>
                    <a:ext uri="{FF2B5EF4-FFF2-40B4-BE49-F238E27FC236}">
                      <a16:creationId xmlns:a16="http://schemas.microsoft.com/office/drawing/2014/main" id="{AE1D6A26-F9C6-C6D7-8F0F-424E3D0A98B9}"/>
                    </a:ext>
                  </a:extLst>
                </p:cNvPr>
                <p:cNvSpPr/>
                <p:nvPr/>
              </p:nvSpPr>
              <p:spPr>
                <a:xfrm>
                  <a:off x="5819080" y="98036"/>
                  <a:ext cx="279683" cy="117204"/>
                </a:xfrm>
                <a:prstGeom prst="rect">
                  <a:avLst/>
                </a:prstGeom>
                <a:solidFill>
                  <a:schemeClr val="tx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262" name="Rectangle 261">
                  <a:extLst>
                    <a:ext uri="{FF2B5EF4-FFF2-40B4-BE49-F238E27FC236}">
                      <a16:creationId xmlns:a16="http://schemas.microsoft.com/office/drawing/2014/main" id="{C56DA470-32D4-D507-CF0B-2EF560520435}"/>
                    </a:ext>
                  </a:extLst>
                </p:cNvPr>
                <p:cNvSpPr/>
                <p:nvPr/>
              </p:nvSpPr>
              <p:spPr>
                <a:xfrm>
                  <a:off x="5819080" y="213570"/>
                  <a:ext cx="279683" cy="117204"/>
                </a:xfrm>
                <a:prstGeom prst="rect">
                  <a:avLst/>
                </a:prstGeom>
                <a:solidFill>
                  <a:schemeClr val="tx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263" name="Rectangle 262">
                  <a:extLst>
                    <a:ext uri="{FF2B5EF4-FFF2-40B4-BE49-F238E27FC236}">
                      <a16:creationId xmlns:a16="http://schemas.microsoft.com/office/drawing/2014/main" id="{12F03385-F1D0-505C-9457-D1E24AEC0257}"/>
                    </a:ext>
                  </a:extLst>
                </p:cNvPr>
                <p:cNvSpPr/>
                <p:nvPr/>
              </p:nvSpPr>
              <p:spPr>
                <a:xfrm>
                  <a:off x="5819080" y="329104"/>
                  <a:ext cx="279683" cy="117204"/>
                </a:xfrm>
                <a:prstGeom prst="rect">
                  <a:avLst/>
                </a:prstGeom>
                <a:solidFill>
                  <a:schemeClr val="tx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nvGrpSpPr>
              <p:cNvPr id="248" name="Group 247">
                <a:extLst>
                  <a:ext uri="{FF2B5EF4-FFF2-40B4-BE49-F238E27FC236}">
                    <a16:creationId xmlns:a16="http://schemas.microsoft.com/office/drawing/2014/main" id="{AE673009-B0AF-4645-6E10-923D1950A014}"/>
                  </a:ext>
                </a:extLst>
              </p:cNvPr>
              <p:cNvGrpSpPr/>
              <p:nvPr/>
            </p:nvGrpSpPr>
            <p:grpSpPr>
              <a:xfrm>
                <a:off x="2426170" y="4741422"/>
                <a:ext cx="410909" cy="385305"/>
                <a:chOff x="6509524" y="-116502"/>
                <a:chExt cx="488731" cy="465216"/>
              </a:xfrm>
              <a:solidFill>
                <a:srgbClr val="FFC9C9"/>
              </a:solidFill>
            </p:grpSpPr>
            <p:sp>
              <p:nvSpPr>
                <p:cNvPr id="255" name="Rectangle 254">
                  <a:extLst>
                    <a:ext uri="{FF2B5EF4-FFF2-40B4-BE49-F238E27FC236}">
                      <a16:creationId xmlns:a16="http://schemas.microsoft.com/office/drawing/2014/main" id="{D294E813-EF85-560D-512D-CA41A9B7C4E8}"/>
                    </a:ext>
                  </a:extLst>
                </p:cNvPr>
                <p:cNvSpPr/>
                <p:nvPr/>
              </p:nvSpPr>
              <p:spPr>
                <a:xfrm rot="16200000">
                  <a:off x="6384916" y="8106"/>
                  <a:ext cx="465216" cy="216000"/>
                </a:xfrm>
                <a:prstGeom prst="rect">
                  <a:avLst/>
                </a:prstGeom>
                <a:solidFill>
                  <a:schemeClr val="accent1"/>
                </a:solid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rgbClr val="FFFFFF"/>
                      </a:solidFill>
                      <a:effectLst/>
                      <a:uLnTx/>
                      <a:uFillTx/>
                      <a:latin typeface="Century Gothic" panose="020F0302020204030204"/>
                      <a:ea typeface="+mn-ea"/>
                      <a:cs typeface="+mn-cs"/>
                    </a:rPr>
                    <a:t>Would</a:t>
                  </a:r>
                </a:p>
              </p:txBody>
            </p:sp>
            <p:sp>
              <p:nvSpPr>
                <p:cNvPr id="256" name="Rectangle 255">
                  <a:extLst>
                    <a:ext uri="{FF2B5EF4-FFF2-40B4-BE49-F238E27FC236}">
                      <a16:creationId xmlns:a16="http://schemas.microsoft.com/office/drawing/2014/main" id="{4BFFCF3F-93CC-2618-217A-69B210FC5B94}"/>
                    </a:ext>
                  </a:extLst>
                </p:cNvPr>
                <p:cNvSpPr/>
                <p:nvPr/>
              </p:nvSpPr>
              <p:spPr>
                <a:xfrm>
                  <a:off x="6718572" y="-116502"/>
                  <a:ext cx="279683" cy="117204"/>
                </a:xfrm>
                <a:prstGeom prst="rect">
                  <a:avLst/>
                </a:prstGeom>
                <a:solidFill>
                  <a:schemeClr val="accent1"/>
                </a:solid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57" name="Rectangle 256">
                  <a:extLst>
                    <a:ext uri="{FF2B5EF4-FFF2-40B4-BE49-F238E27FC236}">
                      <a16:creationId xmlns:a16="http://schemas.microsoft.com/office/drawing/2014/main" id="{178AC59A-47C2-A489-1DD7-E218DBACDA60}"/>
                    </a:ext>
                  </a:extLst>
                </p:cNvPr>
                <p:cNvSpPr/>
                <p:nvPr/>
              </p:nvSpPr>
              <p:spPr>
                <a:xfrm>
                  <a:off x="6718572" y="-968"/>
                  <a:ext cx="279683" cy="117204"/>
                </a:xfrm>
                <a:prstGeom prst="rect">
                  <a:avLst/>
                </a:prstGeom>
                <a:solidFill>
                  <a:schemeClr val="accent1"/>
                </a:solid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58" name="Rectangle 257">
                  <a:extLst>
                    <a:ext uri="{FF2B5EF4-FFF2-40B4-BE49-F238E27FC236}">
                      <a16:creationId xmlns:a16="http://schemas.microsoft.com/office/drawing/2014/main" id="{722DC7C9-6725-7DB6-CED7-6F7E068B7F1B}"/>
                    </a:ext>
                  </a:extLst>
                </p:cNvPr>
                <p:cNvSpPr/>
                <p:nvPr/>
              </p:nvSpPr>
              <p:spPr>
                <a:xfrm>
                  <a:off x="6718572" y="114566"/>
                  <a:ext cx="279683" cy="117204"/>
                </a:xfrm>
                <a:prstGeom prst="rect">
                  <a:avLst/>
                </a:prstGeom>
                <a:solidFill>
                  <a:schemeClr val="accent1"/>
                </a:solid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59" name="Rectangle 258">
                  <a:extLst>
                    <a:ext uri="{FF2B5EF4-FFF2-40B4-BE49-F238E27FC236}">
                      <a16:creationId xmlns:a16="http://schemas.microsoft.com/office/drawing/2014/main" id="{A728B93E-E7D4-D2E1-FD4C-B0784D0AED73}"/>
                    </a:ext>
                  </a:extLst>
                </p:cNvPr>
                <p:cNvSpPr/>
                <p:nvPr/>
              </p:nvSpPr>
              <p:spPr>
                <a:xfrm>
                  <a:off x="6718572" y="230100"/>
                  <a:ext cx="279683" cy="117204"/>
                </a:xfrm>
                <a:prstGeom prst="rect">
                  <a:avLst/>
                </a:prstGeom>
                <a:solidFill>
                  <a:schemeClr val="accent1"/>
                </a:solid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nvGrpSpPr>
              <p:cNvPr id="249" name="Group 248">
                <a:extLst>
                  <a:ext uri="{FF2B5EF4-FFF2-40B4-BE49-F238E27FC236}">
                    <a16:creationId xmlns:a16="http://schemas.microsoft.com/office/drawing/2014/main" id="{E67398DB-9157-D58A-5D34-9562349F2CA7}"/>
                  </a:ext>
                </a:extLst>
              </p:cNvPr>
              <p:cNvGrpSpPr/>
              <p:nvPr/>
            </p:nvGrpSpPr>
            <p:grpSpPr>
              <a:xfrm>
                <a:off x="2421259" y="4359537"/>
                <a:ext cx="415895" cy="384137"/>
                <a:chOff x="5652381" y="91367"/>
                <a:chExt cx="494661" cy="463806"/>
              </a:xfrm>
              <a:solidFill>
                <a:srgbClr val="FF9393"/>
              </a:solidFill>
            </p:grpSpPr>
            <p:sp>
              <p:nvSpPr>
                <p:cNvPr id="250" name="Rectangle 249">
                  <a:extLst>
                    <a:ext uri="{FF2B5EF4-FFF2-40B4-BE49-F238E27FC236}">
                      <a16:creationId xmlns:a16="http://schemas.microsoft.com/office/drawing/2014/main" id="{BCFDC93E-447B-C3EB-825B-CCD358CD44B7}"/>
                    </a:ext>
                  </a:extLst>
                </p:cNvPr>
                <p:cNvSpPr/>
                <p:nvPr/>
              </p:nvSpPr>
              <p:spPr>
                <a:xfrm rot="16200000">
                  <a:off x="5528479" y="215269"/>
                  <a:ext cx="463803" cy="216000"/>
                </a:xfrm>
                <a:prstGeom prst="rect">
                  <a:avLst/>
                </a:prstGeom>
                <a:solidFill>
                  <a:schemeClr val="bg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rgbClr val="FFFFFF"/>
                      </a:solidFill>
                      <a:effectLst/>
                      <a:uLnTx/>
                      <a:uFillTx/>
                      <a:latin typeface="Century Gothic" panose="020F0302020204030204"/>
                      <a:ea typeface="+mn-ea"/>
                      <a:cs typeface="+mn-cs"/>
                    </a:rPr>
                    <a:t>Could</a:t>
                  </a:r>
                </a:p>
              </p:txBody>
            </p:sp>
            <p:sp>
              <p:nvSpPr>
                <p:cNvPr id="251" name="Rectangle 250">
                  <a:extLst>
                    <a:ext uri="{FF2B5EF4-FFF2-40B4-BE49-F238E27FC236}">
                      <a16:creationId xmlns:a16="http://schemas.microsoft.com/office/drawing/2014/main" id="{1A6C49CB-31D8-6536-E255-7F3A96A955A5}"/>
                    </a:ext>
                  </a:extLst>
                </p:cNvPr>
                <p:cNvSpPr/>
                <p:nvPr/>
              </p:nvSpPr>
              <p:spPr>
                <a:xfrm>
                  <a:off x="5867359" y="91367"/>
                  <a:ext cx="279683" cy="117204"/>
                </a:xfrm>
                <a:prstGeom prst="rect">
                  <a:avLst/>
                </a:prstGeom>
                <a:solidFill>
                  <a:schemeClr val="bg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252" name="Rectangle 251">
                  <a:extLst>
                    <a:ext uri="{FF2B5EF4-FFF2-40B4-BE49-F238E27FC236}">
                      <a16:creationId xmlns:a16="http://schemas.microsoft.com/office/drawing/2014/main" id="{D9A0AFBB-F81C-3875-9850-2157F0069309}"/>
                    </a:ext>
                  </a:extLst>
                </p:cNvPr>
                <p:cNvSpPr/>
                <p:nvPr/>
              </p:nvSpPr>
              <p:spPr>
                <a:xfrm>
                  <a:off x="5867359" y="206901"/>
                  <a:ext cx="279683" cy="117204"/>
                </a:xfrm>
                <a:prstGeom prst="rect">
                  <a:avLst/>
                </a:prstGeom>
                <a:solidFill>
                  <a:schemeClr val="bg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253" name="Rectangle 252">
                  <a:extLst>
                    <a:ext uri="{FF2B5EF4-FFF2-40B4-BE49-F238E27FC236}">
                      <a16:creationId xmlns:a16="http://schemas.microsoft.com/office/drawing/2014/main" id="{FD2F1F06-80F8-CD33-0144-ADB8F74CADE6}"/>
                    </a:ext>
                  </a:extLst>
                </p:cNvPr>
                <p:cNvSpPr/>
                <p:nvPr/>
              </p:nvSpPr>
              <p:spPr>
                <a:xfrm>
                  <a:off x="5867359" y="322435"/>
                  <a:ext cx="279683" cy="117204"/>
                </a:xfrm>
                <a:prstGeom prst="rect">
                  <a:avLst/>
                </a:prstGeom>
                <a:solidFill>
                  <a:schemeClr val="bg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254" name="Rectangle 253">
                  <a:extLst>
                    <a:ext uri="{FF2B5EF4-FFF2-40B4-BE49-F238E27FC236}">
                      <a16:creationId xmlns:a16="http://schemas.microsoft.com/office/drawing/2014/main" id="{1D9722A7-CB25-CBF8-4FBA-9CE564B8EC19}"/>
                    </a:ext>
                  </a:extLst>
                </p:cNvPr>
                <p:cNvSpPr/>
                <p:nvPr/>
              </p:nvSpPr>
              <p:spPr>
                <a:xfrm>
                  <a:off x="5867359" y="437969"/>
                  <a:ext cx="279683" cy="117204"/>
                </a:xfrm>
                <a:prstGeom prst="rect">
                  <a:avLst/>
                </a:prstGeom>
                <a:solidFill>
                  <a:schemeClr val="bg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sp>
          <p:nvSpPr>
            <p:cNvPr id="210" name="TextBox 209">
              <a:extLst>
                <a:ext uri="{FF2B5EF4-FFF2-40B4-BE49-F238E27FC236}">
                  <a16:creationId xmlns:a16="http://schemas.microsoft.com/office/drawing/2014/main" id="{01AE44FD-8C25-11EA-B946-AA4A34EB753F}"/>
                </a:ext>
              </a:extLst>
            </p:cNvPr>
            <p:cNvSpPr txBox="1"/>
            <p:nvPr/>
          </p:nvSpPr>
          <p:spPr>
            <a:xfrm rot="16200000">
              <a:off x="2221465" y="5260869"/>
              <a:ext cx="1372706" cy="168199"/>
            </a:xfrm>
            <a:prstGeom prst="rect">
              <a:avLst/>
            </a:prstGeom>
            <a:noFill/>
          </p:spPr>
          <p:txBody>
            <a:bodyPr wrap="square" lIns="36000" tIns="36000" rIns="36000" bIns="3600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3C3C3C"/>
                  </a:solidFill>
                  <a:effectLst/>
                  <a:uLnTx/>
                  <a:uFillTx/>
                  <a:latin typeface="Century Gothic" panose="020F0302020204030204"/>
                  <a:ea typeface="+mn-ea"/>
                  <a:cs typeface="+mn-cs"/>
                </a:rPr>
                <a:t>Prioritized Blueprint Backlog</a:t>
              </a:r>
            </a:p>
          </p:txBody>
        </p:sp>
        <p:pic>
          <p:nvPicPr>
            <p:cNvPr id="211" name="Graphic 202" descr="Arrow: Counter-clockwise curve">
              <a:extLst>
                <a:ext uri="{FF2B5EF4-FFF2-40B4-BE49-F238E27FC236}">
                  <a16:creationId xmlns:a16="http://schemas.microsoft.com/office/drawing/2014/main" id="{944108B7-658D-BA58-93F2-5D7F88174029}"/>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flipH="1" flipV="1">
              <a:off x="2580762" y="4642428"/>
              <a:ext cx="288774" cy="284465"/>
            </a:xfrm>
            <a:prstGeom prst="rect">
              <a:avLst/>
            </a:prstGeom>
          </p:spPr>
        </p:pic>
      </p:grpSp>
      <p:grpSp>
        <p:nvGrpSpPr>
          <p:cNvPr id="197" name="Group 196">
            <a:extLst>
              <a:ext uri="{FF2B5EF4-FFF2-40B4-BE49-F238E27FC236}">
                <a16:creationId xmlns:a16="http://schemas.microsoft.com/office/drawing/2014/main" id="{9A5E1CC3-BF66-16EB-253C-77BC8CAF4814}"/>
              </a:ext>
            </a:extLst>
          </p:cNvPr>
          <p:cNvGrpSpPr/>
          <p:nvPr/>
        </p:nvGrpSpPr>
        <p:grpSpPr>
          <a:xfrm>
            <a:off x="4132040" y="4178579"/>
            <a:ext cx="517384" cy="1736060"/>
            <a:chOff x="3825805" y="4221882"/>
            <a:chExt cx="517384" cy="1736060"/>
          </a:xfrm>
        </p:grpSpPr>
        <p:grpSp>
          <p:nvGrpSpPr>
            <p:cNvPr id="295" name="Group 294">
              <a:extLst>
                <a:ext uri="{FF2B5EF4-FFF2-40B4-BE49-F238E27FC236}">
                  <a16:creationId xmlns:a16="http://schemas.microsoft.com/office/drawing/2014/main" id="{B4FB843F-8BB0-230A-2D9A-7C416F423B89}"/>
                </a:ext>
              </a:extLst>
            </p:cNvPr>
            <p:cNvGrpSpPr/>
            <p:nvPr/>
          </p:nvGrpSpPr>
          <p:grpSpPr>
            <a:xfrm>
              <a:off x="3828293" y="4221882"/>
              <a:ext cx="514896" cy="370403"/>
              <a:chOff x="5605469" y="98036"/>
              <a:chExt cx="493294" cy="348272"/>
            </a:xfrm>
            <a:solidFill>
              <a:schemeClr val="accent2"/>
            </a:solidFill>
          </p:grpSpPr>
          <p:sp>
            <p:nvSpPr>
              <p:cNvPr id="313" name="Rectangle 312">
                <a:extLst>
                  <a:ext uri="{FF2B5EF4-FFF2-40B4-BE49-F238E27FC236}">
                    <a16:creationId xmlns:a16="http://schemas.microsoft.com/office/drawing/2014/main" id="{95F1CD5F-F636-9A6B-5CA8-3C97A3D077A3}"/>
                  </a:ext>
                </a:extLst>
              </p:cNvPr>
              <p:cNvSpPr/>
              <p:nvPr/>
            </p:nvSpPr>
            <p:spPr>
              <a:xfrm rot="16200000">
                <a:off x="5541737" y="161768"/>
                <a:ext cx="343463"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Century Gothic" panose="020F0302020204030204"/>
                    <a:ea typeface="+mn-ea"/>
                    <a:cs typeface="+mn-cs"/>
                  </a:rPr>
                  <a:t>Must</a:t>
                </a:r>
              </a:p>
            </p:txBody>
          </p:sp>
          <p:sp>
            <p:nvSpPr>
              <p:cNvPr id="314" name="Rectangle 313">
                <a:extLst>
                  <a:ext uri="{FF2B5EF4-FFF2-40B4-BE49-F238E27FC236}">
                    <a16:creationId xmlns:a16="http://schemas.microsoft.com/office/drawing/2014/main" id="{AE37DF20-79B7-4A3E-F92D-ABAF3F46225B}"/>
                  </a:ext>
                </a:extLst>
              </p:cNvPr>
              <p:cNvSpPr/>
              <p:nvPr/>
            </p:nvSpPr>
            <p:spPr>
              <a:xfrm>
                <a:off x="5819080" y="9803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15" name="Rectangle 314">
                <a:extLst>
                  <a:ext uri="{FF2B5EF4-FFF2-40B4-BE49-F238E27FC236}">
                    <a16:creationId xmlns:a16="http://schemas.microsoft.com/office/drawing/2014/main" id="{EF012294-5FF7-D628-0FB6-EA63EF1CA9B1}"/>
                  </a:ext>
                </a:extLst>
              </p:cNvPr>
              <p:cNvSpPr/>
              <p:nvPr/>
            </p:nvSpPr>
            <p:spPr>
              <a:xfrm>
                <a:off x="5819080" y="21357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16" name="Rectangle 315">
                <a:extLst>
                  <a:ext uri="{FF2B5EF4-FFF2-40B4-BE49-F238E27FC236}">
                    <a16:creationId xmlns:a16="http://schemas.microsoft.com/office/drawing/2014/main" id="{80D50B3D-952B-8324-C431-E504EF02CCC1}"/>
                  </a:ext>
                </a:extLst>
              </p:cNvPr>
              <p:cNvSpPr/>
              <p:nvPr/>
            </p:nvSpPr>
            <p:spPr>
              <a:xfrm>
                <a:off x="5819080" y="329104"/>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nvGrpSpPr>
            <p:cNvPr id="296" name="Group 295">
              <a:extLst>
                <a:ext uri="{FF2B5EF4-FFF2-40B4-BE49-F238E27FC236}">
                  <a16:creationId xmlns:a16="http://schemas.microsoft.com/office/drawing/2014/main" id="{BE268779-B72C-9A3B-DD10-CCA2449A7A8D}"/>
                </a:ext>
              </a:extLst>
            </p:cNvPr>
            <p:cNvGrpSpPr/>
            <p:nvPr/>
          </p:nvGrpSpPr>
          <p:grpSpPr>
            <a:xfrm>
              <a:off x="3825805" y="4593515"/>
              <a:ext cx="517384" cy="375937"/>
              <a:chOff x="5603085" y="98036"/>
              <a:chExt cx="495678" cy="353475"/>
            </a:xfrm>
            <a:solidFill>
              <a:schemeClr val="tx2"/>
            </a:solidFill>
          </p:grpSpPr>
          <p:sp>
            <p:nvSpPr>
              <p:cNvPr id="309" name="Rectangle 308">
                <a:extLst>
                  <a:ext uri="{FF2B5EF4-FFF2-40B4-BE49-F238E27FC236}">
                    <a16:creationId xmlns:a16="http://schemas.microsoft.com/office/drawing/2014/main" id="{48FEAACB-489D-FC8F-1EFC-C3A330B113BD}"/>
                  </a:ext>
                </a:extLst>
              </p:cNvPr>
              <p:cNvSpPr/>
              <p:nvPr/>
            </p:nvSpPr>
            <p:spPr>
              <a:xfrm rot="16200000">
                <a:off x="5534347" y="166774"/>
                <a:ext cx="353475"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Century Gothic" panose="020F0302020204030204"/>
                    <a:ea typeface="+mn-ea"/>
                    <a:cs typeface="+mn-cs"/>
                  </a:rPr>
                  <a:t>Should</a:t>
                </a:r>
              </a:p>
            </p:txBody>
          </p:sp>
          <p:sp>
            <p:nvSpPr>
              <p:cNvPr id="310" name="Rectangle 309">
                <a:extLst>
                  <a:ext uri="{FF2B5EF4-FFF2-40B4-BE49-F238E27FC236}">
                    <a16:creationId xmlns:a16="http://schemas.microsoft.com/office/drawing/2014/main" id="{364F74D4-6CBE-2B39-338E-886A7DE8733E}"/>
                  </a:ext>
                </a:extLst>
              </p:cNvPr>
              <p:cNvSpPr/>
              <p:nvPr/>
            </p:nvSpPr>
            <p:spPr>
              <a:xfrm>
                <a:off x="5819080" y="9803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11" name="Rectangle 310">
                <a:extLst>
                  <a:ext uri="{FF2B5EF4-FFF2-40B4-BE49-F238E27FC236}">
                    <a16:creationId xmlns:a16="http://schemas.microsoft.com/office/drawing/2014/main" id="{20FEB3E3-B3BB-A7F2-6358-DE725E570F84}"/>
                  </a:ext>
                </a:extLst>
              </p:cNvPr>
              <p:cNvSpPr/>
              <p:nvPr/>
            </p:nvSpPr>
            <p:spPr>
              <a:xfrm>
                <a:off x="5819080" y="21357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12" name="Rectangle 311">
                <a:extLst>
                  <a:ext uri="{FF2B5EF4-FFF2-40B4-BE49-F238E27FC236}">
                    <a16:creationId xmlns:a16="http://schemas.microsoft.com/office/drawing/2014/main" id="{48FF101A-FFAA-5C5A-8A71-0E659A6093BB}"/>
                  </a:ext>
                </a:extLst>
              </p:cNvPr>
              <p:cNvSpPr/>
              <p:nvPr/>
            </p:nvSpPr>
            <p:spPr>
              <a:xfrm>
                <a:off x="5819080" y="329104"/>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nvGrpSpPr>
            <p:cNvPr id="297" name="Group 296">
              <a:extLst>
                <a:ext uri="{FF2B5EF4-FFF2-40B4-BE49-F238E27FC236}">
                  <a16:creationId xmlns:a16="http://schemas.microsoft.com/office/drawing/2014/main" id="{6CAEFE40-2228-913F-5796-DB7A635A5751}"/>
                </a:ext>
              </a:extLst>
            </p:cNvPr>
            <p:cNvGrpSpPr/>
            <p:nvPr/>
          </p:nvGrpSpPr>
          <p:grpSpPr>
            <a:xfrm>
              <a:off x="3832963" y="5463164"/>
              <a:ext cx="510133" cy="494778"/>
              <a:chOff x="6509524" y="-116502"/>
              <a:chExt cx="488731" cy="465216"/>
            </a:xfrm>
            <a:solidFill>
              <a:schemeClr val="accent1"/>
            </a:solidFill>
          </p:grpSpPr>
          <p:sp>
            <p:nvSpPr>
              <p:cNvPr id="304" name="Rectangle 303">
                <a:extLst>
                  <a:ext uri="{FF2B5EF4-FFF2-40B4-BE49-F238E27FC236}">
                    <a16:creationId xmlns:a16="http://schemas.microsoft.com/office/drawing/2014/main" id="{E6173BC2-A946-CA7E-E240-8A1A535543F2}"/>
                  </a:ext>
                </a:extLst>
              </p:cNvPr>
              <p:cNvSpPr/>
              <p:nvPr/>
            </p:nvSpPr>
            <p:spPr>
              <a:xfrm rot="16200000">
                <a:off x="6384916" y="8106"/>
                <a:ext cx="465216"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Century Gothic" panose="020F0302020204030204"/>
                    <a:ea typeface="+mn-ea"/>
                    <a:cs typeface="+mn-cs"/>
                  </a:rPr>
                  <a:t>Would</a:t>
                </a:r>
              </a:p>
            </p:txBody>
          </p:sp>
          <p:sp>
            <p:nvSpPr>
              <p:cNvPr id="305" name="Rectangle 304">
                <a:extLst>
                  <a:ext uri="{FF2B5EF4-FFF2-40B4-BE49-F238E27FC236}">
                    <a16:creationId xmlns:a16="http://schemas.microsoft.com/office/drawing/2014/main" id="{09D39F6B-9914-7649-C655-7879E8412860}"/>
                  </a:ext>
                </a:extLst>
              </p:cNvPr>
              <p:cNvSpPr/>
              <p:nvPr/>
            </p:nvSpPr>
            <p:spPr>
              <a:xfrm>
                <a:off x="6718572" y="-116502"/>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06" name="Rectangle 305">
                <a:extLst>
                  <a:ext uri="{FF2B5EF4-FFF2-40B4-BE49-F238E27FC236}">
                    <a16:creationId xmlns:a16="http://schemas.microsoft.com/office/drawing/2014/main" id="{FC445B93-4F4B-BC9C-5590-B0B8BDB30920}"/>
                  </a:ext>
                </a:extLst>
              </p:cNvPr>
              <p:cNvSpPr/>
              <p:nvPr/>
            </p:nvSpPr>
            <p:spPr>
              <a:xfrm>
                <a:off x="6718572" y="-968"/>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07" name="Rectangle 306">
                <a:extLst>
                  <a:ext uri="{FF2B5EF4-FFF2-40B4-BE49-F238E27FC236}">
                    <a16:creationId xmlns:a16="http://schemas.microsoft.com/office/drawing/2014/main" id="{F6B61A5F-7EBA-191D-5540-74237DBD4BCE}"/>
                  </a:ext>
                </a:extLst>
              </p:cNvPr>
              <p:cNvSpPr/>
              <p:nvPr/>
            </p:nvSpPr>
            <p:spPr>
              <a:xfrm>
                <a:off x="6718572" y="11456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08" name="Rectangle 307">
                <a:extLst>
                  <a:ext uri="{FF2B5EF4-FFF2-40B4-BE49-F238E27FC236}">
                    <a16:creationId xmlns:a16="http://schemas.microsoft.com/office/drawing/2014/main" id="{7623C7F0-71D4-0A1B-CF14-98C693A35AAE}"/>
                  </a:ext>
                </a:extLst>
              </p:cNvPr>
              <p:cNvSpPr/>
              <p:nvPr/>
            </p:nvSpPr>
            <p:spPr>
              <a:xfrm>
                <a:off x="6718572" y="23010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nvGrpSpPr>
            <p:cNvPr id="298" name="Group 297">
              <a:extLst>
                <a:ext uri="{FF2B5EF4-FFF2-40B4-BE49-F238E27FC236}">
                  <a16:creationId xmlns:a16="http://schemas.microsoft.com/office/drawing/2014/main" id="{E6C0AC30-C554-361C-AD83-2D30A6CC2F2B}"/>
                </a:ext>
              </a:extLst>
            </p:cNvPr>
            <p:cNvGrpSpPr/>
            <p:nvPr/>
          </p:nvGrpSpPr>
          <p:grpSpPr>
            <a:xfrm>
              <a:off x="3826867" y="4965850"/>
              <a:ext cx="516322" cy="493279"/>
              <a:chOff x="5652381" y="91367"/>
              <a:chExt cx="494661" cy="463806"/>
            </a:xfrm>
            <a:solidFill>
              <a:schemeClr val="bg2"/>
            </a:solidFill>
          </p:grpSpPr>
          <p:sp>
            <p:nvSpPr>
              <p:cNvPr id="299" name="Rectangle 298">
                <a:extLst>
                  <a:ext uri="{FF2B5EF4-FFF2-40B4-BE49-F238E27FC236}">
                    <a16:creationId xmlns:a16="http://schemas.microsoft.com/office/drawing/2014/main" id="{200BA06C-71A2-3FFE-8538-B996DD7B75D1}"/>
                  </a:ext>
                </a:extLst>
              </p:cNvPr>
              <p:cNvSpPr/>
              <p:nvPr/>
            </p:nvSpPr>
            <p:spPr>
              <a:xfrm rot="16200000">
                <a:off x="5528479" y="215269"/>
                <a:ext cx="463803"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Century Gothic" panose="020F0302020204030204"/>
                    <a:ea typeface="+mn-ea"/>
                    <a:cs typeface="+mn-cs"/>
                  </a:rPr>
                  <a:t>Could</a:t>
                </a:r>
              </a:p>
            </p:txBody>
          </p:sp>
          <p:sp>
            <p:nvSpPr>
              <p:cNvPr id="300" name="Rectangle 299">
                <a:extLst>
                  <a:ext uri="{FF2B5EF4-FFF2-40B4-BE49-F238E27FC236}">
                    <a16:creationId xmlns:a16="http://schemas.microsoft.com/office/drawing/2014/main" id="{C357DF6C-46B9-9B0D-B641-2E57CEC10C15}"/>
                  </a:ext>
                </a:extLst>
              </p:cNvPr>
              <p:cNvSpPr/>
              <p:nvPr/>
            </p:nvSpPr>
            <p:spPr>
              <a:xfrm>
                <a:off x="5867359" y="91367"/>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01" name="Rectangle 300">
                <a:extLst>
                  <a:ext uri="{FF2B5EF4-FFF2-40B4-BE49-F238E27FC236}">
                    <a16:creationId xmlns:a16="http://schemas.microsoft.com/office/drawing/2014/main" id="{5041DA25-A41C-1614-CACE-744117BE8266}"/>
                  </a:ext>
                </a:extLst>
              </p:cNvPr>
              <p:cNvSpPr/>
              <p:nvPr/>
            </p:nvSpPr>
            <p:spPr>
              <a:xfrm>
                <a:off x="5867359" y="206901"/>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02" name="Rectangle 301">
                <a:extLst>
                  <a:ext uri="{FF2B5EF4-FFF2-40B4-BE49-F238E27FC236}">
                    <a16:creationId xmlns:a16="http://schemas.microsoft.com/office/drawing/2014/main" id="{0BF90549-D7C3-F4D8-0FC5-8D29617EFDDD}"/>
                  </a:ext>
                </a:extLst>
              </p:cNvPr>
              <p:cNvSpPr/>
              <p:nvPr/>
            </p:nvSpPr>
            <p:spPr>
              <a:xfrm>
                <a:off x="5867359" y="322435"/>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03" name="Rectangle 302">
                <a:extLst>
                  <a:ext uri="{FF2B5EF4-FFF2-40B4-BE49-F238E27FC236}">
                    <a16:creationId xmlns:a16="http://schemas.microsoft.com/office/drawing/2014/main" id="{24136B3C-2C5C-294B-84FB-1347DDB85F17}"/>
                  </a:ext>
                </a:extLst>
              </p:cNvPr>
              <p:cNvSpPr/>
              <p:nvPr/>
            </p:nvSpPr>
            <p:spPr>
              <a:xfrm>
                <a:off x="5867359" y="437969"/>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sp>
        <p:nvSpPr>
          <p:cNvPr id="198" name="TextBox 197">
            <a:extLst>
              <a:ext uri="{FF2B5EF4-FFF2-40B4-BE49-F238E27FC236}">
                <a16:creationId xmlns:a16="http://schemas.microsoft.com/office/drawing/2014/main" id="{CA68EEBF-867F-981C-0B53-0ED75F4174AE}"/>
              </a:ext>
            </a:extLst>
          </p:cNvPr>
          <p:cNvSpPr txBox="1"/>
          <p:nvPr/>
        </p:nvSpPr>
        <p:spPr>
          <a:xfrm rot="16200000">
            <a:off x="3387722" y="4660543"/>
            <a:ext cx="1207391" cy="228912"/>
          </a:xfrm>
          <a:prstGeom prst="rect">
            <a:avLst/>
          </a:prstGeom>
          <a:noFill/>
        </p:spPr>
        <p:txBody>
          <a:bodyPr wrap="square" lIns="36000" tIns="36000" rIns="36000" bIns="3600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3C3C3C"/>
                </a:solidFill>
                <a:effectLst/>
                <a:uLnTx/>
                <a:uFillTx/>
                <a:latin typeface="Century Gothic" panose="020F0302020204030204"/>
                <a:ea typeface="+mn-ea"/>
                <a:cs typeface="+mn-cs"/>
              </a:rPr>
              <a:t>Prioritized Project Backlog</a:t>
            </a:r>
          </a:p>
        </p:txBody>
      </p:sp>
      <p:pic>
        <p:nvPicPr>
          <p:cNvPr id="199" name="Graphic 95" descr="Arrow: Counter-clockwise curve">
            <a:extLst>
              <a:ext uri="{FF2B5EF4-FFF2-40B4-BE49-F238E27FC236}">
                <a16:creationId xmlns:a16="http://schemas.microsoft.com/office/drawing/2014/main" id="{E4244E4C-119A-2998-28B9-6E2982488A23}"/>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flipH="1" flipV="1">
            <a:off x="3595471" y="4157793"/>
            <a:ext cx="358503" cy="365288"/>
          </a:xfrm>
          <a:prstGeom prst="rect">
            <a:avLst/>
          </a:prstGeom>
        </p:spPr>
      </p:pic>
      <p:cxnSp>
        <p:nvCxnSpPr>
          <p:cNvPr id="282" name="Straight Connector 281">
            <a:extLst>
              <a:ext uri="{FF2B5EF4-FFF2-40B4-BE49-F238E27FC236}">
                <a16:creationId xmlns:a16="http://schemas.microsoft.com/office/drawing/2014/main" id="{158C4374-1DA3-2391-2CFE-095B5F687DAA}"/>
              </a:ext>
            </a:extLst>
          </p:cNvPr>
          <p:cNvCxnSpPr>
            <a:cxnSpLocks/>
          </p:cNvCxnSpPr>
          <p:nvPr/>
        </p:nvCxnSpPr>
        <p:spPr>
          <a:xfrm>
            <a:off x="4737391"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8D098C38-C2FE-4F51-D0F5-10A6105B2284}"/>
              </a:ext>
            </a:extLst>
          </p:cNvPr>
          <p:cNvCxnSpPr>
            <a:cxnSpLocks/>
          </p:cNvCxnSpPr>
          <p:nvPr/>
        </p:nvCxnSpPr>
        <p:spPr>
          <a:xfrm>
            <a:off x="3561834" y="2708269"/>
            <a:ext cx="4347"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68" name="TextBox 267">
            <a:extLst>
              <a:ext uri="{FF2B5EF4-FFF2-40B4-BE49-F238E27FC236}">
                <a16:creationId xmlns:a16="http://schemas.microsoft.com/office/drawing/2014/main" id="{857D8306-20E5-8169-D043-57F929FE170B}"/>
              </a:ext>
            </a:extLst>
          </p:cNvPr>
          <p:cNvSpPr txBox="1"/>
          <p:nvPr/>
        </p:nvSpPr>
        <p:spPr>
          <a:xfrm>
            <a:off x="3660378" y="6031697"/>
            <a:ext cx="1076376"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Blueprint document</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700" i="1">
                <a:solidFill>
                  <a:srgbClr val="EE7684"/>
                </a:solidFill>
                <a:latin typeface="Century Gothic" panose="020F0302020204030204"/>
              </a:rPr>
              <a:t>Fit-gap list</a:t>
            </a:r>
            <a:endPar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BPML and backlog for realization</a:t>
            </a:r>
          </a:p>
        </p:txBody>
      </p:sp>
      <p:sp>
        <p:nvSpPr>
          <p:cNvPr id="270" name="TextBox 269">
            <a:extLst>
              <a:ext uri="{FF2B5EF4-FFF2-40B4-BE49-F238E27FC236}">
                <a16:creationId xmlns:a16="http://schemas.microsoft.com/office/drawing/2014/main" id="{3E27E032-9865-92A4-94AE-E4624408CD65}"/>
              </a:ext>
            </a:extLst>
          </p:cNvPr>
          <p:cNvSpPr txBox="1"/>
          <p:nvPr/>
        </p:nvSpPr>
        <p:spPr>
          <a:xfrm>
            <a:off x="2534033" y="6031697"/>
            <a:ext cx="1032148"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Scope baseline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Conceptual design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BPML and backlog for blueprint</a:t>
            </a:r>
          </a:p>
        </p:txBody>
      </p:sp>
      <p:sp>
        <p:nvSpPr>
          <p:cNvPr id="12" name="Rectangle: Rounded Corners 11">
            <a:extLst>
              <a:ext uri="{FF2B5EF4-FFF2-40B4-BE49-F238E27FC236}">
                <a16:creationId xmlns:a16="http://schemas.microsoft.com/office/drawing/2014/main" id="{2166B50B-8B34-EB4E-4A32-5CA9353D837B}"/>
              </a:ext>
            </a:extLst>
          </p:cNvPr>
          <p:cNvSpPr/>
          <p:nvPr/>
        </p:nvSpPr>
        <p:spPr>
          <a:xfrm>
            <a:off x="2428619" y="2860709"/>
            <a:ext cx="1138199" cy="1518364"/>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GB" sz="1000" b="1">
                <a:solidFill>
                  <a:schemeClr val="tx2"/>
                </a:solidFill>
              </a:rPr>
              <a:t>DISCOVERY</a:t>
            </a:r>
          </a:p>
          <a:p>
            <a:pPr algn="ctr">
              <a:spcAft>
                <a:spcPts val="400"/>
              </a:spcAft>
            </a:pPr>
            <a:r>
              <a:rPr lang="en-GB" sz="1000" b="1">
                <a:solidFill>
                  <a:schemeClr val="tx2"/>
                </a:solidFill>
              </a:rPr>
              <a:t>CONC. DESIGN</a:t>
            </a:r>
          </a:p>
          <a:p>
            <a:pPr algn="ctr"/>
            <a:r>
              <a:rPr lang="en-GB" sz="800">
                <a:solidFill>
                  <a:schemeClr val="tx1">
                    <a:lumMod val="75000"/>
                  </a:schemeClr>
                </a:solidFill>
              </a:rPr>
              <a:t>Gain knowledge of the customer's business process, make key decisions to steer the project in the right direction and draw up the Business Process Master List (BPML)</a:t>
            </a:r>
          </a:p>
        </p:txBody>
      </p:sp>
      <p:sp>
        <p:nvSpPr>
          <p:cNvPr id="13" name="Rectangle: Rounded Corners 12">
            <a:extLst>
              <a:ext uri="{FF2B5EF4-FFF2-40B4-BE49-F238E27FC236}">
                <a16:creationId xmlns:a16="http://schemas.microsoft.com/office/drawing/2014/main" id="{5898C040-D499-52DF-BB81-048F75E752A9}"/>
              </a:ext>
            </a:extLst>
          </p:cNvPr>
          <p:cNvSpPr/>
          <p:nvPr/>
        </p:nvSpPr>
        <p:spPr>
          <a:xfrm>
            <a:off x="3579422" y="2860709"/>
            <a:ext cx="1157969" cy="1066959"/>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GB" sz="1000" b="1">
                <a:solidFill>
                  <a:schemeClr val="tx2"/>
                </a:solidFill>
              </a:rPr>
              <a:t>F2S / BBP</a:t>
            </a:r>
          </a:p>
          <a:p>
            <a:pPr algn="ctr"/>
            <a:r>
              <a:rPr lang="en-US" sz="800">
                <a:solidFill>
                  <a:schemeClr val="tx1">
                    <a:lumMod val="75000"/>
                  </a:schemeClr>
                </a:solidFill>
              </a:rPr>
              <a:t>Facilitate Fit-to-Standard (F2S) or blueprint (BBP) workshops to design the final solution, and define scope and  backlog for REA</a:t>
            </a:r>
          </a:p>
        </p:txBody>
      </p:sp>
      <p:cxnSp>
        <p:nvCxnSpPr>
          <p:cNvPr id="284" name="Straight Connector 283">
            <a:extLst>
              <a:ext uri="{FF2B5EF4-FFF2-40B4-BE49-F238E27FC236}">
                <a16:creationId xmlns:a16="http://schemas.microsoft.com/office/drawing/2014/main" id="{37E398A4-F82D-6DA4-AEA9-567092DB8488}"/>
              </a:ext>
            </a:extLst>
          </p:cNvPr>
          <p:cNvCxnSpPr>
            <a:cxnSpLocks/>
          </p:cNvCxnSpPr>
          <p:nvPr/>
        </p:nvCxnSpPr>
        <p:spPr>
          <a:xfrm>
            <a:off x="9131619"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72" name="TextBox 271">
            <a:extLst>
              <a:ext uri="{FF2B5EF4-FFF2-40B4-BE49-F238E27FC236}">
                <a16:creationId xmlns:a16="http://schemas.microsoft.com/office/drawing/2014/main" id="{E4D885C1-1B6E-4915-267D-3A9D45CB7B10}"/>
              </a:ext>
            </a:extLst>
          </p:cNvPr>
          <p:cNvSpPr txBox="1"/>
          <p:nvPr/>
        </p:nvSpPr>
        <p:spPr>
          <a:xfrm>
            <a:off x="7931554" y="6031697"/>
            <a:ext cx="1200064"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Tested solution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Go/No-go</a:t>
            </a:r>
          </a:p>
        </p:txBody>
      </p:sp>
      <p:sp>
        <p:nvSpPr>
          <p:cNvPr id="10" name="Rectangle: Rounded Corners 9">
            <a:extLst>
              <a:ext uri="{FF2B5EF4-FFF2-40B4-BE49-F238E27FC236}">
                <a16:creationId xmlns:a16="http://schemas.microsoft.com/office/drawing/2014/main" id="{6CC19E22-EBB7-1BEA-8C28-1DFDA8323914}"/>
              </a:ext>
            </a:extLst>
          </p:cNvPr>
          <p:cNvSpPr/>
          <p:nvPr/>
        </p:nvSpPr>
        <p:spPr>
          <a:xfrm>
            <a:off x="7238911" y="2916695"/>
            <a:ext cx="1885137" cy="1138773"/>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600"/>
              </a:spcAft>
            </a:pPr>
            <a:r>
              <a:rPr lang="en-GB" sz="1050" b="1">
                <a:solidFill>
                  <a:schemeClr val="bg1">
                    <a:lumMod val="75000"/>
                  </a:schemeClr>
                </a:solidFill>
              </a:rPr>
              <a:t>SIT &amp; BRT</a:t>
            </a:r>
            <a:endParaRPr lang="en-GB" sz="900">
              <a:solidFill>
                <a:schemeClr val="bg1">
                  <a:lumMod val="75000"/>
                </a:schemeClr>
              </a:solidFill>
            </a:endParaRPr>
          </a:p>
          <a:p>
            <a:pPr algn="ctr"/>
            <a:r>
              <a:rPr lang="en-GB" sz="800">
                <a:solidFill>
                  <a:schemeClr val="bg1">
                    <a:lumMod val="75000"/>
                  </a:schemeClr>
                </a:solidFill>
              </a:rPr>
              <a:t>Execute System Integration</a:t>
            </a:r>
          </a:p>
          <a:p>
            <a:pPr algn="ctr"/>
            <a:r>
              <a:rPr lang="en-GB" sz="800">
                <a:solidFill>
                  <a:schemeClr val="bg1">
                    <a:lumMod val="75000"/>
                  </a:schemeClr>
                </a:solidFill>
              </a:rPr>
              <a:t>Testing, Business Readiness Testing (aka User Acceptance Testing) and End-2-end testing, test data migrations (TM), test integrations and prepare for production cutover</a:t>
            </a:r>
          </a:p>
          <a:p>
            <a:pPr algn="ctr"/>
            <a:endParaRPr lang="en-GB" sz="1050" b="1">
              <a:solidFill>
                <a:schemeClr val="bg1">
                  <a:lumMod val="75000"/>
                </a:schemeClr>
              </a:solidFill>
            </a:endParaRPr>
          </a:p>
        </p:txBody>
      </p:sp>
      <p:sp>
        <p:nvSpPr>
          <p:cNvPr id="35" name="Rectangle: Rounded Corners 34">
            <a:extLst>
              <a:ext uri="{FF2B5EF4-FFF2-40B4-BE49-F238E27FC236}">
                <a16:creationId xmlns:a16="http://schemas.microsoft.com/office/drawing/2014/main" id="{C52E2D59-03FE-F0E4-8869-AAEF1C30F62A}"/>
              </a:ext>
            </a:extLst>
          </p:cNvPr>
          <p:cNvSpPr/>
          <p:nvPr/>
        </p:nvSpPr>
        <p:spPr>
          <a:xfrm rot="5400000">
            <a:off x="7398579" y="46312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Test </a:t>
            </a:r>
            <a:br>
              <a:rPr lang="en-US" sz="800" b="1">
                <a:solidFill>
                  <a:schemeClr val="bg1">
                    <a:lumMod val="75000"/>
                  </a:schemeClr>
                </a:solidFill>
                <a:latin typeface="Century Gothic" panose="020F0302020204030204"/>
              </a:rPr>
            </a:br>
            <a:r>
              <a:rPr lang="en-US" sz="800" b="1">
                <a:solidFill>
                  <a:schemeClr val="bg1">
                    <a:lumMod val="75000"/>
                  </a:schemeClr>
                </a:solidFill>
                <a:latin typeface="Century Gothic" panose="020F0302020204030204"/>
              </a:rPr>
              <a:t>Migration</a:t>
            </a:r>
          </a:p>
          <a:p>
            <a:pPr algn="ctr"/>
            <a:r>
              <a:rPr lang="en-US" sz="800" b="1">
                <a:solidFill>
                  <a:schemeClr val="bg1">
                    <a:lumMod val="75000"/>
                  </a:schemeClr>
                </a:solidFill>
                <a:latin typeface="Century Gothic" panose="020F0302020204030204"/>
              </a:rPr>
              <a:t>1</a:t>
            </a:r>
          </a:p>
        </p:txBody>
      </p:sp>
      <p:sp>
        <p:nvSpPr>
          <p:cNvPr id="36" name="Rectangle: Rounded Corners 35">
            <a:extLst>
              <a:ext uri="{FF2B5EF4-FFF2-40B4-BE49-F238E27FC236}">
                <a16:creationId xmlns:a16="http://schemas.microsoft.com/office/drawing/2014/main" id="{9CC9187F-3651-D0CE-1CD9-ECFBA836CB75}"/>
              </a:ext>
            </a:extLst>
          </p:cNvPr>
          <p:cNvSpPr/>
          <p:nvPr/>
        </p:nvSpPr>
        <p:spPr>
          <a:xfrm rot="5400000">
            <a:off x="7993237" y="46312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Test </a:t>
            </a:r>
            <a:br>
              <a:rPr lang="en-US" sz="800" b="1">
                <a:solidFill>
                  <a:schemeClr val="bg1">
                    <a:lumMod val="75000"/>
                  </a:schemeClr>
                </a:solidFill>
                <a:latin typeface="Century Gothic" panose="020F0302020204030204"/>
              </a:rPr>
            </a:br>
            <a:r>
              <a:rPr lang="en-US" sz="800" b="1">
                <a:solidFill>
                  <a:schemeClr val="bg1">
                    <a:lumMod val="75000"/>
                  </a:schemeClr>
                </a:solidFill>
                <a:latin typeface="Century Gothic" panose="020F0302020204030204"/>
              </a:rPr>
              <a:t>Migration</a:t>
            </a:r>
          </a:p>
          <a:p>
            <a:pPr algn="ctr"/>
            <a:r>
              <a:rPr lang="en-US" sz="800" b="1">
                <a:solidFill>
                  <a:schemeClr val="bg1">
                    <a:lumMod val="75000"/>
                  </a:schemeClr>
                </a:solidFill>
                <a:latin typeface="Century Gothic" panose="020F0302020204030204"/>
              </a:rPr>
              <a:t>2</a:t>
            </a:r>
          </a:p>
        </p:txBody>
      </p:sp>
      <p:sp>
        <p:nvSpPr>
          <p:cNvPr id="37" name="Rectangle: Rounded Corners 36">
            <a:extLst>
              <a:ext uri="{FF2B5EF4-FFF2-40B4-BE49-F238E27FC236}">
                <a16:creationId xmlns:a16="http://schemas.microsoft.com/office/drawing/2014/main" id="{DA84CB04-77E0-8F9F-97CE-89554E73ECF3}"/>
              </a:ext>
            </a:extLst>
          </p:cNvPr>
          <p:cNvSpPr/>
          <p:nvPr/>
        </p:nvSpPr>
        <p:spPr>
          <a:xfrm rot="5400000">
            <a:off x="7398579" y="50975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SIT</a:t>
            </a:r>
          </a:p>
          <a:p>
            <a:pPr algn="ctr"/>
            <a:r>
              <a:rPr lang="en-US" sz="800" b="1">
                <a:solidFill>
                  <a:schemeClr val="bg1">
                    <a:lumMod val="75000"/>
                  </a:schemeClr>
                </a:solidFill>
                <a:latin typeface="Century Gothic" panose="020F0302020204030204"/>
              </a:rPr>
              <a:t>1</a:t>
            </a:r>
          </a:p>
        </p:txBody>
      </p:sp>
      <p:sp>
        <p:nvSpPr>
          <p:cNvPr id="38" name="Rectangle: Rounded Corners 37">
            <a:extLst>
              <a:ext uri="{FF2B5EF4-FFF2-40B4-BE49-F238E27FC236}">
                <a16:creationId xmlns:a16="http://schemas.microsoft.com/office/drawing/2014/main" id="{51BDDC52-E929-A6E3-5DAE-A791579B80DB}"/>
              </a:ext>
            </a:extLst>
          </p:cNvPr>
          <p:cNvSpPr/>
          <p:nvPr/>
        </p:nvSpPr>
        <p:spPr>
          <a:xfrm rot="5400000">
            <a:off x="7993237" y="50975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SIT</a:t>
            </a:r>
          </a:p>
          <a:p>
            <a:pPr algn="ctr"/>
            <a:r>
              <a:rPr lang="en-US" sz="800" b="1">
                <a:solidFill>
                  <a:schemeClr val="bg1">
                    <a:lumMod val="75000"/>
                  </a:schemeClr>
                </a:solidFill>
                <a:latin typeface="Century Gothic" panose="020F0302020204030204"/>
              </a:rPr>
              <a:t>2</a:t>
            </a:r>
          </a:p>
        </p:txBody>
      </p:sp>
      <p:sp>
        <p:nvSpPr>
          <p:cNvPr id="39" name="Rectangle: Rounded Corners 38">
            <a:extLst>
              <a:ext uri="{FF2B5EF4-FFF2-40B4-BE49-F238E27FC236}">
                <a16:creationId xmlns:a16="http://schemas.microsoft.com/office/drawing/2014/main" id="{959BAA4B-1222-5A60-3AC7-AB9D8CD69E14}"/>
              </a:ext>
            </a:extLst>
          </p:cNvPr>
          <p:cNvSpPr/>
          <p:nvPr/>
        </p:nvSpPr>
        <p:spPr>
          <a:xfrm rot="5400000">
            <a:off x="8584403" y="50975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UAT</a:t>
            </a:r>
          </a:p>
        </p:txBody>
      </p:sp>
      <p:sp>
        <p:nvSpPr>
          <p:cNvPr id="40" name="Rectangle: Rounded Corners 39">
            <a:extLst>
              <a:ext uri="{FF2B5EF4-FFF2-40B4-BE49-F238E27FC236}">
                <a16:creationId xmlns:a16="http://schemas.microsoft.com/office/drawing/2014/main" id="{D3E8B44A-E15C-1AC3-9827-DDD5B5EF44F9}"/>
              </a:ext>
            </a:extLst>
          </p:cNvPr>
          <p:cNvSpPr/>
          <p:nvPr/>
        </p:nvSpPr>
        <p:spPr>
          <a:xfrm rot="5400000">
            <a:off x="8584403" y="46312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Test </a:t>
            </a:r>
            <a:br>
              <a:rPr lang="en-US" sz="800" b="1">
                <a:solidFill>
                  <a:schemeClr val="bg1">
                    <a:lumMod val="75000"/>
                  </a:schemeClr>
                </a:solidFill>
                <a:latin typeface="Century Gothic" panose="020F0302020204030204"/>
              </a:rPr>
            </a:br>
            <a:r>
              <a:rPr lang="en-US" sz="800" b="1">
                <a:solidFill>
                  <a:schemeClr val="bg1">
                    <a:lumMod val="75000"/>
                  </a:schemeClr>
                </a:solidFill>
                <a:latin typeface="Century Gothic" panose="020F0302020204030204"/>
              </a:rPr>
              <a:t>Migration</a:t>
            </a:r>
          </a:p>
          <a:p>
            <a:pPr algn="ctr"/>
            <a:r>
              <a:rPr lang="en-US" sz="800" b="1">
                <a:solidFill>
                  <a:schemeClr val="bg1">
                    <a:lumMod val="75000"/>
                  </a:schemeClr>
                </a:solidFill>
                <a:latin typeface="Century Gothic" panose="020F0302020204030204"/>
              </a:rPr>
              <a:t>3</a:t>
            </a:r>
          </a:p>
        </p:txBody>
      </p:sp>
      <p:sp>
        <p:nvSpPr>
          <p:cNvPr id="274" name="TextBox 273">
            <a:extLst>
              <a:ext uri="{FF2B5EF4-FFF2-40B4-BE49-F238E27FC236}">
                <a16:creationId xmlns:a16="http://schemas.microsoft.com/office/drawing/2014/main" id="{1E1AD8D6-ACC0-3AE7-2399-9CC81ED2DAAE}"/>
              </a:ext>
            </a:extLst>
          </p:cNvPr>
          <p:cNvSpPr txBox="1"/>
          <p:nvPr/>
        </p:nvSpPr>
        <p:spPr>
          <a:xfrm>
            <a:off x="9856237" y="6031697"/>
            <a:ext cx="1198227"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Project closing</a:t>
            </a:r>
          </a:p>
        </p:txBody>
      </p:sp>
      <p:cxnSp>
        <p:nvCxnSpPr>
          <p:cNvPr id="286" name="Straight Connector 285">
            <a:extLst>
              <a:ext uri="{FF2B5EF4-FFF2-40B4-BE49-F238E27FC236}">
                <a16:creationId xmlns:a16="http://schemas.microsoft.com/office/drawing/2014/main" id="{C0377A95-6259-A25C-C494-B9274369A1C5}"/>
              </a:ext>
            </a:extLst>
          </p:cNvPr>
          <p:cNvCxnSpPr>
            <a:cxnSpLocks/>
          </p:cNvCxnSpPr>
          <p:nvPr/>
        </p:nvCxnSpPr>
        <p:spPr>
          <a:xfrm>
            <a:off x="11055946"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91" name="Rounded Rectangle 290">
            <a:extLst>
              <a:ext uri="{FF2B5EF4-FFF2-40B4-BE49-F238E27FC236}">
                <a16:creationId xmlns:a16="http://schemas.microsoft.com/office/drawing/2014/main" id="{4308CB51-87E0-508F-B16E-F290BCB6190B}"/>
              </a:ext>
            </a:extLst>
          </p:cNvPr>
          <p:cNvSpPr/>
          <p:nvPr/>
        </p:nvSpPr>
        <p:spPr>
          <a:xfrm rot="5400000">
            <a:off x="10492236" y="5072752"/>
            <a:ext cx="443717" cy="61924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Hyper-care</a:t>
            </a:r>
          </a:p>
        </p:txBody>
      </p:sp>
      <p:sp>
        <p:nvSpPr>
          <p:cNvPr id="292" name="Arrow: Pentagon 97">
            <a:extLst>
              <a:ext uri="{FF2B5EF4-FFF2-40B4-BE49-F238E27FC236}">
                <a16:creationId xmlns:a16="http://schemas.microsoft.com/office/drawing/2014/main" id="{72607353-A4CF-2619-A179-71A832D69BF4}"/>
              </a:ext>
            </a:extLst>
          </p:cNvPr>
          <p:cNvSpPr/>
          <p:nvPr/>
        </p:nvSpPr>
        <p:spPr>
          <a:xfrm>
            <a:off x="11110010" y="5651705"/>
            <a:ext cx="983215" cy="220777"/>
          </a:xfrm>
          <a:prstGeom prst="homePlate">
            <a:avLst>
              <a:gd name="adj" fmla="val 28642"/>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Run &amp; Accelerate</a:t>
            </a:r>
          </a:p>
        </p:txBody>
      </p:sp>
      <p:sp>
        <p:nvSpPr>
          <p:cNvPr id="7" name="Rectangle: Rounded Corners 6">
            <a:extLst>
              <a:ext uri="{FF2B5EF4-FFF2-40B4-BE49-F238E27FC236}">
                <a16:creationId xmlns:a16="http://schemas.microsoft.com/office/drawing/2014/main" id="{0241CAAC-1974-179E-5A73-499A5F9676D8}"/>
              </a:ext>
            </a:extLst>
          </p:cNvPr>
          <p:cNvSpPr/>
          <p:nvPr/>
        </p:nvSpPr>
        <p:spPr>
          <a:xfrm>
            <a:off x="11054465" y="2916695"/>
            <a:ext cx="1097644" cy="730969"/>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0" tIns="0" rIns="0" bIns="0" rtlCol="0" anchor="t">
            <a:spAutoFit/>
          </a:bodyPr>
          <a:lstStyle/>
          <a:p>
            <a:pPr algn="ctr">
              <a:spcAft>
                <a:spcPts val="600"/>
              </a:spcAft>
            </a:pPr>
            <a:r>
              <a:rPr lang="en-GB" sz="1050" b="1">
                <a:solidFill>
                  <a:schemeClr val="bg1">
                    <a:lumMod val="75000"/>
                  </a:schemeClr>
                </a:solidFill>
              </a:rPr>
              <a:t>KIR</a:t>
            </a:r>
            <a:endParaRPr lang="en-GB" sz="900">
              <a:solidFill>
                <a:schemeClr val="bg1">
                  <a:lumMod val="75000"/>
                </a:schemeClr>
              </a:solidFill>
            </a:endParaRPr>
          </a:p>
          <a:p>
            <a:pPr algn="ctr"/>
            <a:r>
              <a:rPr lang="en-GB" sz="800">
                <a:solidFill>
                  <a:schemeClr val="bg1">
                    <a:lumMod val="75000"/>
                  </a:schemeClr>
                </a:solidFill>
              </a:rPr>
              <a:t>Keep IT Running; handover </a:t>
            </a:r>
            <a:br>
              <a:rPr lang="en-GB" sz="800">
                <a:solidFill>
                  <a:schemeClr val="bg1">
                    <a:lumMod val="75000"/>
                  </a:schemeClr>
                </a:solidFill>
              </a:rPr>
            </a:br>
            <a:r>
              <a:rPr lang="en-GB" sz="800">
                <a:solidFill>
                  <a:schemeClr val="bg1">
                    <a:lumMod val="75000"/>
                  </a:schemeClr>
                </a:solidFill>
              </a:rPr>
              <a:t>to operations or sustain support</a:t>
            </a:r>
          </a:p>
        </p:txBody>
      </p:sp>
      <p:sp>
        <p:nvSpPr>
          <p:cNvPr id="8" name="Rectangle: Rounded Corners 7">
            <a:extLst>
              <a:ext uri="{FF2B5EF4-FFF2-40B4-BE49-F238E27FC236}">
                <a16:creationId xmlns:a16="http://schemas.microsoft.com/office/drawing/2014/main" id="{A0DAEB76-06B4-2C10-C2F7-175B41442529}"/>
              </a:ext>
            </a:extLst>
          </p:cNvPr>
          <p:cNvSpPr/>
          <p:nvPr/>
        </p:nvSpPr>
        <p:spPr>
          <a:xfrm>
            <a:off x="10095488" y="2916370"/>
            <a:ext cx="958980" cy="607859"/>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600"/>
              </a:spcAft>
            </a:pPr>
            <a:r>
              <a:rPr lang="en-GB" sz="1050" b="1">
                <a:solidFill>
                  <a:schemeClr val="bg1">
                    <a:lumMod val="75000"/>
                  </a:schemeClr>
                </a:solidFill>
              </a:rPr>
              <a:t>GOLIVE</a:t>
            </a:r>
            <a:endParaRPr lang="en-GB" sz="900">
              <a:solidFill>
                <a:schemeClr val="bg1">
                  <a:lumMod val="75000"/>
                </a:schemeClr>
              </a:solidFill>
            </a:endParaRPr>
          </a:p>
          <a:p>
            <a:pPr algn="ctr"/>
            <a:r>
              <a:rPr lang="en-GB" sz="800">
                <a:solidFill>
                  <a:schemeClr val="bg1">
                    <a:lumMod val="75000"/>
                  </a:schemeClr>
                </a:solidFill>
              </a:rPr>
              <a:t>Cutover to production and hypercare</a:t>
            </a:r>
          </a:p>
        </p:txBody>
      </p:sp>
      <p:sp>
        <p:nvSpPr>
          <p:cNvPr id="290" name="Rounded Rectangle 289">
            <a:extLst>
              <a:ext uri="{FF2B5EF4-FFF2-40B4-BE49-F238E27FC236}">
                <a16:creationId xmlns:a16="http://schemas.microsoft.com/office/drawing/2014/main" id="{F78A3AB7-2E1A-1891-67C5-E58B8E4AAE19}"/>
              </a:ext>
            </a:extLst>
          </p:cNvPr>
          <p:cNvSpPr/>
          <p:nvPr/>
        </p:nvSpPr>
        <p:spPr>
          <a:xfrm rot="5400000">
            <a:off x="9865463" y="5091882"/>
            <a:ext cx="443971" cy="581234"/>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900" b="1">
                <a:solidFill>
                  <a:schemeClr val="bg1">
                    <a:lumMod val="75000"/>
                  </a:schemeClr>
                </a:solidFill>
                <a:latin typeface="Century Gothic" panose="020F0302020204030204"/>
              </a:rPr>
              <a:t>Cutover </a:t>
            </a:r>
          </a:p>
        </p:txBody>
      </p:sp>
      <p:cxnSp>
        <p:nvCxnSpPr>
          <p:cNvPr id="285" name="Straight Connector 284">
            <a:extLst>
              <a:ext uri="{FF2B5EF4-FFF2-40B4-BE49-F238E27FC236}">
                <a16:creationId xmlns:a16="http://schemas.microsoft.com/office/drawing/2014/main" id="{A640DBDF-137D-BFA4-7CE6-0DF9A518C4BE}"/>
              </a:ext>
            </a:extLst>
          </p:cNvPr>
          <p:cNvCxnSpPr>
            <a:cxnSpLocks/>
          </p:cNvCxnSpPr>
          <p:nvPr/>
        </p:nvCxnSpPr>
        <p:spPr>
          <a:xfrm>
            <a:off x="10106803" y="2708268"/>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89" name="Rounded Rectangle 288">
            <a:extLst>
              <a:ext uri="{FF2B5EF4-FFF2-40B4-BE49-F238E27FC236}">
                <a16:creationId xmlns:a16="http://schemas.microsoft.com/office/drawing/2014/main" id="{879E1ADC-8CB2-FA98-0170-6A9828266031}"/>
              </a:ext>
            </a:extLst>
          </p:cNvPr>
          <p:cNvSpPr/>
          <p:nvPr/>
        </p:nvSpPr>
        <p:spPr>
          <a:xfrm rot="5400000">
            <a:off x="9371662" y="4505452"/>
            <a:ext cx="443971" cy="821496"/>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Final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Prep</a:t>
            </a:r>
          </a:p>
        </p:txBody>
      </p:sp>
      <p:sp>
        <p:nvSpPr>
          <p:cNvPr id="273" name="TextBox 272">
            <a:extLst>
              <a:ext uri="{FF2B5EF4-FFF2-40B4-BE49-F238E27FC236}">
                <a16:creationId xmlns:a16="http://schemas.microsoft.com/office/drawing/2014/main" id="{9079DE44-9C79-0928-379C-FA4F06F0F503}"/>
              </a:ext>
            </a:extLst>
          </p:cNvPr>
          <p:cNvSpPr txBox="1"/>
          <p:nvPr/>
        </p:nvSpPr>
        <p:spPr>
          <a:xfrm>
            <a:off x="9459463" y="6031697"/>
            <a:ext cx="645858"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Cut-over</a:t>
            </a:r>
          </a:p>
        </p:txBody>
      </p:sp>
      <p:sp>
        <p:nvSpPr>
          <p:cNvPr id="6" name="Rectangle: Rounded Corners 5">
            <a:extLst>
              <a:ext uri="{FF2B5EF4-FFF2-40B4-BE49-F238E27FC236}">
                <a16:creationId xmlns:a16="http://schemas.microsoft.com/office/drawing/2014/main" id="{2E71122C-8D0E-36D7-8CD2-DE7B0CD160B7}"/>
              </a:ext>
            </a:extLst>
          </p:cNvPr>
          <p:cNvSpPr/>
          <p:nvPr/>
        </p:nvSpPr>
        <p:spPr>
          <a:xfrm>
            <a:off x="9131618" y="2916695"/>
            <a:ext cx="973705" cy="1015663"/>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600"/>
              </a:spcAft>
            </a:pPr>
            <a:r>
              <a:rPr lang="en-GB" sz="1050" b="1">
                <a:solidFill>
                  <a:schemeClr val="bg1">
                    <a:lumMod val="75000"/>
                  </a:schemeClr>
                </a:solidFill>
              </a:rPr>
              <a:t>FPREP</a:t>
            </a:r>
            <a:endParaRPr lang="en-GB" sz="900">
              <a:solidFill>
                <a:schemeClr val="bg1">
                  <a:lumMod val="75000"/>
                </a:schemeClr>
              </a:solidFill>
            </a:endParaRPr>
          </a:p>
          <a:p>
            <a:pPr algn="ctr"/>
            <a:r>
              <a:rPr lang="en-GB" sz="800">
                <a:solidFill>
                  <a:schemeClr val="bg1">
                    <a:lumMod val="75000"/>
                  </a:schemeClr>
                </a:solidFill>
              </a:rPr>
              <a:t>Prepare </a:t>
            </a:r>
            <a:br>
              <a:rPr lang="en-GB" sz="800">
                <a:solidFill>
                  <a:schemeClr val="bg1">
                    <a:lumMod val="75000"/>
                  </a:schemeClr>
                </a:solidFill>
              </a:rPr>
            </a:br>
            <a:r>
              <a:rPr lang="en-GB" sz="800">
                <a:solidFill>
                  <a:schemeClr val="bg1">
                    <a:lumMod val="75000"/>
                  </a:schemeClr>
                </a:solidFill>
              </a:rPr>
              <a:t>Go live </a:t>
            </a:r>
            <a:br>
              <a:rPr lang="en-GB" sz="800">
                <a:solidFill>
                  <a:schemeClr val="bg1">
                    <a:lumMod val="75000"/>
                  </a:schemeClr>
                </a:solidFill>
              </a:rPr>
            </a:br>
            <a:r>
              <a:rPr lang="en-GB" sz="800">
                <a:solidFill>
                  <a:schemeClr val="bg1">
                    <a:lumMod val="75000"/>
                  </a:schemeClr>
                </a:solidFill>
              </a:rPr>
              <a:t>and start production cutover</a:t>
            </a:r>
          </a:p>
          <a:p>
            <a:pPr algn="ctr"/>
            <a:endParaRPr lang="en-GB" sz="1050" b="1">
              <a:solidFill>
                <a:schemeClr val="bg1">
                  <a:lumMod val="75000"/>
                </a:schemeClr>
              </a:solidFill>
            </a:endParaRPr>
          </a:p>
        </p:txBody>
      </p:sp>
      <p:sp>
        <p:nvSpPr>
          <p:cNvPr id="193" name="TextBox 192">
            <a:extLst>
              <a:ext uri="{FF2B5EF4-FFF2-40B4-BE49-F238E27FC236}">
                <a16:creationId xmlns:a16="http://schemas.microsoft.com/office/drawing/2014/main" id="{712D8E14-4F65-A691-B35B-D480E74A8438}"/>
              </a:ext>
            </a:extLst>
          </p:cNvPr>
          <p:cNvSpPr txBox="1"/>
          <p:nvPr/>
        </p:nvSpPr>
        <p:spPr>
          <a:xfrm rot="16200000">
            <a:off x="9790386" y="3930852"/>
            <a:ext cx="615692" cy="234286"/>
          </a:xfrm>
          <a:prstGeom prst="rect">
            <a:avLst/>
          </a:prstGeom>
          <a:solidFill>
            <a:schemeClr val="bg1"/>
          </a:solidFill>
        </p:spPr>
        <p:txBody>
          <a:bodyPr wrap="square" lIns="36000" tIns="36000" rIns="36000" b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Go Live</a:t>
            </a:r>
          </a:p>
        </p:txBody>
      </p:sp>
      <p:sp>
        <p:nvSpPr>
          <p:cNvPr id="11" name="5-Point Star 266">
            <a:extLst>
              <a:ext uri="{FF2B5EF4-FFF2-40B4-BE49-F238E27FC236}">
                <a16:creationId xmlns:a16="http://schemas.microsoft.com/office/drawing/2014/main" id="{CCA9A795-F1B1-96F8-6BF8-C3AAFF857D29}"/>
              </a:ext>
            </a:extLst>
          </p:cNvPr>
          <p:cNvSpPr/>
          <p:nvPr/>
        </p:nvSpPr>
        <p:spPr>
          <a:xfrm>
            <a:off x="10245460" y="2367386"/>
            <a:ext cx="228912" cy="228912"/>
          </a:xfrm>
          <a:prstGeom prst="star5">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6" name="Arrow: Chevron 23">
            <a:extLst>
              <a:ext uri="{FF2B5EF4-FFF2-40B4-BE49-F238E27FC236}">
                <a16:creationId xmlns:a16="http://schemas.microsoft.com/office/drawing/2014/main" id="{0072E185-7D3F-95C8-7EBA-F8D10A10870E}"/>
              </a:ext>
            </a:extLst>
          </p:cNvPr>
          <p:cNvSpPr/>
          <p:nvPr/>
        </p:nvSpPr>
        <p:spPr>
          <a:xfrm>
            <a:off x="9137893" y="2331446"/>
            <a:ext cx="1071767" cy="409690"/>
          </a:xfrm>
          <a:prstGeom prst="chevron">
            <a:avLst>
              <a:gd name="adj" fmla="val 24644"/>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Final </a:t>
            </a:r>
            <a:b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b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Prep</a:t>
            </a:r>
          </a:p>
        </p:txBody>
      </p:sp>
      <p:sp>
        <p:nvSpPr>
          <p:cNvPr id="17" name="Arrow: Chevron 22">
            <a:extLst>
              <a:ext uri="{FF2B5EF4-FFF2-40B4-BE49-F238E27FC236}">
                <a16:creationId xmlns:a16="http://schemas.microsoft.com/office/drawing/2014/main" id="{4D7AA4BD-7E58-8281-C4CE-21BB5ADEB2F8}"/>
              </a:ext>
            </a:extLst>
          </p:cNvPr>
          <p:cNvSpPr/>
          <p:nvPr/>
        </p:nvSpPr>
        <p:spPr>
          <a:xfrm>
            <a:off x="4738711" y="2331446"/>
            <a:ext cx="2670399" cy="409690"/>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Realization</a:t>
            </a:r>
          </a:p>
        </p:txBody>
      </p:sp>
      <p:sp>
        <p:nvSpPr>
          <p:cNvPr id="18" name="Arrow: Chevron 288">
            <a:extLst>
              <a:ext uri="{FF2B5EF4-FFF2-40B4-BE49-F238E27FC236}">
                <a16:creationId xmlns:a16="http://schemas.microsoft.com/office/drawing/2014/main" id="{AD340C1F-DD6A-9298-177E-B39FE59FF9D6}"/>
              </a:ext>
            </a:extLst>
          </p:cNvPr>
          <p:cNvSpPr/>
          <p:nvPr/>
        </p:nvSpPr>
        <p:spPr>
          <a:xfrm>
            <a:off x="1728138" y="2331446"/>
            <a:ext cx="801206"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13716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Plan</a:t>
            </a:r>
          </a:p>
        </p:txBody>
      </p:sp>
      <p:sp>
        <p:nvSpPr>
          <p:cNvPr id="19" name="Arrow: Pentagon 14">
            <a:extLst>
              <a:ext uri="{FF2B5EF4-FFF2-40B4-BE49-F238E27FC236}">
                <a16:creationId xmlns:a16="http://schemas.microsoft.com/office/drawing/2014/main" id="{D025CB52-D6C7-7A2B-8DAE-106F775E18D6}"/>
              </a:ext>
            </a:extLst>
          </p:cNvPr>
          <p:cNvSpPr/>
          <p:nvPr/>
        </p:nvSpPr>
        <p:spPr>
          <a:xfrm>
            <a:off x="1105366" y="2331750"/>
            <a:ext cx="733360" cy="408495"/>
          </a:xfrm>
          <a:prstGeom prst="homePlate">
            <a:avLst>
              <a:gd name="adj" fmla="val 17926"/>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9144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75000"/>
                  </a:schemeClr>
                </a:solidFill>
                <a:effectLst/>
                <a:uLnTx/>
                <a:uFillTx/>
                <a:latin typeface="Century Gothic" panose="020F0302020204030204"/>
                <a:ea typeface="+mn-ea"/>
                <a:cs typeface="+mn-cs"/>
              </a:rPr>
              <a:t>Prep</a:t>
            </a:r>
          </a:p>
        </p:txBody>
      </p:sp>
      <p:sp>
        <p:nvSpPr>
          <p:cNvPr id="20" name="Rectangle 19">
            <a:extLst>
              <a:ext uri="{FF2B5EF4-FFF2-40B4-BE49-F238E27FC236}">
                <a16:creationId xmlns:a16="http://schemas.microsoft.com/office/drawing/2014/main" id="{94E18BB5-B4ED-EA3F-51DD-560C477935DA}"/>
              </a:ext>
            </a:extLst>
          </p:cNvPr>
          <p:cNvSpPr/>
          <p:nvPr/>
        </p:nvSpPr>
        <p:spPr>
          <a:xfrm>
            <a:off x="16635" y="2333445"/>
            <a:ext cx="1088730" cy="410400"/>
          </a:xfrm>
          <a:prstGeom prst="rect">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Pre-Project</a:t>
            </a:r>
          </a:p>
        </p:txBody>
      </p:sp>
      <p:sp>
        <p:nvSpPr>
          <p:cNvPr id="21" name="Arrow: Chevron 284">
            <a:extLst>
              <a:ext uri="{FF2B5EF4-FFF2-40B4-BE49-F238E27FC236}">
                <a16:creationId xmlns:a16="http://schemas.microsoft.com/office/drawing/2014/main" id="{0C5F0F4E-12F6-B3B7-E75E-39B63B58BBE9}"/>
              </a:ext>
            </a:extLst>
          </p:cNvPr>
          <p:cNvSpPr/>
          <p:nvPr/>
        </p:nvSpPr>
        <p:spPr>
          <a:xfrm>
            <a:off x="3196913" y="2331446"/>
            <a:ext cx="1636843"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432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Blueprint</a:t>
            </a:r>
          </a:p>
        </p:txBody>
      </p:sp>
      <p:sp>
        <p:nvSpPr>
          <p:cNvPr id="22" name="Arrow: Chevron 287">
            <a:extLst>
              <a:ext uri="{FF2B5EF4-FFF2-40B4-BE49-F238E27FC236}">
                <a16:creationId xmlns:a16="http://schemas.microsoft.com/office/drawing/2014/main" id="{D4FE67F3-A532-8137-C41A-346BC0455DAD}"/>
              </a:ext>
            </a:extLst>
          </p:cNvPr>
          <p:cNvSpPr/>
          <p:nvPr/>
        </p:nvSpPr>
        <p:spPr>
          <a:xfrm>
            <a:off x="2428621" y="2331446"/>
            <a:ext cx="1227452"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Inception</a:t>
            </a:r>
          </a:p>
        </p:txBody>
      </p:sp>
      <p:sp>
        <p:nvSpPr>
          <p:cNvPr id="23" name="Arrow: Chevron 274">
            <a:extLst>
              <a:ext uri="{FF2B5EF4-FFF2-40B4-BE49-F238E27FC236}">
                <a16:creationId xmlns:a16="http://schemas.microsoft.com/office/drawing/2014/main" id="{716A7457-B278-8D82-0B5A-362BD41B516E}"/>
              </a:ext>
            </a:extLst>
          </p:cNvPr>
          <p:cNvSpPr/>
          <p:nvPr/>
        </p:nvSpPr>
        <p:spPr>
          <a:xfrm>
            <a:off x="8191233" y="2331446"/>
            <a:ext cx="1049421" cy="409690"/>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000" b="1">
                <a:solidFill>
                  <a:schemeClr val="bg1">
                    <a:lumMod val="75000"/>
                  </a:schemeClr>
                </a:solidFill>
                <a:latin typeface="Century Gothic" panose="020F0302020204030204"/>
              </a:rPr>
              <a:t>BRT</a:t>
            </a:r>
            <a:endPar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24" name="Arrow: Chevron 273">
            <a:extLst>
              <a:ext uri="{FF2B5EF4-FFF2-40B4-BE49-F238E27FC236}">
                <a16:creationId xmlns:a16="http://schemas.microsoft.com/office/drawing/2014/main" id="{B152361B-A508-DEAF-CDA9-FF1E1833DA1D}"/>
              </a:ext>
            </a:extLst>
          </p:cNvPr>
          <p:cNvSpPr/>
          <p:nvPr/>
        </p:nvSpPr>
        <p:spPr>
          <a:xfrm>
            <a:off x="7245741" y="2331445"/>
            <a:ext cx="1046604"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SIT</a:t>
            </a:r>
          </a:p>
        </p:txBody>
      </p:sp>
      <p:sp>
        <p:nvSpPr>
          <p:cNvPr id="25" name="Arrow: Chevron 26">
            <a:extLst>
              <a:ext uri="{FF2B5EF4-FFF2-40B4-BE49-F238E27FC236}">
                <a16:creationId xmlns:a16="http://schemas.microsoft.com/office/drawing/2014/main" id="{CCC36FEA-CE77-089F-8614-FCFDED95672F}"/>
              </a:ext>
            </a:extLst>
          </p:cNvPr>
          <p:cNvSpPr/>
          <p:nvPr/>
        </p:nvSpPr>
        <p:spPr>
          <a:xfrm>
            <a:off x="11064849" y="2331446"/>
            <a:ext cx="1127151" cy="409689"/>
          </a:xfrm>
          <a:prstGeom prst="chevron">
            <a:avLst>
              <a:gd name="adj" fmla="val 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Operate</a:t>
            </a:r>
          </a:p>
        </p:txBody>
      </p:sp>
      <p:sp>
        <p:nvSpPr>
          <p:cNvPr id="26" name="Arrow: Chevron 25">
            <a:extLst>
              <a:ext uri="{FF2B5EF4-FFF2-40B4-BE49-F238E27FC236}">
                <a16:creationId xmlns:a16="http://schemas.microsoft.com/office/drawing/2014/main" id="{E2ACBDC1-E1F4-F69A-94B3-1B87ED5463B1}"/>
              </a:ext>
            </a:extLst>
          </p:cNvPr>
          <p:cNvSpPr/>
          <p:nvPr/>
        </p:nvSpPr>
        <p:spPr>
          <a:xfrm>
            <a:off x="10106803" y="2331446"/>
            <a:ext cx="1049421" cy="409689"/>
          </a:xfrm>
          <a:prstGeom prst="chevron">
            <a:avLst>
              <a:gd name="adj" fmla="val 24644"/>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Go Live &amp; Hypercare</a:t>
            </a:r>
          </a:p>
        </p:txBody>
      </p:sp>
      <p:sp>
        <p:nvSpPr>
          <p:cNvPr id="28" name="Arrow: Chevron 283">
            <a:extLst>
              <a:ext uri="{FF2B5EF4-FFF2-40B4-BE49-F238E27FC236}">
                <a16:creationId xmlns:a16="http://schemas.microsoft.com/office/drawing/2014/main" id="{16BFEE23-C93E-5BFF-D422-C6F221491833}"/>
              </a:ext>
            </a:extLst>
          </p:cNvPr>
          <p:cNvSpPr/>
          <p:nvPr/>
        </p:nvSpPr>
        <p:spPr>
          <a:xfrm>
            <a:off x="10914976" y="1362494"/>
            <a:ext cx="1277024" cy="964154"/>
          </a:xfrm>
          <a:prstGeom prst="chevron">
            <a:avLst>
              <a:gd name="adj" fmla="val 0"/>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20040" tIns="59436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Run</a:t>
            </a:r>
          </a:p>
        </p:txBody>
      </p:sp>
      <p:sp>
        <p:nvSpPr>
          <p:cNvPr id="29" name="Arrow: Chevron 278">
            <a:extLst>
              <a:ext uri="{FF2B5EF4-FFF2-40B4-BE49-F238E27FC236}">
                <a16:creationId xmlns:a16="http://schemas.microsoft.com/office/drawing/2014/main" id="{D7A8BDAD-6D0A-91AC-82A4-4F09F8F8E202}"/>
              </a:ext>
            </a:extLst>
          </p:cNvPr>
          <p:cNvSpPr/>
          <p:nvPr/>
        </p:nvSpPr>
        <p:spPr>
          <a:xfrm>
            <a:off x="2419454" y="1362494"/>
            <a:ext cx="2604691" cy="964154"/>
          </a:xfrm>
          <a:prstGeom prst="chevron">
            <a:avLst>
              <a:gd name="adj" fmla="val 29545"/>
            </a:avLst>
          </a:prstGeom>
          <a:gradFill>
            <a:gsLst>
              <a:gs pos="100000">
                <a:schemeClr val="bg2"/>
              </a:gs>
              <a:gs pos="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Explore</a:t>
            </a:r>
          </a:p>
        </p:txBody>
      </p:sp>
      <p:sp>
        <p:nvSpPr>
          <p:cNvPr id="30" name="Arrow: Chevron 279">
            <a:extLst>
              <a:ext uri="{FF2B5EF4-FFF2-40B4-BE49-F238E27FC236}">
                <a16:creationId xmlns:a16="http://schemas.microsoft.com/office/drawing/2014/main" id="{46A0DDA0-50CC-F556-B2D7-E73F3521E40E}"/>
              </a:ext>
            </a:extLst>
          </p:cNvPr>
          <p:cNvSpPr/>
          <p:nvPr/>
        </p:nvSpPr>
        <p:spPr>
          <a:xfrm>
            <a:off x="4738710" y="1362494"/>
            <a:ext cx="4669608" cy="964154"/>
          </a:xfrm>
          <a:prstGeom prst="chevron">
            <a:avLst>
              <a:gd name="adj" fmla="val 28502"/>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Execute</a:t>
            </a:r>
          </a:p>
        </p:txBody>
      </p:sp>
      <p:sp>
        <p:nvSpPr>
          <p:cNvPr id="31" name="Arrow: Chevron 282">
            <a:extLst>
              <a:ext uri="{FF2B5EF4-FFF2-40B4-BE49-F238E27FC236}">
                <a16:creationId xmlns:a16="http://schemas.microsoft.com/office/drawing/2014/main" id="{C83B8871-6D62-3583-92D8-7A49C5A11FE9}"/>
              </a:ext>
            </a:extLst>
          </p:cNvPr>
          <p:cNvSpPr/>
          <p:nvPr/>
        </p:nvSpPr>
        <p:spPr>
          <a:xfrm>
            <a:off x="9131619" y="1362494"/>
            <a:ext cx="2197119" cy="964154"/>
          </a:xfrm>
          <a:prstGeom prst="chevron">
            <a:avLst>
              <a:gd name="adj" fmla="val 27951"/>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144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Deploy</a:t>
            </a:r>
          </a:p>
        </p:txBody>
      </p:sp>
      <p:grpSp>
        <p:nvGrpSpPr>
          <p:cNvPr id="32" name="Group 31">
            <a:extLst>
              <a:ext uri="{FF2B5EF4-FFF2-40B4-BE49-F238E27FC236}">
                <a16:creationId xmlns:a16="http://schemas.microsoft.com/office/drawing/2014/main" id="{F2B30140-684B-1DB9-D213-FB763AD98F8B}"/>
              </a:ext>
            </a:extLst>
          </p:cNvPr>
          <p:cNvGrpSpPr/>
          <p:nvPr/>
        </p:nvGrpSpPr>
        <p:grpSpPr>
          <a:xfrm>
            <a:off x="3412619" y="1490179"/>
            <a:ext cx="471791" cy="471791"/>
            <a:chOff x="2800393" y="1942177"/>
            <a:chExt cx="471791" cy="471791"/>
          </a:xfrm>
        </p:grpSpPr>
        <p:sp>
          <p:nvSpPr>
            <p:cNvPr id="112" name="Oval 111">
              <a:extLst>
                <a:ext uri="{FF2B5EF4-FFF2-40B4-BE49-F238E27FC236}">
                  <a16:creationId xmlns:a16="http://schemas.microsoft.com/office/drawing/2014/main" id="{54A8D319-0362-2697-98E2-E721B1C12206}"/>
                </a:ext>
              </a:extLst>
            </p:cNvPr>
            <p:cNvSpPr/>
            <p:nvPr/>
          </p:nvSpPr>
          <p:spPr>
            <a:xfrm>
              <a:off x="2800393"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113" name="Graphic 330">
              <a:extLst>
                <a:ext uri="{FF2B5EF4-FFF2-40B4-BE49-F238E27FC236}">
                  <a16:creationId xmlns:a16="http://schemas.microsoft.com/office/drawing/2014/main" id="{A0ED8057-F1C4-20E6-2B29-0CD6AE2956D1}"/>
                </a:ext>
              </a:extLst>
            </p:cNvPr>
            <p:cNvGrpSpPr/>
            <p:nvPr/>
          </p:nvGrpSpPr>
          <p:grpSpPr>
            <a:xfrm>
              <a:off x="2905403" y="2047213"/>
              <a:ext cx="261773" cy="261748"/>
              <a:chOff x="2905403" y="2047213"/>
              <a:chExt cx="261773" cy="261748"/>
            </a:xfrm>
          </p:grpSpPr>
          <p:sp>
            <p:nvSpPr>
              <p:cNvPr id="114" name="Freeform 170">
                <a:extLst>
                  <a:ext uri="{FF2B5EF4-FFF2-40B4-BE49-F238E27FC236}">
                    <a16:creationId xmlns:a16="http://schemas.microsoft.com/office/drawing/2014/main" id="{5E2DD16C-4CE3-07A6-41AC-63A9ADE9CBEA}"/>
                  </a:ext>
                </a:extLst>
              </p:cNvPr>
              <p:cNvSpPr/>
              <p:nvPr/>
            </p:nvSpPr>
            <p:spPr>
              <a:xfrm>
                <a:off x="2905403" y="2197919"/>
                <a:ext cx="111010" cy="111042"/>
              </a:xfrm>
              <a:custGeom>
                <a:avLst/>
                <a:gdLst>
                  <a:gd name="connsiteX0" fmla="*/ 12535 w 111010"/>
                  <a:gd name="connsiteY0" fmla="*/ 111042 h 111042"/>
                  <a:gd name="connsiteX1" fmla="*/ 0 w 111010"/>
                  <a:gd name="connsiteY1" fmla="*/ 98495 h 111042"/>
                  <a:gd name="connsiteX2" fmla="*/ 3662 w 111010"/>
                  <a:gd name="connsiteY2" fmla="*/ 89645 h 111042"/>
                  <a:gd name="connsiteX3" fmla="*/ 88890 w 111010"/>
                  <a:gd name="connsiteY3" fmla="*/ 4449 h 111042"/>
                  <a:gd name="connsiteX4" fmla="*/ 106562 w 111010"/>
                  <a:gd name="connsiteY4" fmla="*/ 2960 h 111042"/>
                  <a:gd name="connsiteX5" fmla="*/ 108051 w 111010"/>
                  <a:gd name="connsiteY5" fmla="*/ 20632 h 111042"/>
                  <a:gd name="connsiteX6" fmla="*/ 106587 w 111010"/>
                  <a:gd name="connsiteY6" fmla="*/ 22100 h 111042"/>
                  <a:gd name="connsiteX7" fmla="*/ 21407 w 111010"/>
                  <a:gd name="connsiteY7" fmla="*/ 107327 h 111042"/>
                  <a:gd name="connsiteX8" fmla="*/ 12535 w 111010"/>
                  <a:gd name="connsiteY8" fmla="*/ 111042 h 11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010" h="111042">
                    <a:moveTo>
                      <a:pt x="12535" y="111042"/>
                    </a:moveTo>
                    <a:cubicBezTo>
                      <a:pt x="5609" y="111039"/>
                      <a:pt x="-3" y="105422"/>
                      <a:pt x="0" y="98495"/>
                    </a:cubicBezTo>
                    <a:cubicBezTo>
                      <a:pt x="2" y="95177"/>
                      <a:pt x="1318" y="91995"/>
                      <a:pt x="3662" y="89645"/>
                    </a:cubicBezTo>
                    <a:lnTo>
                      <a:pt x="88890" y="4449"/>
                    </a:lnTo>
                    <a:cubicBezTo>
                      <a:pt x="93358" y="-842"/>
                      <a:pt x="101270" y="-1509"/>
                      <a:pt x="106562" y="2960"/>
                    </a:cubicBezTo>
                    <a:cubicBezTo>
                      <a:pt x="111853" y="7429"/>
                      <a:pt x="112520" y="15340"/>
                      <a:pt x="108051" y="20632"/>
                    </a:cubicBezTo>
                    <a:cubicBezTo>
                      <a:pt x="107604" y="21161"/>
                      <a:pt x="107115" y="21651"/>
                      <a:pt x="106587" y="22100"/>
                    </a:cubicBezTo>
                    <a:lnTo>
                      <a:pt x="21407" y="107327"/>
                    </a:lnTo>
                    <a:cubicBezTo>
                      <a:pt x="19061" y="109696"/>
                      <a:pt x="15868" y="111033"/>
                      <a:pt x="12535" y="111042"/>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5" name="Freeform 171">
                <a:extLst>
                  <a:ext uri="{FF2B5EF4-FFF2-40B4-BE49-F238E27FC236}">
                    <a16:creationId xmlns:a16="http://schemas.microsoft.com/office/drawing/2014/main" id="{C90AE053-97D6-95B7-7BE3-E34F03F5B002}"/>
                  </a:ext>
                </a:extLst>
              </p:cNvPr>
              <p:cNvSpPr/>
              <p:nvPr/>
            </p:nvSpPr>
            <p:spPr>
              <a:xfrm>
                <a:off x="2964682" y="2047213"/>
                <a:ext cx="202495" cy="202495"/>
              </a:xfrm>
              <a:custGeom>
                <a:avLst/>
                <a:gdLst>
                  <a:gd name="connsiteX0" fmla="*/ 101263 w 202495"/>
                  <a:gd name="connsiteY0" fmla="*/ 202495 h 202495"/>
                  <a:gd name="connsiteX1" fmla="*/ 0 w 202495"/>
                  <a:gd name="connsiteY1" fmla="*/ 101263 h 202495"/>
                  <a:gd name="connsiteX2" fmla="*/ 101232 w 202495"/>
                  <a:gd name="connsiteY2" fmla="*/ 0 h 202495"/>
                  <a:gd name="connsiteX3" fmla="*/ 202495 w 202495"/>
                  <a:gd name="connsiteY3" fmla="*/ 101232 h 202495"/>
                  <a:gd name="connsiteX4" fmla="*/ 202495 w 202495"/>
                  <a:gd name="connsiteY4" fmla="*/ 101248 h 202495"/>
                  <a:gd name="connsiteX5" fmla="*/ 101263 w 202495"/>
                  <a:gd name="connsiteY5" fmla="*/ 202495 h 202495"/>
                  <a:gd name="connsiteX6" fmla="*/ 101263 w 202495"/>
                  <a:gd name="connsiteY6" fmla="*/ 25096 h 202495"/>
                  <a:gd name="connsiteX7" fmla="*/ 25081 w 202495"/>
                  <a:gd name="connsiteY7" fmla="*/ 101248 h 202495"/>
                  <a:gd name="connsiteX8" fmla="*/ 101232 w 202495"/>
                  <a:gd name="connsiteY8" fmla="*/ 177430 h 202495"/>
                  <a:gd name="connsiteX9" fmla="*/ 177415 w 202495"/>
                  <a:gd name="connsiteY9" fmla="*/ 101279 h 202495"/>
                  <a:gd name="connsiteX10" fmla="*/ 177415 w 202495"/>
                  <a:gd name="connsiteY10" fmla="*/ 101248 h 202495"/>
                  <a:gd name="connsiteX11" fmla="*/ 101263 w 202495"/>
                  <a:gd name="connsiteY11" fmla="*/ 25049 h 202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495" h="202495">
                    <a:moveTo>
                      <a:pt x="101263" y="202495"/>
                    </a:moveTo>
                    <a:cubicBezTo>
                      <a:pt x="45346" y="202505"/>
                      <a:pt x="9" y="157181"/>
                      <a:pt x="0" y="101263"/>
                    </a:cubicBezTo>
                    <a:cubicBezTo>
                      <a:pt x="-9" y="45346"/>
                      <a:pt x="45314" y="9"/>
                      <a:pt x="101232" y="0"/>
                    </a:cubicBezTo>
                    <a:cubicBezTo>
                      <a:pt x="157149" y="-9"/>
                      <a:pt x="202486" y="45314"/>
                      <a:pt x="202495" y="101232"/>
                    </a:cubicBezTo>
                    <a:cubicBezTo>
                      <a:pt x="202495" y="101237"/>
                      <a:pt x="202495" y="101242"/>
                      <a:pt x="202495" y="101248"/>
                    </a:cubicBezTo>
                    <a:cubicBezTo>
                      <a:pt x="202434" y="157134"/>
                      <a:pt x="157149" y="202426"/>
                      <a:pt x="101263" y="202495"/>
                    </a:cubicBezTo>
                    <a:close/>
                    <a:moveTo>
                      <a:pt x="101263" y="25096"/>
                    </a:moveTo>
                    <a:cubicBezTo>
                      <a:pt x="59197" y="25088"/>
                      <a:pt x="25089" y="59182"/>
                      <a:pt x="25081" y="101248"/>
                    </a:cubicBezTo>
                    <a:cubicBezTo>
                      <a:pt x="25072" y="143313"/>
                      <a:pt x="59166" y="177421"/>
                      <a:pt x="101232" y="177430"/>
                    </a:cubicBezTo>
                    <a:cubicBezTo>
                      <a:pt x="143298" y="177440"/>
                      <a:pt x="177405" y="143345"/>
                      <a:pt x="177415" y="101279"/>
                    </a:cubicBezTo>
                    <a:cubicBezTo>
                      <a:pt x="177415" y="101268"/>
                      <a:pt x="177415" y="101258"/>
                      <a:pt x="177415" y="101248"/>
                    </a:cubicBezTo>
                    <a:cubicBezTo>
                      <a:pt x="177388" y="59194"/>
                      <a:pt x="143317" y="25101"/>
                      <a:pt x="101263" y="2504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6" name="Freeform 172">
                <a:extLst>
                  <a:ext uri="{FF2B5EF4-FFF2-40B4-BE49-F238E27FC236}">
                    <a16:creationId xmlns:a16="http://schemas.microsoft.com/office/drawing/2014/main" id="{02DC08F0-AC76-8EFD-3018-0D5B19CF0CB2}"/>
                  </a:ext>
                </a:extLst>
              </p:cNvPr>
              <p:cNvSpPr/>
              <p:nvPr/>
            </p:nvSpPr>
            <p:spPr>
              <a:xfrm>
                <a:off x="3052606" y="2106356"/>
                <a:ext cx="25080" cy="84208"/>
              </a:xfrm>
              <a:custGeom>
                <a:avLst/>
                <a:gdLst>
                  <a:gd name="connsiteX0" fmla="*/ 12540 w 25080"/>
                  <a:gd name="connsiteY0" fmla="*/ 84208 h 84208"/>
                  <a:gd name="connsiteX1" fmla="*/ 0 w 25080"/>
                  <a:gd name="connsiteY1" fmla="*/ 71668 h 84208"/>
                  <a:gd name="connsiteX2" fmla="*/ 0 w 25080"/>
                  <a:gd name="connsiteY2" fmla="*/ 12540 h 84208"/>
                  <a:gd name="connsiteX3" fmla="*/ 12540 w 25080"/>
                  <a:gd name="connsiteY3" fmla="*/ 0 h 84208"/>
                  <a:gd name="connsiteX4" fmla="*/ 25081 w 25080"/>
                  <a:gd name="connsiteY4" fmla="*/ 12540 h 84208"/>
                  <a:gd name="connsiteX5" fmla="*/ 25081 w 25080"/>
                  <a:gd name="connsiteY5" fmla="*/ 71668 h 84208"/>
                  <a:gd name="connsiteX6" fmla="*/ 12540 w 25080"/>
                  <a:gd name="connsiteY6" fmla="*/ 84208 h 84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80" h="84208">
                    <a:moveTo>
                      <a:pt x="12540" y="84208"/>
                    </a:moveTo>
                    <a:cubicBezTo>
                      <a:pt x="5615" y="84208"/>
                      <a:pt x="0" y="78594"/>
                      <a:pt x="0" y="71668"/>
                    </a:cubicBezTo>
                    <a:lnTo>
                      <a:pt x="0" y="12540"/>
                    </a:lnTo>
                    <a:cubicBezTo>
                      <a:pt x="0" y="5614"/>
                      <a:pt x="5615" y="0"/>
                      <a:pt x="12540" y="0"/>
                    </a:cubicBezTo>
                    <a:cubicBezTo>
                      <a:pt x="19466" y="0"/>
                      <a:pt x="25081" y="5614"/>
                      <a:pt x="25081" y="12540"/>
                    </a:cubicBezTo>
                    <a:lnTo>
                      <a:pt x="25081" y="71668"/>
                    </a:lnTo>
                    <a:cubicBezTo>
                      <a:pt x="25081" y="78594"/>
                      <a:pt x="19466" y="84208"/>
                      <a:pt x="12540" y="84208"/>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8" name="Freeform 173">
                <a:extLst>
                  <a:ext uri="{FF2B5EF4-FFF2-40B4-BE49-F238E27FC236}">
                    <a16:creationId xmlns:a16="http://schemas.microsoft.com/office/drawing/2014/main" id="{439CAFF2-B8EE-9442-3D92-8FF2C4AB4F8F}"/>
                  </a:ext>
                </a:extLst>
              </p:cNvPr>
              <p:cNvSpPr/>
              <p:nvPr/>
            </p:nvSpPr>
            <p:spPr>
              <a:xfrm>
                <a:off x="3023826" y="2135121"/>
                <a:ext cx="84224" cy="25080"/>
              </a:xfrm>
              <a:custGeom>
                <a:avLst/>
                <a:gdLst>
                  <a:gd name="connsiteX0" fmla="*/ 71684 w 84224"/>
                  <a:gd name="connsiteY0" fmla="*/ 25081 h 25080"/>
                  <a:gd name="connsiteX1" fmla="*/ 12540 w 84224"/>
                  <a:gd name="connsiteY1" fmla="*/ 25081 h 25080"/>
                  <a:gd name="connsiteX2" fmla="*/ 0 w 84224"/>
                  <a:gd name="connsiteY2" fmla="*/ 12540 h 25080"/>
                  <a:gd name="connsiteX3" fmla="*/ 12540 w 84224"/>
                  <a:gd name="connsiteY3" fmla="*/ 0 h 25080"/>
                  <a:gd name="connsiteX4" fmla="*/ 71684 w 84224"/>
                  <a:gd name="connsiteY4" fmla="*/ 0 h 25080"/>
                  <a:gd name="connsiteX5" fmla="*/ 84224 w 84224"/>
                  <a:gd name="connsiteY5" fmla="*/ 12540 h 25080"/>
                  <a:gd name="connsiteX6" fmla="*/ 71684 w 8422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224" h="25080">
                    <a:moveTo>
                      <a:pt x="71684" y="25081"/>
                    </a:moveTo>
                    <a:lnTo>
                      <a:pt x="12540" y="25081"/>
                    </a:lnTo>
                    <a:cubicBezTo>
                      <a:pt x="5614" y="25081"/>
                      <a:pt x="0" y="19466"/>
                      <a:pt x="0" y="12540"/>
                    </a:cubicBezTo>
                    <a:cubicBezTo>
                      <a:pt x="0" y="5614"/>
                      <a:pt x="5614" y="0"/>
                      <a:pt x="12540" y="0"/>
                    </a:cubicBezTo>
                    <a:lnTo>
                      <a:pt x="71684" y="0"/>
                    </a:lnTo>
                    <a:cubicBezTo>
                      <a:pt x="78609" y="0"/>
                      <a:pt x="84224" y="5614"/>
                      <a:pt x="84224" y="12540"/>
                    </a:cubicBezTo>
                    <a:cubicBezTo>
                      <a:pt x="84224" y="19466"/>
                      <a:pt x="78609" y="25081"/>
                      <a:pt x="71684"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33" name="Group 32">
            <a:extLst>
              <a:ext uri="{FF2B5EF4-FFF2-40B4-BE49-F238E27FC236}">
                <a16:creationId xmlns:a16="http://schemas.microsoft.com/office/drawing/2014/main" id="{B5C02C53-1FDA-B9D7-8852-2CEC1C985EA4}"/>
              </a:ext>
            </a:extLst>
          </p:cNvPr>
          <p:cNvGrpSpPr/>
          <p:nvPr/>
        </p:nvGrpSpPr>
        <p:grpSpPr>
          <a:xfrm>
            <a:off x="6823926" y="1490179"/>
            <a:ext cx="471791" cy="471791"/>
            <a:chOff x="6457678" y="1942177"/>
            <a:chExt cx="471791" cy="471791"/>
          </a:xfrm>
        </p:grpSpPr>
        <p:sp>
          <p:nvSpPr>
            <p:cNvPr id="91" name="Oval 90">
              <a:extLst>
                <a:ext uri="{FF2B5EF4-FFF2-40B4-BE49-F238E27FC236}">
                  <a16:creationId xmlns:a16="http://schemas.microsoft.com/office/drawing/2014/main" id="{4DDCF953-B221-8068-C02F-7D579B780208}"/>
                </a:ext>
              </a:extLst>
            </p:cNvPr>
            <p:cNvSpPr/>
            <p:nvPr/>
          </p:nvSpPr>
          <p:spPr>
            <a:xfrm>
              <a:off x="6457678"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92" name="Group 91">
              <a:extLst>
                <a:ext uri="{FF2B5EF4-FFF2-40B4-BE49-F238E27FC236}">
                  <a16:creationId xmlns:a16="http://schemas.microsoft.com/office/drawing/2014/main" id="{F1B815B4-88A1-8E07-33FE-31B4A2549D69}"/>
                </a:ext>
              </a:extLst>
            </p:cNvPr>
            <p:cNvGrpSpPr/>
            <p:nvPr/>
          </p:nvGrpSpPr>
          <p:grpSpPr>
            <a:xfrm>
              <a:off x="6566257" y="2048749"/>
              <a:ext cx="254558" cy="258644"/>
              <a:chOff x="6566257" y="2048749"/>
              <a:chExt cx="254558" cy="258644"/>
            </a:xfrm>
          </p:grpSpPr>
          <p:grpSp>
            <p:nvGrpSpPr>
              <p:cNvPr id="93" name="Graphic 332">
                <a:extLst>
                  <a:ext uri="{FF2B5EF4-FFF2-40B4-BE49-F238E27FC236}">
                    <a16:creationId xmlns:a16="http://schemas.microsoft.com/office/drawing/2014/main" id="{61C76299-5422-8A8A-4B7B-DEE838DECAE0}"/>
                  </a:ext>
                </a:extLst>
              </p:cNvPr>
              <p:cNvGrpSpPr/>
              <p:nvPr/>
            </p:nvGrpSpPr>
            <p:grpSpPr>
              <a:xfrm>
                <a:off x="6566257" y="2086119"/>
                <a:ext cx="135075" cy="185001"/>
                <a:chOff x="6566257" y="2086119"/>
                <a:chExt cx="135075" cy="185001"/>
              </a:xfrm>
            </p:grpSpPr>
            <p:sp>
              <p:nvSpPr>
                <p:cNvPr id="108" name="Freeform 164">
                  <a:extLst>
                    <a:ext uri="{FF2B5EF4-FFF2-40B4-BE49-F238E27FC236}">
                      <a16:creationId xmlns:a16="http://schemas.microsoft.com/office/drawing/2014/main" id="{9BD1FB61-F7B3-078C-50EA-94A0E898F2CB}"/>
                    </a:ext>
                  </a:extLst>
                </p:cNvPr>
                <p:cNvSpPr/>
                <p:nvPr/>
              </p:nvSpPr>
              <p:spPr>
                <a:xfrm>
                  <a:off x="6566257" y="2086119"/>
                  <a:ext cx="135075" cy="131501"/>
                </a:xfrm>
                <a:custGeom>
                  <a:avLst/>
                  <a:gdLst>
                    <a:gd name="connsiteX0" fmla="*/ 92814 w 135075"/>
                    <a:gd name="connsiteY0" fmla="*/ 131501 h 131501"/>
                    <a:gd name="connsiteX1" fmla="*/ 80275 w 135075"/>
                    <a:gd name="connsiteY1" fmla="*/ 118959 h 131501"/>
                    <a:gd name="connsiteX2" fmla="*/ 88409 w 135075"/>
                    <a:gd name="connsiteY2" fmla="*/ 107220 h 131501"/>
                    <a:gd name="connsiteX3" fmla="*/ 109994 w 135075"/>
                    <a:gd name="connsiteY3" fmla="*/ 66088 h 131501"/>
                    <a:gd name="connsiteX4" fmla="*/ 67545 w 135075"/>
                    <a:gd name="connsiteY4" fmla="*/ 25081 h 131501"/>
                    <a:gd name="connsiteX5" fmla="*/ 25081 w 135075"/>
                    <a:gd name="connsiteY5" fmla="*/ 66088 h 131501"/>
                    <a:gd name="connsiteX6" fmla="*/ 47481 w 135075"/>
                    <a:gd name="connsiteY6" fmla="*/ 107016 h 131501"/>
                    <a:gd name="connsiteX7" fmla="*/ 53935 w 135075"/>
                    <a:gd name="connsiteY7" fmla="*/ 123535 h 131501"/>
                    <a:gd name="connsiteX8" fmla="*/ 38358 w 135075"/>
                    <a:gd name="connsiteY8" fmla="*/ 130357 h 131501"/>
                    <a:gd name="connsiteX9" fmla="*/ 0 w 135075"/>
                    <a:gd name="connsiteY9" fmla="*/ 66088 h 131501"/>
                    <a:gd name="connsiteX10" fmla="*/ 67545 w 135075"/>
                    <a:gd name="connsiteY10" fmla="*/ 0 h 131501"/>
                    <a:gd name="connsiteX11" fmla="*/ 135075 w 135075"/>
                    <a:gd name="connsiteY11" fmla="*/ 66088 h 131501"/>
                    <a:gd name="connsiteX12" fmla="*/ 97219 w 135075"/>
                    <a:gd name="connsiteY12" fmla="*/ 130702 h 131501"/>
                    <a:gd name="connsiteX13" fmla="*/ 92814 w 135075"/>
                    <a:gd name="connsiteY13" fmla="*/ 131501 h 131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5075" h="131501">
                      <a:moveTo>
                        <a:pt x="92814" y="131501"/>
                      </a:moveTo>
                      <a:cubicBezTo>
                        <a:pt x="85888" y="131501"/>
                        <a:pt x="80274" y="125886"/>
                        <a:pt x="80275" y="118959"/>
                      </a:cubicBezTo>
                      <a:cubicBezTo>
                        <a:pt x="80275" y="113733"/>
                        <a:pt x="83517" y="109056"/>
                        <a:pt x="88409" y="107220"/>
                      </a:cubicBezTo>
                      <a:cubicBezTo>
                        <a:pt x="109994" y="99116"/>
                        <a:pt x="109994" y="74302"/>
                        <a:pt x="109994" y="66088"/>
                      </a:cubicBezTo>
                      <a:cubicBezTo>
                        <a:pt x="109994" y="42324"/>
                        <a:pt x="92140" y="25081"/>
                        <a:pt x="67545" y="25081"/>
                      </a:cubicBezTo>
                      <a:cubicBezTo>
                        <a:pt x="42951" y="25081"/>
                        <a:pt x="25081" y="42324"/>
                        <a:pt x="25081" y="66088"/>
                      </a:cubicBezTo>
                      <a:cubicBezTo>
                        <a:pt x="25081" y="80760"/>
                        <a:pt x="28968" y="99774"/>
                        <a:pt x="47481" y="107016"/>
                      </a:cubicBezTo>
                      <a:cubicBezTo>
                        <a:pt x="53825" y="109795"/>
                        <a:pt x="56714" y="117191"/>
                        <a:pt x="53935" y="123535"/>
                      </a:cubicBezTo>
                      <a:cubicBezTo>
                        <a:pt x="51313" y="129520"/>
                        <a:pt x="44535" y="132489"/>
                        <a:pt x="38358" y="130357"/>
                      </a:cubicBezTo>
                      <a:cubicBezTo>
                        <a:pt x="13669" y="120701"/>
                        <a:pt x="0" y="97862"/>
                        <a:pt x="0" y="66088"/>
                      </a:cubicBezTo>
                      <a:cubicBezTo>
                        <a:pt x="0" y="28467"/>
                        <a:pt x="29031" y="0"/>
                        <a:pt x="67545" y="0"/>
                      </a:cubicBezTo>
                      <a:cubicBezTo>
                        <a:pt x="106060" y="0"/>
                        <a:pt x="135075" y="28467"/>
                        <a:pt x="135075" y="66088"/>
                      </a:cubicBezTo>
                      <a:cubicBezTo>
                        <a:pt x="135075" y="98598"/>
                        <a:pt x="121641" y="121547"/>
                        <a:pt x="97219" y="130702"/>
                      </a:cubicBezTo>
                      <a:cubicBezTo>
                        <a:pt x="95809" y="131224"/>
                        <a:pt x="94318" y="131495"/>
                        <a:pt x="92814" y="13150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9" name="Freeform 165">
                  <a:extLst>
                    <a:ext uri="{FF2B5EF4-FFF2-40B4-BE49-F238E27FC236}">
                      <a16:creationId xmlns:a16="http://schemas.microsoft.com/office/drawing/2014/main" id="{64FB742C-AAEB-B319-741F-63A65E7D3198}"/>
                    </a:ext>
                  </a:extLst>
                </p:cNvPr>
                <p:cNvSpPr/>
                <p:nvPr/>
              </p:nvSpPr>
              <p:spPr>
                <a:xfrm>
                  <a:off x="6601417" y="2210096"/>
                  <a:ext cx="64864" cy="25080"/>
                </a:xfrm>
                <a:custGeom>
                  <a:avLst/>
                  <a:gdLst>
                    <a:gd name="connsiteX0" fmla="*/ 52325 w 64864"/>
                    <a:gd name="connsiteY0" fmla="*/ 25081 h 25080"/>
                    <a:gd name="connsiteX1" fmla="*/ 12540 w 64864"/>
                    <a:gd name="connsiteY1" fmla="*/ 25081 h 25080"/>
                    <a:gd name="connsiteX2" fmla="*/ 0 w 64864"/>
                    <a:gd name="connsiteY2" fmla="*/ 12540 h 25080"/>
                    <a:gd name="connsiteX3" fmla="*/ 12540 w 64864"/>
                    <a:gd name="connsiteY3" fmla="*/ 0 h 25080"/>
                    <a:gd name="connsiteX4" fmla="*/ 52325 w 64864"/>
                    <a:gd name="connsiteY4" fmla="*/ 0 h 25080"/>
                    <a:gd name="connsiteX5" fmla="*/ 64865 w 64864"/>
                    <a:gd name="connsiteY5" fmla="*/ 12540 h 25080"/>
                    <a:gd name="connsiteX6" fmla="*/ 52325 w 6486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64" h="25080">
                      <a:moveTo>
                        <a:pt x="52325" y="25081"/>
                      </a:moveTo>
                      <a:lnTo>
                        <a:pt x="12540" y="25081"/>
                      </a:lnTo>
                      <a:cubicBezTo>
                        <a:pt x="5614" y="25081"/>
                        <a:pt x="0" y="19466"/>
                        <a:pt x="0" y="12540"/>
                      </a:cubicBezTo>
                      <a:cubicBezTo>
                        <a:pt x="0" y="5615"/>
                        <a:pt x="5614" y="0"/>
                        <a:pt x="12540" y="0"/>
                      </a:cubicBezTo>
                      <a:lnTo>
                        <a:pt x="52325" y="0"/>
                      </a:lnTo>
                      <a:cubicBezTo>
                        <a:pt x="59250" y="0"/>
                        <a:pt x="64865" y="5615"/>
                        <a:pt x="64865" y="12540"/>
                      </a:cubicBezTo>
                      <a:cubicBezTo>
                        <a:pt x="64865" y="19466"/>
                        <a:pt x="59250" y="25081"/>
                        <a:pt x="52325"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0" name="Freeform 166">
                  <a:extLst>
                    <a:ext uri="{FF2B5EF4-FFF2-40B4-BE49-F238E27FC236}">
                      <a16:creationId xmlns:a16="http://schemas.microsoft.com/office/drawing/2014/main" id="{65BD5396-1963-59B9-FCBC-819280565C68}"/>
                    </a:ext>
                  </a:extLst>
                </p:cNvPr>
                <p:cNvSpPr/>
                <p:nvPr/>
              </p:nvSpPr>
              <p:spPr>
                <a:xfrm>
                  <a:off x="6601417" y="2246040"/>
                  <a:ext cx="63846" cy="25080"/>
                </a:xfrm>
                <a:custGeom>
                  <a:avLst/>
                  <a:gdLst>
                    <a:gd name="connsiteX0" fmla="*/ 51306 w 63846"/>
                    <a:gd name="connsiteY0" fmla="*/ 25081 h 25080"/>
                    <a:gd name="connsiteX1" fmla="*/ 12540 w 63846"/>
                    <a:gd name="connsiteY1" fmla="*/ 25081 h 25080"/>
                    <a:gd name="connsiteX2" fmla="*/ 0 w 63846"/>
                    <a:gd name="connsiteY2" fmla="*/ 12540 h 25080"/>
                    <a:gd name="connsiteX3" fmla="*/ 12540 w 63846"/>
                    <a:gd name="connsiteY3" fmla="*/ 0 h 25080"/>
                    <a:gd name="connsiteX4" fmla="*/ 51306 w 63846"/>
                    <a:gd name="connsiteY4" fmla="*/ 0 h 25080"/>
                    <a:gd name="connsiteX5" fmla="*/ 63846 w 63846"/>
                    <a:gd name="connsiteY5" fmla="*/ 12540 h 25080"/>
                    <a:gd name="connsiteX6" fmla="*/ 51306 w 63846"/>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846" h="25080">
                      <a:moveTo>
                        <a:pt x="51306" y="25081"/>
                      </a:moveTo>
                      <a:lnTo>
                        <a:pt x="12540" y="25081"/>
                      </a:lnTo>
                      <a:cubicBezTo>
                        <a:pt x="5614" y="25081"/>
                        <a:pt x="0" y="19466"/>
                        <a:pt x="0" y="12540"/>
                      </a:cubicBezTo>
                      <a:cubicBezTo>
                        <a:pt x="0" y="5615"/>
                        <a:pt x="5614" y="0"/>
                        <a:pt x="12540" y="0"/>
                      </a:cubicBezTo>
                      <a:lnTo>
                        <a:pt x="51306" y="0"/>
                      </a:lnTo>
                      <a:cubicBezTo>
                        <a:pt x="58232" y="0"/>
                        <a:pt x="63846" y="5615"/>
                        <a:pt x="63846" y="12540"/>
                      </a:cubicBezTo>
                      <a:cubicBezTo>
                        <a:pt x="63846" y="19466"/>
                        <a:pt x="58232" y="25081"/>
                        <a:pt x="51306"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1" name="Freeform 167">
                  <a:extLst>
                    <a:ext uri="{FF2B5EF4-FFF2-40B4-BE49-F238E27FC236}">
                      <a16:creationId xmlns:a16="http://schemas.microsoft.com/office/drawing/2014/main" id="{69715A63-C85B-91B7-B02C-2ABBE161D26F}"/>
                    </a:ext>
                  </a:extLst>
                </p:cNvPr>
                <p:cNvSpPr/>
                <p:nvPr/>
              </p:nvSpPr>
              <p:spPr>
                <a:xfrm>
                  <a:off x="6597059" y="2192744"/>
                  <a:ext cx="73564" cy="78377"/>
                </a:xfrm>
                <a:custGeom>
                  <a:avLst/>
                  <a:gdLst>
                    <a:gd name="connsiteX0" fmla="*/ 61024 w 73564"/>
                    <a:gd name="connsiteY0" fmla="*/ 78377 h 78377"/>
                    <a:gd name="connsiteX1" fmla="*/ 12540 w 73564"/>
                    <a:gd name="connsiteY1" fmla="*/ 78377 h 78377"/>
                    <a:gd name="connsiteX2" fmla="*/ 0 w 73564"/>
                    <a:gd name="connsiteY2" fmla="*/ 65837 h 78377"/>
                    <a:gd name="connsiteX3" fmla="*/ 0 w 73564"/>
                    <a:gd name="connsiteY3" fmla="*/ 12540 h 78377"/>
                    <a:gd name="connsiteX4" fmla="*/ 12540 w 73564"/>
                    <a:gd name="connsiteY4" fmla="*/ 0 h 78377"/>
                    <a:gd name="connsiteX5" fmla="*/ 25081 w 73564"/>
                    <a:gd name="connsiteY5" fmla="*/ 12540 h 78377"/>
                    <a:gd name="connsiteX6" fmla="*/ 25081 w 73564"/>
                    <a:gd name="connsiteY6" fmla="*/ 53296 h 78377"/>
                    <a:gd name="connsiteX7" fmla="*/ 48484 w 73564"/>
                    <a:gd name="connsiteY7" fmla="*/ 53296 h 78377"/>
                    <a:gd name="connsiteX8" fmla="*/ 48484 w 73564"/>
                    <a:gd name="connsiteY8" fmla="*/ 13308 h 78377"/>
                    <a:gd name="connsiteX9" fmla="*/ 61024 w 73564"/>
                    <a:gd name="connsiteY9" fmla="*/ 768 h 78377"/>
                    <a:gd name="connsiteX10" fmla="*/ 73565 w 73564"/>
                    <a:gd name="connsiteY10" fmla="*/ 13308 h 78377"/>
                    <a:gd name="connsiteX11" fmla="*/ 73565 w 73564"/>
                    <a:gd name="connsiteY11" fmla="*/ 65837 h 78377"/>
                    <a:gd name="connsiteX12" fmla="*/ 61024 w 73564"/>
                    <a:gd name="connsiteY12" fmla="*/ 78377 h 7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564" h="78377">
                      <a:moveTo>
                        <a:pt x="61024" y="78377"/>
                      </a:moveTo>
                      <a:lnTo>
                        <a:pt x="12540" y="78377"/>
                      </a:lnTo>
                      <a:cubicBezTo>
                        <a:pt x="5614" y="78377"/>
                        <a:pt x="0" y="72762"/>
                        <a:pt x="0" y="65837"/>
                      </a:cubicBezTo>
                      <a:lnTo>
                        <a:pt x="0" y="12540"/>
                      </a:lnTo>
                      <a:cubicBezTo>
                        <a:pt x="0" y="5615"/>
                        <a:pt x="5614" y="0"/>
                        <a:pt x="12540" y="0"/>
                      </a:cubicBezTo>
                      <a:cubicBezTo>
                        <a:pt x="19466" y="0"/>
                        <a:pt x="25081" y="5615"/>
                        <a:pt x="25081" y="12540"/>
                      </a:cubicBezTo>
                      <a:lnTo>
                        <a:pt x="25081" y="53296"/>
                      </a:lnTo>
                      <a:lnTo>
                        <a:pt x="48484" y="53296"/>
                      </a:lnTo>
                      <a:lnTo>
                        <a:pt x="48484" y="13308"/>
                      </a:lnTo>
                      <a:cubicBezTo>
                        <a:pt x="48484" y="6383"/>
                        <a:pt x="54099" y="768"/>
                        <a:pt x="61024" y="768"/>
                      </a:cubicBezTo>
                      <a:cubicBezTo>
                        <a:pt x="67950" y="768"/>
                        <a:pt x="73565" y="6383"/>
                        <a:pt x="73565" y="13308"/>
                      </a:cubicBezTo>
                      <a:lnTo>
                        <a:pt x="73565" y="65837"/>
                      </a:lnTo>
                      <a:cubicBezTo>
                        <a:pt x="73565" y="72762"/>
                        <a:pt x="67950" y="78377"/>
                        <a:pt x="61024" y="7837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94" name="Freeform 151">
                <a:extLst>
                  <a:ext uri="{FF2B5EF4-FFF2-40B4-BE49-F238E27FC236}">
                    <a16:creationId xmlns:a16="http://schemas.microsoft.com/office/drawing/2014/main" id="{8CC4B18D-5BF6-84D8-4AC7-038C14A910F2}"/>
                  </a:ext>
                </a:extLst>
              </p:cNvPr>
              <p:cNvSpPr/>
              <p:nvPr/>
            </p:nvSpPr>
            <p:spPr>
              <a:xfrm>
                <a:off x="6621779" y="2048749"/>
                <a:ext cx="180740" cy="115668"/>
              </a:xfrm>
              <a:custGeom>
                <a:avLst/>
                <a:gdLst>
                  <a:gd name="connsiteX0" fmla="*/ 138054 w 180740"/>
                  <a:gd name="connsiteY0" fmla="*/ 115669 h 115668"/>
                  <a:gd name="connsiteX1" fmla="*/ 125513 w 180740"/>
                  <a:gd name="connsiteY1" fmla="*/ 103129 h 115668"/>
                  <a:gd name="connsiteX2" fmla="*/ 125513 w 180740"/>
                  <a:gd name="connsiteY2" fmla="*/ 25081 h 115668"/>
                  <a:gd name="connsiteX3" fmla="*/ 25081 w 180740"/>
                  <a:gd name="connsiteY3" fmla="*/ 25081 h 115668"/>
                  <a:gd name="connsiteX4" fmla="*/ 25081 w 180740"/>
                  <a:gd name="connsiteY4" fmla="*/ 49754 h 115668"/>
                  <a:gd name="connsiteX5" fmla="*/ 12540 w 180740"/>
                  <a:gd name="connsiteY5" fmla="*/ 62294 h 115668"/>
                  <a:gd name="connsiteX6" fmla="*/ 0 w 180740"/>
                  <a:gd name="connsiteY6" fmla="*/ 49754 h 115668"/>
                  <a:gd name="connsiteX7" fmla="*/ 0 w 180740"/>
                  <a:gd name="connsiteY7" fmla="*/ 12540 h 115668"/>
                  <a:gd name="connsiteX8" fmla="*/ 12540 w 180740"/>
                  <a:gd name="connsiteY8" fmla="*/ 0 h 115668"/>
                  <a:gd name="connsiteX9" fmla="*/ 138054 w 180740"/>
                  <a:gd name="connsiteY9" fmla="*/ 0 h 115668"/>
                  <a:gd name="connsiteX10" fmla="*/ 150594 w 180740"/>
                  <a:gd name="connsiteY10" fmla="*/ 12540 h 115668"/>
                  <a:gd name="connsiteX11" fmla="*/ 150594 w 180740"/>
                  <a:gd name="connsiteY11" fmla="*/ 72844 h 115668"/>
                  <a:gd name="connsiteX12" fmla="*/ 158792 w 180740"/>
                  <a:gd name="connsiteY12" fmla="*/ 64724 h 115668"/>
                  <a:gd name="connsiteX13" fmla="*/ 176491 w 180740"/>
                  <a:gd name="connsiteY13" fmla="*/ 63608 h 115668"/>
                  <a:gd name="connsiteX14" fmla="*/ 177607 w 180740"/>
                  <a:gd name="connsiteY14" fmla="*/ 81308 h 115668"/>
                  <a:gd name="connsiteX15" fmla="*/ 176458 w 180740"/>
                  <a:gd name="connsiteY15" fmla="*/ 82453 h 115668"/>
                  <a:gd name="connsiteX16" fmla="*/ 146926 w 180740"/>
                  <a:gd name="connsiteY16" fmla="*/ 111985 h 115668"/>
                  <a:gd name="connsiteX17" fmla="*/ 138054 w 180740"/>
                  <a:gd name="connsiteY17" fmla="*/ 115669 h 11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740" h="115668">
                    <a:moveTo>
                      <a:pt x="138054" y="115669"/>
                    </a:moveTo>
                    <a:cubicBezTo>
                      <a:pt x="131128" y="115669"/>
                      <a:pt x="125513" y="110055"/>
                      <a:pt x="125513" y="103129"/>
                    </a:cubicBezTo>
                    <a:lnTo>
                      <a:pt x="125513" y="25081"/>
                    </a:lnTo>
                    <a:lnTo>
                      <a:pt x="25081" y="25081"/>
                    </a:lnTo>
                    <a:lnTo>
                      <a:pt x="25081" y="49754"/>
                    </a:lnTo>
                    <a:cubicBezTo>
                      <a:pt x="25081" y="56680"/>
                      <a:pt x="19466" y="62294"/>
                      <a:pt x="12540" y="62294"/>
                    </a:cubicBezTo>
                    <a:cubicBezTo>
                      <a:pt x="5614" y="62294"/>
                      <a:pt x="0" y="56680"/>
                      <a:pt x="0" y="49754"/>
                    </a:cubicBezTo>
                    <a:lnTo>
                      <a:pt x="0" y="12540"/>
                    </a:lnTo>
                    <a:cubicBezTo>
                      <a:pt x="0" y="5615"/>
                      <a:pt x="5614" y="0"/>
                      <a:pt x="12540" y="0"/>
                    </a:cubicBezTo>
                    <a:lnTo>
                      <a:pt x="138054" y="0"/>
                    </a:lnTo>
                    <a:cubicBezTo>
                      <a:pt x="144979" y="0"/>
                      <a:pt x="150594" y="5615"/>
                      <a:pt x="150594" y="12540"/>
                    </a:cubicBezTo>
                    <a:lnTo>
                      <a:pt x="150594" y="72844"/>
                    </a:lnTo>
                    <a:lnTo>
                      <a:pt x="158792" y="64724"/>
                    </a:lnTo>
                    <a:cubicBezTo>
                      <a:pt x="163371" y="59528"/>
                      <a:pt x="171296" y="59029"/>
                      <a:pt x="176491" y="63608"/>
                    </a:cubicBezTo>
                    <a:cubicBezTo>
                      <a:pt x="181688" y="68188"/>
                      <a:pt x="182188" y="76112"/>
                      <a:pt x="177607" y="81308"/>
                    </a:cubicBezTo>
                    <a:cubicBezTo>
                      <a:pt x="177250" y="81714"/>
                      <a:pt x="176866" y="82096"/>
                      <a:pt x="176458" y="82453"/>
                    </a:cubicBezTo>
                    <a:lnTo>
                      <a:pt x="146926" y="111985"/>
                    </a:lnTo>
                    <a:cubicBezTo>
                      <a:pt x="144574" y="114342"/>
                      <a:pt x="141383" y="115667"/>
                      <a:pt x="138054" y="115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95" name="Freeform 152">
                <a:extLst>
                  <a:ext uri="{FF2B5EF4-FFF2-40B4-BE49-F238E27FC236}">
                    <a16:creationId xmlns:a16="http://schemas.microsoft.com/office/drawing/2014/main" id="{AF8F1FE7-44A0-1A33-D8F2-5C63AB7B9B54}"/>
                  </a:ext>
                </a:extLst>
              </p:cNvPr>
              <p:cNvSpPr/>
              <p:nvPr/>
            </p:nvSpPr>
            <p:spPr>
              <a:xfrm>
                <a:off x="6602514" y="2254254"/>
                <a:ext cx="62701" cy="53139"/>
              </a:xfrm>
              <a:custGeom>
                <a:avLst/>
                <a:gdLst>
                  <a:gd name="connsiteX0" fmla="*/ 31351 w 62701"/>
                  <a:gd name="connsiteY0" fmla="*/ 53140 h 53139"/>
                  <a:gd name="connsiteX1" fmla="*/ 0 w 62701"/>
                  <a:gd name="connsiteY1" fmla="*/ 21789 h 53139"/>
                  <a:gd name="connsiteX2" fmla="*/ 0 w 62701"/>
                  <a:gd name="connsiteY2" fmla="*/ 12540 h 53139"/>
                  <a:gd name="connsiteX3" fmla="*/ 12540 w 62701"/>
                  <a:gd name="connsiteY3" fmla="*/ 0 h 53139"/>
                  <a:gd name="connsiteX4" fmla="*/ 25081 w 62701"/>
                  <a:gd name="connsiteY4" fmla="*/ 12540 h 53139"/>
                  <a:gd name="connsiteX5" fmla="*/ 25081 w 62701"/>
                  <a:gd name="connsiteY5" fmla="*/ 21789 h 53139"/>
                  <a:gd name="connsiteX6" fmla="*/ 31351 w 62701"/>
                  <a:gd name="connsiteY6" fmla="*/ 28059 h 53139"/>
                  <a:gd name="connsiteX7" fmla="*/ 37621 w 62701"/>
                  <a:gd name="connsiteY7" fmla="*/ 21789 h 53139"/>
                  <a:gd name="connsiteX8" fmla="*/ 37621 w 62701"/>
                  <a:gd name="connsiteY8" fmla="*/ 12540 h 53139"/>
                  <a:gd name="connsiteX9" fmla="*/ 50161 w 62701"/>
                  <a:gd name="connsiteY9" fmla="*/ 0 h 53139"/>
                  <a:gd name="connsiteX10" fmla="*/ 62702 w 62701"/>
                  <a:gd name="connsiteY10" fmla="*/ 12540 h 53139"/>
                  <a:gd name="connsiteX11" fmla="*/ 62702 w 62701"/>
                  <a:gd name="connsiteY11" fmla="*/ 21789 h 53139"/>
                  <a:gd name="connsiteX12" fmla="*/ 31351 w 62701"/>
                  <a:gd name="connsiteY12" fmla="*/ 53140 h 5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701" h="53139">
                    <a:moveTo>
                      <a:pt x="31351" y="53140"/>
                    </a:moveTo>
                    <a:cubicBezTo>
                      <a:pt x="14036" y="53140"/>
                      <a:pt x="0" y="39104"/>
                      <a:pt x="0" y="21789"/>
                    </a:cubicBezTo>
                    <a:lnTo>
                      <a:pt x="0" y="12540"/>
                    </a:lnTo>
                    <a:cubicBezTo>
                      <a:pt x="0" y="5615"/>
                      <a:pt x="5614" y="0"/>
                      <a:pt x="12540" y="0"/>
                    </a:cubicBezTo>
                    <a:cubicBezTo>
                      <a:pt x="19466" y="0"/>
                      <a:pt x="25081" y="5615"/>
                      <a:pt x="25081" y="12540"/>
                    </a:cubicBezTo>
                    <a:lnTo>
                      <a:pt x="25081" y="21789"/>
                    </a:lnTo>
                    <a:cubicBezTo>
                      <a:pt x="25081" y="25252"/>
                      <a:pt x="27888" y="28059"/>
                      <a:pt x="31351" y="28059"/>
                    </a:cubicBezTo>
                    <a:cubicBezTo>
                      <a:pt x="34814" y="28059"/>
                      <a:pt x="37621" y="25252"/>
                      <a:pt x="37621" y="21789"/>
                    </a:cubicBezTo>
                    <a:lnTo>
                      <a:pt x="37621" y="12540"/>
                    </a:lnTo>
                    <a:cubicBezTo>
                      <a:pt x="37621" y="5615"/>
                      <a:pt x="43235" y="0"/>
                      <a:pt x="50161" y="0"/>
                    </a:cubicBezTo>
                    <a:cubicBezTo>
                      <a:pt x="57087" y="0"/>
                      <a:pt x="62702" y="5615"/>
                      <a:pt x="62702" y="12540"/>
                    </a:cubicBezTo>
                    <a:lnTo>
                      <a:pt x="62702" y="21789"/>
                    </a:lnTo>
                    <a:cubicBezTo>
                      <a:pt x="62702" y="39104"/>
                      <a:pt x="48665" y="53140"/>
                      <a:pt x="31351" y="53140"/>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96" name="Graphic 332">
                <a:extLst>
                  <a:ext uri="{FF2B5EF4-FFF2-40B4-BE49-F238E27FC236}">
                    <a16:creationId xmlns:a16="http://schemas.microsoft.com/office/drawing/2014/main" id="{F34FD790-AD1D-3C9A-571C-3C6C5BE62A2F}"/>
                  </a:ext>
                </a:extLst>
              </p:cNvPr>
              <p:cNvGrpSpPr/>
              <p:nvPr/>
            </p:nvGrpSpPr>
            <p:grpSpPr>
              <a:xfrm>
                <a:off x="6698915" y="2181138"/>
                <a:ext cx="121900" cy="126255"/>
                <a:chOff x="6698915" y="2181138"/>
                <a:chExt cx="121900" cy="126255"/>
              </a:xfrm>
              <a:solidFill>
                <a:srgbClr val="EF463C"/>
              </a:solidFill>
            </p:grpSpPr>
            <p:sp>
              <p:nvSpPr>
                <p:cNvPr id="98" name="Freeform 155">
                  <a:extLst>
                    <a:ext uri="{FF2B5EF4-FFF2-40B4-BE49-F238E27FC236}">
                      <a16:creationId xmlns:a16="http://schemas.microsoft.com/office/drawing/2014/main" id="{666CDD37-732A-1BE4-2059-C21A865B1E71}"/>
                    </a:ext>
                  </a:extLst>
                </p:cNvPr>
                <p:cNvSpPr/>
                <p:nvPr/>
              </p:nvSpPr>
              <p:spPr>
                <a:xfrm>
                  <a:off x="6734527" y="2181138"/>
                  <a:ext cx="31221" cy="47157"/>
                </a:xfrm>
                <a:custGeom>
                  <a:avLst/>
                  <a:gdLst>
                    <a:gd name="connsiteX0" fmla="*/ 18675 w 31221"/>
                    <a:gd name="connsiteY0" fmla="*/ 47157 h 47157"/>
                    <a:gd name="connsiteX1" fmla="*/ 6589 w 31221"/>
                    <a:gd name="connsiteY1" fmla="*/ 37971 h 47157"/>
                    <a:gd name="connsiteX2" fmla="*/ 460 w 31221"/>
                    <a:gd name="connsiteY2" fmla="*/ 15900 h 47157"/>
                    <a:gd name="connsiteX3" fmla="*/ 9191 w 31221"/>
                    <a:gd name="connsiteY3" fmla="*/ 460 h 47157"/>
                    <a:gd name="connsiteX4" fmla="*/ 24632 w 31221"/>
                    <a:gd name="connsiteY4" fmla="*/ 9191 h 47157"/>
                    <a:gd name="connsiteX5" fmla="*/ 30761 w 31221"/>
                    <a:gd name="connsiteY5" fmla="*/ 31262 h 47157"/>
                    <a:gd name="connsiteX6" fmla="*/ 22034 w 31221"/>
                    <a:gd name="connsiteY6" fmla="*/ 46701 h 47157"/>
                    <a:gd name="connsiteX7" fmla="*/ 22030 w 31221"/>
                    <a:gd name="connsiteY7" fmla="*/ 46703 h 47157"/>
                    <a:gd name="connsiteX8" fmla="*/ 18675 w 31221"/>
                    <a:gd name="connsiteY8" fmla="*/ 47157 h 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21" h="47157">
                      <a:moveTo>
                        <a:pt x="18675" y="47157"/>
                      </a:moveTo>
                      <a:cubicBezTo>
                        <a:pt x="13040" y="47159"/>
                        <a:pt x="8097" y="43401"/>
                        <a:pt x="6589" y="37971"/>
                      </a:cubicBezTo>
                      <a:lnTo>
                        <a:pt x="460" y="15900"/>
                      </a:lnTo>
                      <a:cubicBezTo>
                        <a:pt x="-1393" y="9226"/>
                        <a:pt x="2517" y="2313"/>
                        <a:pt x="9191" y="460"/>
                      </a:cubicBezTo>
                      <a:cubicBezTo>
                        <a:pt x="15866" y="-1393"/>
                        <a:pt x="22779" y="2517"/>
                        <a:pt x="24632" y="9191"/>
                      </a:cubicBezTo>
                      <a:lnTo>
                        <a:pt x="30761" y="31262"/>
                      </a:lnTo>
                      <a:cubicBezTo>
                        <a:pt x="32614" y="37935"/>
                        <a:pt x="28707" y="44848"/>
                        <a:pt x="22034" y="46701"/>
                      </a:cubicBezTo>
                      <a:cubicBezTo>
                        <a:pt x="22033" y="46701"/>
                        <a:pt x="22031" y="46703"/>
                        <a:pt x="22030" y="46703"/>
                      </a:cubicBezTo>
                      <a:cubicBezTo>
                        <a:pt x="20935" y="46997"/>
                        <a:pt x="19808" y="47151"/>
                        <a:pt x="18675" y="47157"/>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99" name="Freeform 156">
                  <a:extLst>
                    <a:ext uri="{FF2B5EF4-FFF2-40B4-BE49-F238E27FC236}">
                      <a16:creationId xmlns:a16="http://schemas.microsoft.com/office/drawing/2014/main" id="{CDE1A2BF-8B8F-8370-F11E-14B7EAD02EDD}"/>
                    </a:ext>
                  </a:extLst>
                </p:cNvPr>
                <p:cNvSpPr/>
                <p:nvPr/>
              </p:nvSpPr>
              <p:spPr>
                <a:xfrm>
                  <a:off x="6762486" y="2187024"/>
                  <a:ext cx="36918" cy="44563"/>
                </a:xfrm>
                <a:custGeom>
                  <a:avLst/>
                  <a:gdLst>
                    <a:gd name="connsiteX0" fmla="*/ 12536 w 36918"/>
                    <a:gd name="connsiteY0" fmla="*/ 44564 h 44563"/>
                    <a:gd name="connsiteX1" fmla="*/ 0 w 36918"/>
                    <a:gd name="connsiteY1" fmla="*/ 32019 h 44563"/>
                    <a:gd name="connsiteX2" fmla="*/ 1829 w 36918"/>
                    <a:gd name="connsiteY2" fmla="*/ 25502 h 44563"/>
                    <a:gd name="connsiteX3" fmla="*/ 13774 w 36918"/>
                    <a:gd name="connsiteY3" fmla="*/ 5845 h 44563"/>
                    <a:gd name="connsiteX4" fmla="*/ 31073 w 36918"/>
                    <a:gd name="connsiteY4" fmla="*/ 1939 h 44563"/>
                    <a:gd name="connsiteX5" fmla="*/ 35202 w 36918"/>
                    <a:gd name="connsiteY5" fmla="*/ 18872 h 44563"/>
                    <a:gd name="connsiteX6" fmla="*/ 23258 w 36918"/>
                    <a:gd name="connsiteY6" fmla="*/ 38529 h 44563"/>
                    <a:gd name="connsiteX7" fmla="*/ 12536 w 36918"/>
                    <a:gd name="connsiteY7" fmla="*/ 44564 h 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18" h="44563">
                      <a:moveTo>
                        <a:pt x="12536" y="44564"/>
                      </a:moveTo>
                      <a:cubicBezTo>
                        <a:pt x="5610" y="44561"/>
                        <a:pt x="-2" y="38944"/>
                        <a:pt x="0" y="32019"/>
                      </a:cubicBezTo>
                      <a:cubicBezTo>
                        <a:pt x="2" y="29719"/>
                        <a:pt x="635" y="27465"/>
                        <a:pt x="1829" y="25502"/>
                      </a:cubicBezTo>
                      <a:lnTo>
                        <a:pt x="13774" y="5845"/>
                      </a:lnTo>
                      <a:cubicBezTo>
                        <a:pt x="17472" y="-10"/>
                        <a:pt x="25217" y="-1759"/>
                        <a:pt x="31073" y="1939"/>
                      </a:cubicBezTo>
                      <a:cubicBezTo>
                        <a:pt x="36787" y="5549"/>
                        <a:pt x="38613" y="13037"/>
                        <a:pt x="35202" y="18872"/>
                      </a:cubicBezTo>
                      <a:lnTo>
                        <a:pt x="23258" y="38529"/>
                      </a:lnTo>
                      <a:cubicBezTo>
                        <a:pt x="20985" y="42277"/>
                        <a:pt x="16918" y="44564"/>
                        <a:pt x="12536" y="4456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1" name="Freeform 157">
                  <a:extLst>
                    <a:ext uri="{FF2B5EF4-FFF2-40B4-BE49-F238E27FC236}">
                      <a16:creationId xmlns:a16="http://schemas.microsoft.com/office/drawing/2014/main" id="{05E9D964-991D-D5DF-11EE-16080FA7D5BE}"/>
                    </a:ext>
                  </a:extLst>
                </p:cNvPr>
                <p:cNvSpPr/>
                <p:nvPr/>
              </p:nvSpPr>
              <p:spPr>
                <a:xfrm>
                  <a:off x="6779022" y="2221060"/>
                  <a:ext cx="41793" cy="28475"/>
                </a:xfrm>
                <a:custGeom>
                  <a:avLst/>
                  <a:gdLst>
                    <a:gd name="connsiteX0" fmla="*/ 12522 w 41793"/>
                    <a:gd name="connsiteY0" fmla="*/ 28475 h 28475"/>
                    <a:gd name="connsiteX1" fmla="*/ 0 w 41793"/>
                    <a:gd name="connsiteY1" fmla="*/ 15916 h 28475"/>
                    <a:gd name="connsiteX2" fmla="*/ 10045 w 41793"/>
                    <a:gd name="connsiteY2" fmla="*/ 3646 h 28475"/>
                    <a:gd name="connsiteX3" fmla="*/ 26880 w 41793"/>
                    <a:gd name="connsiteY3" fmla="*/ 228 h 28475"/>
                    <a:gd name="connsiteX4" fmla="*/ 41565 w 41793"/>
                    <a:gd name="connsiteY4" fmla="*/ 10173 h 28475"/>
                    <a:gd name="connsiteX5" fmla="*/ 31865 w 41793"/>
                    <a:gd name="connsiteY5" fmla="*/ 24807 h 28475"/>
                    <a:gd name="connsiteX6" fmla="*/ 15030 w 41793"/>
                    <a:gd name="connsiteY6" fmla="*/ 28225 h 28475"/>
                    <a:gd name="connsiteX7" fmla="*/ 12522 w 41793"/>
                    <a:gd name="connsiteY7" fmla="*/ 28475 h 2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93" h="28475">
                      <a:moveTo>
                        <a:pt x="12522" y="28475"/>
                      </a:moveTo>
                      <a:cubicBezTo>
                        <a:pt x="5596" y="28464"/>
                        <a:pt x="-11" y="22842"/>
                        <a:pt x="0" y="15916"/>
                      </a:cubicBezTo>
                      <a:cubicBezTo>
                        <a:pt x="9" y="9960"/>
                        <a:pt x="4207" y="4831"/>
                        <a:pt x="10045" y="3646"/>
                      </a:cubicBezTo>
                      <a:lnTo>
                        <a:pt x="26880" y="228"/>
                      </a:lnTo>
                      <a:cubicBezTo>
                        <a:pt x="33682" y="-1081"/>
                        <a:pt x="40256" y="3371"/>
                        <a:pt x="41565" y="10173"/>
                      </a:cubicBezTo>
                      <a:cubicBezTo>
                        <a:pt x="42855" y="16877"/>
                        <a:pt x="38544" y="23384"/>
                        <a:pt x="31865" y="24807"/>
                      </a:cubicBezTo>
                      <a:lnTo>
                        <a:pt x="15030" y="28225"/>
                      </a:lnTo>
                      <a:cubicBezTo>
                        <a:pt x="14205" y="28394"/>
                        <a:pt x="13363" y="28477"/>
                        <a:pt x="12522" y="2847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2" name="Freeform 158">
                  <a:extLst>
                    <a:ext uri="{FF2B5EF4-FFF2-40B4-BE49-F238E27FC236}">
                      <a16:creationId xmlns:a16="http://schemas.microsoft.com/office/drawing/2014/main" id="{886793A7-6244-60F9-B9B2-5CC0EBC286C6}"/>
                    </a:ext>
                  </a:extLst>
                </p:cNvPr>
                <p:cNvSpPr/>
                <p:nvPr/>
              </p:nvSpPr>
              <p:spPr>
                <a:xfrm>
                  <a:off x="6774727" y="2247949"/>
                  <a:ext cx="41840" cy="35226"/>
                </a:xfrm>
                <a:custGeom>
                  <a:avLst/>
                  <a:gdLst>
                    <a:gd name="connsiteX0" fmla="*/ 29357 w 41840"/>
                    <a:gd name="connsiteY0" fmla="*/ 35226 h 35226"/>
                    <a:gd name="connsiteX1" fmla="*/ 22883 w 41840"/>
                    <a:gd name="connsiteY1" fmla="*/ 33408 h 35226"/>
                    <a:gd name="connsiteX2" fmla="*/ 5390 w 41840"/>
                    <a:gd name="connsiteY2" fmla="*/ 22843 h 35226"/>
                    <a:gd name="connsiteX3" fmla="*/ 2240 w 41840"/>
                    <a:gd name="connsiteY3" fmla="*/ 5390 h 35226"/>
                    <a:gd name="connsiteX4" fmla="*/ 18385 w 41840"/>
                    <a:gd name="connsiteY4" fmla="*/ 1446 h 35226"/>
                    <a:gd name="connsiteX5" fmla="*/ 35878 w 41840"/>
                    <a:gd name="connsiteY5" fmla="*/ 12011 h 35226"/>
                    <a:gd name="connsiteX6" fmla="*/ 39973 w 41840"/>
                    <a:gd name="connsiteY6" fmla="*/ 29267 h 35226"/>
                    <a:gd name="connsiteX7" fmla="*/ 29357 w 41840"/>
                    <a:gd name="connsiteY7" fmla="*/ 35226 h 3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40" h="35226">
                      <a:moveTo>
                        <a:pt x="29357" y="35226"/>
                      </a:moveTo>
                      <a:cubicBezTo>
                        <a:pt x="27073" y="35222"/>
                        <a:pt x="24835" y="34592"/>
                        <a:pt x="22883" y="33408"/>
                      </a:cubicBezTo>
                      <a:lnTo>
                        <a:pt x="5390" y="22843"/>
                      </a:lnTo>
                      <a:cubicBezTo>
                        <a:pt x="-299" y="18893"/>
                        <a:pt x="-1710" y="11080"/>
                        <a:pt x="2240" y="5390"/>
                      </a:cubicBezTo>
                      <a:cubicBezTo>
                        <a:pt x="5852" y="186"/>
                        <a:pt x="12779" y="-1506"/>
                        <a:pt x="18385" y="1446"/>
                      </a:cubicBezTo>
                      <a:lnTo>
                        <a:pt x="35878" y="12011"/>
                      </a:lnTo>
                      <a:cubicBezTo>
                        <a:pt x="41774" y="15645"/>
                        <a:pt x="43608" y="23371"/>
                        <a:pt x="39973" y="29267"/>
                      </a:cubicBezTo>
                      <a:cubicBezTo>
                        <a:pt x="37701" y="32954"/>
                        <a:pt x="33687" y="35206"/>
                        <a:pt x="29357" y="3522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3" name="Freeform 159">
                  <a:extLst>
                    <a:ext uri="{FF2B5EF4-FFF2-40B4-BE49-F238E27FC236}">
                      <a16:creationId xmlns:a16="http://schemas.microsoft.com/office/drawing/2014/main" id="{63FDE0E9-9648-99F7-8365-C5897CD94650}"/>
                    </a:ext>
                  </a:extLst>
                </p:cNvPr>
                <p:cNvSpPr/>
                <p:nvPr/>
              </p:nvSpPr>
              <p:spPr>
                <a:xfrm>
                  <a:off x="6753280" y="2265531"/>
                  <a:ext cx="29214" cy="41862"/>
                </a:xfrm>
                <a:custGeom>
                  <a:avLst/>
                  <a:gdLst>
                    <a:gd name="connsiteX0" fmla="*/ 16585 w 29214"/>
                    <a:gd name="connsiteY0" fmla="*/ 41863 h 41862"/>
                    <a:gd name="connsiteX1" fmla="*/ 4405 w 29214"/>
                    <a:gd name="connsiteY1" fmla="*/ 32269 h 41862"/>
                    <a:gd name="connsiteX2" fmla="*/ 423 w 29214"/>
                    <a:gd name="connsiteY2" fmla="*/ 15763 h 41862"/>
                    <a:gd name="connsiteX3" fmla="*/ 9324 w 29214"/>
                    <a:gd name="connsiteY3" fmla="*/ 423 h 41862"/>
                    <a:gd name="connsiteX4" fmla="*/ 24664 w 29214"/>
                    <a:gd name="connsiteY4" fmla="*/ 9325 h 41862"/>
                    <a:gd name="connsiteX5" fmla="*/ 24799 w 29214"/>
                    <a:gd name="connsiteY5" fmla="*/ 9885 h 41862"/>
                    <a:gd name="connsiteX6" fmla="*/ 28858 w 29214"/>
                    <a:gd name="connsiteY6" fmla="*/ 26375 h 41862"/>
                    <a:gd name="connsiteX7" fmla="*/ 19626 w 29214"/>
                    <a:gd name="connsiteY7" fmla="*/ 41518 h 41862"/>
                    <a:gd name="connsiteX8" fmla="*/ 19626 w 29214"/>
                    <a:gd name="connsiteY8" fmla="*/ 41518 h 41862"/>
                    <a:gd name="connsiteX9" fmla="*/ 16585 w 29214"/>
                    <a:gd name="connsiteY9" fmla="*/ 41863 h 41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214" h="41862">
                      <a:moveTo>
                        <a:pt x="16585" y="41863"/>
                      </a:moveTo>
                      <a:cubicBezTo>
                        <a:pt x="10797" y="41858"/>
                        <a:pt x="5765" y="37894"/>
                        <a:pt x="4405" y="32269"/>
                      </a:cubicBezTo>
                      <a:lnTo>
                        <a:pt x="423" y="15763"/>
                      </a:lnTo>
                      <a:cubicBezTo>
                        <a:pt x="-1354" y="9070"/>
                        <a:pt x="2630" y="2202"/>
                        <a:pt x="9324" y="423"/>
                      </a:cubicBezTo>
                      <a:cubicBezTo>
                        <a:pt x="16019" y="-1354"/>
                        <a:pt x="22886" y="2632"/>
                        <a:pt x="24664" y="9325"/>
                      </a:cubicBezTo>
                      <a:cubicBezTo>
                        <a:pt x="24712" y="9510"/>
                        <a:pt x="24758" y="9697"/>
                        <a:pt x="24799" y="9885"/>
                      </a:cubicBezTo>
                      <a:lnTo>
                        <a:pt x="28858" y="26375"/>
                      </a:lnTo>
                      <a:cubicBezTo>
                        <a:pt x="30490" y="33106"/>
                        <a:pt x="26357" y="39886"/>
                        <a:pt x="19626" y="41518"/>
                      </a:cubicBezTo>
                      <a:cubicBezTo>
                        <a:pt x="19626" y="41518"/>
                        <a:pt x="19626" y="41518"/>
                        <a:pt x="19626" y="41518"/>
                      </a:cubicBezTo>
                      <a:cubicBezTo>
                        <a:pt x="18629" y="41753"/>
                        <a:pt x="17608" y="41869"/>
                        <a:pt x="16585" y="41863"/>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4" name="Freeform 160">
                  <a:extLst>
                    <a:ext uri="{FF2B5EF4-FFF2-40B4-BE49-F238E27FC236}">
                      <a16:creationId xmlns:a16="http://schemas.microsoft.com/office/drawing/2014/main" id="{473824D6-E177-5FD1-B359-A19ED5216CF8}"/>
                    </a:ext>
                  </a:extLst>
                </p:cNvPr>
                <p:cNvSpPr/>
                <p:nvPr/>
              </p:nvSpPr>
              <p:spPr>
                <a:xfrm>
                  <a:off x="6720312" y="2259509"/>
                  <a:ext cx="35042" cy="42194"/>
                </a:xfrm>
                <a:custGeom>
                  <a:avLst/>
                  <a:gdLst>
                    <a:gd name="connsiteX0" fmla="*/ 12497 w 35042"/>
                    <a:gd name="connsiteY0" fmla="*/ 42195 h 42194"/>
                    <a:gd name="connsiteX1" fmla="*/ 0 w 35042"/>
                    <a:gd name="connsiteY1" fmla="*/ 29611 h 42194"/>
                    <a:gd name="connsiteX2" fmla="*/ 1680 w 35042"/>
                    <a:gd name="connsiteY2" fmla="*/ 23384 h 42194"/>
                    <a:gd name="connsiteX3" fmla="*/ 11666 w 35042"/>
                    <a:gd name="connsiteY3" fmla="*/ 6220 h 42194"/>
                    <a:gd name="connsiteX4" fmla="*/ 28822 w 35042"/>
                    <a:gd name="connsiteY4" fmla="*/ 1713 h 42194"/>
                    <a:gd name="connsiteX5" fmla="*/ 33329 w 35042"/>
                    <a:gd name="connsiteY5" fmla="*/ 18870 h 42194"/>
                    <a:gd name="connsiteX6" fmla="*/ 23344 w 35042"/>
                    <a:gd name="connsiteY6" fmla="*/ 35972 h 42194"/>
                    <a:gd name="connsiteX7" fmla="*/ 12497 w 35042"/>
                    <a:gd name="connsiteY7" fmla="*/ 42195 h 4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42" h="42194">
                      <a:moveTo>
                        <a:pt x="12497" y="42195"/>
                      </a:moveTo>
                      <a:cubicBezTo>
                        <a:pt x="5571" y="42170"/>
                        <a:pt x="-23" y="36536"/>
                        <a:pt x="0" y="29611"/>
                      </a:cubicBezTo>
                      <a:cubicBezTo>
                        <a:pt x="8" y="27424"/>
                        <a:pt x="588" y="25278"/>
                        <a:pt x="1680" y="23384"/>
                      </a:cubicBezTo>
                      <a:lnTo>
                        <a:pt x="11666" y="6220"/>
                      </a:lnTo>
                      <a:cubicBezTo>
                        <a:pt x="15158" y="238"/>
                        <a:pt x="22841" y="-1779"/>
                        <a:pt x="28822" y="1713"/>
                      </a:cubicBezTo>
                      <a:cubicBezTo>
                        <a:pt x="34804" y="5206"/>
                        <a:pt x="36822" y="12888"/>
                        <a:pt x="33329" y="18870"/>
                      </a:cubicBezTo>
                      <a:lnTo>
                        <a:pt x="23344" y="35972"/>
                      </a:lnTo>
                      <a:cubicBezTo>
                        <a:pt x="21095" y="39829"/>
                        <a:pt x="16962" y="42200"/>
                        <a:pt x="12497" y="4219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5" name="Freeform 161">
                  <a:extLst>
                    <a:ext uri="{FF2B5EF4-FFF2-40B4-BE49-F238E27FC236}">
                      <a16:creationId xmlns:a16="http://schemas.microsoft.com/office/drawing/2014/main" id="{2900B63A-7F1F-527A-74BC-20802965105A}"/>
                    </a:ext>
                  </a:extLst>
                </p:cNvPr>
                <p:cNvSpPr/>
                <p:nvPr/>
              </p:nvSpPr>
              <p:spPr>
                <a:xfrm>
                  <a:off x="6698915" y="2238810"/>
                  <a:ext cx="43578" cy="30116"/>
                </a:xfrm>
                <a:custGeom>
                  <a:avLst/>
                  <a:gdLst>
                    <a:gd name="connsiteX0" fmla="*/ 12528 w 43578"/>
                    <a:gd name="connsiteY0" fmla="*/ 30116 h 30116"/>
                    <a:gd name="connsiteX1" fmla="*/ 0 w 43578"/>
                    <a:gd name="connsiteY1" fmla="*/ 17563 h 30116"/>
                    <a:gd name="connsiteX2" fmla="*/ 9252 w 43578"/>
                    <a:gd name="connsiteY2" fmla="*/ 5475 h 30116"/>
                    <a:gd name="connsiteX3" fmla="*/ 27921 w 43578"/>
                    <a:gd name="connsiteY3" fmla="*/ 396 h 30116"/>
                    <a:gd name="connsiteX4" fmla="*/ 43183 w 43578"/>
                    <a:gd name="connsiteY4" fmla="*/ 9429 h 30116"/>
                    <a:gd name="connsiteX5" fmla="*/ 34489 w 43578"/>
                    <a:gd name="connsiteY5" fmla="*/ 24599 h 30116"/>
                    <a:gd name="connsiteX6" fmla="*/ 15820 w 43578"/>
                    <a:gd name="connsiteY6" fmla="*/ 29677 h 30116"/>
                    <a:gd name="connsiteX7" fmla="*/ 12528 w 43578"/>
                    <a:gd name="connsiteY7" fmla="*/ 30116 h 3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8" h="30116">
                      <a:moveTo>
                        <a:pt x="12528" y="30116"/>
                      </a:moveTo>
                      <a:cubicBezTo>
                        <a:pt x="5602" y="30110"/>
                        <a:pt x="-7" y="24489"/>
                        <a:pt x="0" y="17563"/>
                      </a:cubicBezTo>
                      <a:cubicBezTo>
                        <a:pt x="6" y="11909"/>
                        <a:pt x="3795" y="6957"/>
                        <a:pt x="9252" y="5475"/>
                      </a:cubicBezTo>
                      <a:lnTo>
                        <a:pt x="27921" y="396"/>
                      </a:lnTo>
                      <a:cubicBezTo>
                        <a:pt x="34630" y="-1324"/>
                        <a:pt x="41463" y="2720"/>
                        <a:pt x="43183" y="9429"/>
                      </a:cubicBezTo>
                      <a:cubicBezTo>
                        <a:pt x="44869" y="16005"/>
                        <a:pt x="41015" y="22729"/>
                        <a:pt x="34489" y="24599"/>
                      </a:cubicBezTo>
                      <a:lnTo>
                        <a:pt x="15820" y="29677"/>
                      </a:lnTo>
                      <a:cubicBezTo>
                        <a:pt x="14747" y="29969"/>
                        <a:pt x="13640" y="30116"/>
                        <a:pt x="12528" y="3011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6" name="Freeform 162">
                  <a:extLst>
                    <a:ext uri="{FF2B5EF4-FFF2-40B4-BE49-F238E27FC236}">
                      <a16:creationId xmlns:a16="http://schemas.microsoft.com/office/drawing/2014/main" id="{CF0A9454-50EA-3B8D-3D2A-DF6F20C1AE38}"/>
                    </a:ext>
                  </a:extLst>
                </p:cNvPr>
                <p:cNvSpPr/>
                <p:nvPr/>
              </p:nvSpPr>
              <p:spPr>
                <a:xfrm>
                  <a:off x="6703187" y="2203941"/>
                  <a:ext cx="43000" cy="36753"/>
                </a:xfrm>
                <a:custGeom>
                  <a:avLst/>
                  <a:gdLst>
                    <a:gd name="connsiteX0" fmla="*/ 30436 w 43000"/>
                    <a:gd name="connsiteY0" fmla="*/ 36754 h 36753"/>
                    <a:gd name="connsiteX1" fmla="*/ 23602 w 43000"/>
                    <a:gd name="connsiteY1" fmla="*/ 34716 h 36753"/>
                    <a:gd name="connsiteX2" fmla="*/ 5700 w 43000"/>
                    <a:gd name="connsiteY2" fmla="*/ 23053 h 36753"/>
                    <a:gd name="connsiteX3" fmla="*/ 2032 w 43000"/>
                    <a:gd name="connsiteY3" fmla="*/ 5701 h 36753"/>
                    <a:gd name="connsiteX4" fmla="*/ 19385 w 43000"/>
                    <a:gd name="connsiteY4" fmla="*/ 2033 h 36753"/>
                    <a:gd name="connsiteX5" fmla="*/ 37286 w 43000"/>
                    <a:gd name="connsiteY5" fmla="*/ 13695 h 36753"/>
                    <a:gd name="connsiteX6" fmla="*/ 40976 w 43000"/>
                    <a:gd name="connsiteY6" fmla="*/ 31042 h 36753"/>
                    <a:gd name="connsiteX7" fmla="*/ 30436 w 43000"/>
                    <a:gd name="connsiteY7" fmla="*/ 36754 h 36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000" h="36753">
                      <a:moveTo>
                        <a:pt x="30436" y="36754"/>
                      </a:moveTo>
                      <a:cubicBezTo>
                        <a:pt x="28008" y="36751"/>
                        <a:pt x="25635" y="36042"/>
                        <a:pt x="23602" y="34716"/>
                      </a:cubicBezTo>
                      <a:lnTo>
                        <a:pt x="5700" y="23053"/>
                      </a:lnTo>
                      <a:cubicBezTo>
                        <a:pt x="-104" y="19274"/>
                        <a:pt x="-1746" y="11505"/>
                        <a:pt x="2032" y="5701"/>
                      </a:cubicBezTo>
                      <a:cubicBezTo>
                        <a:pt x="5811" y="-104"/>
                        <a:pt x="13581" y="-1747"/>
                        <a:pt x="19385" y="2033"/>
                      </a:cubicBezTo>
                      <a:lnTo>
                        <a:pt x="37286" y="13695"/>
                      </a:lnTo>
                      <a:cubicBezTo>
                        <a:pt x="43096" y="17467"/>
                        <a:pt x="44748" y="25232"/>
                        <a:pt x="40976" y="31042"/>
                      </a:cubicBezTo>
                      <a:cubicBezTo>
                        <a:pt x="38660" y="34611"/>
                        <a:pt x="34691" y="36762"/>
                        <a:pt x="30436" y="3675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7" name="Freeform 163">
                  <a:extLst>
                    <a:ext uri="{FF2B5EF4-FFF2-40B4-BE49-F238E27FC236}">
                      <a16:creationId xmlns:a16="http://schemas.microsoft.com/office/drawing/2014/main" id="{FF17255F-5959-6E0D-43D7-12B95D7EFCE0}"/>
                    </a:ext>
                  </a:extLst>
                </p:cNvPr>
                <p:cNvSpPr/>
                <p:nvPr/>
              </p:nvSpPr>
              <p:spPr>
                <a:xfrm>
                  <a:off x="6717310" y="2202400"/>
                  <a:ext cx="85595" cy="85587"/>
                </a:xfrm>
                <a:custGeom>
                  <a:avLst/>
                  <a:gdLst>
                    <a:gd name="connsiteX0" fmla="*/ 42727 w 85595"/>
                    <a:gd name="connsiteY0" fmla="*/ 85588 h 85587"/>
                    <a:gd name="connsiteX1" fmla="*/ 0 w 85595"/>
                    <a:gd name="connsiteY1" fmla="*/ 42727 h 85587"/>
                    <a:gd name="connsiteX2" fmla="*/ 42860 w 85595"/>
                    <a:gd name="connsiteY2" fmla="*/ 0 h 85587"/>
                    <a:gd name="connsiteX3" fmla="*/ 84455 w 85595"/>
                    <a:gd name="connsiteY3" fmla="*/ 33013 h 85587"/>
                    <a:gd name="connsiteX4" fmla="*/ 84455 w 85595"/>
                    <a:gd name="connsiteY4" fmla="*/ 33013 h 85587"/>
                    <a:gd name="connsiteX5" fmla="*/ 52586 w 85595"/>
                    <a:gd name="connsiteY5" fmla="*/ 84444 h 85587"/>
                    <a:gd name="connsiteX6" fmla="*/ 42727 w 85595"/>
                    <a:gd name="connsiteY6" fmla="*/ 85588 h 85587"/>
                    <a:gd name="connsiteX7" fmla="*/ 42883 w 85595"/>
                    <a:gd name="connsiteY7" fmla="*/ 25049 h 85587"/>
                    <a:gd name="connsiteX8" fmla="*/ 38808 w 85595"/>
                    <a:gd name="connsiteY8" fmla="*/ 25520 h 85587"/>
                    <a:gd name="connsiteX9" fmla="*/ 25664 w 85595"/>
                    <a:gd name="connsiteY9" fmla="*/ 46818 h 85587"/>
                    <a:gd name="connsiteX10" fmla="*/ 46962 w 85595"/>
                    <a:gd name="connsiteY10" fmla="*/ 59963 h 85587"/>
                    <a:gd name="connsiteX11" fmla="*/ 60126 w 85595"/>
                    <a:gd name="connsiteY11" fmla="*/ 38750 h 85587"/>
                    <a:gd name="connsiteX12" fmla="*/ 60126 w 85595"/>
                    <a:gd name="connsiteY12" fmla="*/ 38750 h 85587"/>
                    <a:gd name="connsiteX13" fmla="*/ 42883 w 85595"/>
                    <a:gd name="connsiteY13" fmla="*/ 25049 h 8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595" h="85587">
                      <a:moveTo>
                        <a:pt x="42727" y="85588"/>
                      </a:moveTo>
                      <a:cubicBezTo>
                        <a:pt x="19093" y="85550"/>
                        <a:pt x="-38" y="66362"/>
                        <a:pt x="0" y="42727"/>
                      </a:cubicBezTo>
                      <a:cubicBezTo>
                        <a:pt x="36" y="19093"/>
                        <a:pt x="19226" y="-38"/>
                        <a:pt x="42860" y="0"/>
                      </a:cubicBezTo>
                      <a:cubicBezTo>
                        <a:pt x="62702" y="31"/>
                        <a:pt x="79920" y="13697"/>
                        <a:pt x="84455" y="33013"/>
                      </a:cubicBezTo>
                      <a:lnTo>
                        <a:pt x="84455" y="33013"/>
                      </a:lnTo>
                      <a:cubicBezTo>
                        <a:pt x="89850" y="56015"/>
                        <a:pt x="75585" y="79036"/>
                        <a:pt x="52586" y="84444"/>
                      </a:cubicBezTo>
                      <a:cubicBezTo>
                        <a:pt x="49354" y="85202"/>
                        <a:pt x="46047" y="85586"/>
                        <a:pt x="42727" y="85588"/>
                      </a:cubicBezTo>
                      <a:close/>
                      <a:moveTo>
                        <a:pt x="42883" y="25049"/>
                      </a:moveTo>
                      <a:cubicBezTo>
                        <a:pt x="41512" y="25051"/>
                        <a:pt x="40143" y="25209"/>
                        <a:pt x="38808" y="25520"/>
                      </a:cubicBezTo>
                      <a:cubicBezTo>
                        <a:pt x="29296" y="27771"/>
                        <a:pt x="23411" y="37308"/>
                        <a:pt x="25664" y="46818"/>
                      </a:cubicBezTo>
                      <a:cubicBezTo>
                        <a:pt x="27915" y="56330"/>
                        <a:pt x="37450" y="62214"/>
                        <a:pt x="46962" y="59963"/>
                      </a:cubicBezTo>
                      <a:cubicBezTo>
                        <a:pt x="56439" y="57719"/>
                        <a:pt x="62322" y="48238"/>
                        <a:pt x="60126" y="38750"/>
                      </a:cubicBezTo>
                      <a:lnTo>
                        <a:pt x="60126" y="38750"/>
                      </a:lnTo>
                      <a:cubicBezTo>
                        <a:pt x="58252" y="30736"/>
                        <a:pt x="51113" y="25065"/>
                        <a:pt x="42883" y="25049"/>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97" name="Freeform 154">
                <a:extLst>
                  <a:ext uri="{FF2B5EF4-FFF2-40B4-BE49-F238E27FC236}">
                    <a16:creationId xmlns:a16="http://schemas.microsoft.com/office/drawing/2014/main" id="{BD88FBD1-50EE-1266-59AE-7F1CF73D4C7B}"/>
                  </a:ext>
                </a:extLst>
              </p:cNvPr>
              <p:cNvSpPr/>
              <p:nvPr/>
            </p:nvSpPr>
            <p:spPr>
              <a:xfrm>
                <a:off x="6717586" y="2109858"/>
                <a:ext cx="54608" cy="54606"/>
              </a:xfrm>
              <a:custGeom>
                <a:avLst/>
                <a:gdLst>
                  <a:gd name="connsiteX0" fmla="*/ 42074 w 54608"/>
                  <a:gd name="connsiteY0" fmla="*/ 54607 h 54606"/>
                  <a:gd name="connsiteX1" fmla="*/ 33202 w 54608"/>
                  <a:gd name="connsiteY1" fmla="*/ 50939 h 54606"/>
                  <a:gd name="connsiteX2" fmla="*/ 3669 w 54608"/>
                  <a:gd name="connsiteY2" fmla="*/ 21406 h 54606"/>
                  <a:gd name="connsiteX3" fmla="*/ 3677 w 54608"/>
                  <a:gd name="connsiteY3" fmla="*/ 3669 h 54606"/>
                  <a:gd name="connsiteX4" fmla="*/ 21414 w 54608"/>
                  <a:gd name="connsiteY4" fmla="*/ 3677 h 54606"/>
                  <a:gd name="connsiteX5" fmla="*/ 50931 w 54608"/>
                  <a:gd name="connsiteY5" fmla="*/ 33194 h 54606"/>
                  <a:gd name="connsiteX6" fmla="*/ 50940 w 54608"/>
                  <a:gd name="connsiteY6" fmla="*/ 50929 h 54606"/>
                  <a:gd name="connsiteX7" fmla="*/ 42074 w 54608"/>
                  <a:gd name="connsiteY7" fmla="*/ 54607 h 5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608" h="54606">
                    <a:moveTo>
                      <a:pt x="42074" y="54607"/>
                    </a:moveTo>
                    <a:cubicBezTo>
                      <a:pt x="38748" y="54609"/>
                      <a:pt x="35556" y="53290"/>
                      <a:pt x="33202" y="50939"/>
                    </a:cubicBezTo>
                    <a:lnTo>
                      <a:pt x="3669" y="21406"/>
                    </a:lnTo>
                    <a:cubicBezTo>
                      <a:pt x="-1226" y="16506"/>
                      <a:pt x="-1223" y="8565"/>
                      <a:pt x="3677" y="3669"/>
                    </a:cubicBezTo>
                    <a:cubicBezTo>
                      <a:pt x="8577" y="-1226"/>
                      <a:pt x="16519" y="-1223"/>
                      <a:pt x="21414" y="3677"/>
                    </a:cubicBezTo>
                    <a:lnTo>
                      <a:pt x="50931" y="33194"/>
                    </a:lnTo>
                    <a:cubicBezTo>
                      <a:pt x="55831" y="38089"/>
                      <a:pt x="55836" y="46029"/>
                      <a:pt x="50940" y="50929"/>
                    </a:cubicBezTo>
                    <a:cubicBezTo>
                      <a:pt x="48590" y="53282"/>
                      <a:pt x="45401" y="54605"/>
                      <a:pt x="42074" y="5460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34" name="Group 33">
            <a:extLst>
              <a:ext uri="{FF2B5EF4-FFF2-40B4-BE49-F238E27FC236}">
                <a16:creationId xmlns:a16="http://schemas.microsoft.com/office/drawing/2014/main" id="{DA401681-A749-ADF4-21C8-C5D5BDF2F857}"/>
              </a:ext>
            </a:extLst>
          </p:cNvPr>
          <p:cNvGrpSpPr/>
          <p:nvPr/>
        </p:nvGrpSpPr>
        <p:grpSpPr>
          <a:xfrm>
            <a:off x="9961728" y="1490179"/>
            <a:ext cx="471791" cy="471791"/>
            <a:chOff x="9817805" y="1942177"/>
            <a:chExt cx="471791" cy="471791"/>
          </a:xfrm>
        </p:grpSpPr>
        <p:sp>
          <p:nvSpPr>
            <p:cNvPr id="84" name="Oval 83">
              <a:extLst>
                <a:ext uri="{FF2B5EF4-FFF2-40B4-BE49-F238E27FC236}">
                  <a16:creationId xmlns:a16="http://schemas.microsoft.com/office/drawing/2014/main" id="{754F0331-0159-D25B-74A9-4572A04EC0C4}"/>
                </a:ext>
              </a:extLst>
            </p:cNvPr>
            <p:cNvSpPr/>
            <p:nvPr/>
          </p:nvSpPr>
          <p:spPr>
            <a:xfrm>
              <a:off x="9817805"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85" name="Graphic 334">
              <a:extLst>
                <a:ext uri="{FF2B5EF4-FFF2-40B4-BE49-F238E27FC236}">
                  <a16:creationId xmlns:a16="http://schemas.microsoft.com/office/drawing/2014/main" id="{15A5EE72-861F-ACDB-AED4-A9F7BD34AA75}"/>
                </a:ext>
              </a:extLst>
            </p:cNvPr>
            <p:cNvGrpSpPr/>
            <p:nvPr/>
          </p:nvGrpSpPr>
          <p:grpSpPr>
            <a:xfrm>
              <a:off x="9951565" y="2036935"/>
              <a:ext cx="204378" cy="282424"/>
              <a:chOff x="9951565" y="2036935"/>
              <a:chExt cx="204378" cy="282424"/>
            </a:xfrm>
          </p:grpSpPr>
          <p:sp>
            <p:nvSpPr>
              <p:cNvPr id="86" name="Freeform 143">
                <a:extLst>
                  <a:ext uri="{FF2B5EF4-FFF2-40B4-BE49-F238E27FC236}">
                    <a16:creationId xmlns:a16="http://schemas.microsoft.com/office/drawing/2014/main" id="{B4016BAA-5148-FB99-16C7-942B1DFFC6A3}"/>
                  </a:ext>
                </a:extLst>
              </p:cNvPr>
              <p:cNvSpPr/>
              <p:nvPr/>
            </p:nvSpPr>
            <p:spPr>
              <a:xfrm>
                <a:off x="10075099" y="2179856"/>
                <a:ext cx="80844" cy="136661"/>
              </a:xfrm>
              <a:custGeom>
                <a:avLst/>
                <a:gdLst>
                  <a:gd name="connsiteX0" fmla="*/ 56016 w 80844"/>
                  <a:gd name="connsiteY0" fmla="*/ 136661 h 136661"/>
                  <a:gd name="connsiteX1" fmla="*/ 24749 w 80844"/>
                  <a:gd name="connsiteY1" fmla="*/ 114256 h 136661"/>
                  <a:gd name="connsiteX2" fmla="*/ 1674 w 80844"/>
                  <a:gd name="connsiteY2" fmla="*/ 91516 h 136661"/>
                  <a:gd name="connsiteX3" fmla="*/ 2510 w 80844"/>
                  <a:gd name="connsiteY3" fmla="*/ 77136 h 136661"/>
                  <a:gd name="connsiteX4" fmla="*/ 28762 w 80844"/>
                  <a:gd name="connsiteY4" fmla="*/ 12261 h 136661"/>
                  <a:gd name="connsiteX5" fmla="*/ 43141 w 80844"/>
                  <a:gd name="connsiteY5" fmla="*/ 55 h 136661"/>
                  <a:gd name="connsiteX6" fmla="*/ 50331 w 80844"/>
                  <a:gd name="connsiteY6" fmla="*/ 2897 h 136661"/>
                  <a:gd name="connsiteX7" fmla="*/ 79759 w 80844"/>
                  <a:gd name="connsiteY7" fmla="*/ 46371 h 136661"/>
                  <a:gd name="connsiteX8" fmla="*/ 76749 w 80844"/>
                  <a:gd name="connsiteY8" fmla="*/ 92017 h 136661"/>
                  <a:gd name="connsiteX9" fmla="*/ 67720 w 80844"/>
                  <a:gd name="connsiteY9" fmla="*/ 130642 h 136661"/>
                  <a:gd name="connsiteX10" fmla="*/ 57688 w 80844"/>
                  <a:gd name="connsiteY10" fmla="*/ 136494 h 136661"/>
                  <a:gd name="connsiteX11" fmla="*/ 56016 w 80844"/>
                  <a:gd name="connsiteY11" fmla="*/ 136661 h 136661"/>
                  <a:gd name="connsiteX12" fmla="*/ 30768 w 80844"/>
                  <a:gd name="connsiteY12" fmla="*/ 83156 h 136661"/>
                  <a:gd name="connsiteX13" fmla="*/ 48324 w 80844"/>
                  <a:gd name="connsiteY13" fmla="*/ 99374 h 136661"/>
                  <a:gd name="connsiteX14" fmla="*/ 54009 w 80844"/>
                  <a:gd name="connsiteY14" fmla="*/ 53728 h 136661"/>
                  <a:gd name="connsiteX15" fmla="*/ 49662 w 80844"/>
                  <a:gd name="connsiteY15" fmla="*/ 43194 h 136661"/>
                  <a:gd name="connsiteX16" fmla="*/ 30768 w 80844"/>
                  <a:gd name="connsiteY16" fmla="*/ 83156 h 136661"/>
                  <a:gd name="connsiteX17" fmla="*/ 30768 w 80844"/>
                  <a:gd name="connsiteY17" fmla="*/ 83156 h 136661"/>
                  <a:gd name="connsiteX18" fmla="*/ 24247 w 80844"/>
                  <a:gd name="connsiteY18" fmla="*/ 92686 h 136661"/>
                  <a:gd name="connsiteX19" fmla="*/ 24247 w 80844"/>
                  <a:gd name="connsiteY19" fmla="*/ 92686 h 136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0844" h="136661">
                    <a:moveTo>
                      <a:pt x="56016" y="136661"/>
                    </a:moveTo>
                    <a:cubicBezTo>
                      <a:pt x="50498" y="136661"/>
                      <a:pt x="45984" y="133651"/>
                      <a:pt x="24749" y="114256"/>
                    </a:cubicBezTo>
                    <a:cubicBezTo>
                      <a:pt x="3179" y="94526"/>
                      <a:pt x="2510" y="93188"/>
                      <a:pt x="1674" y="91516"/>
                    </a:cubicBezTo>
                    <a:cubicBezTo>
                      <a:pt x="-834" y="87001"/>
                      <a:pt x="-499" y="81484"/>
                      <a:pt x="2510" y="77136"/>
                    </a:cubicBezTo>
                    <a:cubicBezTo>
                      <a:pt x="17726" y="55901"/>
                      <a:pt x="27089" y="32827"/>
                      <a:pt x="28762" y="12261"/>
                    </a:cubicBezTo>
                    <a:cubicBezTo>
                      <a:pt x="29430" y="4904"/>
                      <a:pt x="35784" y="-614"/>
                      <a:pt x="43141" y="55"/>
                    </a:cubicBezTo>
                    <a:cubicBezTo>
                      <a:pt x="45816" y="222"/>
                      <a:pt x="48324" y="1225"/>
                      <a:pt x="50331" y="2897"/>
                    </a:cubicBezTo>
                    <a:cubicBezTo>
                      <a:pt x="64209" y="14100"/>
                      <a:pt x="74408" y="29316"/>
                      <a:pt x="79759" y="46371"/>
                    </a:cubicBezTo>
                    <a:cubicBezTo>
                      <a:pt x="80762" y="49547"/>
                      <a:pt x="82601" y="56236"/>
                      <a:pt x="76749" y="92017"/>
                    </a:cubicBezTo>
                    <a:cubicBezTo>
                      <a:pt x="71064" y="125793"/>
                      <a:pt x="68891" y="129137"/>
                      <a:pt x="67720" y="130642"/>
                    </a:cubicBezTo>
                    <a:cubicBezTo>
                      <a:pt x="65379" y="133986"/>
                      <a:pt x="61701" y="136159"/>
                      <a:pt x="57688" y="136494"/>
                    </a:cubicBezTo>
                    <a:cubicBezTo>
                      <a:pt x="57019" y="136494"/>
                      <a:pt x="56518" y="136661"/>
                      <a:pt x="56016" y="136661"/>
                    </a:cubicBezTo>
                    <a:close/>
                    <a:moveTo>
                      <a:pt x="30768" y="83156"/>
                    </a:moveTo>
                    <a:cubicBezTo>
                      <a:pt x="35784" y="87837"/>
                      <a:pt x="42305" y="94024"/>
                      <a:pt x="48324" y="99374"/>
                    </a:cubicBezTo>
                    <a:cubicBezTo>
                      <a:pt x="51501" y="82320"/>
                      <a:pt x="54845" y="59747"/>
                      <a:pt x="54009" y="53728"/>
                    </a:cubicBezTo>
                    <a:cubicBezTo>
                      <a:pt x="52839" y="50049"/>
                      <a:pt x="51501" y="46538"/>
                      <a:pt x="49662" y="43194"/>
                    </a:cubicBezTo>
                    <a:cubicBezTo>
                      <a:pt x="45148" y="57239"/>
                      <a:pt x="38794" y="70615"/>
                      <a:pt x="30768" y="83156"/>
                    </a:cubicBezTo>
                    <a:lnTo>
                      <a:pt x="30768" y="83156"/>
                    </a:lnTo>
                    <a:close/>
                    <a:moveTo>
                      <a:pt x="24247" y="92686"/>
                    </a:moveTo>
                    <a:lnTo>
                      <a:pt x="24247" y="92686"/>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7" name="Freeform 144">
                <a:extLst>
                  <a:ext uri="{FF2B5EF4-FFF2-40B4-BE49-F238E27FC236}">
                    <a16:creationId xmlns:a16="http://schemas.microsoft.com/office/drawing/2014/main" id="{82C5787B-A6FE-E4EB-92C9-7DA5419A7C97}"/>
                  </a:ext>
                </a:extLst>
              </p:cNvPr>
              <p:cNvSpPr/>
              <p:nvPr/>
            </p:nvSpPr>
            <p:spPr>
              <a:xfrm>
                <a:off x="9951565" y="2182212"/>
                <a:ext cx="80901" cy="136478"/>
              </a:xfrm>
              <a:custGeom>
                <a:avLst/>
                <a:gdLst>
                  <a:gd name="connsiteX0" fmla="*/ 24718 w 80901"/>
                  <a:gd name="connsiteY0" fmla="*/ 136479 h 136478"/>
                  <a:gd name="connsiteX1" fmla="*/ 23214 w 80901"/>
                  <a:gd name="connsiteY1" fmla="*/ 136479 h 136478"/>
                  <a:gd name="connsiteX2" fmla="*/ 13181 w 80901"/>
                  <a:gd name="connsiteY2" fmla="*/ 130627 h 136478"/>
                  <a:gd name="connsiteX3" fmla="*/ 4152 w 80901"/>
                  <a:gd name="connsiteY3" fmla="*/ 92003 h 136478"/>
                  <a:gd name="connsiteX4" fmla="*/ 1143 w 80901"/>
                  <a:gd name="connsiteY4" fmla="*/ 46356 h 136478"/>
                  <a:gd name="connsiteX5" fmla="*/ 1143 w 80901"/>
                  <a:gd name="connsiteY5" fmla="*/ 46356 h 136478"/>
                  <a:gd name="connsiteX6" fmla="*/ 30571 w 80901"/>
                  <a:gd name="connsiteY6" fmla="*/ 2882 h 136478"/>
                  <a:gd name="connsiteX7" fmla="*/ 49297 w 80901"/>
                  <a:gd name="connsiteY7" fmla="*/ 5056 h 136478"/>
                  <a:gd name="connsiteX8" fmla="*/ 52140 w 80901"/>
                  <a:gd name="connsiteY8" fmla="*/ 12246 h 136478"/>
                  <a:gd name="connsiteX9" fmla="*/ 78391 w 80901"/>
                  <a:gd name="connsiteY9" fmla="*/ 77121 h 136478"/>
                  <a:gd name="connsiteX10" fmla="*/ 79227 w 80901"/>
                  <a:gd name="connsiteY10" fmla="*/ 91501 h 136478"/>
                  <a:gd name="connsiteX11" fmla="*/ 56153 w 80901"/>
                  <a:gd name="connsiteY11" fmla="*/ 114241 h 136478"/>
                  <a:gd name="connsiteX12" fmla="*/ 24718 w 80901"/>
                  <a:gd name="connsiteY12" fmla="*/ 136479 h 136478"/>
                  <a:gd name="connsiteX13" fmla="*/ 26725 w 80901"/>
                  <a:gd name="connsiteY13" fmla="*/ 53545 h 136478"/>
                  <a:gd name="connsiteX14" fmla="*/ 32410 w 80901"/>
                  <a:gd name="connsiteY14" fmla="*/ 99192 h 136478"/>
                  <a:gd name="connsiteX15" fmla="*/ 49966 w 80901"/>
                  <a:gd name="connsiteY15" fmla="*/ 82973 h 136478"/>
                  <a:gd name="connsiteX16" fmla="*/ 31072 w 80901"/>
                  <a:gd name="connsiteY16" fmla="*/ 43012 h 136478"/>
                  <a:gd name="connsiteX17" fmla="*/ 26725 w 80901"/>
                  <a:gd name="connsiteY17" fmla="*/ 53545 h 136478"/>
                  <a:gd name="connsiteX18" fmla="*/ 56487 w 80901"/>
                  <a:gd name="connsiteY18" fmla="*/ 92671 h 136478"/>
                  <a:gd name="connsiteX19" fmla="*/ 56487 w 80901"/>
                  <a:gd name="connsiteY19" fmla="*/ 92671 h 136478"/>
                  <a:gd name="connsiteX20" fmla="*/ 26558 w 80901"/>
                  <a:gd name="connsiteY20" fmla="*/ 53880 h 136478"/>
                  <a:gd name="connsiteX21" fmla="*/ 26558 w 80901"/>
                  <a:gd name="connsiteY21" fmla="*/ 53880 h 136478"/>
                  <a:gd name="connsiteX22" fmla="*/ 26558 w 80901"/>
                  <a:gd name="connsiteY22" fmla="*/ 53880 h 136478"/>
                  <a:gd name="connsiteX23" fmla="*/ 13850 w 80901"/>
                  <a:gd name="connsiteY23" fmla="*/ 50034 h 136478"/>
                  <a:gd name="connsiteX24" fmla="*/ 13850 w 80901"/>
                  <a:gd name="connsiteY24" fmla="*/ 50034 h 13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0901" h="136478">
                    <a:moveTo>
                      <a:pt x="24718" y="136479"/>
                    </a:moveTo>
                    <a:cubicBezTo>
                      <a:pt x="24217" y="136479"/>
                      <a:pt x="23715" y="136479"/>
                      <a:pt x="23214" y="136479"/>
                    </a:cubicBezTo>
                    <a:cubicBezTo>
                      <a:pt x="19201" y="136145"/>
                      <a:pt x="15522" y="133971"/>
                      <a:pt x="13181" y="130627"/>
                    </a:cubicBezTo>
                    <a:cubicBezTo>
                      <a:pt x="12011" y="128955"/>
                      <a:pt x="9837" y="125778"/>
                      <a:pt x="4152" y="92003"/>
                    </a:cubicBezTo>
                    <a:cubicBezTo>
                      <a:pt x="-1867" y="56221"/>
                      <a:pt x="139" y="49533"/>
                      <a:pt x="1143" y="46356"/>
                    </a:cubicBezTo>
                    <a:lnTo>
                      <a:pt x="1143" y="46356"/>
                    </a:lnTo>
                    <a:cubicBezTo>
                      <a:pt x="6493" y="29301"/>
                      <a:pt x="16693" y="14085"/>
                      <a:pt x="30571" y="2882"/>
                    </a:cubicBezTo>
                    <a:cubicBezTo>
                      <a:pt x="36423" y="-1632"/>
                      <a:pt x="44783" y="-796"/>
                      <a:pt x="49297" y="5056"/>
                    </a:cubicBezTo>
                    <a:cubicBezTo>
                      <a:pt x="50969" y="7063"/>
                      <a:pt x="51973" y="9571"/>
                      <a:pt x="52140" y="12246"/>
                    </a:cubicBezTo>
                    <a:cubicBezTo>
                      <a:pt x="53812" y="32812"/>
                      <a:pt x="63175" y="55886"/>
                      <a:pt x="78391" y="77121"/>
                    </a:cubicBezTo>
                    <a:cubicBezTo>
                      <a:pt x="81401" y="81301"/>
                      <a:pt x="81735" y="86986"/>
                      <a:pt x="79227" y="91501"/>
                    </a:cubicBezTo>
                    <a:cubicBezTo>
                      <a:pt x="78391" y="93006"/>
                      <a:pt x="77555" y="94343"/>
                      <a:pt x="56153" y="114241"/>
                    </a:cubicBezTo>
                    <a:cubicBezTo>
                      <a:pt x="34751" y="133469"/>
                      <a:pt x="30236" y="136479"/>
                      <a:pt x="24718" y="136479"/>
                    </a:cubicBezTo>
                    <a:close/>
                    <a:moveTo>
                      <a:pt x="26725" y="53545"/>
                    </a:moveTo>
                    <a:cubicBezTo>
                      <a:pt x="25889" y="59565"/>
                      <a:pt x="29400" y="82137"/>
                      <a:pt x="32410" y="99192"/>
                    </a:cubicBezTo>
                    <a:cubicBezTo>
                      <a:pt x="38262" y="93842"/>
                      <a:pt x="44950" y="87655"/>
                      <a:pt x="49966" y="82973"/>
                    </a:cubicBezTo>
                    <a:cubicBezTo>
                      <a:pt x="41940" y="70600"/>
                      <a:pt x="35587" y="57057"/>
                      <a:pt x="31072" y="43012"/>
                    </a:cubicBezTo>
                    <a:cubicBezTo>
                      <a:pt x="29233" y="46356"/>
                      <a:pt x="27728" y="49867"/>
                      <a:pt x="26725" y="53545"/>
                    </a:cubicBezTo>
                    <a:close/>
                    <a:moveTo>
                      <a:pt x="56487" y="92671"/>
                    </a:moveTo>
                    <a:lnTo>
                      <a:pt x="56487" y="92671"/>
                    </a:lnTo>
                    <a:close/>
                    <a:moveTo>
                      <a:pt x="26558" y="53880"/>
                    </a:moveTo>
                    <a:lnTo>
                      <a:pt x="26558" y="53880"/>
                    </a:lnTo>
                    <a:lnTo>
                      <a:pt x="26558" y="53880"/>
                    </a:lnTo>
                    <a:close/>
                    <a:moveTo>
                      <a:pt x="13850" y="50034"/>
                    </a:moveTo>
                    <a:lnTo>
                      <a:pt x="13850" y="50034"/>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8" name="Freeform 145">
                <a:extLst>
                  <a:ext uri="{FF2B5EF4-FFF2-40B4-BE49-F238E27FC236}">
                    <a16:creationId xmlns:a16="http://schemas.microsoft.com/office/drawing/2014/main" id="{4C9884DC-BA95-D080-87BC-9AF0747269F1}"/>
                  </a:ext>
                </a:extLst>
              </p:cNvPr>
              <p:cNvSpPr/>
              <p:nvPr/>
            </p:nvSpPr>
            <p:spPr>
              <a:xfrm>
                <a:off x="9976589" y="2036935"/>
                <a:ext cx="153728" cy="247979"/>
              </a:xfrm>
              <a:custGeom>
                <a:avLst/>
                <a:gdLst>
                  <a:gd name="connsiteX0" fmla="*/ 107040 w 153728"/>
                  <a:gd name="connsiteY0" fmla="*/ 247980 h 247979"/>
                  <a:gd name="connsiteX1" fmla="*/ 46847 w 153728"/>
                  <a:gd name="connsiteY1" fmla="*/ 247980 h 247979"/>
                  <a:gd name="connsiteX2" fmla="*/ 36814 w 153728"/>
                  <a:gd name="connsiteY2" fmla="*/ 243465 h 247979"/>
                  <a:gd name="connsiteX3" fmla="*/ 1200 w 153728"/>
                  <a:gd name="connsiteY3" fmla="*/ 167053 h 247979"/>
                  <a:gd name="connsiteX4" fmla="*/ 11734 w 153728"/>
                  <a:gd name="connsiteY4" fmla="*/ 92814 h 247979"/>
                  <a:gd name="connsiteX5" fmla="*/ 42834 w 153728"/>
                  <a:gd name="connsiteY5" fmla="*/ 32286 h 247979"/>
                  <a:gd name="connsiteX6" fmla="*/ 76442 w 153728"/>
                  <a:gd name="connsiteY6" fmla="*/ 16 h 247979"/>
                  <a:gd name="connsiteX7" fmla="*/ 100018 w 153728"/>
                  <a:gd name="connsiteY7" fmla="*/ 18241 h 247979"/>
                  <a:gd name="connsiteX8" fmla="*/ 111053 w 153728"/>
                  <a:gd name="connsiteY8" fmla="*/ 31952 h 247979"/>
                  <a:gd name="connsiteX9" fmla="*/ 111221 w 153728"/>
                  <a:gd name="connsiteY9" fmla="*/ 32119 h 247979"/>
                  <a:gd name="connsiteX10" fmla="*/ 152854 w 153728"/>
                  <a:gd name="connsiteY10" fmla="*/ 166217 h 247979"/>
                  <a:gd name="connsiteX11" fmla="*/ 152687 w 153728"/>
                  <a:gd name="connsiteY11" fmla="*/ 167053 h 247979"/>
                  <a:gd name="connsiteX12" fmla="*/ 117240 w 153728"/>
                  <a:gd name="connsiteY12" fmla="*/ 243131 h 247979"/>
                  <a:gd name="connsiteX13" fmla="*/ 107040 w 153728"/>
                  <a:gd name="connsiteY13" fmla="*/ 247980 h 247979"/>
                  <a:gd name="connsiteX14" fmla="*/ 53368 w 153728"/>
                  <a:gd name="connsiteY14" fmla="*/ 221227 h 247979"/>
                  <a:gd name="connsiteX15" fmla="*/ 100352 w 153728"/>
                  <a:gd name="connsiteY15" fmla="*/ 221227 h 247979"/>
                  <a:gd name="connsiteX16" fmla="*/ 126269 w 153728"/>
                  <a:gd name="connsiteY16" fmla="*/ 163040 h 247979"/>
                  <a:gd name="connsiteX17" fmla="*/ 89818 w 153728"/>
                  <a:gd name="connsiteY17" fmla="*/ 48170 h 247979"/>
                  <a:gd name="connsiteX18" fmla="*/ 76776 w 153728"/>
                  <a:gd name="connsiteY18" fmla="*/ 31952 h 247979"/>
                  <a:gd name="connsiteX19" fmla="*/ 64403 w 153728"/>
                  <a:gd name="connsiteY19" fmla="*/ 48003 h 247979"/>
                  <a:gd name="connsiteX20" fmla="*/ 27618 w 153728"/>
                  <a:gd name="connsiteY20" fmla="*/ 162706 h 247979"/>
                  <a:gd name="connsiteX21" fmla="*/ 53368 w 153728"/>
                  <a:gd name="connsiteY21" fmla="*/ 221227 h 247979"/>
                  <a:gd name="connsiteX22" fmla="*/ 139478 w 153728"/>
                  <a:gd name="connsiteY22" fmla="*/ 164712 h 247979"/>
                  <a:gd name="connsiteX23" fmla="*/ 139478 w 153728"/>
                  <a:gd name="connsiteY23" fmla="*/ 164712 h 247979"/>
                  <a:gd name="connsiteX24" fmla="*/ 139478 w 153728"/>
                  <a:gd name="connsiteY24" fmla="*/ 164712 h 247979"/>
                  <a:gd name="connsiteX25" fmla="*/ 83130 w 153728"/>
                  <a:gd name="connsiteY25" fmla="*/ 24929 h 247979"/>
                  <a:gd name="connsiteX26" fmla="*/ 83130 w 153728"/>
                  <a:gd name="connsiteY26" fmla="*/ 24929 h 247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3728" h="247979">
                    <a:moveTo>
                      <a:pt x="107040" y="247980"/>
                    </a:moveTo>
                    <a:lnTo>
                      <a:pt x="46847" y="247980"/>
                    </a:lnTo>
                    <a:cubicBezTo>
                      <a:pt x="43001" y="247980"/>
                      <a:pt x="39323" y="246308"/>
                      <a:pt x="36814" y="243465"/>
                    </a:cubicBezTo>
                    <a:cubicBezTo>
                      <a:pt x="35644" y="242128"/>
                      <a:pt x="8222" y="210359"/>
                      <a:pt x="1200" y="167053"/>
                    </a:cubicBezTo>
                    <a:cubicBezTo>
                      <a:pt x="-2980" y="141471"/>
                      <a:pt x="4544" y="112544"/>
                      <a:pt x="11734" y="92814"/>
                    </a:cubicBezTo>
                    <a:cubicBezTo>
                      <a:pt x="19760" y="70409"/>
                      <a:pt x="31464" y="47669"/>
                      <a:pt x="42834" y="32286"/>
                    </a:cubicBezTo>
                    <a:cubicBezTo>
                      <a:pt x="65908" y="183"/>
                      <a:pt x="71091" y="16"/>
                      <a:pt x="76442" y="16"/>
                    </a:cubicBezTo>
                    <a:cubicBezTo>
                      <a:pt x="84133" y="-319"/>
                      <a:pt x="88982" y="4697"/>
                      <a:pt x="100018" y="18241"/>
                    </a:cubicBezTo>
                    <a:cubicBezTo>
                      <a:pt x="105703" y="25096"/>
                      <a:pt x="110719" y="31784"/>
                      <a:pt x="111053" y="31952"/>
                    </a:cubicBezTo>
                    <a:cubicBezTo>
                      <a:pt x="111053" y="31952"/>
                      <a:pt x="111221" y="32119"/>
                      <a:pt x="111221" y="32119"/>
                    </a:cubicBezTo>
                    <a:cubicBezTo>
                      <a:pt x="129446" y="56698"/>
                      <a:pt x="159208" y="106692"/>
                      <a:pt x="152854" y="166217"/>
                    </a:cubicBezTo>
                    <a:cubicBezTo>
                      <a:pt x="152854" y="166551"/>
                      <a:pt x="152854" y="166719"/>
                      <a:pt x="152687" y="167053"/>
                    </a:cubicBezTo>
                    <a:cubicBezTo>
                      <a:pt x="145665" y="208520"/>
                      <a:pt x="118410" y="241793"/>
                      <a:pt x="117240" y="243131"/>
                    </a:cubicBezTo>
                    <a:cubicBezTo>
                      <a:pt x="114732" y="246141"/>
                      <a:pt x="111053" y="247980"/>
                      <a:pt x="107040" y="247980"/>
                    </a:cubicBezTo>
                    <a:close/>
                    <a:moveTo>
                      <a:pt x="53368" y="221227"/>
                    </a:moveTo>
                    <a:lnTo>
                      <a:pt x="100352" y="221227"/>
                    </a:lnTo>
                    <a:cubicBezTo>
                      <a:pt x="107208" y="211697"/>
                      <a:pt x="121754" y="188790"/>
                      <a:pt x="126269" y="163040"/>
                    </a:cubicBezTo>
                    <a:cubicBezTo>
                      <a:pt x="131452" y="112879"/>
                      <a:pt x="105703" y="69573"/>
                      <a:pt x="89818" y="48170"/>
                    </a:cubicBezTo>
                    <a:cubicBezTo>
                      <a:pt x="85638" y="42653"/>
                      <a:pt x="80622" y="36633"/>
                      <a:pt x="76776" y="31952"/>
                    </a:cubicBezTo>
                    <a:cubicBezTo>
                      <a:pt x="73098" y="36299"/>
                      <a:pt x="68583" y="42318"/>
                      <a:pt x="64403" y="48003"/>
                    </a:cubicBezTo>
                    <a:cubicBezTo>
                      <a:pt x="45676" y="73084"/>
                      <a:pt x="21933" y="128261"/>
                      <a:pt x="27618" y="162706"/>
                    </a:cubicBezTo>
                    <a:cubicBezTo>
                      <a:pt x="31966" y="189626"/>
                      <a:pt x="46512" y="212031"/>
                      <a:pt x="53368" y="221227"/>
                    </a:cubicBezTo>
                    <a:close/>
                    <a:moveTo>
                      <a:pt x="139478" y="164712"/>
                    </a:moveTo>
                    <a:lnTo>
                      <a:pt x="139478" y="164712"/>
                    </a:lnTo>
                    <a:lnTo>
                      <a:pt x="139478" y="164712"/>
                    </a:lnTo>
                    <a:close/>
                    <a:moveTo>
                      <a:pt x="83130" y="24929"/>
                    </a:moveTo>
                    <a:lnTo>
                      <a:pt x="83130" y="24929"/>
                    </a:ln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9" name="Freeform 146">
                <a:extLst>
                  <a:ext uri="{FF2B5EF4-FFF2-40B4-BE49-F238E27FC236}">
                    <a16:creationId xmlns:a16="http://schemas.microsoft.com/office/drawing/2014/main" id="{D86C10E7-1A7F-AE14-8FE0-16E3ABBE6E02}"/>
                  </a:ext>
                </a:extLst>
              </p:cNvPr>
              <p:cNvSpPr/>
              <p:nvPr/>
            </p:nvSpPr>
            <p:spPr>
              <a:xfrm>
                <a:off x="10038985" y="2195628"/>
                <a:ext cx="26752" cy="123731"/>
              </a:xfrm>
              <a:custGeom>
                <a:avLst/>
                <a:gdLst>
                  <a:gd name="connsiteX0" fmla="*/ 13376 w 26752"/>
                  <a:gd name="connsiteY0" fmla="*/ 123731 h 123731"/>
                  <a:gd name="connsiteX1" fmla="*/ 0 w 26752"/>
                  <a:gd name="connsiteY1" fmla="*/ 110355 h 123731"/>
                  <a:gd name="connsiteX2" fmla="*/ 0 w 26752"/>
                  <a:gd name="connsiteY2" fmla="*/ 13376 h 123731"/>
                  <a:gd name="connsiteX3" fmla="*/ 13376 w 26752"/>
                  <a:gd name="connsiteY3" fmla="*/ 0 h 123731"/>
                  <a:gd name="connsiteX4" fmla="*/ 26753 w 26752"/>
                  <a:gd name="connsiteY4" fmla="*/ 13376 h 123731"/>
                  <a:gd name="connsiteX5" fmla="*/ 26753 w 26752"/>
                  <a:gd name="connsiteY5" fmla="*/ 110355 h 123731"/>
                  <a:gd name="connsiteX6" fmla="*/ 13376 w 26752"/>
                  <a:gd name="connsiteY6" fmla="*/ 123731 h 12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52" h="123731">
                    <a:moveTo>
                      <a:pt x="13376" y="123731"/>
                    </a:moveTo>
                    <a:cubicBezTo>
                      <a:pt x="6019" y="123731"/>
                      <a:pt x="0" y="117712"/>
                      <a:pt x="0" y="110355"/>
                    </a:cubicBezTo>
                    <a:lnTo>
                      <a:pt x="0" y="13376"/>
                    </a:lnTo>
                    <a:cubicBezTo>
                      <a:pt x="0" y="6019"/>
                      <a:pt x="6019" y="0"/>
                      <a:pt x="13376" y="0"/>
                    </a:cubicBezTo>
                    <a:cubicBezTo>
                      <a:pt x="20733" y="0"/>
                      <a:pt x="26753" y="6019"/>
                      <a:pt x="26753" y="13376"/>
                    </a:cubicBezTo>
                    <a:lnTo>
                      <a:pt x="26753" y="110355"/>
                    </a:lnTo>
                    <a:cubicBezTo>
                      <a:pt x="26753" y="117712"/>
                      <a:pt x="20733" y="123731"/>
                      <a:pt x="13376" y="123731"/>
                    </a:cubicBez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90" name="Freeform 147">
                <a:extLst>
                  <a:ext uri="{FF2B5EF4-FFF2-40B4-BE49-F238E27FC236}">
                    <a16:creationId xmlns:a16="http://schemas.microsoft.com/office/drawing/2014/main" id="{D9776CC8-C85A-00FB-159B-33C780700250}"/>
                  </a:ext>
                </a:extLst>
              </p:cNvPr>
              <p:cNvSpPr/>
              <p:nvPr/>
            </p:nvSpPr>
            <p:spPr>
              <a:xfrm>
                <a:off x="10019590" y="2116540"/>
                <a:ext cx="68386" cy="68386"/>
              </a:xfrm>
              <a:custGeom>
                <a:avLst/>
                <a:gdLst>
                  <a:gd name="connsiteX0" fmla="*/ 34277 w 68386"/>
                  <a:gd name="connsiteY0" fmla="*/ 68387 h 68386"/>
                  <a:gd name="connsiteX1" fmla="*/ 0 w 68386"/>
                  <a:gd name="connsiteY1" fmla="*/ 34277 h 68386"/>
                  <a:gd name="connsiteX2" fmla="*/ 34110 w 68386"/>
                  <a:gd name="connsiteY2" fmla="*/ 0 h 68386"/>
                  <a:gd name="connsiteX3" fmla="*/ 68387 w 68386"/>
                  <a:gd name="connsiteY3" fmla="*/ 34110 h 68386"/>
                  <a:gd name="connsiteX4" fmla="*/ 68387 w 68386"/>
                  <a:gd name="connsiteY4" fmla="*/ 34110 h 68386"/>
                  <a:gd name="connsiteX5" fmla="*/ 34277 w 68386"/>
                  <a:gd name="connsiteY5" fmla="*/ 68387 h 68386"/>
                  <a:gd name="connsiteX6" fmla="*/ 34277 w 68386"/>
                  <a:gd name="connsiteY6" fmla="*/ 26753 h 68386"/>
                  <a:gd name="connsiteX7" fmla="*/ 26753 w 68386"/>
                  <a:gd name="connsiteY7" fmla="*/ 34110 h 68386"/>
                  <a:gd name="connsiteX8" fmla="*/ 34110 w 68386"/>
                  <a:gd name="connsiteY8" fmla="*/ 41634 h 68386"/>
                  <a:gd name="connsiteX9" fmla="*/ 41634 w 68386"/>
                  <a:gd name="connsiteY9" fmla="*/ 34277 h 68386"/>
                  <a:gd name="connsiteX10" fmla="*/ 41634 w 68386"/>
                  <a:gd name="connsiteY10" fmla="*/ 34277 h 68386"/>
                  <a:gd name="connsiteX11" fmla="*/ 34277 w 68386"/>
                  <a:gd name="connsiteY11" fmla="*/ 26753 h 6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386" h="68386">
                    <a:moveTo>
                      <a:pt x="34277" y="68387"/>
                    </a:moveTo>
                    <a:cubicBezTo>
                      <a:pt x="15383" y="68387"/>
                      <a:pt x="0" y="53004"/>
                      <a:pt x="0" y="34277"/>
                    </a:cubicBezTo>
                    <a:cubicBezTo>
                      <a:pt x="0" y="15550"/>
                      <a:pt x="15383" y="0"/>
                      <a:pt x="34110" y="0"/>
                    </a:cubicBezTo>
                    <a:cubicBezTo>
                      <a:pt x="52837" y="0"/>
                      <a:pt x="68387" y="15216"/>
                      <a:pt x="68387" y="34110"/>
                    </a:cubicBezTo>
                    <a:cubicBezTo>
                      <a:pt x="68387" y="34110"/>
                      <a:pt x="68387" y="34110"/>
                      <a:pt x="68387" y="34110"/>
                    </a:cubicBezTo>
                    <a:cubicBezTo>
                      <a:pt x="68387" y="53004"/>
                      <a:pt x="53004" y="68387"/>
                      <a:pt x="34277" y="68387"/>
                    </a:cubicBezTo>
                    <a:close/>
                    <a:moveTo>
                      <a:pt x="34277" y="26753"/>
                    </a:moveTo>
                    <a:cubicBezTo>
                      <a:pt x="30097" y="26753"/>
                      <a:pt x="26753" y="30097"/>
                      <a:pt x="26753" y="34110"/>
                    </a:cubicBezTo>
                    <a:cubicBezTo>
                      <a:pt x="26753" y="38290"/>
                      <a:pt x="30097" y="41634"/>
                      <a:pt x="34110" y="41634"/>
                    </a:cubicBezTo>
                    <a:cubicBezTo>
                      <a:pt x="38290" y="41634"/>
                      <a:pt x="41634" y="38290"/>
                      <a:pt x="41634" y="34277"/>
                    </a:cubicBezTo>
                    <a:cubicBezTo>
                      <a:pt x="41634" y="34277"/>
                      <a:pt x="41634" y="34277"/>
                      <a:pt x="41634" y="34277"/>
                    </a:cubicBezTo>
                    <a:cubicBezTo>
                      <a:pt x="41634" y="30097"/>
                      <a:pt x="38290" y="26753"/>
                      <a:pt x="34277" y="26753"/>
                    </a:cubicBez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42" name="Group 41">
            <a:extLst>
              <a:ext uri="{FF2B5EF4-FFF2-40B4-BE49-F238E27FC236}">
                <a16:creationId xmlns:a16="http://schemas.microsoft.com/office/drawing/2014/main" id="{FF8D7349-FD7B-8E61-5AB8-14C3308DAB96}"/>
              </a:ext>
            </a:extLst>
          </p:cNvPr>
          <p:cNvGrpSpPr/>
          <p:nvPr/>
        </p:nvGrpSpPr>
        <p:grpSpPr>
          <a:xfrm>
            <a:off x="11473610" y="1490179"/>
            <a:ext cx="471791" cy="471791"/>
            <a:chOff x="11473610" y="1942177"/>
            <a:chExt cx="471791" cy="471791"/>
          </a:xfrm>
        </p:grpSpPr>
        <p:sp>
          <p:nvSpPr>
            <p:cNvPr id="68" name="Oval 67">
              <a:extLst>
                <a:ext uri="{FF2B5EF4-FFF2-40B4-BE49-F238E27FC236}">
                  <a16:creationId xmlns:a16="http://schemas.microsoft.com/office/drawing/2014/main" id="{36E5F5EA-DE8F-955F-8546-758462FB8C87}"/>
                </a:ext>
              </a:extLst>
            </p:cNvPr>
            <p:cNvSpPr/>
            <p:nvPr/>
          </p:nvSpPr>
          <p:spPr>
            <a:xfrm>
              <a:off x="11473610"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69" name="Group 68">
              <a:extLst>
                <a:ext uri="{FF2B5EF4-FFF2-40B4-BE49-F238E27FC236}">
                  <a16:creationId xmlns:a16="http://schemas.microsoft.com/office/drawing/2014/main" id="{343749D7-1C89-0E95-2264-D0A775A3BF19}"/>
                </a:ext>
              </a:extLst>
            </p:cNvPr>
            <p:cNvGrpSpPr/>
            <p:nvPr/>
          </p:nvGrpSpPr>
          <p:grpSpPr>
            <a:xfrm>
              <a:off x="11570793" y="2043116"/>
              <a:ext cx="277520" cy="269933"/>
              <a:chOff x="11570793" y="2043116"/>
              <a:chExt cx="277520" cy="269933"/>
            </a:xfrm>
          </p:grpSpPr>
          <p:sp>
            <p:nvSpPr>
              <p:cNvPr id="70" name="Freeform 127">
                <a:extLst>
                  <a:ext uri="{FF2B5EF4-FFF2-40B4-BE49-F238E27FC236}">
                    <a16:creationId xmlns:a16="http://schemas.microsoft.com/office/drawing/2014/main" id="{7EAA65CC-80C9-FCA2-2B38-DBB11A1FD308}"/>
                  </a:ext>
                </a:extLst>
              </p:cNvPr>
              <p:cNvSpPr/>
              <p:nvPr/>
            </p:nvSpPr>
            <p:spPr>
              <a:xfrm>
                <a:off x="11570793" y="2043116"/>
                <a:ext cx="179741" cy="226257"/>
              </a:xfrm>
              <a:custGeom>
                <a:avLst/>
                <a:gdLst>
                  <a:gd name="connsiteX0" fmla="*/ 41995 w 179741"/>
                  <a:gd name="connsiteY0" fmla="*/ 226257 h 226257"/>
                  <a:gd name="connsiteX1" fmla="*/ 31425 w 179741"/>
                  <a:gd name="connsiteY1" fmla="*/ 221343 h 226257"/>
                  <a:gd name="connsiteX2" fmla="*/ 48307 w 179741"/>
                  <a:gd name="connsiteY2" fmla="*/ 31424 h 226257"/>
                  <a:gd name="connsiteX3" fmla="*/ 168886 w 179741"/>
                  <a:gd name="connsiteY3" fmla="*/ 4375 h 226257"/>
                  <a:gd name="connsiteX4" fmla="*/ 179422 w 179741"/>
                  <a:gd name="connsiteY4" fmla="*/ 20793 h 226257"/>
                  <a:gd name="connsiteX5" fmla="*/ 163005 w 179741"/>
                  <a:gd name="connsiteY5" fmla="*/ 31329 h 226257"/>
                  <a:gd name="connsiteX6" fmla="*/ 161989 w 179741"/>
                  <a:gd name="connsiteY6" fmla="*/ 31067 h 226257"/>
                  <a:gd name="connsiteX7" fmla="*/ 31017 w 179741"/>
                  <a:gd name="connsiteY7" fmla="*/ 107371 h 226257"/>
                  <a:gd name="connsiteX8" fmla="*/ 52548 w 179741"/>
                  <a:gd name="connsiteY8" fmla="*/ 203600 h 226257"/>
                  <a:gd name="connsiteX9" fmla="*/ 50841 w 179741"/>
                  <a:gd name="connsiteY9" fmla="*/ 223033 h 226257"/>
                  <a:gd name="connsiteX10" fmla="*/ 41995 w 179741"/>
                  <a:gd name="connsiteY10" fmla="*/ 226257 h 22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41" h="226257">
                    <a:moveTo>
                      <a:pt x="41995" y="226257"/>
                    </a:moveTo>
                    <a:cubicBezTo>
                      <a:pt x="37919" y="226261"/>
                      <a:pt x="34050" y="224462"/>
                      <a:pt x="31425" y="221343"/>
                    </a:cubicBezTo>
                    <a:cubicBezTo>
                      <a:pt x="-16358" y="164236"/>
                      <a:pt x="-8799" y="79207"/>
                      <a:pt x="48307" y="31424"/>
                    </a:cubicBezTo>
                    <a:cubicBezTo>
                      <a:pt x="81759" y="3434"/>
                      <a:pt x="126684" y="-6644"/>
                      <a:pt x="168886" y="4375"/>
                    </a:cubicBezTo>
                    <a:cubicBezTo>
                      <a:pt x="176330" y="5999"/>
                      <a:pt x="181046" y="13350"/>
                      <a:pt x="179422" y="20793"/>
                    </a:cubicBezTo>
                    <a:cubicBezTo>
                      <a:pt x="177798" y="28236"/>
                      <a:pt x="170447" y="32954"/>
                      <a:pt x="163005" y="31329"/>
                    </a:cubicBezTo>
                    <a:cubicBezTo>
                      <a:pt x="162663" y="31255"/>
                      <a:pt x="162324" y="31167"/>
                      <a:pt x="161989" y="31067"/>
                    </a:cubicBezTo>
                    <a:cubicBezTo>
                      <a:pt x="104751" y="15971"/>
                      <a:pt x="46113" y="50133"/>
                      <a:pt x="31017" y="107371"/>
                    </a:cubicBezTo>
                    <a:cubicBezTo>
                      <a:pt x="22136" y="141041"/>
                      <a:pt x="30166" y="176925"/>
                      <a:pt x="52548" y="203600"/>
                    </a:cubicBezTo>
                    <a:cubicBezTo>
                      <a:pt x="57443" y="209439"/>
                      <a:pt x="56678" y="218140"/>
                      <a:pt x="50841" y="223033"/>
                    </a:cubicBezTo>
                    <a:cubicBezTo>
                      <a:pt x="48361" y="225113"/>
                      <a:pt x="45231" y="226254"/>
                      <a:pt x="41995" y="226257"/>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1" name="Freeform 128">
                <a:extLst>
                  <a:ext uri="{FF2B5EF4-FFF2-40B4-BE49-F238E27FC236}">
                    <a16:creationId xmlns:a16="http://schemas.microsoft.com/office/drawing/2014/main" id="{9F983B6B-EAD2-729F-A0D4-2797E3C9A1D3}"/>
                  </a:ext>
                </a:extLst>
              </p:cNvPr>
              <p:cNvSpPr/>
              <p:nvPr/>
            </p:nvSpPr>
            <p:spPr>
              <a:xfrm>
                <a:off x="11594873" y="2243457"/>
                <a:ext cx="54073" cy="54073"/>
              </a:xfrm>
              <a:custGeom>
                <a:avLst/>
                <a:gdLst>
                  <a:gd name="connsiteX0" fmla="*/ 27054 w 54073"/>
                  <a:gd name="connsiteY0" fmla="*/ 54074 h 54073"/>
                  <a:gd name="connsiteX1" fmla="*/ 0 w 54073"/>
                  <a:gd name="connsiteY1" fmla="*/ 27054 h 54073"/>
                  <a:gd name="connsiteX2" fmla="*/ 27020 w 54073"/>
                  <a:gd name="connsiteY2" fmla="*/ 0 h 54073"/>
                  <a:gd name="connsiteX3" fmla="*/ 54074 w 54073"/>
                  <a:gd name="connsiteY3" fmla="*/ 27020 h 54073"/>
                  <a:gd name="connsiteX4" fmla="*/ 54074 w 54073"/>
                  <a:gd name="connsiteY4" fmla="*/ 27037 h 54073"/>
                  <a:gd name="connsiteX5" fmla="*/ 27054 w 54073"/>
                  <a:gd name="connsiteY5" fmla="*/ 54074 h 54073"/>
                  <a:gd name="connsiteX6" fmla="*/ 27054 w 54073"/>
                  <a:gd name="connsiteY6" fmla="*/ 26485 h 54073"/>
                  <a:gd name="connsiteX7" fmla="*/ 26486 w 54073"/>
                  <a:gd name="connsiteY7" fmla="*/ 27020 h 54073"/>
                  <a:gd name="connsiteX8" fmla="*/ 26485 w 54073"/>
                  <a:gd name="connsiteY8" fmla="*/ 27037 h 54073"/>
                  <a:gd name="connsiteX9" fmla="*/ 26947 w 54073"/>
                  <a:gd name="connsiteY9" fmla="*/ 27696 h 54073"/>
                  <a:gd name="connsiteX10" fmla="*/ 27606 w 54073"/>
                  <a:gd name="connsiteY10" fmla="*/ 27234 h 54073"/>
                  <a:gd name="connsiteX11" fmla="*/ 27606 w 54073"/>
                  <a:gd name="connsiteY11" fmla="*/ 27037 h 54073"/>
                  <a:gd name="connsiteX12" fmla="*/ 27054 w 54073"/>
                  <a:gd name="connsiteY12"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073" h="54073">
                    <a:moveTo>
                      <a:pt x="27054" y="54074"/>
                    </a:moveTo>
                    <a:cubicBezTo>
                      <a:pt x="12122" y="54084"/>
                      <a:pt x="9" y="41987"/>
                      <a:pt x="0" y="27054"/>
                    </a:cubicBezTo>
                    <a:cubicBezTo>
                      <a:pt x="-9" y="12122"/>
                      <a:pt x="12088" y="10"/>
                      <a:pt x="27020" y="0"/>
                    </a:cubicBezTo>
                    <a:cubicBezTo>
                      <a:pt x="41952" y="-10"/>
                      <a:pt x="54064" y="12087"/>
                      <a:pt x="54074" y="27020"/>
                    </a:cubicBezTo>
                    <a:cubicBezTo>
                      <a:pt x="54074" y="27025"/>
                      <a:pt x="54074" y="27032"/>
                      <a:pt x="54074" y="27037"/>
                    </a:cubicBezTo>
                    <a:cubicBezTo>
                      <a:pt x="54064" y="41959"/>
                      <a:pt x="41976" y="54055"/>
                      <a:pt x="27054" y="54074"/>
                    </a:cubicBezTo>
                    <a:close/>
                    <a:moveTo>
                      <a:pt x="27054" y="26485"/>
                    </a:moveTo>
                    <a:cubicBezTo>
                      <a:pt x="26750" y="26475"/>
                      <a:pt x="26495" y="26715"/>
                      <a:pt x="26486" y="27020"/>
                    </a:cubicBezTo>
                    <a:cubicBezTo>
                      <a:pt x="26485" y="27025"/>
                      <a:pt x="26485" y="27032"/>
                      <a:pt x="26485" y="27037"/>
                    </a:cubicBezTo>
                    <a:cubicBezTo>
                      <a:pt x="26431" y="27346"/>
                      <a:pt x="26637" y="27642"/>
                      <a:pt x="26947" y="27696"/>
                    </a:cubicBezTo>
                    <a:cubicBezTo>
                      <a:pt x="27256" y="27751"/>
                      <a:pt x="27552" y="27544"/>
                      <a:pt x="27606" y="27234"/>
                    </a:cubicBezTo>
                    <a:cubicBezTo>
                      <a:pt x="27618" y="27170"/>
                      <a:pt x="27618" y="27103"/>
                      <a:pt x="27606" y="27037"/>
                    </a:cubicBezTo>
                    <a:cubicBezTo>
                      <a:pt x="27606" y="26732"/>
                      <a:pt x="27359" y="26485"/>
                      <a:pt x="27054"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2" name="Freeform 129">
                <a:extLst>
                  <a:ext uri="{FF2B5EF4-FFF2-40B4-BE49-F238E27FC236}">
                    <a16:creationId xmlns:a16="http://schemas.microsoft.com/office/drawing/2014/main" id="{7D59EC1F-DB59-F29C-2B9C-F63B28F65130}"/>
                  </a:ext>
                </a:extLst>
              </p:cNvPr>
              <p:cNvSpPr/>
              <p:nvPr/>
            </p:nvSpPr>
            <p:spPr>
              <a:xfrm>
                <a:off x="11669487" y="2086914"/>
                <a:ext cx="178826" cy="226135"/>
              </a:xfrm>
              <a:custGeom>
                <a:avLst/>
                <a:gdLst>
                  <a:gd name="connsiteX0" fmla="*/ 44069 w 178826"/>
                  <a:gd name="connsiteY0" fmla="*/ 226136 h 226135"/>
                  <a:gd name="connsiteX1" fmla="*/ 9842 w 178826"/>
                  <a:gd name="connsiteY1" fmla="*/ 221739 h 226135"/>
                  <a:gd name="connsiteX2" fmla="*/ 583 w 178826"/>
                  <a:gd name="connsiteY2" fmla="*/ 204568 h 226135"/>
                  <a:gd name="connsiteX3" fmla="*/ 16739 w 178826"/>
                  <a:gd name="connsiteY3" fmla="*/ 195047 h 226135"/>
                  <a:gd name="connsiteX4" fmla="*/ 147712 w 178826"/>
                  <a:gd name="connsiteY4" fmla="*/ 118743 h 226135"/>
                  <a:gd name="connsiteX5" fmla="*/ 126180 w 178826"/>
                  <a:gd name="connsiteY5" fmla="*/ 22514 h 226135"/>
                  <a:gd name="connsiteX6" fmla="*/ 128151 w 178826"/>
                  <a:gd name="connsiteY6" fmla="*/ 3105 h 226135"/>
                  <a:gd name="connsiteX7" fmla="*/ 147303 w 178826"/>
                  <a:gd name="connsiteY7" fmla="*/ 4771 h 226135"/>
                  <a:gd name="connsiteX8" fmla="*/ 130681 w 178826"/>
                  <a:gd name="connsiteY8" fmla="*/ 194616 h 226135"/>
                  <a:gd name="connsiteX9" fmla="*/ 44069 w 178826"/>
                  <a:gd name="connsiteY9" fmla="*/ 226136 h 22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8826" h="226135">
                    <a:moveTo>
                      <a:pt x="44069" y="226136"/>
                    </a:moveTo>
                    <a:cubicBezTo>
                      <a:pt x="32519" y="226134"/>
                      <a:pt x="21017" y="224656"/>
                      <a:pt x="9842" y="221739"/>
                    </a:cubicBezTo>
                    <a:cubicBezTo>
                      <a:pt x="2543" y="219554"/>
                      <a:pt x="-1602" y="211866"/>
                      <a:pt x="583" y="204568"/>
                    </a:cubicBezTo>
                    <a:cubicBezTo>
                      <a:pt x="2651" y="197659"/>
                      <a:pt x="9693" y="193509"/>
                      <a:pt x="16739" y="195047"/>
                    </a:cubicBezTo>
                    <a:cubicBezTo>
                      <a:pt x="73977" y="210143"/>
                      <a:pt x="132615" y="175981"/>
                      <a:pt x="147712" y="118743"/>
                    </a:cubicBezTo>
                    <a:cubicBezTo>
                      <a:pt x="156592" y="85073"/>
                      <a:pt x="148563" y="49188"/>
                      <a:pt x="126180" y="22514"/>
                    </a:cubicBezTo>
                    <a:cubicBezTo>
                      <a:pt x="121364" y="16610"/>
                      <a:pt x="122247" y="7921"/>
                      <a:pt x="128151" y="3105"/>
                    </a:cubicBezTo>
                    <a:cubicBezTo>
                      <a:pt x="133934" y="-1612"/>
                      <a:pt x="142421" y="-874"/>
                      <a:pt x="147303" y="4771"/>
                    </a:cubicBezTo>
                    <a:cubicBezTo>
                      <a:pt x="195137" y="61785"/>
                      <a:pt x="187695" y="146780"/>
                      <a:pt x="130681" y="194616"/>
                    </a:cubicBezTo>
                    <a:cubicBezTo>
                      <a:pt x="106413" y="214976"/>
                      <a:pt x="75748" y="226136"/>
                      <a:pt x="44069" y="226136"/>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3" name="Freeform 130">
                <a:extLst>
                  <a:ext uri="{FF2B5EF4-FFF2-40B4-BE49-F238E27FC236}">
                    <a16:creationId xmlns:a16="http://schemas.microsoft.com/office/drawing/2014/main" id="{DA754CF3-81FE-551E-39C8-DB52025C4294}"/>
                  </a:ext>
                </a:extLst>
              </p:cNvPr>
              <p:cNvSpPr/>
              <p:nvPr/>
            </p:nvSpPr>
            <p:spPr>
              <a:xfrm>
                <a:off x="11770096" y="2058595"/>
                <a:ext cx="54074" cy="54073"/>
              </a:xfrm>
              <a:custGeom>
                <a:avLst/>
                <a:gdLst>
                  <a:gd name="connsiteX0" fmla="*/ 26985 w 54074"/>
                  <a:gd name="connsiteY0" fmla="*/ 54074 h 54073"/>
                  <a:gd name="connsiteX1" fmla="*/ 0 w 54074"/>
                  <a:gd name="connsiteY1" fmla="*/ 26985 h 54073"/>
                  <a:gd name="connsiteX2" fmla="*/ 27089 w 54074"/>
                  <a:gd name="connsiteY2" fmla="*/ 0 h 54073"/>
                  <a:gd name="connsiteX3" fmla="*/ 54074 w 54074"/>
                  <a:gd name="connsiteY3" fmla="*/ 27054 h 54073"/>
                  <a:gd name="connsiteX4" fmla="*/ 26985 w 54074"/>
                  <a:gd name="connsiteY4" fmla="*/ 54074 h 54073"/>
                  <a:gd name="connsiteX5" fmla="*/ 26985 w 54074"/>
                  <a:gd name="connsiteY5" fmla="*/ 26485 h 54073"/>
                  <a:gd name="connsiteX6" fmla="*/ 26434 w 54074"/>
                  <a:gd name="connsiteY6" fmla="*/ 27054 h 54073"/>
                  <a:gd name="connsiteX7" fmla="*/ 27092 w 54074"/>
                  <a:gd name="connsiteY7" fmla="*/ 27516 h 54073"/>
                  <a:gd name="connsiteX8" fmla="*/ 27554 w 54074"/>
                  <a:gd name="connsiteY8" fmla="*/ 27054 h 54073"/>
                  <a:gd name="connsiteX9" fmla="*/ 26985 w 54074"/>
                  <a:gd name="connsiteY9"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74" h="54073">
                    <a:moveTo>
                      <a:pt x="26985" y="54074"/>
                    </a:moveTo>
                    <a:cubicBezTo>
                      <a:pt x="12053" y="54045"/>
                      <a:pt x="-29" y="41917"/>
                      <a:pt x="0" y="26985"/>
                    </a:cubicBezTo>
                    <a:cubicBezTo>
                      <a:pt x="29" y="12053"/>
                      <a:pt x="12156" y="-29"/>
                      <a:pt x="27089" y="0"/>
                    </a:cubicBezTo>
                    <a:cubicBezTo>
                      <a:pt x="42007" y="29"/>
                      <a:pt x="54083" y="12135"/>
                      <a:pt x="54074" y="27054"/>
                    </a:cubicBezTo>
                    <a:cubicBezTo>
                      <a:pt x="54055" y="41996"/>
                      <a:pt x="41926" y="54093"/>
                      <a:pt x="26985" y="54074"/>
                    </a:cubicBezTo>
                    <a:close/>
                    <a:moveTo>
                      <a:pt x="26985" y="26485"/>
                    </a:moveTo>
                    <a:cubicBezTo>
                      <a:pt x="26678" y="26494"/>
                      <a:pt x="26434" y="26746"/>
                      <a:pt x="26434" y="27054"/>
                    </a:cubicBezTo>
                    <a:cubicBezTo>
                      <a:pt x="26489" y="27364"/>
                      <a:pt x="26784" y="27570"/>
                      <a:pt x="27092" y="27516"/>
                    </a:cubicBezTo>
                    <a:cubicBezTo>
                      <a:pt x="27328" y="27474"/>
                      <a:pt x="27513" y="27290"/>
                      <a:pt x="27554" y="27054"/>
                    </a:cubicBezTo>
                    <a:cubicBezTo>
                      <a:pt x="27554" y="26740"/>
                      <a:pt x="27299" y="26485"/>
                      <a:pt x="26985"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74" name="Graphic 336">
                <a:extLst>
                  <a:ext uri="{FF2B5EF4-FFF2-40B4-BE49-F238E27FC236}">
                    <a16:creationId xmlns:a16="http://schemas.microsoft.com/office/drawing/2014/main" id="{9744F425-0486-CF10-41A8-CF26D2811698}"/>
                  </a:ext>
                </a:extLst>
              </p:cNvPr>
              <p:cNvGrpSpPr/>
              <p:nvPr/>
            </p:nvGrpSpPr>
            <p:grpSpPr>
              <a:xfrm>
                <a:off x="11642426" y="2109389"/>
                <a:ext cx="134189" cy="138120"/>
                <a:chOff x="11642426" y="2109389"/>
                <a:chExt cx="134189" cy="138120"/>
              </a:xfrm>
              <a:solidFill>
                <a:srgbClr val="EF463C"/>
              </a:solidFill>
            </p:grpSpPr>
            <p:sp>
              <p:nvSpPr>
                <p:cNvPr id="75" name="Freeform 132">
                  <a:extLst>
                    <a:ext uri="{FF2B5EF4-FFF2-40B4-BE49-F238E27FC236}">
                      <a16:creationId xmlns:a16="http://schemas.microsoft.com/office/drawing/2014/main" id="{8EC68A9C-1CB7-647F-2043-B05CBB6C5C93}"/>
                    </a:ext>
                  </a:extLst>
                </p:cNvPr>
                <p:cNvSpPr/>
                <p:nvPr/>
              </p:nvSpPr>
              <p:spPr>
                <a:xfrm>
                  <a:off x="11681787" y="2109389"/>
                  <a:ext cx="34081" cy="51112"/>
                </a:xfrm>
                <a:custGeom>
                  <a:avLst/>
                  <a:gdLst>
                    <a:gd name="connsiteX0" fmla="*/ 20338 w 34081"/>
                    <a:gd name="connsiteY0" fmla="*/ 51112 h 51112"/>
                    <a:gd name="connsiteX1" fmla="*/ 7060 w 34081"/>
                    <a:gd name="connsiteY1" fmla="*/ 41008 h 51112"/>
                    <a:gd name="connsiteX2" fmla="*/ 318 w 34081"/>
                    <a:gd name="connsiteY2" fmla="*/ 16730 h 51112"/>
                    <a:gd name="connsiteX3" fmla="*/ 10864 w 34081"/>
                    <a:gd name="connsiteY3" fmla="*/ 317 h 51112"/>
                    <a:gd name="connsiteX4" fmla="*/ 26855 w 34081"/>
                    <a:gd name="connsiteY4" fmla="*/ 9350 h 51112"/>
                    <a:gd name="connsiteX5" fmla="*/ 33580 w 34081"/>
                    <a:gd name="connsiteY5" fmla="*/ 33628 h 51112"/>
                    <a:gd name="connsiteX6" fmla="*/ 24028 w 34081"/>
                    <a:gd name="connsiteY6" fmla="*/ 50578 h 51112"/>
                    <a:gd name="connsiteX7" fmla="*/ 20338 w 34081"/>
                    <a:gd name="connsiteY7" fmla="*/ 51112 h 51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081" h="51112">
                      <a:moveTo>
                        <a:pt x="20338" y="51112"/>
                      </a:moveTo>
                      <a:cubicBezTo>
                        <a:pt x="14146" y="51106"/>
                        <a:pt x="8717" y="46974"/>
                        <a:pt x="7060" y="41008"/>
                      </a:cubicBezTo>
                      <a:lnTo>
                        <a:pt x="318" y="16730"/>
                      </a:lnTo>
                      <a:cubicBezTo>
                        <a:pt x="-1302" y="9286"/>
                        <a:pt x="3420" y="1938"/>
                        <a:pt x="10864" y="317"/>
                      </a:cubicBezTo>
                      <a:cubicBezTo>
                        <a:pt x="17715" y="-1174"/>
                        <a:pt x="24595" y="2712"/>
                        <a:pt x="26855" y="9350"/>
                      </a:cubicBezTo>
                      <a:lnTo>
                        <a:pt x="33580" y="33628"/>
                      </a:lnTo>
                      <a:cubicBezTo>
                        <a:pt x="35601" y="40944"/>
                        <a:pt x="31332" y="48518"/>
                        <a:pt x="24028" y="50578"/>
                      </a:cubicBezTo>
                      <a:cubicBezTo>
                        <a:pt x="22826" y="50916"/>
                        <a:pt x="21586" y="51096"/>
                        <a:pt x="20338" y="51112"/>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6" name="Freeform 133">
                  <a:extLst>
                    <a:ext uri="{FF2B5EF4-FFF2-40B4-BE49-F238E27FC236}">
                      <a16:creationId xmlns:a16="http://schemas.microsoft.com/office/drawing/2014/main" id="{950539CC-4FE6-FA49-66E8-4C5CF11F5F52}"/>
                    </a:ext>
                  </a:extLst>
                </p:cNvPr>
                <p:cNvSpPr/>
                <p:nvPr/>
              </p:nvSpPr>
              <p:spPr>
                <a:xfrm>
                  <a:off x="11712355" y="2115152"/>
                  <a:ext cx="40560" cy="48969"/>
                </a:xfrm>
                <a:custGeom>
                  <a:avLst/>
                  <a:gdLst>
                    <a:gd name="connsiteX0" fmla="*/ 13789 w 40560"/>
                    <a:gd name="connsiteY0" fmla="*/ 48970 h 48969"/>
                    <a:gd name="connsiteX1" fmla="*/ 0 w 40560"/>
                    <a:gd name="connsiteY1" fmla="*/ 35170 h 48969"/>
                    <a:gd name="connsiteX2" fmla="*/ 2012 w 40560"/>
                    <a:gd name="connsiteY2" fmla="*/ 28002 h 48969"/>
                    <a:gd name="connsiteX3" fmla="*/ 15134 w 40560"/>
                    <a:gd name="connsiteY3" fmla="*/ 6379 h 48969"/>
                    <a:gd name="connsiteX4" fmla="*/ 34182 w 40560"/>
                    <a:gd name="connsiteY4" fmla="*/ 2165 h 48969"/>
                    <a:gd name="connsiteX5" fmla="*/ 38722 w 40560"/>
                    <a:gd name="connsiteY5" fmla="*/ 20674 h 48969"/>
                    <a:gd name="connsiteX6" fmla="*/ 25600 w 40560"/>
                    <a:gd name="connsiteY6" fmla="*/ 42331 h 48969"/>
                    <a:gd name="connsiteX7" fmla="*/ 13789 w 40560"/>
                    <a:gd name="connsiteY7" fmla="*/ 48970 h 4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60" h="48969">
                      <a:moveTo>
                        <a:pt x="13789" y="48970"/>
                      </a:moveTo>
                      <a:cubicBezTo>
                        <a:pt x="6170" y="48967"/>
                        <a:pt x="-3" y="42788"/>
                        <a:pt x="0" y="35170"/>
                      </a:cubicBezTo>
                      <a:cubicBezTo>
                        <a:pt x="1" y="32641"/>
                        <a:pt x="697" y="30162"/>
                        <a:pt x="2012" y="28002"/>
                      </a:cubicBezTo>
                      <a:lnTo>
                        <a:pt x="15134" y="6379"/>
                      </a:lnTo>
                      <a:cubicBezTo>
                        <a:pt x="19231" y="-44"/>
                        <a:pt x="27757" y="-1931"/>
                        <a:pt x="34182" y="2165"/>
                      </a:cubicBezTo>
                      <a:cubicBezTo>
                        <a:pt x="40398" y="6130"/>
                        <a:pt x="42398" y="14282"/>
                        <a:pt x="38722" y="20674"/>
                      </a:cubicBezTo>
                      <a:lnTo>
                        <a:pt x="25600" y="42331"/>
                      </a:lnTo>
                      <a:cubicBezTo>
                        <a:pt x="23096" y="46458"/>
                        <a:pt x="18616" y="48976"/>
                        <a:pt x="13789" y="4897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7" name="Freeform 134">
                  <a:extLst>
                    <a:ext uri="{FF2B5EF4-FFF2-40B4-BE49-F238E27FC236}">
                      <a16:creationId xmlns:a16="http://schemas.microsoft.com/office/drawing/2014/main" id="{3DD075D2-27D0-55F5-84CE-FC08D46EEA9E}"/>
                    </a:ext>
                  </a:extLst>
                </p:cNvPr>
                <p:cNvSpPr/>
                <p:nvPr/>
              </p:nvSpPr>
              <p:spPr>
                <a:xfrm>
                  <a:off x="11730312" y="2152481"/>
                  <a:ext cx="46303" cy="31384"/>
                </a:xfrm>
                <a:custGeom>
                  <a:avLst/>
                  <a:gdLst>
                    <a:gd name="connsiteX0" fmla="*/ 13954 w 46303"/>
                    <a:gd name="connsiteY0" fmla="*/ 31384 h 31384"/>
                    <a:gd name="connsiteX1" fmla="*/ 1 w 46303"/>
                    <a:gd name="connsiteY1" fmla="*/ 17750 h 31384"/>
                    <a:gd name="connsiteX2" fmla="*/ 11230 w 46303"/>
                    <a:gd name="connsiteY2" fmla="*/ 4037 h 31384"/>
                    <a:gd name="connsiteX3" fmla="*/ 29749 w 46303"/>
                    <a:gd name="connsiteY3" fmla="*/ 278 h 31384"/>
                    <a:gd name="connsiteX4" fmla="*/ 46026 w 46303"/>
                    <a:gd name="connsiteY4" fmla="*/ 11072 h 31384"/>
                    <a:gd name="connsiteX5" fmla="*/ 35232 w 46303"/>
                    <a:gd name="connsiteY5" fmla="*/ 27349 h 31384"/>
                    <a:gd name="connsiteX6" fmla="*/ 16713 w 46303"/>
                    <a:gd name="connsiteY6" fmla="*/ 31108 h 31384"/>
                    <a:gd name="connsiteX7" fmla="*/ 13954 w 46303"/>
                    <a:gd name="connsiteY7" fmla="*/ 31384 h 3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303" h="31384">
                      <a:moveTo>
                        <a:pt x="13954" y="31384"/>
                      </a:moveTo>
                      <a:cubicBezTo>
                        <a:pt x="6336" y="31472"/>
                        <a:pt x="89" y="25368"/>
                        <a:pt x="1" y="17750"/>
                      </a:cubicBezTo>
                      <a:cubicBezTo>
                        <a:pt x="-77" y="11061"/>
                        <a:pt x="4657" y="5280"/>
                        <a:pt x="11230" y="4037"/>
                      </a:cubicBezTo>
                      <a:lnTo>
                        <a:pt x="29749" y="278"/>
                      </a:lnTo>
                      <a:cubicBezTo>
                        <a:pt x="37224" y="-1237"/>
                        <a:pt x="44512" y="3596"/>
                        <a:pt x="46026" y="11072"/>
                      </a:cubicBezTo>
                      <a:cubicBezTo>
                        <a:pt x="47540" y="18547"/>
                        <a:pt x="42707" y="25835"/>
                        <a:pt x="35232" y="27349"/>
                      </a:cubicBezTo>
                      <a:lnTo>
                        <a:pt x="16713" y="31108"/>
                      </a:lnTo>
                      <a:cubicBezTo>
                        <a:pt x="15804" y="31292"/>
                        <a:pt x="14880" y="31385"/>
                        <a:pt x="13954" y="3138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8" name="Freeform 135">
                  <a:extLst>
                    <a:ext uri="{FF2B5EF4-FFF2-40B4-BE49-F238E27FC236}">
                      <a16:creationId xmlns:a16="http://schemas.microsoft.com/office/drawing/2014/main" id="{83E10764-A68D-D6BF-871B-BFA0B91BCCB5}"/>
                    </a:ext>
                  </a:extLst>
                </p:cNvPr>
                <p:cNvSpPr/>
                <p:nvPr/>
              </p:nvSpPr>
              <p:spPr>
                <a:xfrm>
                  <a:off x="11725062" y="2181654"/>
                  <a:ext cx="46842" cy="39214"/>
                </a:xfrm>
                <a:custGeom>
                  <a:avLst/>
                  <a:gdLst>
                    <a:gd name="connsiteX0" fmla="*/ 33016 w 46842"/>
                    <a:gd name="connsiteY0" fmla="*/ 39215 h 39214"/>
                    <a:gd name="connsiteX1" fmla="*/ 25895 w 46842"/>
                    <a:gd name="connsiteY1" fmla="*/ 37232 h 39214"/>
                    <a:gd name="connsiteX2" fmla="*/ 6669 w 46842"/>
                    <a:gd name="connsiteY2" fmla="*/ 25610 h 39214"/>
                    <a:gd name="connsiteX3" fmla="*/ 1987 w 46842"/>
                    <a:gd name="connsiteY3" fmla="*/ 6669 h 39214"/>
                    <a:gd name="connsiteX4" fmla="*/ 20929 w 46842"/>
                    <a:gd name="connsiteY4" fmla="*/ 1987 h 39214"/>
                    <a:gd name="connsiteX5" fmla="*/ 40172 w 46842"/>
                    <a:gd name="connsiteY5" fmla="*/ 13609 h 39214"/>
                    <a:gd name="connsiteX6" fmla="*/ 44858 w 46842"/>
                    <a:gd name="connsiteY6" fmla="*/ 32545 h 39214"/>
                    <a:gd name="connsiteX7" fmla="*/ 33016 w 46842"/>
                    <a:gd name="connsiteY7" fmla="*/ 39215 h 3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842" h="39214">
                      <a:moveTo>
                        <a:pt x="33016" y="39215"/>
                      </a:moveTo>
                      <a:cubicBezTo>
                        <a:pt x="30505" y="39215"/>
                        <a:pt x="28043" y="38529"/>
                        <a:pt x="25895" y="37232"/>
                      </a:cubicBezTo>
                      <a:lnTo>
                        <a:pt x="6669" y="25610"/>
                      </a:lnTo>
                      <a:cubicBezTo>
                        <a:pt x="145" y="21672"/>
                        <a:pt x="-1951" y="13192"/>
                        <a:pt x="1987" y="6669"/>
                      </a:cubicBezTo>
                      <a:cubicBezTo>
                        <a:pt x="5925" y="145"/>
                        <a:pt x="14406" y="-1951"/>
                        <a:pt x="20929" y="1987"/>
                      </a:cubicBezTo>
                      <a:lnTo>
                        <a:pt x="40172" y="13609"/>
                      </a:lnTo>
                      <a:cubicBezTo>
                        <a:pt x="46695" y="17544"/>
                        <a:pt x="48793" y="26022"/>
                        <a:pt x="44858" y="32545"/>
                      </a:cubicBezTo>
                      <a:cubicBezTo>
                        <a:pt x="42355" y="36694"/>
                        <a:pt x="37860" y="39225"/>
                        <a:pt x="33016" y="3921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9" name="Freeform 136">
                  <a:extLst>
                    <a:ext uri="{FF2B5EF4-FFF2-40B4-BE49-F238E27FC236}">
                      <a16:creationId xmlns:a16="http://schemas.microsoft.com/office/drawing/2014/main" id="{2D02B292-8F4C-9BAA-F831-D2E834663692}"/>
                    </a:ext>
                  </a:extLst>
                </p:cNvPr>
                <p:cNvSpPr/>
                <p:nvPr/>
              </p:nvSpPr>
              <p:spPr>
                <a:xfrm>
                  <a:off x="11702289" y="2201764"/>
                  <a:ext cx="31987" cy="45745"/>
                </a:xfrm>
                <a:custGeom>
                  <a:avLst/>
                  <a:gdLst>
                    <a:gd name="connsiteX0" fmla="*/ 18182 w 31987"/>
                    <a:gd name="connsiteY0" fmla="*/ 45745 h 45745"/>
                    <a:gd name="connsiteX1" fmla="*/ 4784 w 31987"/>
                    <a:gd name="connsiteY1" fmla="*/ 35192 h 45745"/>
                    <a:gd name="connsiteX2" fmla="*/ 387 w 31987"/>
                    <a:gd name="connsiteY2" fmla="*/ 17036 h 45745"/>
                    <a:gd name="connsiteX3" fmla="*/ 10569 w 31987"/>
                    <a:gd name="connsiteY3" fmla="*/ 388 h 45745"/>
                    <a:gd name="connsiteX4" fmla="*/ 27217 w 31987"/>
                    <a:gd name="connsiteY4" fmla="*/ 10570 h 45745"/>
                    <a:gd name="connsiteX5" fmla="*/ 31597 w 31987"/>
                    <a:gd name="connsiteY5" fmla="*/ 28709 h 45745"/>
                    <a:gd name="connsiteX6" fmla="*/ 21437 w 31987"/>
                    <a:gd name="connsiteY6" fmla="*/ 45362 h 45745"/>
                    <a:gd name="connsiteX7" fmla="*/ 21424 w 31987"/>
                    <a:gd name="connsiteY7" fmla="*/ 45366 h 45745"/>
                    <a:gd name="connsiteX8" fmla="*/ 18182 w 31987"/>
                    <a:gd name="connsiteY8" fmla="*/ 45745 h 4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87" h="45745">
                      <a:moveTo>
                        <a:pt x="18182" y="45745"/>
                      </a:moveTo>
                      <a:cubicBezTo>
                        <a:pt x="11816" y="45740"/>
                        <a:pt x="6280" y="41379"/>
                        <a:pt x="4784" y="35192"/>
                      </a:cubicBezTo>
                      <a:lnTo>
                        <a:pt x="387" y="17036"/>
                      </a:lnTo>
                      <a:cubicBezTo>
                        <a:pt x="-1398" y="9626"/>
                        <a:pt x="3160" y="2174"/>
                        <a:pt x="10569" y="388"/>
                      </a:cubicBezTo>
                      <a:cubicBezTo>
                        <a:pt x="17978" y="-1399"/>
                        <a:pt x="25432" y="3160"/>
                        <a:pt x="27217" y="10570"/>
                      </a:cubicBezTo>
                      <a:lnTo>
                        <a:pt x="31597" y="28709"/>
                      </a:lnTo>
                      <a:cubicBezTo>
                        <a:pt x="33390" y="36113"/>
                        <a:pt x="28842" y="43569"/>
                        <a:pt x="21437" y="45362"/>
                      </a:cubicBezTo>
                      <a:cubicBezTo>
                        <a:pt x="21432" y="45364"/>
                        <a:pt x="21428" y="45364"/>
                        <a:pt x="21424" y="45366"/>
                      </a:cubicBezTo>
                      <a:cubicBezTo>
                        <a:pt x="20362" y="45618"/>
                        <a:pt x="19274" y="45745"/>
                        <a:pt x="18182" y="4574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0" name="Freeform 137">
                  <a:extLst>
                    <a:ext uri="{FF2B5EF4-FFF2-40B4-BE49-F238E27FC236}">
                      <a16:creationId xmlns:a16="http://schemas.microsoft.com/office/drawing/2014/main" id="{439B8ECB-3B6A-2B19-9DF6-E210534CEC1F}"/>
                    </a:ext>
                  </a:extLst>
                </p:cNvPr>
                <p:cNvSpPr/>
                <p:nvPr/>
              </p:nvSpPr>
              <p:spPr>
                <a:xfrm>
                  <a:off x="11665963" y="2194759"/>
                  <a:ext cx="38617" cy="46490"/>
                </a:xfrm>
                <a:custGeom>
                  <a:avLst/>
                  <a:gdLst>
                    <a:gd name="connsiteX0" fmla="*/ 13746 w 38617"/>
                    <a:gd name="connsiteY0" fmla="*/ 46490 h 46490"/>
                    <a:gd name="connsiteX1" fmla="*/ 0 w 38617"/>
                    <a:gd name="connsiteY1" fmla="*/ 32648 h 46490"/>
                    <a:gd name="connsiteX2" fmla="*/ 1848 w 38617"/>
                    <a:gd name="connsiteY2" fmla="*/ 25799 h 46490"/>
                    <a:gd name="connsiteX3" fmla="*/ 12815 w 38617"/>
                    <a:gd name="connsiteY3" fmla="*/ 7004 h 46490"/>
                    <a:gd name="connsiteX4" fmla="*/ 31613 w 38617"/>
                    <a:gd name="connsiteY4" fmla="*/ 1791 h 46490"/>
                    <a:gd name="connsiteX5" fmla="*/ 36827 w 38617"/>
                    <a:gd name="connsiteY5" fmla="*/ 20590 h 46490"/>
                    <a:gd name="connsiteX6" fmla="*/ 36645 w 38617"/>
                    <a:gd name="connsiteY6" fmla="*/ 20902 h 46490"/>
                    <a:gd name="connsiteX7" fmla="*/ 25678 w 38617"/>
                    <a:gd name="connsiteY7" fmla="*/ 39714 h 46490"/>
                    <a:gd name="connsiteX8" fmla="*/ 13746 w 38617"/>
                    <a:gd name="connsiteY8" fmla="*/ 46490 h 46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17" h="46490">
                      <a:moveTo>
                        <a:pt x="13746" y="46490"/>
                      </a:moveTo>
                      <a:cubicBezTo>
                        <a:pt x="6128" y="46463"/>
                        <a:pt x="-27" y="40266"/>
                        <a:pt x="0" y="32648"/>
                      </a:cubicBezTo>
                      <a:cubicBezTo>
                        <a:pt x="9" y="30242"/>
                        <a:pt x="646" y="27882"/>
                        <a:pt x="1848" y="25799"/>
                      </a:cubicBezTo>
                      <a:lnTo>
                        <a:pt x="12815" y="7004"/>
                      </a:lnTo>
                      <a:cubicBezTo>
                        <a:pt x="16566" y="373"/>
                        <a:pt x="24983" y="-1961"/>
                        <a:pt x="31613" y="1791"/>
                      </a:cubicBezTo>
                      <a:cubicBezTo>
                        <a:pt x="38244" y="5542"/>
                        <a:pt x="40578" y="13958"/>
                        <a:pt x="36827" y="20590"/>
                      </a:cubicBezTo>
                      <a:cubicBezTo>
                        <a:pt x="36767" y="20695"/>
                        <a:pt x="36707" y="20798"/>
                        <a:pt x="36645" y="20902"/>
                      </a:cubicBezTo>
                      <a:lnTo>
                        <a:pt x="25678" y="39714"/>
                      </a:lnTo>
                      <a:cubicBezTo>
                        <a:pt x="23186" y="43932"/>
                        <a:pt x="18644" y="46511"/>
                        <a:pt x="13746" y="4649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1" name="Freeform 138">
                  <a:extLst>
                    <a:ext uri="{FF2B5EF4-FFF2-40B4-BE49-F238E27FC236}">
                      <a16:creationId xmlns:a16="http://schemas.microsoft.com/office/drawing/2014/main" id="{36F8CC5A-5C25-2EA7-B04F-F0935A24E2F2}"/>
                    </a:ext>
                  </a:extLst>
                </p:cNvPr>
                <p:cNvSpPr/>
                <p:nvPr/>
              </p:nvSpPr>
              <p:spPr>
                <a:xfrm>
                  <a:off x="11642426" y="2171965"/>
                  <a:ext cx="48292" cy="33233"/>
                </a:xfrm>
                <a:custGeom>
                  <a:avLst/>
                  <a:gdLst>
                    <a:gd name="connsiteX0" fmla="*/ 13781 w 48292"/>
                    <a:gd name="connsiteY0" fmla="*/ 33230 h 33233"/>
                    <a:gd name="connsiteX1" fmla="*/ 0 w 48292"/>
                    <a:gd name="connsiteY1" fmla="*/ 19422 h 33233"/>
                    <a:gd name="connsiteX2" fmla="*/ 10177 w 48292"/>
                    <a:gd name="connsiteY2" fmla="*/ 6124 h 33233"/>
                    <a:gd name="connsiteX3" fmla="*/ 30696 w 48292"/>
                    <a:gd name="connsiteY3" fmla="*/ 537 h 33233"/>
                    <a:gd name="connsiteX4" fmla="*/ 47756 w 48292"/>
                    <a:gd name="connsiteY4" fmla="*/ 9999 h 33233"/>
                    <a:gd name="connsiteX5" fmla="*/ 38294 w 48292"/>
                    <a:gd name="connsiteY5" fmla="*/ 27059 h 33233"/>
                    <a:gd name="connsiteX6" fmla="*/ 37921 w 48292"/>
                    <a:gd name="connsiteY6" fmla="*/ 27160 h 33233"/>
                    <a:gd name="connsiteX7" fmla="*/ 17402 w 48292"/>
                    <a:gd name="connsiteY7" fmla="*/ 32833 h 33233"/>
                    <a:gd name="connsiteX8" fmla="*/ 13781 w 48292"/>
                    <a:gd name="connsiteY8" fmla="*/ 33230 h 3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92" h="33233">
                      <a:moveTo>
                        <a:pt x="13781" y="33230"/>
                      </a:moveTo>
                      <a:cubicBezTo>
                        <a:pt x="6162" y="33223"/>
                        <a:pt x="-8" y="27040"/>
                        <a:pt x="0" y="19422"/>
                      </a:cubicBezTo>
                      <a:cubicBezTo>
                        <a:pt x="6" y="13201"/>
                        <a:pt x="4174" y="7755"/>
                        <a:pt x="10177" y="6124"/>
                      </a:cubicBezTo>
                      <a:lnTo>
                        <a:pt x="30696" y="537"/>
                      </a:lnTo>
                      <a:cubicBezTo>
                        <a:pt x="38020" y="-1561"/>
                        <a:pt x="45658" y="2675"/>
                        <a:pt x="47756" y="9999"/>
                      </a:cubicBezTo>
                      <a:cubicBezTo>
                        <a:pt x="49854" y="17323"/>
                        <a:pt x="45618" y="24961"/>
                        <a:pt x="38294" y="27059"/>
                      </a:cubicBezTo>
                      <a:cubicBezTo>
                        <a:pt x="38170" y="27094"/>
                        <a:pt x="38046" y="27128"/>
                        <a:pt x="37921" y="27160"/>
                      </a:cubicBezTo>
                      <a:lnTo>
                        <a:pt x="17402" y="32833"/>
                      </a:lnTo>
                      <a:cubicBezTo>
                        <a:pt x="16217" y="33124"/>
                        <a:pt x="15000" y="33257"/>
                        <a:pt x="13781" y="3323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2" name="Freeform 139">
                  <a:extLst>
                    <a:ext uri="{FF2B5EF4-FFF2-40B4-BE49-F238E27FC236}">
                      <a16:creationId xmlns:a16="http://schemas.microsoft.com/office/drawing/2014/main" id="{9EAF4A11-B3B7-A2F6-7073-A92366081ECA}"/>
                    </a:ext>
                  </a:extLst>
                </p:cNvPr>
                <p:cNvSpPr/>
                <p:nvPr/>
              </p:nvSpPr>
              <p:spPr>
                <a:xfrm>
                  <a:off x="11647198" y="2133707"/>
                  <a:ext cx="47286" cy="40433"/>
                </a:xfrm>
                <a:custGeom>
                  <a:avLst/>
                  <a:gdLst>
                    <a:gd name="connsiteX0" fmla="*/ 33390 w 47286"/>
                    <a:gd name="connsiteY0" fmla="*/ 40434 h 40433"/>
                    <a:gd name="connsiteX1" fmla="*/ 25872 w 47286"/>
                    <a:gd name="connsiteY1" fmla="*/ 38192 h 40433"/>
                    <a:gd name="connsiteX2" fmla="*/ 6267 w 47286"/>
                    <a:gd name="connsiteY2" fmla="*/ 25363 h 40433"/>
                    <a:gd name="connsiteX3" fmla="*/ 2240 w 47286"/>
                    <a:gd name="connsiteY3" fmla="*/ 6267 h 40433"/>
                    <a:gd name="connsiteX4" fmla="*/ 21337 w 47286"/>
                    <a:gd name="connsiteY4" fmla="*/ 2240 h 40433"/>
                    <a:gd name="connsiteX5" fmla="*/ 41028 w 47286"/>
                    <a:gd name="connsiteY5" fmla="*/ 15086 h 40433"/>
                    <a:gd name="connsiteX6" fmla="*/ 45043 w 47286"/>
                    <a:gd name="connsiteY6" fmla="*/ 34177 h 40433"/>
                    <a:gd name="connsiteX7" fmla="*/ 33476 w 47286"/>
                    <a:gd name="connsiteY7" fmla="*/ 40434 h 4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286" h="40433">
                      <a:moveTo>
                        <a:pt x="33390" y="40434"/>
                      </a:moveTo>
                      <a:cubicBezTo>
                        <a:pt x="30720" y="40430"/>
                        <a:pt x="28108" y="39651"/>
                        <a:pt x="25872" y="38192"/>
                      </a:cubicBezTo>
                      <a:lnTo>
                        <a:pt x="6267" y="25363"/>
                      </a:lnTo>
                      <a:cubicBezTo>
                        <a:pt x="-119" y="21202"/>
                        <a:pt x="-1921" y="12652"/>
                        <a:pt x="2240" y="6267"/>
                      </a:cubicBezTo>
                      <a:cubicBezTo>
                        <a:pt x="6402" y="-119"/>
                        <a:pt x="14952" y="-1921"/>
                        <a:pt x="21337" y="2240"/>
                      </a:cubicBezTo>
                      <a:lnTo>
                        <a:pt x="41028" y="15086"/>
                      </a:lnTo>
                      <a:cubicBezTo>
                        <a:pt x="47409" y="19249"/>
                        <a:pt x="49206" y="27797"/>
                        <a:pt x="45043" y="34177"/>
                      </a:cubicBezTo>
                      <a:cubicBezTo>
                        <a:pt x="42494" y="38085"/>
                        <a:pt x="38142" y="40439"/>
                        <a:pt x="33476" y="4043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3" name="Freeform 140">
                  <a:extLst>
                    <a:ext uri="{FF2B5EF4-FFF2-40B4-BE49-F238E27FC236}">
                      <a16:creationId xmlns:a16="http://schemas.microsoft.com/office/drawing/2014/main" id="{99067DC8-7378-791B-BF68-94C27C29A5E4}"/>
                    </a:ext>
                  </a:extLst>
                </p:cNvPr>
                <p:cNvSpPr/>
                <p:nvPr/>
              </p:nvSpPr>
              <p:spPr>
                <a:xfrm>
                  <a:off x="11662660" y="2132016"/>
                  <a:ext cx="94148" cy="94146"/>
                </a:xfrm>
                <a:custGeom>
                  <a:avLst/>
                  <a:gdLst>
                    <a:gd name="connsiteX0" fmla="*/ 47086 w 94148"/>
                    <a:gd name="connsiteY0" fmla="*/ 94147 h 94146"/>
                    <a:gd name="connsiteX1" fmla="*/ 0 w 94148"/>
                    <a:gd name="connsiteY1" fmla="*/ 47086 h 94146"/>
                    <a:gd name="connsiteX2" fmla="*/ 47061 w 94148"/>
                    <a:gd name="connsiteY2" fmla="*/ 0 h 94146"/>
                    <a:gd name="connsiteX3" fmla="*/ 92900 w 94148"/>
                    <a:gd name="connsiteY3" fmla="*/ 36314 h 94146"/>
                    <a:gd name="connsiteX4" fmla="*/ 92900 w 94148"/>
                    <a:gd name="connsiteY4" fmla="*/ 36314 h 94146"/>
                    <a:gd name="connsiteX5" fmla="*/ 57755 w 94148"/>
                    <a:gd name="connsiteY5" fmla="*/ 92910 h 94146"/>
                    <a:gd name="connsiteX6" fmla="*/ 47086 w 94148"/>
                    <a:gd name="connsiteY6" fmla="*/ 94147 h 94146"/>
                    <a:gd name="connsiteX7" fmla="*/ 47086 w 94148"/>
                    <a:gd name="connsiteY7" fmla="*/ 27589 h 94146"/>
                    <a:gd name="connsiteX8" fmla="*/ 42620 w 94148"/>
                    <a:gd name="connsiteY8" fmla="*/ 28106 h 94146"/>
                    <a:gd name="connsiteX9" fmla="*/ 28110 w 94148"/>
                    <a:gd name="connsiteY9" fmla="*/ 51531 h 94146"/>
                    <a:gd name="connsiteX10" fmla="*/ 51535 w 94148"/>
                    <a:gd name="connsiteY10" fmla="*/ 66041 h 94146"/>
                    <a:gd name="connsiteX11" fmla="*/ 66043 w 94148"/>
                    <a:gd name="connsiteY11" fmla="*/ 42671 h 94146"/>
                    <a:gd name="connsiteX12" fmla="*/ 66036 w 94148"/>
                    <a:gd name="connsiteY12" fmla="*/ 42642 h 94146"/>
                    <a:gd name="connsiteX13" fmla="*/ 66036 w 94148"/>
                    <a:gd name="connsiteY13" fmla="*/ 42642 h 94146"/>
                    <a:gd name="connsiteX14" fmla="*/ 47086 w 94148"/>
                    <a:gd name="connsiteY14" fmla="*/ 27589 h 9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148" h="94146">
                      <a:moveTo>
                        <a:pt x="47086" y="94147"/>
                      </a:moveTo>
                      <a:cubicBezTo>
                        <a:pt x="21088" y="94154"/>
                        <a:pt x="7" y="73084"/>
                        <a:pt x="0" y="47086"/>
                      </a:cubicBezTo>
                      <a:cubicBezTo>
                        <a:pt x="-7" y="21088"/>
                        <a:pt x="21063" y="7"/>
                        <a:pt x="47061" y="0"/>
                      </a:cubicBezTo>
                      <a:cubicBezTo>
                        <a:pt x="68919" y="-6"/>
                        <a:pt x="87905" y="15035"/>
                        <a:pt x="92900" y="36314"/>
                      </a:cubicBezTo>
                      <a:lnTo>
                        <a:pt x="92900" y="36314"/>
                      </a:lnTo>
                      <a:cubicBezTo>
                        <a:pt x="98823" y="61647"/>
                        <a:pt x="83089" y="86986"/>
                        <a:pt x="57755" y="92910"/>
                      </a:cubicBezTo>
                      <a:cubicBezTo>
                        <a:pt x="54257" y="93728"/>
                        <a:pt x="50678" y="94143"/>
                        <a:pt x="47086" y="94147"/>
                      </a:cubicBezTo>
                      <a:close/>
                      <a:moveTo>
                        <a:pt x="47086" y="27589"/>
                      </a:moveTo>
                      <a:cubicBezTo>
                        <a:pt x="45582" y="27592"/>
                        <a:pt x="44084" y="27766"/>
                        <a:pt x="42620" y="28106"/>
                      </a:cubicBezTo>
                      <a:cubicBezTo>
                        <a:pt x="32145" y="30568"/>
                        <a:pt x="25648" y="41055"/>
                        <a:pt x="28110" y="51531"/>
                      </a:cubicBezTo>
                      <a:cubicBezTo>
                        <a:pt x="30572" y="62006"/>
                        <a:pt x="41059" y="68503"/>
                        <a:pt x="51535" y="66041"/>
                      </a:cubicBezTo>
                      <a:cubicBezTo>
                        <a:pt x="61994" y="63594"/>
                        <a:pt x="68490" y="53131"/>
                        <a:pt x="66043" y="42671"/>
                      </a:cubicBezTo>
                      <a:cubicBezTo>
                        <a:pt x="66041" y="42662"/>
                        <a:pt x="66038" y="42652"/>
                        <a:pt x="66036" y="42642"/>
                      </a:cubicBezTo>
                      <a:lnTo>
                        <a:pt x="66036" y="42642"/>
                      </a:lnTo>
                      <a:cubicBezTo>
                        <a:pt x="63973" y="33838"/>
                        <a:pt x="56129" y="27606"/>
                        <a:pt x="47086" y="27589"/>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sp>
        <p:nvSpPr>
          <p:cNvPr id="43" name="Arrow: Pentagon 277">
            <a:extLst>
              <a:ext uri="{FF2B5EF4-FFF2-40B4-BE49-F238E27FC236}">
                <a16:creationId xmlns:a16="http://schemas.microsoft.com/office/drawing/2014/main" id="{DC0AA078-15F6-9FA4-B9F4-7C0C7B13E827}"/>
              </a:ext>
            </a:extLst>
          </p:cNvPr>
          <p:cNvSpPr/>
          <p:nvPr/>
        </p:nvSpPr>
        <p:spPr>
          <a:xfrm>
            <a:off x="1075577" y="1362494"/>
            <a:ext cx="1643664" cy="964154"/>
          </a:xfrm>
          <a:prstGeom prst="homePlate">
            <a:avLst>
              <a:gd name="adj" fmla="val 30009"/>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21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Initiate</a:t>
            </a:r>
          </a:p>
        </p:txBody>
      </p:sp>
      <p:sp>
        <p:nvSpPr>
          <p:cNvPr id="44" name="Arrow: Pentagon 277">
            <a:extLst>
              <a:ext uri="{FF2B5EF4-FFF2-40B4-BE49-F238E27FC236}">
                <a16:creationId xmlns:a16="http://schemas.microsoft.com/office/drawing/2014/main" id="{01BE17AA-6351-558A-AB7E-8EBF028F948C}"/>
              </a:ext>
            </a:extLst>
          </p:cNvPr>
          <p:cNvSpPr/>
          <p:nvPr/>
        </p:nvSpPr>
        <p:spPr>
          <a:xfrm>
            <a:off x="14299" y="1362494"/>
            <a:ext cx="1376502" cy="964154"/>
          </a:xfrm>
          <a:prstGeom prst="homePlate">
            <a:avLst>
              <a:gd name="adj" fmla="val 30009"/>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Discover</a:t>
            </a:r>
          </a:p>
        </p:txBody>
      </p:sp>
      <p:grpSp>
        <p:nvGrpSpPr>
          <p:cNvPr id="45" name="Group 44">
            <a:extLst>
              <a:ext uri="{FF2B5EF4-FFF2-40B4-BE49-F238E27FC236}">
                <a16:creationId xmlns:a16="http://schemas.microsoft.com/office/drawing/2014/main" id="{5CE3AC69-2A8E-AE87-CEFE-4C73E93B9584}"/>
              </a:ext>
            </a:extLst>
          </p:cNvPr>
          <p:cNvGrpSpPr/>
          <p:nvPr/>
        </p:nvGrpSpPr>
        <p:grpSpPr>
          <a:xfrm>
            <a:off x="433241" y="1484737"/>
            <a:ext cx="471791" cy="471791"/>
            <a:chOff x="1650814" y="1570462"/>
            <a:chExt cx="471791" cy="471791"/>
          </a:xfrm>
        </p:grpSpPr>
        <p:sp>
          <p:nvSpPr>
            <p:cNvPr id="56" name="Oval 55">
              <a:extLst>
                <a:ext uri="{FF2B5EF4-FFF2-40B4-BE49-F238E27FC236}">
                  <a16:creationId xmlns:a16="http://schemas.microsoft.com/office/drawing/2014/main" id="{AFF62C94-E519-6391-CC42-95A9DA3788BF}"/>
                </a:ext>
              </a:extLst>
            </p:cNvPr>
            <p:cNvSpPr/>
            <p:nvPr/>
          </p:nvSpPr>
          <p:spPr>
            <a:xfrm>
              <a:off x="1650814"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57" name="Graphic 43">
              <a:extLst>
                <a:ext uri="{FF2B5EF4-FFF2-40B4-BE49-F238E27FC236}">
                  <a16:creationId xmlns:a16="http://schemas.microsoft.com/office/drawing/2014/main" id="{82FFB9BD-5A76-3A17-729D-F1DBF941F53A}"/>
                </a:ext>
              </a:extLst>
            </p:cNvPr>
            <p:cNvGrpSpPr/>
            <p:nvPr/>
          </p:nvGrpSpPr>
          <p:grpSpPr>
            <a:xfrm>
              <a:off x="1750604" y="1669584"/>
              <a:ext cx="272210" cy="273546"/>
              <a:chOff x="1759940" y="1793479"/>
              <a:chExt cx="449934" cy="452143"/>
            </a:xfrm>
          </p:grpSpPr>
          <p:sp>
            <p:nvSpPr>
              <p:cNvPr id="58" name="Freeform: Shape 57">
                <a:extLst>
                  <a:ext uri="{FF2B5EF4-FFF2-40B4-BE49-F238E27FC236}">
                    <a16:creationId xmlns:a16="http://schemas.microsoft.com/office/drawing/2014/main" id="{DD0D818A-DE19-0F38-4685-EF799060883A}"/>
                  </a:ext>
                </a:extLst>
              </p:cNvPr>
              <p:cNvSpPr/>
              <p:nvPr/>
            </p:nvSpPr>
            <p:spPr>
              <a:xfrm>
                <a:off x="1759940"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0" y="43107"/>
                      <a:pt x="0" y="33458"/>
                      <a:pt x="0" y="21554"/>
                    </a:cubicBezTo>
                    <a:cubicBezTo>
                      <a:pt x="0" y="9650"/>
                      <a:pt x="9650" y="0"/>
                      <a:pt x="21554" y="0"/>
                    </a:cubicBezTo>
                    <a:lnTo>
                      <a:pt x="61967" y="0"/>
                    </a:lnTo>
                    <a:cubicBezTo>
                      <a:pt x="73871" y="0"/>
                      <a:pt x="83521" y="9650"/>
                      <a:pt x="83521" y="21554"/>
                    </a:cubicBezTo>
                    <a:cubicBezTo>
                      <a:pt x="83521" y="33458"/>
                      <a:pt x="73871" y="43107"/>
                      <a:pt x="61967" y="43107"/>
                    </a:cubicBezTo>
                    <a:close/>
                  </a:path>
                </a:pathLst>
              </a:custGeom>
              <a:solidFill>
                <a:srgbClr val="EF463C"/>
              </a:solidFill>
              <a:ln w="2667" cap="flat">
                <a:noFill/>
                <a:prstDash val="solid"/>
                <a:miter/>
              </a:ln>
            </p:spPr>
            <p:txBody>
              <a:bodyPr rtlCol="0" anchor="ctr"/>
              <a:lstStyle/>
              <a:p>
                <a:endParaRPr lang="en-MY"/>
              </a:p>
            </p:txBody>
          </p:sp>
          <p:grpSp>
            <p:nvGrpSpPr>
              <p:cNvPr id="59" name="Graphic 43">
                <a:extLst>
                  <a:ext uri="{FF2B5EF4-FFF2-40B4-BE49-F238E27FC236}">
                    <a16:creationId xmlns:a16="http://schemas.microsoft.com/office/drawing/2014/main" id="{F49E31A0-CC18-FC8C-F75C-C9FED2CC35E1}"/>
                  </a:ext>
                </a:extLst>
              </p:cNvPr>
              <p:cNvGrpSpPr/>
              <p:nvPr/>
            </p:nvGrpSpPr>
            <p:grpSpPr>
              <a:xfrm>
                <a:off x="1853403" y="1895374"/>
                <a:ext cx="263656" cy="350248"/>
                <a:chOff x="1853403" y="1895374"/>
                <a:chExt cx="263656" cy="350248"/>
              </a:xfrm>
            </p:grpSpPr>
            <p:sp>
              <p:nvSpPr>
                <p:cNvPr id="64" name="Freeform: Shape 63">
                  <a:extLst>
                    <a:ext uri="{FF2B5EF4-FFF2-40B4-BE49-F238E27FC236}">
                      <a16:creationId xmlns:a16="http://schemas.microsoft.com/office/drawing/2014/main" id="{39A0AB49-3C16-A3E0-9125-9E0D81D9D415}"/>
                    </a:ext>
                  </a:extLst>
                </p:cNvPr>
                <p:cNvSpPr/>
                <p:nvPr/>
              </p:nvSpPr>
              <p:spPr>
                <a:xfrm>
                  <a:off x="1853403" y="1895374"/>
                  <a:ext cx="263656" cy="256435"/>
                </a:xfrm>
                <a:custGeom>
                  <a:avLst/>
                  <a:gdLst>
                    <a:gd name="connsiteX0" fmla="*/ 182506 w 263656"/>
                    <a:gd name="connsiteY0" fmla="*/ 256436 h 256435"/>
                    <a:gd name="connsiteX1" fmla="*/ 160954 w 263656"/>
                    <a:gd name="connsiteY1" fmla="*/ 234879 h 256435"/>
                    <a:gd name="connsiteX2" fmla="*/ 174936 w 263656"/>
                    <a:gd name="connsiteY2" fmla="*/ 214702 h 256435"/>
                    <a:gd name="connsiteX3" fmla="*/ 220549 w 263656"/>
                    <a:gd name="connsiteY3" fmla="*/ 128891 h 256435"/>
                    <a:gd name="connsiteX4" fmla="*/ 131828 w 263656"/>
                    <a:gd name="connsiteY4" fmla="*/ 43107 h 256435"/>
                    <a:gd name="connsiteX5" fmla="*/ 43107 w 263656"/>
                    <a:gd name="connsiteY5" fmla="*/ 128891 h 256435"/>
                    <a:gd name="connsiteX6" fmla="*/ 90310 w 263656"/>
                    <a:gd name="connsiteY6" fmla="*/ 214271 h 256435"/>
                    <a:gd name="connsiteX7" fmla="*/ 103140 w 263656"/>
                    <a:gd name="connsiteY7" fmla="*/ 241922 h 256435"/>
                    <a:gd name="connsiteX8" fmla="*/ 75490 w 263656"/>
                    <a:gd name="connsiteY8" fmla="*/ 254752 h 256435"/>
                    <a:gd name="connsiteX9" fmla="*/ 74630 w 263656"/>
                    <a:gd name="connsiteY9" fmla="*/ 254415 h 256435"/>
                    <a:gd name="connsiteX10" fmla="*/ 0 w 263656"/>
                    <a:gd name="connsiteY10" fmla="*/ 128891 h 256435"/>
                    <a:gd name="connsiteX11" fmla="*/ 131828 w 263656"/>
                    <a:gd name="connsiteY11" fmla="*/ 0 h 256435"/>
                    <a:gd name="connsiteX12" fmla="*/ 263656 w 263656"/>
                    <a:gd name="connsiteY12" fmla="*/ 128891 h 256435"/>
                    <a:gd name="connsiteX13" fmla="*/ 190077 w 263656"/>
                    <a:gd name="connsiteY13" fmla="*/ 255062 h 256435"/>
                    <a:gd name="connsiteX14" fmla="*/ 182506 w 263656"/>
                    <a:gd name="connsiteY14" fmla="*/ 256436 h 25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656" h="256435">
                      <a:moveTo>
                        <a:pt x="182506" y="256436"/>
                      </a:moveTo>
                      <a:cubicBezTo>
                        <a:pt x="170603" y="256436"/>
                        <a:pt x="160953" y="246785"/>
                        <a:pt x="160954" y="234879"/>
                      </a:cubicBezTo>
                      <a:cubicBezTo>
                        <a:pt x="160955" y="225897"/>
                        <a:pt x="166527" y="217857"/>
                        <a:pt x="174936" y="214702"/>
                      </a:cubicBezTo>
                      <a:cubicBezTo>
                        <a:pt x="205192" y="203360"/>
                        <a:pt x="220549" y="174478"/>
                        <a:pt x="220549" y="128891"/>
                      </a:cubicBezTo>
                      <a:cubicBezTo>
                        <a:pt x="220549" y="79183"/>
                        <a:pt x="183234" y="43107"/>
                        <a:pt x="131828" y="43107"/>
                      </a:cubicBezTo>
                      <a:cubicBezTo>
                        <a:pt x="80422" y="43107"/>
                        <a:pt x="43107" y="79183"/>
                        <a:pt x="43107" y="128891"/>
                      </a:cubicBezTo>
                      <a:cubicBezTo>
                        <a:pt x="43107" y="159417"/>
                        <a:pt x="51190" y="198941"/>
                        <a:pt x="90310" y="214271"/>
                      </a:cubicBezTo>
                      <a:cubicBezTo>
                        <a:pt x="101488" y="218364"/>
                        <a:pt x="107233" y="230744"/>
                        <a:pt x="103140" y="241922"/>
                      </a:cubicBezTo>
                      <a:cubicBezTo>
                        <a:pt x="99048" y="253100"/>
                        <a:pt x="86669" y="258844"/>
                        <a:pt x="75490" y="254752"/>
                      </a:cubicBezTo>
                      <a:cubicBezTo>
                        <a:pt x="75201" y="254644"/>
                        <a:pt x="74914" y="254533"/>
                        <a:pt x="74630" y="254415"/>
                      </a:cubicBezTo>
                      <a:cubicBezTo>
                        <a:pt x="26511" y="235555"/>
                        <a:pt x="0" y="191020"/>
                        <a:pt x="0" y="128891"/>
                      </a:cubicBezTo>
                      <a:cubicBezTo>
                        <a:pt x="0" y="55393"/>
                        <a:pt x="56579" y="0"/>
                        <a:pt x="131828" y="0"/>
                      </a:cubicBezTo>
                      <a:cubicBezTo>
                        <a:pt x="207078" y="0"/>
                        <a:pt x="263656" y="55474"/>
                        <a:pt x="263656" y="128891"/>
                      </a:cubicBezTo>
                      <a:cubicBezTo>
                        <a:pt x="263656" y="210364"/>
                        <a:pt x="223647" y="242480"/>
                        <a:pt x="190077" y="255062"/>
                      </a:cubicBezTo>
                      <a:cubicBezTo>
                        <a:pt x="187655" y="255970"/>
                        <a:pt x="185093" y="256436"/>
                        <a:pt x="182506" y="256436"/>
                      </a:cubicBezTo>
                      <a:close/>
                    </a:path>
                  </a:pathLst>
                </a:custGeom>
                <a:solidFill>
                  <a:srgbClr val="C42828"/>
                </a:solidFill>
                <a:ln w="2667" cap="flat">
                  <a:noFill/>
                  <a:prstDash val="solid"/>
                  <a:miter/>
                </a:ln>
              </p:spPr>
              <p:txBody>
                <a:bodyPr rtlCol="0" anchor="ctr"/>
                <a:lstStyle/>
                <a:p>
                  <a:endParaRPr lang="en-MY"/>
                </a:p>
              </p:txBody>
            </p:sp>
            <p:sp>
              <p:nvSpPr>
                <p:cNvPr id="65" name="Freeform: Shape 64">
                  <a:extLst>
                    <a:ext uri="{FF2B5EF4-FFF2-40B4-BE49-F238E27FC236}">
                      <a16:creationId xmlns:a16="http://schemas.microsoft.com/office/drawing/2014/main" id="{A69AC840-CE06-132C-2EBE-0BD5E8C7E3F0}"/>
                    </a:ext>
                  </a:extLst>
                </p:cNvPr>
                <p:cNvSpPr/>
                <p:nvPr/>
              </p:nvSpPr>
              <p:spPr>
                <a:xfrm>
                  <a:off x="1923883" y="2151082"/>
                  <a:ext cx="122883" cy="43107"/>
                </a:xfrm>
                <a:custGeom>
                  <a:avLst/>
                  <a:gdLst>
                    <a:gd name="connsiteX0" fmla="*/ 101330 w 122883"/>
                    <a:gd name="connsiteY0" fmla="*/ 43107 h 43107"/>
                    <a:gd name="connsiteX1" fmla="*/ 21554 w 122883"/>
                    <a:gd name="connsiteY1" fmla="*/ 43107 h 43107"/>
                    <a:gd name="connsiteX2" fmla="*/ 0 w 122883"/>
                    <a:gd name="connsiteY2" fmla="*/ 21554 h 43107"/>
                    <a:gd name="connsiteX3" fmla="*/ 21554 w 122883"/>
                    <a:gd name="connsiteY3" fmla="*/ 0 h 43107"/>
                    <a:gd name="connsiteX4" fmla="*/ 101330 w 122883"/>
                    <a:gd name="connsiteY4" fmla="*/ 0 h 43107"/>
                    <a:gd name="connsiteX5" fmla="*/ 122883 w 122883"/>
                    <a:gd name="connsiteY5" fmla="*/ 21554 h 43107"/>
                    <a:gd name="connsiteX6" fmla="*/ 101330 w 122883"/>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883" h="43107">
                      <a:moveTo>
                        <a:pt x="101330" y="43107"/>
                      </a:moveTo>
                      <a:lnTo>
                        <a:pt x="21554" y="43107"/>
                      </a:lnTo>
                      <a:cubicBezTo>
                        <a:pt x="9650" y="43107"/>
                        <a:pt x="0" y="33457"/>
                        <a:pt x="0" y="21554"/>
                      </a:cubicBezTo>
                      <a:cubicBezTo>
                        <a:pt x="0" y="9651"/>
                        <a:pt x="9650" y="0"/>
                        <a:pt x="21554" y="0"/>
                      </a:cubicBezTo>
                      <a:lnTo>
                        <a:pt x="101330" y="0"/>
                      </a:lnTo>
                      <a:cubicBezTo>
                        <a:pt x="113233" y="0"/>
                        <a:pt x="122883" y="9651"/>
                        <a:pt x="122883" y="21554"/>
                      </a:cubicBezTo>
                      <a:cubicBezTo>
                        <a:pt x="122883" y="33457"/>
                        <a:pt x="113233" y="43107"/>
                        <a:pt x="101330" y="43107"/>
                      </a:cubicBezTo>
                      <a:close/>
                    </a:path>
                  </a:pathLst>
                </a:custGeom>
                <a:solidFill>
                  <a:srgbClr val="EF463C"/>
                </a:solidFill>
                <a:ln w="2667" cap="flat">
                  <a:noFill/>
                  <a:prstDash val="solid"/>
                  <a:miter/>
                </a:ln>
              </p:spPr>
              <p:txBody>
                <a:bodyPr rtlCol="0" anchor="ctr"/>
                <a:lstStyle/>
                <a:p>
                  <a:endParaRPr lang="en-MY"/>
                </a:p>
              </p:txBody>
            </p:sp>
            <p:sp>
              <p:nvSpPr>
                <p:cNvPr id="66" name="Freeform: Shape 65">
                  <a:extLst>
                    <a:ext uri="{FF2B5EF4-FFF2-40B4-BE49-F238E27FC236}">
                      <a16:creationId xmlns:a16="http://schemas.microsoft.com/office/drawing/2014/main" id="{E551825B-869F-F5D2-1878-DBF3BCC4E054}"/>
                    </a:ext>
                  </a:extLst>
                </p:cNvPr>
                <p:cNvSpPr/>
                <p:nvPr/>
              </p:nvSpPr>
              <p:spPr>
                <a:xfrm>
                  <a:off x="1923883" y="2202515"/>
                  <a:ext cx="120835" cy="43107"/>
                </a:xfrm>
                <a:custGeom>
                  <a:avLst/>
                  <a:gdLst>
                    <a:gd name="connsiteX0" fmla="*/ 99282 w 120835"/>
                    <a:gd name="connsiteY0" fmla="*/ 43107 h 43107"/>
                    <a:gd name="connsiteX1" fmla="*/ 21554 w 120835"/>
                    <a:gd name="connsiteY1" fmla="*/ 43107 h 43107"/>
                    <a:gd name="connsiteX2" fmla="*/ 0 w 120835"/>
                    <a:gd name="connsiteY2" fmla="*/ 21554 h 43107"/>
                    <a:gd name="connsiteX3" fmla="*/ 21554 w 120835"/>
                    <a:gd name="connsiteY3" fmla="*/ 0 h 43107"/>
                    <a:gd name="connsiteX4" fmla="*/ 99282 w 120835"/>
                    <a:gd name="connsiteY4" fmla="*/ 0 h 43107"/>
                    <a:gd name="connsiteX5" fmla="*/ 120836 w 120835"/>
                    <a:gd name="connsiteY5" fmla="*/ 21554 h 43107"/>
                    <a:gd name="connsiteX6" fmla="*/ 99282 w 120835"/>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35" h="43107">
                      <a:moveTo>
                        <a:pt x="99282" y="43107"/>
                      </a:moveTo>
                      <a:lnTo>
                        <a:pt x="21554" y="43107"/>
                      </a:lnTo>
                      <a:cubicBezTo>
                        <a:pt x="9650" y="43107"/>
                        <a:pt x="0" y="33457"/>
                        <a:pt x="0" y="21554"/>
                      </a:cubicBezTo>
                      <a:cubicBezTo>
                        <a:pt x="0" y="9651"/>
                        <a:pt x="9650" y="0"/>
                        <a:pt x="21554" y="0"/>
                      </a:cubicBezTo>
                      <a:lnTo>
                        <a:pt x="99282" y="0"/>
                      </a:lnTo>
                      <a:cubicBezTo>
                        <a:pt x="111185" y="0"/>
                        <a:pt x="120836" y="9651"/>
                        <a:pt x="120836" y="21554"/>
                      </a:cubicBezTo>
                      <a:cubicBezTo>
                        <a:pt x="120836" y="33457"/>
                        <a:pt x="111185" y="43107"/>
                        <a:pt x="99282" y="43107"/>
                      </a:cubicBezTo>
                      <a:close/>
                    </a:path>
                  </a:pathLst>
                </a:custGeom>
                <a:solidFill>
                  <a:srgbClr val="EF463C"/>
                </a:solidFill>
                <a:ln w="2667" cap="flat">
                  <a:noFill/>
                  <a:prstDash val="solid"/>
                  <a:miter/>
                </a:ln>
              </p:spPr>
              <p:txBody>
                <a:bodyPr rtlCol="0" anchor="ctr"/>
                <a:lstStyle/>
                <a:p>
                  <a:endParaRPr lang="en-MY"/>
                </a:p>
              </p:txBody>
            </p:sp>
            <p:sp>
              <p:nvSpPr>
                <p:cNvPr id="67" name="Freeform: Shape 66">
                  <a:extLst>
                    <a:ext uri="{FF2B5EF4-FFF2-40B4-BE49-F238E27FC236}">
                      <a16:creationId xmlns:a16="http://schemas.microsoft.com/office/drawing/2014/main" id="{33EDB5E6-A92C-7FEB-4247-58A6B422B4B0}"/>
                    </a:ext>
                  </a:extLst>
                </p:cNvPr>
                <p:cNvSpPr/>
                <p:nvPr/>
              </p:nvSpPr>
              <p:spPr>
                <a:xfrm>
                  <a:off x="1915154" y="2109268"/>
                  <a:ext cx="140341" cy="136354"/>
                </a:xfrm>
                <a:custGeom>
                  <a:avLst/>
                  <a:gdLst>
                    <a:gd name="connsiteX0" fmla="*/ 118788 w 140341"/>
                    <a:gd name="connsiteY0" fmla="*/ 136354 h 136354"/>
                    <a:gd name="connsiteX1" fmla="*/ 21554 w 140341"/>
                    <a:gd name="connsiteY1" fmla="*/ 136354 h 136354"/>
                    <a:gd name="connsiteX2" fmla="*/ 0 w 140341"/>
                    <a:gd name="connsiteY2" fmla="*/ 114801 h 136354"/>
                    <a:gd name="connsiteX3" fmla="*/ 0 w 140341"/>
                    <a:gd name="connsiteY3" fmla="*/ 21554 h 136354"/>
                    <a:gd name="connsiteX4" fmla="*/ 21554 w 140341"/>
                    <a:gd name="connsiteY4" fmla="*/ 0 h 136354"/>
                    <a:gd name="connsiteX5" fmla="*/ 43107 w 140341"/>
                    <a:gd name="connsiteY5" fmla="*/ 21554 h 136354"/>
                    <a:gd name="connsiteX6" fmla="*/ 43107 w 140341"/>
                    <a:gd name="connsiteY6" fmla="*/ 93247 h 136354"/>
                    <a:gd name="connsiteX7" fmla="*/ 97234 w 140341"/>
                    <a:gd name="connsiteY7" fmla="*/ 93247 h 136354"/>
                    <a:gd name="connsiteX8" fmla="*/ 97234 w 140341"/>
                    <a:gd name="connsiteY8" fmla="*/ 22955 h 136354"/>
                    <a:gd name="connsiteX9" fmla="*/ 118788 w 140341"/>
                    <a:gd name="connsiteY9" fmla="*/ 1401 h 136354"/>
                    <a:gd name="connsiteX10" fmla="*/ 140342 w 140341"/>
                    <a:gd name="connsiteY10" fmla="*/ 22955 h 136354"/>
                    <a:gd name="connsiteX11" fmla="*/ 140342 w 140341"/>
                    <a:gd name="connsiteY11" fmla="*/ 114801 h 136354"/>
                    <a:gd name="connsiteX12" fmla="*/ 118788 w 140341"/>
                    <a:gd name="connsiteY12" fmla="*/ 136354 h 13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341" h="136354">
                      <a:moveTo>
                        <a:pt x="118788" y="136354"/>
                      </a:moveTo>
                      <a:lnTo>
                        <a:pt x="21554" y="136354"/>
                      </a:lnTo>
                      <a:cubicBezTo>
                        <a:pt x="9650" y="136354"/>
                        <a:pt x="0" y="126704"/>
                        <a:pt x="0" y="114801"/>
                      </a:cubicBezTo>
                      <a:lnTo>
                        <a:pt x="0" y="21554"/>
                      </a:lnTo>
                      <a:cubicBezTo>
                        <a:pt x="0" y="9651"/>
                        <a:pt x="9650" y="0"/>
                        <a:pt x="21554" y="0"/>
                      </a:cubicBezTo>
                      <a:cubicBezTo>
                        <a:pt x="33458" y="0"/>
                        <a:pt x="43107" y="9651"/>
                        <a:pt x="43107" y="21554"/>
                      </a:cubicBezTo>
                      <a:lnTo>
                        <a:pt x="43107" y="93247"/>
                      </a:lnTo>
                      <a:lnTo>
                        <a:pt x="97234" y="93247"/>
                      </a:lnTo>
                      <a:lnTo>
                        <a:pt x="97234" y="22955"/>
                      </a:lnTo>
                      <a:cubicBezTo>
                        <a:pt x="97234" y="11052"/>
                        <a:pt x="106885" y="1401"/>
                        <a:pt x="118788" y="1401"/>
                      </a:cubicBezTo>
                      <a:cubicBezTo>
                        <a:pt x="130691" y="1401"/>
                        <a:pt x="140342" y="11052"/>
                        <a:pt x="140342" y="22955"/>
                      </a:cubicBezTo>
                      <a:lnTo>
                        <a:pt x="140342" y="114801"/>
                      </a:lnTo>
                      <a:cubicBezTo>
                        <a:pt x="140342" y="126704"/>
                        <a:pt x="130691" y="136354"/>
                        <a:pt x="118788" y="136354"/>
                      </a:cubicBezTo>
                      <a:close/>
                    </a:path>
                  </a:pathLst>
                </a:custGeom>
                <a:solidFill>
                  <a:srgbClr val="C42828"/>
                </a:solidFill>
                <a:ln w="2667" cap="flat">
                  <a:noFill/>
                  <a:prstDash val="solid"/>
                  <a:miter/>
                </a:ln>
              </p:spPr>
              <p:txBody>
                <a:bodyPr rtlCol="0" anchor="ctr"/>
                <a:lstStyle/>
                <a:p>
                  <a:endParaRPr lang="en-MY"/>
                </a:p>
              </p:txBody>
            </p:sp>
          </p:grpSp>
          <p:sp>
            <p:nvSpPr>
              <p:cNvPr id="60" name="Freeform: Shape 59">
                <a:extLst>
                  <a:ext uri="{FF2B5EF4-FFF2-40B4-BE49-F238E27FC236}">
                    <a16:creationId xmlns:a16="http://schemas.microsoft.com/office/drawing/2014/main" id="{A83D4720-BC34-E68E-5283-D973208E6C13}"/>
                  </a:ext>
                </a:extLst>
              </p:cNvPr>
              <p:cNvSpPr/>
              <p:nvPr/>
            </p:nvSpPr>
            <p:spPr>
              <a:xfrm>
                <a:off x="2078461" y="1845892"/>
                <a:ext cx="77396" cy="77393"/>
              </a:xfrm>
              <a:custGeom>
                <a:avLst/>
                <a:gdLst>
                  <a:gd name="connsiteX0" fmla="*/ 21543 w 77396"/>
                  <a:gd name="connsiteY0" fmla="*/ 77394 h 77393"/>
                  <a:gd name="connsiteX1" fmla="*/ 0 w 77396"/>
                  <a:gd name="connsiteY1" fmla="*/ 55830 h 77393"/>
                  <a:gd name="connsiteX2" fmla="*/ 6321 w 77396"/>
                  <a:gd name="connsiteY2" fmla="*/ 40591 h 77393"/>
                  <a:gd name="connsiteX3" fmla="*/ 40591 w 77396"/>
                  <a:gd name="connsiteY3" fmla="*/ 6320 h 77393"/>
                  <a:gd name="connsiteX4" fmla="*/ 71076 w 77396"/>
                  <a:gd name="connsiteY4" fmla="*/ 6307 h 77393"/>
                  <a:gd name="connsiteX5" fmla="*/ 71090 w 77396"/>
                  <a:gd name="connsiteY5" fmla="*/ 36792 h 77393"/>
                  <a:gd name="connsiteX6" fmla="*/ 36792 w 77396"/>
                  <a:gd name="connsiteY6" fmla="*/ 71089 h 77393"/>
                  <a:gd name="connsiteX7" fmla="*/ 21543 w 77396"/>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6" h="77393">
                    <a:moveTo>
                      <a:pt x="21543" y="77394"/>
                    </a:moveTo>
                    <a:cubicBezTo>
                      <a:pt x="9640" y="77388"/>
                      <a:pt x="-5" y="67734"/>
                      <a:pt x="0" y="55830"/>
                    </a:cubicBezTo>
                    <a:cubicBezTo>
                      <a:pt x="3" y="50113"/>
                      <a:pt x="2277" y="44631"/>
                      <a:pt x="6321" y="40591"/>
                    </a:cubicBezTo>
                    <a:lnTo>
                      <a:pt x="40591" y="6320"/>
                    </a:lnTo>
                    <a:cubicBezTo>
                      <a:pt x="49005" y="-2101"/>
                      <a:pt x="62654" y="-2108"/>
                      <a:pt x="71076" y="6307"/>
                    </a:cubicBezTo>
                    <a:cubicBezTo>
                      <a:pt x="79498" y="14722"/>
                      <a:pt x="79504" y="28370"/>
                      <a:pt x="71090" y="36792"/>
                    </a:cubicBezTo>
                    <a:lnTo>
                      <a:pt x="36792" y="71089"/>
                    </a:lnTo>
                    <a:cubicBezTo>
                      <a:pt x="32746" y="75130"/>
                      <a:pt x="27260" y="77398"/>
                      <a:pt x="21543" y="77394"/>
                    </a:cubicBezTo>
                    <a:close/>
                  </a:path>
                </a:pathLst>
              </a:custGeom>
              <a:solidFill>
                <a:srgbClr val="EF463C"/>
              </a:solidFill>
              <a:ln w="2667" cap="flat">
                <a:noFill/>
                <a:prstDash val="solid"/>
                <a:miter/>
              </a:ln>
            </p:spPr>
            <p:txBody>
              <a:bodyPr rtlCol="0" anchor="ctr"/>
              <a:lstStyle/>
              <a:p>
                <a:endParaRPr lang="en-MY"/>
              </a:p>
            </p:txBody>
          </p:sp>
          <p:sp>
            <p:nvSpPr>
              <p:cNvPr id="61" name="Freeform: Shape 60">
                <a:extLst>
                  <a:ext uri="{FF2B5EF4-FFF2-40B4-BE49-F238E27FC236}">
                    <a16:creationId xmlns:a16="http://schemas.microsoft.com/office/drawing/2014/main" id="{6460E880-F630-7959-2535-7673BF161BF8}"/>
                  </a:ext>
                </a:extLst>
              </p:cNvPr>
              <p:cNvSpPr/>
              <p:nvPr/>
            </p:nvSpPr>
            <p:spPr>
              <a:xfrm>
                <a:off x="1811694" y="1845165"/>
                <a:ext cx="77397" cy="77393"/>
              </a:xfrm>
              <a:custGeom>
                <a:avLst/>
                <a:gdLst>
                  <a:gd name="connsiteX0" fmla="*/ 55854 w 77397"/>
                  <a:gd name="connsiteY0" fmla="*/ 77394 h 77393"/>
                  <a:gd name="connsiteX1" fmla="*/ 40604 w 77397"/>
                  <a:gd name="connsiteY1" fmla="*/ 71089 h 77393"/>
                  <a:gd name="connsiteX2" fmla="*/ 6307 w 77397"/>
                  <a:gd name="connsiteY2" fmla="*/ 36792 h 77393"/>
                  <a:gd name="connsiteX3" fmla="*/ 6320 w 77397"/>
                  <a:gd name="connsiteY3" fmla="*/ 6307 h 77393"/>
                  <a:gd name="connsiteX4" fmla="*/ 36805 w 77397"/>
                  <a:gd name="connsiteY4" fmla="*/ 6320 h 77393"/>
                  <a:gd name="connsiteX5" fmla="*/ 71103 w 77397"/>
                  <a:gd name="connsiteY5" fmla="*/ 40618 h 77393"/>
                  <a:gd name="connsiteX6" fmla="*/ 71066 w 77397"/>
                  <a:gd name="connsiteY6" fmla="*/ 71099 h 77393"/>
                  <a:gd name="connsiteX7" fmla="*/ 55854 w 77397"/>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7" h="77393">
                    <a:moveTo>
                      <a:pt x="55854" y="77394"/>
                    </a:moveTo>
                    <a:cubicBezTo>
                      <a:pt x="50135" y="77398"/>
                      <a:pt x="44650" y="75130"/>
                      <a:pt x="40604" y="71089"/>
                    </a:cubicBezTo>
                    <a:lnTo>
                      <a:pt x="6307" y="36792"/>
                    </a:lnTo>
                    <a:cubicBezTo>
                      <a:pt x="-2108" y="28370"/>
                      <a:pt x="-2101" y="14722"/>
                      <a:pt x="6320" y="6307"/>
                    </a:cubicBezTo>
                    <a:cubicBezTo>
                      <a:pt x="14742" y="-2108"/>
                      <a:pt x="28391" y="-2101"/>
                      <a:pt x="36805" y="6320"/>
                    </a:cubicBezTo>
                    <a:lnTo>
                      <a:pt x="71103" y="40618"/>
                    </a:lnTo>
                    <a:cubicBezTo>
                      <a:pt x="79510" y="49045"/>
                      <a:pt x="79493" y="62692"/>
                      <a:pt x="71066" y="71099"/>
                    </a:cubicBezTo>
                    <a:cubicBezTo>
                      <a:pt x="67028" y="75128"/>
                      <a:pt x="61558" y="77391"/>
                      <a:pt x="55854" y="77394"/>
                    </a:cubicBezTo>
                    <a:close/>
                  </a:path>
                </a:pathLst>
              </a:custGeom>
              <a:solidFill>
                <a:srgbClr val="EF463C"/>
              </a:solidFill>
              <a:ln w="2667" cap="flat">
                <a:noFill/>
                <a:prstDash val="solid"/>
                <a:miter/>
              </a:ln>
            </p:spPr>
            <p:txBody>
              <a:bodyPr rtlCol="0" anchor="ctr"/>
              <a:lstStyle/>
              <a:p>
                <a:endParaRPr lang="en-MY"/>
              </a:p>
            </p:txBody>
          </p:sp>
          <p:sp>
            <p:nvSpPr>
              <p:cNvPr id="62" name="Freeform: Shape 61">
                <a:extLst>
                  <a:ext uri="{FF2B5EF4-FFF2-40B4-BE49-F238E27FC236}">
                    <a16:creationId xmlns:a16="http://schemas.microsoft.com/office/drawing/2014/main" id="{DB49C73F-DB37-A174-EC32-2FD14CB4F21B}"/>
                  </a:ext>
                </a:extLst>
              </p:cNvPr>
              <p:cNvSpPr/>
              <p:nvPr/>
            </p:nvSpPr>
            <p:spPr>
              <a:xfrm>
                <a:off x="1964108" y="1793479"/>
                <a:ext cx="43107" cy="91603"/>
              </a:xfrm>
              <a:custGeom>
                <a:avLst/>
                <a:gdLst>
                  <a:gd name="connsiteX0" fmla="*/ 21554 w 43107"/>
                  <a:gd name="connsiteY0" fmla="*/ 91603 h 91603"/>
                  <a:gd name="connsiteX1" fmla="*/ 0 w 43107"/>
                  <a:gd name="connsiteY1" fmla="*/ 70050 h 91603"/>
                  <a:gd name="connsiteX2" fmla="*/ 0 w 43107"/>
                  <a:gd name="connsiteY2" fmla="*/ 21554 h 91603"/>
                  <a:gd name="connsiteX3" fmla="*/ 21554 w 43107"/>
                  <a:gd name="connsiteY3" fmla="*/ 0 h 91603"/>
                  <a:gd name="connsiteX4" fmla="*/ 43107 w 43107"/>
                  <a:gd name="connsiteY4" fmla="*/ 21554 h 91603"/>
                  <a:gd name="connsiteX5" fmla="*/ 43107 w 43107"/>
                  <a:gd name="connsiteY5" fmla="*/ 70050 h 91603"/>
                  <a:gd name="connsiteX6" fmla="*/ 21554 w 43107"/>
                  <a:gd name="connsiteY6" fmla="*/ 91603 h 91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107" h="91603">
                    <a:moveTo>
                      <a:pt x="21554" y="91603"/>
                    </a:moveTo>
                    <a:cubicBezTo>
                      <a:pt x="9650" y="91603"/>
                      <a:pt x="0" y="81954"/>
                      <a:pt x="0" y="70050"/>
                    </a:cubicBezTo>
                    <a:lnTo>
                      <a:pt x="0" y="21554"/>
                    </a:lnTo>
                    <a:cubicBezTo>
                      <a:pt x="0" y="9650"/>
                      <a:pt x="9650" y="0"/>
                      <a:pt x="21554" y="0"/>
                    </a:cubicBezTo>
                    <a:cubicBezTo>
                      <a:pt x="33458" y="0"/>
                      <a:pt x="43107" y="9650"/>
                      <a:pt x="43107" y="21554"/>
                    </a:cubicBezTo>
                    <a:lnTo>
                      <a:pt x="43107" y="70050"/>
                    </a:lnTo>
                    <a:cubicBezTo>
                      <a:pt x="43107" y="81954"/>
                      <a:pt x="33458" y="91603"/>
                      <a:pt x="21554" y="91603"/>
                    </a:cubicBezTo>
                    <a:close/>
                  </a:path>
                </a:pathLst>
              </a:custGeom>
              <a:solidFill>
                <a:srgbClr val="EF463C"/>
              </a:solidFill>
              <a:ln w="2667" cap="flat">
                <a:noFill/>
                <a:prstDash val="solid"/>
                <a:miter/>
              </a:ln>
            </p:spPr>
            <p:txBody>
              <a:bodyPr rtlCol="0" anchor="ctr"/>
              <a:lstStyle/>
              <a:p>
                <a:endParaRPr lang="en-MY"/>
              </a:p>
            </p:txBody>
          </p:sp>
          <p:sp>
            <p:nvSpPr>
              <p:cNvPr id="63" name="Freeform: Shape 62">
                <a:extLst>
                  <a:ext uri="{FF2B5EF4-FFF2-40B4-BE49-F238E27FC236}">
                    <a16:creationId xmlns:a16="http://schemas.microsoft.com/office/drawing/2014/main" id="{E7D8B98C-CB0D-B52B-F6FC-78B1EF9C6278}"/>
                  </a:ext>
                </a:extLst>
              </p:cNvPr>
              <p:cNvSpPr/>
              <p:nvPr/>
            </p:nvSpPr>
            <p:spPr>
              <a:xfrm>
                <a:off x="2126354"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1" y="43107"/>
                      <a:pt x="0" y="33458"/>
                      <a:pt x="0" y="21554"/>
                    </a:cubicBezTo>
                    <a:cubicBezTo>
                      <a:pt x="0" y="9650"/>
                      <a:pt x="9651" y="0"/>
                      <a:pt x="21554" y="0"/>
                    </a:cubicBezTo>
                    <a:lnTo>
                      <a:pt x="61967" y="0"/>
                    </a:lnTo>
                    <a:cubicBezTo>
                      <a:pt x="73870" y="0"/>
                      <a:pt x="83521" y="9650"/>
                      <a:pt x="83521" y="21554"/>
                    </a:cubicBezTo>
                    <a:cubicBezTo>
                      <a:pt x="83521" y="33458"/>
                      <a:pt x="73870" y="43107"/>
                      <a:pt x="61967" y="43107"/>
                    </a:cubicBezTo>
                    <a:close/>
                  </a:path>
                </a:pathLst>
              </a:custGeom>
              <a:solidFill>
                <a:srgbClr val="EF463C"/>
              </a:solidFill>
              <a:ln w="2667" cap="flat">
                <a:noFill/>
                <a:prstDash val="solid"/>
                <a:miter/>
              </a:ln>
            </p:spPr>
            <p:txBody>
              <a:bodyPr rtlCol="0" anchor="ctr"/>
              <a:lstStyle/>
              <a:p>
                <a:endParaRPr lang="en-MY"/>
              </a:p>
            </p:txBody>
          </p:sp>
        </p:grpSp>
      </p:grpSp>
      <p:grpSp>
        <p:nvGrpSpPr>
          <p:cNvPr id="46" name="Group 45">
            <a:extLst>
              <a:ext uri="{FF2B5EF4-FFF2-40B4-BE49-F238E27FC236}">
                <a16:creationId xmlns:a16="http://schemas.microsoft.com/office/drawing/2014/main" id="{235DE37E-289A-260D-6878-031B408ACD5B}"/>
              </a:ext>
            </a:extLst>
          </p:cNvPr>
          <p:cNvGrpSpPr/>
          <p:nvPr/>
        </p:nvGrpSpPr>
        <p:grpSpPr>
          <a:xfrm>
            <a:off x="1650814" y="1484737"/>
            <a:ext cx="471791" cy="471791"/>
            <a:chOff x="433241" y="1570462"/>
            <a:chExt cx="471791" cy="471791"/>
          </a:xfrm>
        </p:grpSpPr>
        <p:sp>
          <p:nvSpPr>
            <p:cNvPr id="47" name="Oval 46">
              <a:extLst>
                <a:ext uri="{FF2B5EF4-FFF2-40B4-BE49-F238E27FC236}">
                  <a16:creationId xmlns:a16="http://schemas.microsoft.com/office/drawing/2014/main" id="{01DFC0D1-3B49-8F08-BB06-87B86F956006}"/>
                </a:ext>
              </a:extLst>
            </p:cNvPr>
            <p:cNvSpPr/>
            <p:nvPr/>
          </p:nvSpPr>
          <p:spPr>
            <a:xfrm>
              <a:off x="433241"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48" name="Group 47">
              <a:extLst>
                <a:ext uri="{FF2B5EF4-FFF2-40B4-BE49-F238E27FC236}">
                  <a16:creationId xmlns:a16="http://schemas.microsoft.com/office/drawing/2014/main" id="{DB8334CC-0EB3-739A-AF9B-E04FF4564DB5}"/>
                </a:ext>
              </a:extLst>
            </p:cNvPr>
            <p:cNvGrpSpPr/>
            <p:nvPr/>
          </p:nvGrpSpPr>
          <p:grpSpPr>
            <a:xfrm>
              <a:off x="543450" y="1674683"/>
              <a:ext cx="251373" cy="260212"/>
              <a:chOff x="738790" y="2040956"/>
              <a:chExt cx="251373" cy="260212"/>
            </a:xfrm>
          </p:grpSpPr>
          <p:sp>
            <p:nvSpPr>
              <p:cNvPr id="49" name="Freeform 176">
                <a:extLst>
                  <a:ext uri="{FF2B5EF4-FFF2-40B4-BE49-F238E27FC236}">
                    <a16:creationId xmlns:a16="http://schemas.microsoft.com/office/drawing/2014/main" id="{1067FA74-D40C-2A04-5541-2FEE1185780D}"/>
                  </a:ext>
                </a:extLst>
              </p:cNvPr>
              <p:cNvSpPr/>
              <p:nvPr/>
            </p:nvSpPr>
            <p:spPr>
              <a:xfrm>
                <a:off x="738790" y="2134679"/>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4"/>
                      <a:pt x="5614" y="0"/>
                      <a:pt x="12540" y="0"/>
                    </a:cubicBezTo>
                    <a:lnTo>
                      <a:pt x="65163" y="0"/>
                    </a:lnTo>
                    <a:cubicBezTo>
                      <a:pt x="72089" y="0"/>
                      <a:pt x="77703" y="5614"/>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0" name="Freeform 177">
                <a:extLst>
                  <a:ext uri="{FF2B5EF4-FFF2-40B4-BE49-F238E27FC236}">
                    <a16:creationId xmlns:a16="http://schemas.microsoft.com/office/drawing/2014/main" id="{AAF028AC-2C34-7A8B-D390-40AED231BEC0}"/>
                  </a:ext>
                </a:extLst>
              </p:cNvPr>
              <p:cNvSpPr/>
              <p:nvPr/>
            </p:nvSpPr>
            <p:spPr>
              <a:xfrm>
                <a:off x="738790" y="2223465"/>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5"/>
                      <a:pt x="5614" y="0"/>
                      <a:pt x="12540" y="0"/>
                    </a:cubicBezTo>
                    <a:lnTo>
                      <a:pt x="65163" y="0"/>
                    </a:lnTo>
                    <a:cubicBezTo>
                      <a:pt x="72089" y="0"/>
                      <a:pt x="77703" y="5615"/>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1" name="Freeform 178">
                <a:extLst>
                  <a:ext uri="{FF2B5EF4-FFF2-40B4-BE49-F238E27FC236}">
                    <a16:creationId xmlns:a16="http://schemas.microsoft.com/office/drawing/2014/main" id="{90006CEC-22F0-4B75-A3E0-1EFF349795B8}"/>
                  </a:ext>
                </a:extLst>
              </p:cNvPr>
              <p:cNvSpPr/>
              <p:nvPr/>
            </p:nvSpPr>
            <p:spPr>
              <a:xfrm>
                <a:off x="791413" y="2082057"/>
                <a:ext cx="86732" cy="104006"/>
              </a:xfrm>
              <a:custGeom>
                <a:avLst/>
                <a:gdLst>
                  <a:gd name="connsiteX0" fmla="*/ 74192 w 86732"/>
                  <a:gd name="connsiteY0" fmla="*/ 104006 h 104006"/>
                  <a:gd name="connsiteX1" fmla="*/ 12540 w 86732"/>
                  <a:gd name="connsiteY1" fmla="*/ 104006 h 104006"/>
                  <a:gd name="connsiteX2" fmla="*/ 0 w 86732"/>
                  <a:gd name="connsiteY2" fmla="*/ 91466 h 104006"/>
                  <a:gd name="connsiteX3" fmla="*/ 12540 w 86732"/>
                  <a:gd name="connsiteY3" fmla="*/ 78926 h 104006"/>
                  <a:gd name="connsiteX4" fmla="*/ 61651 w 86732"/>
                  <a:gd name="connsiteY4" fmla="*/ 78926 h 104006"/>
                  <a:gd name="connsiteX5" fmla="*/ 61651 w 86732"/>
                  <a:gd name="connsiteY5" fmla="*/ 12540 h 104006"/>
                  <a:gd name="connsiteX6" fmla="*/ 74192 w 86732"/>
                  <a:gd name="connsiteY6" fmla="*/ 0 h 104006"/>
                  <a:gd name="connsiteX7" fmla="*/ 86732 w 86732"/>
                  <a:gd name="connsiteY7" fmla="*/ 12540 h 104006"/>
                  <a:gd name="connsiteX8" fmla="*/ 86732 w 86732"/>
                  <a:gd name="connsiteY8" fmla="*/ 91466 h 104006"/>
                  <a:gd name="connsiteX9" fmla="*/ 74192 w 86732"/>
                  <a:gd name="connsiteY9" fmla="*/ 104006 h 10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732" h="104006">
                    <a:moveTo>
                      <a:pt x="74192" y="104006"/>
                    </a:moveTo>
                    <a:lnTo>
                      <a:pt x="12540" y="104006"/>
                    </a:lnTo>
                    <a:cubicBezTo>
                      <a:pt x="5614" y="104006"/>
                      <a:pt x="0" y="98392"/>
                      <a:pt x="0" y="91466"/>
                    </a:cubicBezTo>
                    <a:cubicBezTo>
                      <a:pt x="0" y="84540"/>
                      <a:pt x="5614" y="78926"/>
                      <a:pt x="12540" y="78926"/>
                    </a:cubicBezTo>
                    <a:lnTo>
                      <a:pt x="61651" y="78926"/>
                    </a:lnTo>
                    <a:lnTo>
                      <a:pt x="61651" y="12540"/>
                    </a:lnTo>
                    <a:cubicBezTo>
                      <a:pt x="61651" y="5614"/>
                      <a:pt x="67266" y="0"/>
                      <a:pt x="74192" y="0"/>
                    </a:cubicBezTo>
                    <a:cubicBezTo>
                      <a:pt x="81118" y="0"/>
                      <a:pt x="86732" y="5614"/>
                      <a:pt x="86732" y="12540"/>
                    </a:cubicBezTo>
                    <a:lnTo>
                      <a:pt x="86732" y="91466"/>
                    </a:lnTo>
                    <a:cubicBezTo>
                      <a:pt x="86732" y="98392"/>
                      <a:pt x="81118" y="104006"/>
                      <a:pt x="74192" y="104006"/>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2" name="Freeform 179">
                <a:extLst>
                  <a:ext uri="{FF2B5EF4-FFF2-40B4-BE49-F238E27FC236}">
                    <a16:creationId xmlns:a16="http://schemas.microsoft.com/office/drawing/2014/main" id="{C9F9FF00-9C8C-09C8-66F8-0DB194A9FEE7}"/>
                  </a:ext>
                </a:extLst>
              </p:cNvPr>
              <p:cNvSpPr/>
              <p:nvPr/>
            </p:nvSpPr>
            <p:spPr>
              <a:xfrm>
                <a:off x="853064" y="2160983"/>
                <a:ext cx="62701" cy="25080"/>
              </a:xfrm>
              <a:custGeom>
                <a:avLst/>
                <a:gdLst>
                  <a:gd name="connsiteX0" fmla="*/ 50161 w 62701"/>
                  <a:gd name="connsiteY0" fmla="*/ 25081 h 25080"/>
                  <a:gd name="connsiteX1" fmla="*/ 12540 w 62701"/>
                  <a:gd name="connsiteY1" fmla="*/ 25081 h 25080"/>
                  <a:gd name="connsiteX2" fmla="*/ 0 w 62701"/>
                  <a:gd name="connsiteY2" fmla="*/ 12540 h 25080"/>
                  <a:gd name="connsiteX3" fmla="*/ 12540 w 62701"/>
                  <a:gd name="connsiteY3" fmla="*/ 0 h 25080"/>
                  <a:gd name="connsiteX4" fmla="*/ 50161 w 62701"/>
                  <a:gd name="connsiteY4" fmla="*/ 0 h 25080"/>
                  <a:gd name="connsiteX5" fmla="*/ 62702 w 62701"/>
                  <a:gd name="connsiteY5" fmla="*/ 12540 h 25080"/>
                  <a:gd name="connsiteX6" fmla="*/ 50161 w 62701"/>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01" h="25080">
                    <a:moveTo>
                      <a:pt x="50161" y="25081"/>
                    </a:moveTo>
                    <a:lnTo>
                      <a:pt x="12540" y="25081"/>
                    </a:lnTo>
                    <a:cubicBezTo>
                      <a:pt x="5614" y="25081"/>
                      <a:pt x="0" y="19466"/>
                      <a:pt x="0" y="12540"/>
                    </a:cubicBezTo>
                    <a:cubicBezTo>
                      <a:pt x="0" y="5614"/>
                      <a:pt x="5614" y="0"/>
                      <a:pt x="12540" y="0"/>
                    </a:cubicBezTo>
                    <a:lnTo>
                      <a:pt x="50161" y="0"/>
                    </a:lnTo>
                    <a:cubicBezTo>
                      <a:pt x="57087" y="0"/>
                      <a:pt x="62702" y="5614"/>
                      <a:pt x="62702" y="12540"/>
                    </a:cubicBezTo>
                    <a:cubicBezTo>
                      <a:pt x="62702" y="19466"/>
                      <a:pt x="57087" y="25081"/>
                      <a:pt x="50161"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3" name="Freeform 180">
                <a:extLst>
                  <a:ext uri="{FF2B5EF4-FFF2-40B4-BE49-F238E27FC236}">
                    <a16:creationId xmlns:a16="http://schemas.microsoft.com/office/drawing/2014/main" id="{4EA225C6-C2B7-365C-0E6C-4880A2393354}"/>
                  </a:ext>
                </a:extLst>
              </p:cNvPr>
              <p:cNvSpPr/>
              <p:nvPr/>
            </p:nvSpPr>
            <p:spPr>
              <a:xfrm>
                <a:off x="791413" y="2198196"/>
                <a:ext cx="161550" cy="76668"/>
              </a:xfrm>
              <a:custGeom>
                <a:avLst/>
                <a:gdLst>
                  <a:gd name="connsiteX0" fmla="*/ 149011 w 161550"/>
                  <a:gd name="connsiteY0" fmla="*/ 76669 h 76668"/>
                  <a:gd name="connsiteX1" fmla="*/ 12540 w 161550"/>
                  <a:gd name="connsiteY1" fmla="*/ 76669 h 76668"/>
                  <a:gd name="connsiteX2" fmla="*/ 0 w 161550"/>
                  <a:gd name="connsiteY2" fmla="*/ 64128 h 76668"/>
                  <a:gd name="connsiteX3" fmla="*/ 12540 w 161550"/>
                  <a:gd name="connsiteY3" fmla="*/ 51588 h 76668"/>
                  <a:gd name="connsiteX4" fmla="*/ 136470 w 161550"/>
                  <a:gd name="connsiteY4" fmla="*/ 51588 h 76668"/>
                  <a:gd name="connsiteX5" fmla="*/ 136470 w 161550"/>
                  <a:gd name="connsiteY5" fmla="*/ 12540 h 76668"/>
                  <a:gd name="connsiteX6" fmla="*/ 149011 w 161550"/>
                  <a:gd name="connsiteY6" fmla="*/ 0 h 76668"/>
                  <a:gd name="connsiteX7" fmla="*/ 161551 w 161550"/>
                  <a:gd name="connsiteY7" fmla="*/ 12540 h 76668"/>
                  <a:gd name="connsiteX8" fmla="*/ 161551 w 161550"/>
                  <a:gd name="connsiteY8" fmla="*/ 64128 h 76668"/>
                  <a:gd name="connsiteX9" fmla="*/ 149011 w 161550"/>
                  <a:gd name="connsiteY9" fmla="*/ 76669 h 7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550" h="76668">
                    <a:moveTo>
                      <a:pt x="149011" y="76669"/>
                    </a:moveTo>
                    <a:lnTo>
                      <a:pt x="12540" y="76669"/>
                    </a:lnTo>
                    <a:cubicBezTo>
                      <a:pt x="5614" y="76669"/>
                      <a:pt x="0" y="71054"/>
                      <a:pt x="0" y="64128"/>
                    </a:cubicBezTo>
                    <a:cubicBezTo>
                      <a:pt x="0" y="57203"/>
                      <a:pt x="5614" y="51588"/>
                      <a:pt x="12540" y="51588"/>
                    </a:cubicBezTo>
                    <a:lnTo>
                      <a:pt x="136470" y="51588"/>
                    </a:lnTo>
                    <a:lnTo>
                      <a:pt x="136470" y="12540"/>
                    </a:lnTo>
                    <a:cubicBezTo>
                      <a:pt x="136470" y="5615"/>
                      <a:pt x="142085" y="0"/>
                      <a:pt x="149011" y="0"/>
                    </a:cubicBezTo>
                    <a:cubicBezTo>
                      <a:pt x="155936" y="0"/>
                      <a:pt x="161551" y="5615"/>
                      <a:pt x="161551" y="12540"/>
                    </a:cubicBezTo>
                    <a:lnTo>
                      <a:pt x="161551" y="64128"/>
                    </a:lnTo>
                    <a:cubicBezTo>
                      <a:pt x="161551" y="71054"/>
                      <a:pt x="155936" y="76669"/>
                      <a:pt x="149011" y="76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4" name="Freeform 181">
                <a:extLst>
                  <a:ext uri="{FF2B5EF4-FFF2-40B4-BE49-F238E27FC236}">
                    <a16:creationId xmlns:a16="http://schemas.microsoft.com/office/drawing/2014/main" id="{4816188F-44C5-9630-47DF-F2F903898C02}"/>
                  </a:ext>
                </a:extLst>
              </p:cNvPr>
              <p:cNvSpPr/>
              <p:nvPr/>
            </p:nvSpPr>
            <p:spPr>
              <a:xfrm>
                <a:off x="890683" y="2123775"/>
                <a:ext cx="99480" cy="99501"/>
              </a:xfrm>
              <a:custGeom>
                <a:avLst/>
                <a:gdLst>
                  <a:gd name="connsiteX0" fmla="*/ 49740 w 99480"/>
                  <a:gd name="connsiteY0" fmla="*/ 99502 h 99501"/>
                  <a:gd name="connsiteX1" fmla="*/ 40868 w 99480"/>
                  <a:gd name="connsiteY1" fmla="*/ 95834 h 99501"/>
                  <a:gd name="connsiteX2" fmla="*/ 3670 w 99480"/>
                  <a:gd name="connsiteY2" fmla="*/ 58620 h 99501"/>
                  <a:gd name="connsiteX3" fmla="*/ 3670 w 99480"/>
                  <a:gd name="connsiteY3" fmla="*/ 40891 h 99501"/>
                  <a:gd name="connsiteX4" fmla="*/ 40868 w 99480"/>
                  <a:gd name="connsiteY4" fmla="*/ 3678 h 99501"/>
                  <a:gd name="connsiteX5" fmla="*/ 58603 w 99480"/>
                  <a:gd name="connsiteY5" fmla="*/ 3668 h 99501"/>
                  <a:gd name="connsiteX6" fmla="*/ 58613 w 99480"/>
                  <a:gd name="connsiteY6" fmla="*/ 3678 h 99501"/>
                  <a:gd name="connsiteX7" fmla="*/ 95811 w 99480"/>
                  <a:gd name="connsiteY7" fmla="*/ 40891 h 99501"/>
                  <a:gd name="connsiteX8" fmla="*/ 95811 w 99480"/>
                  <a:gd name="connsiteY8" fmla="*/ 58620 h 99501"/>
                  <a:gd name="connsiteX9" fmla="*/ 58613 w 99480"/>
                  <a:gd name="connsiteY9" fmla="*/ 95834 h 99501"/>
                  <a:gd name="connsiteX10" fmla="*/ 49740 w 99480"/>
                  <a:gd name="connsiteY10" fmla="*/ 99502 h 99501"/>
                  <a:gd name="connsiteX11" fmla="*/ 30272 w 99480"/>
                  <a:gd name="connsiteY11" fmla="*/ 49748 h 99501"/>
                  <a:gd name="connsiteX12" fmla="*/ 49740 w 99480"/>
                  <a:gd name="connsiteY12" fmla="*/ 69233 h 99501"/>
                  <a:gd name="connsiteX13" fmla="*/ 69209 w 99480"/>
                  <a:gd name="connsiteY13" fmla="*/ 49748 h 99501"/>
                  <a:gd name="connsiteX14" fmla="*/ 49740 w 99480"/>
                  <a:gd name="connsiteY14" fmla="*/ 30279 h 9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480" h="99501">
                    <a:moveTo>
                      <a:pt x="49740" y="99502"/>
                    </a:moveTo>
                    <a:cubicBezTo>
                      <a:pt x="46414" y="99505"/>
                      <a:pt x="43223" y="98185"/>
                      <a:pt x="40868" y="95834"/>
                    </a:cubicBezTo>
                    <a:lnTo>
                      <a:pt x="3670" y="58620"/>
                    </a:lnTo>
                    <a:cubicBezTo>
                      <a:pt x="-1223" y="53724"/>
                      <a:pt x="-1223" y="45788"/>
                      <a:pt x="3670" y="40891"/>
                    </a:cubicBezTo>
                    <a:lnTo>
                      <a:pt x="40868" y="3678"/>
                    </a:lnTo>
                    <a:cubicBezTo>
                      <a:pt x="45762" y="-1222"/>
                      <a:pt x="53703" y="-1227"/>
                      <a:pt x="58603" y="3668"/>
                    </a:cubicBezTo>
                    <a:cubicBezTo>
                      <a:pt x="58607" y="3671"/>
                      <a:pt x="58610" y="3675"/>
                      <a:pt x="58613" y="3678"/>
                    </a:cubicBezTo>
                    <a:lnTo>
                      <a:pt x="95811" y="40891"/>
                    </a:lnTo>
                    <a:cubicBezTo>
                      <a:pt x="100704" y="45788"/>
                      <a:pt x="100704" y="53724"/>
                      <a:pt x="95811" y="58620"/>
                    </a:cubicBezTo>
                    <a:lnTo>
                      <a:pt x="58613" y="95834"/>
                    </a:lnTo>
                    <a:cubicBezTo>
                      <a:pt x="56258" y="98185"/>
                      <a:pt x="53067" y="99505"/>
                      <a:pt x="49740" y="99502"/>
                    </a:cubicBezTo>
                    <a:close/>
                    <a:moveTo>
                      <a:pt x="30272" y="49748"/>
                    </a:moveTo>
                    <a:lnTo>
                      <a:pt x="49740" y="69233"/>
                    </a:lnTo>
                    <a:lnTo>
                      <a:pt x="69209" y="49748"/>
                    </a:lnTo>
                    <a:lnTo>
                      <a:pt x="49740" y="30279"/>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5" name="Freeform 182">
                <a:extLst>
                  <a:ext uri="{FF2B5EF4-FFF2-40B4-BE49-F238E27FC236}">
                    <a16:creationId xmlns:a16="http://schemas.microsoft.com/office/drawing/2014/main" id="{EC962095-2E80-48E7-9082-6202B343B8A7}"/>
                  </a:ext>
                </a:extLst>
              </p:cNvPr>
              <p:cNvSpPr/>
              <p:nvPr/>
            </p:nvSpPr>
            <p:spPr>
              <a:xfrm>
                <a:off x="786397" y="2040956"/>
                <a:ext cx="158321" cy="66181"/>
              </a:xfrm>
              <a:custGeom>
                <a:avLst/>
                <a:gdLst>
                  <a:gd name="connsiteX0" fmla="*/ 145781 w 158321"/>
                  <a:gd name="connsiteY0" fmla="*/ 66182 h 66181"/>
                  <a:gd name="connsiteX1" fmla="*/ 12540 w 158321"/>
                  <a:gd name="connsiteY1" fmla="*/ 66182 h 66181"/>
                  <a:gd name="connsiteX2" fmla="*/ 0 w 158321"/>
                  <a:gd name="connsiteY2" fmla="*/ 53641 h 66181"/>
                  <a:gd name="connsiteX3" fmla="*/ 0 w 158321"/>
                  <a:gd name="connsiteY3" fmla="*/ 12540 h 66181"/>
                  <a:gd name="connsiteX4" fmla="*/ 12540 w 158321"/>
                  <a:gd name="connsiteY4" fmla="*/ 0 h 66181"/>
                  <a:gd name="connsiteX5" fmla="*/ 145781 w 158321"/>
                  <a:gd name="connsiteY5" fmla="*/ 0 h 66181"/>
                  <a:gd name="connsiteX6" fmla="*/ 158322 w 158321"/>
                  <a:gd name="connsiteY6" fmla="*/ 12540 h 66181"/>
                  <a:gd name="connsiteX7" fmla="*/ 158322 w 158321"/>
                  <a:gd name="connsiteY7" fmla="*/ 53641 h 66181"/>
                  <a:gd name="connsiteX8" fmla="*/ 145781 w 158321"/>
                  <a:gd name="connsiteY8" fmla="*/ 66182 h 66181"/>
                  <a:gd name="connsiteX9" fmla="*/ 25081 w 158321"/>
                  <a:gd name="connsiteY9" fmla="*/ 41101 h 66181"/>
                  <a:gd name="connsiteX10" fmla="*/ 133241 w 158321"/>
                  <a:gd name="connsiteY10" fmla="*/ 41101 h 66181"/>
                  <a:gd name="connsiteX11" fmla="*/ 133241 w 158321"/>
                  <a:gd name="connsiteY11" fmla="*/ 25081 h 66181"/>
                  <a:gd name="connsiteX12" fmla="*/ 25081 w 158321"/>
                  <a:gd name="connsiteY12" fmla="*/ 25081 h 6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321" h="66181">
                    <a:moveTo>
                      <a:pt x="145781" y="66182"/>
                    </a:moveTo>
                    <a:lnTo>
                      <a:pt x="12540" y="66182"/>
                    </a:lnTo>
                    <a:cubicBezTo>
                      <a:pt x="5614" y="66182"/>
                      <a:pt x="0" y="60567"/>
                      <a:pt x="0" y="53641"/>
                    </a:cubicBezTo>
                    <a:lnTo>
                      <a:pt x="0" y="12540"/>
                    </a:lnTo>
                    <a:cubicBezTo>
                      <a:pt x="0" y="5614"/>
                      <a:pt x="5614" y="0"/>
                      <a:pt x="12540" y="0"/>
                    </a:cubicBezTo>
                    <a:lnTo>
                      <a:pt x="145781" y="0"/>
                    </a:lnTo>
                    <a:cubicBezTo>
                      <a:pt x="152707" y="0"/>
                      <a:pt x="158322" y="5614"/>
                      <a:pt x="158322" y="12540"/>
                    </a:cubicBezTo>
                    <a:lnTo>
                      <a:pt x="158322" y="53641"/>
                    </a:lnTo>
                    <a:cubicBezTo>
                      <a:pt x="158322" y="60567"/>
                      <a:pt x="152707" y="66182"/>
                      <a:pt x="145781" y="66182"/>
                    </a:cubicBezTo>
                    <a:close/>
                    <a:moveTo>
                      <a:pt x="25081" y="41101"/>
                    </a:moveTo>
                    <a:lnTo>
                      <a:pt x="133241" y="41101"/>
                    </a:lnTo>
                    <a:lnTo>
                      <a:pt x="133241" y="25081"/>
                    </a:lnTo>
                    <a:lnTo>
                      <a:pt x="25081" y="25081"/>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41" name="Group 40">
            <a:extLst>
              <a:ext uri="{FF2B5EF4-FFF2-40B4-BE49-F238E27FC236}">
                <a16:creationId xmlns:a16="http://schemas.microsoft.com/office/drawing/2014/main" id="{9037213D-0618-ED21-A2DA-414151CAD33C}"/>
              </a:ext>
            </a:extLst>
          </p:cNvPr>
          <p:cNvGrpSpPr/>
          <p:nvPr/>
        </p:nvGrpSpPr>
        <p:grpSpPr>
          <a:xfrm>
            <a:off x="10667997" y="-3"/>
            <a:ext cx="1143475" cy="828677"/>
            <a:chOff x="10667997" y="-3"/>
            <a:chExt cx="1143475" cy="828677"/>
          </a:xfrm>
        </p:grpSpPr>
        <p:sp>
          <p:nvSpPr>
            <p:cNvPr id="448" name="Round Same-side Corner of Rectangle 3">
              <a:extLst>
                <a:ext uri="{FF2B5EF4-FFF2-40B4-BE49-F238E27FC236}">
                  <a16:creationId xmlns:a16="http://schemas.microsoft.com/office/drawing/2014/main" id="{E0C1734F-F00B-EBB3-22B2-C828C58125D4}"/>
                </a:ext>
              </a:extLst>
            </p:cNvPr>
            <p:cNvSpPr/>
            <p:nvPr/>
          </p:nvSpPr>
          <p:spPr>
            <a:xfrm rot="10800000">
              <a:off x="10667997" y="-3"/>
              <a:ext cx="1143475" cy="828677"/>
            </a:xfrm>
            <a:prstGeom prst="round2SameRect">
              <a:avLst/>
            </a:prstGeom>
            <a:solidFill>
              <a:schemeClr val="bg1"/>
            </a:solidFill>
            <a:ln>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449" name="Picture 448">
              <a:extLst>
                <a:ext uri="{FF2B5EF4-FFF2-40B4-BE49-F238E27FC236}">
                  <a16:creationId xmlns:a16="http://schemas.microsoft.com/office/drawing/2014/main" id="{FC61D2AB-DE69-C347-3E51-FCD2691D63EE}"/>
                </a:ext>
              </a:extLst>
            </p:cNvPr>
            <p:cNvPicPr>
              <a:picLocks noChangeAspect="1"/>
            </p:cNvPicPr>
            <p:nvPr/>
          </p:nvPicPr>
          <p:blipFill>
            <a:blip r:embed="rId5" cstate="email">
              <a:extLst>
                <a:ext uri="{28A0092B-C50C-407E-A947-70E740481C1C}">
                  <a14:useLocalDpi xmlns:a14="http://schemas.microsoft.com/office/drawing/2010/main"/>
                </a:ext>
              </a:extLst>
            </a:blip>
            <a:srcRect/>
            <a:stretch/>
          </p:blipFill>
          <p:spPr>
            <a:xfrm>
              <a:off x="10957794" y="135851"/>
              <a:ext cx="563880" cy="563880"/>
            </a:xfrm>
            <a:prstGeom prst="rect">
              <a:avLst/>
            </a:prstGeom>
          </p:spPr>
        </p:pic>
      </p:grpSp>
      <p:sp>
        <p:nvSpPr>
          <p:cNvPr id="450" name="Rectangle: Rounded Corners 449">
            <a:extLst>
              <a:ext uri="{FF2B5EF4-FFF2-40B4-BE49-F238E27FC236}">
                <a16:creationId xmlns:a16="http://schemas.microsoft.com/office/drawing/2014/main" id="{8AA5CE90-028D-889F-FB66-0118C1F32488}"/>
              </a:ext>
            </a:extLst>
          </p:cNvPr>
          <p:cNvSpPr/>
          <p:nvPr/>
        </p:nvSpPr>
        <p:spPr>
          <a:xfrm rot="5400000">
            <a:off x="9671694" y="4520463"/>
            <a:ext cx="220778" cy="2483261"/>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Transition to support organization</a:t>
            </a:r>
          </a:p>
        </p:txBody>
      </p:sp>
      <p:pic>
        <p:nvPicPr>
          <p:cNvPr id="3" name="Picture 2">
            <a:extLst>
              <a:ext uri="{FF2B5EF4-FFF2-40B4-BE49-F238E27FC236}">
                <a16:creationId xmlns:a16="http://schemas.microsoft.com/office/drawing/2014/main" id="{E9CE8AA7-F561-CA62-FF3B-2EE342765283}"/>
              </a:ext>
            </a:extLst>
          </p:cNvPr>
          <p:cNvPicPr>
            <a:picLocks noChangeAspect="1"/>
          </p:cNvPicPr>
          <p:nvPr/>
        </p:nvPicPr>
        <p:blipFill rotWithShape="1">
          <a:blip r:embed="rId6">
            <a:duotone>
              <a:schemeClr val="accent6">
                <a:shade val="45000"/>
                <a:satMod val="135000"/>
              </a:schemeClr>
              <a:prstClr val="white"/>
            </a:duotone>
          </a:blip>
          <a:srcRect l="14992" r="-1493"/>
          <a:stretch/>
        </p:blipFill>
        <p:spPr>
          <a:xfrm>
            <a:off x="4936738" y="4402428"/>
            <a:ext cx="2204820" cy="386989"/>
          </a:xfrm>
          <a:prstGeom prst="rect">
            <a:avLst/>
          </a:prstGeom>
          <a:solidFill>
            <a:schemeClr val="bg1">
              <a:lumMod val="85000"/>
            </a:schemeClr>
          </a:solidFill>
        </p:spPr>
      </p:pic>
      <p:sp>
        <p:nvSpPr>
          <p:cNvPr id="4" name="5-Point Star 266">
            <a:extLst>
              <a:ext uri="{FF2B5EF4-FFF2-40B4-BE49-F238E27FC236}">
                <a16:creationId xmlns:a16="http://schemas.microsoft.com/office/drawing/2014/main" id="{A939257A-35B7-B499-2D29-7EC877078076}"/>
              </a:ext>
            </a:extLst>
          </p:cNvPr>
          <p:cNvSpPr>
            <a:spLocks noChangeAspect="1"/>
          </p:cNvSpPr>
          <p:nvPr/>
        </p:nvSpPr>
        <p:spPr>
          <a:xfrm>
            <a:off x="9968472" y="4343251"/>
            <a:ext cx="274694" cy="274320"/>
          </a:xfrm>
          <a:prstGeom prst="star5">
            <a:avLst/>
          </a:prstGeom>
          <a:solidFill>
            <a:schemeClr val="bg1">
              <a:lumMod val="85000"/>
            </a:schemeClr>
          </a:solidFill>
          <a:ln>
            <a:solidFill>
              <a:schemeClr val="bg1"/>
            </a:solidFill>
          </a:ln>
          <a:effectLst>
            <a:outerShdw blurRad="63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grpSp>
        <p:nvGrpSpPr>
          <p:cNvPr id="5" name="Group 4">
            <a:extLst>
              <a:ext uri="{FF2B5EF4-FFF2-40B4-BE49-F238E27FC236}">
                <a16:creationId xmlns:a16="http://schemas.microsoft.com/office/drawing/2014/main" id="{4A55F396-A07B-8216-06BD-0217E0342025}"/>
              </a:ext>
            </a:extLst>
          </p:cNvPr>
          <p:cNvGrpSpPr/>
          <p:nvPr/>
        </p:nvGrpSpPr>
        <p:grpSpPr>
          <a:xfrm>
            <a:off x="2381250" y="986748"/>
            <a:ext cx="9691302" cy="361520"/>
            <a:chOff x="1752680" y="1406433"/>
            <a:chExt cx="10319872" cy="361520"/>
          </a:xfrm>
        </p:grpSpPr>
        <p:cxnSp>
          <p:nvCxnSpPr>
            <p:cNvPr id="27" name="Straight Arrow Connector 26">
              <a:extLst>
                <a:ext uri="{FF2B5EF4-FFF2-40B4-BE49-F238E27FC236}">
                  <a16:creationId xmlns:a16="http://schemas.microsoft.com/office/drawing/2014/main" id="{AFB32D82-121E-6E93-B22A-681DAC9B3555}"/>
                </a:ext>
              </a:extLst>
            </p:cNvPr>
            <p:cNvCxnSpPr>
              <a:cxnSpLocks/>
            </p:cNvCxnSpPr>
            <p:nvPr/>
          </p:nvCxnSpPr>
          <p:spPr>
            <a:xfrm>
              <a:off x="1752680" y="1602550"/>
              <a:ext cx="10319872" cy="0"/>
            </a:xfrm>
            <a:prstGeom prst="straightConnector1">
              <a:avLst/>
            </a:prstGeom>
            <a:ln w="19050">
              <a:solidFill>
                <a:schemeClr val="bg1">
                  <a:lumMod val="75000"/>
                </a:schemeClr>
              </a:solidFill>
              <a:headEnd type="diamond" w="lg" len="lg"/>
              <a:tailEnd type="triangle" w="lg" len="lg"/>
            </a:ln>
          </p:spPr>
          <p:style>
            <a:lnRef idx="1">
              <a:schemeClr val="accent1"/>
            </a:lnRef>
            <a:fillRef idx="0">
              <a:schemeClr val="accent1"/>
            </a:fillRef>
            <a:effectRef idx="0">
              <a:schemeClr val="accent1"/>
            </a:effectRef>
            <a:fontRef idx="minor">
              <a:schemeClr val="tx1"/>
            </a:fontRef>
          </p:style>
        </p:cxnSp>
        <p:sp>
          <p:nvSpPr>
            <p:cNvPr id="451" name="Arrow: Pentagon 115">
              <a:extLst>
                <a:ext uri="{FF2B5EF4-FFF2-40B4-BE49-F238E27FC236}">
                  <a16:creationId xmlns:a16="http://schemas.microsoft.com/office/drawing/2014/main" id="{79DE8AC5-DE14-F04F-80EA-0A5BACBAB7A4}"/>
                </a:ext>
              </a:extLst>
            </p:cNvPr>
            <p:cNvSpPr/>
            <p:nvPr/>
          </p:nvSpPr>
          <p:spPr>
            <a:xfrm>
              <a:off x="6050080" y="1406433"/>
              <a:ext cx="1725072" cy="361520"/>
            </a:xfrm>
            <a:prstGeom prst="homePlate">
              <a:avLst>
                <a:gd name="adj" fmla="val 0"/>
              </a:avLst>
            </a:prstGeom>
            <a:solidFill>
              <a:schemeClr val="bg1">
                <a:lumMod val="95000"/>
              </a:schemeClr>
            </a:solidFill>
            <a:ln w="19050">
              <a:no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Monitor and Control</a:t>
              </a:r>
            </a:p>
          </p:txBody>
        </p:sp>
      </p:grpSp>
    </p:spTree>
    <p:extLst>
      <p:ext uri="{BB962C8B-B14F-4D97-AF65-F5344CB8AC3E}">
        <p14:creationId xmlns:p14="http://schemas.microsoft.com/office/powerpoint/2010/main" val="1455350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053B1BA-116C-5E99-98A3-8B2926362B7E}"/>
            </a:ext>
          </a:extLst>
        </p:cNvPr>
        <p:cNvGrpSpPr/>
        <p:nvPr/>
      </p:nvGrpSpPr>
      <p:grpSpPr>
        <a:xfrm>
          <a:off x="0" y="0"/>
          <a:ext cx="0" cy="0"/>
          <a:chOff x="0" y="0"/>
          <a:chExt cx="0" cy="0"/>
        </a:xfrm>
      </p:grpSpPr>
      <p:cxnSp>
        <p:nvCxnSpPr>
          <p:cNvPr id="280" name="Straight Connector 279">
            <a:extLst>
              <a:ext uri="{FF2B5EF4-FFF2-40B4-BE49-F238E27FC236}">
                <a16:creationId xmlns:a16="http://schemas.microsoft.com/office/drawing/2014/main" id="{98B105AC-E15B-678C-9B51-AA93DAE04818}"/>
              </a:ext>
            </a:extLst>
          </p:cNvPr>
          <p:cNvCxnSpPr>
            <a:cxnSpLocks/>
          </p:cNvCxnSpPr>
          <p:nvPr/>
        </p:nvCxnSpPr>
        <p:spPr>
          <a:xfrm flipH="1">
            <a:off x="7238911" y="2708268"/>
            <a:ext cx="8382"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71" name="TextBox 270">
            <a:extLst>
              <a:ext uri="{FF2B5EF4-FFF2-40B4-BE49-F238E27FC236}">
                <a16:creationId xmlns:a16="http://schemas.microsoft.com/office/drawing/2014/main" id="{6FA48D8A-DC1B-FA8C-59BD-71AE7502A2E7}"/>
              </a:ext>
            </a:extLst>
          </p:cNvPr>
          <p:cNvSpPr txBox="1"/>
          <p:nvPr/>
        </p:nvSpPr>
        <p:spPr>
          <a:xfrm>
            <a:off x="5942500" y="6031697"/>
            <a:ext cx="1294487"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Solution (technically) built</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Ready for integration testing</a:t>
            </a:r>
          </a:p>
        </p:txBody>
      </p:sp>
      <p:sp>
        <p:nvSpPr>
          <p:cNvPr id="328" name="TextBox 327">
            <a:extLst>
              <a:ext uri="{FF2B5EF4-FFF2-40B4-BE49-F238E27FC236}">
                <a16:creationId xmlns:a16="http://schemas.microsoft.com/office/drawing/2014/main" id="{0A2B03DF-5E65-9C1D-74B9-9DAC51020DF1}"/>
              </a:ext>
            </a:extLst>
          </p:cNvPr>
          <p:cNvSpPr txBox="1"/>
          <p:nvPr/>
        </p:nvSpPr>
        <p:spPr>
          <a:xfrm>
            <a:off x="4925519" y="4726780"/>
            <a:ext cx="2199456" cy="461665"/>
          </a:xfrm>
          <a:prstGeom prst="rect">
            <a:avLst/>
          </a:prstGeom>
          <a:noFill/>
        </p:spPr>
        <p:txBody>
          <a:bodyPr wrap="square" rIns="36000" rtlCol="0" anchor="b">
            <a:spAutoFit/>
          </a:bodyPr>
          <a:lstStyle/>
          <a:p>
            <a:pPr algn="ctr"/>
            <a:r>
              <a:rPr lang="en-US" sz="800" i="1"/>
              <a:t>Iterative and incremental build</a:t>
            </a:r>
          </a:p>
          <a:p>
            <a:pPr algn="ctr"/>
            <a:r>
              <a:rPr lang="en-US" sz="800" i="1"/>
              <a:t>in sprints of 3 to 6 weeks </a:t>
            </a:r>
            <a:br>
              <a:rPr lang="en-US" sz="800" i="1"/>
            </a:br>
            <a:r>
              <a:rPr lang="en-US" sz="800" i="1"/>
              <a:t>(all sprints of same length)</a:t>
            </a:r>
          </a:p>
        </p:txBody>
      </p:sp>
      <p:sp>
        <p:nvSpPr>
          <p:cNvPr id="9" name="Rectangle: Rounded Corners 8">
            <a:extLst>
              <a:ext uri="{FF2B5EF4-FFF2-40B4-BE49-F238E27FC236}">
                <a16:creationId xmlns:a16="http://schemas.microsoft.com/office/drawing/2014/main" id="{BDDA4E6D-E081-5441-8C62-05566EB5CDC6}"/>
              </a:ext>
            </a:extLst>
          </p:cNvPr>
          <p:cNvSpPr/>
          <p:nvPr/>
        </p:nvSpPr>
        <p:spPr>
          <a:xfrm>
            <a:off x="4729821" y="2860709"/>
            <a:ext cx="2507610" cy="582211"/>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0" tIns="0" rIns="0" bIns="0" rtlCol="0" anchor="t">
            <a:spAutoFit/>
          </a:bodyPr>
          <a:lstStyle/>
          <a:p>
            <a:pPr algn="ctr">
              <a:spcAft>
                <a:spcPts val="400"/>
              </a:spcAft>
            </a:pPr>
            <a:r>
              <a:rPr lang="en-GB" sz="1050" b="1">
                <a:solidFill>
                  <a:schemeClr val="tx2"/>
                </a:solidFill>
              </a:rPr>
              <a:t>REA</a:t>
            </a:r>
            <a:endParaRPr lang="en-GB" sz="900">
              <a:solidFill>
                <a:schemeClr val="tx1">
                  <a:lumMod val="75000"/>
                </a:schemeClr>
              </a:solidFill>
            </a:endParaRPr>
          </a:p>
          <a:p>
            <a:pPr algn="ctr"/>
            <a:r>
              <a:rPr lang="en-GB" sz="800">
                <a:solidFill>
                  <a:schemeClr val="tx1">
                    <a:lumMod val="75000"/>
                  </a:schemeClr>
                </a:solidFill>
              </a:rPr>
              <a:t>Build of the solution in sprints </a:t>
            </a:r>
            <a:br>
              <a:rPr lang="en-GB" sz="800">
                <a:solidFill>
                  <a:schemeClr val="tx1">
                    <a:lumMod val="75000"/>
                  </a:schemeClr>
                </a:solidFill>
              </a:rPr>
            </a:br>
            <a:r>
              <a:rPr lang="en-GB" sz="800">
                <a:solidFill>
                  <a:schemeClr val="tx1">
                    <a:lumMod val="75000"/>
                  </a:schemeClr>
                </a:solidFill>
              </a:rPr>
              <a:t>(detailed design, build, test, </a:t>
            </a:r>
            <a:br>
              <a:rPr lang="en-GB" sz="800">
                <a:solidFill>
                  <a:schemeClr val="tx1">
                    <a:lumMod val="75000"/>
                  </a:schemeClr>
                </a:solidFill>
              </a:rPr>
            </a:br>
            <a:r>
              <a:rPr lang="en-GB" sz="800">
                <a:solidFill>
                  <a:schemeClr val="tx1">
                    <a:lumMod val="75000"/>
                  </a:schemeClr>
                </a:solidFill>
              </a:rPr>
              <a:t>show &amp; tell and release)</a:t>
            </a:r>
          </a:p>
        </p:txBody>
      </p:sp>
      <p:pic>
        <p:nvPicPr>
          <p:cNvPr id="461" name="Picture 460">
            <a:extLst>
              <a:ext uri="{FF2B5EF4-FFF2-40B4-BE49-F238E27FC236}">
                <a16:creationId xmlns:a16="http://schemas.microsoft.com/office/drawing/2014/main" id="{ED8161C8-F249-3BF1-06B2-8F943D8A1E04}"/>
              </a:ext>
            </a:extLst>
          </p:cNvPr>
          <p:cNvPicPr>
            <a:picLocks noChangeAspect="1"/>
          </p:cNvPicPr>
          <p:nvPr/>
        </p:nvPicPr>
        <p:blipFill rotWithShape="1">
          <a:blip r:embed="rId3"/>
          <a:srcRect l="14992" r="-1493"/>
          <a:stretch/>
        </p:blipFill>
        <p:spPr>
          <a:xfrm>
            <a:off x="4936738" y="4402428"/>
            <a:ext cx="2204820" cy="386989"/>
          </a:xfrm>
          <a:prstGeom prst="rect">
            <a:avLst/>
          </a:prstGeom>
        </p:spPr>
      </p:pic>
      <p:sp>
        <p:nvSpPr>
          <p:cNvPr id="117" name="Rectangle 116">
            <a:extLst>
              <a:ext uri="{FF2B5EF4-FFF2-40B4-BE49-F238E27FC236}">
                <a16:creationId xmlns:a16="http://schemas.microsoft.com/office/drawing/2014/main" id="{E7DEBC5A-CF57-4FA9-1192-26EDB95099EF}"/>
              </a:ext>
            </a:extLst>
          </p:cNvPr>
          <p:cNvSpPr/>
          <p:nvPr/>
        </p:nvSpPr>
        <p:spPr>
          <a:xfrm>
            <a:off x="1364" y="535696"/>
            <a:ext cx="12190635" cy="914400"/>
          </a:xfrm>
          <a:prstGeom prst="rect">
            <a:avLst/>
          </a:prstGeom>
          <a:gradFill>
            <a:gsLst>
              <a:gs pos="63000">
                <a:schemeClr val="bg1">
                  <a:lumMod val="95000"/>
                </a:schemeClr>
              </a:gs>
              <a:gs pos="13000">
                <a:schemeClr val="bg1">
                  <a:lumMod val="95000"/>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100" name="Rectangle 99">
            <a:extLst>
              <a:ext uri="{FF2B5EF4-FFF2-40B4-BE49-F238E27FC236}">
                <a16:creationId xmlns:a16="http://schemas.microsoft.com/office/drawing/2014/main" id="{9FD0F7D1-7CA0-7FA1-F809-1B0BC128D761}"/>
              </a:ext>
            </a:extLst>
          </p:cNvPr>
          <p:cNvSpPr/>
          <p:nvPr/>
        </p:nvSpPr>
        <p:spPr>
          <a:xfrm>
            <a:off x="147484" y="6179574"/>
            <a:ext cx="2492477"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317" name="Title 316">
            <a:extLst>
              <a:ext uri="{FF2B5EF4-FFF2-40B4-BE49-F238E27FC236}">
                <a16:creationId xmlns:a16="http://schemas.microsoft.com/office/drawing/2014/main" id="{22AEE84A-D194-EA3A-0B3B-E640BE72990D}"/>
              </a:ext>
            </a:extLst>
          </p:cNvPr>
          <p:cNvSpPr>
            <a:spLocks noGrp="1"/>
          </p:cNvSpPr>
          <p:nvPr>
            <p:ph type="ctrTitle"/>
          </p:nvPr>
        </p:nvSpPr>
        <p:spPr/>
        <p:txBody>
          <a:bodyPr/>
          <a:lstStyle/>
          <a:p>
            <a:r>
              <a:rPr lang="nl-BE"/>
              <a:t>project life </a:t>
            </a:r>
            <a:r>
              <a:rPr lang="nl-BE" err="1"/>
              <a:t>cycle</a:t>
            </a:r>
            <a:endParaRPr lang="en-US"/>
          </a:p>
        </p:txBody>
      </p:sp>
      <p:cxnSp>
        <p:nvCxnSpPr>
          <p:cNvPr id="281" name="Straight Connector 280">
            <a:extLst>
              <a:ext uri="{FF2B5EF4-FFF2-40B4-BE49-F238E27FC236}">
                <a16:creationId xmlns:a16="http://schemas.microsoft.com/office/drawing/2014/main" id="{5939A1D3-FC64-C17D-BE37-E142A7FAAB02}"/>
              </a:ext>
            </a:extLst>
          </p:cNvPr>
          <p:cNvCxnSpPr>
            <a:cxnSpLocks/>
          </p:cNvCxnSpPr>
          <p:nvPr/>
        </p:nvCxnSpPr>
        <p:spPr>
          <a:xfrm>
            <a:off x="2428620"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69" name="TextBox 268">
            <a:extLst>
              <a:ext uri="{FF2B5EF4-FFF2-40B4-BE49-F238E27FC236}">
                <a16:creationId xmlns:a16="http://schemas.microsoft.com/office/drawing/2014/main" id="{9B8F3118-F217-6ABC-A3A1-B6CA1077FFE5}"/>
              </a:ext>
            </a:extLst>
          </p:cNvPr>
          <p:cNvSpPr txBox="1"/>
          <p:nvPr/>
        </p:nvSpPr>
        <p:spPr>
          <a:xfrm>
            <a:off x="1529334" y="6031697"/>
            <a:ext cx="897363"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Project approach</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Project plan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Kick-off meeting</a:t>
            </a:r>
          </a:p>
        </p:txBody>
      </p:sp>
      <p:sp>
        <p:nvSpPr>
          <p:cNvPr id="14" name="Rectangle: Rounded Corners 13">
            <a:extLst>
              <a:ext uri="{FF2B5EF4-FFF2-40B4-BE49-F238E27FC236}">
                <a16:creationId xmlns:a16="http://schemas.microsoft.com/office/drawing/2014/main" id="{5F68D21D-EFA0-C9C4-A0AD-1C0015AA02DE}"/>
              </a:ext>
            </a:extLst>
          </p:cNvPr>
          <p:cNvSpPr/>
          <p:nvPr/>
        </p:nvSpPr>
        <p:spPr>
          <a:xfrm>
            <a:off x="1110734" y="2860709"/>
            <a:ext cx="1316405" cy="697627"/>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GB" sz="1000" b="1">
                <a:solidFill>
                  <a:schemeClr val="bg1">
                    <a:lumMod val="75000"/>
                  </a:schemeClr>
                </a:solidFill>
              </a:rPr>
              <a:t>PLAN</a:t>
            </a:r>
            <a:endParaRPr lang="en-GB" sz="1000">
              <a:solidFill>
                <a:schemeClr val="bg1">
                  <a:lumMod val="75000"/>
                </a:schemeClr>
              </a:solidFill>
            </a:endParaRPr>
          </a:p>
          <a:p>
            <a:pPr algn="ctr"/>
            <a:r>
              <a:rPr lang="en-GB" sz="800">
                <a:solidFill>
                  <a:schemeClr val="bg1">
                    <a:lumMod val="75000"/>
                  </a:schemeClr>
                </a:solidFill>
              </a:rPr>
              <a:t>Establish program </a:t>
            </a:r>
            <a:br>
              <a:rPr lang="en-GB" sz="800">
                <a:solidFill>
                  <a:schemeClr val="bg1">
                    <a:lumMod val="75000"/>
                  </a:schemeClr>
                </a:solidFill>
              </a:rPr>
            </a:br>
            <a:r>
              <a:rPr lang="en-GB" sz="800">
                <a:solidFill>
                  <a:schemeClr val="bg1">
                    <a:lumMod val="75000"/>
                  </a:schemeClr>
                </a:solidFill>
              </a:rPr>
              <a:t>or project governance and draw up initial plans​</a:t>
            </a:r>
            <a:endParaRPr lang="en-US" sz="800">
              <a:solidFill>
                <a:schemeClr val="bg1">
                  <a:lumMod val="75000"/>
                </a:schemeClr>
              </a:solidFill>
            </a:endParaRPr>
          </a:p>
        </p:txBody>
      </p:sp>
      <p:cxnSp>
        <p:nvCxnSpPr>
          <p:cNvPr id="287" name="Straight Connector 286">
            <a:extLst>
              <a:ext uri="{FF2B5EF4-FFF2-40B4-BE49-F238E27FC236}">
                <a16:creationId xmlns:a16="http://schemas.microsoft.com/office/drawing/2014/main" id="{C8D901E2-74E9-711C-3B9B-26AF917D27C3}"/>
              </a:ext>
            </a:extLst>
          </p:cNvPr>
          <p:cNvCxnSpPr>
            <a:cxnSpLocks/>
          </p:cNvCxnSpPr>
          <p:nvPr/>
        </p:nvCxnSpPr>
        <p:spPr>
          <a:xfrm flipH="1">
            <a:off x="1097233" y="2720379"/>
            <a:ext cx="5931"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75" name="TextBox 274">
            <a:extLst>
              <a:ext uri="{FF2B5EF4-FFF2-40B4-BE49-F238E27FC236}">
                <a16:creationId xmlns:a16="http://schemas.microsoft.com/office/drawing/2014/main" id="{CDB7B5D2-0D46-CEB0-05B5-7C07ED7F5382}"/>
              </a:ext>
            </a:extLst>
          </p:cNvPr>
          <p:cNvSpPr txBox="1"/>
          <p:nvPr/>
        </p:nvSpPr>
        <p:spPr>
          <a:xfrm>
            <a:off x="344956" y="6031697"/>
            <a:ext cx="752277"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Contract</a:t>
            </a:r>
          </a:p>
        </p:txBody>
      </p:sp>
      <p:sp>
        <p:nvSpPr>
          <p:cNvPr id="15" name="Rectangle: Rounded Corners 14">
            <a:extLst>
              <a:ext uri="{FF2B5EF4-FFF2-40B4-BE49-F238E27FC236}">
                <a16:creationId xmlns:a16="http://schemas.microsoft.com/office/drawing/2014/main" id="{0AA10DFB-813A-A8EB-4271-7134709ECEC9}"/>
              </a:ext>
            </a:extLst>
          </p:cNvPr>
          <p:cNvSpPr/>
          <p:nvPr/>
        </p:nvSpPr>
        <p:spPr>
          <a:xfrm>
            <a:off x="39890" y="2860709"/>
            <a:ext cx="1049771" cy="1074653"/>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US" sz="1000" b="1">
                <a:solidFill>
                  <a:schemeClr val="bg1">
                    <a:lumMod val="75000"/>
                  </a:schemeClr>
                </a:solidFill>
              </a:rPr>
              <a:t>PRE-SALES</a:t>
            </a:r>
            <a:endParaRPr lang="en-US" sz="1000">
              <a:solidFill>
                <a:schemeClr val="bg1">
                  <a:lumMod val="75000"/>
                </a:schemeClr>
              </a:solidFill>
            </a:endParaRPr>
          </a:p>
          <a:p>
            <a:pPr algn="ctr"/>
            <a:r>
              <a:rPr lang="en-US" sz="800">
                <a:solidFill>
                  <a:schemeClr val="bg1">
                    <a:lumMod val="75000"/>
                  </a:schemeClr>
                </a:solidFill>
              </a:rPr>
              <a:t>Phase to understand project or program objectives, solution roadmap and high- level requirements</a:t>
            </a:r>
            <a:r>
              <a:rPr lang="en-US" sz="850">
                <a:solidFill>
                  <a:schemeClr val="bg1">
                    <a:lumMod val="75000"/>
                  </a:schemeClr>
                </a:solidFill>
              </a:rPr>
              <a:t>​</a:t>
            </a:r>
          </a:p>
        </p:txBody>
      </p:sp>
      <p:cxnSp>
        <p:nvCxnSpPr>
          <p:cNvPr id="282" name="Straight Connector 281">
            <a:extLst>
              <a:ext uri="{FF2B5EF4-FFF2-40B4-BE49-F238E27FC236}">
                <a16:creationId xmlns:a16="http://schemas.microsoft.com/office/drawing/2014/main" id="{8ABF6AE9-AAA6-4F4C-CAB1-3507389DF9C7}"/>
              </a:ext>
            </a:extLst>
          </p:cNvPr>
          <p:cNvCxnSpPr>
            <a:cxnSpLocks/>
          </p:cNvCxnSpPr>
          <p:nvPr/>
        </p:nvCxnSpPr>
        <p:spPr>
          <a:xfrm>
            <a:off x="4737391"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D6BE1ED1-B49E-5DA1-58F4-2C5955E1C837}"/>
              </a:ext>
            </a:extLst>
          </p:cNvPr>
          <p:cNvCxnSpPr>
            <a:cxnSpLocks/>
          </p:cNvCxnSpPr>
          <p:nvPr/>
        </p:nvCxnSpPr>
        <p:spPr>
          <a:xfrm>
            <a:off x="3561834" y="2708269"/>
            <a:ext cx="4347"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68" name="TextBox 267">
            <a:extLst>
              <a:ext uri="{FF2B5EF4-FFF2-40B4-BE49-F238E27FC236}">
                <a16:creationId xmlns:a16="http://schemas.microsoft.com/office/drawing/2014/main" id="{E78D57D5-26E0-BADA-C531-8CF2DD688936}"/>
              </a:ext>
            </a:extLst>
          </p:cNvPr>
          <p:cNvSpPr txBox="1"/>
          <p:nvPr/>
        </p:nvSpPr>
        <p:spPr>
          <a:xfrm>
            <a:off x="3660378" y="6031697"/>
            <a:ext cx="1076376"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Blueprint document</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700" i="1">
                <a:solidFill>
                  <a:schemeClr val="bg1">
                    <a:lumMod val="75000"/>
                  </a:schemeClr>
                </a:solidFill>
                <a:latin typeface="Century Gothic" panose="020F0302020204030204"/>
              </a:rPr>
              <a:t>Fit-gap list</a:t>
            </a:r>
            <a:endPar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BPML and backlog for realization</a:t>
            </a:r>
          </a:p>
        </p:txBody>
      </p:sp>
      <p:sp>
        <p:nvSpPr>
          <p:cNvPr id="270" name="TextBox 269">
            <a:extLst>
              <a:ext uri="{FF2B5EF4-FFF2-40B4-BE49-F238E27FC236}">
                <a16:creationId xmlns:a16="http://schemas.microsoft.com/office/drawing/2014/main" id="{484370A8-47C2-22C8-1994-6D55239F6A7B}"/>
              </a:ext>
            </a:extLst>
          </p:cNvPr>
          <p:cNvSpPr txBox="1"/>
          <p:nvPr/>
        </p:nvSpPr>
        <p:spPr>
          <a:xfrm>
            <a:off x="2534033" y="6031697"/>
            <a:ext cx="1032148"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Scope baseline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Conceptual design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BPML and backlog for blueprint</a:t>
            </a:r>
          </a:p>
        </p:txBody>
      </p:sp>
      <p:sp>
        <p:nvSpPr>
          <p:cNvPr id="12" name="Rectangle: Rounded Corners 11">
            <a:extLst>
              <a:ext uri="{FF2B5EF4-FFF2-40B4-BE49-F238E27FC236}">
                <a16:creationId xmlns:a16="http://schemas.microsoft.com/office/drawing/2014/main" id="{F4DA1ECC-12F9-4943-AEDF-A4E1B4CC00A7}"/>
              </a:ext>
            </a:extLst>
          </p:cNvPr>
          <p:cNvSpPr/>
          <p:nvPr/>
        </p:nvSpPr>
        <p:spPr>
          <a:xfrm>
            <a:off x="2428619" y="2860709"/>
            <a:ext cx="1138199" cy="1518364"/>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GB" sz="1000" b="1">
                <a:solidFill>
                  <a:schemeClr val="bg1">
                    <a:lumMod val="75000"/>
                  </a:schemeClr>
                </a:solidFill>
              </a:rPr>
              <a:t>DISCOVERY</a:t>
            </a:r>
          </a:p>
          <a:p>
            <a:pPr algn="ctr">
              <a:spcAft>
                <a:spcPts val="400"/>
              </a:spcAft>
            </a:pPr>
            <a:r>
              <a:rPr lang="en-GB" sz="1000" b="1">
                <a:solidFill>
                  <a:schemeClr val="bg1">
                    <a:lumMod val="75000"/>
                  </a:schemeClr>
                </a:solidFill>
              </a:rPr>
              <a:t>CONC. DESIGN</a:t>
            </a:r>
          </a:p>
          <a:p>
            <a:pPr algn="ctr"/>
            <a:r>
              <a:rPr lang="en-GB" sz="800">
                <a:solidFill>
                  <a:schemeClr val="bg1">
                    <a:lumMod val="75000"/>
                  </a:schemeClr>
                </a:solidFill>
              </a:rPr>
              <a:t>Gain knowledge of the customer's business process, make key decisions to steer the project in the right direction and draw up the Business Process Master List (BPML)</a:t>
            </a:r>
          </a:p>
        </p:txBody>
      </p:sp>
      <p:sp>
        <p:nvSpPr>
          <p:cNvPr id="13" name="Rectangle: Rounded Corners 12">
            <a:extLst>
              <a:ext uri="{FF2B5EF4-FFF2-40B4-BE49-F238E27FC236}">
                <a16:creationId xmlns:a16="http://schemas.microsoft.com/office/drawing/2014/main" id="{7D0DF0DE-CD71-A15B-F9C3-FFAA5AF9D0D2}"/>
              </a:ext>
            </a:extLst>
          </p:cNvPr>
          <p:cNvSpPr/>
          <p:nvPr/>
        </p:nvSpPr>
        <p:spPr>
          <a:xfrm>
            <a:off x="3579422" y="2860709"/>
            <a:ext cx="1157969" cy="1066959"/>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GB" sz="1000" b="1">
                <a:solidFill>
                  <a:schemeClr val="bg1">
                    <a:lumMod val="75000"/>
                  </a:schemeClr>
                </a:solidFill>
              </a:rPr>
              <a:t>F2S / BBP</a:t>
            </a:r>
          </a:p>
          <a:p>
            <a:pPr algn="ctr"/>
            <a:r>
              <a:rPr lang="en-US" sz="800">
                <a:solidFill>
                  <a:schemeClr val="bg1">
                    <a:lumMod val="75000"/>
                  </a:schemeClr>
                </a:solidFill>
              </a:rPr>
              <a:t>Facilitate Fit-to-Standard (F2S) or blueprint (BBP) workshops to design the final solution, and define scope and  backlog for REA</a:t>
            </a:r>
          </a:p>
        </p:txBody>
      </p:sp>
      <p:cxnSp>
        <p:nvCxnSpPr>
          <p:cNvPr id="284" name="Straight Connector 283">
            <a:extLst>
              <a:ext uri="{FF2B5EF4-FFF2-40B4-BE49-F238E27FC236}">
                <a16:creationId xmlns:a16="http://schemas.microsoft.com/office/drawing/2014/main" id="{47401C00-DB17-C328-C055-1A68FE119825}"/>
              </a:ext>
            </a:extLst>
          </p:cNvPr>
          <p:cNvCxnSpPr>
            <a:cxnSpLocks/>
          </p:cNvCxnSpPr>
          <p:nvPr/>
        </p:nvCxnSpPr>
        <p:spPr>
          <a:xfrm>
            <a:off x="9131619"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72" name="TextBox 271">
            <a:extLst>
              <a:ext uri="{FF2B5EF4-FFF2-40B4-BE49-F238E27FC236}">
                <a16:creationId xmlns:a16="http://schemas.microsoft.com/office/drawing/2014/main" id="{F681CDCA-F41D-BD69-C8F1-EA5378D2F209}"/>
              </a:ext>
            </a:extLst>
          </p:cNvPr>
          <p:cNvSpPr txBox="1"/>
          <p:nvPr/>
        </p:nvSpPr>
        <p:spPr>
          <a:xfrm>
            <a:off x="7931554" y="6031697"/>
            <a:ext cx="1200064"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Tested solution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Go/No-go</a:t>
            </a:r>
          </a:p>
        </p:txBody>
      </p:sp>
      <p:sp>
        <p:nvSpPr>
          <p:cNvPr id="10" name="Rectangle: Rounded Corners 9">
            <a:extLst>
              <a:ext uri="{FF2B5EF4-FFF2-40B4-BE49-F238E27FC236}">
                <a16:creationId xmlns:a16="http://schemas.microsoft.com/office/drawing/2014/main" id="{AF08C497-A93F-DF2C-8168-65BA19A900F5}"/>
              </a:ext>
            </a:extLst>
          </p:cNvPr>
          <p:cNvSpPr/>
          <p:nvPr/>
        </p:nvSpPr>
        <p:spPr>
          <a:xfrm>
            <a:off x="7238911" y="2916695"/>
            <a:ext cx="1885137" cy="1138773"/>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600"/>
              </a:spcAft>
            </a:pPr>
            <a:r>
              <a:rPr lang="en-GB" sz="1050" b="1">
                <a:solidFill>
                  <a:schemeClr val="tx2"/>
                </a:solidFill>
              </a:rPr>
              <a:t>SIT &amp; BRT</a:t>
            </a:r>
            <a:endParaRPr lang="en-GB" sz="900">
              <a:solidFill>
                <a:schemeClr val="tx1">
                  <a:lumMod val="75000"/>
                </a:schemeClr>
              </a:solidFill>
            </a:endParaRPr>
          </a:p>
          <a:p>
            <a:pPr algn="ctr"/>
            <a:r>
              <a:rPr lang="en-GB" sz="800">
                <a:solidFill>
                  <a:schemeClr val="tx1">
                    <a:lumMod val="75000"/>
                  </a:schemeClr>
                </a:solidFill>
              </a:rPr>
              <a:t>Execute System Integration</a:t>
            </a:r>
          </a:p>
          <a:p>
            <a:pPr algn="ctr"/>
            <a:r>
              <a:rPr lang="en-GB" sz="800">
                <a:solidFill>
                  <a:schemeClr val="tx1">
                    <a:lumMod val="75000"/>
                  </a:schemeClr>
                </a:solidFill>
              </a:rPr>
              <a:t>Testing, Business Readiness Testing (aka User Acceptance Testing) and End-2-end testing, test data migrations (TM), test integrations and prepare for production cutover</a:t>
            </a:r>
          </a:p>
          <a:p>
            <a:pPr algn="ctr"/>
            <a:endParaRPr lang="en-GB" sz="1050" b="1">
              <a:solidFill>
                <a:schemeClr val="tx2"/>
              </a:solidFill>
            </a:endParaRPr>
          </a:p>
        </p:txBody>
      </p:sp>
      <p:sp>
        <p:nvSpPr>
          <p:cNvPr id="35" name="Rectangle: Rounded Corners 34">
            <a:extLst>
              <a:ext uri="{FF2B5EF4-FFF2-40B4-BE49-F238E27FC236}">
                <a16:creationId xmlns:a16="http://schemas.microsoft.com/office/drawing/2014/main" id="{EAC4AC64-9CCB-B75F-6B4E-C7BB085F83C4}"/>
              </a:ext>
            </a:extLst>
          </p:cNvPr>
          <p:cNvSpPr/>
          <p:nvPr/>
        </p:nvSpPr>
        <p:spPr>
          <a:xfrm rot="5400000">
            <a:off x="7398579" y="46312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rgbClr val="3C3C3C"/>
                </a:solidFill>
                <a:latin typeface="Century Gothic" panose="020F0302020204030204"/>
              </a:rPr>
              <a:t>Test </a:t>
            </a:r>
            <a:br>
              <a:rPr lang="en-US" sz="800" b="1">
                <a:solidFill>
                  <a:srgbClr val="3C3C3C"/>
                </a:solidFill>
                <a:latin typeface="Century Gothic" panose="020F0302020204030204"/>
              </a:rPr>
            </a:br>
            <a:r>
              <a:rPr lang="en-US" sz="800" b="1">
                <a:solidFill>
                  <a:srgbClr val="3C3C3C"/>
                </a:solidFill>
                <a:latin typeface="Century Gothic" panose="020F0302020204030204"/>
              </a:rPr>
              <a:t>Migration</a:t>
            </a:r>
          </a:p>
          <a:p>
            <a:pPr algn="ctr"/>
            <a:r>
              <a:rPr lang="en-US" sz="800" b="1">
                <a:solidFill>
                  <a:srgbClr val="3C3C3C"/>
                </a:solidFill>
                <a:latin typeface="Century Gothic" panose="020F0302020204030204"/>
              </a:rPr>
              <a:t>1</a:t>
            </a:r>
          </a:p>
        </p:txBody>
      </p:sp>
      <p:sp>
        <p:nvSpPr>
          <p:cNvPr id="36" name="Rectangle: Rounded Corners 35">
            <a:extLst>
              <a:ext uri="{FF2B5EF4-FFF2-40B4-BE49-F238E27FC236}">
                <a16:creationId xmlns:a16="http://schemas.microsoft.com/office/drawing/2014/main" id="{F9E03897-AF13-E2EA-D7B1-8CF132629424}"/>
              </a:ext>
            </a:extLst>
          </p:cNvPr>
          <p:cNvSpPr/>
          <p:nvPr/>
        </p:nvSpPr>
        <p:spPr>
          <a:xfrm rot="5400000">
            <a:off x="7993237" y="46312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rgbClr val="3C3C3C"/>
                </a:solidFill>
                <a:latin typeface="Century Gothic" panose="020F0302020204030204"/>
              </a:rPr>
              <a:t>Test </a:t>
            </a:r>
            <a:br>
              <a:rPr lang="en-US" sz="800" b="1">
                <a:solidFill>
                  <a:srgbClr val="3C3C3C"/>
                </a:solidFill>
                <a:latin typeface="Century Gothic" panose="020F0302020204030204"/>
              </a:rPr>
            </a:br>
            <a:r>
              <a:rPr lang="en-US" sz="800" b="1">
                <a:solidFill>
                  <a:srgbClr val="3C3C3C"/>
                </a:solidFill>
                <a:latin typeface="Century Gothic" panose="020F0302020204030204"/>
              </a:rPr>
              <a:t>Migration</a:t>
            </a:r>
          </a:p>
          <a:p>
            <a:pPr algn="ctr"/>
            <a:r>
              <a:rPr lang="en-US" sz="800" b="1">
                <a:solidFill>
                  <a:srgbClr val="3C3C3C"/>
                </a:solidFill>
                <a:latin typeface="Century Gothic" panose="020F0302020204030204"/>
              </a:rPr>
              <a:t>2</a:t>
            </a:r>
          </a:p>
        </p:txBody>
      </p:sp>
      <p:sp>
        <p:nvSpPr>
          <p:cNvPr id="37" name="Rectangle: Rounded Corners 36">
            <a:extLst>
              <a:ext uri="{FF2B5EF4-FFF2-40B4-BE49-F238E27FC236}">
                <a16:creationId xmlns:a16="http://schemas.microsoft.com/office/drawing/2014/main" id="{9B5429D0-91EE-5DA9-F98E-C222D3FA7BBC}"/>
              </a:ext>
            </a:extLst>
          </p:cNvPr>
          <p:cNvSpPr/>
          <p:nvPr/>
        </p:nvSpPr>
        <p:spPr>
          <a:xfrm rot="5400000">
            <a:off x="7398579" y="50975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rgbClr val="3C3C3C"/>
                </a:solidFill>
                <a:latin typeface="Century Gothic" panose="020F0302020204030204"/>
              </a:rPr>
              <a:t>SIT</a:t>
            </a:r>
          </a:p>
          <a:p>
            <a:pPr algn="ctr"/>
            <a:r>
              <a:rPr lang="en-US" sz="800" b="1">
                <a:solidFill>
                  <a:srgbClr val="3C3C3C"/>
                </a:solidFill>
                <a:latin typeface="Century Gothic" panose="020F0302020204030204"/>
              </a:rPr>
              <a:t>1</a:t>
            </a:r>
          </a:p>
        </p:txBody>
      </p:sp>
      <p:sp>
        <p:nvSpPr>
          <p:cNvPr id="38" name="Rectangle: Rounded Corners 37">
            <a:extLst>
              <a:ext uri="{FF2B5EF4-FFF2-40B4-BE49-F238E27FC236}">
                <a16:creationId xmlns:a16="http://schemas.microsoft.com/office/drawing/2014/main" id="{B098E7A9-D95A-A877-37CA-2F78E832CB9B}"/>
              </a:ext>
            </a:extLst>
          </p:cNvPr>
          <p:cNvSpPr/>
          <p:nvPr/>
        </p:nvSpPr>
        <p:spPr>
          <a:xfrm rot="5400000">
            <a:off x="7993237" y="50975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rgbClr val="3C3C3C"/>
                </a:solidFill>
                <a:latin typeface="Century Gothic" panose="020F0302020204030204"/>
              </a:rPr>
              <a:t>SIT</a:t>
            </a:r>
          </a:p>
          <a:p>
            <a:pPr algn="ctr"/>
            <a:r>
              <a:rPr lang="en-US" sz="800" b="1">
                <a:solidFill>
                  <a:srgbClr val="3C3C3C"/>
                </a:solidFill>
                <a:latin typeface="Century Gothic" panose="020F0302020204030204"/>
              </a:rPr>
              <a:t>2</a:t>
            </a:r>
          </a:p>
        </p:txBody>
      </p:sp>
      <p:sp>
        <p:nvSpPr>
          <p:cNvPr id="39" name="Rectangle: Rounded Corners 38">
            <a:extLst>
              <a:ext uri="{FF2B5EF4-FFF2-40B4-BE49-F238E27FC236}">
                <a16:creationId xmlns:a16="http://schemas.microsoft.com/office/drawing/2014/main" id="{F7F1542A-8AC8-CFC5-86FF-8D27F65883C0}"/>
              </a:ext>
            </a:extLst>
          </p:cNvPr>
          <p:cNvSpPr/>
          <p:nvPr/>
        </p:nvSpPr>
        <p:spPr>
          <a:xfrm rot="5400000">
            <a:off x="8584403" y="50975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rgbClr val="3C3C3C"/>
                </a:solidFill>
                <a:latin typeface="Century Gothic" panose="020F0302020204030204"/>
              </a:rPr>
              <a:t>UAT</a:t>
            </a:r>
          </a:p>
        </p:txBody>
      </p:sp>
      <p:sp>
        <p:nvSpPr>
          <p:cNvPr id="40" name="Rectangle: Rounded Corners 39">
            <a:extLst>
              <a:ext uri="{FF2B5EF4-FFF2-40B4-BE49-F238E27FC236}">
                <a16:creationId xmlns:a16="http://schemas.microsoft.com/office/drawing/2014/main" id="{5A1F279A-E870-CD7D-D06E-E041BEAFA553}"/>
              </a:ext>
            </a:extLst>
          </p:cNvPr>
          <p:cNvSpPr/>
          <p:nvPr/>
        </p:nvSpPr>
        <p:spPr>
          <a:xfrm rot="5400000">
            <a:off x="8584403" y="46312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rgbClr val="3C3C3C"/>
                </a:solidFill>
                <a:latin typeface="Century Gothic" panose="020F0302020204030204"/>
              </a:rPr>
              <a:t>Test </a:t>
            </a:r>
            <a:br>
              <a:rPr lang="en-US" sz="800" b="1">
                <a:solidFill>
                  <a:srgbClr val="3C3C3C"/>
                </a:solidFill>
                <a:latin typeface="Century Gothic" panose="020F0302020204030204"/>
              </a:rPr>
            </a:br>
            <a:r>
              <a:rPr lang="en-US" sz="800" b="1">
                <a:solidFill>
                  <a:srgbClr val="3C3C3C"/>
                </a:solidFill>
                <a:latin typeface="Century Gothic" panose="020F0302020204030204"/>
              </a:rPr>
              <a:t>Migration</a:t>
            </a:r>
          </a:p>
          <a:p>
            <a:pPr algn="ctr"/>
            <a:r>
              <a:rPr lang="en-US" sz="800" b="1">
                <a:solidFill>
                  <a:srgbClr val="3C3C3C"/>
                </a:solidFill>
                <a:latin typeface="Century Gothic" panose="020F0302020204030204"/>
              </a:rPr>
              <a:t>3</a:t>
            </a:r>
          </a:p>
        </p:txBody>
      </p:sp>
      <p:sp>
        <p:nvSpPr>
          <p:cNvPr id="274" name="TextBox 273">
            <a:extLst>
              <a:ext uri="{FF2B5EF4-FFF2-40B4-BE49-F238E27FC236}">
                <a16:creationId xmlns:a16="http://schemas.microsoft.com/office/drawing/2014/main" id="{C6E546C4-C9F2-29D4-00B1-2DBC22E81FDA}"/>
              </a:ext>
            </a:extLst>
          </p:cNvPr>
          <p:cNvSpPr txBox="1"/>
          <p:nvPr/>
        </p:nvSpPr>
        <p:spPr>
          <a:xfrm>
            <a:off x="9856237" y="6031697"/>
            <a:ext cx="1198227"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Project closing</a:t>
            </a:r>
          </a:p>
        </p:txBody>
      </p:sp>
      <p:cxnSp>
        <p:nvCxnSpPr>
          <p:cNvPr id="286" name="Straight Connector 285">
            <a:extLst>
              <a:ext uri="{FF2B5EF4-FFF2-40B4-BE49-F238E27FC236}">
                <a16:creationId xmlns:a16="http://schemas.microsoft.com/office/drawing/2014/main" id="{EA491509-C518-78A3-9BD0-5845056B3926}"/>
              </a:ext>
            </a:extLst>
          </p:cNvPr>
          <p:cNvCxnSpPr>
            <a:cxnSpLocks/>
          </p:cNvCxnSpPr>
          <p:nvPr/>
        </p:nvCxnSpPr>
        <p:spPr>
          <a:xfrm>
            <a:off x="11055946"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91" name="Rounded Rectangle 290">
            <a:extLst>
              <a:ext uri="{FF2B5EF4-FFF2-40B4-BE49-F238E27FC236}">
                <a16:creationId xmlns:a16="http://schemas.microsoft.com/office/drawing/2014/main" id="{4E9BF866-C443-F6BA-4BD5-E0D9A088AC8F}"/>
              </a:ext>
            </a:extLst>
          </p:cNvPr>
          <p:cNvSpPr/>
          <p:nvPr/>
        </p:nvSpPr>
        <p:spPr>
          <a:xfrm rot="5400000">
            <a:off x="10492236" y="5072752"/>
            <a:ext cx="443717" cy="61924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Hyper-care</a:t>
            </a:r>
          </a:p>
        </p:txBody>
      </p:sp>
      <p:sp>
        <p:nvSpPr>
          <p:cNvPr id="292" name="Arrow: Pentagon 97">
            <a:extLst>
              <a:ext uri="{FF2B5EF4-FFF2-40B4-BE49-F238E27FC236}">
                <a16:creationId xmlns:a16="http://schemas.microsoft.com/office/drawing/2014/main" id="{F8F70129-0708-0E6C-ACAF-BD09B747057D}"/>
              </a:ext>
            </a:extLst>
          </p:cNvPr>
          <p:cNvSpPr/>
          <p:nvPr/>
        </p:nvSpPr>
        <p:spPr>
          <a:xfrm>
            <a:off x="11110010" y="5651705"/>
            <a:ext cx="983215" cy="220777"/>
          </a:xfrm>
          <a:prstGeom prst="homePlate">
            <a:avLst>
              <a:gd name="adj" fmla="val 28642"/>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Run &amp; Accelerate</a:t>
            </a:r>
          </a:p>
        </p:txBody>
      </p:sp>
      <p:sp>
        <p:nvSpPr>
          <p:cNvPr id="7" name="Rectangle: Rounded Corners 6">
            <a:extLst>
              <a:ext uri="{FF2B5EF4-FFF2-40B4-BE49-F238E27FC236}">
                <a16:creationId xmlns:a16="http://schemas.microsoft.com/office/drawing/2014/main" id="{74B71357-D181-DB88-1382-8E96D5CD9CE6}"/>
              </a:ext>
            </a:extLst>
          </p:cNvPr>
          <p:cNvSpPr/>
          <p:nvPr/>
        </p:nvSpPr>
        <p:spPr>
          <a:xfrm>
            <a:off x="11054465" y="2916695"/>
            <a:ext cx="1097644" cy="730969"/>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0" tIns="0" rIns="0" bIns="0" rtlCol="0" anchor="t">
            <a:spAutoFit/>
          </a:bodyPr>
          <a:lstStyle/>
          <a:p>
            <a:pPr algn="ctr">
              <a:spcAft>
                <a:spcPts val="600"/>
              </a:spcAft>
            </a:pPr>
            <a:r>
              <a:rPr lang="en-GB" sz="1050" b="1">
                <a:solidFill>
                  <a:schemeClr val="bg1">
                    <a:lumMod val="75000"/>
                  </a:schemeClr>
                </a:solidFill>
              </a:rPr>
              <a:t>KIR</a:t>
            </a:r>
            <a:endParaRPr lang="en-GB" sz="900">
              <a:solidFill>
                <a:schemeClr val="bg1">
                  <a:lumMod val="75000"/>
                </a:schemeClr>
              </a:solidFill>
            </a:endParaRPr>
          </a:p>
          <a:p>
            <a:pPr algn="ctr"/>
            <a:r>
              <a:rPr lang="en-GB" sz="800">
                <a:solidFill>
                  <a:schemeClr val="bg1">
                    <a:lumMod val="75000"/>
                  </a:schemeClr>
                </a:solidFill>
              </a:rPr>
              <a:t>Keep IT Running; handover </a:t>
            </a:r>
            <a:br>
              <a:rPr lang="en-GB" sz="800">
                <a:solidFill>
                  <a:schemeClr val="bg1">
                    <a:lumMod val="75000"/>
                  </a:schemeClr>
                </a:solidFill>
              </a:rPr>
            </a:br>
            <a:r>
              <a:rPr lang="en-GB" sz="800">
                <a:solidFill>
                  <a:schemeClr val="bg1">
                    <a:lumMod val="75000"/>
                  </a:schemeClr>
                </a:solidFill>
              </a:rPr>
              <a:t>to operations or sustain support</a:t>
            </a:r>
          </a:p>
        </p:txBody>
      </p:sp>
      <p:sp>
        <p:nvSpPr>
          <p:cNvPr id="8" name="Rectangle: Rounded Corners 7">
            <a:extLst>
              <a:ext uri="{FF2B5EF4-FFF2-40B4-BE49-F238E27FC236}">
                <a16:creationId xmlns:a16="http://schemas.microsoft.com/office/drawing/2014/main" id="{6B44007E-E11B-7687-1427-4DE344E29ACE}"/>
              </a:ext>
            </a:extLst>
          </p:cNvPr>
          <p:cNvSpPr/>
          <p:nvPr/>
        </p:nvSpPr>
        <p:spPr>
          <a:xfrm>
            <a:off x="10095488" y="2916370"/>
            <a:ext cx="958980" cy="607859"/>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600"/>
              </a:spcAft>
            </a:pPr>
            <a:r>
              <a:rPr lang="en-GB" sz="1050" b="1">
                <a:solidFill>
                  <a:schemeClr val="bg1">
                    <a:lumMod val="75000"/>
                  </a:schemeClr>
                </a:solidFill>
              </a:rPr>
              <a:t>GOLIVE</a:t>
            </a:r>
            <a:endParaRPr lang="en-GB" sz="900">
              <a:solidFill>
                <a:schemeClr val="bg1">
                  <a:lumMod val="75000"/>
                </a:schemeClr>
              </a:solidFill>
            </a:endParaRPr>
          </a:p>
          <a:p>
            <a:pPr algn="ctr"/>
            <a:r>
              <a:rPr lang="en-GB" sz="800">
                <a:solidFill>
                  <a:schemeClr val="bg1">
                    <a:lumMod val="75000"/>
                  </a:schemeClr>
                </a:solidFill>
              </a:rPr>
              <a:t>Cutover to production and hypercare</a:t>
            </a:r>
          </a:p>
        </p:txBody>
      </p:sp>
      <p:sp>
        <p:nvSpPr>
          <p:cNvPr id="290" name="Rounded Rectangle 289">
            <a:extLst>
              <a:ext uri="{FF2B5EF4-FFF2-40B4-BE49-F238E27FC236}">
                <a16:creationId xmlns:a16="http://schemas.microsoft.com/office/drawing/2014/main" id="{E81A4673-E064-A8CF-E720-0B6CD1808066}"/>
              </a:ext>
            </a:extLst>
          </p:cNvPr>
          <p:cNvSpPr/>
          <p:nvPr/>
        </p:nvSpPr>
        <p:spPr>
          <a:xfrm rot="5400000">
            <a:off x="9865463" y="5091882"/>
            <a:ext cx="443971" cy="581234"/>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900" b="1" dirty="0">
                <a:solidFill>
                  <a:schemeClr val="bg1">
                    <a:lumMod val="75000"/>
                  </a:schemeClr>
                </a:solidFill>
                <a:latin typeface="Century Gothic" panose="020F0302020204030204"/>
              </a:rPr>
              <a:t>Cutover </a:t>
            </a:r>
          </a:p>
        </p:txBody>
      </p:sp>
      <p:cxnSp>
        <p:nvCxnSpPr>
          <p:cNvPr id="285" name="Straight Connector 284">
            <a:extLst>
              <a:ext uri="{FF2B5EF4-FFF2-40B4-BE49-F238E27FC236}">
                <a16:creationId xmlns:a16="http://schemas.microsoft.com/office/drawing/2014/main" id="{5C0FB3C8-3E93-5603-6AF2-97F0AC82C698}"/>
              </a:ext>
            </a:extLst>
          </p:cNvPr>
          <p:cNvCxnSpPr>
            <a:cxnSpLocks/>
          </p:cNvCxnSpPr>
          <p:nvPr/>
        </p:nvCxnSpPr>
        <p:spPr>
          <a:xfrm>
            <a:off x="10106803" y="2708268"/>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89" name="Rounded Rectangle 288">
            <a:extLst>
              <a:ext uri="{FF2B5EF4-FFF2-40B4-BE49-F238E27FC236}">
                <a16:creationId xmlns:a16="http://schemas.microsoft.com/office/drawing/2014/main" id="{FCB95B5E-4AE3-F369-1B36-F4DBC5950F47}"/>
              </a:ext>
            </a:extLst>
          </p:cNvPr>
          <p:cNvSpPr/>
          <p:nvPr/>
        </p:nvSpPr>
        <p:spPr>
          <a:xfrm rot="5400000">
            <a:off x="9371662" y="4505452"/>
            <a:ext cx="443971" cy="821496"/>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Final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Prep</a:t>
            </a:r>
          </a:p>
        </p:txBody>
      </p:sp>
      <p:sp>
        <p:nvSpPr>
          <p:cNvPr id="273" name="TextBox 272">
            <a:extLst>
              <a:ext uri="{FF2B5EF4-FFF2-40B4-BE49-F238E27FC236}">
                <a16:creationId xmlns:a16="http://schemas.microsoft.com/office/drawing/2014/main" id="{6F083878-AAFC-7ECC-6529-0D46D90B9ABB}"/>
              </a:ext>
            </a:extLst>
          </p:cNvPr>
          <p:cNvSpPr txBox="1"/>
          <p:nvPr/>
        </p:nvSpPr>
        <p:spPr>
          <a:xfrm>
            <a:off x="9459463" y="6031697"/>
            <a:ext cx="645858"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Cut-over</a:t>
            </a:r>
          </a:p>
        </p:txBody>
      </p:sp>
      <p:sp>
        <p:nvSpPr>
          <p:cNvPr id="6" name="Rectangle: Rounded Corners 5">
            <a:extLst>
              <a:ext uri="{FF2B5EF4-FFF2-40B4-BE49-F238E27FC236}">
                <a16:creationId xmlns:a16="http://schemas.microsoft.com/office/drawing/2014/main" id="{3050CC40-4029-0216-F4AE-37DDD8BF1FE5}"/>
              </a:ext>
            </a:extLst>
          </p:cNvPr>
          <p:cNvSpPr/>
          <p:nvPr/>
        </p:nvSpPr>
        <p:spPr>
          <a:xfrm>
            <a:off x="9131618" y="2916695"/>
            <a:ext cx="973705" cy="1015663"/>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600"/>
              </a:spcAft>
            </a:pPr>
            <a:r>
              <a:rPr lang="en-GB" sz="1050" b="1">
                <a:solidFill>
                  <a:schemeClr val="bg1">
                    <a:lumMod val="75000"/>
                  </a:schemeClr>
                </a:solidFill>
              </a:rPr>
              <a:t>FPREP</a:t>
            </a:r>
            <a:endParaRPr lang="en-GB" sz="900">
              <a:solidFill>
                <a:schemeClr val="bg1">
                  <a:lumMod val="75000"/>
                </a:schemeClr>
              </a:solidFill>
            </a:endParaRPr>
          </a:p>
          <a:p>
            <a:pPr algn="ctr"/>
            <a:r>
              <a:rPr lang="en-GB" sz="800">
                <a:solidFill>
                  <a:schemeClr val="bg1">
                    <a:lumMod val="75000"/>
                  </a:schemeClr>
                </a:solidFill>
              </a:rPr>
              <a:t>Prepare </a:t>
            </a:r>
            <a:br>
              <a:rPr lang="en-GB" sz="800">
                <a:solidFill>
                  <a:schemeClr val="bg1">
                    <a:lumMod val="75000"/>
                  </a:schemeClr>
                </a:solidFill>
              </a:rPr>
            </a:br>
            <a:r>
              <a:rPr lang="en-GB" sz="800">
                <a:solidFill>
                  <a:schemeClr val="bg1">
                    <a:lumMod val="75000"/>
                  </a:schemeClr>
                </a:solidFill>
              </a:rPr>
              <a:t>Go live </a:t>
            </a:r>
            <a:br>
              <a:rPr lang="en-GB" sz="800">
                <a:solidFill>
                  <a:schemeClr val="bg1">
                    <a:lumMod val="75000"/>
                  </a:schemeClr>
                </a:solidFill>
              </a:rPr>
            </a:br>
            <a:r>
              <a:rPr lang="en-GB" sz="800">
                <a:solidFill>
                  <a:schemeClr val="bg1">
                    <a:lumMod val="75000"/>
                  </a:schemeClr>
                </a:solidFill>
              </a:rPr>
              <a:t>and start production cutover</a:t>
            </a:r>
          </a:p>
          <a:p>
            <a:pPr algn="ctr"/>
            <a:endParaRPr lang="en-GB" sz="1050" b="1">
              <a:solidFill>
                <a:schemeClr val="bg1">
                  <a:lumMod val="75000"/>
                </a:schemeClr>
              </a:solidFill>
            </a:endParaRPr>
          </a:p>
        </p:txBody>
      </p:sp>
      <p:sp>
        <p:nvSpPr>
          <p:cNvPr id="193" name="TextBox 192">
            <a:extLst>
              <a:ext uri="{FF2B5EF4-FFF2-40B4-BE49-F238E27FC236}">
                <a16:creationId xmlns:a16="http://schemas.microsoft.com/office/drawing/2014/main" id="{2E35F08F-B6FB-5A97-2D10-0D6F25C721C2}"/>
              </a:ext>
            </a:extLst>
          </p:cNvPr>
          <p:cNvSpPr txBox="1"/>
          <p:nvPr/>
        </p:nvSpPr>
        <p:spPr>
          <a:xfrm rot="16200000">
            <a:off x="9790386" y="3930852"/>
            <a:ext cx="615692" cy="234286"/>
          </a:xfrm>
          <a:prstGeom prst="rect">
            <a:avLst/>
          </a:prstGeom>
          <a:solidFill>
            <a:schemeClr val="bg1"/>
          </a:solidFill>
        </p:spPr>
        <p:txBody>
          <a:bodyPr wrap="square" lIns="36000" tIns="36000" rIns="36000" b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chemeClr val="bg1">
                    <a:lumMod val="75000"/>
                  </a:schemeClr>
                </a:solidFill>
                <a:effectLst/>
                <a:uLnTx/>
                <a:uFillTx/>
                <a:latin typeface="Century Gothic" panose="020F0302020204030204"/>
                <a:ea typeface="+mn-ea"/>
                <a:cs typeface="+mn-cs"/>
              </a:rPr>
              <a:t>Go Live</a:t>
            </a:r>
          </a:p>
        </p:txBody>
      </p:sp>
      <p:sp>
        <p:nvSpPr>
          <p:cNvPr id="11" name="5-Point Star 266">
            <a:extLst>
              <a:ext uri="{FF2B5EF4-FFF2-40B4-BE49-F238E27FC236}">
                <a16:creationId xmlns:a16="http://schemas.microsoft.com/office/drawing/2014/main" id="{2B5CA127-F088-9BBF-8A90-5F418C59800E}"/>
              </a:ext>
            </a:extLst>
          </p:cNvPr>
          <p:cNvSpPr/>
          <p:nvPr/>
        </p:nvSpPr>
        <p:spPr>
          <a:xfrm>
            <a:off x="10245460" y="2367386"/>
            <a:ext cx="228912" cy="228912"/>
          </a:xfrm>
          <a:prstGeom prst="star5">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solidFill>
                <a:schemeClr val="bg1">
                  <a:lumMod val="75000"/>
                </a:schemeClr>
              </a:solidFill>
            </a:endParaRPr>
          </a:p>
        </p:txBody>
      </p:sp>
      <p:sp>
        <p:nvSpPr>
          <p:cNvPr id="16" name="Arrow: Chevron 23">
            <a:extLst>
              <a:ext uri="{FF2B5EF4-FFF2-40B4-BE49-F238E27FC236}">
                <a16:creationId xmlns:a16="http://schemas.microsoft.com/office/drawing/2014/main" id="{33A2C79C-9C27-A73E-94C6-F578BACC90BF}"/>
              </a:ext>
            </a:extLst>
          </p:cNvPr>
          <p:cNvSpPr/>
          <p:nvPr/>
        </p:nvSpPr>
        <p:spPr>
          <a:xfrm>
            <a:off x="9137893" y="2331446"/>
            <a:ext cx="1071767" cy="409690"/>
          </a:xfrm>
          <a:prstGeom prst="chevron">
            <a:avLst>
              <a:gd name="adj" fmla="val 24644"/>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Final </a:t>
            </a:r>
            <a:b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b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Prep</a:t>
            </a:r>
          </a:p>
        </p:txBody>
      </p:sp>
      <p:sp>
        <p:nvSpPr>
          <p:cNvPr id="17" name="Arrow: Chevron 22">
            <a:extLst>
              <a:ext uri="{FF2B5EF4-FFF2-40B4-BE49-F238E27FC236}">
                <a16:creationId xmlns:a16="http://schemas.microsoft.com/office/drawing/2014/main" id="{64FF3FDF-967A-77C4-4A7C-9F7FDFFDA9EC}"/>
              </a:ext>
            </a:extLst>
          </p:cNvPr>
          <p:cNvSpPr/>
          <p:nvPr/>
        </p:nvSpPr>
        <p:spPr>
          <a:xfrm>
            <a:off x="4738711" y="2331446"/>
            <a:ext cx="2670399" cy="409690"/>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Realization</a:t>
            </a:r>
          </a:p>
        </p:txBody>
      </p:sp>
      <p:sp>
        <p:nvSpPr>
          <p:cNvPr id="18" name="Arrow: Chevron 288">
            <a:extLst>
              <a:ext uri="{FF2B5EF4-FFF2-40B4-BE49-F238E27FC236}">
                <a16:creationId xmlns:a16="http://schemas.microsoft.com/office/drawing/2014/main" id="{D917574D-3246-EB9B-8050-0C5768A95D41}"/>
              </a:ext>
            </a:extLst>
          </p:cNvPr>
          <p:cNvSpPr/>
          <p:nvPr/>
        </p:nvSpPr>
        <p:spPr>
          <a:xfrm>
            <a:off x="1728138" y="2331446"/>
            <a:ext cx="801206"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13716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Plan</a:t>
            </a:r>
          </a:p>
        </p:txBody>
      </p:sp>
      <p:sp>
        <p:nvSpPr>
          <p:cNvPr id="19" name="Arrow: Pentagon 14">
            <a:extLst>
              <a:ext uri="{FF2B5EF4-FFF2-40B4-BE49-F238E27FC236}">
                <a16:creationId xmlns:a16="http://schemas.microsoft.com/office/drawing/2014/main" id="{9E73E5D5-F238-5BAA-1BBE-A7563BD03D55}"/>
              </a:ext>
            </a:extLst>
          </p:cNvPr>
          <p:cNvSpPr/>
          <p:nvPr/>
        </p:nvSpPr>
        <p:spPr>
          <a:xfrm>
            <a:off x="1105366" y="2331750"/>
            <a:ext cx="733360" cy="408495"/>
          </a:xfrm>
          <a:prstGeom prst="homePlate">
            <a:avLst>
              <a:gd name="adj" fmla="val 17926"/>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9144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75000"/>
                  </a:schemeClr>
                </a:solidFill>
                <a:effectLst/>
                <a:uLnTx/>
                <a:uFillTx/>
                <a:latin typeface="Century Gothic" panose="020F0302020204030204"/>
                <a:ea typeface="+mn-ea"/>
                <a:cs typeface="+mn-cs"/>
              </a:rPr>
              <a:t>Prep</a:t>
            </a:r>
          </a:p>
        </p:txBody>
      </p:sp>
      <p:sp>
        <p:nvSpPr>
          <p:cNvPr id="20" name="Rectangle 19">
            <a:extLst>
              <a:ext uri="{FF2B5EF4-FFF2-40B4-BE49-F238E27FC236}">
                <a16:creationId xmlns:a16="http://schemas.microsoft.com/office/drawing/2014/main" id="{6E7C1DB7-7CB6-AFF1-CD15-9C23731F8819}"/>
              </a:ext>
            </a:extLst>
          </p:cNvPr>
          <p:cNvSpPr/>
          <p:nvPr/>
        </p:nvSpPr>
        <p:spPr>
          <a:xfrm>
            <a:off x="16635" y="2333445"/>
            <a:ext cx="1088730" cy="410400"/>
          </a:xfrm>
          <a:prstGeom prst="rect">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Pre-Project</a:t>
            </a:r>
          </a:p>
        </p:txBody>
      </p:sp>
      <p:sp>
        <p:nvSpPr>
          <p:cNvPr id="21" name="Arrow: Chevron 284">
            <a:extLst>
              <a:ext uri="{FF2B5EF4-FFF2-40B4-BE49-F238E27FC236}">
                <a16:creationId xmlns:a16="http://schemas.microsoft.com/office/drawing/2014/main" id="{03430EB7-7E3A-7CFC-0503-98E2A0FAF13B}"/>
              </a:ext>
            </a:extLst>
          </p:cNvPr>
          <p:cNvSpPr/>
          <p:nvPr/>
        </p:nvSpPr>
        <p:spPr>
          <a:xfrm>
            <a:off x="3196913" y="2331446"/>
            <a:ext cx="1636843"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432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Blueprint</a:t>
            </a:r>
          </a:p>
        </p:txBody>
      </p:sp>
      <p:sp>
        <p:nvSpPr>
          <p:cNvPr id="22" name="Arrow: Chevron 287">
            <a:extLst>
              <a:ext uri="{FF2B5EF4-FFF2-40B4-BE49-F238E27FC236}">
                <a16:creationId xmlns:a16="http://schemas.microsoft.com/office/drawing/2014/main" id="{9DE3D1B0-3FE1-E221-C43B-11632178141C}"/>
              </a:ext>
            </a:extLst>
          </p:cNvPr>
          <p:cNvSpPr/>
          <p:nvPr/>
        </p:nvSpPr>
        <p:spPr>
          <a:xfrm>
            <a:off x="2428621" y="2331446"/>
            <a:ext cx="1227452"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Inception</a:t>
            </a:r>
          </a:p>
        </p:txBody>
      </p:sp>
      <p:sp>
        <p:nvSpPr>
          <p:cNvPr id="23" name="Arrow: Chevron 274">
            <a:extLst>
              <a:ext uri="{FF2B5EF4-FFF2-40B4-BE49-F238E27FC236}">
                <a16:creationId xmlns:a16="http://schemas.microsoft.com/office/drawing/2014/main" id="{1AE9E680-CDAA-3CA9-40EB-4D65D53E8C7D}"/>
              </a:ext>
            </a:extLst>
          </p:cNvPr>
          <p:cNvSpPr/>
          <p:nvPr/>
        </p:nvSpPr>
        <p:spPr>
          <a:xfrm>
            <a:off x="8191233" y="2331446"/>
            <a:ext cx="1049421" cy="409690"/>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000" b="1">
                <a:solidFill>
                  <a:srgbClr val="999999">
                    <a:lumMod val="50000"/>
                  </a:srgbClr>
                </a:solidFill>
                <a:latin typeface="Century Gothic" panose="020F0302020204030204"/>
              </a:rPr>
              <a:t>BRT</a:t>
            </a:r>
            <a:endPar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endParaRPr>
          </a:p>
        </p:txBody>
      </p:sp>
      <p:sp>
        <p:nvSpPr>
          <p:cNvPr id="24" name="Arrow: Chevron 273">
            <a:extLst>
              <a:ext uri="{FF2B5EF4-FFF2-40B4-BE49-F238E27FC236}">
                <a16:creationId xmlns:a16="http://schemas.microsoft.com/office/drawing/2014/main" id="{B0B6889E-0F44-1AD8-1865-3832E9796076}"/>
              </a:ext>
            </a:extLst>
          </p:cNvPr>
          <p:cNvSpPr/>
          <p:nvPr/>
        </p:nvSpPr>
        <p:spPr>
          <a:xfrm>
            <a:off x="7245741" y="2331445"/>
            <a:ext cx="1046604"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SIT</a:t>
            </a:r>
          </a:p>
        </p:txBody>
      </p:sp>
      <p:sp>
        <p:nvSpPr>
          <p:cNvPr id="25" name="Arrow: Chevron 26">
            <a:extLst>
              <a:ext uri="{FF2B5EF4-FFF2-40B4-BE49-F238E27FC236}">
                <a16:creationId xmlns:a16="http://schemas.microsoft.com/office/drawing/2014/main" id="{42F08BD3-E16F-574B-003A-EABD081143AE}"/>
              </a:ext>
            </a:extLst>
          </p:cNvPr>
          <p:cNvSpPr/>
          <p:nvPr/>
        </p:nvSpPr>
        <p:spPr>
          <a:xfrm>
            <a:off x="11064849" y="2331446"/>
            <a:ext cx="1127151" cy="409689"/>
          </a:xfrm>
          <a:prstGeom prst="chevron">
            <a:avLst>
              <a:gd name="adj" fmla="val 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Operate</a:t>
            </a:r>
          </a:p>
        </p:txBody>
      </p:sp>
      <p:sp>
        <p:nvSpPr>
          <p:cNvPr id="26" name="Arrow: Chevron 25">
            <a:extLst>
              <a:ext uri="{FF2B5EF4-FFF2-40B4-BE49-F238E27FC236}">
                <a16:creationId xmlns:a16="http://schemas.microsoft.com/office/drawing/2014/main" id="{D135235B-369A-E3B9-B63A-AA9F335E9C80}"/>
              </a:ext>
            </a:extLst>
          </p:cNvPr>
          <p:cNvSpPr/>
          <p:nvPr/>
        </p:nvSpPr>
        <p:spPr>
          <a:xfrm>
            <a:off x="10106803" y="2331446"/>
            <a:ext cx="1049421" cy="409689"/>
          </a:xfrm>
          <a:prstGeom prst="chevron">
            <a:avLst>
              <a:gd name="adj" fmla="val 24644"/>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Go Live &amp; Hypercare</a:t>
            </a:r>
          </a:p>
        </p:txBody>
      </p:sp>
      <p:sp>
        <p:nvSpPr>
          <p:cNvPr id="28" name="Arrow: Chevron 283">
            <a:extLst>
              <a:ext uri="{FF2B5EF4-FFF2-40B4-BE49-F238E27FC236}">
                <a16:creationId xmlns:a16="http://schemas.microsoft.com/office/drawing/2014/main" id="{D6778F5F-2EAD-0D50-31FC-E441905BF786}"/>
              </a:ext>
            </a:extLst>
          </p:cNvPr>
          <p:cNvSpPr/>
          <p:nvPr/>
        </p:nvSpPr>
        <p:spPr>
          <a:xfrm>
            <a:off x="10914976" y="1362494"/>
            <a:ext cx="1277024" cy="964154"/>
          </a:xfrm>
          <a:prstGeom prst="chevron">
            <a:avLst>
              <a:gd name="adj" fmla="val 0"/>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20040" tIns="59436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Run</a:t>
            </a:r>
          </a:p>
        </p:txBody>
      </p:sp>
      <p:sp>
        <p:nvSpPr>
          <p:cNvPr id="29" name="Arrow: Chevron 278">
            <a:extLst>
              <a:ext uri="{FF2B5EF4-FFF2-40B4-BE49-F238E27FC236}">
                <a16:creationId xmlns:a16="http://schemas.microsoft.com/office/drawing/2014/main" id="{DD87418A-482D-4541-7902-3FF55005616C}"/>
              </a:ext>
            </a:extLst>
          </p:cNvPr>
          <p:cNvSpPr/>
          <p:nvPr/>
        </p:nvSpPr>
        <p:spPr>
          <a:xfrm>
            <a:off x="2419454" y="1362494"/>
            <a:ext cx="2604691" cy="964154"/>
          </a:xfrm>
          <a:prstGeom prst="chevron">
            <a:avLst>
              <a:gd name="adj" fmla="val 29545"/>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Explore</a:t>
            </a:r>
          </a:p>
        </p:txBody>
      </p:sp>
      <p:sp>
        <p:nvSpPr>
          <p:cNvPr id="30" name="Arrow: Chevron 279">
            <a:extLst>
              <a:ext uri="{FF2B5EF4-FFF2-40B4-BE49-F238E27FC236}">
                <a16:creationId xmlns:a16="http://schemas.microsoft.com/office/drawing/2014/main" id="{AD842B58-DE6F-A9EA-530F-F4FC8E735FC7}"/>
              </a:ext>
            </a:extLst>
          </p:cNvPr>
          <p:cNvSpPr/>
          <p:nvPr/>
        </p:nvSpPr>
        <p:spPr>
          <a:xfrm>
            <a:off x="4738710" y="1362494"/>
            <a:ext cx="4669608" cy="964154"/>
          </a:xfrm>
          <a:prstGeom prst="chevron">
            <a:avLst>
              <a:gd name="adj" fmla="val 28502"/>
            </a:avLst>
          </a:prstGeom>
          <a:gradFill>
            <a:gsLst>
              <a:gs pos="15000">
                <a:srgbClr val="D76570"/>
              </a:gs>
              <a:gs pos="0">
                <a:schemeClr val="bg2"/>
              </a:gs>
              <a:gs pos="100000">
                <a:schemeClr val="accent4"/>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Execute</a:t>
            </a:r>
          </a:p>
        </p:txBody>
      </p:sp>
      <p:sp>
        <p:nvSpPr>
          <p:cNvPr id="31" name="Arrow: Chevron 282">
            <a:extLst>
              <a:ext uri="{FF2B5EF4-FFF2-40B4-BE49-F238E27FC236}">
                <a16:creationId xmlns:a16="http://schemas.microsoft.com/office/drawing/2014/main" id="{A13B368A-10B5-6F8A-2028-5FA9E853FAAF}"/>
              </a:ext>
            </a:extLst>
          </p:cNvPr>
          <p:cNvSpPr/>
          <p:nvPr/>
        </p:nvSpPr>
        <p:spPr>
          <a:xfrm>
            <a:off x="9131619" y="1362494"/>
            <a:ext cx="2197119" cy="964154"/>
          </a:xfrm>
          <a:prstGeom prst="chevron">
            <a:avLst>
              <a:gd name="adj" fmla="val 27951"/>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144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Deploy</a:t>
            </a:r>
          </a:p>
        </p:txBody>
      </p:sp>
      <p:grpSp>
        <p:nvGrpSpPr>
          <p:cNvPr id="32" name="Group 31">
            <a:extLst>
              <a:ext uri="{FF2B5EF4-FFF2-40B4-BE49-F238E27FC236}">
                <a16:creationId xmlns:a16="http://schemas.microsoft.com/office/drawing/2014/main" id="{E6B9DB9E-7F66-69BA-E3A7-961262DBE704}"/>
              </a:ext>
            </a:extLst>
          </p:cNvPr>
          <p:cNvGrpSpPr/>
          <p:nvPr/>
        </p:nvGrpSpPr>
        <p:grpSpPr>
          <a:xfrm>
            <a:off x="3412619" y="1490179"/>
            <a:ext cx="471791" cy="471791"/>
            <a:chOff x="2800393" y="1942177"/>
            <a:chExt cx="471791" cy="471791"/>
          </a:xfrm>
        </p:grpSpPr>
        <p:sp>
          <p:nvSpPr>
            <p:cNvPr id="112" name="Oval 111">
              <a:extLst>
                <a:ext uri="{FF2B5EF4-FFF2-40B4-BE49-F238E27FC236}">
                  <a16:creationId xmlns:a16="http://schemas.microsoft.com/office/drawing/2014/main" id="{6A52DA43-EFC7-62A4-B684-498787F3AEB3}"/>
                </a:ext>
              </a:extLst>
            </p:cNvPr>
            <p:cNvSpPr/>
            <p:nvPr/>
          </p:nvSpPr>
          <p:spPr>
            <a:xfrm>
              <a:off x="2800393"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113" name="Graphic 330">
              <a:extLst>
                <a:ext uri="{FF2B5EF4-FFF2-40B4-BE49-F238E27FC236}">
                  <a16:creationId xmlns:a16="http://schemas.microsoft.com/office/drawing/2014/main" id="{33414F21-1D6A-D4E4-B5FC-7AFC13471368}"/>
                </a:ext>
              </a:extLst>
            </p:cNvPr>
            <p:cNvGrpSpPr/>
            <p:nvPr/>
          </p:nvGrpSpPr>
          <p:grpSpPr>
            <a:xfrm>
              <a:off x="2905403" y="2047213"/>
              <a:ext cx="261773" cy="261748"/>
              <a:chOff x="2905403" y="2047213"/>
              <a:chExt cx="261773" cy="261748"/>
            </a:xfrm>
          </p:grpSpPr>
          <p:sp>
            <p:nvSpPr>
              <p:cNvPr id="114" name="Freeform 170">
                <a:extLst>
                  <a:ext uri="{FF2B5EF4-FFF2-40B4-BE49-F238E27FC236}">
                    <a16:creationId xmlns:a16="http://schemas.microsoft.com/office/drawing/2014/main" id="{0A5B30E7-8289-02F5-C161-54B0E53AC7DD}"/>
                  </a:ext>
                </a:extLst>
              </p:cNvPr>
              <p:cNvSpPr/>
              <p:nvPr/>
            </p:nvSpPr>
            <p:spPr>
              <a:xfrm>
                <a:off x="2905403" y="2197919"/>
                <a:ext cx="111010" cy="111042"/>
              </a:xfrm>
              <a:custGeom>
                <a:avLst/>
                <a:gdLst>
                  <a:gd name="connsiteX0" fmla="*/ 12535 w 111010"/>
                  <a:gd name="connsiteY0" fmla="*/ 111042 h 111042"/>
                  <a:gd name="connsiteX1" fmla="*/ 0 w 111010"/>
                  <a:gd name="connsiteY1" fmla="*/ 98495 h 111042"/>
                  <a:gd name="connsiteX2" fmla="*/ 3662 w 111010"/>
                  <a:gd name="connsiteY2" fmla="*/ 89645 h 111042"/>
                  <a:gd name="connsiteX3" fmla="*/ 88890 w 111010"/>
                  <a:gd name="connsiteY3" fmla="*/ 4449 h 111042"/>
                  <a:gd name="connsiteX4" fmla="*/ 106562 w 111010"/>
                  <a:gd name="connsiteY4" fmla="*/ 2960 h 111042"/>
                  <a:gd name="connsiteX5" fmla="*/ 108051 w 111010"/>
                  <a:gd name="connsiteY5" fmla="*/ 20632 h 111042"/>
                  <a:gd name="connsiteX6" fmla="*/ 106587 w 111010"/>
                  <a:gd name="connsiteY6" fmla="*/ 22100 h 111042"/>
                  <a:gd name="connsiteX7" fmla="*/ 21407 w 111010"/>
                  <a:gd name="connsiteY7" fmla="*/ 107327 h 111042"/>
                  <a:gd name="connsiteX8" fmla="*/ 12535 w 111010"/>
                  <a:gd name="connsiteY8" fmla="*/ 111042 h 11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010" h="111042">
                    <a:moveTo>
                      <a:pt x="12535" y="111042"/>
                    </a:moveTo>
                    <a:cubicBezTo>
                      <a:pt x="5609" y="111039"/>
                      <a:pt x="-3" y="105422"/>
                      <a:pt x="0" y="98495"/>
                    </a:cubicBezTo>
                    <a:cubicBezTo>
                      <a:pt x="2" y="95177"/>
                      <a:pt x="1318" y="91995"/>
                      <a:pt x="3662" y="89645"/>
                    </a:cubicBezTo>
                    <a:lnTo>
                      <a:pt x="88890" y="4449"/>
                    </a:lnTo>
                    <a:cubicBezTo>
                      <a:pt x="93358" y="-842"/>
                      <a:pt x="101270" y="-1509"/>
                      <a:pt x="106562" y="2960"/>
                    </a:cubicBezTo>
                    <a:cubicBezTo>
                      <a:pt x="111853" y="7429"/>
                      <a:pt x="112520" y="15340"/>
                      <a:pt x="108051" y="20632"/>
                    </a:cubicBezTo>
                    <a:cubicBezTo>
                      <a:pt x="107604" y="21161"/>
                      <a:pt x="107115" y="21651"/>
                      <a:pt x="106587" y="22100"/>
                    </a:cubicBezTo>
                    <a:lnTo>
                      <a:pt x="21407" y="107327"/>
                    </a:lnTo>
                    <a:cubicBezTo>
                      <a:pt x="19061" y="109696"/>
                      <a:pt x="15868" y="111033"/>
                      <a:pt x="12535" y="111042"/>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5" name="Freeform 171">
                <a:extLst>
                  <a:ext uri="{FF2B5EF4-FFF2-40B4-BE49-F238E27FC236}">
                    <a16:creationId xmlns:a16="http://schemas.microsoft.com/office/drawing/2014/main" id="{9C2FA747-5D0E-7057-075F-D5203AB01573}"/>
                  </a:ext>
                </a:extLst>
              </p:cNvPr>
              <p:cNvSpPr/>
              <p:nvPr/>
            </p:nvSpPr>
            <p:spPr>
              <a:xfrm>
                <a:off x="2964682" y="2047213"/>
                <a:ext cx="202495" cy="202495"/>
              </a:xfrm>
              <a:custGeom>
                <a:avLst/>
                <a:gdLst>
                  <a:gd name="connsiteX0" fmla="*/ 101263 w 202495"/>
                  <a:gd name="connsiteY0" fmla="*/ 202495 h 202495"/>
                  <a:gd name="connsiteX1" fmla="*/ 0 w 202495"/>
                  <a:gd name="connsiteY1" fmla="*/ 101263 h 202495"/>
                  <a:gd name="connsiteX2" fmla="*/ 101232 w 202495"/>
                  <a:gd name="connsiteY2" fmla="*/ 0 h 202495"/>
                  <a:gd name="connsiteX3" fmla="*/ 202495 w 202495"/>
                  <a:gd name="connsiteY3" fmla="*/ 101232 h 202495"/>
                  <a:gd name="connsiteX4" fmla="*/ 202495 w 202495"/>
                  <a:gd name="connsiteY4" fmla="*/ 101248 h 202495"/>
                  <a:gd name="connsiteX5" fmla="*/ 101263 w 202495"/>
                  <a:gd name="connsiteY5" fmla="*/ 202495 h 202495"/>
                  <a:gd name="connsiteX6" fmla="*/ 101263 w 202495"/>
                  <a:gd name="connsiteY6" fmla="*/ 25096 h 202495"/>
                  <a:gd name="connsiteX7" fmla="*/ 25081 w 202495"/>
                  <a:gd name="connsiteY7" fmla="*/ 101248 h 202495"/>
                  <a:gd name="connsiteX8" fmla="*/ 101232 w 202495"/>
                  <a:gd name="connsiteY8" fmla="*/ 177430 h 202495"/>
                  <a:gd name="connsiteX9" fmla="*/ 177415 w 202495"/>
                  <a:gd name="connsiteY9" fmla="*/ 101279 h 202495"/>
                  <a:gd name="connsiteX10" fmla="*/ 177415 w 202495"/>
                  <a:gd name="connsiteY10" fmla="*/ 101248 h 202495"/>
                  <a:gd name="connsiteX11" fmla="*/ 101263 w 202495"/>
                  <a:gd name="connsiteY11" fmla="*/ 25049 h 202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495" h="202495">
                    <a:moveTo>
                      <a:pt x="101263" y="202495"/>
                    </a:moveTo>
                    <a:cubicBezTo>
                      <a:pt x="45346" y="202505"/>
                      <a:pt x="9" y="157181"/>
                      <a:pt x="0" y="101263"/>
                    </a:cubicBezTo>
                    <a:cubicBezTo>
                      <a:pt x="-9" y="45346"/>
                      <a:pt x="45314" y="9"/>
                      <a:pt x="101232" y="0"/>
                    </a:cubicBezTo>
                    <a:cubicBezTo>
                      <a:pt x="157149" y="-9"/>
                      <a:pt x="202486" y="45314"/>
                      <a:pt x="202495" y="101232"/>
                    </a:cubicBezTo>
                    <a:cubicBezTo>
                      <a:pt x="202495" y="101237"/>
                      <a:pt x="202495" y="101242"/>
                      <a:pt x="202495" y="101248"/>
                    </a:cubicBezTo>
                    <a:cubicBezTo>
                      <a:pt x="202434" y="157134"/>
                      <a:pt x="157149" y="202426"/>
                      <a:pt x="101263" y="202495"/>
                    </a:cubicBezTo>
                    <a:close/>
                    <a:moveTo>
                      <a:pt x="101263" y="25096"/>
                    </a:moveTo>
                    <a:cubicBezTo>
                      <a:pt x="59197" y="25088"/>
                      <a:pt x="25089" y="59182"/>
                      <a:pt x="25081" y="101248"/>
                    </a:cubicBezTo>
                    <a:cubicBezTo>
                      <a:pt x="25072" y="143313"/>
                      <a:pt x="59166" y="177421"/>
                      <a:pt x="101232" y="177430"/>
                    </a:cubicBezTo>
                    <a:cubicBezTo>
                      <a:pt x="143298" y="177440"/>
                      <a:pt x="177405" y="143345"/>
                      <a:pt x="177415" y="101279"/>
                    </a:cubicBezTo>
                    <a:cubicBezTo>
                      <a:pt x="177415" y="101268"/>
                      <a:pt x="177415" y="101258"/>
                      <a:pt x="177415" y="101248"/>
                    </a:cubicBezTo>
                    <a:cubicBezTo>
                      <a:pt x="177388" y="59194"/>
                      <a:pt x="143317" y="25101"/>
                      <a:pt x="101263" y="2504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6" name="Freeform 172">
                <a:extLst>
                  <a:ext uri="{FF2B5EF4-FFF2-40B4-BE49-F238E27FC236}">
                    <a16:creationId xmlns:a16="http://schemas.microsoft.com/office/drawing/2014/main" id="{6B836CB5-07A6-D959-D5EF-34900208F199}"/>
                  </a:ext>
                </a:extLst>
              </p:cNvPr>
              <p:cNvSpPr/>
              <p:nvPr/>
            </p:nvSpPr>
            <p:spPr>
              <a:xfrm>
                <a:off x="3052606" y="2106356"/>
                <a:ext cx="25080" cy="84208"/>
              </a:xfrm>
              <a:custGeom>
                <a:avLst/>
                <a:gdLst>
                  <a:gd name="connsiteX0" fmla="*/ 12540 w 25080"/>
                  <a:gd name="connsiteY0" fmla="*/ 84208 h 84208"/>
                  <a:gd name="connsiteX1" fmla="*/ 0 w 25080"/>
                  <a:gd name="connsiteY1" fmla="*/ 71668 h 84208"/>
                  <a:gd name="connsiteX2" fmla="*/ 0 w 25080"/>
                  <a:gd name="connsiteY2" fmla="*/ 12540 h 84208"/>
                  <a:gd name="connsiteX3" fmla="*/ 12540 w 25080"/>
                  <a:gd name="connsiteY3" fmla="*/ 0 h 84208"/>
                  <a:gd name="connsiteX4" fmla="*/ 25081 w 25080"/>
                  <a:gd name="connsiteY4" fmla="*/ 12540 h 84208"/>
                  <a:gd name="connsiteX5" fmla="*/ 25081 w 25080"/>
                  <a:gd name="connsiteY5" fmla="*/ 71668 h 84208"/>
                  <a:gd name="connsiteX6" fmla="*/ 12540 w 25080"/>
                  <a:gd name="connsiteY6" fmla="*/ 84208 h 84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80" h="84208">
                    <a:moveTo>
                      <a:pt x="12540" y="84208"/>
                    </a:moveTo>
                    <a:cubicBezTo>
                      <a:pt x="5615" y="84208"/>
                      <a:pt x="0" y="78594"/>
                      <a:pt x="0" y="71668"/>
                    </a:cubicBezTo>
                    <a:lnTo>
                      <a:pt x="0" y="12540"/>
                    </a:lnTo>
                    <a:cubicBezTo>
                      <a:pt x="0" y="5614"/>
                      <a:pt x="5615" y="0"/>
                      <a:pt x="12540" y="0"/>
                    </a:cubicBezTo>
                    <a:cubicBezTo>
                      <a:pt x="19466" y="0"/>
                      <a:pt x="25081" y="5614"/>
                      <a:pt x="25081" y="12540"/>
                    </a:cubicBezTo>
                    <a:lnTo>
                      <a:pt x="25081" y="71668"/>
                    </a:lnTo>
                    <a:cubicBezTo>
                      <a:pt x="25081" y="78594"/>
                      <a:pt x="19466" y="84208"/>
                      <a:pt x="12540" y="84208"/>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8" name="Freeform 173">
                <a:extLst>
                  <a:ext uri="{FF2B5EF4-FFF2-40B4-BE49-F238E27FC236}">
                    <a16:creationId xmlns:a16="http://schemas.microsoft.com/office/drawing/2014/main" id="{65F1F57A-1A03-14E4-ECD8-94E12E1D3EBE}"/>
                  </a:ext>
                </a:extLst>
              </p:cNvPr>
              <p:cNvSpPr/>
              <p:nvPr/>
            </p:nvSpPr>
            <p:spPr>
              <a:xfrm>
                <a:off x="3023826" y="2135121"/>
                <a:ext cx="84224" cy="25080"/>
              </a:xfrm>
              <a:custGeom>
                <a:avLst/>
                <a:gdLst>
                  <a:gd name="connsiteX0" fmla="*/ 71684 w 84224"/>
                  <a:gd name="connsiteY0" fmla="*/ 25081 h 25080"/>
                  <a:gd name="connsiteX1" fmla="*/ 12540 w 84224"/>
                  <a:gd name="connsiteY1" fmla="*/ 25081 h 25080"/>
                  <a:gd name="connsiteX2" fmla="*/ 0 w 84224"/>
                  <a:gd name="connsiteY2" fmla="*/ 12540 h 25080"/>
                  <a:gd name="connsiteX3" fmla="*/ 12540 w 84224"/>
                  <a:gd name="connsiteY3" fmla="*/ 0 h 25080"/>
                  <a:gd name="connsiteX4" fmla="*/ 71684 w 84224"/>
                  <a:gd name="connsiteY4" fmla="*/ 0 h 25080"/>
                  <a:gd name="connsiteX5" fmla="*/ 84224 w 84224"/>
                  <a:gd name="connsiteY5" fmla="*/ 12540 h 25080"/>
                  <a:gd name="connsiteX6" fmla="*/ 71684 w 8422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224" h="25080">
                    <a:moveTo>
                      <a:pt x="71684" y="25081"/>
                    </a:moveTo>
                    <a:lnTo>
                      <a:pt x="12540" y="25081"/>
                    </a:lnTo>
                    <a:cubicBezTo>
                      <a:pt x="5614" y="25081"/>
                      <a:pt x="0" y="19466"/>
                      <a:pt x="0" y="12540"/>
                    </a:cubicBezTo>
                    <a:cubicBezTo>
                      <a:pt x="0" y="5614"/>
                      <a:pt x="5614" y="0"/>
                      <a:pt x="12540" y="0"/>
                    </a:cubicBezTo>
                    <a:lnTo>
                      <a:pt x="71684" y="0"/>
                    </a:lnTo>
                    <a:cubicBezTo>
                      <a:pt x="78609" y="0"/>
                      <a:pt x="84224" y="5614"/>
                      <a:pt x="84224" y="12540"/>
                    </a:cubicBezTo>
                    <a:cubicBezTo>
                      <a:pt x="84224" y="19466"/>
                      <a:pt x="78609" y="25081"/>
                      <a:pt x="71684"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33" name="Group 32">
            <a:extLst>
              <a:ext uri="{FF2B5EF4-FFF2-40B4-BE49-F238E27FC236}">
                <a16:creationId xmlns:a16="http://schemas.microsoft.com/office/drawing/2014/main" id="{A5E309FF-6CF6-1FAA-5904-EFC7DE27C351}"/>
              </a:ext>
            </a:extLst>
          </p:cNvPr>
          <p:cNvGrpSpPr/>
          <p:nvPr/>
        </p:nvGrpSpPr>
        <p:grpSpPr>
          <a:xfrm>
            <a:off x="6823926" y="1490179"/>
            <a:ext cx="471791" cy="471791"/>
            <a:chOff x="6457678" y="1942177"/>
            <a:chExt cx="471791" cy="471791"/>
          </a:xfrm>
        </p:grpSpPr>
        <p:sp>
          <p:nvSpPr>
            <p:cNvPr id="91" name="Oval 90">
              <a:extLst>
                <a:ext uri="{FF2B5EF4-FFF2-40B4-BE49-F238E27FC236}">
                  <a16:creationId xmlns:a16="http://schemas.microsoft.com/office/drawing/2014/main" id="{3D4A2A23-D015-92DB-2B01-6637FC554C1E}"/>
                </a:ext>
              </a:extLst>
            </p:cNvPr>
            <p:cNvSpPr/>
            <p:nvPr/>
          </p:nvSpPr>
          <p:spPr>
            <a:xfrm>
              <a:off x="6457678"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92" name="Group 91">
              <a:extLst>
                <a:ext uri="{FF2B5EF4-FFF2-40B4-BE49-F238E27FC236}">
                  <a16:creationId xmlns:a16="http://schemas.microsoft.com/office/drawing/2014/main" id="{76DD4449-9D52-8016-B216-6F7A1CFEC488}"/>
                </a:ext>
              </a:extLst>
            </p:cNvPr>
            <p:cNvGrpSpPr/>
            <p:nvPr/>
          </p:nvGrpSpPr>
          <p:grpSpPr>
            <a:xfrm>
              <a:off x="6566257" y="2048749"/>
              <a:ext cx="254558" cy="258644"/>
              <a:chOff x="6566257" y="2048749"/>
              <a:chExt cx="254558" cy="258644"/>
            </a:xfrm>
          </p:grpSpPr>
          <p:grpSp>
            <p:nvGrpSpPr>
              <p:cNvPr id="93" name="Graphic 332">
                <a:extLst>
                  <a:ext uri="{FF2B5EF4-FFF2-40B4-BE49-F238E27FC236}">
                    <a16:creationId xmlns:a16="http://schemas.microsoft.com/office/drawing/2014/main" id="{3788E928-C45D-D129-6FB9-D0FD776A9E0E}"/>
                  </a:ext>
                </a:extLst>
              </p:cNvPr>
              <p:cNvGrpSpPr/>
              <p:nvPr/>
            </p:nvGrpSpPr>
            <p:grpSpPr>
              <a:xfrm>
                <a:off x="6566257" y="2086119"/>
                <a:ext cx="135075" cy="185001"/>
                <a:chOff x="6566257" y="2086119"/>
                <a:chExt cx="135075" cy="185001"/>
              </a:xfrm>
            </p:grpSpPr>
            <p:sp>
              <p:nvSpPr>
                <p:cNvPr id="108" name="Freeform 164">
                  <a:extLst>
                    <a:ext uri="{FF2B5EF4-FFF2-40B4-BE49-F238E27FC236}">
                      <a16:creationId xmlns:a16="http://schemas.microsoft.com/office/drawing/2014/main" id="{03FD5DCB-2DCA-3F23-E581-2485C5489A08}"/>
                    </a:ext>
                  </a:extLst>
                </p:cNvPr>
                <p:cNvSpPr/>
                <p:nvPr/>
              </p:nvSpPr>
              <p:spPr>
                <a:xfrm>
                  <a:off x="6566257" y="2086119"/>
                  <a:ext cx="135075" cy="131501"/>
                </a:xfrm>
                <a:custGeom>
                  <a:avLst/>
                  <a:gdLst>
                    <a:gd name="connsiteX0" fmla="*/ 92814 w 135075"/>
                    <a:gd name="connsiteY0" fmla="*/ 131501 h 131501"/>
                    <a:gd name="connsiteX1" fmla="*/ 80275 w 135075"/>
                    <a:gd name="connsiteY1" fmla="*/ 118959 h 131501"/>
                    <a:gd name="connsiteX2" fmla="*/ 88409 w 135075"/>
                    <a:gd name="connsiteY2" fmla="*/ 107220 h 131501"/>
                    <a:gd name="connsiteX3" fmla="*/ 109994 w 135075"/>
                    <a:gd name="connsiteY3" fmla="*/ 66088 h 131501"/>
                    <a:gd name="connsiteX4" fmla="*/ 67545 w 135075"/>
                    <a:gd name="connsiteY4" fmla="*/ 25081 h 131501"/>
                    <a:gd name="connsiteX5" fmla="*/ 25081 w 135075"/>
                    <a:gd name="connsiteY5" fmla="*/ 66088 h 131501"/>
                    <a:gd name="connsiteX6" fmla="*/ 47481 w 135075"/>
                    <a:gd name="connsiteY6" fmla="*/ 107016 h 131501"/>
                    <a:gd name="connsiteX7" fmla="*/ 53935 w 135075"/>
                    <a:gd name="connsiteY7" fmla="*/ 123535 h 131501"/>
                    <a:gd name="connsiteX8" fmla="*/ 38358 w 135075"/>
                    <a:gd name="connsiteY8" fmla="*/ 130357 h 131501"/>
                    <a:gd name="connsiteX9" fmla="*/ 0 w 135075"/>
                    <a:gd name="connsiteY9" fmla="*/ 66088 h 131501"/>
                    <a:gd name="connsiteX10" fmla="*/ 67545 w 135075"/>
                    <a:gd name="connsiteY10" fmla="*/ 0 h 131501"/>
                    <a:gd name="connsiteX11" fmla="*/ 135075 w 135075"/>
                    <a:gd name="connsiteY11" fmla="*/ 66088 h 131501"/>
                    <a:gd name="connsiteX12" fmla="*/ 97219 w 135075"/>
                    <a:gd name="connsiteY12" fmla="*/ 130702 h 131501"/>
                    <a:gd name="connsiteX13" fmla="*/ 92814 w 135075"/>
                    <a:gd name="connsiteY13" fmla="*/ 131501 h 131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5075" h="131501">
                      <a:moveTo>
                        <a:pt x="92814" y="131501"/>
                      </a:moveTo>
                      <a:cubicBezTo>
                        <a:pt x="85888" y="131501"/>
                        <a:pt x="80274" y="125886"/>
                        <a:pt x="80275" y="118959"/>
                      </a:cubicBezTo>
                      <a:cubicBezTo>
                        <a:pt x="80275" y="113733"/>
                        <a:pt x="83517" y="109056"/>
                        <a:pt x="88409" y="107220"/>
                      </a:cubicBezTo>
                      <a:cubicBezTo>
                        <a:pt x="109994" y="99116"/>
                        <a:pt x="109994" y="74302"/>
                        <a:pt x="109994" y="66088"/>
                      </a:cubicBezTo>
                      <a:cubicBezTo>
                        <a:pt x="109994" y="42324"/>
                        <a:pt x="92140" y="25081"/>
                        <a:pt x="67545" y="25081"/>
                      </a:cubicBezTo>
                      <a:cubicBezTo>
                        <a:pt x="42951" y="25081"/>
                        <a:pt x="25081" y="42324"/>
                        <a:pt x="25081" y="66088"/>
                      </a:cubicBezTo>
                      <a:cubicBezTo>
                        <a:pt x="25081" y="80760"/>
                        <a:pt x="28968" y="99774"/>
                        <a:pt x="47481" y="107016"/>
                      </a:cubicBezTo>
                      <a:cubicBezTo>
                        <a:pt x="53825" y="109795"/>
                        <a:pt x="56714" y="117191"/>
                        <a:pt x="53935" y="123535"/>
                      </a:cubicBezTo>
                      <a:cubicBezTo>
                        <a:pt x="51313" y="129520"/>
                        <a:pt x="44535" y="132489"/>
                        <a:pt x="38358" y="130357"/>
                      </a:cubicBezTo>
                      <a:cubicBezTo>
                        <a:pt x="13669" y="120701"/>
                        <a:pt x="0" y="97862"/>
                        <a:pt x="0" y="66088"/>
                      </a:cubicBezTo>
                      <a:cubicBezTo>
                        <a:pt x="0" y="28467"/>
                        <a:pt x="29031" y="0"/>
                        <a:pt x="67545" y="0"/>
                      </a:cubicBezTo>
                      <a:cubicBezTo>
                        <a:pt x="106060" y="0"/>
                        <a:pt x="135075" y="28467"/>
                        <a:pt x="135075" y="66088"/>
                      </a:cubicBezTo>
                      <a:cubicBezTo>
                        <a:pt x="135075" y="98598"/>
                        <a:pt x="121641" y="121547"/>
                        <a:pt x="97219" y="130702"/>
                      </a:cubicBezTo>
                      <a:cubicBezTo>
                        <a:pt x="95809" y="131224"/>
                        <a:pt x="94318" y="131495"/>
                        <a:pt x="92814" y="13150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9" name="Freeform 165">
                  <a:extLst>
                    <a:ext uri="{FF2B5EF4-FFF2-40B4-BE49-F238E27FC236}">
                      <a16:creationId xmlns:a16="http://schemas.microsoft.com/office/drawing/2014/main" id="{7FA7D465-AE33-54BB-358B-42A133646A36}"/>
                    </a:ext>
                  </a:extLst>
                </p:cNvPr>
                <p:cNvSpPr/>
                <p:nvPr/>
              </p:nvSpPr>
              <p:spPr>
                <a:xfrm>
                  <a:off x="6601417" y="2210096"/>
                  <a:ext cx="64864" cy="25080"/>
                </a:xfrm>
                <a:custGeom>
                  <a:avLst/>
                  <a:gdLst>
                    <a:gd name="connsiteX0" fmla="*/ 52325 w 64864"/>
                    <a:gd name="connsiteY0" fmla="*/ 25081 h 25080"/>
                    <a:gd name="connsiteX1" fmla="*/ 12540 w 64864"/>
                    <a:gd name="connsiteY1" fmla="*/ 25081 h 25080"/>
                    <a:gd name="connsiteX2" fmla="*/ 0 w 64864"/>
                    <a:gd name="connsiteY2" fmla="*/ 12540 h 25080"/>
                    <a:gd name="connsiteX3" fmla="*/ 12540 w 64864"/>
                    <a:gd name="connsiteY3" fmla="*/ 0 h 25080"/>
                    <a:gd name="connsiteX4" fmla="*/ 52325 w 64864"/>
                    <a:gd name="connsiteY4" fmla="*/ 0 h 25080"/>
                    <a:gd name="connsiteX5" fmla="*/ 64865 w 64864"/>
                    <a:gd name="connsiteY5" fmla="*/ 12540 h 25080"/>
                    <a:gd name="connsiteX6" fmla="*/ 52325 w 6486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64" h="25080">
                      <a:moveTo>
                        <a:pt x="52325" y="25081"/>
                      </a:moveTo>
                      <a:lnTo>
                        <a:pt x="12540" y="25081"/>
                      </a:lnTo>
                      <a:cubicBezTo>
                        <a:pt x="5614" y="25081"/>
                        <a:pt x="0" y="19466"/>
                        <a:pt x="0" y="12540"/>
                      </a:cubicBezTo>
                      <a:cubicBezTo>
                        <a:pt x="0" y="5615"/>
                        <a:pt x="5614" y="0"/>
                        <a:pt x="12540" y="0"/>
                      </a:cubicBezTo>
                      <a:lnTo>
                        <a:pt x="52325" y="0"/>
                      </a:lnTo>
                      <a:cubicBezTo>
                        <a:pt x="59250" y="0"/>
                        <a:pt x="64865" y="5615"/>
                        <a:pt x="64865" y="12540"/>
                      </a:cubicBezTo>
                      <a:cubicBezTo>
                        <a:pt x="64865" y="19466"/>
                        <a:pt x="59250" y="25081"/>
                        <a:pt x="52325"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0" name="Freeform 166">
                  <a:extLst>
                    <a:ext uri="{FF2B5EF4-FFF2-40B4-BE49-F238E27FC236}">
                      <a16:creationId xmlns:a16="http://schemas.microsoft.com/office/drawing/2014/main" id="{65D93506-D25B-7A2C-C215-E7EE879727F5}"/>
                    </a:ext>
                  </a:extLst>
                </p:cNvPr>
                <p:cNvSpPr/>
                <p:nvPr/>
              </p:nvSpPr>
              <p:spPr>
                <a:xfrm>
                  <a:off x="6601417" y="2246040"/>
                  <a:ext cx="63846" cy="25080"/>
                </a:xfrm>
                <a:custGeom>
                  <a:avLst/>
                  <a:gdLst>
                    <a:gd name="connsiteX0" fmla="*/ 51306 w 63846"/>
                    <a:gd name="connsiteY0" fmla="*/ 25081 h 25080"/>
                    <a:gd name="connsiteX1" fmla="*/ 12540 w 63846"/>
                    <a:gd name="connsiteY1" fmla="*/ 25081 h 25080"/>
                    <a:gd name="connsiteX2" fmla="*/ 0 w 63846"/>
                    <a:gd name="connsiteY2" fmla="*/ 12540 h 25080"/>
                    <a:gd name="connsiteX3" fmla="*/ 12540 w 63846"/>
                    <a:gd name="connsiteY3" fmla="*/ 0 h 25080"/>
                    <a:gd name="connsiteX4" fmla="*/ 51306 w 63846"/>
                    <a:gd name="connsiteY4" fmla="*/ 0 h 25080"/>
                    <a:gd name="connsiteX5" fmla="*/ 63846 w 63846"/>
                    <a:gd name="connsiteY5" fmla="*/ 12540 h 25080"/>
                    <a:gd name="connsiteX6" fmla="*/ 51306 w 63846"/>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846" h="25080">
                      <a:moveTo>
                        <a:pt x="51306" y="25081"/>
                      </a:moveTo>
                      <a:lnTo>
                        <a:pt x="12540" y="25081"/>
                      </a:lnTo>
                      <a:cubicBezTo>
                        <a:pt x="5614" y="25081"/>
                        <a:pt x="0" y="19466"/>
                        <a:pt x="0" y="12540"/>
                      </a:cubicBezTo>
                      <a:cubicBezTo>
                        <a:pt x="0" y="5615"/>
                        <a:pt x="5614" y="0"/>
                        <a:pt x="12540" y="0"/>
                      </a:cubicBezTo>
                      <a:lnTo>
                        <a:pt x="51306" y="0"/>
                      </a:lnTo>
                      <a:cubicBezTo>
                        <a:pt x="58232" y="0"/>
                        <a:pt x="63846" y="5615"/>
                        <a:pt x="63846" y="12540"/>
                      </a:cubicBezTo>
                      <a:cubicBezTo>
                        <a:pt x="63846" y="19466"/>
                        <a:pt x="58232" y="25081"/>
                        <a:pt x="51306"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1" name="Freeform 167">
                  <a:extLst>
                    <a:ext uri="{FF2B5EF4-FFF2-40B4-BE49-F238E27FC236}">
                      <a16:creationId xmlns:a16="http://schemas.microsoft.com/office/drawing/2014/main" id="{35639402-7464-9D7A-3B75-86CC8916CC66}"/>
                    </a:ext>
                  </a:extLst>
                </p:cNvPr>
                <p:cNvSpPr/>
                <p:nvPr/>
              </p:nvSpPr>
              <p:spPr>
                <a:xfrm>
                  <a:off x="6597059" y="2192744"/>
                  <a:ext cx="73564" cy="78377"/>
                </a:xfrm>
                <a:custGeom>
                  <a:avLst/>
                  <a:gdLst>
                    <a:gd name="connsiteX0" fmla="*/ 61024 w 73564"/>
                    <a:gd name="connsiteY0" fmla="*/ 78377 h 78377"/>
                    <a:gd name="connsiteX1" fmla="*/ 12540 w 73564"/>
                    <a:gd name="connsiteY1" fmla="*/ 78377 h 78377"/>
                    <a:gd name="connsiteX2" fmla="*/ 0 w 73564"/>
                    <a:gd name="connsiteY2" fmla="*/ 65837 h 78377"/>
                    <a:gd name="connsiteX3" fmla="*/ 0 w 73564"/>
                    <a:gd name="connsiteY3" fmla="*/ 12540 h 78377"/>
                    <a:gd name="connsiteX4" fmla="*/ 12540 w 73564"/>
                    <a:gd name="connsiteY4" fmla="*/ 0 h 78377"/>
                    <a:gd name="connsiteX5" fmla="*/ 25081 w 73564"/>
                    <a:gd name="connsiteY5" fmla="*/ 12540 h 78377"/>
                    <a:gd name="connsiteX6" fmla="*/ 25081 w 73564"/>
                    <a:gd name="connsiteY6" fmla="*/ 53296 h 78377"/>
                    <a:gd name="connsiteX7" fmla="*/ 48484 w 73564"/>
                    <a:gd name="connsiteY7" fmla="*/ 53296 h 78377"/>
                    <a:gd name="connsiteX8" fmla="*/ 48484 w 73564"/>
                    <a:gd name="connsiteY8" fmla="*/ 13308 h 78377"/>
                    <a:gd name="connsiteX9" fmla="*/ 61024 w 73564"/>
                    <a:gd name="connsiteY9" fmla="*/ 768 h 78377"/>
                    <a:gd name="connsiteX10" fmla="*/ 73565 w 73564"/>
                    <a:gd name="connsiteY10" fmla="*/ 13308 h 78377"/>
                    <a:gd name="connsiteX11" fmla="*/ 73565 w 73564"/>
                    <a:gd name="connsiteY11" fmla="*/ 65837 h 78377"/>
                    <a:gd name="connsiteX12" fmla="*/ 61024 w 73564"/>
                    <a:gd name="connsiteY12" fmla="*/ 78377 h 7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564" h="78377">
                      <a:moveTo>
                        <a:pt x="61024" y="78377"/>
                      </a:moveTo>
                      <a:lnTo>
                        <a:pt x="12540" y="78377"/>
                      </a:lnTo>
                      <a:cubicBezTo>
                        <a:pt x="5614" y="78377"/>
                        <a:pt x="0" y="72762"/>
                        <a:pt x="0" y="65837"/>
                      </a:cubicBezTo>
                      <a:lnTo>
                        <a:pt x="0" y="12540"/>
                      </a:lnTo>
                      <a:cubicBezTo>
                        <a:pt x="0" y="5615"/>
                        <a:pt x="5614" y="0"/>
                        <a:pt x="12540" y="0"/>
                      </a:cubicBezTo>
                      <a:cubicBezTo>
                        <a:pt x="19466" y="0"/>
                        <a:pt x="25081" y="5615"/>
                        <a:pt x="25081" y="12540"/>
                      </a:cubicBezTo>
                      <a:lnTo>
                        <a:pt x="25081" y="53296"/>
                      </a:lnTo>
                      <a:lnTo>
                        <a:pt x="48484" y="53296"/>
                      </a:lnTo>
                      <a:lnTo>
                        <a:pt x="48484" y="13308"/>
                      </a:lnTo>
                      <a:cubicBezTo>
                        <a:pt x="48484" y="6383"/>
                        <a:pt x="54099" y="768"/>
                        <a:pt x="61024" y="768"/>
                      </a:cubicBezTo>
                      <a:cubicBezTo>
                        <a:pt x="67950" y="768"/>
                        <a:pt x="73565" y="6383"/>
                        <a:pt x="73565" y="13308"/>
                      </a:cubicBezTo>
                      <a:lnTo>
                        <a:pt x="73565" y="65837"/>
                      </a:lnTo>
                      <a:cubicBezTo>
                        <a:pt x="73565" y="72762"/>
                        <a:pt x="67950" y="78377"/>
                        <a:pt x="61024" y="7837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94" name="Freeform 151">
                <a:extLst>
                  <a:ext uri="{FF2B5EF4-FFF2-40B4-BE49-F238E27FC236}">
                    <a16:creationId xmlns:a16="http://schemas.microsoft.com/office/drawing/2014/main" id="{C216F5D9-FE31-BC63-6315-5D894A910D40}"/>
                  </a:ext>
                </a:extLst>
              </p:cNvPr>
              <p:cNvSpPr/>
              <p:nvPr/>
            </p:nvSpPr>
            <p:spPr>
              <a:xfrm>
                <a:off x="6621779" y="2048749"/>
                <a:ext cx="180740" cy="115668"/>
              </a:xfrm>
              <a:custGeom>
                <a:avLst/>
                <a:gdLst>
                  <a:gd name="connsiteX0" fmla="*/ 138054 w 180740"/>
                  <a:gd name="connsiteY0" fmla="*/ 115669 h 115668"/>
                  <a:gd name="connsiteX1" fmla="*/ 125513 w 180740"/>
                  <a:gd name="connsiteY1" fmla="*/ 103129 h 115668"/>
                  <a:gd name="connsiteX2" fmla="*/ 125513 w 180740"/>
                  <a:gd name="connsiteY2" fmla="*/ 25081 h 115668"/>
                  <a:gd name="connsiteX3" fmla="*/ 25081 w 180740"/>
                  <a:gd name="connsiteY3" fmla="*/ 25081 h 115668"/>
                  <a:gd name="connsiteX4" fmla="*/ 25081 w 180740"/>
                  <a:gd name="connsiteY4" fmla="*/ 49754 h 115668"/>
                  <a:gd name="connsiteX5" fmla="*/ 12540 w 180740"/>
                  <a:gd name="connsiteY5" fmla="*/ 62294 h 115668"/>
                  <a:gd name="connsiteX6" fmla="*/ 0 w 180740"/>
                  <a:gd name="connsiteY6" fmla="*/ 49754 h 115668"/>
                  <a:gd name="connsiteX7" fmla="*/ 0 w 180740"/>
                  <a:gd name="connsiteY7" fmla="*/ 12540 h 115668"/>
                  <a:gd name="connsiteX8" fmla="*/ 12540 w 180740"/>
                  <a:gd name="connsiteY8" fmla="*/ 0 h 115668"/>
                  <a:gd name="connsiteX9" fmla="*/ 138054 w 180740"/>
                  <a:gd name="connsiteY9" fmla="*/ 0 h 115668"/>
                  <a:gd name="connsiteX10" fmla="*/ 150594 w 180740"/>
                  <a:gd name="connsiteY10" fmla="*/ 12540 h 115668"/>
                  <a:gd name="connsiteX11" fmla="*/ 150594 w 180740"/>
                  <a:gd name="connsiteY11" fmla="*/ 72844 h 115668"/>
                  <a:gd name="connsiteX12" fmla="*/ 158792 w 180740"/>
                  <a:gd name="connsiteY12" fmla="*/ 64724 h 115668"/>
                  <a:gd name="connsiteX13" fmla="*/ 176491 w 180740"/>
                  <a:gd name="connsiteY13" fmla="*/ 63608 h 115668"/>
                  <a:gd name="connsiteX14" fmla="*/ 177607 w 180740"/>
                  <a:gd name="connsiteY14" fmla="*/ 81308 h 115668"/>
                  <a:gd name="connsiteX15" fmla="*/ 176458 w 180740"/>
                  <a:gd name="connsiteY15" fmla="*/ 82453 h 115668"/>
                  <a:gd name="connsiteX16" fmla="*/ 146926 w 180740"/>
                  <a:gd name="connsiteY16" fmla="*/ 111985 h 115668"/>
                  <a:gd name="connsiteX17" fmla="*/ 138054 w 180740"/>
                  <a:gd name="connsiteY17" fmla="*/ 115669 h 11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740" h="115668">
                    <a:moveTo>
                      <a:pt x="138054" y="115669"/>
                    </a:moveTo>
                    <a:cubicBezTo>
                      <a:pt x="131128" y="115669"/>
                      <a:pt x="125513" y="110055"/>
                      <a:pt x="125513" y="103129"/>
                    </a:cubicBezTo>
                    <a:lnTo>
                      <a:pt x="125513" y="25081"/>
                    </a:lnTo>
                    <a:lnTo>
                      <a:pt x="25081" y="25081"/>
                    </a:lnTo>
                    <a:lnTo>
                      <a:pt x="25081" y="49754"/>
                    </a:lnTo>
                    <a:cubicBezTo>
                      <a:pt x="25081" y="56680"/>
                      <a:pt x="19466" y="62294"/>
                      <a:pt x="12540" y="62294"/>
                    </a:cubicBezTo>
                    <a:cubicBezTo>
                      <a:pt x="5614" y="62294"/>
                      <a:pt x="0" y="56680"/>
                      <a:pt x="0" y="49754"/>
                    </a:cubicBezTo>
                    <a:lnTo>
                      <a:pt x="0" y="12540"/>
                    </a:lnTo>
                    <a:cubicBezTo>
                      <a:pt x="0" y="5615"/>
                      <a:pt x="5614" y="0"/>
                      <a:pt x="12540" y="0"/>
                    </a:cubicBezTo>
                    <a:lnTo>
                      <a:pt x="138054" y="0"/>
                    </a:lnTo>
                    <a:cubicBezTo>
                      <a:pt x="144979" y="0"/>
                      <a:pt x="150594" y="5615"/>
                      <a:pt x="150594" y="12540"/>
                    </a:cubicBezTo>
                    <a:lnTo>
                      <a:pt x="150594" y="72844"/>
                    </a:lnTo>
                    <a:lnTo>
                      <a:pt x="158792" y="64724"/>
                    </a:lnTo>
                    <a:cubicBezTo>
                      <a:pt x="163371" y="59528"/>
                      <a:pt x="171296" y="59029"/>
                      <a:pt x="176491" y="63608"/>
                    </a:cubicBezTo>
                    <a:cubicBezTo>
                      <a:pt x="181688" y="68188"/>
                      <a:pt x="182188" y="76112"/>
                      <a:pt x="177607" y="81308"/>
                    </a:cubicBezTo>
                    <a:cubicBezTo>
                      <a:pt x="177250" y="81714"/>
                      <a:pt x="176866" y="82096"/>
                      <a:pt x="176458" y="82453"/>
                    </a:cubicBezTo>
                    <a:lnTo>
                      <a:pt x="146926" y="111985"/>
                    </a:lnTo>
                    <a:cubicBezTo>
                      <a:pt x="144574" y="114342"/>
                      <a:pt x="141383" y="115667"/>
                      <a:pt x="138054" y="115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95" name="Freeform 152">
                <a:extLst>
                  <a:ext uri="{FF2B5EF4-FFF2-40B4-BE49-F238E27FC236}">
                    <a16:creationId xmlns:a16="http://schemas.microsoft.com/office/drawing/2014/main" id="{99D34E8C-7B48-5B0A-2DEC-CE7BA8848189}"/>
                  </a:ext>
                </a:extLst>
              </p:cNvPr>
              <p:cNvSpPr/>
              <p:nvPr/>
            </p:nvSpPr>
            <p:spPr>
              <a:xfrm>
                <a:off x="6602514" y="2254254"/>
                <a:ext cx="62701" cy="53139"/>
              </a:xfrm>
              <a:custGeom>
                <a:avLst/>
                <a:gdLst>
                  <a:gd name="connsiteX0" fmla="*/ 31351 w 62701"/>
                  <a:gd name="connsiteY0" fmla="*/ 53140 h 53139"/>
                  <a:gd name="connsiteX1" fmla="*/ 0 w 62701"/>
                  <a:gd name="connsiteY1" fmla="*/ 21789 h 53139"/>
                  <a:gd name="connsiteX2" fmla="*/ 0 w 62701"/>
                  <a:gd name="connsiteY2" fmla="*/ 12540 h 53139"/>
                  <a:gd name="connsiteX3" fmla="*/ 12540 w 62701"/>
                  <a:gd name="connsiteY3" fmla="*/ 0 h 53139"/>
                  <a:gd name="connsiteX4" fmla="*/ 25081 w 62701"/>
                  <a:gd name="connsiteY4" fmla="*/ 12540 h 53139"/>
                  <a:gd name="connsiteX5" fmla="*/ 25081 w 62701"/>
                  <a:gd name="connsiteY5" fmla="*/ 21789 h 53139"/>
                  <a:gd name="connsiteX6" fmla="*/ 31351 w 62701"/>
                  <a:gd name="connsiteY6" fmla="*/ 28059 h 53139"/>
                  <a:gd name="connsiteX7" fmla="*/ 37621 w 62701"/>
                  <a:gd name="connsiteY7" fmla="*/ 21789 h 53139"/>
                  <a:gd name="connsiteX8" fmla="*/ 37621 w 62701"/>
                  <a:gd name="connsiteY8" fmla="*/ 12540 h 53139"/>
                  <a:gd name="connsiteX9" fmla="*/ 50161 w 62701"/>
                  <a:gd name="connsiteY9" fmla="*/ 0 h 53139"/>
                  <a:gd name="connsiteX10" fmla="*/ 62702 w 62701"/>
                  <a:gd name="connsiteY10" fmla="*/ 12540 h 53139"/>
                  <a:gd name="connsiteX11" fmla="*/ 62702 w 62701"/>
                  <a:gd name="connsiteY11" fmla="*/ 21789 h 53139"/>
                  <a:gd name="connsiteX12" fmla="*/ 31351 w 62701"/>
                  <a:gd name="connsiteY12" fmla="*/ 53140 h 5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701" h="53139">
                    <a:moveTo>
                      <a:pt x="31351" y="53140"/>
                    </a:moveTo>
                    <a:cubicBezTo>
                      <a:pt x="14036" y="53140"/>
                      <a:pt x="0" y="39104"/>
                      <a:pt x="0" y="21789"/>
                    </a:cubicBezTo>
                    <a:lnTo>
                      <a:pt x="0" y="12540"/>
                    </a:lnTo>
                    <a:cubicBezTo>
                      <a:pt x="0" y="5615"/>
                      <a:pt x="5614" y="0"/>
                      <a:pt x="12540" y="0"/>
                    </a:cubicBezTo>
                    <a:cubicBezTo>
                      <a:pt x="19466" y="0"/>
                      <a:pt x="25081" y="5615"/>
                      <a:pt x="25081" y="12540"/>
                    </a:cubicBezTo>
                    <a:lnTo>
                      <a:pt x="25081" y="21789"/>
                    </a:lnTo>
                    <a:cubicBezTo>
                      <a:pt x="25081" y="25252"/>
                      <a:pt x="27888" y="28059"/>
                      <a:pt x="31351" y="28059"/>
                    </a:cubicBezTo>
                    <a:cubicBezTo>
                      <a:pt x="34814" y="28059"/>
                      <a:pt x="37621" y="25252"/>
                      <a:pt x="37621" y="21789"/>
                    </a:cubicBezTo>
                    <a:lnTo>
                      <a:pt x="37621" y="12540"/>
                    </a:lnTo>
                    <a:cubicBezTo>
                      <a:pt x="37621" y="5615"/>
                      <a:pt x="43235" y="0"/>
                      <a:pt x="50161" y="0"/>
                    </a:cubicBezTo>
                    <a:cubicBezTo>
                      <a:pt x="57087" y="0"/>
                      <a:pt x="62702" y="5615"/>
                      <a:pt x="62702" y="12540"/>
                    </a:cubicBezTo>
                    <a:lnTo>
                      <a:pt x="62702" y="21789"/>
                    </a:lnTo>
                    <a:cubicBezTo>
                      <a:pt x="62702" y="39104"/>
                      <a:pt x="48665" y="53140"/>
                      <a:pt x="31351" y="53140"/>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96" name="Graphic 332">
                <a:extLst>
                  <a:ext uri="{FF2B5EF4-FFF2-40B4-BE49-F238E27FC236}">
                    <a16:creationId xmlns:a16="http://schemas.microsoft.com/office/drawing/2014/main" id="{CE6651E1-B40E-8F67-71C9-DFBADC049F68}"/>
                  </a:ext>
                </a:extLst>
              </p:cNvPr>
              <p:cNvGrpSpPr/>
              <p:nvPr/>
            </p:nvGrpSpPr>
            <p:grpSpPr>
              <a:xfrm>
                <a:off x="6698915" y="2181138"/>
                <a:ext cx="121900" cy="126255"/>
                <a:chOff x="6698915" y="2181138"/>
                <a:chExt cx="121900" cy="126255"/>
              </a:xfrm>
              <a:solidFill>
                <a:srgbClr val="EF463C"/>
              </a:solidFill>
            </p:grpSpPr>
            <p:sp>
              <p:nvSpPr>
                <p:cNvPr id="98" name="Freeform 155">
                  <a:extLst>
                    <a:ext uri="{FF2B5EF4-FFF2-40B4-BE49-F238E27FC236}">
                      <a16:creationId xmlns:a16="http://schemas.microsoft.com/office/drawing/2014/main" id="{403765CA-60F2-A64A-9340-0B6A67BA1588}"/>
                    </a:ext>
                  </a:extLst>
                </p:cNvPr>
                <p:cNvSpPr/>
                <p:nvPr/>
              </p:nvSpPr>
              <p:spPr>
                <a:xfrm>
                  <a:off x="6734527" y="2181138"/>
                  <a:ext cx="31221" cy="47157"/>
                </a:xfrm>
                <a:custGeom>
                  <a:avLst/>
                  <a:gdLst>
                    <a:gd name="connsiteX0" fmla="*/ 18675 w 31221"/>
                    <a:gd name="connsiteY0" fmla="*/ 47157 h 47157"/>
                    <a:gd name="connsiteX1" fmla="*/ 6589 w 31221"/>
                    <a:gd name="connsiteY1" fmla="*/ 37971 h 47157"/>
                    <a:gd name="connsiteX2" fmla="*/ 460 w 31221"/>
                    <a:gd name="connsiteY2" fmla="*/ 15900 h 47157"/>
                    <a:gd name="connsiteX3" fmla="*/ 9191 w 31221"/>
                    <a:gd name="connsiteY3" fmla="*/ 460 h 47157"/>
                    <a:gd name="connsiteX4" fmla="*/ 24632 w 31221"/>
                    <a:gd name="connsiteY4" fmla="*/ 9191 h 47157"/>
                    <a:gd name="connsiteX5" fmla="*/ 30761 w 31221"/>
                    <a:gd name="connsiteY5" fmla="*/ 31262 h 47157"/>
                    <a:gd name="connsiteX6" fmla="*/ 22034 w 31221"/>
                    <a:gd name="connsiteY6" fmla="*/ 46701 h 47157"/>
                    <a:gd name="connsiteX7" fmla="*/ 22030 w 31221"/>
                    <a:gd name="connsiteY7" fmla="*/ 46703 h 47157"/>
                    <a:gd name="connsiteX8" fmla="*/ 18675 w 31221"/>
                    <a:gd name="connsiteY8" fmla="*/ 47157 h 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21" h="47157">
                      <a:moveTo>
                        <a:pt x="18675" y="47157"/>
                      </a:moveTo>
                      <a:cubicBezTo>
                        <a:pt x="13040" y="47159"/>
                        <a:pt x="8097" y="43401"/>
                        <a:pt x="6589" y="37971"/>
                      </a:cubicBezTo>
                      <a:lnTo>
                        <a:pt x="460" y="15900"/>
                      </a:lnTo>
                      <a:cubicBezTo>
                        <a:pt x="-1393" y="9226"/>
                        <a:pt x="2517" y="2313"/>
                        <a:pt x="9191" y="460"/>
                      </a:cubicBezTo>
                      <a:cubicBezTo>
                        <a:pt x="15866" y="-1393"/>
                        <a:pt x="22779" y="2517"/>
                        <a:pt x="24632" y="9191"/>
                      </a:cubicBezTo>
                      <a:lnTo>
                        <a:pt x="30761" y="31262"/>
                      </a:lnTo>
                      <a:cubicBezTo>
                        <a:pt x="32614" y="37935"/>
                        <a:pt x="28707" y="44848"/>
                        <a:pt x="22034" y="46701"/>
                      </a:cubicBezTo>
                      <a:cubicBezTo>
                        <a:pt x="22033" y="46701"/>
                        <a:pt x="22031" y="46703"/>
                        <a:pt x="22030" y="46703"/>
                      </a:cubicBezTo>
                      <a:cubicBezTo>
                        <a:pt x="20935" y="46997"/>
                        <a:pt x="19808" y="47151"/>
                        <a:pt x="18675" y="47157"/>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99" name="Freeform 156">
                  <a:extLst>
                    <a:ext uri="{FF2B5EF4-FFF2-40B4-BE49-F238E27FC236}">
                      <a16:creationId xmlns:a16="http://schemas.microsoft.com/office/drawing/2014/main" id="{3556D94E-7B00-308D-B0A6-B3686E2029CE}"/>
                    </a:ext>
                  </a:extLst>
                </p:cNvPr>
                <p:cNvSpPr/>
                <p:nvPr/>
              </p:nvSpPr>
              <p:spPr>
                <a:xfrm>
                  <a:off x="6762486" y="2187024"/>
                  <a:ext cx="36918" cy="44563"/>
                </a:xfrm>
                <a:custGeom>
                  <a:avLst/>
                  <a:gdLst>
                    <a:gd name="connsiteX0" fmla="*/ 12536 w 36918"/>
                    <a:gd name="connsiteY0" fmla="*/ 44564 h 44563"/>
                    <a:gd name="connsiteX1" fmla="*/ 0 w 36918"/>
                    <a:gd name="connsiteY1" fmla="*/ 32019 h 44563"/>
                    <a:gd name="connsiteX2" fmla="*/ 1829 w 36918"/>
                    <a:gd name="connsiteY2" fmla="*/ 25502 h 44563"/>
                    <a:gd name="connsiteX3" fmla="*/ 13774 w 36918"/>
                    <a:gd name="connsiteY3" fmla="*/ 5845 h 44563"/>
                    <a:gd name="connsiteX4" fmla="*/ 31073 w 36918"/>
                    <a:gd name="connsiteY4" fmla="*/ 1939 h 44563"/>
                    <a:gd name="connsiteX5" fmla="*/ 35202 w 36918"/>
                    <a:gd name="connsiteY5" fmla="*/ 18872 h 44563"/>
                    <a:gd name="connsiteX6" fmla="*/ 23258 w 36918"/>
                    <a:gd name="connsiteY6" fmla="*/ 38529 h 44563"/>
                    <a:gd name="connsiteX7" fmla="*/ 12536 w 36918"/>
                    <a:gd name="connsiteY7" fmla="*/ 44564 h 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18" h="44563">
                      <a:moveTo>
                        <a:pt x="12536" y="44564"/>
                      </a:moveTo>
                      <a:cubicBezTo>
                        <a:pt x="5610" y="44561"/>
                        <a:pt x="-2" y="38944"/>
                        <a:pt x="0" y="32019"/>
                      </a:cubicBezTo>
                      <a:cubicBezTo>
                        <a:pt x="2" y="29719"/>
                        <a:pt x="635" y="27465"/>
                        <a:pt x="1829" y="25502"/>
                      </a:cubicBezTo>
                      <a:lnTo>
                        <a:pt x="13774" y="5845"/>
                      </a:lnTo>
                      <a:cubicBezTo>
                        <a:pt x="17472" y="-10"/>
                        <a:pt x="25217" y="-1759"/>
                        <a:pt x="31073" y="1939"/>
                      </a:cubicBezTo>
                      <a:cubicBezTo>
                        <a:pt x="36787" y="5549"/>
                        <a:pt x="38613" y="13037"/>
                        <a:pt x="35202" y="18872"/>
                      </a:cubicBezTo>
                      <a:lnTo>
                        <a:pt x="23258" y="38529"/>
                      </a:lnTo>
                      <a:cubicBezTo>
                        <a:pt x="20985" y="42277"/>
                        <a:pt x="16918" y="44564"/>
                        <a:pt x="12536" y="4456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1" name="Freeform 157">
                  <a:extLst>
                    <a:ext uri="{FF2B5EF4-FFF2-40B4-BE49-F238E27FC236}">
                      <a16:creationId xmlns:a16="http://schemas.microsoft.com/office/drawing/2014/main" id="{F264F0F7-9E49-F9F7-A7E7-27B4CFE0D71F}"/>
                    </a:ext>
                  </a:extLst>
                </p:cNvPr>
                <p:cNvSpPr/>
                <p:nvPr/>
              </p:nvSpPr>
              <p:spPr>
                <a:xfrm>
                  <a:off x="6779022" y="2221060"/>
                  <a:ext cx="41793" cy="28475"/>
                </a:xfrm>
                <a:custGeom>
                  <a:avLst/>
                  <a:gdLst>
                    <a:gd name="connsiteX0" fmla="*/ 12522 w 41793"/>
                    <a:gd name="connsiteY0" fmla="*/ 28475 h 28475"/>
                    <a:gd name="connsiteX1" fmla="*/ 0 w 41793"/>
                    <a:gd name="connsiteY1" fmla="*/ 15916 h 28475"/>
                    <a:gd name="connsiteX2" fmla="*/ 10045 w 41793"/>
                    <a:gd name="connsiteY2" fmla="*/ 3646 h 28475"/>
                    <a:gd name="connsiteX3" fmla="*/ 26880 w 41793"/>
                    <a:gd name="connsiteY3" fmla="*/ 228 h 28475"/>
                    <a:gd name="connsiteX4" fmla="*/ 41565 w 41793"/>
                    <a:gd name="connsiteY4" fmla="*/ 10173 h 28475"/>
                    <a:gd name="connsiteX5" fmla="*/ 31865 w 41793"/>
                    <a:gd name="connsiteY5" fmla="*/ 24807 h 28475"/>
                    <a:gd name="connsiteX6" fmla="*/ 15030 w 41793"/>
                    <a:gd name="connsiteY6" fmla="*/ 28225 h 28475"/>
                    <a:gd name="connsiteX7" fmla="*/ 12522 w 41793"/>
                    <a:gd name="connsiteY7" fmla="*/ 28475 h 2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93" h="28475">
                      <a:moveTo>
                        <a:pt x="12522" y="28475"/>
                      </a:moveTo>
                      <a:cubicBezTo>
                        <a:pt x="5596" y="28464"/>
                        <a:pt x="-11" y="22842"/>
                        <a:pt x="0" y="15916"/>
                      </a:cubicBezTo>
                      <a:cubicBezTo>
                        <a:pt x="9" y="9960"/>
                        <a:pt x="4207" y="4831"/>
                        <a:pt x="10045" y="3646"/>
                      </a:cubicBezTo>
                      <a:lnTo>
                        <a:pt x="26880" y="228"/>
                      </a:lnTo>
                      <a:cubicBezTo>
                        <a:pt x="33682" y="-1081"/>
                        <a:pt x="40256" y="3371"/>
                        <a:pt x="41565" y="10173"/>
                      </a:cubicBezTo>
                      <a:cubicBezTo>
                        <a:pt x="42855" y="16877"/>
                        <a:pt x="38544" y="23384"/>
                        <a:pt x="31865" y="24807"/>
                      </a:cubicBezTo>
                      <a:lnTo>
                        <a:pt x="15030" y="28225"/>
                      </a:lnTo>
                      <a:cubicBezTo>
                        <a:pt x="14205" y="28394"/>
                        <a:pt x="13363" y="28477"/>
                        <a:pt x="12522" y="2847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2" name="Freeform 158">
                  <a:extLst>
                    <a:ext uri="{FF2B5EF4-FFF2-40B4-BE49-F238E27FC236}">
                      <a16:creationId xmlns:a16="http://schemas.microsoft.com/office/drawing/2014/main" id="{1BC2C7E7-3D26-6EF7-549A-626F28B19A65}"/>
                    </a:ext>
                  </a:extLst>
                </p:cNvPr>
                <p:cNvSpPr/>
                <p:nvPr/>
              </p:nvSpPr>
              <p:spPr>
                <a:xfrm>
                  <a:off x="6774727" y="2247949"/>
                  <a:ext cx="41840" cy="35226"/>
                </a:xfrm>
                <a:custGeom>
                  <a:avLst/>
                  <a:gdLst>
                    <a:gd name="connsiteX0" fmla="*/ 29357 w 41840"/>
                    <a:gd name="connsiteY0" fmla="*/ 35226 h 35226"/>
                    <a:gd name="connsiteX1" fmla="*/ 22883 w 41840"/>
                    <a:gd name="connsiteY1" fmla="*/ 33408 h 35226"/>
                    <a:gd name="connsiteX2" fmla="*/ 5390 w 41840"/>
                    <a:gd name="connsiteY2" fmla="*/ 22843 h 35226"/>
                    <a:gd name="connsiteX3" fmla="*/ 2240 w 41840"/>
                    <a:gd name="connsiteY3" fmla="*/ 5390 h 35226"/>
                    <a:gd name="connsiteX4" fmla="*/ 18385 w 41840"/>
                    <a:gd name="connsiteY4" fmla="*/ 1446 h 35226"/>
                    <a:gd name="connsiteX5" fmla="*/ 35878 w 41840"/>
                    <a:gd name="connsiteY5" fmla="*/ 12011 h 35226"/>
                    <a:gd name="connsiteX6" fmla="*/ 39973 w 41840"/>
                    <a:gd name="connsiteY6" fmla="*/ 29267 h 35226"/>
                    <a:gd name="connsiteX7" fmla="*/ 29357 w 41840"/>
                    <a:gd name="connsiteY7" fmla="*/ 35226 h 3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40" h="35226">
                      <a:moveTo>
                        <a:pt x="29357" y="35226"/>
                      </a:moveTo>
                      <a:cubicBezTo>
                        <a:pt x="27073" y="35222"/>
                        <a:pt x="24835" y="34592"/>
                        <a:pt x="22883" y="33408"/>
                      </a:cubicBezTo>
                      <a:lnTo>
                        <a:pt x="5390" y="22843"/>
                      </a:lnTo>
                      <a:cubicBezTo>
                        <a:pt x="-299" y="18893"/>
                        <a:pt x="-1710" y="11080"/>
                        <a:pt x="2240" y="5390"/>
                      </a:cubicBezTo>
                      <a:cubicBezTo>
                        <a:pt x="5852" y="186"/>
                        <a:pt x="12779" y="-1506"/>
                        <a:pt x="18385" y="1446"/>
                      </a:cubicBezTo>
                      <a:lnTo>
                        <a:pt x="35878" y="12011"/>
                      </a:lnTo>
                      <a:cubicBezTo>
                        <a:pt x="41774" y="15645"/>
                        <a:pt x="43608" y="23371"/>
                        <a:pt x="39973" y="29267"/>
                      </a:cubicBezTo>
                      <a:cubicBezTo>
                        <a:pt x="37701" y="32954"/>
                        <a:pt x="33687" y="35206"/>
                        <a:pt x="29357" y="3522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3" name="Freeform 159">
                  <a:extLst>
                    <a:ext uri="{FF2B5EF4-FFF2-40B4-BE49-F238E27FC236}">
                      <a16:creationId xmlns:a16="http://schemas.microsoft.com/office/drawing/2014/main" id="{39816AD3-ED7B-C084-8A2E-9391BFED75FF}"/>
                    </a:ext>
                  </a:extLst>
                </p:cNvPr>
                <p:cNvSpPr/>
                <p:nvPr/>
              </p:nvSpPr>
              <p:spPr>
                <a:xfrm>
                  <a:off x="6753280" y="2265531"/>
                  <a:ext cx="29214" cy="41862"/>
                </a:xfrm>
                <a:custGeom>
                  <a:avLst/>
                  <a:gdLst>
                    <a:gd name="connsiteX0" fmla="*/ 16585 w 29214"/>
                    <a:gd name="connsiteY0" fmla="*/ 41863 h 41862"/>
                    <a:gd name="connsiteX1" fmla="*/ 4405 w 29214"/>
                    <a:gd name="connsiteY1" fmla="*/ 32269 h 41862"/>
                    <a:gd name="connsiteX2" fmla="*/ 423 w 29214"/>
                    <a:gd name="connsiteY2" fmla="*/ 15763 h 41862"/>
                    <a:gd name="connsiteX3" fmla="*/ 9324 w 29214"/>
                    <a:gd name="connsiteY3" fmla="*/ 423 h 41862"/>
                    <a:gd name="connsiteX4" fmla="*/ 24664 w 29214"/>
                    <a:gd name="connsiteY4" fmla="*/ 9325 h 41862"/>
                    <a:gd name="connsiteX5" fmla="*/ 24799 w 29214"/>
                    <a:gd name="connsiteY5" fmla="*/ 9885 h 41862"/>
                    <a:gd name="connsiteX6" fmla="*/ 28858 w 29214"/>
                    <a:gd name="connsiteY6" fmla="*/ 26375 h 41862"/>
                    <a:gd name="connsiteX7" fmla="*/ 19626 w 29214"/>
                    <a:gd name="connsiteY7" fmla="*/ 41518 h 41862"/>
                    <a:gd name="connsiteX8" fmla="*/ 19626 w 29214"/>
                    <a:gd name="connsiteY8" fmla="*/ 41518 h 41862"/>
                    <a:gd name="connsiteX9" fmla="*/ 16585 w 29214"/>
                    <a:gd name="connsiteY9" fmla="*/ 41863 h 41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214" h="41862">
                      <a:moveTo>
                        <a:pt x="16585" y="41863"/>
                      </a:moveTo>
                      <a:cubicBezTo>
                        <a:pt x="10797" y="41858"/>
                        <a:pt x="5765" y="37894"/>
                        <a:pt x="4405" y="32269"/>
                      </a:cubicBezTo>
                      <a:lnTo>
                        <a:pt x="423" y="15763"/>
                      </a:lnTo>
                      <a:cubicBezTo>
                        <a:pt x="-1354" y="9070"/>
                        <a:pt x="2630" y="2202"/>
                        <a:pt x="9324" y="423"/>
                      </a:cubicBezTo>
                      <a:cubicBezTo>
                        <a:pt x="16019" y="-1354"/>
                        <a:pt x="22886" y="2632"/>
                        <a:pt x="24664" y="9325"/>
                      </a:cubicBezTo>
                      <a:cubicBezTo>
                        <a:pt x="24712" y="9510"/>
                        <a:pt x="24758" y="9697"/>
                        <a:pt x="24799" y="9885"/>
                      </a:cubicBezTo>
                      <a:lnTo>
                        <a:pt x="28858" y="26375"/>
                      </a:lnTo>
                      <a:cubicBezTo>
                        <a:pt x="30490" y="33106"/>
                        <a:pt x="26357" y="39886"/>
                        <a:pt x="19626" y="41518"/>
                      </a:cubicBezTo>
                      <a:cubicBezTo>
                        <a:pt x="19626" y="41518"/>
                        <a:pt x="19626" y="41518"/>
                        <a:pt x="19626" y="41518"/>
                      </a:cubicBezTo>
                      <a:cubicBezTo>
                        <a:pt x="18629" y="41753"/>
                        <a:pt x="17608" y="41869"/>
                        <a:pt x="16585" y="41863"/>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4" name="Freeform 160">
                  <a:extLst>
                    <a:ext uri="{FF2B5EF4-FFF2-40B4-BE49-F238E27FC236}">
                      <a16:creationId xmlns:a16="http://schemas.microsoft.com/office/drawing/2014/main" id="{9BA87565-E5DC-883F-196D-F7C19CAF9ACB}"/>
                    </a:ext>
                  </a:extLst>
                </p:cNvPr>
                <p:cNvSpPr/>
                <p:nvPr/>
              </p:nvSpPr>
              <p:spPr>
                <a:xfrm>
                  <a:off x="6720312" y="2259509"/>
                  <a:ext cx="35042" cy="42194"/>
                </a:xfrm>
                <a:custGeom>
                  <a:avLst/>
                  <a:gdLst>
                    <a:gd name="connsiteX0" fmla="*/ 12497 w 35042"/>
                    <a:gd name="connsiteY0" fmla="*/ 42195 h 42194"/>
                    <a:gd name="connsiteX1" fmla="*/ 0 w 35042"/>
                    <a:gd name="connsiteY1" fmla="*/ 29611 h 42194"/>
                    <a:gd name="connsiteX2" fmla="*/ 1680 w 35042"/>
                    <a:gd name="connsiteY2" fmla="*/ 23384 h 42194"/>
                    <a:gd name="connsiteX3" fmla="*/ 11666 w 35042"/>
                    <a:gd name="connsiteY3" fmla="*/ 6220 h 42194"/>
                    <a:gd name="connsiteX4" fmla="*/ 28822 w 35042"/>
                    <a:gd name="connsiteY4" fmla="*/ 1713 h 42194"/>
                    <a:gd name="connsiteX5" fmla="*/ 33329 w 35042"/>
                    <a:gd name="connsiteY5" fmla="*/ 18870 h 42194"/>
                    <a:gd name="connsiteX6" fmla="*/ 23344 w 35042"/>
                    <a:gd name="connsiteY6" fmla="*/ 35972 h 42194"/>
                    <a:gd name="connsiteX7" fmla="*/ 12497 w 35042"/>
                    <a:gd name="connsiteY7" fmla="*/ 42195 h 4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42" h="42194">
                      <a:moveTo>
                        <a:pt x="12497" y="42195"/>
                      </a:moveTo>
                      <a:cubicBezTo>
                        <a:pt x="5571" y="42170"/>
                        <a:pt x="-23" y="36536"/>
                        <a:pt x="0" y="29611"/>
                      </a:cubicBezTo>
                      <a:cubicBezTo>
                        <a:pt x="8" y="27424"/>
                        <a:pt x="588" y="25278"/>
                        <a:pt x="1680" y="23384"/>
                      </a:cubicBezTo>
                      <a:lnTo>
                        <a:pt x="11666" y="6220"/>
                      </a:lnTo>
                      <a:cubicBezTo>
                        <a:pt x="15158" y="238"/>
                        <a:pt x="22841" y="-1779"/>
                        <a:pt x="28822" y="1713"/>
                      </a:cubicBezTo>
                      <a:cubicBezTo>
                        <a:pt x="34804" y="5206"/>
                        <a:pt x="36822" y="12888"/>
                        <a:pt x="33329" y="18870"/>
                      </a:cubicBezTo>
                      <a:lnTo>
                        <a:pt x="23344" y="35972"/>
                      </a:lnTo>
                      <a:cubicBezTo>
                        <a:pt x="21095" y="39829"/>
                        <a:pt x="16962" y="42200"/>
                        <a:pt x="12497" y="4219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5" name="Freeform 161">
                  <a:extLst>
                    <a:ext uri="{FF2B5EF4-FFF2-40B4-BE49-F238E27FC236}">
                      <a16:creationId xmlns:a16="http://schemas.microsoft.com/office/drawing/2014/main" id="{D9677494-F09A-36FA-3C04-52DEDE35DBC1}"/>
                    </a:ext>
                  </a:extLst>
                </p:cNvPr>
                <p:cNvSpPr/>
                <p:nvPr/>
              </p:nvSpPr>
              <p:spPr>
                <a:xfrm>
                  <a:off x="6698915" y="2238810"/>
                  <a:ext cx="43578" cy="30116"/>
                </a:xfrm>
                <a:custGeom>
                  <a:avLst/>
                  <a:gdLst>
                    <a:gd name="connsiteX0" fmla="*/ 12528 w 43578"/>
                    <a:gd name="connsiteY0" fmla="*/ 30116 h 30116"/>
                    <a:gd name="connsiteX1" fmla="*/ 0 w 43578"/>
                    <a:gd name="connsiteY1" fmla="*/ 17563 h 30116"/>
                    <a:gd name="connsiteX2" fmla="*/ 9252 w 43578"/>
                    <a:gd name="connsiteY2" fmla="*/ 5475 h 30116"/>
                    <a:gd name="connsiteX3" fmla="*/ 27921 w 43578"/>
                    <a:gd name="connsiteY3" fmla="*/ 396 h 30116"/>
                    <a:gd name="connsiteX4" fmla="*/ 43183 w 43578"/>
                    <a:gd name="connsiteY4" fmla="*/ 9429 h 30116"/>
                    <a:gd name="connsiteX5" fmla="*/ 34489 w 43578"/>
                    <a:gd name="connsiteY5" fmla="*/ 24599 h 30116"/>
                    <a:gd name="connsiteX6" fmla="*/ 15820 w 43578"/>
                    <a:gd name="connsiteY6" fmla="*/ 29677 h 30116"/>
                    <a:gd name="connsiteX7" fmla="*/ 12528 w 43578"/>
                    <a:gd name="connsiteY7" fmla="*/ 30116 h 3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8" h="30116">
                      <a:moveTo>
                        <a:pt x="12528" y="30116"/>
                      </a:moveTo>
                      <a:cubicBezTo>
                        <a:pt x="5602" y="30110"/>
                        <a:pt x="-7" y="24489"/>
                        <a:pt x="0" y="17563"/>
                      </a:cubicBezTo>
                      <a:cubicBezTo>
                        <a:pt x="6" y="11909"/>
                        <a:pt x="3795" y="6957"/>
                        <a:pt x="9252" y="5475"/>
                      </a:cubicBezTo>
                      <a:lnTo>
                        <a:pt x="27921" y="396"/>
                      </a:lnTo>
                      <a:cubicBezTo>
                        <a:pt x="34630" y="-1324"/>
                        <a:pt x="41463" y="2720"/>
                        <a:pt x="43183" y="9429"/>
                      </a:cubicBezTo>
                      <a:cubicBezTo>
                        <a:pt x="44869" y="16005"/>
                        <a:pt x="41015" y="22729"/>
                        <a:pt x="34489" y="24599"/>
                      </a:cubicBezTo>
                      <a:lnTo>
                        <a:pt x="15820" y="29677"/>
                      </a:lnTo>
                      <a:cubicBezTo>
                        <a:pt x="14747" y="29969"/>
                        <a:pt x="13640" y="30116"/>
                        <a:pt x="12528" y="3011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6" name="Freeform 162">
                  <a:extLst>
                    <a:ext uri="{FF2B5EF4-FFF2-40B4-BE49-F238E27FC236}">
                      <a16:creationId xmlns:a16="http://schemas.microsoft.com/office/drawing/2014/main" id="{B99BE4EF-225F-6888-6A50-3C6EF81C5080}"/>
                    </a:ext>
                  </a:extLst>
                </p:cNvPr>
                <p:cNvSpPr/>
                <p:nvPr/>
              </p:nvSpPr>
              <p:spPr>
                <a:xfrm>
                  <a:off x="6703187" y="2203941"/>
                  <a:ext cx="43000" cy="36753"/>
                </a:xfrm>
                <a:custGeom>
                  <a:avLst/>
                  <a:gdLst>
                    <a:gd name="connsiteX0" fmla="*/ 30436 w 43000"/>
                    <a:gd name="connsiteY0" fmla="*/ 36754 h 36753"/>
                    <a:gd name="connsiteX1" fmla="*/ 23602 w 43000"/>
                    <a:gd name="connsiteY1" fmla="*/ 34716 h 36753"/>
                    <a:gd name="connsiteX2" fmla="*/ 5700 w 43000"/>
                    <a:gd name="connsiteY2" fmla="*/ 23053 h 36753"/>
                    <a:gd name="connsiteX3" fmla="*/ 2032 w 43000"/>
                    <a:gd name="connsiteY3" fmla="*/ 5701 h 36753"/>
                    <a:gd name="connsiteX4" fmla="*/ 19385 w 43000"/>
                    <a:gd name="connsiteY4" fmla="*/ 2033 h 36753"/>
                    <a:gd name="connsiteX5" fmla="*/ 37286 w 43000"/>
                    <a:gd name="connsiteY5" fmla="*/ 13695 h 36753"/>
                    <a:gd name="connsiteX6" fmla="*/ 40976 w 43000"/>
                    <a:gd name="connsiteY6" fmla="*/ 31042 h 36753"/>
                    <a:gd name="connsiteX7" fmla="*/ 30436 w 43000"/>
                    <a:gd name="connsiteY7" fmla="*/ 36754 h 36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000" h="36753">
                      <a:moveTo>
                        <a:pt x="30436" y="36754"/>
                      </a:moveTo>
                      <a:cubicBezTo>
                        <a:pt x="28008" y="36751"/>
                        <a:pt x="25635" y="36042"/>
                        <a:pt x="23602" y="34716"/>
                      </a:cubicBezTo>
                      <a:lnTo>
                        <a:pt x="5700" y="23053"/>
                      </a:lnTo>
                      <a:cubicBezTo>
                        <a:pt x="-104" y="19274"/>
                        <a:pt x="-1746" y="11505"/>
                        <a:pt x="2032" y="5701"/>
                      </a:cubicBezTo>
                      <a:cubicBezTo>
                        <a:pt x="5811" y="-104"/>
                        <a:pt x="13581" y="-1747"/>
                        <a:pt x="19385" y="2033"/>
                      </a:cubicBezTo>
                      <a:lnTo>
                        <a:pt x="37286" y="13695"/>
                      </a:lnTo>
                      <a:cubicBezTo>
                        <a:pt x="43096" y="17467"/>
                        <a:pt x="44748" y="25232"/>
                        <a:pt x="40976" y="31042"/>
                      </a:cubicBezTo>
                      <a:cubicBezTo>
                        <a:pt x="38660" y="34611"/>
                        <a:pt x="34691" y="36762"/>
                        <a:pt x="30436" y="3675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7" name="Freeform 163">
                  <a:extLst>
                    <a:ext uri="{FF2B5EF4-FFF2-40B4-BE49-F238E27FC236}">
                      <a16:creationId xmlns:a16="http://schemas.microsoft.com/office/drawing/2014/main" id="{B4F3BBD3-200D-C720-3A78-4D8135EBE978}"/>
                    </a:ext>
                  </a:extLst>
                </p:cNvPr>
                <p:cNvSpPr/>
                <p:nvPr/>
              </p:nvSpPr>
              <p:spPr>
                <a:xfrm>
                  <a:off x="6717310" y="2202400"/>
                  <a:ext cx="85595" cy="85587"/>
                </a:xfrm>
                <a:custGeom>
                  <a:avLst/>
                  <a:gdLst>
                    <a:gd name="connsiteX0" fmla="*/ 42727 w 85595"/>
                    <a:gd name="connsiteY0" fmla="*/ 85588 h 85587"/>
                    <a:gd name="connsiteX1" fmla="*/ 0 w 85595"/>
                    <a:gd name="connsiteY1" fmla="*/ 42727 h 85587"/>
                    <a:gd name="connsiteX2" fmla="*/ 42860 w 85595"/>
                    <a:gd name="connsiteY2" fmla="*/ 0 h 85587"/>
                    <a:gd name="connsiteX3" fmla="*/ 84455 w 85595"/>
                    <a:gd name="connsiteY3" fmla="*/ 33013 h 85587"/>
                    <a:gd name="connsiteX4" fmla="*/ 84455 w 85595"/>
                    <a:gd name="connsiteY4" fmla="*/ 33013 h 85587"/>
                    <a:gd name="connsiteX5" fmla="*/ 52586 w 85595"/>
                    <a:gd name="connsiteY5" fmla="*/ 84444 h 85587"/>
                    <a:gd name="connsiteX6" fmla="*/ 42727 w 85595"/>
                    <a:gd name="connsiteY6" fmla="*/ 85588 h 85587"/>
                    <a:gd name="connsiteX7" fmla="*/ 42883 w 85595"/>
                    <a:gd name="connsiteY7" fmla="*/ 25049 h 85587"/>
                    <a:gd name="connsiteX8" fmla="*/ 38808 w 85595"/>
                    <a:gd name="connsiteY8" fmla="*/ 25520 h 85587"/>
                    <a:gd name="connsiteX9" fmla="*/ 25664 w 85595"/>
                    <a:gd name="connsiteY9" fmla="*/ 46818 h 85587"/>
                    <a:gd name="connsiteX10" fmla="*/ 46962 w 85595"/>
                    <a:gd name="connsiteY10" fmla="*/ 59963 h 85587"/>
                    <a:gd name="connsiteX11" fmla="*/ 60126 w 85595"/>
                    <a:gd name="connsiteY11" fmla="*/ 38750 h 85587"/>
                    <a:gd name="connsiteX12" fmla="*/ 60126 w 85595"/>
                    <a:gd name="connsiteY12" fmla="*/ 38750 h 85587"/>
                    <a:gd name="connsiteX13" fmla="*/ 42883 w 85595"/>
                    <a:gd name="connsiteY13" fmla="*/ 25049 h 8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595" h="85587">
                      <a:moveTo>
                        <a:pt x="42727" y="85588"/>
                      </a:moveTo>
                      <a:cubicBezTo>
                        <a:pt x="19093" y="85550"/>
                        <a:pt x="-38" y="66362"/>
                        <a:pt x="0" y="42727"/>
                      </a:cubicBezTo>
                      <a:cubicBezTo>
                        <a:pt x="36" y="19093"/>
                        <a:pt x="19226" y="-38"/>
                        <a:pt x="42860" y="0"/>
                      </a:cubicBezTo>
                      <a:cubicBezTo>
                        <a:pt x="62702" y="31"/>
                        <a:pt x="79920" y="13697"/>
                        <a:pt x="84455" y="33013"/>
                      </a:cubicBezTo>
                      <a:lnTo>
                        <a:pt x="84455" y="33013"/>
                      </a:lnTo>
                      <a:cubicBezTo>
                        <a:pt x="89850" y="56015"/>
                        <a:pt x="75585" y="79036"/>
                        <a:pt x="52586" y="84444"/>
                      </a:cubicBezTo>
                      <a:cubicBezTo>
                        <a:pt x="49354" y="85202"/>
                        <a:pt x="46047" y="85586"/>
                        <a:pt x="42727" y="85588"/>
                      </a:cubicBezTo>
                      <a:close/>
                      <a:moveTo>
                        <a:pt x="42883" y="25049"/>
                      </a:moveTo>
                      <a:cubicBezTo>
                        <a:pt x="41512" y="25051"/>
                        <a:pt x="40143" y="25209"/>
                        <a:pt x="38808" y="25520"/>
                      </a:cubicBezTo>
                      <a:cubicBezTo>
                        <a:pt x="29296" y="27771"/>
                        <a:pt x="23411" y="37308"/>
                        <a:pt x="25664" y="46818"/>
                      </a:cubicBezTo>
                      <a:cubicBezTo>
                        <a:pt x="27915" y="56330"/>
                        <a:pt x="37450" y="62214"/>
                        <a:pt x="46962" y="59963"/>
                      </a:cubicBezTo>
                      <a:cubicBezTo>
                        <a:pt x="56439" y="57719"/>
                        <a:pt x="62322" y="48238"/>
                        <a:pt x="60126" y="38750"/>
                      </a:cubicBezTo>
                      <a:lnTo>
                        <a:pt x="60126" y="38750"/>
                      </a:lnTo>
                      <a:cubicBezTo>
                        <a:pt x="58252" y="30736"/>
                        <a:pt x="51113" y="25065"/>
                        <a:pt x="42883" y="25049"/>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97" name="Freeform 154">
                <a:extLst>
                  <a:ext uri="{FF2B5EF4-FFF2-40B4-BE49-F238E27FC236}">
                    <a16:creationId xmlns:a16="http://schemas.microsoft.com/office/drawing/2014/main" id="{F377129F-3C9D-E3D2-F2B3-79FC521147B9}"/>
                  </a:ext>
                </a:extLst>
              </p:cNvPr>
              <p:cNvSpPr/>
              <p:nvPr/>
            </p:nvSpPr>
            <p:spPr>
              <a:xfrm>
                <a:off x="6717586" y="2109858"/>
                <a:ext cx="54608" cy="54606"/>
              </a:xfrm>
              <a:custGeom>
                <a:avLst/>
                <a:gdLst>
                  <a:gd name="connsiteX0" fmla="*/ 42074 w 54608"/>
                  <a:gd name="connsiteY0" fmla="*/ 54607 h 54606"/>
                  <a:gd name="connsiteX1" fmla="*/ 33202 w 54608"/>
                  <a:gd name="connsiteY1" fmla="*/ 50939 h 54606"/>
                  <a:gd name="connsiteX2" fmla="*/ 3669 w 54608"/>
                  <a:gd name="connsiteY2" fmla="*/ 21406 h 54606"/>
                  <a:gd name="connsiteX3" fmla="*/ 3677 w 54608"/>
                  <a:gd name="connsiteY3" fmla="*/ 3669 h 54606"/>
                  <a:gd name="connsiteX4" fmla="*/ 21414 w 54608"/>
                  <a:gd name="connsiteY4" fmla="*/ 3677 h 54606"/>
                  <a:gd name="connsiteX5" fmla="*/ 50931 w 54608"/>
                  <a:gd name="connsiteY5" fmla="*/ 33194 h 54606"/>
                  <a:gd name="connsiteX6" fmla="*/ 50940 w 54608"/>
                  <a:gd name="connsiteY6" fmla="*/ 50929 h 54606"/>
                  <a:gd name="connsiteX7" fmla="*/ 42074 w 54608"/>
                  <a:gd name="connsiteY7" fmla="*/ 54607 h 5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608" h="54606">
                    <a:moveTo>
                      <a:pt x="42074" y="54607"/>
                    </a:moveTo>
                    <a:cubicBezTo>
                      <a:pt x="38748" y="54609"/>
                      <a:pt x="35556" y="53290"/>
                      <a:pt x="33202" y="50939"/>
                    </a:cubicBezTo>
                    <a:lnTo>
                      <a:pt x="3669" y="21406"/>
                    </a:lnTo>
                    <a:cubicBezTo>
                      <a:pt x="-1226" y="16506"/>
                      <a:pt x="-1223" y="8565"/>
                      <a:pt x="3677" y="3669"/>
                    </a:cubicBezTo>
                    <a:cubicBezTo>
                      <a:pt x="8577" y="-1226"/>
                      <a:pt x="16519" y="-1223"/>
                      <a:pt x="21414" y="3677"/>
                    </a:cubicBezTo>
                    <a:lnTo>
                      <a:pt x="50931" y="33194"/>
                    </a:lnTo>
                    <a:cubicBezTo>
                      <a:pt x="55831" y="38089"/>
                      <a:pt x="55836" y="46029"/>
                      <a:pt x="50940" y="50929"/>
                    </a:cubicBezTo>
                    <a:cubicBezTo>
                      <a:pt x="48590" y="53282"/>
                      <a:pt x="45401" y="54605"/>
                      <a:pt x="42074" y="5460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34" name="Group 33">
            <a:extLst>
              <a:ext uri="{FF2B5EF4-FFF2-40B4-BE49-F238E27FC236}">
                <a16:creationId xmlns:a16="http://schemas.microsoft.com/office/drawing/2014/main" id="{A424EF37-4E40-9046-C651-CBA159A91DF2}"/>
              </a:ext>
            </a:extLst>
          </p:cNvPr>
          <p:cNvGrpSpPr/>
          <p:nvPr/>
        </p:nvGrpSpPr>
        <p:grpSpPr>
          <a:xfrm>
            <a:off x="9961728" y="1490179"/>
            <a:ext cx="471791" cy="471791"/>
            <a:chOff x="9817805" y="1942177"/>
            <a:chExt cx="471791" cy="471791"/>
          </a:xfrm>
        </p:grpSpPr>
        <p:sp>
          <p:nvSpPr>
            <p:cNvPr id="84" name="Oval 83">
              <a:extLst>
                <a:ext uri="{FF2B5EF4-FFF2-40B4-BE49-F238E27FC236}">
                  <a16:creationId xmlns:a16="http://schemas.microsoft.com/office/drawing/2014/main" id="{644371E2-8B61-4133-9F1D-0F13F74D8D26}"/>
                </a:ext>
              </a:extLst>
            </p:cNvPr>
            <p:cNvSpPr/>
            <p:nvPr/>
          </p:nvSpPr>
          <p:spPr>
            <a:xfrm>
              <a:off x="9817805"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85" name="Graphic 334">
              <a:extLst>
                <a:ext uri="{FF2B5EF4-FFF2-40B4-BE49-F238E27FC236}">
                  <a16:creationId xmlns:a16="http://schemas.microsoft.com/office/drawing/2014/main" id="{A136E11C-04F3-E1F1-B7E5-8D869D87449A}"/>
                </a:ext>
              </a:extLst>
            </p:cNvPr>
            <p:cNvGrpSpPr/>
            <p:nvPr/>
          </p:nvGrpSpPr>
          <p:grpSpPr>
            <a:xfrm>
              <a:off x="9951565" y="2036935"/>
              <a:ext cx="204378" cy="282424"/>
              <a:chOff x="9951565" y="2036935"/>
              <a:chExt cx="204378" cy="282424"/>
            </a:xfrm>
          </p:grpSpPr>
          <p:sp>
            <p:nvSpPr>
              <p:cNvPr id="86" name="Freeform 143">
                <a:extLst>
                  <a:ext uri="{FF2B5EF4-FFF2-40B4-BE49-F238E27FC236}">
                    <a16:creationId xmlns:a16="http://schemas.microsoft.com/office/drawing/2014/main" id="{3EC8B044-B0B8-E2EA-05BD-8F99B854E518}"/>
                  </a:ext>
                </a:extLst>
              </p:cNvPr>
              <p:cNvSpPr/>
              <p:nvPr/>
            </p:nvSpPr>
            <p:spPr>
              <a:xfrm>
                <a:off x="10075099" y="2179856"/>
                <a:ext cx="80844" cy="136661"/>
              </a:xfrm>
              <a:custGeom>
                <a:avLst/>
                <a:gdLst>
                  <a:gd name="connsiteX0" fmla="*/ 56016 w 80844"/>
                  <a:gd name="connsiteY0" fmla="*/ 136661 h 136661"/>
                  <a:gd name="connsiteX1" fmla="*/ 24749 w 80844"/>
                  <a:gd name="connsiteY1" fmla="*/ 114256 h 136661"/>
                  <a:gd name="connsiteX2" fmla="*/ 1674 w 80844"/>
                  <a:gd name="connsiteY2" fmla="*/ 91516 h 136661"/>
                  <a:gd name="connsiteX3" fmla="*/ 2510 w 80844"/>
                  <a:gd name="connsiteY3" fmla="*/ 77136 h 136661"/>
                  <a:gd name="connsiteX4" fmla="*/ 28762 w 80844"/>
                  <a:gd name="connsiteY4" fmla="*/ 12261 h 136661"/>
                  <a:gd name="connsiteX5" fmla="*/ 43141 w 80844"/>
                  <a:gd name="connsiteY5" fmla="*/ 55 h 136661"/>
                  <a:gd name="connsiteX6" fmla="*/ 50331 w 80844"/>
                  <a:gd name="connsiteY6" fmla="*/ 2897 h 136661"/>
                  <a:gd name="connsiteX7" fmla="*/ 79759 w 80844"/>
                  <a:gd name="connsiteY7" fmla="*/ 46371 h 136661"/>
                  <a:gd name="connsiteX8" fmla="*/ 76749 w 80844"/>
                  <a:gd name="connsiteY8" fmla="*/ 92017 h 136661"/>
                  <a:gd name="connsiteX9" fmla="*/ 67720 w 80844"/>
                  <a:gd name="connsiteY9" fmla="*/ 130642 h 136661"/>
                  <a:gd name="connsiteX10" fmla="*/ 57688 w 80844"/>
                  <a:gd name="connsiteY10" fmla="*/ 136494 h 136661"/>
                  <a:gd name="connsiteX11" fmla="*/ 56016 w 80844"/>
                  <a:gd name="connsiteY11" fmla="*/ 136661 h 136661"/>
                  <a:gd name="connsiteX12" fmla="*/ 30768 w 80844"/>
                  <a:gd name="connsiteY12" fmla="*/ 83156 h 136661"/>
                  <a:gd name="connsiteX13" fmla="*/ 48324 w 80844"/>
                  <a:gd name="connsiteY13" fmla="*/ 99374 h 136661"/>
                  <a:gd name="connsiteX14" fmla="*/ 54009 w 80844"/>
                  <a:gd name="connsiteY14" fmla="*/ 53728 h 136661"/>
                  <a:gd name="connsiteX15" fmla="*/ 49662 w 80844"/>
                  <a:gd name="connsiteY15" fmla="*/ 43194 h 136661"/>
                  <a:gd name="connsiteX16" fmla="*/ 30768 w 80844"/>
                  <a:gd name="connsiteY16" fmla="*/ 83156 h 136661"/>
                  <a:gd name="connsiteX17" fmla="*/ 30768 w 80844"/>
                  <a:gd name="connsiteY17" fmla="*/ 83156 h 136661"/>
                  <a:gd name="connsiteX18" fmla="*/ 24247 w 80844"/>
                  <a:gd name="connsiteY18" fmla="*/ 92686 h 136661"/>
                  <a:gd name="connsiteX19" fmla="*/ 24247 w 80844"/>
                  <a:gd name="connsiteY19" fmla="*/ 92686 h 136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0844" h="136661">
                    <a:moveTo>
                      <a:pt x="56016" y="136661"/>
                    </a:moveTo>
                    <a:cubicBezTo>
                      <a:pt x="50498" y="136661"/>
                      <a:pt x="45984" y="133651"/>
                      <a:pt x="24749" y="114256"/>
                    </a:cubicBezTo>
                    <a:cubicBezTo>
                      <a:pt x="3179" y="94526"/>
                      <a:pt x="2510" y="93188"/>
                      <a:pt x="1674" y="91516"/>
                    </a:cubicBezTo>
                    <a:cubicBezTo>
                      <a:pt x="-834" y="87001"/>
                      <a:pt x="-499" y="81484"/>
                      <a:pt x="2510" y="77136"/>
                    </a:cubicBezTo>
                    <a:cubicBezTo>
                      <a:pt x="17726" y="55901"/>
                      <a:pt x="27089" y="32827"/>
                      <a:pt x="28762" y="12261"/>
                    </a:cubicBezTo>
                    <a:cubicBezTo>
                      <a:pt x="29430" y="4904"/>
                      <a:pt x="35784" y="-614"/>
                      <a:pt x="43141" y="55"/>
                    </a:cubicBezTo>
                    <a:cubicBezTo>
                      <a:pt x="45816" y="222"/>
                      <a:pt x="48324" y="1225"/>
                      <a:pt x="50331" y="2897"/>
                    </a:cubicBezTo>
                    <a:cubicBezTo>
                      <a:pt x="64209" y="14100"/>
                      <a:pt x="74408" y="29316"/>
                      <a:pt x="79759" y="46371"/>
                    </a:cubicBezTo>
                    <a:cubicBezTo>
                      <a:pt x="80762" y="49547"/>
                      <a:pt x="82601" y="56236"/>
                      <a:pt x="76749" y="92017"/>
                    </a:cubicBezTo>
                    <a:cubicBezTo>
                      <a:pt x="71064" y="125793"/>
                      <a:pt x="68891" y="129137"/>
                      <a:pt x="67720" y="130642"/>
                    </a:cubicBezTo>
                    <a:cubicBezTo>
                      <a:pt x="65379" y="133986"/>
                      <a:pt x="61701" y="136159"/>
                      <a:pt x="57688" y="136494"/>
                    </a:cubicBezTo>
                    <a:cubicBezTo>
                      <a:pt x="57019" y="136494"/>
                      <a:pt x="56518" y="136661"/>
                      <a:pt x="56016" y="136661"/>
                    </a:cubicBezTo>
                    <a:close/>
                    <a:moveTo>
                      <a:pt x="30768" y="83156"/>
                    </a:moveTo>
                    <a:cubicBezTo>
                      <a:pt x="35784" y="87837"/>
                      <a:pt x="42305" y="94024"/>
                      <a:pt x="48324" y="99374"/>
                    </a:cubicBezTo>
                    <a:cubicBezTo>
                      <a:pt x="51501" y="82320"/>
                      <a:pt x="54845" y="59747"/>
                      <a:pt x="54009" y="53728"/>
                    </a:cubicBezTo>
                    <a:cubicBezTo>
                      <a:pt x="52839" y="50049"/>
                      <a:pt x="51501" y="46538"/>
                      <a:pt x="49662" y="43194"/>
                    </a:cubicBezTo>
                    <a:cubicBezTo>
                      <a:pt x="45148" y="57239"/>
                      <a:pt x="38794" y="70615"/>
                      <a:pt x="30768" y="83156"/>
                    </a:cubicBezTo>
                    <a:lnTo>
                      <a:pt x="30768" y="83156"/>
                    </a:lnTo>
                    <a:close/>
                    <a:moveTo>
                      <a:pt x="24247" y="92686"/>
                    </a:moveTo>
                    <a:lnTo>
                      <a:pt x="24247" y="92686"/>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7" name="Freeform 144">
                <a:extLst>
                  <a:ext uri="{FF2B5EF4-FFF2-40B4-BE49-F238E27FC236}">
                    <a16:creationId xmlns:a16="http://schemas.microsoft.com/office/drawing/2014/main" id="{A6B760AF-06F6-1DE8-250D-5848DCAC29EB}"/>
                  </a:ext>
                </a:extLst>
              </p:cNvPr>
              <p:cNvSpPr/>
              <p:nvPr/>
            </p:nvSpPr>
            <p:spPr>
              <a:xfrm>
                <a:off x="9951565" y="2182212"/>
                <a:ext cx="80901" cy="136478"/>
              </a:xfrm>
              <a:custGeom>
                <a:avLst/>
                <a:gdLst>
                  <a:gd name="connsiteX0" fmla="*/ 24718 w 80901"/>
                  <a:gd name="connsiteY0" fmla="*/ 136479 h 136478"/>
                  <a:gd name="connsiteX1" fmla="*/ 23214 w 80901"/>
                  <a:gd name="connsiteY1" fmla="*/ 136479 h 136478"/>
                  <a:gd name="connsiteX2" fmla="*/ 13181 w 80901"/>
                  <a:gd name="connsiteY2" fmla="*/ 130627 h 136478"/>
                  <a:gd name="connsiteX3" fmla="*/ 4152 w 80901"/>
                  <a:gd name="connsiteY3" fmla="*/ 92003 h 136478"/>
                  <a:gd name="connsiteX4" fmla="*/ 1143 w 80901"/>
                  <a:gd name="connsiteY4" fmla="*/ 46356 h 136478"/>
                  <a:gd name="connsiteX5" fmla="*/ 1143 w 80901"/>
                  <a:gd name="connsiteY5" fmla="*/ 46356 h 136478"/>
                  <a:gd name="connsiteX6" fmla="*/ 30571 w 80901"/>
                  <a:gd name="connsiteY6" fmla="*/ 2882 h 136478"/>
                  <a:gd name="connsiteX7" fmla="*/ 49297 w 80901"/>
                  <a:gd name="connsiteY7" fmla="*/ 5056 h 136478"/>
                  <a:gd name="connsiteX8" fmla="*/ 52140 w 80901"/>
                  <a:gd name="connsiteY8" fmla="*/ 12246 h 136478"/>
                  <a:gd name="connsiteX9" fmla="*/ 78391 w 80901"/>
                  <a:gd name="connsiteY9" fmla="*/ 77121 h 136478"/>
                  <a:gd name="connsiteX10" fmla="*/ 79227 w 80901"/>
                  <a:gd name="connsiteY10" fmla="*/ 91501 h 136478"/>
                  <a:gd name="connsiteX11" fmla="*/ 56153 w 80901"/>
                  <a:gd name="connsiteY11" fmla="*/ 114241 h 136478"/>
                  <a:gd name="connsiteX12" fmla="*/ 24718 w 80901"/>
                  <a:gd name="connsiteY12" fmla="*/ 136479 h 136478"/>
                  <a:gd name="connsiteX13" fmla="*/ 26725 w 80901"/>
                  <a:gd name="connsiteY13" fmla="*/ 53545 h 136478"/>
                  <a:gd name="connsiteX14" fmla="*/ 32410 w 80901"/>
                  <a:gd name="connsiteY14" fmla="*/ 99192 h 136478"/>
                  <a:gd name="connsiteX15" fmla="*/ 49966 w 80901"/>
                  <a:gd name="connsiteY15" fmla="*/ 82973 h 136478"/>
                  <a:gd name="connsiteX16" fmla="*/ 31072 w 80901"/>
                  <a:gd name="connsiteY16" fmla="*/ 43012 h 136478"/>
                  <a:gd name="connsiteX17" fmla="*/ 26725 w 80901"/>
                  <a:gd name="connsiteY17" fmla="*/ 53545 h 136478"/>
                  <a:gd name="connsiteX18" fmla="*/ 56487 w 80901"/>
                  <a:gd name="connsiteY18" fmla="*/ 92671 h 136478"/>
                  <a:gd name="connsiteX19" fmla="*/ 56487 w 80901"/>
                  <a:gd name="connsiteY19" fmla="*/ 92671 h 136478"/>
                  <a:gd name="connsiteX20" fmla="*/ 26558 w 80901"/>
                  <a:gd name="connsiteY20" fmla="*/ 53880 h 136478"/>
                  <a:gd name="connsiteX21" fmla="*/ 26558 w 80901"/>
                  <a:gd name="connsiteY21" fmla="*/ 53880 h 136478"/>
                  <a:gd name="connsiteX22" fmla="*/ 26558 w 80901"/>
                  <a:gd name="connsiteY22" fmla="*/ 53880 h 136478"/>
                  <a:gd name="connsiteX23" fmla="*/ 13850 w 80901"/>
                  <a:gd name="connsiteY23" fmla="*/ 50034 h 136478"/>
                  <a:gd name="connsiteX24" fmla="*/ 13850 w 80901"/>
                  <a:gd name="connsiteY24" fmla="*/ 50034 h 13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0901" h="136478">
                    <a:moveTo>
                      <a:pt x="24718" y="136479"/>
                    </a:moveTo>
                    <a:cubicBezTo>
                      <a:pt x="24217" y="136479"/>
                      <a:pt x="23715" y="136479"/>
                      <a:pt x="23214" y="136479"/>
                    </a:cubicBezTo>
                    <a:cubicBezTo>
                      <a:pt x="19201" y="136145"/>
                      <a:pt x="15522" y="133971"/>
                      <a:pt x="13181" y="130627"/>
                    </a:cubicBezTo>
                    <a:cubicBezTo>
                      <a:pt x="12011" y="128955"/>
                      <a:pt x="9837" y="125778"/>
                      <a:pt x="4152" y="92003"/>
                    </a:cubicBezTo>
                    <a:cubicBezTo>
                      <a:pt x="-1867" y="56221"/>
                      <a:pt x="139" y="49533"/>
                      <a:pt x="1143" y="46356"/>
                    </a:cubicBezTo>
                    <a:lnTo>
                      <a:pt x="1143" y="46356"/>
                    </a:lnTo>
                    <a:cubicBezTo>
                      <a:pt x="6493" y="29301"/>
                      <a:pt x="16693" y="14085"/>
                      <a:pt x="30571" y="2882"/>
                    </a:cubicBezTo>
                    <a:cubicBezTo>
                      <a:pt x="36423" y="-1632"/>
                      <a:pt x="44783" y="-796"/>
                      <a:pt x="49297" y="5056"/>
                    </a:cubicBezTo>
                    <a:cubicBezTo>
                      <a:pt x="50969" y="7063"/>
                      <a:pt x="51973" y="9571"/>
                      <a:pt x="52140" y="12246"/>
                    </a:cubicBezTo>
                    <a:cubicBezTo>
                      <a:pt x="53812" y="32812"/>
                      <a:pt x="63175" y="55886"/>
                      <a:pt x="78391" y="77121"/>
                    </a:cubicBezTo>
                    <a:cubicBezTo>
                      <a:pt x="81401" y="81301"/>
                      <a:pt x="81735" y="86986"/>
                      <a:pt x="79227" y="91501"/>
                    </a:cubicBezTo>
                    <a:cubicBezTo>
                      <a:pt x="78391" y="93006"/>
                      <a:pt x="77555" y="94343"/>
                      <a:pt x="56153" y="114241"/>
                    </a:cubicBezTo>
                    <a:cubicBezTo>
                      <a:pt x="34751" y="133469"/>
                      <a:pt x="30236" y="136479"/>
                      <a:pt x="24718" y="136479"/>
                    </a:cubicBezTo>
                    <a:close/>
                    <a:moveTo>
                      <a:pt x="26725" y="53545"/>
                    </a:moveTo>
                    <a:cubicBezTo>
                      <a:pt x="25889" y="59565"/>
                      <a:pt x="29400" y="82137"/>
                      <a:pt x="32410" y="99192"/>
                    </a:cubicBezTo>
                    <a:cubicBezTo>
                      <a:pt x="38262" y="93842"/>
                      <a:pt x="44950" y="87655"/>
                      <a:pt x="49966" y="82973"/>
                    </a:cubicBezTo>
                    <a:cubicBezTo>
                      <a:pt x="41940" y="70600"/>
                      <a:pt x="35587" y="57057"/>
                      <a:pt x="31072" y="43012"/>
                    </a:cubicBezTo>
                    <a:cubicBezTo>
                      <a:pt x="29233" y="46356"/>
                      <a:pt x="27728" y="49867"/>
                      <a:pt x="26725" y="53545"/>
                    </a:cubicBezTo>
                    <a:close/>
                    <a:moveTo>
                      <a:pt x="56487" y="92671"/>
                    </a:moveTo>
                    <a:lnTo>
                      <a:pt x="56487" y="92671"/>
                    </a:lnTo>
                    <a:close/>
                    <a:moveTo>
                      <a:pt x="26558" y="53880"/>
                    </a:moveTo>
                    <a:lnTo>
                      <a:pt x="26558" y="53880"/>
                    </a:lnTo>
                    <a:lnTo>
                      <a:pt x="26558" y="53880"/>
                    </a:lnTo>
                    <a:close/>
                    <a:moveTo>
                      <a:pt x="13850" y="50034"/>
                    </a:moveTo>
                    <a:lnTo>
                      <a:pt x="13850" y="50034"/>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8" name="Freeform 145">
                <a:extLst>
                  <a:ext uri="{FF2B5EF4-FFF2-40B4-BE49-F238E27FC236}">
                    <a16:creationId xmlns:a16="http://schemas.microsoft.com/office/drawing/2014/main" id="{5B63AAB1-A7AC-B0C7-1C66-3B04B5CBF7E3}"/>
                  </a:ext>
                </a:extLst>
              </p:cNvPr>
              <p:cNvSpPr/>
              <p:nvPr/>
            </p:nvSpPr>
            <p:spPr>
              <a:xfrm>
                <a:off x="9976589" y="2036935"/>
                <a:ext cx="153728" cy="247979"/>
              </a:xfrm>
              <a:custGeom>
                <a:avLst/>
                <a:gdLst>
                  <a:gd name="connsiteX0" fmla="*/ 107040 w 153728"/>
                  <a:gd name="connsiteY0" fmla="*/ 247980 h 247979"/>
                  <a:gd name="connsiteX1" fmla="*/ 46847 w 153728"/>
                  <a:gd name="connsiteY1" fmla="*/ 247980 h 247979"/>
                  <a:gd name="connsiteX2" fmla="*/ 36814 w 153728"/>
                  <a:gd name="connsiteY2" fmla="*/ 243465 h 247979"/>
                  <a:gd name="connsiteX3" fmla="*/ 1200 w 153728"/>
                  <a:gd name="connsiteY3" fmla="*/ 167053 h 247979"/>
                  <a:gd name="connsiteX4" fmla="*/ 11734 w 153728"/>
                  <a:gd name="connsiteY4" fmla="*/ 92814 h 247979"/>
                  <a:gd name="connsiteX5" fmla="*/ 42834 w 153728"/>
                  <a:gd name="connsiteY5" fmla="*/ 32286 h 247979"/>
                  <a:gd name="connsiteX6" fmla="*/ 76442 w 153728"/>
                  <a:gd name="connsiteY6" fmla="*/ 16 h 247979"/>
                  <a:gd name="connsiteX7" fmla="*/ 100018 w 153728"/>
                  <a:gd name="connsiteY7" fmla="*/ 18241 h 247979"/>
                  <a:gd name="connsiteX8" fmla="*/ 111053 w 153728"/>
                  <a:gd name="connsiteY8" fmla="*/ 31952 h 247979"/>
                  <a:gd name="connsiteX9" fmla="*/ 111221 w 153728"/>
                  <a:gd name="connsiteY9" fmla="*/ 32119 h 247979"/>
                  <a:gd name="connsiteX10" fmla="*/ 152854 w 153728"/>
                  <a:gd name="connsiteY10" fmla="*/ 166217 h 247979"/>
                  <a:gd name="connsiteX11" fmla="*/ 152687 w 153728"/>
                  <a:gd name="connsiteY11" fmla="*/ 167053 h 247979"/>
                  <a:gd name="connsiteX12" fmla="*/ 117240 w 153728"/>
                  <a:gd name="connsiteY12" fmla="*/ 243131 h 247979"/>
                  <a:gd name="connsiteX13" fmla="*/ 107040 w 153728"/>
                  <a:gd name="connsiteY13" fmla="*/ 247980 h 247979"/>
                  <a:gd name="connsiteX14" fmla="*/ 53368 w 153728"/>
                  <a:gd name="connsiteY14" fmla="*/ 221227 h 247979"/>
                  <a:gd name="connsiteX15" fmla="*/ 100352 w 153728"/>
                  <a:gd name="connsiteY15" fmla="*/ 221227 h 247979"/>
                  <a:gd name="connsiteX16" fmla="*/ 126269 w 153728"/>
                  <a:gd name="connsiteY16" fmla="*/ 163040 h 247979"/>
                  <a:gd name="connsiteX17" fmla="*/ 89818 w 153728"/>
                  <a:gd name="connsiteY17" fmla="*/ 48170 h 247979"/>
                  <a:gd name="connsiteX18" fmla="*/ 76776 w 153728"/>
                  <a:gd name="connsiteY18" fmla="*/ 31952 h 247979"/>
                  <a:gd name="connsiteX19" fmla="*/ 64403 w 153728"/>
                  <a:gd name="connsiteY19" fmla="*/ 48003 h 247979"/>
                  <a:gd name="connsiteX20" fmla="*/ 27618 w 153728"/>
                  <a:gd name="connsiteY20" fmla="*/ 162706 h 247979"/>
                  <a:gd name="connsiteX21" fmla="*/ 53368 w 153728"/>
                  <a:gd name="connsiteY21" fmla="*/ 221227 h 247979"/>
                  <a:gd name="connsiteX22" fmla="*/ 139478 w 153728"/>
                  <a:gd name="connsiteY22" fmla="*/ 164712 h 247979"/>
                  <a:gd name="connsiteX23" fmla="*/ 139478 w 153728"/>
                  <a:gd name="connsiteY23" fmla="*/ 164712 h 247979"/>
                  <a:gd name="connsiteX24" fmla="*/ 139478 w 153728"/>
                  <a:gd name="connsiteY24" fmla="*/ 164712 h 247979"/>
                  <a:gd name="connsiteX25" fmla="*/ 83130 w 153728"/>
                  <a:gd name="connsiteY25" fmla="*/ 24929 h 247979"/>
                  <a:gd name="connsiteX26" fmla="*/ 83130 w 153728"/>
                  <a:gd name="connsiteY26" fmla="*/ 24929 h 247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3728" h="247979">
                    <a:moveTo>
                      <a:pt x="107040" y="247980"/>
                    </a:moveTo>
                    <a:lnTo>
                      <a:pt x="46847" y="247980"/>
                    </a:lnTo>
                    <a:cubicBezTo>
                      <a:pt x="43001" y="247980"/>
                      <a:pt x="39323" y="246308"/>
                      <a:pt x="36814" y="243465"/>
                    </a:cubicBezTo>
                    <a:cubicBezTo>
                      <a:pt x="35644" y="242128"/>
                      <a:pt x="8222" y="210359"/>
                      <a:pt x="1200" y="167053"/>
                    </a:cubicBezTo>
                    <a:cubicBezTo>
                      <a:pt x="-2980" y="141471"/>
                      <a:pt x="4544" y="112544"/>
                      <a:pt x="11734" y="92814"/>
                    </a:cubicBezTo>
                    <a:cubicBezTo>
                      <a:pt x="19760" y="70409"/>
                      <a:pt x="31464" y="47669"/>
                      <a:pt x="42834" y="32286"/>
                    </a:cubicBezTo>
                    <a:cubicBezTo>
                      <a:pt x="65908" y="183"/>
                      <a:pt x="71091" y="16"/>
                      <a:pt x="76442" y="16"/>
                    </a:cubicBezTo>
                    <a:cubicBezTo>
                      <a:pt x="84133" y="-319"/>
                      <a:pt x="88982" y="4697"/>
                      <a:pt x="100018" y="18241"/>
                    </a:cubicBezTo>
                    <a:cubicBezTo>
                      <a:pt x="105703" y="25096"/>
                      <a:pt x="110719" y="31784"/>
                      <a:pt x="111053" y="31952"/>
                    </a:cubicBezTo>
                    <a:cubicBezTo>
                      <a:pt x="111053" y="31952"/>
                      <a:pt x="111221" y="32119"/>
                      <a:pt x="111221" y="32119"/>
                    </a:cubicBezTo>
                    <a:cubicBezTo>
                      <a:pt x="129446" y="56698"/>
                      <a:pt x="159208" y="106692"/>
                      <a:pt x="152854" y="166217"/>
                    </a:cubicBezTo>
                    <a:cubicBezTo>
                      <a:pt x="152854" y="166551"/>
                      <a:pt x="152854" y="166719"/>
                      <a:pt x="152687" y="167053"/>
                    </a:cubicBezTo>
                    <a:cubicBezTo>
                      <a:pt x="145665" y="208520"/>
                      <a:pt x="118410" y="241793"/>
                      <a:pt x="117240" y="243131"/>
                    </a:cubicBezTo>
                    <a:cubicBezTo>
                      <a:pt x="114732" y="246141"/>
                      <a:pt x="111053" y="247980"/>
                      <a:pt x="107040" y="247980"/>
                    </a:cubicBezTo>
                    <a:close/>
                    <a:moveTo>
                      <a:pt x="53368" y="221227"/>
                    </a:moveTo>
                    <a:lnTo>
                      <a:pt x="100352" y="221227"/>
                    </a:lnTo>
                    <a:cubicBezTo>
                      <a:pt x="107208" y="211697"/>
                      <a:pt x="121754" y="188790"/>
                      <a:pt x="126269" y="163040"/>
                    </a:cubicBezTo>
                    <a:cubicBezTo>
                      <a:pt x="131452" y="112879"/>
                      <a:pt x="105703" y="69573"/>
                      <a:pt x="89818" y="48170"/>
                    </a:cubicBezTo>
                    <a:cubicBezTo>
                      <a:pt x="85638" y="42653"/>
                      <a:pt x="80622" y="36633"/>
                      <a:pt x="76776" y="31952"/>
                    </a:cubicBezTo>
                    <a:cubicBezTo>
                      <a:pt x="73098" y="36299"/>
                      <a:pt x="68583" y="42318"/>
                      <a:pt x="64403" y="48003"/>
                    </a:cubicBezTo>
                    <a:cubicBezTo>
                      <a:pt x="45676" y="73084"/>
                      <a:pt x="21933" y="128261"/>
                      <a:pt x="27618" y="162706"/>
                    </a:cubicBezTo>
                    <a:cubicBezTo>
                      <a:pt x="31966" y="189626"/>
                      <a:pt x="46512" y="212031"/>
                      <a:pt x="53368" y="221227"/>
                    </a:cubicBezTo>
                    <a:close/>
                    <a:moveTo>
                      <a:pt x="139478" y="164712"/>
                    </a:moveTo>
                    <a:lnTo>
                      <a:pt x="139478" y="164712"/>
                    </a:lnTo>
                    <a:lnTo>
                      <a:pt x="139478" y="164712"/>
                    </a:lnTo>
                    <a:close/>
                    <a:moveTo>
                      <a:pt x="83130" y="24929"/>
                    </a:moveTo>
                    <a:lnTo>
                      <a:pt x="83130" y="24929"/>
                    </a:ln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9" name="Freeform 146">
                <a:extLst>
                  <a:ext uri="{FF2B5EF4-FFF2-40B4-BE49-F238E27FC236}">
                    <a16:creationId xmlns:a16="http://schemas.microsoft.com/office/drawing/2014/main" id="{B4AB0ADD-CE32-C3B9-94F0-CB54E88FF4BE}"/>
                  </a:ext>
                </a:extLst>
              </p:cNvPr>
              <p:cNvSpPr/>
              <p:nvPr/>
            </p:nvSpPr>
            <p:spPr>
              <a:xfrm>
                <a:off x="10038985" y="2195628"/>
                <a:ext cx="26752" cy="123731"/>
              </a:xfrm>
              <a:custGeom>
                <a:avLst/>
                <a:gdLst>
                  <a:gd name="connsiteX0" fmla="*/ 13376 w 26752"/>
                  <a:gd name="connsiteY0" fmla="*/ 123731 h 123731"/>
                  <a:gd name="connsiteX1" fmla="*/ 0 w 26752"/>
                  <a:gd name="connsiteY1" fmla="*/ 110355 h 123731"/>
                  <a:gd name="connsiteX2" fmla="*/ 0 w 26752"/>
                  <a:gd name="connsiteY2" fmla="*/ 13376 h 123731"/>
                  <a:gd name="connsiteX3" fmla="*/ 13376 w 26752"/>
                  <a:gd name="connsiteY3" fmla="*/ 0 h 123731"/>
                  <a:gd name="connsiteX4" fmla="*/ 26753 w 26752"/>
                  <a:gd name="connsiteY4" fmla="*/ 13376 h 123731"/>
                  <a:gd name="connsiteX5" fmla="*/ 26753 w 26752"/>
                  <a:gd name="connsiteY5" fmla="*/ 110355 h 123731"/>
                  <a:gd name="connsiteX6" fmla="*/ 13376 w 26752"/>
                  <a:gd name="connsiteY6" fmla="*/ 123731 h 12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52" h="123731">
                    <a:moveTo>
                      <a:pt x="13376" y="123731"/>
                    </a:moveTo>
                    <a:cubicBezTo>
                      <a:pt x="6019" y="123731"/>
                      <a:pt x="0" y="117712"/>
                      <a:pt x="0" y="110355"/>
                    </a:cubicBezTo>
                    <a:lnTo>
                      <a:pt x="0" y="13376"/>
                    </a:lnTo>
                    <a:cubicBezTo>
                      <a:pt x="0" y="6019"/>
                      <a:pt x="6019" y="0"/>
                      <a:pt x="13376" y="0"/>
                    </a:cubicBezTo>
                    <a:cubicBezTo>
                      <a:pt x="20733" y="0"/>
                      <a:pt x="26753" y="6019"/>
                      <a:pt x="26753" y="13376"/>
                    </a:cubicBezTo>
                    <a:lnTo>
                      <a:pt x="26753" y="110355"/>
                    </a:lnTo>
                    <a:cubicBezTo>
                      <a:pt x="26753" y="117712"/>
                      <a:pt x="20733" y="123731"/>
                      <a:pt x="13376" y="123731"/>
                    </a:cubicBez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90" name="Freeform 147">
                <a:extLst>
                  <a:ext uri="{FF2B5EF4-FFF2-40B4-BE49-F238E27FC236}">
                    <a16:creationId xmlns:a16="http://schemas.microsoft.com/office/drawing/2014/main" id="{6DC391D8-DE85-BFC6-0986-3B706201A661}"/>
                  </a:ext>
                </a:extLst>
              </p:cNvPr>
              <p:cNvSpPr/>
              <p:nvPr/>
            </p:nvSpPr>
            <p:spPr>
              <a:xfrm>
                <a:off x="10019590" y="2116540"/>
                <a:ext cx="68386" cy="68386"/>
              </a:xfrm>
              <a:custGeom>
                <a:avLst/>
                <a:gdLst>
                  <a:gd name="connsiteX0" fmla="*/ 34277 w 68386"/>
                  <a:gd name="connsiteY0" fmla="*/ 68387 h 68386"/>
                  <a:gd name="connsiteX1" fmla="*/ 0 w 68386"/>
                  <a:gd name="connsiteY1" fmla="*/ 34277 h 68386"/>
                  <a:gd name="connsiteX2" fmla="*/ 34110 w 68386"/>
                  <a:gd name="connsiteY2" fmla="*/ 0 h 68386"/>
                  <a:gd name="connsiteX3" fmla="*/ 68387 w 68386"/>
                  <a:gd name="connsiteY3" fmla="*/ 34110 h 68386"/>
                  <a:gd name="connsiteX4" fmla="*/ 68387 w 68386"/>
                  <a:gd name="connsiteY4" fmla="*/ 34110 h 68386"/>
                  <a:gd name="connsiteX5" fmla="*/ 34277 w 68386"/>
                  <a:gd name="connsiteY5" fmla="*/ 68387 h 68386"/>
                  <a:gd name="connsiteX6" fmla="*/ 34277 w 68386"/>
                  <a:gd name="connsiteY6" fmla="*/ 26753 h 68386"/>
                  <a:gd name="connsiteX7" fmla="*/ 26753 w 68386"/>
                  <a:gd name="connsiteY7" fmla="*/ 34110 h 68386"/>
                  <a:gd name="connsiteX8" fmla="*/ 34110 w 68386"/>
                  <a:gd name="connsiteY8" fmla="*/ 41634 h 68386"/>
                  <a:gd name="connsiteX9" fmla="*/ 41634 w 68386"/>
                  <a:gd name="connsiteY9" fmla="*/ 34277 h 68386"/>
                  <a:gd name="connsiteX10" fmla="*/ 41634 w 68386"/>
                  <a:gd name="connsiteY10" fmla="*/ 34277 h 68386"/>
                  <a:gd name="connsiteX11" fmla="*/ 34277 w 68386"/>
                  <a:gd name="connsiteY11" fmla="*/ 26753 h 6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386" h="68386">
                    <a:moveTo>
                      <a:pt x="34277" y="68387"/>
                    </a:moveTo>
                    <a:cubicBezTo>
                      <a:pt x="15383" y="68387"/>
                      <a:pt x="0" y="53004"/>
                      <a:pt x="0" y="34277"/>
                    </a:cubicBezTo>
                    <a:cubicBezTo>
                      <a:pt x="0" y="15550"/>
                      <a:pt x="15383" y="0"/>
                      <a:pt x="34110" y="0"/>
                    </a:cubicBezTo>
                    <a:cubicBezTo>
                      <a:pt x="52837" y="0"/>
                      <a:pt x="68387" y="15216"/>
                      <a:pt x="68387" y="34110"/>
                    </a:cubicBezTo>
                    <a:cubicBezTo>
                      <a:pt x="68387" y="34110"/>
                      <a:pt x="68387" y="34110"/>
                      <a:pt x="68387" y="34110"/>
                    </a:cubicBezTo>
                    <a:cubicBezTo>
                      <a:pt x="68387" y="53004"/>
                      <a:pt x="53004" y="68387"/>
                      <a:pt x="34277" y="68387"/>
                    </a:cubicBezTo>
                    <a:close/>
                    <a:moveTo>
                      <a:pt x="34277" y="26753"/>
                    </a:moveTo>
                    <a:cubicBezTo>
                      <a:pt x="30097" y="26753"/>
                      <a:pt x="26753" y="30097"/>
                      <a:pt x="26753" y="34110"/>
                    </a:cubicBezTo>
                    <a:cubicBezTo>
                      <a:pt x="26753" y="38290"/>
                      <a:pt x="30097" y="41634"/>
                      <a:pt x="34110" y="41634"/>
                    </a:cubicBezTo>
                    <a:cubicBezTo>
                      <a:pt x="38290" y="41634"/>
                      <a:pt x="41634" y="38290"/>
                      <a:pt x="41634" y="34277"/>
                    </a:cubicBezTo>
                    <a:cubicBezTo>
                      <a:pt x="41634" y="34277"/>
                      <a:pt x="41634" y="34277"/>
                      <a:pt x="41634" y="34277"/>
                    </a:cubicBezTo>
                    <a:cubicBezTo>
                      <a:pt x="41634" y="30097"/>
                      <a:pt x="38290" y="26753"/>
                      <a:pt x="34277" y="26753"/>
                    </a:cubicBez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42" name="Group 41">
            <a:extLst>
              <a:ext uri="{FF2B5EF4-FFF2-40B4-BE49-F238E27FC236}">
                <a16:creationId xmlns:a16="http://schemas.microsoft.com/office/drawing/2014/main" id="{D4BE5A43-3855-0D03-9DE2-BCB3EC53871C}"/>
              </a:ext>
            </a:extLst>
          </p:cNvPr>
          <p:cNvGrpSpPr/>
          <p:nvPr/>
        </p:nvGrpSpPr>
        <p:grpSpPr>
          <a:xfrm>
            <a:off x="11473610" y="1490179"/>
            <a:ext cx="471791" cy="471791"/>
            <a:chOff x="11473610" y="1942177"/>
            <a:chExt cx="471791" cy="471791"/>
          </a:xfrm>
        </p:grpSpPr>
        <p:sp>
          <p:nvSpPr>
            <p:cNvPr id="68" name="Oval 67">
              <a:extLst>
                <a:ext uri="{FF2B5EF4-FFF2-40B4-BE49-F238E27FC236}">
                  <a16:creationId xmlns:a16="http://schemas.microsoft.com/office/drawing/2014/main" id="{AD2AFF38-6D0D-EF3F-4E20-8BE7710839B8}"/>
                </a:ext>
              </a:extLst>
            </p:cNvPr>
            <p:cNvSpPr/>
            <p:nvPr/>
          </p:nvSpPr>
          <p:spPr>
            <a:xfrm>
              <a:off x="11473610"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69" name="Group 68">
              <a:extLst>
                <a:ext uri="{FF2B5EF4-FFF2-40B4-BE49-F238E27FC236}">
                  <a16:creationId xmlns:a16="http://schemas.microsoft.com/office/drawing/2014/main" id="{108935B3-CBAA-39BD-91A1-F750602AE8B7}"/>
                </a:ext>
              </a:extLst>
            </p:cNvPr>
            <p:cNvGrpSpPr/>
            <p:nvPr/>
          </p:nvGrpSpPr>
          <p:grpSpPr>
            <a:xfrm>
              <a:off x="11570793" y="2043116"/>
              <a:ext cx="277520" cy="269933"/>
              <a:chOff x="11570793" y="2043116"/>
              <a:chExt cx="277520" cy="269933"/>
            </a:xfrm>
          </p:grpSpPr>
          <p:sp>
            <p:nvSpPr>
              <p:cNvPr id="70" name="Freeform 127">
                <a:extLst>
                  <a:ext uri="{FF2B5EF4-FFF2-40B4-BE49-F238E27FC236}">
                    <a16:creationId xmlns:a16="http://schemas.microsoft.com/office/drawing/2014/main" id="{F7BD5B20-BB9E-B119-9295-05EDC1D84F0D}"/>
                  </a:ext>
                </a:extLst>
              </p:cNvPr>
              <p:cNvSpPr/>
              <p:nvPr/>
            </p:nvSpPr>
            <p:spPr>
              <a:xfrm>
                <a:off x="11570793" y="2043116"/>
                <a:ext cx="179741" cy="226257"/>
              </a:xfrm>
              <a:custGeom>
                <a:avLst/>
                <a:gdLst>
                  <a:gd name="connsiteX0" fmla="*/ 41995 w 179741"/>
                  <a:gd name="connsiteY0" fmla="*/ 226257 h 226257"/>
                  <a:gd name="connsiteX1" fmla="*/ 31425 w 179741"/>
                  <a:gd name="connsiteY1" fmla="*/ 221343 h 226257"/>
                  <a:gd name="connsiteX2" fmla="*/ 48307 w 179741"/>
                  <a:gd name="connsiteY2" fmla="*/ 31424 h 226257"/>
                  <a:gd name="connsiteX3" fmla="*/ 168886 w 179741"/>
                  <a:gd name="connsiteY3" fmla="*/ 4375 h 226257"/>
                  <a:gd name="connsiteX4" fmla="*/ 179422 w 179741"/>
                  <a:gd name="connsiteY4" fmla="*/ 20793 h 226257"/>
                  <a:gd name="connsiteX5" fmla="*/ 163005 w 179741"/>
                  <a:gd name="connsiteY5" fmla="*/ 31329 h 226257"/>
                  <a:gd name="connsiteX6" fmla="*/ 161989 w 179741"/>
                  <a:gd name="connsiteY6" fmla="*/ 31067 h 226257"/>
                  <a:gd name="connsiteX7" fmla="*/ 31017 w 179741"/>
                  <a:gd name="connsiteY7" fmla="*/ 107371 h 226257"/>
                  <a:gd name="connsiteX8" fmla="*/ 52548 w 179741"/>
                  <a:gd name="connsiteY8" fmla="*/ 203600 h 226257"/>
                  <a:gd name="connsiteX9" fmla="*/ 50841 w 179741"/>
                  <a:gd name="connsiteY9" fmla="*/ 223033 h 226257"/>
                  <a:gd name="connsiteX10" fmla="*/ 41995 w 179741"/>
                  <a:gd name="connsiteY10" fmla="*/ 226257 h 22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41" h="226257">
                    <a:moveTo>
                      <a:pt x="41995" y="226257"/>
                    </a:moveTo>
                    <a:cubicBezTo>
                      <a:pt x="37919" y="226261"/>
                      <a:pt x="34050" y="224462"/>
                      <a:pt x="31425" y="221343"/>
                    </a:cubicBezTo>
                    <a:cubicBezTo>
                      <a:pt x="-16358" y="164236"/>
                      <a:pt x="-8799" y="79207"/>
                      <a:pt x="48307" y="31424"/>
                    </a:cubicBezTo>
                    <a:cubicBezTo>
                      <a:pt x="81759" y="3434"/>
                      <a:pt x="126684" y="-6644"/>
                      <a:pt x="168886" y="4375"/>
                    </a:cubicBezTo>
                    <a:cubicBezTo>
                      <a:pt x="176330" y="5999"/>
                      <a:pt x="181046" y="13350"/>
                      <a:pt x="179422" y="20793"/>
                    </a:cubicBezTo>
                    <a:cubicBezTo>
                      <a:pt x="177798" y="28236"/>
                      <a:pt x="170447" y="32954"/>
                      <a:pt x="163005" y="31329"/>
                    </a:cubicBezTo>
                    <a:cubicBezTo>
                      <a:pt x="162663" y="31255"/>
                      <a:pt x="162324" y="31167"/>
                      <a:pt x="161989" y="31067"/>
                    </a:cubicBezTo>
                    <a:cubicBezTo>
                      <a:pt x="104751" y="15971"/>
                      <a:pt x="46113" y="50133"/>
                      <a:pt x="31017" y="107371"/>
                    </a:cubicBezTo>
                    <a:cubicBezTo>
                      <a:pt x="22136" y="141041"/>
                      <a:pt x="30166" y="176925"/>
                      <a:pt x="52548" y="203600"/>
                    </a:cubicBezTo>
                    <a:cubicBezTo>
                      <a:pt x="57443" y="209439"/>
                      <a:pt x="56678" y="218140"/>
                      <a:pt x="50841" y="223033"/>
                    </a:cubicBezTo>
                    <a:cubicBezTo>
                      <a:pt x="48361" y="225113"/>
                      <a:pt x="45231" y="226254"/>
                      <a:pt x="41995" y="226257"/>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1" name="Freeform 128">
                <a:extLst>
                  <a:ext uri="{FF2B5EF4-FFF2-40B4-BE49-F238E27FC236}">
                    <a16:creationId xmlns:a16="http://schemas.microsoft.com/office/drawing/2014/main" id="{5CBB204D-4984-6073-2BC3-FAFD8338F3D3}"/>
                  </a:ext>
                </a:extLst>
              </p:cNvPr>
              <p:cNvSpPr/>
              <p:nvPr/>
            </p:nvSpPr>
            <p:spPr>
              <a:xfrm>
                <a:off x="11594873" y="2243457"/>
                <a:ext cx="54073" cy="54073"/>
              </a:xfrm>
              <a:custGeom>
                <a:avLst/>
                <a:gdLst>
                  <a:gd name="connsiteX0" fmla="*/ 27054 w 54073"/>
                  <a:gd name="connsiteY0" fmla="*/ 54074 h 54073"/>
                  <a:gd name="connsiteX1" fmla="*/ 0 w 54073"/>
                  <a:gd name="connsiteY1" fmla="*/ 27054 h 54073"/>
                  <a:gd name="connsiteX2" fmla="*/ 27020 w 54073"/>
                  <a:gd name="connsiteY2" fmla="*/ 0 h 54073"/>
                  <a:gd name="connsiteX3" fmla="*/ 54074 w 54073"/>
                  <a:gd name="connsiteY3" fmla="*/ 27020 h 54073"/>
                  <a:gd name="connsiteX4" fmla="*/ 54074 w 54073"/>
                  <a:gd name="connsiteY4" fmla="*/ 27037 h 54073"/>
                  <a:gd name="connsiteX5" fmla="*/ 27054 w 54073"/>
                  <a:gd name="connsiteY5" fmla="*/ 54074 h 54073"/>
                  <a:gd name="connsiteX6" fmla="*/ 27054 w 54073"/>
                  <a:gd name="connsiteY6" fmla="*/ 26485 h 54073"/>
                  <a:gd name="connsiteX7" fmla="*/ 26486 w 54073"/>
                  <a:gd name="connsiteY7" fmla="*/ 27020 h 54073"/>
                  <a:gd name="connsiteX8" fmla="*/ 26485 w 54073"/>
                  <a:gd name="connsiteY8" fmla="*/ 27037 h 54073"/>
                  <a:gd name="connsiteX9" fmla="*/ 26947 w 54073"/>
                  <a:gd name="connsiteY9" fmla="*/ 27696 h 54073"/>
                  <a:gd name="connsiteX10" fmla="*/ 27606 w 54073"/>
                  <a:gd name="connsiteY10" fmla="*/ 27234 h 54073"/>
                  <a:gd name="connsiteX11" fmla="*/ 27606 w 54073"/>
                  <a:gd name="connsiteY11" fmla="*/ 27037 h 54073"/>
                  <a:gd name="connsiteX12" fmla="*/ 27054 w 54073"/>
                  <a:gd name="connsiteY12"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073" h="54073">
                    <a:moveTo>
                      <a:pt x="27054" y="54074"/>
                    </a:moveTo>
                    <a:cubicBezTo>
                      <a:pt x="12122" y="54084"/>
                      <a:pt x="9" y="41987"/>
                      <a:pt x="0" y="27054"/>
                    </a:cubicBezTo>
                    <a:cubicBezTo>
                      <a:pt x="-9" y="12122"/>
                      <a:pt x="12088" y="10"/>
                      <a:pt x="27020" y="0"/>
                    </a:cubicBezTo>
                    <a:cubicBezTo>
                      <a:pt x="41952" y="-10"/>
                      <a:pt x="54064" y="12087"/>
                      <a:pt x="54074" y="27020"/>
                    </a:cubicBezTo>
                    <a:cubicBezTo>
                      <a:pt x="54074" y="27025"/>
                      <a:pt x="54074" y="27032"/>
                      <a:pt x="54074" y="27037"/>
                    </a:cubicBezTo>
                    <a:cubicBezTo>
                      <a:pt x="54064" y="41959"/>
                      <a:pt x="41976" y="54055"/>
                      <a:pt x="27054" y="54074"/>
                    </a:cubicBezTo>
                    <a:close/>
                    <a:moveTo>
                      <a:pt x="27054" y="26485"/>
                    </a:moveTo>
                    <a:cubicBezTo>
                      <a:pt x="26750" y="26475"/>
                      <a:pt x="26495" y="26715"/>
                      <a:pt x="26486" y="27020"/>
                    </a:cubicBezTo>
                    <a:cubicBezTo>
                      <a:pt x="26485" y="27025"/>
                      <a:pt x="26485" y="27032"/>
                      <a:pt x="26485" y="27037"/>
                    </a:cubicBezTo>
                    <a:cubicBezTo>
                      <a:pt x="26431" y="27346"/>
                      <a:pt x="26637" y="27642"/>
                      <a:pt x="26947" y="27696"/>
                    </a:cubicBezTo>
                    <a:cubicBezTo>
                      <a:pt x="27256" y="27751"/>
                      <a:pt x="27552" y="27544"/>
                      <a:pt x="27606" y="27234"/>
                    </a:cubicBezTo>
                    <a:cubicBezTo>
                      <a:pt x="27618" y="27170"/>
                      <a:pt x="27618" y="27103"/>
                      <a:pt x="27606" y="27037"/>
                    </a:cubicBezTo>
                    <a:cubicBezTo>
                      <a:pt x="27606" y="26732"/>
                      <a:pt x="27359" y="26485"/>
                      <a:pt x="27054"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2" name="Freeform 129">
                <a:extLst>
                  <a:ext uri="{FF2B5EF4-FFF2-40B4-BE49-F238E27FC236}">
                    <a16:creationId xmlns:a16="http://schemas.microsoft.com/office/drawing/2014/main" id="{3C7A0221-C51B-4912-0054-761B3BAFCF50}"/>
                  </a:ext>
                </a:extLst>
              </p:cNvPr>
              <p:cNvSpPr/>
              <p:nvPr/>
            </p:nvSpPr>
            <p:spPr>
              <a:xfrm>
                <a:off x="11669487" y="2086914"/>
                <a:ext cx="178826" cy="226135"/>
              </a:xfrm>
              <a:custGeom>
                <a:avLst/>
                <a:gdLst>
                  <a:gd name="connsiteX0" fmla="*/ 44069 w 178826"/>
                  <a:gd name="connsiteY0" fmla="*/ 226136 h 226135"/>
                  <a:gd name="connsiteX1" fmla="*/ 9842 w 178826"/>
                  <a:gd name="connsiteY1" fmla="*/ 221739 h 226135"/>
                  <a:gd name="connsiteX2" fmla="*/ 583 w 178826"/>
                  <a:gd name="connsiteY2" fmla="*/ 204568 h 226135"/>
                  <a:gd name="connsiteX3" fmla="*/ 16739 w 178826"/>
                  <a:gd name="connsiteY3" fmla="*/ 195047 h 226135"/>
                  <a:gd name="connsiteX4" fmla="*/ 147712 w 178826"/>
                  <a:gd name="connsiteY4" fmla="*/ 118743 h 226135"/>
                  <a:gd name="connsiteX5" fmla="*/ 126180 w 178826"/>
                  <a:gd name="connsiteY5" fmla="*/ 22514 h 226135"/>
                  <a:gd name="connsiteX6" fmla="*/ 128151 w 178826"/>
                  <a:gd name="connsiteY6" fmla="*/ 3105 h 226135"/>
                  <a:gd name="connsiteX7" fmla="*/ 147303 w 178826"/>
                  <a:gd name="connsiteY7" fmla="*/ 4771 h 226135"/>
                  <a:gd name="connsiteX8" fmla="*/ 130681 w 178826"/>
                  <a:gd name="connsiteY8" fmla="*/ 194616 h 226135"/>
                  <a:gd name="connsiteX9" fmla="*/ 44069 w 178826"/>
                  <a:gd name="connsiteY9" fmla="*/ 226136 h 22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8826" h="226135">
                    <a:moveTo>
                      <a:pt x="44069" y="226136"/>
                    </a:moveTo>
                    <a:cubicBezTo>
                      <a:pt x="32519" y="226134"/>
                      <a:pt x="21017" y="224656"/>
                      <a:pt x="9842" y="221739"/>
                    </a:cubicBezTo>
                    <a:cubicBezTo>
                      <a:pt x="2543" y="219554"/>
                      <a:pt x="-1602" y="211866"/>
                      <a:pt x="583" y="204568"/>
                    </a:cubicBezTo>
                    <a:cubicBezTo>
                      <a:pt x="2651" y="197659"/>
                      <a:pt x="9693" y="193509"/>
                      <a:pt x="16739" y="195047"/>
                    </a:cubicBezTo>
                    <a:cubicBezTo>
                      <a:pt x="73977" y="210143"/>
                      <a:pt x="132615" y="175981"/>
                      <a:pt x="147712" y="118743"/>
                    </a:cubicBezTo>
                    <a:cubicBezTo>
                      <a:pt x="156592" y="85073"/>
                      <a:pt x="148563" y="49188"/>
                      <a:pt x="126180" y="22514"/>
                    </a:cubicBezTo>
                    <a:cubicBezTo>
                      <a:pt x="121364" y="16610"/>
                      <a:pt x="122247" y="7921"/>
                      <a:pt x="128151" y="3105"/>
                    </a:cubicBezTo>
                    <a:cubicBezTo>
                      <a:pt x="133934" y="-1612"/>
                      <a:pt x="142421" y="-874"/>
                      <a:pt x="147303" y="4771"/>
                    </a:cubicBezTo>
                    <a:cubicBezTo>
                      <a:pt x="195137" y="61785"/>
                      <a:pt x="187695" y="146780"/>
                      <a:pt x="130681" y="194616"/>
                    </a:cubicBezTo>
                    <a:cubicBezTo>
                      <a:pt x="106413" y="214976"/>
                      <a:pt x="75748" y="226136"/>
                      <a:pt x="44069" y="226136"/>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3" name="Freeform 130">
                <a:extLst>
                  <a:ext uri="{FF2B5EF4-FFF2-40B4-BE49-F238E27FC236}">
                    <a16:creationId xmlns:a16="http://schemas.microsoft.com/office/drawing/2014/main" id="{E9E92122-3D4B-6A59-00AC-27BF1261FB2C}"/>
                  </a:ext>
                </a:extLst>
              </p:cNvPr>
              <p:cNvSpPr/>
              <p:nvPr/>
            </p:nvSpPr>
            <p:spPr>
              <a:xfrm>
                <a:off x="11770096" y="2058595"/>
                <a:ext cx="54074" cy="54073"/>
              </a:xfrm>
              <a:custGeom>
                <a:avLst/>
                <a:gdLst>
                  <a:gd name="connsiteX0" fmla="*/ 26985 w 54074"/>
                  <a:gd name="connsiteY0" fmla="*/ 54074 h 54073"/>
                  <a:gd name="connsiteX1" fmla="*/ 0 w 54074"/>
                  <a:gd name="connsiteY1" fmla="*/ 26985 h 54073"/>
                  <a:gd name="connsiteX2" fmla="*/ 27089 w 54074"/>
                  <a:gd name="connsiteY2" fmla="*/ 0 h 54073"/>
                  <a:gd name="connsiteX3" fmla="*/ 54074 w 54074"/>
                  <a:gd name="connsiteY3" fmla="*/ 27054 h 54073"/>
                  <a:gd name="connsiteX4" fmla="*/ 26985 w 54074"/>
                  <a:gd name="connsiteY4" fmla="*/ 54074 h 54073"/>
                  <a:gd name="connsiteX5" fmla="*/ 26985 w 54074"/>
                  <a:gd name="connsiteY5" fmla="*/ 26485 h 54073"/>
                  <a:gd name="connsiteX6" fmla="*/ 26434 w 54074"/>
                  <a:gd name="connsiteY6" fmla="*/ 27054 h 54073"/>
                  <a:gd name="connsiteX7" fmla="*/ 27092 w 54074"/>
                  <a:gd name="connsiteY7" fmla="*/ 27516 h 54073"/>
                  <a:gd name="connsiteX8" fmla="*/ 27554 w 54074"/>
                  <a:gd name="connsiteY8" fmla="*/ 27054 h 54073"/>
                  <a:gd name="connsiteX9" fmla="*/ 26985 w 54074"/>
                  <a:gd name="connsiteY9"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74" h="54073">
                    <a:moveTo>
                      <a:pt x="26985" y="54074"/>
                    </a:moveTo>
                    <a:cubicBezTo>
                      <a:pt x="12053" y="54045"/>
                      <a:pt x="-29" y="41917"/>
                      <a:pt x="0" y="26985"/>
                    </a:cubicBezTo>
                    <a:cubicBezTo>
                      <a:pt x="29" y="12053"/>
                      <a:pt x="12156" y="-29"/>
                      <a:pt x="27089" y="0"/>
                    </a:cubicBezTo>
                    <a:cubicBezTo>
                      <a:pt x="42007" y="29"/>
                      <a:pt x="54083" y="12135"/>
                      <a:pt x="54074" y="27054"/>
                    </a:cubicBezTo>
                    <a:cubicBezTo>
                      <a:pt x="54055" y="41996"/>
                      <a:pt x="41926" y="54093"/>
                      <a:pt x="26985" y="54074"/>
                    </a:cubicBezTo>
                    <a:close/>
                    <a:moveTo>
                      <a:pt x="26985" y="26485"/>
                    </a:moveTo>
                    <a:cubicBezTo>
                      <a:pt x="26678" y="26494"/>
                      <a:pt x="26434" y="26746"/>
                      <a:pt x="26434" y="27054"/>
                    </a:cubicBezTo>
                    <a:cubicBezTo>
                      <a:pt x="26489" y="27364"/>
                      <a:pt x="26784" y="27570"/>
                      <a:pt x="27092" y="27516"/>
                    </a:cubicBezTo>
                    <a:cubicBezTo>
                      <a:pt x="27328" y="27474"/>
                      <a:pt x="27513" y="27290"/>
                      <a:pt x="27554" y="27054"/>
                    </a:cubicBezTo>
                    <a:cubicBezTo>
                      <a:pt x="27554" y="26740"/>
                      <a:pt x="27299" y="26485"/>
                      <a:pt x="26985"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74" name="Graphic 336">
                <a:extLst>
                  <a:ext uri="{FF2B5EF4-FFF2-40B4-BE49-F238E27FC236}">
                    <a16:creationId xmlns:a16="http://schemas.microsoft.com/office/drawing/2014/main" id="{0C28EAA0-E3A9-BEB3-D991-7FB8A0914C26}"/>
                  </a:ext>
                </a:extLst>
              </p:cNvPr>
              <p:cNvGrpSpPr/>
              <p:nvPr/>
            </p:nvGrpSpPr>
            <p:grpSpPr>
              <a:xfrm>
                <a:off x="11642426" y="2109389"/>
                <a:ext cx="134189" cy="138120"/>
                <a:chOff x="11642426" y="2109389"/>
                <a:chExt cx="134189" cy="138120"/>
              </a:xfrm>
              <a:solidFill>
                <a:srgbClr val="EF463C"/>
              </a:solidFill>
            </p:grpSpPr>
            <p:sp>
              <p:nvSpPr>
                <p:cNvPr id="75" name="Freeform 132">
                  <a:extLst>
                    <a:ext uri="{FF2B5EF4-FFF2-40B4-BE49-F238E27FC236}">
                      <a16:creationId xmlns:a16="http://schemas.microsoft.com/office/drawing/2014/main" id="{E2E264A1-7CAD-F86B-CDF3-2DCC2EF520C8}"/>
                    </a:ext>
                  </a:extLst>
                </p:cNvPr>
                <p:cNvSpPr/>
                <p:nvPr/>
              </p:nvSpPr>
              <p:spPr>
                <a:xfrm>
                  <a:off x="11681787" y="2109389"/>
                  <a:ext cx="34081" cy="51112"/>
                </a:xfrm>
                <a:custGeom>
                  <a:avLst/>
                  <a:gdLst>
                    <a:gd name="connsiteX0" fmla="*/ 20338 w 34081"/>
                    <a:gd name="connsiteY0" fmla="*/ 51112 h 51112"/>
                    <a:gd name="connsiteX1" fmla="*/ 7060 w 34081"/>
                    <a:gd name="connsiteY1" fmla="*/ 41008 h 51112"/>
                    <a:gd name="connsiteX2" fmla="*/ 318 w 34081"/>
                    <a:gd name="connsiteY2" fmla="*/ 16730 h 51112"/>
                    <a:gd name="connsiteX3" fmla="*/ 10864 w 34081"/>
                    <a:gd name="connsiteY3" fmla="*/ 317 h 51112"/>
                    <a:gd name="connsiteX4" fmla="*/ 26855 w 34081"/>
                    <a:gd name="connsiteY4" fmla="*/ 9350 h 51112"/>
                    <a:gd name="connsiteX5" fmla="*/ 33580 w 34081"/>
                    <a:gd name="connsiteY5" fmla="*/ 33628 h 51112"/>
                    <a:gd name="connsiteX6" fmla="*/ 24028 w 34081"/>
                    <a:gd name="connsiteY6" fmla="*/ 50578 h 51112"/>
                    <a:gd name="connsiteX7" fmla="*/ 20338 w 34081"/>
                    <a:gd name="connsiteY7" fmla="*/ 51112 h 51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081" h="51112">
                      <a:moveTo>
                        <a:pt x="20338" y="51112"/>
                      </a:moveTo>
                      <a:cubicBezTo>
                        <a:pt x="14146" y="51106"/>
                        <a:pt x="8717" y="46974"/>
                        <a:pt x="7060" y="41008"/>
                      </a:cubicBezTo>
                      <a:lnTo>
                        <a:pt x="318" y="16730"/>
                      </a:lnTo>
                      <a:cubicBezTo>
                        <a:pt x="-1302" y="9286"/>
                        <a:pt x="3420" y="1938"/>
                        <a:pt x="10864" y="317"/>
                      </a:cubicBezTo>
                      <a:cubicBezTo>
                        <a:pt x="17715" y="-1174"/>
                        <a:pt x="24595" y="2712"/>
                        <a:pt x="26855" y="9350"/>
                      </a:cubicBezTo>
                      <a:lnTo>
                        <a:pt x="33580" y="33628"/>
                      </a:lnTo>
                      <a:cubicBezTo>
                        <a:pt x="35601" y="40944"/>
                        <a:pt x="31332" y="48518"/>
                        <a:pt x="24028" y="50578"/>
                      </a:cubicBezTo>
                      <a:cubicBezTo>
                        <a:pt x="22826" y="50916"/>
                        <a:pt x="21586" y="51096"/>
                        <a:pt x="20338" y="51112"/>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6" name="Freeform 133">
                  <a:extLst>
                    <a:ext uri="{FF2B5EF4-FFF2-40B4-BE49-F238E27FC236}">
                      <a16:creationId xmlns:a16="http://schemas.microsoft.com/office/drawing/2014/main" id="{F8ECA144-3548-8452-A829-015B612D4431}"/>
                    </a:ext>
                  </a:extLst>
                </p:cNvPr>
                <p:cNvSpPr/>
                <p:nvPr/>
              </p:nvSpPr>
              <p:spPr>
                <a:xfrm>
                  <a:off x="11712355" y="2115152"/>
                  <a:ext cx="40560" cy="48969"/>
                </a:xfrm>
                <a:custGeom>
                  <a:avLst/>
                  <a:gdLst>
                    <a:gd name="connsiteX0" fmla="*/ 13789 w 40560"/>
                    <a:gd name="connsiteY0" fmla="*/ 48970 h 48969"/>
                    <a:gd name="connsiteX1" fmla="*/ 0 w 40560"/>
                    <a:gd name="connsiteY1" fmla="*/ 35170 h 48969"/>
                    <a:gd name="connsiteX2" fmla="*/ 2012 w 40560"/>
                    <a:gd name="connsiteY2" fmla="*/ 28002 h 48969"/>
                    <a:gd name="connsiteX3" fmla="*/ 15134 w 40560"/>
                    <a:gd name="connsiteY3" fmla="*/ 6379 h 48969"/>
                    <a:gd name="connsiteX4" fmla="*/ 34182 w 40560"/>
                    <a:gd name="connsiteY4" fmla="*/ 2165 h 48969"/>
                    <a:gd name="connsiteX5" fmla="*/ 38722 w 40560"/>
                    <a:gd name="connsiteY5" fmla="*/ 20674 h 48969"/>
                    <a:gd name="connsiteX6" fmla="*/ 25600 w 40560"/>
                    <a:gd name="connsiteY6" fmla="*/ 42331 h 48969"/>
                    <a:gd name="connsiteX7" fmla="*/ 13789 w 40560"/>
                    <a:gd name="connsiteY7" fmla="*/ 48970 h 4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60" h="48969">
                      <a:moveTo>
                        <a:pt x="13789" y="48970"/>
                      </a:moveTo>
                      <a:cubicBezTo>
                        <a:pt x="6170" y="48967"/>
                        <a:pt x="-3" y="42788"/>
                        <a:pt x="0" y="35170"/>
                      </a:cubicBezTo>
                      <a:cubicBezTo>
                        <a:pt x="1" y="32641"/>
                        <a:pt x="697" y="30162"/>
                        <a:pt x="2012" y="28002"/>
                      </a:cubicBezTo>
                      <a:lnTo>
                        <a:pt x="15134" y="6379"/>
                      </a:lnTo>
                      <a:cubicBezTo>
                        <a:pt x="19231" y="-44"/>
                        <a:pt x="27757" y="-1931"/>
                        <a:pt x="34182" y="2165"/>
                      </a:cubicBezTo>
                      <a:cubicBezTo>
                        <a:pt x="40398" y="6130"/>
                        <a:pt x="42398" y="14282"/>
                        <a:pt x="38722" y="20674"/>
                      </a:cubicBezTo>
                      <a:lnTo>
                        <a:pt x="25600" y="42331"/>
                      </a:lnTo>
                      <a:cubicBezTo>
                        <a:pt x="23096" y="46458"/>
                        <a:pt x="18616" y="48976"/>
                        <a:pt x="13789" y="4897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7" name="Freeform 134">
                  <a:extLst>
                    <a:ext uri="{FF2B5EF4-FFF2-40B4-BE49-F238E27FC236}">
                      <a16:creationId xmlns:a16="http://schemas.microsoft.com/office/drawing/2014/main" id="{C770A50B-D1BE-E95D-D2D1-18353E0E8AA3}"/>
                    </a:ext>
                  </a:extLst>
                </p:cNvPr>
                <p:cNvSpPr/>
                <p:nvPr/>
              </p:nvSpPr>
              <p:spPr>
                <a:xfrm>
                  <a:off x="11730312" y="2152481"/>
                  <a:ext cx="46303" cy="31384"/>
                </a:xfrm>
                <a:custGeom>
                  <a:avLst/>
                  <a:gdLst>
                    <a:gd name="connsiteX0" fmla="*/ 13954 w 46303"/>
                    <a:gd name="connsiteY0" fmla="*/ 31384 h 31384"/>
                    <a:gd name="connsiteX1" fmla="*/ 1 w 46303"/>
                    <a:gd name="connsiteY1" fmla="*/ 17750 h 31384"/>
                    <a:gd name="connsiteX2" fmla="*/ 11230 w 46303"/>
                    <a:gd name="connsiteY2" fmla="*/ 4037 h 31384"/>
                    <a:gd name="connsiteX3" fmla="*/ 29749 w 46303"/>
                    <a:gd name="connsiteY3" fmla="*/ 278 h 31384"/>
                    <a:gd name="connsiteX4" fmla="*/ 46026 w 46303"/>
                    <a:gd name="connsiteY4" fmla="*/ 11072 h 31384"/>
                    <a:gd name="connsiteX5" fmla="*/ 35232 w 46303"/>
                    <a:gd name="connsiteY5" fmla="*/ 27349 h 31384"/>
                    <a:gd name="connsiteX6" fmla="*/ 16713 w 46303"/>
                    <a:gd name="connsiteY6" fmla="*/ 31108 h 31384"/>
                    <a:gd name="connsiteX7" fmla="*/ 13954 w 46303"/>
                    <a:gd name="connsiteY7" fmla="*/ 31384 h 3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303" h="31384">
                      <a:moveTo>
                        <a:pt x="13954" y="31384"/>
                      </a:moveTo>
                      <a:cubicBezTo>
                        <a:pt x="6336" y="31472"/>
                        <a:pt x="89" y="25368"/>
                        <a:pt x="1" y="17750"/>
                      </a:cubicBezTo>
                      <a:cubicBezTo>
                        <a:pt x="-77" y="11061"/>
                        <a:pt x="4657" y="5280"/>
                        <a:pt x="11230" y="4037"/>
                      </a:cubicBezTo>
                      <a:lnTo>
                        <a:pt x="29749" y="278"/>
                      </a:lnTo>
                      <a:cubicBezTo>
                        <a:pt x="37224" y="-1237"/>
                        <a:pt x="44512" y="3596"/>
                        <a:pt x="46026" y="11072"/>
                      </a:cubicBezTo>
                      <a:cubicBezTo>
                        <a:pt x="47540" y="18547"/>
                        <a:pt x="42707" y="25835"/>
                        <a:pt x="35232" y="27349"/>
                      </a:cubicBezTo>
                      <a:lnTo>
                        <a:pt x="16713" y="31108"/>
                      </a:lnTo>
                      <a:cubicBezTo>
                        <a:pt x="15804" y="31292"/>
                        <a:pt x="14880" y="31385"/>
                        <a:pt x="13954" y="3138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8" name="Freeform 135">
                  <a:extLst>
                    <a:ext uri="{FF2B5EF4-FFF2-40B4-BE49-F238E27FC236}">
                      <a16:creationId xmlns:a16="http://schemas.microsoft.com/office/drawing/2014/main" id="{3B41BFBB-4763-598B-FF77-E961CE1D5130}"/>
                    </a:ext>
                  </a:extLst>
                </p:cNvPr>
                <p:cNvSpPr/>
                <p:nvPr/>
              </p:nvSpPr>
              <p:spPr>
                <a:xfrm>
                  <a:off x="11725062" y="2181654"/>
                  <a:ext cx="46842" cy="39214"/>
                </a:xfrm>
                <a:custGeom>
                  <a:avLst/>
                  <a:gdLst>
                    <a:gd name="connsiteX0" fmla="*/ 33016 w 46842"/>
                    <a:gd name="connsiteY0" fmla="*/ 39215 h 39214"/>
                    <a:gd name="connsiteX1" fmla="*/ 25895 w 46842"/>
                    <a:gd name="connsiteY1" fmla="*/ 37232 h 39214"/>
                    <a:gd name="connsiteX2" fmla="*/ 6669 w 46842"/>
                    <a:gd name="connsiteY2" fmla="*/ 25610 h 39214"/>
                    <a:gd name="connsiteX3" fmla="*/ 1987 w 46842"/>
                    <a:gd name="connsiteY3" fmla="*/ 6669 h 39214"/>
                    <a:gd name="connsiteX4" fmla="*/ 20929 w 46842"/>
                    <a:gd name="connsiteY4" fmla="*/ 1987 h 39214"/>
                    <a:gd name="connsiteX5" fmla="*/ 40172 w 46842"/>
                    <a:gd name="connsiteY5" fmla="*/ 13609 h 39214"/>
                    <a:gd name="connsiteX6" fmla="*/ 44858 w 46842"/>
                    <a:gd name="connsiteY6" fmla="*/ 32545 h 39214"/>
                    <a:gd name="connsiteX7" fmla="*/ 33016 w 46842"/>
                    <a:gd name="connsiteY7" fmla="*/ 39215 h 3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842" h="39214">
                      <a:moveTo>
                        <a:pt x="33016" y="39215"/>
                      </a:moveTo>
                      <a:cubicBezTo>
                        <a:pt x="30505" y="39215"/>
                        <a:pt x="28043" y="38529"/>
                        <a:pt x="25895" y="37232"/>
                      </a:cubicBezTo>
                      <a:lnTo>
                        <a:pt x="6669" y="25610"/>
                      </a:lnTo>
                      <a:cubicBezTo>
                        <a:pt x="145" y="21672"/>
                        <a:pt x="-1951" y="13192"/>
                        <a:pt x="1987" y="6669"/>
                      </a:cubicBezTo>
                      <a:cubicBezTo>
                        <a:pt x="5925" y="145"/>
                        <a:pt x="14406" y="-1951"/>
                        <a:pt x="20929" y="1987"/>
                      </a:cubicBezTo>
                      <a:lnTo>
                        <a:pt x="40172" y="13609"/>
                      </a:lnTo>
                      <a:cubicBezTo>
                        <a:pt x="46695" y="17544"/>
                        <a:pt x="48793" y="26022"/>
                        <a:pt x="44858" y="32545"/>
                      </a:cubicBezTo>
                      <a:cubicBezTo>
                        <a:pt x="42355" y="36694"/>
                        <a:pt x="37860" y="39225"/>
                        <a:pt x="33016" y="3921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9" name="Freeform 136">
                  <a:extLst>
                    <a:ext uri="{FF2B5EF4-FFF2-40B4-BE49-F238E27FC236}">
                      <a16:creationId xmlns:a16="http://schemas.microsoft.com/office/drawing/2014/main" id="{207583F8-2F3B-5A87-9FE7-E8022E3ABEB2}"/>
                    </a:ext>
                  </a:extLst>
                </p:cNvPr>
                <p:cNvSpPr/>
                <p:nvPr/>
              </p:nvSpPr>
              <p:spPr>
                <a:xfrm>
                  <a:off x="11702289" y="2201764"/>
                  <a:ext cx="31987" cy="45745"/>
                </a:xfrm>
                <a:custGeom>
                  <a:avLst/>
                  <a:gdLst>
                    <a:gd name="connsiteX0" fmla="*/ 18182 w 31987"/>
                    <a:gd name="connsiteY0" fmla="*/ 45745 h 45745"/>
                    <a:gd name="connsiteX1" fmla="*/ 4784 w 31987"/>
                    <a:gd name="connsiteY1" fmla="*/ 35192 h 45745"/>
                    <a:gd name="connsiteX2" fmla="*/ 387 w 31987"/>
                    <a:gd name="connsiteY2" fmla="*/ 17036 h 45745"/>
                    <a:gd name="connsiteX3" fmla="*/ 10569 w 31987"/>
                    <a:gd name="connsiteY3" fmla="*/ 388 h 45745"/>
                    <a:gd name="connsiteX4" fmla="*/ 27217 w 31987"/>
                    <a:gd name="connsiteY4" fmla="*/ 10570 h 45745"/>
                    <a:gd name="connsiteX5" fmla="*/ 31597 w 31987"/>
                    <a:gd name="connsiteY5" fmla="*/ 28709 h 45745"/>
                    <a:gd name="connsiteX6" fmla="*/ 21437 w 31987"/>
                    <a:gd name="connsiteY6" fmla="*/ 45362 h 45745"/>
                    <a:gd name="connsiteX7" fmla="*/ 21424 w 31987"/>
                    <a:gd name="connsiteY7" fmla="*/ 45366 h 45745"/>
                    <a:gd name="connsiteX8" fmla="*/ 18182 w 31987"/>
                    <a:gd name="connsiteY8" fmla="*/ 45745 h 4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87" h="45745">
                      <a:moveTo>
                        <a:pt x="18182" y="45745"/>
                      </a:moveTo>
                      <a:cubicBezTo>
                        <a:pt x="11816" y="45740"/>
                        <a:pt x="6280" y="41379"/>
                        <a:pt x="4784" y="35192"/>
                      </a:cubicBezTo>
                      <a:lnTo>
                        <a:pt x="387" y="17036"/>
                      </a:lnTo>
                      <a:cubicBezTo>
                        <a:pt x="-1398" y="9626"/>
                        <a:pt x="3160" y="2174"/>
                        <a:pt x="10569" y="388"/>
                      </a:cubicBezTo>
                      <a:cubicBezTo>
                        <a:pt x="17978" y="-1399"/>
                        <a:pt x="25432" y="3160"/>
                        <a:pt x="27217" y="10570"/>
                      </a:cubicBezTo>
                      <a:lnTo>
                        <a:pt x="31597" y="28709"/>
                      </a:lnTo>
                      <a:cubicBezTo>
                        <a:pt x="33390" y="36113"/>
                        <a:pt x="28842" y="43569"/>
                        <a:pt x="21437" y="45362"/>
                      </a:cubicBezTo>
                      <a:cubicBezTo>
                        <a:pt x="21432" y="45364"/>
                        <a:pt x="21428" y="45364"/>
                        <a:pt x="21424" y="45366"/>
                      </a:cubicBezTo>
                      <a:cubicBezTo>
                        <a:pt x="20362" y="45618"/>
                        <a:pt x="19274" y="45745"/>
                        <a:pt x="18182" y="4574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0" name="Freeform 137">
                  <a:extLst>
                    <a:ext uri="{FF2B5EF4-FFF2-40B4-BE49-F238E27FC236}">
                      <a16:creationId xmlns:a16="http://schemas.microsoft.com/office/drawing/2014/main" id="{5667BB5F-442C-8AE7-23B9-0A5189419101}"/>
                    </a:ext>
                  </a:extLst>
                </p:cNvPr>
                <p:cNvSpPr/>
                <p:nvPr/>
              </p:nvSpPr>
              <p:spPr>
                <a:xfrm>
                  <a:off x="11665963" y="2194759"/>
                  <a:ext cx="38617" cy="46490"/>
                </a:xfrm>
                <a:custGeom>
                  <a:avLst/>
                  <a:gdLst>
                    <a:gd name="connsiteX0" fmla="*/ 13746 w 38617"/>
                    <a:gd name="connsiteY0" fmla="*/ 46490 h 46490"/>
                    <a:gd name="connsiteX1" fmla="*/ 0 w 38617"/>
                    <a:gd name="connsiteY1" fmla="*/ 32648 h 46490"/>
                    <a:gd name="connsiteX2" fmla="*/ 1848 w 38617"/>
                    <a:gd name="connsiteY2" fmla="*/ 25799 h 46490"/>
                    <a:gd name="connsiteX3" fmla="*/ 12815 w 38617"/>
                    <a:gd name="connsiteY3" fmla="*/ 7004 h 46490"/>
                    <a:gd name="connsiteX4" fmla="*/ 31613 w 38617"/>
                    <a:gd name="connsiteY4" fmla="*/ 1791 h 46490"/>
                    <a:gd name="connsiteX5" fmla="*/ 36827 w 38617"/>
                    <a:gd name="connsiteY5" fmla="*/ 20590 h 46490"/>
                    <a:gd name="connsiteX6" fmla="*/ 36645 w 38617"/>
                    <a:gd name="connsiteY6" fmla="*/ 20902 h 46490"/>
                    <a:gd name="connsiteX7" fmla="*/ 25678 w 38617"/>
                    <a:gd name="connsiteY7" fmla="*/ 39714 h 46490"/>
                    <a:gd name="connsiteX8" fmla="*/ 13746 w 38617"/>
                    <a:gd name="connsiteY8" fmla="*/ 46490 h 46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17" h="46490">
                      <a:moveTo>
                        <a:pt x="13746" y="46490"/>
                      </a:moveTo>
                      <a:cubicBezTo>
                        <a:pt x="6128" y="46463"/>
                        <a:pt x="-27" y="40266"/>
                        <a:pt x="0" y="32648"/>
                      </a:cubicBezTo>
                      <a:cubicBezTo>
                        <a:pt x="9" y="30242"/>
                        <a:pt x="646" y="27882"/>
                        <a:pt x="1848" y="25799"/>
                      </a:cubicBezTo>
                      <a:lnTo>
                        <a:pt x="12815" y="7004"/>
                      </a:lnTo>
                      <a:cubicBezTo>
                        <a:pt x="16566" y="373"/>
                        <a:pt x="24983" y="-1961"/>
                        <a:pt x="31613" y="1791"/>
                      </a:cubicBezTo>
                      <a:cubicBezTo>
                        <a:pt x="38244" y="5542"/>
                        <a:pt x="40578" y="13958"/>
                        <a:pt x="36827" y="20590"/>
                      </a:cubicBezTo>
                      <a:cubicBezTo>
                        <a:pt x="36767" y="20695"/>
                        <a:pt x="36707" y="20798"/>
                        <a:pt x="36645" y="20902"/>
                      </a:cubicBezTo>
                      <a:lnTo>
                        <a:pt x="25678" y="39714"/>
                      </a:lnTo>
                      <a:cubicBezTo>
                        <a:pt x="23186" y="43932"/>
                        <a:pt x="18644" y="46511"/>
                        <a:pt x="13746" y="4649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1" name="Freeform 138">
                  <a:extLst>
                    <a:ext uri="{FF2B5EF4-FFF2-40B4-BE49-F238E27FC236}">
                      <a16:creationId xmlns:a16="http://schemas.microsoft.com/office/drawing/2014/main" id="{94F978F9-DA7B-090A-E985-438A210F5699}"/>
                    </a:ext>
                  </a:extLst>
                </p:cNvPr>
                <p:cNvSpPr/>
                <p:nvPr/>
              </p:nvSpPr>
              <p:spPr>
                <a:xfrm>
                  <a:off x="11642426" y="2171965"/>
                  <a:ext cx="48292" cy="33233"/>
                </a:xfrm>
                <a:custGeom>
                  <a:avLst/>
                  <a:gdLst>
                    <a:gd name="connsiteX0" fmla="*/ 13781 w 48292"/>
                    <a:gd name="connsiteY0" fmla="*/ 33230 h 33233"/>
                    <a:gd name="connsiteX1" fmla="*/ 0 w 48292"/>
                    <a:gd name="connsiteY1" fmla="*/ 19422 h 33233"/>
                    <a:gd name="connsiteX2" fmla="*/ 10177 w 48292"/>
                    <a:gd name="connsiteY2" fmla="*/ 6124 h 33233"/>
                    <a:gd name="connsiteX3" fmla="*/ 30696 w 48292"/>
                    <a:gd name="connsiteY3" fmla="*/ 537 h 33233"/>
                    <a:gd name="connsiteX4" fmla="*/ 47756 w 48292"/>
                    <a:gd name="connsiteY4" fmla="*/ 9999 h 33233"/>
                    <a:gd name="connsiteX5" fmla="*/ 38294 w 48292"/>
                    <a:gd name="connsiteY5" fmla="*/ 27059 h 33233"/>
                    <a:gd name="connsiteX6" fmla="*/ 37921 w 48292"/>
                    <a:gd name="connsiteY6" fmla="*/ 27160 h 33233"/>
                    <a:gd name="connsiteX7" fmla="*/ 17402 w 48292"/>
                    <a:gd name="connsiteY7" fmla="*/ 32833 h 33233"/>
                    <a:gd name="connsiteX8" fmla="*/ 13781 w 48292"/>
                    <a:gd name="connsiteY8" fmla="*/ 33230 h 3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92" h="33233">
                      <a:moveTo>
                        <a:pt x="13781" y="33230"/>
                      </a:moveTo>
                      <a:cubicBezTo>
                        <a:pt x="6162" y="33223"/>
                        <a:pt x="-8" y="27040"/>
                        <a:pt x="0" y="19422"/>
                      </a:cubicBezTo>
                      <a:cubicBezTo>
                        <a:pt x="6" y="13201"/>
                        <a:pt x="4174" y="7755"/>
                        <a:pt x="10177" y="6124"/>
                      </a:cubicBezTo>
                      <a:lnTo>
                        <a:pt x="30696" y="537"/>
                      </a:lnTo>
                      <a:cubicBezTo>
                        <a:pt x="38020" y="-1561"/>
                        <a:pt x="45658" y="2675"/>
                        <a:pt x="47756" y="9999"/>
                      </a:cubicBezTo>
                      <a:cubicBezTo>
                        <a:pt x="49854" y="17323"/>
                        <a:pt x="45618" y="24961"/>
                        <a:pt x="38294" y="27059"/>
                      </a:cubicBezTo>
                      <a:cubicBezTo>
                        <a:pt x="38170" y="27094"/>
                        <a:pt x="38046" y="27128"/>
                        <a:pt x="37921" y="27160"/>
                      </a:cubicBezTo>
                      <a:lnTo>
                        <a:pt x="17402" y="32833"/>
                      </a:lnTo>
                      <a:cubicBezTo>
                        <a:pt x="16217" y="33124"/>
                        <a:pt x="15000" y="33257"/>
                        <a:pt x="13781" y="3323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2" name="Freeform 139">
                  <a:extLst>
                    <a:ext uri="{FF2B5EF4-FFF2-40B4-BE49-F238E27FC236}">
                      <a16:creationId xmlns:a16="http://schemas.microsoft.com/office/drawing/2014/main" id="{E646A1AB-EC4F-AA35-C188-BFE61EA408B6}"/>
                    </a:ext>
                  </a:extLst>
                </p:cNvPr>
                <p:cNvSpPr/>
                <p:nvPr/>
              </p:nvSpPr>
              <p:spPr>
                <a:xfrm>
                  <a:off x="11647198" y="2133707"/>
                  <a:ext cx="47286" cy="40433"/>
                </a:xfrm>
                <a:custGeom>
                  <a:avLst/>
                  <a:gdLst>
                    <a:gd name="connsiteX0" fmla="*/ 33390 w 47286"/>
                    <a:gd name="connsiteY0" fmla="*/ 40434 h 40433"/>
                    <a:gd name="connsiteX1" fmla="*/ 25872 w 47286"/>
                    <a:gd name="connsiteY1" fmla="*/ 38192 h 40433"/>
                    <a:gd name="connsiteX2" fmla="*/ 6267 w 47286"/>
                    <a:gd name="connsiteY2" fmla="*/ 25363 h 40433"/>
                    <a:gd name="connsiteX3" fmla="*/ 2240 w 47286"/>
                    <a:gd name="connsiteY3" fmla="*/ 6267 h 40433"/>
                    <a:gd name="connsiteX4" fmla="*/ 21337 w 47286"/>
                    <a:gd name="connsiteY4" fmla="*/ 2240 h 40433"/>
                    <a:gd name="connsiteX5" fmla="*/ 41028 w 47286"/>
                    <a:gd name="connsiteY5" fmla="*/ 15086 h 40433"/>
                    <a:gd name="connsiteX6" fmla="*/ 45043 w 47286"/>
                    <a:gd name="connsiteY6" fmla="*/ 34177 h 40433"/>
                    <a:gd name="connsiteX7" fmla="*/ 33476 w 47286"/>
                    <a:gd name="connsiteY7" fmla="*/ 40434 h 4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286" h="40433">
                      <a:moveTo>
                        <a:pt x="33390" y="40434"/>
                      </a:moveTo>
                      <a:cubicBezTo>
                        <a:pt x="30720" y="40430"/>
                        <a:pt x="28108" y="39651"/>
                        <a:pt x="25872" y="38192"/>
                      </a:cubicBezTo>
                      <a:lnTo>
                        <a:pt x="6267" y="25363"/>
                      </a:lnTo>
                      <a:cubicBezTo>
                        <a:pt x="-119" y="21202"/>
                        <a:pt x="-1921" y="12652"/>
                        <a:pt x="2240" y="6267"/>
                      </a:cubicBezTo>
                      <a:cubicBezTo>
                        <a:pt x="6402" y="-119"/>
                        <a:pt x="14952" y="-1921"/>
                        <a:pt x="21337" y="2240"/>
                      </a:cubicBezTo>
                      <a:lnTo>
                        <a:pt x="41028" y="15086"/>
                      </a:lnTo>
                      <a:cubicBezTo>
                        <a:pt x="47409" y="19249"/>
                        <a:pt x="49206" y="27797"/>
                        <a:pt x="45043" y="34177"/>
                      </a:cubicBezTo>
                      <a:cubicBezTo>
                        <a:pt x="42494" y="38085"/>
                        <a:pt x="38142" y="40439"/>
                        <a:pt x="33476" y="4043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3" name="Freeform 140">
                  <a:extLst>
                    <a:ext uri="{FF2B5EF4-FFF2-40B4-BE49-F238E27FC236}">
                      <a16:creationId xmlns:a16="http://schemas.microsoft.com/office/drawing/2014/main" id="{15689FF6-A5ED-7728-5C4F-AAD429029B37}"/>
                    </a:ext>
                  </a:extLst>
                </p:cNvPr>
                <p:cNvSpPr/>
                <p:nvPr/>
              </p:nvSpPr>
              <p:spPr>
                <a:xfrm>
                  <a:off x="11662660" y="2132016"/>
                  <a:ext cx="94148" cy="94146"/>
                </a:xfrm>
                <a:custGeom>
                  <a:avLst/>
                  <a:gdLst>
                    <a:gd name="connsiteX0" fmla="*/ 47086 w 94148"/>
                    <a:gd name="connsiteY0" fmla="*/ 94147 h 94146"/>
                    <a:gd name="connsiteX1" fmla="*/ 0 w 94148"/>
                    <a:gd name="connsiteY1" fmla="*/ 47086 h 94146"/>
                    <a:gd name="connsiteX2" fmla="*/ 47061 w 94148"/>
                    <a:gd name="connsiteY2" fmla="*/ 0 h 94146"/>
                    <a:gd name="connsiteX3" fmla="*/ 92900 w 94148"/>
                    <a:gd name="connsiteY3" fmla="*/ 36314 h 94146"/>
                    <a:gd name="connsiteX4" fmla="*/ 92900 w 94148"/>
                    <a:gd name="connsiteY4" fmla="*/ 36314 h 94146"/>
                    <a:gd name="connsiteX5" fmla="*/ 57755 w 94148"/>
                    <a:gd name="connsiteY5" fmla="*/ 92910 h 94146"/>
                    <a:gd name="connsiteX6" fmla="*/ 47086 w 94148"/>
                    <a:gd name="connsiteY6" fmla="*/ 94147 h 94146"/>
                    <a:gd name="connsiteX7" fmla="*/ 47086 w 94148"/>
                    <a:gd name="connsiteY7" fmla="*/ 27589 h 94146"/>
                    <a:gd name="connsiteX8" fmla="*/ 42620 w 94148"/>
                    <a:gd name="connsiteY8" fmla="*/ 28106 h 94146"/>
                    <a:gd name="connsiteX9" fmla="*/ 28110 w 94148"/>
                    <a:gd name="connsiteY9" fmla="*/ 51531 h 94146"/>
                    <a:gd name="connsiteX10" fmla="*/ 51535 w 94148"/>
                    <a:gd name="connsiteY10" fmla="*/ 66041 h 94146"/>
                    <a:gd name="connsiteX11" fmla="*/ 66043 w 94148"/>
                    <a:gd name="connsiteY11" fmla="*/ 42671 h 94146"/>
                    <a:gd name="connsiteX12" fmla="*/ 66036 w 94148"/>
                    <a:gd name="connsiteY12" fmla="*/ 42642 h 94146"/>
                    <a:gd name="connsiteX13" fmla="*/ 66036 w 94148"/>
                    <a:gd name="connsiteY13" fmla="*/ 42642 h 94146"/>
                    <a:gd name="connsiteX14" fmla="*/ 47086 w 94148"/>
                    <a:gd name="connsiteY14" fmla="*/ 27589 h 9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148" h="94146">
                      <a:moveTo>
                        <a:pt x="47086" y="94147"/>
                      </a:moveTo>
                      <a:cubicBezTo>
                        <a:pt x="21088" y="94154"/>
                        <a:pt x="7" y="73084"/>
                        <a:pt x="0" y="47086"/>
                      </a:cubicBezTo>
                      <a:cubicBezTo>
                        <a:pt x="-7" y="21088"/>
                        <a:pt x="21063" y="7"/>
                        <a:pt x="47061" y="0"/>
                      </a:cubicBezTo>
                      <a:cubicBezTo>
                        <a:pt x="68919" y="-6"/>
                        <a:pt x="87905" y="15035"/>
                        <a:pt x="92900" y="36314"/>
                      </a:cubicBezTo>
                      <a:lnTo>
                        <a:pt x="92900" y="36314"/>
                      </a:lnTo>
                      <a:cubicBezTo>
                        <a:pt x="98823" y="61647"/>
                        <a:pt x="83089" y="86986"/>
                        <a:pt x="57755" y="92910"/>
                      </a:cubicBezTo>
                      <a:cubicBezTo>
                        <a:pt x="54257" y="93728"/>
                        <a:pt x="50678" y="94143"/>
                        <a:pt x="47086" y="94147"/>
                      </a:cubicBezTo>
                      <a:close/>
                      <a:moveTo>
                        <a:pt x="47086" y="27589"/>
                      </a:moveTo>
                      <a:cubicBezTo>
                        <a:pt x="45582" y="27592"/>
                        <a:pt x="44084" y="27766"/>
                        <a:pt x="42620" y="28106"/>
                      </a:cubicBezTo>
                      <a:cubicBezTo>
                        <a:pt x="32145" y="30568"/>
                        <a:pt x="25648" y="41055"/>
                        <a:pt x="28110" y="51531"/>
                      </a:cubicBezTo>
                      <a:cubicBezTo>
                        <a:pt x="30572" y="62006"/>
                        <a:pt x="41059" y="68503"/>
                        <a:pt x="51535" y="66041"/>
                      </a:cubicBezTo>
                      <a:cubicBezTo>
                        <a:pt x="61994" y="63594"/>
                        <a:pt x="68490" y="53131"/>
                        <a:pt x="66043" y="42671"/>
                      </a:cubicBezTo>
                      <a:cubicBezTo>
                        <a:pt x="66041" y="42662"/>
                        <a:pt x="66038" y="42652"/>
                        <a:pt x="66036" y="42642"/>
                      </a:cubicBezTo>
                      <a:lnTo>
                        <a:pt x="66036" y="42642"/>
                      </a:lnTo>
                      <a:cubicBezTo>
                        <a:pt x="63973" y="33838"/>
                        <a:pt x="56129" y="27606"/>
                        <a:pt x="47086" y="27589"/>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sp>
        <p:nvSpPr>
          <p:cNvPr id="43" name="Arrow: Pentagon 277">
            <a:extLst>
              <a:ext uri="{FF2B5EF4-FFF2-40B4-BE49-F238E27FC236}">
                <a16:creationId xmlns:a16="http://schemas.microsoft.com/office/drawing/2014/main" id="{DA12D0DC-126A-0768-45D3-1AF650061536}"/>
              </a:ext>
            </a:extLst>
          </p:cNvPr>
          <p:cNvSpPr/>
          <p:nvPr/>
        </p:nvSpPr>
        <p:spPr>
          <a:xfrm>
            <a:off x="1075577" y="1362494"/>
            <a:ext cx="1643664" cy="964154"/>
          </a:xfrm>
          <a:prstGeom prst="homePlate">
            <a:avLst>
              <a:gd name="adj" fmla="val 30009"/>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21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Initiate</a:t>
            </a:r>
          </a:p>
        </p:txBody>
      </p:sp>
      <p:sp>
        <p:nvSpPr>
          <p:cNvPr id="44" name="Arrow: Pentagon 277">
            <a:extLst>
              <a:ext uri="{FF2B5EF4-FFF2-40B4-BE49-F238E27FC236}">
                <a16:creationId xmlns:a16="http://schemas.microsoft.com/office/drawing/2014/main" id="{1FDCF348-D90C-B82F-4DD2-6B1F55F49D05}"/>
              </a:ext>
            </a:extLst>
          </p:cNvPr>
          <p:cNvSpPr/>
          <p:nvPr/>
        </p:nvSpPr>
        <p:spPr>
          <a:xfrm>
            <a:off x="14299" y="1362494"/>
            <a:ext cx="1376502" cy="964154"/>
          </a:xfrm>
          <a:prstGeom prst="homePlate">
            <a:avLst>
              <a:gd name="adj" fmla="val 30009"/>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Discover</a:t>
            </a:r>
          </a:p>
        </p:txBody>
      </p:sp>
      <p:grpSp>
        <p:nvGrpSpPr>
          <p:cNvPr id="45" name="Group 44">
            <a:extLst>
              <a:ext uri="{FF2B5EF4-FFF2-40B4-BE49-F238E27FC236}">
                <a16:creationId xmlns:a16="http://schemas.microsoft.com/office/drawing/2014/main" id="{15284167-DB97-AB4F-CBD8-9DEF208C80D6}"/>
              </a:ext>
            </a:extLst>
          </p:cNvPr>
          <p:cNvGrpSpPr/>
          <p:nvPr/>
        </p:nvGrpSpPr>
        <p:grpSpPr>
          <a:xfrm>
            <a:off x="433241" y="1484737"/>
            <a:ext cx="471791" cy="471791"/>
            <a:chOff x="1650814" y="1570462"/>
            <a:chExt cx="471791" cy="471791"/>
          </a:xfrm>
        </p:grpSpPr>
        <p:sp>
          <p:nvSpPr>
            <p:cNvPr id="56" name="Oval 55">
              <a:extLst>
                <a:ext uri="{FF2B5EF4-FFF2-40B4-BE49-F238E27FC236}">
                  <a16:creationId xmlns:a16="http://schemas.microsoft.com/office/drawing/2014/main" id="{5A0AEAFC-FC23-6D83-26EA-A1C8C9A3ABAC}"/>
                </a:ext>
              </a:extLst>
            </p:cNvPr>
            <p:cNvSpPr/>
            <p:nvPr/>
          </p:nvSpPr>
          <p:spPr>
            <a:xfrm>
              <a:off x="1650814"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57" name="Graphic 43">
              <a:extLst>
                <a:ext uri="{FF2B5EF4-FFF2-40B4-BE49-F238E27FC236}">
                  <a16:creationId xmlns:a16="http://schemas.microsoft.com/office/drawing/2014/main" id="{12449852-0B70-BD33-51BE-5E3193795CFA}"/>
                </a:ext>
              </a:extLst>
            </p:cNvPr>
            <p:cNvGrpSpPr/>
            <p:nvPr/>
          </p:nvGrpSpPr>
          <p:grpSpPr>
            <a:xfrm>
              <a:off x="1750604" y="1669584"/>
              <a:ext cx="272210" cy="273546"/>
              <a:chOff x="1759940" y="1793479"/>
              <a:chExt cx="449934" cy="452143"/>
            </a:xfrm>
          </p:grpSpPr>
          <p:sp>
            <p:nvSpPr>
              <p:cNvPr id="58" name="Freeform: Shape 57">
                <a:extLst>
                  <a:ext uri="{FF2B5EF4-FFF2-40B4-BE49-F238E27FC236}">
                    <a16:creationId xmlns:a16="http://schemas.microsoft.com/office/drawing/2014/main" id="{9D110091-9D1E-4B7A-5E7B-71AA44E7E14E}"/>
                  </a:ext>
                </a:extLst>
              </p:cNvPr>
              <p:cNvSpPr/>
              <p:nvPr/>
            </p:nvSpPr>
            <p:spPr>
              <a:xfrm>
                <a:off x="1759940"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0" y="43107"/>
                      <a:pt x="0" y="33458"/>
                      <a:pt x="0" y="21554"/>
                    </a:cubicBezTo>
                    <a:cubicBezTo>
                      <a:pt x="0" y="9650"/>
                      <a:pt x="9650" y="0"/>
                      <a:pt x="21554" y="0"/>
                    </a:cubicBezTo>
                    <a:lnTo>
                      <a:pt x="61967" y="0"/>
                    </a:lnTo>
                    <a:cubicBezTo>
                      <a:pt x="73871" y="0"/>
                      <a:pt x="83521" y="9650"/>
                      <a:pt x="83521" y="21554"/>
                    </a:cubicBezTo>
                    <a:cubicBezTo>
                      <a:pt x="83521" y="33458"/>
                      <a:pt x="73871" y="43107"/>
                      <a:pt x="61967" y="43107"/>
                    </a:cubicBezTo>
                    <a:close/>
                  </a:path>
                </a:pathLst>
              </a:custGeom>
              <a:solidFill>
                <a:srgbClr val="EF463C"/>
              </a:solidFill>
              <a:ln w="2667" cap="flat">
                <a:noFill/>
                <a:prstDash val="solid"/>
                <a:miter/>
              </a:ln>
            </p:spPr>
            <p:txBody>
              <a:bodyPr rtlCol="0" anchor="ctr"/>
              <a:lstStyle/>
              <a:p>
                <a:endParaRPr lang="en-MY"/>
              </a:p>
            </p:txBody>
          </p:sp>
          <p:grpSp>
            <p:nvGrpSpPr>
              <p:cNvPr id="59" name="Graphic 43">
                <a:extLst>
                  <a:ext uri="{FF2B5EF4-FFF2-40B4-BE49-F238E27FC236}">
                    <a16:creationId xmlns:a16="http://schemas.microsoft.com/office/drawing/2014/main" id="{FF48EA7C-C7FC-186F-B0C8-01A673A69413}"/>
                  </a:ext>
                </a:extLst>
              </p:cNvPr>
              <p:cNvGrpSpPr/>
              <p:nvPr/>
            </p:nvGrpSpPr>
            <p:grpSpPr>
              <a:xfrm>
                <a:off x="1853403" y="1895374"/>
                <a:ext cx="263656" cy="350248"/>
                <a:chOff x="1853403" y="1895374"/>
                <a:chExt cx="263656" cy="350248"/>
              </a:xfrm>
            </p:grpSpPr>
            <p:sp>
              <p:nvSpPr>
                <p:cNvPr id="64" name="Freeform: Shape 63">
                  <a:extLst>
                    <a:ext uri="{FF2B5EF4-FFF2-40B4-BE49-F238E27FC236}">
                      <a16:creationId xmlns:a16="http://schemas.microsoft.com/office/drawing/2014/main" id="{E3D5BAA8-8A88-86E9-4948-F7BC453B72EF}"/>
                    </a:ext>
                  </a:extLst>
                </p:cNvPr>
                <p:cNvSpPr/>
                <p:nvPr/>
              </p:nvSpPr>
              <p:spPr>
                <a:xfrm>
                  <a:off x="1853403" y="1895374"/>
                  <a:ext cx="263656" cy="256435"/>
                </a:xfrm>
                <a:custGeom>
                  <a:avLst/>
                  <a:gdLst>
                    <a:gd name="connsiteX0" fmla="*/ 182506 w 263656"/>
                    <a:gd name="connsiteY0" fmla="*/ 256436 h 256435"/>
                    <a:gd name="connsiteX1" fmla="*/ 160954 w 263656"/>
                    <a:gd name="connsiteY1" fmla="*/ 234879 h 256435"/>
                    <a:gd name="connsiteX2" fmla="*/ 174936 w 263656"/>
                    <a:gd name="connsiteY2" fmla="*/ 214702 h 256435"/>
                    <a:gd name="connsiteX3" fmla="*/ 220549 w 263656"/>
                    <a:gd name="connsiteY3" fmla="*/ 128891 h 256435"/>
                    <a:gd name="connsiteX4" fmla="*/ 131828 w 263656"/>
                    <a:gd name="connsiteY4" fmla="*/ 43107 h 256435"/>
                    <a:gd name="connsiteX5" fmla="*/ 43107 w 263656"/>
                    <a:gd name="connsiteY5" fmla="*/ 128891 h 256435"/>
                    <a:gd name="connsiteX6" fmla="*/ 90310 w 263656"/>
                    <a:gd name="connsiteY6" fmla="*/ 214271 h 256435"/>
                    <a:gd name="connsiteX7" fmla="*/ 103140 w 263656"/>
                    <a:gd name="connsiteY7" fmla="*/ 241922 h 256435"/>
                    <a:gd name="connsiteX8" fmla="*/ 75490 w 263656"/>
                    <a:gd name="connsiteY8" fmla="*/ 254752 h 256435"/>
                    <a:gd name="connsiteX9" fmla="*/ 74630 w 263656"/>
                    <a:gd name="connsiteY9" fmla="*/ 254415 h 256435"/>
                    <a:gd name="connsiteX10" fmla="*/ 0 w 263656"/>
                    <a:gd name="connsiteY10" fmla="*/ 128891 h 256435"/>
                    <a:gd name="connsiteX11" fmla="*/ 131828 w 263656"/>
                    <a:gd name="connsiteY11" fmla="*/ 0 h 256435"/>
                    <a:gd name="connsiteX12" fmla="*/ 263656 w 263656"/>
                    <a:gd name="connsiteY12" fmla="*/ 128891 h 256435"/>
                    <a:gd name="connsiteX13" fmla="*/ 190077 w 263656"/>
                    <a:gd name="connsiteY13" fmla="*/ 255062 h 256435"/>
                    <a:gd name="connsiteX14" fmla="*/ 182506 w 263656"/>
                    <a:gd name="connsiteY14" fmla="*/ 256436 h 25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656" h="256435">
                      <a:moveTo>
                        <a:pt x="182506" y="256436"/>
                      </a:moveTo>
                      <a:cubicBezTo>
                        <a:pt x="170603" y="256436"/>
                        <a:pt x="160953" y="246785"/>
                        <a:pt x="160954" y="234879"/>
                      </a:cubicBezTo>
                      <a:cubicBezTo>
                        <a:pt x="160955" y="225897"/>
                        <a:pt x="166527" y="217857"/>
                        <a:pt x="174936" y="214702"/>
                      </a:cubicBezTo>
                      <a:cubicBezTo>
                        <a:pt x="205192" y="203360"/>
                        <a:pt x="220549" y="174478"/>
                        <a:pt x="220549" y="128891"/>
                      </a:cubicBezTo>
                      <a:cubicBezTo>
                        <a:pt x="220549" y="79183"/>
                        <a:pt x="183234" y="43107"/>
                        <a:pt x="131828" y="43107"/>
                      </a:cubicBezTo>
                      <a:cubicBezTo>
                        <a:pt x="80422" y="43107"/>
                        <a:pt x="43107" y="79183"/>
                        <a:pt x="43107" y="128891"/>
                      </a:cubicBezTo>
                      <a:cubicBezTo>
                        <a:pt x="43107" y="159417"/>
                        <a:pt x="51190" y="198941"/>
                        <a:pt x="90310" y="214271"/>
                      </a:cubicBezTo>
                      <a:cubicBezTo>
                        <a:pt x="101488" y="218364"/>
                        <a:pt x="107233" y="230744"/>
                        <a:pt x="103140" y="241922"/>
                      </a:cubicBezTo>
                      <a:cubicBezTo>
                        <a:pt x="99048" y="253100"/>
                        <a:pt x="86669" y="258844"/>
                        <a:pt x="75490" y="254752"/>
                      </a:cubicBezTo>
                      <a:cubicBezTo>
                        <a:pt x="75201" y="254644"/>
                        <a:pt x="74914" y="254533"/>
                        <a:pt x="74630" y="254415"/>
                      </a:cubicBezTo>
                      <a:cubicBezTo>
                        <a:pt x="26511" y="235555"/>
                        <a:pt x="0" y="191020"/>
                        <a:pt x="0" y="128891"/>
                      </a:cubicBezTo>
                      <a:cubicBezTo>
                        <a:pt x="0" y="55393"/>
                        <a:pt x="56579" y="0"/>
                        <a:pt x="131828" y="0"/>
                      </a:cubicBezTo>
                      <a:cubicBezTo>
                        <a:pt x="207078" y="0"/>
                        <a:pt x="263656" y="55474"/>
                        <a:pt x="263656" y="128891"/>
                      </a:cubicBezTo>
                      <a:cubicBezTo>
                        <a:pt x="263656" y="210364"/>
                        <a:pt x="223647" y="242480"/>
                        <a:pt x="190077" y="255062"/>
                      </a:cubicBezTo>
                      <a:cubicBezTo>
                        <a:pt x="187655" y="255970"/>
                        <a:pt x="185093" y="256436"/>
                        <a:pt x="182506" y="256436"/>
                      </a:cubicBezTo>
                      <a:close/>
                    </a:path>
                  </a:pathLst>
                </a:custGeom>
                <a:solidFill>
                  <a:srgbClr val="C42828"/>
                </a:solidFill>
                <a:ln w="2667" cap="flat">
                  <a:noFill/>
                  <a:prstDash val="solid"/>
                  <a:miter/>
                </a:ln>
              </p:spPr>
              <p:txBody>
                <a:bodyPr rtlCol="0" anchor="ctr"/>
                <a:lstStyle/>
                <a:p>
                  <a:endParaRPr lang="en-MY"/>
                </a:p>
              </p:txBody>
            </p:sp>
            <p:sp>
              <p:nvSpPr>
                <p:cNvPr id="65" name="Freeform: Shape 64">
                  <a:extLst>
                    <a:ext uri="{FF2B5EF4-FFF2-40B4-BE49-F238E27FC236}">
                      <a16:creationId xmlns:a16="http://schemas.microsoft.com/office/drawing/2014/main" id="{317413C9-4CA9-D477-71F0-004FE6A1FD3F}"/>
                    </a:ext>
                  </a:extLst>
                </p:cNvPr>
                <p:cNvSpPr/>
                <p:nvPr/>
              </p:nvSpPr>
              <p:spPr>
                <a:xfrm>
                  <a:off x="1923883" y="2151082"/>
                  <a:ext cx="122883" cy="43107"/>
                </a:xfrm>
                <a:custGeom>
                  <a:avLst/>
                  <a:gdLst>
                    <a:gd name="connsiteX0" fmla="*/ 101330 w 122883"/>
                    <a:gd name="connsiteY0" fmla="*/ 43107 h 43107"/>
                    <a:gd name="connsiteX1" fmla="*/ 21554 w 122883"/>
                    <a:gd name="connsiteY1" fmla="*/ 43107 h 43107"/>
                    <a:gd name="connsiteX2" fmla="*/ 0 w 122883"/>
                    <a:gd name="connsiteY2" fmla="*/ 21554 h 43107"/>
                    <a:gd name="connsiteX3" fmla="*/ 21554 w 122883"/>
                    <a:gd name="connsiteY3" fmla="*/ 0 h 43107"/>
                    <a:gd name="connsiteX4" fmla="*/ 101330 w 122883"/>
                    <a:gd name="connsiteY4" fmla="*/ 0 h 43107"/>
                    <a:gd name="connsiteX5" fmla="*/ 122883 w 122883"/>
                    <a:gd name="connsiteY5" fmla="*/ 21554 h 43107"/>
                    <a:gd name="connsiteX6" fmla="*/ 101330 w 122883"/>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883" h="43107">
                      <a:moveTo>
                        <a:pt x="101330" y="43107"/>
                      </a:moveTo>
                      <a:lnTo>
                        <a:pt x="21554" y="43107"/>
                      </a:lnTo>
                      <a:cubicBezTo>
                        <a:pt x="9650" y="43107"/>
                        <a:pt x="0" y="33457"/>
                        <a:pt x="0" y="21554"/>
                      </a:cubicBezTo>
                      <a:cubicBezTo>
                        <a:pt x="0" y="9651"/>
                        <a:pt x="9650" y="0"/>
                        <a:pt x="21554" y="0"/>
                      </a:cubicBezTo>
                      <a:lnTo>
                        <a:pt x="101330" y="0"/>
                      </a:lnTo>
                      <a:cubicBezTo>
                        <a:pt x="113233" y="0"/>
                        <a:pt x="122883" y="9651"/>
                        <a:pt x="122883" y="21554"/>
                      </a:cubicBezTo>
                      <a:cubicBezTo>
                        <a:pt x="122883" y="33457"/>
                        <a:pt x="113233" y="43107"/>
                        <a:pt x="101330" y="43107"/>
                      </a:cubicBezTo>
                      <a:close/>
                    </a:path>
                  </a:pathLst>
                </a:custGeom>
                <a:solidFill>
                  <a:srgbClr val="EF463C"/>
                </a:solidFill>
                <a:ln w="2667" cap="flat">
                  <a:noFill/>
                  <a:prstDash val="solid"/>
                  <a:miter/>
                </a:ln>
              </p:spPr>
              <p:txBody>
                <a:bodyPr rtlCol="0" anchor="ctr"/>
                <a:lstStyle/>
                <a:p>
                  <a:endParaRPr lang="en-MY"/>
                </a:p>
              </p:txBody>
            </p:sp>
            <p:sp>
              <p:nvSpPr>
                <p:cNvPr id="66" name="Freeform: Shape 65">
                  <a:extLst>
                    <a:ext uri="{FF2B5EF4-FFF2-40B4-BE49-F238E27FC236}">
                      <a16:creationId xmlns:a16="http://schemas.microsoft.com/office/drawing/2014/main" id="{4ABA6F53-8E89-82B8-B1EB-2E124B37380B}"/>
                    </a:ext>
                  </a:extLst>
                </p:cNvPr>
                <p:cNvSpPr/>
                <p:nvPr/>
              </p:nvSpPr>
              <p:spPr>
                <a:xfrm>
                  <a:off x="1923883" y="2202515"/>
                  <a:ext cx="120835" cy="43107"/>
                </a:xfrm>
                <a:custGeom>
                  <a:avLst/>
                  <a:gdLst>
                    <a:gd name="connsiteX0" fmla="*/ 99282 w 120835"/>
                    <a:gd name="connsiteY0" fmla="*/ 43107 h 43107"/>
                    <a:gd name="connsiteX1" fmla="*/ 21554 w 120835"/>
                    <a:gd name="connsiteY1" fmla="*/ 43107 h 43107"/>
                    <a:gd name="connsiteX2" fmla="*/ 0 w 120835"/>
                    <a:gd name="connsiteY2" fmla="*/ 21554 h 43107"/>
                    <a:gd name="connsiteX3" fmla="*/ 21554 w 120835"/>
                    <a:gd name="connsiteY3" fmla="*/ 0 h 43107"/>
                    <a:gd name="connsiteX4" fmla="*/ 99282 w 120835"/>
                    <a:gd name="connsiteY4" fmla="*/ 0 h 43107"/>
                    <a:gd name="connsiteX5" fmla="*/ 120836 w 120835"/>
                    <a:gd name="connsiteY5" fmla="*/ 21554 h 43107"/>
                    <a:gd name="connsiteX6" fmla="*/ 99282 w 120835"/>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35" h="43107">
                      <a:moveTo>
                        <a:pt x="99282" y="43107"/>
                      </a:moveTo>
                      <a:lnTo>
                        <a:pt x="21554" y="43107"/>
                      </a:lnTo>
                      <a:cubicBezTo>
                        <a:pt x="9650" y="43107"/>
                        <a:pt x="0" y="33457"/>
                        <a:pt x="0" y="21554"/>
                      </a:cubicBezTo>
                      <a:cubicBezTo>
                        <a:pt x="0" y="9651"/>
                        <a:pt x="9650" y="0"/>
                        <a:pt x="21554" y="0"/>
                      </a:cubicBezTo>
                      <a:lnTo>
                        <a:pt x="99282" y="0"/>
                      </a:lnTo>
                      <a:cubicBezTo>
                        <a:pt x="111185" y="0"/>
                        <a:pt x="120836" y="9651"/>
                        <a:pt x="120836" y="21554"/>
                      </a:cubicBezTo>
                      <a:cubicBezTo>
                        <a:pt x="120836" y="33457"/>
                        <a:pt x="111185" y="43107"/>
                        <a:pt x="99282" y="43107"/>
                      </a:cubicBezTo>
                      <a:close/>
                    </a:path>
                  </a:pathLst>
                </a:custGeom>
                <a:solidFill>
                  <a:srgbClr val="EF463C"/>
                </a:solidFill>
                <a:ln w="2667" cap="flat">
                  <a:noFill/>
                  <a:prstDash val="solid"/>
                  <a:miter/>
                </a:ln>
              </p:spPr>
              <p:txBody>
                <a:bodyPr rtlCol="0" anchor="ctr"/>
                <a:lstStyle/>
                <a:p>
                  <a:endParaRPr lang="en-MY"/>
                </a:p>
              </p:txBody>
            </p:sp>
            <p:sp>
              <p:nvSpPr>
                <p:cNvPr id="67" name="Freeform: Shape 66">
                  <a:extLst>
                    <a:ext uri="{FF2B5EF4-FFF2-40B4-BE49-F238E27FC236}">
                      <a16:creationId xmlns:a16="http://schemas.microsoft.com/office/drawing/2014/main" id="{0EE0D550-41AB-3E16-F1DF-3FD5267DD37F}"/>
                    </a:ext>
                  </a:extLst>
                </p:cNvPr>
                <p:cNvSpPr/>
                <p:nvPr/>
              </p:nvSpPr>
              <p:spPr>
                <a:xfrm>
                  <a:off x="1915154" y="2109268"/>
                  <a:ext cx="140341" cy="136354"/>
                </a:xfrm>
                <a:custGeom>
                  <a:avLst/>
                  <a:gdLst>
                    <a:gd name="connsiteX0" fmla="*/ 118788 w 140341"/>
                    <a:gd name="connsiteY0" fmla="*/ 136354 h 136354"/>
                    <a:gd name="connsiteX1" fmla="*/ 21554 w 140341"/>
                    <a:gd name="connsiteY1" fmla="*/ 136354 h 136354"/>
                    <a:gd name="connsiteX2" fmla="*/ 0 w 140341"/>
                    <a:gd name="connsiteY2" fmla="*/ 114801 h 136354"/>
                    <a:gd name="connsiteX3" fmla="*/ 0 w 140341"/>
                    <a:gd name="connsiteY3" fmla="*/ 21554 h 136354"/>
                    <a:gd name="connsiteX4" fmla="*/ 21554 w 140341"/>
                    <a:gd name="connsiteY4" fmla="*/ 0 h 136354"/>
                    <a:gd name="connsiteX5" fmla="*/ 43107 w 140341"/>
                    <a:gd name="connsiteY5" fmla="*/ 21554 h 136354"/>
                    <a:gd name="connsiteX6" fmla="*/ 43107 w 140341"/>
                    <a:gd name="connsiteY6" fmla="*/ 93247 h 136354"/>
                    <a:gd name="connsiteX7" fmla="*/ 97234 w 140341"/>
                    <a:gd name="connsiteY7" fmla="*/ 93247 h 136354"/>
                    <a:gd name="connsiteX8" fmla="*/ 97234 w 140341"/>
                    <a:gd name="connsiteY8" fmla="*/ 22955 h 136354"/>
                    <a:gd name="connsiteX9" fmla="*/ 118788 w 140341"/>
                    <a:gd name="connsiteY9" fmla="*/ 1401 h 136354"/>
                    <a:gd name="connsiteX10" fmla="*/ 140342 w 140341"/>
                    <a:gd name="connsiteY10" fmla="*/ 22955 h 136354"/>
                    <a:gd name="connsiteX11" fmla="*/ 140342 w 140341"/>
                    <a:gd name="connsiteY11" fmla="*/ 114801 h 136354"/>
                    <a:gd name="connsiteX12" fmla="*/ 118788 w 140341"/>
                    <a:gd name="connsiteY12" fmla="*/ 136354 h 13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341" h="136354">
                      <a:moveTo>
                        <a:pt x="118788" y="136354"/>
                      </a:moveTo>
                      <a:lnTo>
                        <a:pt x="21554" y="136354"/>
                      </a:lnTo>
                      <a:cubicBezTo>
                        <a:pt x="9650" y="136354"/>
                        <a:pt x="0" y="126704"/>
                        <a:pt x="0" y="114801"/>
                      </a:cubicBezTo>
                      <a:lnTo>
                        <a:pt x="0" y="21554"/>
                      </a:lnTo>
                      <a:cubicBezTo>
                        <a:pt x="0" y="9651"/>
                        <a:pt x="9650" y="0"/>
                        <a:pt x="21554" y="0"/>
                      </a:cubicBezTo>
                      <a:cubicBezTo>
                        <a:pt x="33458" y="0"/>
                        <a:pt x="43107" y="9651"/>
                        <a:pt x="43107" y="21554"/>
                      </a:cubicBezTo>
                      <a:lnTo>
                        <a:pt x="43107" y="93247"/>
                      </a:lnTo>
                      <a:lnTo>
                        <a:pt x="97234" y="93247"/>
                      </a:lnTo>
                      <a:lnTo>
                        <a:pt x="97234" y="22955"/>
                      </a:lnTo>
                      <a:cubicBezTo>
                        <a:pt x="97234" y="11052"/>
                        <a:pt x="106885" y="1401"/>
                        <a:pt x="118788" y="1401"/>
                      </a:cubicBezTo>
                      <a:cubicBezTo>
                        <a:pt x="130691" y="1401"/>
                        <a:pt x="140342" y="11052"/>
                        <a:pt x="140342" y="22955"/>
                      </a:cubicBezTo>
                      <a:lnTo>
                        <a:pt x="140342" y="114801"/>
                      </a:lnTo>
                      <a:cubicBezTo>
                        <a:pt x="140342" y="126704"/>
                        <a:pt x="130691" y="136354"/>
                        <a:pt x="118788" y="136354"/>
                      </a:cubicBezTo>
                      <a:close/>
                    </a:path>
                  </a:pathLst>
                </a:custGeom>
                <a:solidFill>
                  <a:srgbClr val="C42828"/>
                </a:solidFill>
                <a:ln w="2667" cap="flat">
                  <a:noFill/>
                  <a:prstDash val="solid"/>
                  <a:miter/>
                </a:ln>
              </p:spPr>
              <p:txBody>
                <a:bodyPr rtlCol="0" anchor="ctr"/>
                <a:lstStyle/>
                <a:p>
                  <a:endParaRPr lang="en-MY"/>
                </a:p>
              </p:txBody>
            </p:sp>
          </p:grpSp>
          <p:sp>
            <p:nvSpPr>
              <p:cNvPr id="60" name="Freeform: Shape 59">
                <a:extLst>
                  <a:ext uri="{FF2B5EF4-FFF2-40B4-BE49-F238E27FC236}">
                    <a16:creationId xmlns:a16="http://schemas.microsoft.com/office/drawing/2014/main" id="{8150FEE5-C777-8A45-B21B-A249C3B73223}"/>
                  </a:ext>
                </a:extLst>
              </p:cNvPr>
              <p:cNvSpPr/>
              <p:nvPr/>
            </p:nvSpPr>
            <p:spPr>
              <a:xfrm>
                <a:off x="2078461" y="1845892"/>
                <a:ext cx="77396" cy="77393"/>
              </a:xfrm>
              <a:custGeom>
                <a:avLst/>
                <a:gdLst>
                  <a:gd name="connsiteX0" fmla="*/ 21543 w 77396"/>
                  <a:gd name="connsiteY0" fmla="*/ 77394 h 77393"/>
                  <a:gd name="connsiteX1" fmla="*/ 0 w 77396"/>
                  <a:gd name="connsiteY1" fmla="*/ 55830 h 77393"/>
                  <a:gd name="connsiteX2" fmla="*/ 6321 w 77396"/>
                  <a:gd name="connsiteY2" fmla="*/ 40591 h 77393"/>
                  <a:gd name="connsiteX3" fmla="*/ 40591 w 77396"/>
                  <a:gd name="connsiteY3" fmla="*/ 6320 h 77393"/>
                  <a:gd name="connsiteX4" fmla="*/ 71076 w 77396"/>
                  <a:gd name="connsiteY4" fmla="*/ 6307 h 77393"/>
                  <a:gd name="connsiteX5" fmla="*/ 71090 w 77396"/>
                  <a:gd name="connsiteY5" fmla="*/ 36792 h 77393"/>
                  <a:gd name="connsiteX6" fmla="*/ 36792 w 77396"/>
                  <a:gd name="connsiteY6" fmla="*/ 71089 h 77393"/>
                  <a:gd name="connsiteX7" fmla="*/ 21543 w 77396"/>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6" h="77393">
                    <a:moveTo>
                      <a:pt x="21543" y="77394"/>
                    </a:moveTo>
                    <a:cubicBezTo>
                      <a:pt x="9640" y="77388"/>
                      <a:pt x="-5" y="67734"/>
                      <a:pt x="0" y="55830"/>
                    </a:cubicBezTo>
                    <a:cubicBezTo>
                      <a:pt x="3" y="50113"/>
                      <a:pt x="2277" y="44631"/>
                      <a:pt x="6321" y="40591"/>
                    </a:cubicBezTo>
                    <a:lnTo>
                      <a:pt x="40591" y="6320"/>
                    </a:lnTo>
                    <a:cubicBezTo>
                      <a:pt x="49005" y="-2101"/>
                      <a:pt x="62654" y="-2108"/>
                      <a:pt x="71076" y="6307"/>
                    </a:cubicBezTo>
                    <a:cubicBezTo>
                      <a:pt x="79498" y="14722"/>
                      <a:pt x="79504" y="28370"/>
                      <a:pt x="71090" y="36792"/>
                    </a:cubicBezTo>
                    <a:lnTo>
                      <a:pt x="36792" y="71089"/>
                    </a:lnTo>
                    <a:cubicBezTo>
                      <a:pt x="32746" y="75130"/>
                      <a:pt x="27260" y="77398"/>
                      <a:pt x="21543" y="77394"/>
                    </a:cubicBezTo>
                    <a:close/>
                  </a:path>
                </a:pathLst>
              </a:custGeom>
              <a:solidFill>
                <a:srgbClr val="EF463C"/>
              </a:solidFill>
              <a:ln w="2667" cap="flat">
                <a:noFill/>
                <a:prstDash val="solid"/>
                <a:miter/>
              </a:ln>
            </p:spPr>
            <p:txBody>
              <a:bodyPr rtlCol="0" anchor="ctr"/>
              <a:lstStyle/>
              <a:p>
                <a:endParaRPr lang="en-MY"/>
              </a:p>
            </p:txBody>
          </p:sp>
          <p:sp>
            <p:nvSpPr>
              <p:cNvPr id="61" name="Freeform: Shape 60">
                <a:extLst>
                  <a:ext uri="{FF2B5EF4-FFF2-40B4-BE49-F238E27FC236}">
                    <a16:creationId xmlns:a16="http://schemas.microsoft.com/office/drawing/2014/main" id="{22D09A6B-95A2-4D4A-0BFB-6857FA997057}"/>
                  </a:ext>
                </a:extLst>
              </p:cNvPr>
              <p:cNvSpPr/>
              <p:nvPr/>
            </p:nvSpPr>
            <p:spPr>
              <a:xfrm>
                <a:off x="1811694" y="1845165"/>
                <a:ext cx="77397" cy="77393"/>
              </a:xfrm>
              <a:custGeom>
                <a:avLst/>
                <a:gdLst>
                  <a:gd name="connsiteX0" fmla="*/ 55854 w 77397"/>
                  <a:gd name="connsiteY0" fmla="*/ 77394 h 77393"/>
                  <a:gd name="connsiteX1" fmla="*/ 40604 w 77397"/>
                  <a:gd name="connsiteY1" fmla="*/ 71089 h 77393"/>
                  <a:gd name="connsiteX2" fmla="*/ 6307 w 77397"/>
                  <a:gd name="connsiteY2" fmla="*/ 36792 h 77393"/>
                  <a:gd name="connsiteX3" fmla="*/ 6320 w 77397"/>
                  <a:gd name="connsiteY3" fmla="*/ 6307 h 77393"/>
                  <a:gd name="connsiteX4" fmla="*/ 36805 w 77397"/>
                  <a:gd name="connsiteY4" fmla="*/ 6320 h 77393"/>
                  <a:gd name="connsiteX5" fmla="*/ 71103 w 77397"/>
                  <a:gd name="connsiteY5" fmla="*/ 40618 h 77393"/>
                  <a:gd name="connsiteX6" fmla="*/ 71066 w 77397"/>
                  <a:gd name="connsiteY6" fmla="*/ 71099 h 77393"/>
                  <a:gd name="connsiteX7" fmla="*/ 55854 w 77397"/>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7" h="77393">
                    <a:moveTo>
                      <a:pt x="55854" y="77394"/>
                    </a:moveTo>
                    <a:cubicBezTo>
                      <a:pt x="50135" y="77398"/>
                      <a:pt x="44650" y="75130"/>
                      <a:pt x="40604" y="71089"/>
                    </a:cubicBezTo>
                    <a:lnTo>
                      <a:pt x="6307" y="36792"/>
                    </a:lnTo>
                    <a:cubicBezTo>
                      <a:pt x="-2108" y="28370"/>
                      <a:pt x="-2101" y="14722"/>
                      <a:pt x="6320" y="6307"/>
                    </a:cubicBezTo>
                    <a:cubicBezTo>
                      <a:pt x="14742" y="-2108"/>
                      <a:pt x="28391" y="-2101"/>
                      <a:pt x="36805" y="6320"/>
                    </a:cubicBezTo>
                    <a:lnTo>
                      <a:pt x="71103" y="40618"/>
                    </a:lnTo>
                    <a:cubicBezTo>
                      <a:pt x="79510" y="49045"/>
                      <a:pt x="79493" y="62692"/>
                      <a:pt x="71066" y="71099"/>
                    </a:cubicBezTo>
                    <a:cubicBezTo>
                      <a:pt x="67028" y="75128"/>
                      <a:pt x="61558" y="77391"/>
                      <a:pt x="55854" y="77394"/>
                    </a:cubicBezTo>
                    <a:close/>
                  </a:path>
                </a:pathLst>
              </a:custGeom>
              <a:solidFill>
                <a:srgbClr val="EF463C"/>
              </a:solidFill>
              <a:ln w="2667" cap="flat">
                <a:noFill/>
                <a:prstDash val="solid"/>
                <a:miter/>
              </a:ln>
            </p:spPr>
            <p:txBody>
              <a:bodyPr rtlCol="0" anchor="ctr"/>
              <a:lstStyle/>
              <a:p>
                <a:endParaRPr lang="en-MY"/>
              </a:p>
            </p:txBody>
          </p:sp>
          <p:sp>
            <p:nvSpPr>
              <p:cNvPr id="62" name="Freeform: Shape 61">
                <a:extLst>
                  <a:ext uri="{FF2B5EF4-FFF2-40B4-BE49-F238E27FC236}">
                    <a16:creationId xmlns:a16="http://schemas.microsoft.com/office/drawing/2014/main" id="{6921E5B0-48B4-A2A8-E218-B154CE4F2C6E}"/>
                  </a:ext>
                </a:extLst>
              </p:cNvPr>
              <p:cNvSpPr/>
              <p:nvPr/>
            </p:nvSpPr>
            <p:spPr>
              <a:xfrm>
                <a:off x="1964108" y="1793479"/>
                <a:ext cx="43107" cy="91603"/>
              </a:xfrm>
              <a:custGeom>
                <a:avLst/>
                <a:gdLst>
                  <a:gd name="connsiteX0" fmla="*/ 21554 w 43107"/>
                  <a:gd name="connsiteY0" fmla="*/ 91603 h 91603"/>
                  <a:gd name="connsiteX1" fmla="*/ 0 w 43107"/>
                  <a:gd name="connsiteY1" fmla="*/ 70050 h 91603"/>
                  <a:gd name="connsiteX2" fmla="*/ 0 w 43107"/>
                  <a:gd name="connsiteY2" fmla="*/ 21554 h 91603"/>
                  <a:gd name="connsiteX3" fmla="*/ 21554 w 43107"/>
                  <a:gd name="connsiteY3" fmla="*/ 0 h 91603"/>
                  <a:gd name="connsiteX4" fmla="*/ 43107 w 43107"/>
                  <a:gd name="connsiteY4" fmla="*/ 21554 h 91603"/>
                  <a:gd name="connsiteX5" fmla="*/ 43107 w 43107"/>
                  <a:gd name="connsiteY5" fmla="*/ 70050 h 91603"/>
                  <a:gd name="connsiteX6" fmla="*/ 21554 w 43107"/>
                  <a:gd name="connsiteY6" fmla="*/ 91603 h 91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107" h="91603">
                    <a:moveTo>
                      <a:pt x="21554" y="91603"/>
                    </a:moveTo>
                    <a:cubicBezTo>
                      <a:pt x="9650" y="91603"/>
                      <a:pt x="0" y="81954"/>
                      <a:pt x="0" y="70050"/>
                    </a:cubicBezTo>
                    <a:lnTo>
                      <a:pt x="0" y="21554"/>
                    </a:lnTo>
                    <a:cubicBezTo>
                      <a:pt x="0" y="9650"/>
                      <a:pt x="9650" y="0"/>
                      <a:pt x="21554" y="0"/>
                    </a:cubicBezTo>
                    <a:cubicBezTo>
                      <a:pt x="33458" y="0"/>
                      <a:pt x="43107" y="9650"/>
                      <a:pt x="43107" y="21554"/>
                    </a:cubicBezTo>
                    <a:lnTo>
                      <a:pt x="43107" y="70050"/>
                    </a:lnTo>
                    <a:cubicBezTo>
                      <a:pt x="43107" y="81954"/>
                      <a:pt x="33458" y="91603"/>
                      <a:pt x="21554" y="91603"/>
                    </a:cubicBezTo>
                    <a:close/>
                  </a:path>
                </a:pathLst>
              </a:custGeom>
              <a:solidFill>
                <a:srgbClr val="EF463C"/>
              </a:solidFill>
              <a:ln w="2667" cap="flat">
                <a:noFill/>
                <a:prstDash val="solid"/>
                <a:miter/>
              </a:ln>
            </p:spPr>
            <p:txBody>
              <a:bodyPr rtlCol="0" anchor="ctr"/>
              <a:lstStyle/>
              <a:p>
                <a:endParaRPr lang="en-MY"/>
              </a:p>
            </p:txBody>
          </p:sp>
          <p:sp>
            <p:nvSpPr>
              <p:cNvPr id="63" name="Freeform: Shape 62">
                <a:extLst>
                  <a:ext uri="{FF2B5EF4-FFF2-40B4-BE49-F238E27FC236}">
                    <a16:creationId xmlns:a16="http://schemas.microsoft.com/office/drawing/2014/main" id="{DC3D6E79-37B2-80AC-BE88-F1498D231204}"/>
                  </a:ext>
                </a:extLst>
              </p:cNvPr>
              <p:cNvSpPr/>
              <p:nvPr/>
            </p:nvSpPr>
            <p:spPr>
              <a:xfrm>
                <a:off x="2126354"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1" y="43107"/>
                      <a:pt x="0" y="33458"/>
                      <a:pt x="0" y="21554"/>
                    </a:cubicBezTo>
                    <a:cubicBezTo>
                      <a:pt x="0" y="9650"/>
                      <a:pt x="9651" y="0"/>
                      <a:pt x="21554" y="0"/>
                    </a:cubicBezTo>
                    <a:lnTo>
                      <a:pt x="61967" y="0"/>
                    </a:lnTo>
                    <a:cubicBezTo>
                      <a:pt x="73870" y="0"/>
                      <a:pt x="83521" y="9650"/>
                      <a:pt x="83521" y="21554"/>
                    </a:cubicBezTo>
                    <a:cubicBezTo>
                      <a:pt x="83521" y="33458"/>
                      <a:pt x="73870" y="43107"/>
                      <a:pt x="61967" y="43107"/>
                    </a:cubicBezTo>
                    <a:close/>
                  </a:path>
                </a:pathLst>
              </a:custGeom>
              <a:solidFill>
                <a:srgbClr val="EF463C"/>
              </a:solidFill>
              <a:ln w="2667" cap="flat">
                <a:noFill/>
                <a:prstDash val="solid"/>
                <a:miter/>
              </a:ln>
            </p:spPr>
            <p:txBody>
              <a:bodyPr rtlCol="0" anchor="ctr"/>
              <a:lstStyle/>
              <a:p>
                <a:endParaRPr lang="en-MY"/>
              </a:p>
            </p:txBody>
          </p:sp>
        </p:grpSp>
      </p:grpSp>
      <p:grpSp>
        <p:nvGrpSpPr>
          <p:cNvPr id="46" name="Group 45">
            <a:extLst>
              <a:ext uri="{FF2B5EF4-FFF2-40B4-BE49-F238E27FC236}">
                <a16:creationId xmlns:a16="http://schemas.microsoft.com/office/drawing/2014/main" id="{20A7FA1E-5015-17FB-5839-1D53C1D00285}"/>
              </a:ext>
            </a:extLst>
          </p:cNvPr>
          <p:cNvGrpSpPr/>
          <p:nvPr/>
        </p:nvGrpSpPr>
        <p:grpSpPr>
          <a:xfrm>
            <a:off x="1650814" y="1484737"/>
            <a:ext cx="471791" cy="471791"/>
            <a:chOff x="433241" y="1570462"/>
            <a:chExt cx="471791" cy="471791"/>
          </a:xfrm>
        </p:grpSpPr>
        <p:sp>
          <p:nvSpPr>
            <p:cNvPr id="47" name="Oval 46">
              <a:extLst>
                <a:ext uri="{FF2B5EF4-FFF2-40B4-BE49-F238E27FC236}">
                  <a16:creationId xmlns:a16="http://schemas.microsoft.com/office/drawing/2014/main" id="{5674526B-AAA1-AA34-ED4C-608C9316A46D}"/>
                </a:ext>
              </a:extLst>
            </p:cNvPr>
            <p:cNvSpPr/>
            <p:nvPr/>
          </p:nvSpPr>
          <p:spPr>
            <a:xfrm>
              <a:off x="433241"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48" name="Group 47">
              <a:extLst>
                <a:ext uri="{FF2B5EF4-FFF2-40B4-BE49-F238E27FC236}">
                  <a16:creationId xmlns:a16="http://schemas.microsoft.com/office/drawing/2014/main" id="{832AF997-6A97-665B-6403-882950F3020F}"/>
                </a:ext>
              </a:extLst>
            </p:cNvPr>
            <p:cNvGrpSpPr/>
            <p:nvPr/>
          </p:nvGrpSpPr>
          <p:grpSpPr>
            <a:xfrm>
              <a:off x="543450" y="1674683"/>
              <a:ext cx="251373" cy="260212"/>
              <a:chOff x="738790" y="2040956"/>
              <a:chExt cx="251373" cy="260212"/>
            </a:xfrm>
          </p:grpSpPr>
          <p:sp>
            <p:nvSpPr>
              <p:cNvPr id="49" name="Freeform 176">
                <a:extLst>
                  <a:ext uri="{FF2B5EF4-FFF2-40B4-BE49-F238E27FC236}">
                    <a16:creationId xmlns:a16="http://schemas.microsoft.com/office/drawing/2014/main" id="{F31DD631-4AC4-3D44-A977-43D4CB369872}"/>
                  </a:ext>
                </a:extLst>
              </p:cNvPr>
              <p:cNvSpPr/>
              <p:nvPr/>
            </p:nvSpPr>
            <p:spPr>
              <a:xfrm>
                <a:off x="738790" y="2134679"/>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4"/>
                      <a:pt x="5614" y="0"/>
                      <a:pt x="12540" y="0"/>
                    </a:cubicBezTo>
                    <a:lnTo>
                      <a:pt x="65163" y="0"/>
                    </a:lnTo>
                    <a:cubicBezTo>
                      <a:pt x="72089" y="0"/>
                      <a:pt x="77703" y="5614"/>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0" name="Freeform 177">
                <a:extLst>
                  <a:ext uri="{FF2B5EF4-FFF2-40B4-BE49-F238E27FC236}">
                    <a16:creationId xmlns:a16="http://schemas.microsoft.com/office/drawing/2014/main" id="{B781F6EC-53C3-964F-306C-2F7F9944D40C}"/>
                  </a:ext>
                </a:extLst>
              </p:cNvPr>
              <p:cNvSpPr/>
              <p:nvPr/>
            </p:nvSpPr>
            <p:spPr>
              <a:xfrm>
                <a:off x="738790" y="2223465"/>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5"/>
                      <a:pt x="5614" y="0"/>
                      <a:pt x="12540" y="0"/>
                    </a:cubicBezTo>
                    <a:lnTo>
                      <a:pt x="65163" y="0"/>
                    </a:lnTo>
                    <a:cubicBezTo>
                      <a:pt x="72089" y="0"/>
                      <a:pt x="77703" y="5615"/>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1" name="Freeform 178">
                <a:extLst>
                  <a:ext uri="{FF2B5EF4-FFF2-40B4-BE49-F238E27FC236}">
                    <a16:creationId xmlns:a16="http://schemas.microsoft.com/office/drawing/2014/main" id="{90989012-FB71-679A-0D53-C83FE2E14738}"/>
                  </a:ext>
                </a:extLst>
              </p:cNvPr>
              <p:cNvSpPr/>
              <p:nvPr/>
            </p:nvSpPr>
            <p:spPr>
              <a:xfrm>
                <a:off x="791413" y="2082057"/>
                <a:ext cx="86732" cy="104006"/>
              </a:xfrm>
              <a:custGeom>
                <a:avLst/>
                <a:gdLst>
                  <a:gd name="connsiteX0" fmla="*/ 74192 w 86732"/>
                  <a:gd name="connsiteY0" fmla="*/ 104006 h 104006"/>
                  <a:gd name="connsiteX1" fmla="*/ 12540 w 86732"/>
                  <a:gd name="connsiteY1" fmla="*/ 104006 h 104006"/>
                  <a:gd name="connsiteX2" fmla="*/ 0 w 86732"/>
                  <a:gd name="connsiteY2" fmla="*/ 91466 h 104006"/>
                  <a:gd name="connsiteX3" fmla="*/ 12540 w 86732"/>
                  <a:gd name="connsiteY3" fmla="*/ 78926 h 104006"/>
                  <a:gd name="connsiteX4" fmla="*/ 61651 w 86732"/>
                  <a:gd name="connsiteY4" fmla="*/ 78926 h 104006"/>
                  <a:gd name="connsiteX5" fmla="*/ 61651 w 86732"/>
                  <a:gd name="connsiteY5" fmla="*/ 12540 h 104006"/>
                  <a:gd name="connsiteX6" fmla="*/ 74192 w 86732"/>
                  <a:gd name="connsiteY6" fmla="*/ 0 h 104006"/>
                  <a:gd name="connsiteX7" fmla="*/ 86732 w 86732"/>
                  <a:gd name="connsiteY7" fmla="*/ 12540 h 104006"/>
                  <a:gd name="connsiteX8" fmla="*/ 86732 w 86732"/>
                  <a:gd name="connsiteY8" fmla="*/ 91466 h 104006"/>
                  <a:gd name="connsiteX9" fmla="*/ 74192 w 86732"/>
                  <a:gd name="connsiteY9" fmla="*/ 104006 h 10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732" h="104006">
                    <a:moveTo>
                      <a:pt x="74192" y="104006"/>
                    </a:moveTo>
                    <a:lnTo>
                      <a:pt x="12540" y="104006"/>
                    </a:lnTo>
                    <a:cubicBezTo>
                      <a:pt x="5614" y="104006"/>
                      <a:pt x="0" y="98392"/>
                      <a:pt x="0" y="91466"/>
                    </a:cubicBezTo>
                    <a:cubicBezTo>
                      <a:pt x="0" y="84540"/>
                      <a:pt x="5614" y="78926"/>
                      <a:pt x="12540" y="78926"/>
                    </a:cubicBezTo>
                    <a:lnTo>
                      <a:pt x="61651" y="78926"/>
                    </a:lnTo>
                    <a:lnTo>
                      <a:pt x="61651" y="12540"/>
                    </a:lnTo>
                    <a:cubicBezTo>
                      <a:pt x="61651" y="5614"/>
                      <a:pt x="67266" y="0"/>
                      <a:pt x="74192" y="0"/>
                    </a:cubicBezTo>
                    <a:cubicBezTo>
                      <a:pt x="81118" y="0"/>
                      <a:pt x="86732" y="5614"/>
                      <a:pt x="86732" y="12540"/>
                    </a:cubicBezTo>
                    <a:lnTo>
                      <a:pt x="86732" y="91466"/>
                    </a:lnTo>
                    <a:cubicBezTo>
                      <a:pt x="86732" y="98392"/>
                      <a:pt x="81118" y="104006"/>
                      <a:pt x="74192" y="104006"/>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2" name="Freeform 179">
                <a:extLst>
                  <a:ext uri="{FF2B5EF4-FFF2-40B4-BE49-F238E27FC236}">
                    <a16:creationId xmlns:a16="http://schemas.microsoft.com/office/drawing/2014/main" id="{78751D2F-7064-2ED6-E537-028F819FDC1A}"/>
                  </a:ext>
                </a:extLst>
              </p:cNvPr>
              <p:cNvSpPr/>
              <p:nvPr/>
            </p:nvSpPr>
            <p:spPr>
              <a:xfrm>
                <a:off x="853064" y="2160983"/>
                <a:ext cx="62701" cy="25080"/>
              </a:xfrm>
              <a:custGeom>
                <a:avLst/>
                <a:gdLst>
                  <a:gd name="connsiteX0" fmla="*/ 50161 w 62701"/>
                  <a:gd name="connsiteY0" fmla="*/ 25081 h 25080"/>
                  <a:gd name="connsiteX1" fmla="*/ 12540 w 62701"/>
                  <a:gd name="connsiteY1" fmla="*/ 25081 h 25080"/>
                  <a:gd name="connsiteX2" fmla="*/ 0 w 62701"/>
                  <a:gd name="connsiteY2" fmla="*/ 12540 h 25080"/>
                  <a:gd name="connsiteX3" fmla="*/ 12540 w 62701"/>
                  <a:gd name="connsiteY3" fmla="*/ 0 h 25080"/>
                  <a:gd name="connsiteX4" fmla="*/ 50161 w 62701"/>
                  <a:gd name="connsiteY4" fmla="*/ 0 h 25080"/>
                  <a:gd name="connsiteX5" fmla="*/ 62702 w 62701"/>
                  <a:gd name="connsiteY5" fmla="*/ 12540 h 25080"/>
                  <a:gd name="connsiteX6" fmla="*/ 50161 w 62701"/>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01" h="25080">
                    <a:moveTo>
                      <a:pt x="50161" y="25081"/>
                    </a:moveTo>
                    <a:lnTo>
                      <a:pt x="12540" y="25081"/>
                    </a:lnTo>
                    <a:cubicBezTo>
                      <a:pt x="5614" y="25081"/>
                      <a:pt x="0" y="19466"/>
                      <a:pt x="0" y="12540"/>
                    </a:cubicBezTo>
                    <a:cubicBezTo>
                      <a:pt x="0" y="5614"/>
                      <a:pt x="5614" y="0"/>
                      <a:pt x="12540" y="0"/>
                    </a:cubicBezTo>
                    <a:lnTo>
                      <a:pt x="50161" y="0"/>
                    </a:lnTo>
                    <a:cubicBezTo>
                      <a:pt x="57087" y="0"/>
                      <a:pt x="62702" y="5614"/>
                      <a:pt x="62702" y="12540"/>
                    </a:cubicBezTo>
                    <a:cubicBezTo>
                      <a:pt x="62702" y="19466"/>
                      <a:pt x="57087" y="25081"/>
                      <a:pt x="50161"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3" name="Freeform 180">
                <a:extLst>
                  <a:ext uri="{FF2B5EF4-FFF2-40B4-BE49-F238E27FC236}">
                    <a16:creationId xmlns:a16="http://schemas.microsoft.com/office/drawing/2014/main" id="{5C6415A1-EB11-4871-5C73-A592EA7FF4FD}"/>
                  </a:ext>
                </a:extLst>
              </p:cNvPr>
              <p:cNvSpPr/>
              <p:nvPr/>
            </p:nvSpPr>
            <p:spPr>
              <a:xfrm>
                <a:off x="791413" y="2198196"/>
                <a:ext cx="161550" cy="76668"/>
              </a:xfrm>
              <a:custGeom>
                <a:avLst/>
                <a:gdLst>
                  <a:gd name="connsiteX0" fmla="*/ 149011 w 161550"/>
                  <a:gd name="connsiteY0" fmla="*/ 76669 h 76668"/>
                  <a:gd name="connsiteX1" fmla="*/ 12540 w 161550"/>
                  <a:gd name="connsiteY1" fmla="*/ 76669 h 76668"/>
                  <a:gd name="connsiteX2" fmla="*/ 0 w 161550"/>
                  <a:gd name="connsiteY2" fmla="*/ 64128 h 76668"/>
                  <a:gd name="connsiteX3" fmla="*/ 12540 w 161550"/>
                  <a:gd name="connsiteY3" fmla="*/ 51588 h 76668"/>
                  <a:gd name="connsiteX4" fmla="*/ 136470 w 161550"/>
                  <a:gd name="connsiteY4" fmla="*/ 51588 h 76668"/>
                  <a:gd name="connsiteX5" fmla="*/ 136470 w 161550"/>
                  <a:gd name="connsiteY5" fmla="*/ 12540 h 76668"/>
                  <a:gd name="connsiteX6" fmla="*/ 149011 w 161550"/>
                  <a:gd name="connsiteY6" fmla="*/ 0 h 76668"/>
                  <a:gd name="connsiteX7" fmla="*/ 161551 w 161550"/>
                  <a:gd name="connsiteY7" fmla="*/ 12540 h 76668"/>
                  <a:gd name="connsiteX8" fmla="*/ 161551 w 161550"/>
                  <a:gd name="connsiteY8" fmla="*/ 64128 h 76668"/>
                  <a:gd name="connsiteX9" fmla="*/ 149011 w 161550"/>
                  <a:gd name="connsiteY9" fmla="*/ 76669 h 7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550" h="76668">
                    <a:moveTo>
                      <a:pt x="149011" y="76669"/>
                    </a:moveTo>
                    <a:lnTo>
                      <a:pt x="12540" y="76669"/>
                    </a:lnTo>
                    <a:cubicBezTo>
                      <a:pt x="5614" y="76669"/>
                      <a:pt x="0" y="71054"/>
                      <a:pt x="0" y="64128"/>
                    </a:cubicBezTo>
                    <a:cubicBezTo>
                      <a:pt x="0" y="57203"/>
                      <a:pt x="5614" y="51588"/>
                      <a:pt x="12540" y="51588"/>
                    </a:cubicBezTo>
                    <a:lnTo>
                      <a:pt x="136470" y="51588"/>
                    </a:lnTo>
                    <a:lnTo>
                      <a:pt x="136470" y="12540"/>
                    </a:lnTo>
                    <a:cubicBezTo>
                      <a:pt x="136470" y="5615"/>
                      <a:pt x="142085" y="0"/>
                      <a:pt x="149011" y="0"/>
                    </a:cubicBezTo>
                    <a:cubicBezTo>
                      <a:pt x="155936" y="0"/>
                      <a:pt x="161551" y="5615"/>
                      <a:pt x="161551" y="12540"/>
                    </a:cubicBezTo>
                    <a:lnTo>
                      <a:pt x="161551" y="64128"/>
                    </a:lnTo>
                    <a:cubicBezTo>
                      <a:pt x="161551" y="71054"/>
                      <a:pt x="155936" y="76669"/>
                      <a:pt x="149011" y="76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4" name="Freeform 181">
                <a:extLst>
                  <a:ext uri="{FF2B5EF4-FFF2-40B4-BE49-F238E27FC236}">
                    <a16:creationId xmlns:a16="http://schemas.microsoft.com/office/drawing/2014/main" id="{464F9245-FC99-DEA2-6B14-00E608BAE488}"/>
                  </a:ext>
                </a:extLst>
              </p:cNvPr>
              <p:cNvSpPr/>
              <p:nvPr/>
            </p:nvSpPr>
            <p:spPr>
              <a:xfrm>
                <a:off x="890683" y="2123775"/>
                <a:ext cx="99480" cy="99501"/>
              </a:xfrm>
              <a:custGeom>
                <a:avLst/>
                <a:gdLst>
                  <a:gd name="connsiteX0" fmla="*/ 49740 w 99480"/>
                  <a:gd name="connsiteY0" fmla="*/ 99502 h 99501"/>
                  <a:gd name="connsiteX1" fmla="*/ 40868 w 99480"/>
                  <a:gd name="connsiteY1" fmla="*/ 95834 h 99501"/>
                  <a:gd name="connsiteX2" fmla="*/ 3670 w 99480"/>
                  <a:gd name="connsiteY2" fmla="*/ 58620 h 99501"/>
                  <a:gd name="connsiteX3" fmla="*/ 3670 w 99480"/>
                  <a:gd name="connsiteY3" fmla="*/ 40891 h 99501"/>
                  <a:gd name="connsiteX4" fmla="*/ 40868 w 99480"/>
                  <a:gd name="connsiteY4" fmla="*/ 3678 h 99501"/>
                  <a:gd name="connsiteX5" fmla="*/ 58603 w 99480"/>
                  <a:gd name="connsiteY5" fmla="*/ 3668 h 99501"/>
                  <a:gd name="connsiteX6" fmla="*/ 58613 w 99480"/>
                  <a:gd name="connsiteY6" fmla="*/ 3678 h 99501"/>
                  <a:gd name="connsiteX7" fmla="*/ 95811 w 99480"/>
                  <a:gd name="connsiteY7" fmla="*/ 40891 h 99501"/>
                  <a:gd name="connsiteX8" fmla="*/ 95811 w 99480"/>
                  <a:gd name="connsiteY8" fmla="*/ 58620 h 99501"/>
                  <a:gd name="connsiteX9" fmla="*/ 58613 w 99480"/>
                  <a:gd name="connsiteY9" fmla="*/ 95834 h 99501"/>
                  <a:gd name="connsiteX10" fmla="*/ 49740 w 99480"/>
                  <a:gd name="connsiteY10" fmla="*/ 99502 h 99501"/>
                  <a:gd name="connsiteX11" fmla="*/ 30272 w 99480"/>
                  <a:gd name="connsiteY11" fmla="*/ 49748 h 99501"/>
                  <a:gd name="connsiteX12" fmla="*/ 49740 w 99480"/>
                  <a:gd name="connsiteY12" fmla="*/ 69233 h 99501"/>
                  <a:gd name="connsiteX13" fmla="*/ 69209 w 99480"/>
                  <a:gd name="connsiteY13" fmla="*/ 49748 h 99501"/>
                  <a:gd name="connsiteX14" fmla="*/ 49740 w 99480"/>
                  <a:gd name="connsiteY14" fmla="*/ 30279 h 9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480" h="99501">
                    <a:moveTo>
                      <a:pt x="49740" y="99502"/>
                    </a:moveTo>
                    <a:cubicBezTo>
                      <a:pt x="46414" y="99505"/>
                      <a:pt x="43223" y="98185"/>
                      <a:pt x="40868" y="95834"/>
                    </a:cubicBezTo>
                    <a:lnTo>
                      <a:pt x="3670" y="58620"/>
                    </a:lnTo>
                    <a:cubicBezTo>
                      <a:pt x="-1223" y="53724"/>
                      <a:pt x="-1223" y="45788"/>
                      <a:pt x="3670" y="40891"/>
                    </a:cubicBezTo>
                    <a:lnTo>
                      <a:pt x="40868" y="3678"/>
                    </a:lnTo>
                    <a:cubicBezTo>
                      <a:pt x="45762" y="-1222"/>
                      <a:pt x="53703" y="-1227"/>
                      <a:pt x="58603" y="3668"/>
                    </a:cubicBezTo>
                    <a:cubicBezTo>
                      <a:pt x="58607" y="3671"/>
                      <a:pt x="58610" y="3675"/>
                      <a:pt x="58613" y="3678"/>
                    </a:cubicBezTo>
                    <a:lnTo>
                      <a:pt x="95811" y="40891"/>
                    </a:lnTo>
                    <a:cubicBezTo>
                      <a:pt x="100704" y="45788"/>
                      <a:pt x="100704" y="53724"/>
                      <a:pt x="95811" y="58620"/>
                    </a:cubicBezTo>
                    <a:lnTo>
                      <a:pt x="58613" y="95834"/>
                    </a:lnTo>
                    <a:cubicBezTo>
                      <a:pt x="56258" y="98185"/>
                      <a:pt x="53067" y="99505"/>
                      <a:pt x="49740" y="99502"/>
                    </a:cubicBezTo>
                    <a:close/>
                    <a:moveTo>
                      <a:pt x="30272" y="49748"/>
                    </a:moveTo>
                    <a:lnTo>
                      <a:pt x="49740" y="69233"/>
                    </a:lnTo>
                    <a:lnTo>
                      <a:pt x="69209" y="49748"/>
                    </a:lnTo>
                    <a:lnTo>
                      <a:pt x="49740" y="30279"/>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5" name="Freeform 182">
                <a:extLst>
                  <a:ext uri="{FF2B5EF4-FFF2-40B4-BE49-F238E27FC236}">
                    <a16:creationId xmlns:a16="http://schemas.microsoft.com/office/drawing/2014/main" id="{060A6040-3939-6AE1-709A-C153B14A806B}"/>
                  </a:ext>
                </a:extLst>
              </p:cNvPr>
              <p:cNvSpPr/>
              <p:nvPr/>
            </p:nvSpPr>
            <p:spPr>
              <a:xfrm>
                <a:off x="786397" y="2040956"/>
                <a:ext cx="158321" cy="66181"/>
              </a:xfrm>
              <a:custGeom>
                <a:avLst/>
                <a:gdLst>
                  <a:gd name="connsiteX0" fmla="*/ 145781 w 158321"/>
                  <a:gd name="connsiteY0" fmla="*/ 66182 h 66181"/>
                  <a:gd name="connsiteX1" fmla="*/ 12540 w 158321"/>
                  <a:gd name="connsiteY1" fmla="*/ 66182 h 66181"/>
                  <a:gd name="connsiteX2" fmla="*/ 0 w 158321"/>
                  <a:gd name="connsiteY2" fmla="*/ 53641 h 66181"/>
                  <a:gd name="connsiteX3" fmla="*/ 0 w 158321"/>
                  <a:gd name="connsiteY3" fmla="*/ 12540 h 66181"/>
                  <a:gd name="connsiteX4" fmla="*/ 12540 w 158321"/>
                  <a:gd name="connsiteY4" fmla="*/ 0 h 66181"/>
                  <a:gd name="connsiteX5" fmla="*/ 145781 w 158321"/>
                  <a:gd name="connsiteY5" fmla="*/ 0 h 66181"/>
                  <a:gd name="connsiteX6" fmla="*/ 158322 w 158321"/>
                  <a:gd name="connsiteY6" fmla="*/ 12540 h 66181"/>
                  <a:gd name="connsiteX7" fmla="*/ 158322 w 158321"/>
                  <a:gd name="connsiteY7" fmla="*/ 53641 h 66181"/>
                  <a:gd name="connsiteX8" fmla="*/ 145781 w 158321"/>
                  <a:gd name="connsiteY8" fmla="*/ 66182 h 66181"/>
                  <a:gd name="connsiteX9" fmla="*/ 25081 w 158321"/>
                  <a:gd name="connsiteY9" fmla="*/ 41101 h 66181"/>
                  <a:gd name="connsiteX10" fmla="*/ 133241 w 158321"/>
                  <a:gd name="connsiteY10" fmla="*/ 41101 h 66181"/>
                  <a:gd name="connsiteX11" fmla="*/ 133241 w 158321"/>
                  <a:gd name="connsiteY11" fmla="*/ 25081 h 66181"/>
                  <a:gd name="connsiteX12" fmla="*/ 25081 w 158321"/>
                  <a:gd name="connsiteY12" fmla="*/ 25081 h 6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321" h="66181">
                    <a:moveTo>
                      <a:pt x="145781" y="66182"/>
                    </a:moveTo>
                    <a:lnTo>
                      <a:pt x="12540" y="66182"/>
                    </a:lnTo>
                    <a:cubicBezTo>
                      <a:pt x="5614" y="66182"/>
                      <a:pt x="0" y="60567"/>
                      <a:pt x="0" y="53641"/>
                    </a:cubicBezTo>
                    <a:lnTo>
                      <a:pt x="0" y="12540"/>
                    </a:lnTo>
                    <a:cubicBezTo>
                      <a:pt x="0" y="5614"/>
                      <a:pt x="5614" y="0"/>
                      <a:pt x="12540" y="0"/>
                    </a:cubicBezTo>
                    <a:lnTo>
                      <a:pt x="145781" y="0"/>
                    </a:lnTo>
                    <a:cubicBezTo>
                      <a:pt x="152707" y="0"/>
                      <a:pt x="158322" y="5614"/>
                      <a:pt x="158322" y="12540"/>
                    </a:cubicBezTo>
                    <a:lnTo>
                      <a:pt x="158322" y="53641"/>
                    </a:lnTo>
                    <a:cubicBezTo>
                      <a:pt x="158322" y="60567"/>
                      <a:pt x="152707" y="66182"/>
                      <a:pt x="145781" y="66182"/>
                    </a:cubicBezTo>
                    <a:close/>
                    <a:moveTo>
                      <a:pt x="25081" y="41101"/>
                    </a:moveTo>
                    <a:lnTo>
                      <a:pt x="133241" y="41101"/>
                    </a:lnTo>
                    <a:lnTo>
                      <a:pt x="133241" y="25081"/>
                    </a:lnTo>
                    <a:lnTo>
                      <a:pt x="25081" y="25081"/>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41" name="Group 40">
            <a:extLst>
              <a:ext uri="{FF2B5EF4-FFF2-40B4-BE49-F238E27FC236}">
                <a16:creationId xmlns:a16="http://schemas.microsoft.com/office/drawing/2014/main" id="{60F6553B-457E-A0C4-04BC-F569A8E296EC}"/>
              </a:ext>
            </a:extLst>
          </p:cNvPr>
          <p:cNvGrpSpPr/>
          <p:nvPr/>
        </p:nvGrpSpPr>
        <p:grpSpPr>
          <a:xfrm>
            <a:off x="10667997" y="-3"/>
            <a:ext cx="1143475" cy="828677"/>
            <a:chOff x="10667997" y="-3"/>
            <a:chExt cx="1143475" cy="828677"/>
          </a:xfrm>
        </p:grpSpPr>
        <p:sp>
          <p:nvSpPr>
            <p:cNvPr id="448" name="Round Same-side Corner of Rectangle 3">
              <a:extLst>
                <a:ext uri="{FF2B5EF4-FFF2-40B4-BE49-F238E27FC236}">
                  <a16:creationId xmlns:a16="http://schemas.microsoft.com/office/drawing/2014/main" id="{C7D39B79-5259-5A87-D4A3-F6A06D29E7FB}"/>
                </a:ext>
              </a:extLst>
            </p:cNvPr>
            <p:cNvSpPr/>
            <p:nvPr/>
          </p:nvSpPr>
          <p:spPr>
            <a:xfrm rot="10800000">
              <a:off x="10667997" y="-3"/>
              <a:ext cx="1143475" cy="828677"/>
            </a:xfrm>
            <a:prstGeom prst="round2SameRect">
              <a:avLst/>
            </a:prstGeom>
            <a:solidFill>
              <a:schemeClr val="bg1"/>
            </a:solidFill>
            <a:ln>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449" name="Picture 448">
              <a:extLst>
                <a:ext uri="{FF2B5EF4-FFF2-40B4-BE49-F238E27FC236}">
                  <a16:creationId xmlns:a16="http://schemas.microsoft.com/office/drawing/2014/main" id="{4CF35D0B-77A4-5EEB-AC5E-8A9B66EA8C6B}"/>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10957794" y="135851"/>
              <a:ext cx="563880" cy="563880"/>
            </a:xfrm>
            <a:prstGeom prst="rect">
              <a:avLst/>
            </a:prstGeom>
          </p:spPr>
        </p:pic>
      </p:grpSp>
      <p:sp>
        <p:nvSpPr>
          <p:cNvPr id="450" name="Rectangle: Rounded Corners 449">
            <a:extLst>
              <a:ext uri="{FF2B5EF4-FFF2-40B4-BE49-F238E27FC236}">
                <a16:creationId xmlns:a16="http://schemas.microsoft.com/office/drawing/2014/main" id="{9E4CF406-41F9-E03A-2B3B-C4A379C70EA1}"/>
              </a:ext>
            </a:extLst>
          </p:cNvPr>
          <p:cNvSpPr/>
          <p:nvPr/>
        </p:nvSpPr>
        <p:spPr>
          <a:xfrm rot="5400000">
            <a:off x="9671694" y="4520463"/>
            <a:ext cx="220778" cy="2483261"/>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Transition to support organization</a:t>
            </a:r>
          </a:p>
        </p:txBody>
      </p:sp>
      <p:grpSp>
        <p:nvGrpSpPr>
          <p:cNvPr id="3" name="Group 2">
            <a:extLst>
              <a:ext uri="{FF2B5EF4-FFF2-40B4-BE49-F238E27FC236}">
                <a16:creationId xmlns:a16="http://schemas.microsoft.com/office/drawing/2014/main" id="{42E2F009-744F-DD83-7B22-9843A8E1BFE4}"/>
              </a:ext>
            </a:extLst>
          </p:cNvPr>
          <p:cNvGrpSpPr/>
          <p:nvPr/>
        </p:nvGrpSpPr>
        <p:grpSpPr>
          <a:xfrm>
            <a:off x="2580762" y="4547584"/>
            <a:ext cx="889094" cy="1388894"/>
            <a:chOff x="2580762" y="4642428"/>
            <a:chExt cx="889094" cy="1388894"/>
          </a:xfrm>
          <a:solidFill>
            <a:schemeClr val="bg1">
              <a:lumMod val="85000"/>
            </a:schemeClr>
          </a:solidFill>
        </p:grpSpPr>
        <p:grpSp>
          <p:nvGrpSpPr>
            <p:cNvPr id="4" name="Group 3">
              <a:extLst>
                <a:ext uri="{FF2B5EF4-FFF2-40B4-BE49-F238E27FC236}">
                  <a16:creationId xmlns:a16="http://schemas.microsoft.com/office/drawing/2014/main" id="{82DA5574-EF6A-0EBA-9DD7-D6F17B8B2F65}"/>
                </a:ext>
              </a:extLst>
            </p:cNvPr>
            <p:cNvGrpSpPr/>
            <p:nvPr/>
          </p:nvGrpSpPr>
          <p:grpSpPr>
            <a:xfrm>
              <a:off x="3053106" y="4658615"/>
              <a:ext cx="416750" cy="1346179"/>
              <a:chOff x="2420404" y="3780548"/>
              <a:chExt cx="416750" cy="1346179"/>
            </a:xfrm>
            <a:grpFill/>
          </p:grpSpPr>
          <p:grpSp>
            <p:nvGrpSpPr>
              <p:cNvPr id="451" name="Group 450">
                <a:extLst>
                  <a:ext uri="{FF2B5EF4-FFF2-40B4-BE49-F238E27FC236}">
                    <a16:creationId xmlns:a16="http://schemas.microsoft.com/office/drawing/2014/main" id="{48FD311A-4EB7-2EA5-E179-D0C1DE8586FA}"/>
                  </a:ext>
                </a:extLst>
              </p:cNvPr>
              <p:cNvGrpSpPr/>
              <p:nvPr/>
            </p:nvGrpSpPr>
            <p:grpSpPr>
              <a:xfrm>
                <a:off x="2422409" y="3780548"/>
                <a:ext cx="414745" cy="288448"/>
                <a:chOff x="5605469" y="98036"/>
                <a:chExt cx="493294" cy="348272"/>
              </a:xfrm>
              <a:grpFill/>
            </p:grpSpPr>
            <p:sp>
              <p:nvSpPr>
                <p:cNvPr id="470" name="Rectangle 469">
                  <a:extLst>
                    <a:ext uri="{FF2B5EF4-FFF2-40B4-BE49-F238E27FC236}">
                      <a16:creationId xmlns:a16="http://schemas.microsoft.com/office/drawing/2014/main" id="{68FDF90E-6202-6DB3-7A81-6B6A42AC569F}"/>
                    </a:ext>
                  </a:extLst>
                </p:cNvPr>
                <p:cNvSpPr/>
                <p:nvPr/>
              </p:nvSpPr>
              <p:spPr>
                <a:xfrm rot="16200000">
                  <a:off x="5541737" y="161768"/>
                  <a:ext cx="343463"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Must</a:t>
                  </a:r>
                </a:p>
              </p:txBody>
            </p:sp>
            <p:sp>
              <p:nvSpPr>
                <p:cNvPr id="471" name="Rectangle 470">
                  <a:extLst>
                    <a:ext uri="{FF2B5EF4-FFF2-40B4-BE49-F238E27FC236}">
                      <a16:creationId xmlns:a16="http://schemas.microsoft.com/office/drawing/2014/main" id="{88A07355-5AB5-060F-6A95-FAF5C29DB586}"/>
                    </a:ext>
                  </a:extLst>
                </p:cNvPr>
                <p:cNvSpPr/>
                <p:nvPr/>
              </p:nvSpPr>
              <p:spPr>
                <a:xfrm>
                  <a:off x="5819080" y="9803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72" name="Rectangle 471">
                  <a:extLst>
                    <a:ext uri="{FF2B5EF4-FFF2-40B4-BE49-F238E27FC236}">
                      <a16:creationId xmlns:a16="http://schemas.microsoft.com/office/drawing/2014/main" id="{7875D6CB-A68A-1394-1578-8A97F6BB98EB}"/>
                    </a:ext>
                  </a:extLst>
                </p:cNvPr>
                <p:cNvSpPr/>
                <p:nvPr/>
              </p:nvSpPr>
              <p:spPr>
                <a:xfrm>
                  <a:off x="5819080" y="21357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73" name="Rectangle 472">
                  <a:extLst>
                    <a:ext uri="{FF2B5EF4-FFF2-40B4-BE49-F238E27FC236}">
                      <a16:creationId xmlns:a16="http://schemas.microsoft.com/office/drawing/2014/main" id="{78F89307-F6A1-A60A-08F8-F858E5E8B1DB}"/>
                    </a:ext>
                  </a:extLst>
                </p:cNvPr>
                <p:cNvSpPr/>
                <p:nvPr/>
              </p:nvSpPr>
              <p:spPr>
                <a:xfrm>
                  <a:off x="5819080" y="329104"/>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grpSp>
          <p:grpSp>
            <p:nvGrpSpPr>
              <p:cNvPr id="452" name="Group 451">
                <a:extLst>
                  <a:ext uri="{FF2B5EF4-FFF2-40B4-BE49-F238E27FC236}">
                    <a16:creationId xmlns:a16="http://schemas.microsoft.com/office/drawing/2014/main" id="{7EFD91BC-6EAD-7C67-D4DF-EC8FC641F9F0}"/>
                  </a:ext>
                </a:extLst>
              </p:cNvPr>
              <p:cNvGrpSpPr/>
              <p:nvPr/>
            </p:nvGrpSpPr>
            <p:grpSpPr>
              <a:xfrm>
                <a:off x="2420404" y="4069954"/>
                <a:ext cx="416750" cy="292758"/>
                <a:chOff x="5603085" y="98036"/>
                <a:chExt cx="495678" cy="353475"/>
              </a:xfrm>
              <a:grpFill/>
            </p:grpSpPr>
            <p:sp>
              <p:nvSpPr>
                <p:cNvPr id="466" name="Rectangle 465">
                  <a:extLst>
                    <a:ext uri="{FF2B5EF4-FFF2-40B4-BE49-F238E27FC236}">
                      <a16:creationId xmlns:a16="http://schemas.microsoft.com/office/drawing/2014/main" id="{BCBBB622-C5CD-4D18-ED26-3C764723022C}"/>
                    </a:ext>
                  </a:extLst>
                </p:cNvPr>
                <p:cNvSpPr/>
                <p:nvPr/>
              </p:nvSpPr>
              <p:spPr>
                <a:xfrm rot="16200000">
                  <a:off x="5534347" y="166774"/>
                  <a:ext cx="353475"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Should</a:t>
                  </a:r>
                </a:p>
              </p:txBody>
            </p:sp>
            <p:sp>
              <p:nvSpPr>
                <p:cNvPr id="467" name="Rectangle 466">
                  <a:extLst>
                    <a:ext uri="{FF2B5EF4-FFF2-40B4-BE49-F238E27FC236}">
                      <a16:creationId xmlns:a16="http://schemas.microsoft.com/office/drawing/2014/main" id="{AC9EE858-47F0-1A7B-866A-5AEFB5B6B58F}"/>
                    </a:ext>
                  </a:extLst>
                </p:cNvPr>
                <p:cNvSpPr/>
                <p:nvPr/>
              </p:nvSpPr>
              <p:spPr>
                <a:xfrm>
                  <a:off x="5819080" y="9803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68" name="Rectangle 467">
                  <a:extLst>
                    <a:ext uri="{FF2B5EF4-FFF2-40B4-BE49-F238E27FC236}">
                      <a16:creationId xmlns:a16="http://schemas.microsoft.com/office/drawing/2014/main" id="{661B7076-2C6D-72EE-FF1A-B3EC94E01FE2}"/>
                    </a:ext>
                  </a:extLst>
                </p:cNvPr>
                <p:cNvSpPr/>
                <p:nvPr/>
              </p:nvSpPr>
              <p:spPr>
                <a:xfrm>
                  <a:off x="5819080" y="21357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69" name="Rectangle 468">
                  <a:extLst>
                    <a:ext uri="{FF2B5EF4-FFF2-40B4-BE49-F238E27FC236}">
                      <a16:creationId xmlns:a16="http://schemas.microsoft.com/office/drawing/2014/main" id="{AA408AB3-78EE-8D09-5C1F-506660BA9182}"/>
                    </a:ext>
                  </a:extLst>
                </p:cNvPr>
                <p:cNvSpPr/>
                <p:nvPr/>
              </p:nvSpPr>
              <p:spPr>
                <a:xfrm>
                  <a:off x="5819080" y="329104"/>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grpSp>
          <p:grpSp>
            <p:nvGrpSpPr>
              <p:cNvPr id="453" name="Group 452">
                <a:extLst>
                  <a:ext uri="{FF2B5EF4-FFF2-40B4-BE49-F238E27FC236}">
                    <a16:creationId xmlns:a16="http://schemas.microsoft.com/office/drawing/2014/main" id="{A47426B0-B37B-4803-A888-E19B21684E00}"/>
                  </a:ext>
                </a:extLst>
              </p:cNvPr>
              <p:cNvGrpSpPr/>
              <p:nvPr/>
            </p:nvGrpSpPr>
            <p:grpSpPr>
              <a:xfrm>
                <a:off x="2426170" y="4741422"/>
                <a:ext cx="410909" cy="385305"/>
                <a:chOff x="6509524" y="-116502"/>
                <a:chExt cx="488731" cy="465216"/>
              </a:xfrm>
              <a:grpFill/>
            </p:grpSpPr>
            <p:sp>
              <p:nvSpPr>
                <p:cNvPr id="460" name="Rectangle 459">
                  <a:extLst>
                    <a:ext uri="{FF2B5EF4-FFF2-40B4-BE49-F238E27FC236}">
                      <a16:creationId xmlns:a16="http://schemas.microsoft.com/office/drawing/2014/main" id="{561ACB90-4B64-584C-43FD-141DA2E53A7C}"/>
                    </a:ext>
                  </a:extLst>
                </p:cNvPr>
                <p:cNvSpPr/>
                <p:nvPr/>
              </p:nvSpPr>
              <p:spPr>
                <a:xfrm rot="16200000">
                  <a:off x="6384916" y="8106"/>
                  <a:ext cx="465216"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Would</a:t>
                  </a:r>
                </a:p>
              </p:txBody>
            </p:sp>
            <p:sp>
              <p:nvSpPr>
                <p:cNvPr id="462" name="Rectangle 461">
                  <a:extLst>
                    <a:ext uri="{FF2B5EF4-FFF2-40B4-BE49-F238E27FC236}">
                      <a16:creationId xmlns:a16="http://schemas.microsoft.com/office/drawing/2014/main" id="{33990E08-616E-88E7-073E-99B70AD8F4DA}"/>
                    </a:ext>
                  </a:extLst>
                </p:cNvPr>
                <p:cNvSpPr/>
                <p:nvPr/>
              </p:nvSpPr>
              <p:spPr>
                <a:xfrm>
                  <a:off x="6718572" y="-116502"/>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63" name="Rectangle 462">
                  <a:extLst>
                    <a:ext uri="{FF2B5EF4-FFF2-40B4-BE49-F238E27FC236}">
                      <a16:creationId xmlns:a16="http://schemas.microsoft.com/office/drawing/2014/main" id="{42A69319-B85F-6E16-52CD-E8E74A036D42}"/>
                    </a:ext>
                  </a:extLst>
                </p:cNvPr>
                <p:cNvSpPr/>
                <p:nvPr/>
              </p:nvSpPr>
              <p:spPr>
                <a:xfrm>
                  <a:off x="6718572" y="-968"/>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64" name="Rectangle 463">
                  <a:extLst>
                    <a:ext uri="{FF2B5EF4-FFF2-40B4-BE49-F238E27FC236}">
                      <a16:creationId xmlns:a16="http://schemas.microsoft.com/office/drawing/2014/main" id="{CE3CC7C8-9A7F-4477-7C88-61F24A8C7E44}"/>
                    </a:ext>
                  </a:extLst>
                </p:cNvPr>
                <p:cNvSpPr/>
                <p:nvPr/>
              </p:nvSpPr>
              <p:spPr>
                <a:xfrm>
                  <a:off x="6718572" y="11456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65" name="Rectangle 464">
                  <a:extLst>
                    <a:ext uri="{FF2B5EF4-FFF2-40B4-BE49-F238E27FC236}">
                      <a16:creationId xmlns:a16="http://schemas.microsoft.com/office/drawing/2014/main" id="{FE9639D8-BF9F-EEB9-E46C-621922FC6E7A}"/>
                    </a:ext>
                  </a:extLst>
                </p:cNvPr>
                <p:cNvSpPr/>
                <p:nvPr/>
              </p:nvSpPr>
              <p:spPr>
                <a:xfrm>
                  <a:off x="6718572" y="23010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grpSp>
          <p:grpSp>
            <p:nvGrpSpPr>
              <p:cNvPr id="454" name="Group 453">
                <a:extLst>
                  <a:ext uri="{FF2B5EF4-FFF2-40B4-BE49-F238E27FC236}">
                    <a16:creationId xmlns:a16="http://schemas.microsoft.com/office/drawing/2014/main" id="{FF249926-2538-3AD9-7D84-59E411AD5F6A}"/>
                  </a:ext>
                </a:extLst>
              </p:cNvPr>
              <p:cNvGrpSpPr/>
              <p:nvPr/>
            </p:nvGrpSpPr>
            <p:grpSpPr>
              <a:xfrm>
                <a:off x="2421259" y="4359537"/>
                <a:ext cx="415895" cy="384137"/>
                <a:chOff x="5652381" y="91367"/>
                <a:chExt cx="494661" cy="463806"/>
              </a:xfrm>
              <a:grpFill/>
            </p:grpSpPr>
            <p:sp>
              <p:nvSpPr>
                <p:cNvPr id="455" name="Rectangle 454">
                  <a:extLst>
                    <a:ext uri="{FF2B5EF4-FFF2-40B4-BE49-F238E27FC236}">
                      <a16:creationId xmlns:a16="http://schemas.microsoft.com/office/drawing/2014/main" id="{10E5F17F-E903-555A-8251-ACB8075FD98F}"/>
                    </a:ext>
                  </a:extLst>
                </p:cNvPr>
                <p:cNvSpPr/>
                <p:nvPr/>
              </p:nvSpPr>
              <p:spPr>
                <a:xfrm rot="16200000">
                  <a:off x="5528479" y="215269"/>
                  <a:ext cx="463803"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Could</a:t>
                  </a:r>
                </a:p>
              </p:txBody>
            </p:sp>
            <p:sp>
              <p:nvSpPr>
                <p:cNvPr id="456" name="Rectangle 455">
                  <a:extLst>
                    <a:ext uri="{FF2B5EF4-FFF2-40B4-BE49-F238E27FC236}">
                      <a16:creationId xmlns:a16="http://schemas.microsoft.com/office/drawing/2014/main" id="{7C93260F-D8CE-E50C-293A-50BAA5A73C76}"/>
                    </a:ext>
                  </a:extLst>
                </p:cNvPr>
                <p:cNvSpPr/>
                <p:nvPr/>
              </p:nvSpPr>
              <p:spPr>
                <a:xfrm>
                  <a:off x="5867359" y="91367"/>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57" name="Rectangle 456">
                  <a:extLst>
                    <a:ext uri="{FF2B5EF4-FFF2-40B4-BE49-F238E27FC236}">
                      <a16:creationId xmlns:a16="http://schemas.microsoft.com/office/drawing/2014/main" id="{C6077981-9D5C-4C1A-1CE7-C71718DD7B7E}"/>
                    </a:ext>
                  </a:extLst>
                </p:cNvPr>
                <p:cNvSpPr/>
                <p:nvPr/>
              </p:nvSpPr>
              <p:spPr>
                <a:xfrm>
                  <a:off x="5867359" y="206901"/>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58" name="Rectangle 457">
                  <a:extLst>
                    <a:ext uri="{FF2B5EF4-FFF2-40B4-BE49-F238E27FC236}">
                      <a16:creationId xmlns:a16="http://schemas.microsoft.com/office/drawing/2014/main" id="{72B1AEBD-50BF-40FB-C19B-53E198C46F53}"/>
                    </a:ext>
                  </a:extLst>
                </p:cNvPr>
                <p:cNvSpPr/>
                <p:nvPr/>
              </p:nvSpPr>
              <p:spPr>
                <a:xfrm>
                  <a:off x="5867359" y="322435"/>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59" name="Rectangle 458">
                  <a:extLst>
                    <a:ext uri="{FF2B5EF4-FFF2-40B4-BE49-F238E27FC236}">
                      <a16:creationId xmlns:a16="http://schemas.microsoft.com/office/drawing/2014/main" id="{858B4BB4-2BF5-0F58-D889-59AD9414F042}"/>
                    </a:ext>
                  </a:extLst>
                </p:cNvPr>
                <p:cNvSpPr/>
                <p:nvPr/>
              </p:nvSpPr>
              <p:spPr>
                <a:xfrm>
                  <a:off x="5867359" y="437969"/>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grpSp>
        </p:grpSp>
        <p:sp>
          <p:nvSpPr>
            <p:cNvPr id="5" name="TextBox 4">
              <a:extLst>
                <a:ext uri="{FF2B5EF4-FFF2-40B4-BE49-F238E27FC236}">
                  <a16:creationId xmlns:a16="http://schemas.microsoft.com/office/drawing/2014/main" id="{6499F882-9B91-5F65-5A01-BD7C5F880DDA}"/>
                </a:ext>
              </a:extLst>
            </p:cNvPr>
            <p:cNvSpPr txBox="1"/>
            <p:nvPr/>
          </p:nvSpPr>
          <p:spPr>
            <a:xfrm rot="16200000">
              <a:off x="2221465" y="5260869"/>
              <a:ext cx="1372706" cy="168199"/>
            </a:xfrm>
            <a:prstGeom prst="rect">
              <a:avLst/>
            </a:prstGeom>
            <a:noFill/>
          </p:spPr>
          <p:txBody>
            <a:bodyPr wrap="square" lIns="36000" tIns="36000" rIns="36000" bIns="3600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Prioritized Blueprint Backlog</a:t>
              </a:r>
            </a:p>
          </p:txBody>
        </p:sp>
        <p:pic>
          <p:nvPicPr>
            <p:cNvPr id="27" name="Graphic 202" descr="Arrow: Counter-clockwise curve">
              <a:extLst>
                <a:ext uri="{FF2B5EF4-FFF2-40B4-BE49-F238E27FC236}">
                  <a16:creationId xmlns:a16="http://schemas.microsoft.com/office/drawing/2014/main" id="{B1A8E664-0779-BED1-3D8B-AF9D6F1DBBFA}"/>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flipH="1" flipV="1">
              <a:off x="2580762" y="4642428"/>
              <a:ext cx="288774" cy="284465"/>
            </a:xfrm>
            <a:prstGeom prst="rect">
              <a:avLst/>
            </a:prstGeom>
          </p:spPr>
        </p:pic>
      </p:grpSp>
      <p:grpSp>
        <p:nvGrpSpPr>
          <p:cNvPr id="474" name="Group 473">
            <a:extLst>
              <a:ext uri="{FF2B5EF4-FFF2-40B4-BE49-F238E27FC236}">
                <a16:creationId xmlns:a16="http://schemas.microsoft.com/office/drawing/2014/main" id="{58F65A42-E8D3-0BE3-7708-FFAAF2A0A67F}"/>
              </a:ext>
            </a:extLst>
          </p:cNvPr>
          <p:cNvGrpSpPr/>
          <p:nvPr/>
        </p:nvGrpSpPr>
        <p:grpSpPr>
          <a:xfrm>
            <a:off x="3595471" y="4157793"/>
            <a:ext cx="1053953" cy="1756846"/>
            <a:chOff x="3595471" y="4157793"/>
            <a:chExt cx="1053953" cy="1756846"/>
          </a:xfrm>
        </p:grpSpPr>
        <p:grpSp>
          <p:nvGrpSpPr>
            <p:cNvPr id="475" name="Group 474">
              <a:extLst>
                <a:ext uri="{FF2B5EF4-FFF2-40B4-BE49-F238E27FC236}">
                  <a16:creationId xmlns:a16="http://schemas.microsoft.com/office/drawing/2014/main" id="{369AFAA2-1E1F-5113-2123-95E6FF0D7F80}"/>
                </a:ext>
              </a:extLst>
            </p:cNvPr>
            <p:cNvGrpSpPr/>
            <p:nvPr/>
          </p:nvGrpSpPr>
          <p:grpSpPr>
            <a:xfrm>
              <a:off x="4132040" y="4178579"/>
              <a:ext cx="517384" cy="1736060"/>
              <a:chOff x="3825805" y="4221882"/>
              <a:chExt cx="517384" cy="1736060"/>
            </a:xfrm>
            <a:solidFill>
              <a:schemeClr val="bg1">
                <a:lumMod val="85000"/>
              </a:schemeClr>
            </a:solidFill>
          </p:grpSpPr>
          <p:grpSp>
            <p:nvGrpSpPr>
              <p:cNvPr id="478" name="Group 477">
                <a:extLst>
                  <a:ext uri="{FF2B5EF4-FFF2-40B4-BE49-F238E27FC236}">
                    <a16:creationId xmlns:a16="http://schemas.microsoft.com/office/drawing/2014/main" id="{BE862597-F0FB-E490-6FD6-2AE5C9D5406F}"/>
                  </a:ext>
                </a:extLst>
              </p:cNvPr>
              <p:cNvGrpSpPr/>
              <p:nvPr/>
            </p:nvGrpSpPr>
            <p:grpSpPr>
              <a:xfrm>
                <a:off x="3828293" y="4221882"/>
                <a:ext cx="514896" cy="370403"/>
                <a:chOff x="5605469" y="98036"/>
                <a:chExt cx="493294" cy="348272"/>
              </a:xfrm>
              <a:grpFill/>
            </p:grpSpPr>
            <p:sp>
              <p:nvSpPr>
                <p:cNvPr id="496" name="Rectangle 495">
                  <a:extLst>
                    <a:ext uri="{FF2B5EF4-FFF2-40B4-BE49-F238E27FC236}">
                      <a16:creationId xmlns:a16="http://schemas.microsoft.com/office/drawing/2014/main" id="{40741245-8267-3355-FD85-D351E7B1CFE1}"/>
                    </a:ext>
                  </a:extLst>
                </p:cNvPr>
                <p:cNvSpPr/>
                <p:nvPr/>
              </p:nvSpPr>
              <p:spPr>
                <a:xfrm rot="16200000">
                  <a:off x="5541737" y="161768"/>
                  <a:ext cx="343463"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Must</a:t>
                  </a:r>
                </a:p>
              </p:txBody>
            </p:sp>
            <p:sp>
              <p:nvSpPr>
                <p:cNvPr id="497" name="Rectangle 496">
                  <a:extLst>
                    <a:ext uri="{FF2B5EF4-FFF2-40B4-BE49-F238E27FC236}">
                      <a16:creationId xmlns:a16="http://schemas.microsoft.com/office/drawing/2014/main" id="{E4EF00BB-97D1-7780-3C7C-BDBA0DD3DE74}"/>
                    </a:ext>
                  </a:extLst>
                </p:cNvPr>
                <p:cNvSpPr/>
                <p:nvPr/>
              </p:nvSpPr>
              <p:spPr>
                <a:xfrm>
                  <a:off x="5819080" y="9803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98" name="Rectangle 497">
                  <a:extLst>
                    <a:ext uri="{FF2B5EF4-FFF2-40B4-BE49-F238E27FC236}">
                      <a16:creationId xmlns:a16="http://schemas.microsoft.com/office/drawing/2014/main" id="{61C3F672-A251-A434-A128-3A86280992B1}"/>
                    </a:ext>
                  </a:extLst>
                </p:cNvPr>
                <p:cNvSpPr/>
                <p:nvPr/>
              </p:nvSpPr>
              <p:spPr>
                <a:xfrm>
                  <a:off x="5819080" y="21357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99" name="Rectangle 498">
                  <a:extLst>
                    <a:ext uri="{FF2B5EF4-FFF2-40B4-BE49-F238E27FC236}">
                      <a16:creationId xmlns:a16="http://schemas.microsoft.com/office/drawing/2014/main" id="{0B93C8F0-6528-2A5F-BC38-95E49035688F}"/>
                    </a:ext>
                  </a:extLst>
                </p:cNvPr>
                <p:cNvSpPr/>
                <p:nvPr/>
              </p:nvSpPr>
              <p:spPr>
                <a:xfrm>
                  <a:off x="5819080" y="329104"/>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grpSp>
          <p:grpSp>
            <p:nvGrpSpPr>
              <p:cNvPr id="479" name="Group 478">
                <a:extLst>
                  <a:ext uri="{FF2B5EF4-FFF2-40B4-BE49-F238E27FC236}">
                    <a16:creationId xmlns:a16="http://schemas.microsoft.com/office/drawing/2014/main" id="{50036043-5346-D79A-F6D1-B58BD08AECDA}"/>
                  </a:ext>
                </a:extLst>
              </p:cNvPr>
              <p:cNvGrpSpPr/>
              <p:nvPr/>
            </p:nvGrpSpPr>
            <p:grpSpPr>
              <a:xfrm>
                <a:off x="3825805" y="4593515"/>
                <a:ext cx="517384" cy="375937"/>
                <a:chOff x="5603085" y="98036"/>
                <a:chExt cx="495678" cy="353475"/>
              </a:xfrm>
              <a:grpFill/>
            </p:grpSpPr>
            <p:sp>
              <p:nvSpPr>
                <p:cNvPr id="492" name="Rectangle 491">
                  <a:extLst>
                    <a:ext uri="{FF2B5EF4-FFF2-40B4-BE49-F238E27FC236}">
                      <a16:creationId xmlns:a16="http://schemas.microsoft.com/office/drawing/2014/main" id="{250CDAD4-54D1-2347-9E3A-0C5A8A803609}"/>
                    </a:ext>
                  </a:extLst>
                </p:cNvPr>
                <p:cNvSpPr/>
                <p:nvPr/>
              </p:nvSpPr>
              <p:spPr>
                <a:xfrm rot="16200000">
                  <a:off x="5534347" y="166774"/>
                  <a:ext cx="353475"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Should</a:t>
                  </a:r>
                </a:p>
              </p:txBody>
            </p:sp>
            <p:sp>
              <p:nvSpPr>
                <p:cNvPr id="493" name="Rectangle 492">
                  <a:extLst>
                    <a:ext uri="{FF2B5EF4-FFF2-40B4-BE49-F238E27FC236}">
                      <a16:creationId xmlns:a16="http://schemas.microsoft.com/office/drawing/2014/main" id="{C4E0CF99-1A8E-993E-B9EB-EBB02EEA669F}"/>
                    </a:ext>
                  </a:extLst>
                </p:cNvPr>
                <p:cNvSpPr/>
                <p:nvPr/>
              </p:nvSpPr>
              <p:spPr>
                <a:xfrm>
                  <a:off x="5819080" y="9803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94" name="Rectangle 493">
                  <a:extLst>
                    <a:ext uri="{FF2B5EF4-FFF2-40B4-BE49-F238E27FC236}">
                      <a16:creationId xmlns:a16="http://schemas.microsoft.com/office/drawing/2014/main" id="{BA8F6621-9BDE-8132-C860-8ECFBB1ABE92}"/>
                    </a:ext>
                  </a:extLst>
                </p:cNvPr>
                <p:cNvSpPr/>
                <p:nvPr/>
              </p:nvSpPr>
              <p:spPr>
                <a:xfrm>
                  <a:off x="5819080" y="21357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95" name="Rectangle 494">
                  <a:extLst>
                    <a:ext uri="{FF2B5EF4-FFF2-40B4-BE49-F238E27FC236}">
                      <a16:creationId xmlns:a16="http://schemas.microsoft.com/office/drawing/2014/main" id="{CD6F5E95-8F3C-D92E-2A8C-CF994B70AE0B}"/>
                    </a:ext>
                  </a:extLst>
                </p:cNvPr>
                <p:cNvSpPr/>
                <p:nvPr/>
              </p:nvSpPr>
              <p:spPr>
                <a:xfrm>
                  <a:off x="5819080" y="329104"/>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grpSp>
          <p:grpSp>
            <p:nvGrpSpPr>
              <p:cNvPr id="480" name="Group 479">
                <a:extLst>
                  <a:ext uri="{FF2B5EF4-FFF2-40B4-BE49-F238E27FC236}">
                    <a16:creationId xmlns:a16="http://schemas.microsoft.com/office/drawing/2014/main" id="{2EAF3773-B7F0-483B-B549-E143BB2A13FD}"/>
                  </a:ext>
                </a:extLst>
              </p:cNvPr>
              <p:cNvGrpSpPr/>
              <p:nvPr/>
            </p:nvGrpSpPr>
            <p:grpSpPr>
              <a:xfrm>
                <a:off x="3832963" y="5463164"/>
                <a:ext cx="510133" cy="494778"/>
                <a:chOff x="6509524" y="-116502"/>
                <a:chExt cx="488731" cy="465216"/>
              </a:xfrm>
              <a:grpFill/>
            </p:grpSpPr>
            <p:sp>
              <p:nvSpPr>
                <p:cNvPr id="487" name="Rectangle 486">
                  <a:extLst>
                    <a:ext uri="{FF2B5EF4-FFF2-40B4-BE49-F238E27FC236}">
                      <a16:creationId xmlns:a16="http://schemas.microsoft.com/office/drawing/2014/main" id="{8AAB8888-2CAC-78B6-55B7-EE63E50EC28F}"/>
                    </a:ext>
                  </a:extLst>
                </p:cNvPr>
                <p:cNvSpPr/>
                <p:nvPr/>
              </p:nvSpPr>
              <p:spPr>
                <a:xfrm rot="16200000">
                  <a:off x="6384916" y="8106"/>
                  <a:ext cx="465216"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Would</a:t>
                  </a:r>
                </a:p>
              </p:txBody>
            </p:sp>
            <p:sp>
              <p:nvSpPr>
                <p:cNvPr id="488" name="Rectangle 487">
                  <a:extLst>
                    <a:ext uri="{FF2B5EF4-FFF2-40B4-BE49-F238E27FC236}">
                      <a16:creationId xmlns:a16="http://schemas.microsoft.com/office/drawing/2014/main" id="{89166D05-12FC-9857-C80A-FEC457B645C7}"/>
                    </a:ext>
                  </a:extLst>
                </p:cNvPr>
                <p:cNvSpPr/>
                <p:nvPr/>
              </p:nvSpPr>
              <p:spPr>
                <a:xfrm>
                  <a:off x="6718572" y="-116502"/>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89" name="Rectangle 488">
                  <a:extLst>
                    <a:ext uri="{FF2B5EF4-FFF2-40B4-BE49-F238E27FC236}">
                      <a16:creationId xmlns:a16="http://schemas.microsoft.com/office/drawing/2014/main" id="{81BDE180-DE94-E797-B8ED-27E11E2040A5}"/>
                    </a:ext>
                  </a:extLst>
                </p:cNvPr>
                <p:cNvSpPr/>
                <p:nvPr/>
              </p:nvSpPr>
              <p:spPr>
                <a:xfrm>
                  <a:off x="6718572" y="-968"/>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90" name="Rectangle 489">
                  <a:extLst>
                    <a:ext uri="{FF2B5EF4-FFF2-40B4-BE49-F238E27FC236}">
                      <a16:creationId xmlns:a16="http://schemas.microsoft.com/office/drawing/2014/main" id="{86BE7210-9710-5260-640E-24F466AC31CE}"/>
                    </a:ext>
                  </a:extLst>
                </p:cNvPr>
                <p:cNvSpPr/>
                <p:nvPr/>
              </p:nvSpPr>
              <p:spPr>
                <a:xfrm>
                  <a:off x="6718572" y="11456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91" name="Rectangle 490">
                  <a:extLst>
                    <a:ext uri="{FF2B5EF4-FFF2-40B4-BE49-F238E27FC236}">
                      <a16:creationId xmlns:a16="http://schemas.microsoft.com/office/drawing/2014/main" id="{1DCF0C0C-19C3-1DC5-C1A6-6B690E135C1D}"/>
                    </a:ext>
                  </a:extLst>
                </p:cNvPr>
                <p:cNvSpPr/>
                <p:nvPr/>
              </p:nvSpPr>
              <p:spPr>
                <a:xfrm>
                  <a:off x="6718572" y="23010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grpSp>
          <p:grpSp>
            <p:nvGrpSpPr>
              <p:cNvPr id="481" name="Group 480">
                <a:extLst>
                  <a:ext uri="{FF2B5EF4-FFF2-40B4-BE49-F238E27FC236}">
                    <a16:creationId xmlns:a16="http://schemas.microsoft.com/office/drawing/2014/main" id="{CD0D208B-7ED0-634F-E3FC-527B3A0BBC0C}"/>
                  </a:ext>
                </a:extLst>
              </p:cNvPr>
              <p:cNvGrpSpPr/>
              <p:nvPr/>
            </p:nvGrpSpPr>
            <p:grpSpPr>
              <a:xfrm>
                <a:off x="3826867" y="4965850"/>
                <a:ext cx="516322" cy="493279"/>
                <a:chOff x="5652381" y="91367"/>
                <a:chExt cx="494661" cy="463806"/>
              </a:xfrm>
              <a:grpFill/>
            </p:grpSpPr>
            <p:sp>
              <p:nvSpPr>
                <p:cNvPr id="482" name="Rectangle 481">
                  <a:extLst>
                    <a:ext uri="{FF2B5EF4-FFF2-40B4-BE49-F238E27FC236}">
                      <a16:creationId xmlns:a16="http://schemas.microsoft.com/office/drawing/2014/main" id="{156CC22D-8B59-A1C0-BF74-AE957263F42B}"/>
                    </a:ext>
                  </a:extLst>
                </p:cNvPr>
                <p:cNvSpPr/>
                <p:nvPr/>
              </p:nvSpPr>
              <p:spPr>
                <a:xfrm rot="16200000">
                  <a:off x="5528479" y="215269"/>
                  <a:ext cx="463803"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Could</a:t>
                  </a:r>
                </a:p>
              </p:txBody>
            </p:sp>
            <p:sp>
              <p:nvSpPr>
                <p:cNvPr id="483" name="Rectangle 482">
                  <a:extLst>
                    <a:ext uri="{FF2B5EF4-FFF2-40B4-BE49-F238E27FC236}">
                      <a16:creationId xmlns:a16="http://schemas.microsoft.com/office/drawing/2014/main" id="{4CD53CB9-AA7B-3AAC-3D2A-7ED05B7DC641}"/>
                    </a:ext>
                  </a:extLst>
                </p:cNvPr>
                <p:cNvSpPr/>
                <p:nvPr/>
              </p:nvSpPr>
              <p:spPr>
                <a:xfrm>
                  <a:off x="5867359" y="91367"/>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84" name="Rectangle 483">
                  <a:extLst>
                    <a:ext uri="{FF2B5EF4-FFF2-40B4-BE49-F238E27FC236}">
                      <a16:creationId xmlns:a16="http://schemas.microsoft.com/office/drawing/2014/main" id="{A7BC062F-3DF6-DA4B-E2FE-4A47E96680A4}"/>
                    </a:ext>
                  </a:extLst>
                </p:cNvPr>
                <p:cNvSpPr/>
                <p:nvPr/>
              </p:nvSpPr>
              <p:spPr>
                <a:xfrm>
                  <a:off x="5867359" y="206901"/>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85" name="Rectangle 484">
                  <a:extLst>
                    <a:ext uri="{FF2B5EF4-FFF2-40B4-BE49-F238E27FC236}">
                      <a16:creationId xmlns:a16="http://schemas.microsoft.com/office/drawing/2014/main" id="{859F669C-1A2A-6D64-C75A-AE4E2ECAF083}"/>
                    </a:ext>
                  </a:extLst>
                </p:cNvPr>
                <p:cNvSpPr/>
                <p:nvPr/>
              </p:nvSpPr>
              <p:spPr>
                <a:xfrm>
                  <a:off x="5867359" y="322435"/>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86" name="Rectangle 485">
                  <a:extLst>
                    <a:ext uri="{FF2B5EF4-FFF2-40B4-BE49-F238E27FC236}">
                      <a16:creationId xmlns:a16="http://schemas.microsoft.com/office/drawing/2014/main" id="{FAE9FF8C-E4C4-6009-BED3-0493ABDD8252}"/>
                    </a:ext>
                  </a:extLst>
                </p:cNvPr>
                <p:cNvSpPr/>
                <p:nvPr/>
              </p:nvSpPr>
              <p:spPr>
                <a:xfrm>
                  <a:off x="5867359" y="437969"/>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grpSp>
        </p:grpSp>
        <p:sp>
          <p:nvSpPr>
            <p:cNvPr id="476" name="TextBox 475">
              <a:extLst>
                <a:ext uri="{FF2B5EF4-FFF2-40B4-BE49-F238E27FC236}">
                  <a16:creationId xmlns:a16="http://schemas.microsoft.com/office/drawing/2014/main" id="{C852BD19-9BD2-4BBF-C5C1-B7F5A6594F98}"/>
                </a:ext>
              </a:extLst>
            </p:cNvPr>
            <p:cNvSpPr txBox="1"/>
            <p:nvPr/>
          </p:nvSpPr>
          <p:spPr>
            <a:xfrm rot="16200000">
              <a:off x="3387722" y="4660543"/>
              <a:ext cx="1207391" cy="228912"/>
            </a:xfrm>
            <a:prstGeom prst="rect">
              <a:avLst/>
            </a:prstGeom>
            <a:noFill/>
          </p:spPr>
          <p:txBody>
            <a:bodyPr wrap="square" lIns="36000" tIns="36000" rIns="36000" bIns="3600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Prioritized Project Backlog</a:t>
              </a:r>
            </a:p>
          </p:txBody>
        </p:sp>
        <p:pic>
          <p:nvPicPr>
            <p:cNvPr id="477" name="Graphic 95" descr="Arrow: Counter-clockwise curve">
              <a:extLst>
                <a:ext uri="{FF2B5EF4-FFF2-40B4-BE49-F238E27FC236}">
                  <a16:creationId xmlns:a16="http://schemas.microsoft.com/office/drawing/2014/main" id="{0FC35E66-1CC7-ADEF-AB63-035294E9CD14}"/>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flipH="1" flipV="1">
              <a:off x="3595471" y="4157793"/>
              <a:ext cx="358503" cy="365288"/>
            </a:xfrm>
            <a:prstGeom prst="rect">
              <a:avLst/>
            </a:prstGeom>
          </p:spPr>
        </p:pic>
      </p:grpSp>
      <p:sp>
        <p:nvSpPr>
          <p:cNvPr id="500" name="5-Point Star 266">
            <a:extLst>
              <a:ext uri="{FF2B5EF4-FFF2-40B4-BE49-F238E27FC236}">
                <a16:creationId xmlns:a16="http://schemas.microsoft.com/office/drawing/2014/main" id="{2DED0310-3D32-780E-9543-69B1945F0815}"/>
              </a:ext>
            </a:extLst>
          </p:cNvPr>
          <p:cNvSpPr>
            <a:spLocks noChangeAspect="1"/>
          </p:cNvSpPr>
          <p:nvPr/>
        </p:nvSpPr>
        <p:spPr>
          <a:xfrm>
            <a:off x="9968472" y="4343251"/>
            <a:ext cx="274694" cy="274320"/>
          </a:xfrm>
          <a:prstGeom prst="star5">
            <a:avLst/>
          </a:prstGeom>
          <a:solidFill>
            <a:schemeClr val="bg1">
              <a:lumMod val="85000"/>
            </a:schemeClr>
          </a:solidFill>
          <a:ln>
            <a:solidFill>
              <a:schemeClr val="bg1"/>
            </a:solidFill>
          </a:ln>
          <a:effectLst>
            <a:outerShdw blurRad="63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grpSp>
        <p:nvGrpSpPr>
          <p:cNvPr id="501" name="Group 500">
            <a:extLst>
              <a:ext uri="{FF2B5EF4-FFF2-40B4-BE49-F238E27FC236}">
                <a16:creationId xmlns:a16="http://schemas.microsoft.com/office/drawing/2014/main" id="{D9BA4326-155C-8980-7C83-C60785DD894F}"/>
              </a:ext>
            </a:extLst>
          </p:cNvPr>
          <p:cNvGrpSpPr/>
          <p:nvPr/>
        </p:nvGrpSpPr>
        <p:grpSpPr>
          <a:xfrm>
            <a:off x="2381250" y="986748"/>
            <a:ext cx="9691302" cy="361520"/>
            <a:chOff x="1752680" y="1406433"/>
            <a:chExt cx="10319872" cy="361520"/>
          </a:xfrm>
        </p:grpSpPr>
        <p:cxnSp>
          <p:nvCxnSpPr>
            <p:cNvPr id="502" name="Straight Arrow Connector 501">
              <a:extLst>
                <a:ext uri="{FF2B5EF4-FFF2-40B4-BE49-F238E27FC236}">
                  <a16:creationId xmlns:a16="http://schemas.microsoft.com/office/drawing/2014/main" id="{24D3C24C-FC10-8A38-D637-DE62352D6121}"/>
                </a:ext>
              </a:extLst>
            </p:cNvPr>
            <p:cNvCxnSpPr>
              <a:cxnSpLocks/>
            </p:cNvCxnSpPr>
            <p:nvPr/>
          </p:nvCxnSpPr>
          <p:spPr>
            <a:xfrm>
              <a:off x="1752680" y="1602550"/>
              <a:ext cx="10319872" cy="0"/>
            </a:xfrm>
            <a:prstGeom prst="straightConnector1">
              <a:avLst/>
            </a:prstGeom>
            <a:ln w="19050">
              <a:solidFill>
                <a:schemeClr val="bg1">
                  <a:lumMod val="75000"/>
                </a:schemeClr>
              </a:solidFill>
              <a:headEnd type="diamond" w="lg" len="lg"/>
              <a:tailEnd type="triangle" w="lg" len="lg"/>
            </a:ln>
          </p:spPr>
          <p:style>
            <a:lnRef idx="1">
              <a:schemeClr val="accent1"/>
            </a:lnRef>
            <a:fillRef idx="0">
              <a:schemeClr val="accent1"/>
            </a:fillRef>
            <a:effectRef idx="0">
              <a:schemeClr val="accent1"/>
            </a:effectRef>
            <a:fontRef idx="minor">
              <a:schemeClr val="tx1"/>
            </a:fontRef>
          </p:style>
        </p:cxnSp>
        <p:sp>
          <p:nvSpPr>
            <p:cNvPr id="503" name="Arrow: Pentagon 115">
              <a:extLst>
                <a:ext uri="{FF2B5EF4-FFF2-40B4-BE49-F238E27FC236}">
                  <a16:creationId xmlns:a16="http://schemas.microsoft.com/office/drawing/2014/main" id="{08EE7196-A924-FD90-5185-38D7DF94F371}"/>
                </a:ext>
              </a:extLst>
            </p:cNvPr>
            <p:cNvSpPr/>
            <p:nvPr/>
          </p:nvSpPr>
          <p:spPr>
            <a:xfrm>
              <a:off x="6050080" y="1406433"/>
              <a:ext cx="1725072" cy="361520"/>
            </a:xfrm>
            <a:prstGeom prst="homePlate">
              <a:avLst>
                <a:gd name="adj" fmla="val 0"/>
              </a:avLst>
            </a:prstGeom>
            <a:solidFill>
              <a:schemeClr val="bg1">
                <a:lumMod val="95000"/>
              </a:schemeClr>
            </a:solidFill>
            <a:ln w="19050">
              <a:no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Monitor and Control</a:t>
              </a:r>
            </a:p>
          </p:txBody>
        </p:sp>
      </p:grpSp>
    </p:spTree>
    <p:extLst>
      <p:ext uri="{BB962C8B-B14F-4D97-AF65-F5344CB8AC3E}">
        <p14:creationId xmlns:p14="http://schemas.microsoft.com/office/powerpoint/2010/main" val="1505457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57FF4DC-20E6-985D-98FC-69952DD2CF76}"/>
            </a:ext>
          </a:extLst>
        </p:cNvPr>
        <p:cNvGrpSpPr/>
        <p:nvPr/>
      </p:nvGrpSpPr>
      <p:grpSpPr>
        <a:xfrm>
          <a:off x="0" y="0"/>
          <a:ext cx="0" cy="0"/>
          <a:chOff x="0" y="0"/>
          <a:chExt cx="0" cy="0"/>
        </a:xfrm>
      </p:grpSpPr>
      <p:cxnSp>
        <p:nvCxnSpPr>
          <p:cNvPr id="280" name="Straight Connector 279">
            <a:extLst>
              <a:ext uri="{FF2B5EF4-FFF2-40B4-BE49-F238E27FC236}">
                <a16:creationId xmlns:a16="http://schemas.microsoft.com/office/drawing/2014/main" id="{C6F76A7D-1A53-642D-813F-DF948C97CFBB}"/>
              </a:ext>
            </a:extLst>
          </p:cNvPr>
          <p:cNvCxnSpPr>
            <a:cxnSpLocks/>
          </p:cNvCxnSpPr>
          <p:nvPr/>
        </p:nvCxnSpPr>
        <p:spPr>
          <a:xfrm flipH="1">
            <a:off x="7238911" y="2708268"/>
            <a:ext cx="8382"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71" name="TextBox 270">
            <a:extLst>
              <a:ext uri="{FF2B5EF4-FFF2-40B4-BE49-F238E27FC236}">
                <a16:creationId xmlns:a16="http://schemas.microsoft.com/office/drawing/2014/main" id="{881A4FDB-F52E-9DC5-98E7-64E84E432C7B}"/>
              </a:ext>
            </a:extLst>
          </p:cNvPr>
          <p:cNvSpPr txBox="1"/>
          <p:nvPr/>
        </p:nvSpPr>
        <p:spPr>
          <a:xfrm>
            <a:off x="5942500" y="6031697"/>
            <a:ext cx="1294487"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Solution (technically) built</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Ready for integration testing</a:t>
            </a:r>
          </a:p>
        </p:txBody>
      </p:sp>
      <p:sp>
        <p:nvSpPr>
          <p:cNvPr id="328" name="TextBox 327">
            <a:extLst>
              <a:ext uri="{FF2B5EF4-FFF2-40B4-BE49-F238E27FC236}">
                <a16:creationId xmlns:a16="http://schemas.microsoft.com/office/drawing/2014/main" id="{65808771-83ED-A6AF-8E7B-27830755500A}"/>
              </a:ext>
            </a:extLst>
          </p:cNvPr>
          <p:cNvSpPr txBox="1"/>
          <p:nvPr/>
        </p:nvSpPr>
        <p:spPr>
          <a:xfrm>
            <a:off x="4925519" y="4726780"/>
            <a:ext cx="2199456" cy="461665"/>
          </a:xfrm>
          <a:prstGeom prst="rect">
            <a:avLst/>
          </a:prstGeom>
          <a:noFill/>
        </p:spPr>
        <p:txBody>
          <a:bodyPr wrap="square" rIns="36000" rtlCol="0" anchor="b">
            <a:spAutoFit/>
          </a:bodyPr>
          <a:lstStyle/>
          <a:p>
            <a:pPr algn="ctr"/>
            <a:r>
              <a:rPr lang="en-US" sz="800" i="1">
                <a:solidFill>
                  <a:schemeClr val="bg1">
                    <a:lumMod val="75000"/>
                  </a:schemeClr>
                </a:solidFill>
              </a:rPr>
              <a:t>Iterative and incremental build</a:t>
            </a:r>
          </a:p>
          <a:p>
            <a:pPr algn="ctr"/>
            <a:r>
              <a:rPr lang="en-US" sz="800" i="1">
                <a:solidFill>
                  <a:schemeClr val="bg1">
                    <a:lumMod val="75000"/>
                  </a:schemeClr>
                </a:solidFill>
              </a:rPr>
              <a:t>in sprints of 3 to 6 weeks </a:t>
            </a:r>
            <a:br>
              <a:rPr lang="en-US" sz="800" i="1">
                <a:solidFill>
                  <a:schemeClr val="bg1">
                    <a:lumMod val="75000"/>
                  </a:schemeClr>
                </a:solidFill>
              </a:rPr>
            </a:br>
            <a:r>
              <a:rPr lang="en-US" sz="800" i="1">
                <a:solidFill>
                  <a:schemeClr val="bg1">
                    <a:lumMod val="75000"/>
                  </a:schemeClr>
                </a:solidFill>
              </a:rPr>
              <a:t>(all sprints of same length)</a:t>
            </a:r>
          </a:p>
        </p:txBody>
      </p:sp>
      <p:sp>
        <p:nvSpPr>
          <p:cNvPr id="9" name="Rectangle: Rounded Corners 8">
            <a:extLst>
              <a:ext uri="{FF2B5EF4-FFF2-40B4-BE49-F238E27FC236}">
                <a16:creationId xmlns:a16="http://schemas.microsoft.com/office/drawing/2014/main" id="{76DAAD7B-5F45-AF71-6343-1C9541CF92B1}"/>
              </a:ext>
            </a:extLst>
          </p:cNvPr>
          <p:cNvSpPr/>
          <p:nvPr/>
        </p:nvSpPr>
        <p:spPr>
          <a:xfrm>
            <a:off x="4729821" y="2860709"/>
            <a:ext cx="2507610" cy="582211"/>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0" tIns="0" rIns="0" bIns="0" rtlCol="0" anchor="t">
            <a:spAutoFit/>
          </a:bodyPr>
          <a:lstStyle/>
          <a:p>
            <a:pPr algn="ctr">
              <a:spcAft>
                <a:spcPts val="400"/>
              </a:spcAft>
            </a:pPr>
            <a:r>
              <a:rPr lang="en-GB" sz="1050" b="1">
                <a:solidFill>
                  <a:schemeClr val="bg1">
                    <a:lumMod val="75000"/>
                  </a:schemeClr>
                </a:solidFill>
              </a:rPr>
              <a:t>REA</a:t>
            </a:r>
            <a:endParaRPr lang="en-GB" sz="900">
              <a:solidFill>
                <a:schemeClr val="bg1">
                  <a:lumMod val="75000"/>
                </a:schemeClr>
              </a:solidFill>
            </a:endParaRPr>
          </a:p>
          <a:p>
            <a:pPr algn="ctr"/>
            <a:r>
              <a:rPr lang="en-GB" sz="800">
                <a:solidFill>
                  <a:schemeClr val="bg1">
                    <a:lumMod val="75000"/>
                  </a:schemeClr>
                </a:solidFill>
              </a:rPr>
              <a:t>Build of the solution in sprints </a:t>
            </a:r>
            <a:br>
              <a:rPr lang="en-GB" sz="800">
                <a:solidFill>
                  <a:schemeClr val="bg1">
                    <a:lumMod val="75000"/>
                  </a:schemeClr>
                </a:solidFill>
              </a:rPr>
            </a:br>
            <a:r>
              <a:rPr lang="en-GB" sz="800">
                <a:solidFill>
                  <a:schemeClr val="bg1">
                    <a:lumMod val="75000"/>
                  </a:schemeClr>
                </a:solidFill>
              </a:rPr>
              <a:t>(detailed design, build, test, </a:t>
            </a:r>
            <a:br>
              <a:rPr lang="en-GB" sz="800">
                <a:solidFill>
                  <a:schemeClr val="bg1">
                    <a:lumMod val="75000"/>
                  </a:schemeClr>
                </a:solidFill>
              </a:rPr>
            </a:br>
            <a:r>
              <a:rPr lang="en-GB" sz="800">
                <a:solidFill>
                  <a:schemeClr val="bg1">
                    <a:lumMod val="75000"/>
                  </a:schemeClr>
                </a:solidFill>
              </a:rPr>
              <a:t>show &amp; tell and release)</a:t>
            </a:r>
          </a:p>
        </p:txBody>
      </p:sp>
      <p:sp>
        <p:nvSpPr>
          <p:cNvPr id="117" name="Rectangle 116">
            <a:extLst>
              <a:ext uri="{FF2B5EF4-FFF2-40B4-BE49-F238E27FC236}">
                <a16:creationId xmlns:a16="http://schemas.microsoft.com/office/drawing/2014/main" id="{BAB69942-E51B-39FC-7FD2-3FF1FA026E48}"/>
              </a:ext>
            </a:extLst>
          </p:cNvPr>
          <p:cNvSpPr/>
          <p:nvPr/>
        </p:nvSpPr>
        <p:spPr>
          <a:xfrm>
            <a:off x="1364" y="535696"/>
            <a:ext cx="12190635" cy="914400"/>
          </a:xfrm>
          <a:prstGeom prst="rect">
            <a:avLst/>
          </a:prstGeom>
          <a:gradFill>
            <a:gsLst>
              <a:gs pos="63000">
                <a:schemeClr val="bg1">
                  <a:lumMod val="95000"/>
                </a:schemeClr>
              </a:gs>
              <a:gs pos="13000">
                <a:schemeClr val="bg1">
                  <a:lumMod val="95000"/>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100" name="Rectangle 99">
            <a:extLst>
              <a:ext uri="{FF2B5EF4-FFF2-40B4-BE49-F238E27FC236}">
                <a16:creationId xmlns:a16="http://schemas.microsoft.com/office/drawing/2014/main" id="{07100A4B-AC9A-9023-1CC3-996850196CBA}"/>
              </a:ext>
            </a:extLst>
          </p:cNvPr>
          <p:cNvSpPr/>
          <p:nvPr/>
        </p:nvSpPr>
        <p:spPr>
          <a:xfrm>
            <a:off x="147484" y="6179574"/>
            <a:ext cx="2492477"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17" name="Title 316">
            <a:extLst>
              <a:ext uri="{FF2B5EF4-FFF2-40B4-BE49-F238E27FC236}">
                <a16:creationId xmlns:a16="http://schemas.microsoft.com/office/drawing/2014/main" id="{0851C98F-7CA6-9D90-B949-1988683FE7AA}"/>
              </a:ext>
            </a:extLst>
          </p:cNvPr>
          <p:cNvSpPr>
            <a:spLocks noGrp="1"/>
          </p:cNvSpPr>
          <p:nvPr>
            <p:ph type="ctrTitle"/>
          </p:nvPr>
        </p:nvSpPr>
        <p:spPr/>
        <p:txBody>
          <a:bodyPr/>
          <a:lstStyle/>
          <a:p>
            <a:r>
              <a:rPr lang="nl-BE"/>
              <a:t>project life </a:t>
            </a:r>
            <a:r>
              <a:rPr lang="nl-BE" err="1"/>
              <a:t>cycle</a:t>
            </a:r>
            <a:endParaRPr lang="en-US"/>
          </a:p>
        </p:txBody>
      </p:sp>
      <p:cxnSp>
        <p:nvCxnSpPr>
          <p:cNvPr id="281" name="Straight Connector 280">
            <a:extLst>
              <a:ext uri="{FF2B5EF4-FFF2-40B4-BE49-F238E27FC236}">
                <a16:creationId xmlns:a16="http://schemas.microsoft.com/office/drawing/2014/main" id="{3998E51A-015E-83A4-EFBE-7A301F385FE5}"/>
              </a:ext>
            </a:extLst>
          </p:cNvPr>
          <p:cNvCxnSpPr>
            <a:cxnSpLocks/>
          </p:cNvCxnSpPr>
          <p:nvPr/>
        </p:nvCxnSpPr>
        <p:spPr>
          <a:xfrm>
            <a:off x="2428620"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69" name="TextBox 268">
            <a:extLst>
              <a:ext uri="{FF2B5EF4-FFF2-40B4-BE49-F238E27FC236}">
                <a16:creationId xmlns:a16="http://schemas.microsoft.com/office/drawing/2014/main" id="{AB0FF3E4-378E-0684-796E-150641497FCF}"/>
              </a:ext>
            </a:extLst>
          </p:cNvPr>
          <p:cNvSpPr txBox="1"/>
          <p:nvPr/>
        </p:nvSpPr>
        <p:spPr>
          <a:xfrm>
            <a:off x="1529334" y="6031697"/>
            <a:ext cx="897363"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Project approach</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Project plan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Kick-off meeting</a:t>
            </a:r>
          </a:p>
        </p:txBody>
      </p:sp>
      <p:sp>
        <p:nvSpPr>
          <p:cNvPr id="14" name="Rectangle: Rounded Corners 13">
            <a:extLst>
              <a:ext uri="{FF2B5EF4-FFF2-40B4-BE49-F238E27FC236}">
                <a16:creationId xmlns:a16="http://schemas.microsoft.com/office/drawing/2014/main" id="{3890214B-04BA-E324-2400-1C975B04A1C4}"/>
              </a:ext>
            </a:extLst>
          </p:cNvPr>
          <p:cNvSpPr/>
          <p:nvPr/>
        </p:nvSpPr>
        <p:spPr>
          <a:xfrm>
            <a:off x="1110734" y="2860709"/>
            <a:ext cx="1316405" cy="697627"/>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GB" sz="1000" b="1">
                <a:solidFill>
                  <a:schemeClr val="bg1">
                    <a:lumMod val="75000"/>
                  </a:schemeClr>
                </a:solidFill>
              </a:rPr>
              <a:t>PLAN</a:t>
            </a:r>
            <a:endParaRPr lang="en-GB" sz="1000">
              <a:solidFill>
                <a:schemeClr val="bg1">
                  <a:lumMod val="75000"/>
                </a:schemeClr>
              </a:solidFill>
            </a:endParaRPr>
          </a:p>
          <a:p>
            <a:pPr algn="ctr"/>
            <a:r>
              <a:rPr lang="en-GB" sz="800">
                <a:solidFill>
                  <a:schemeClr val="bg1">
                    <a:lumMod val="75000"/>
                  </a:schemeClr>
                </a:solidFill>
              </a:rPr>
              <a:t>Establish program </a:t>
            </a:r>
            <a:br>
              <a:rPr lang="en-GB" sz="800">
                <a:solidFill>
                  <a:schemeClr val="bg1">
                    <a:lumMod val="75000"/>
                  </a:schemeClr>
                </a:solidFill>
              </a:rPr>
            </a:br>
            <a:r>
              <a:rPr lang="en-GB" sz="800">
                <a:solidFill>
                  <a:schemeClr val="bg1">
                    <a:lumMod val="75000"/>
                  </a:schemeClr>
                </a:solidFill>
              </a:rPr>
              <a:t>or project governance and draw up initial plans​</a:t>
            </a:r>
            <a:endParaRPr lang="en-US" sz="800">
              <a:solidFill>
                <a:schemeClr val="bg1">
                  <a:lumMod val="75000"/>
                </a:schemeClr>
              </a:solidFill>
            </a:endParaRPr>
          </a:p>
        </p:txBody>
      </p:sp>
      <p:cxnSp>
        <p:nvCxnSpPr>
          <p:cNvPr id="287" name="Straight Connector 286">
            <a:extLst>
              <a:ext uri="{FF2B5EF4-FFF2-40B4-BE49-F238E27FC236}">
                <a16:creationId xmlns:a16="http://schemas.microsoft.com/office/drawing/2014/main" id="{FF32692A-3C36-67DB-67F4-ACC50E7602BB}"/>
              </a:ext>
            </a:extLst>
          </p:cNvPr>
          <p:cNvCxnSpPr>
            <a:cxnSpLocks/>
          </p:cNvCxnSpPr>
          <p:nvPr/>
        </p:nvCxnSpPr>
        <p:spPr>
          <a:xfrm flipH="1">
            <a:off x="1097233" y="2720379"/>
            <a:ext cx="5931"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75" name="TextBox 274">
            <a:extLst>
              <a:ext uri="{FF2B5EF4-FFF2-40B4-BE49-F238E27FC236}">
                <a16:creationId xmlns:a16="http://schemas.microsoft.com/office/drawing/2014/main" id="{3E24E733-5C7D-2292-9E99-1A8E03A818B2}"/>
              </a:ext>
            </a:extLst>
          </p:cNvPr>
          <p:cNvSpPr txBox="1"/>
          <p:nvPr/>
        </p:nvSpPr>
        <p:spPr>
          <a:xfrm>
            <a:off x="344956" y="6031697"/>
            <a:ext cx="752277"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Contract</a:t>
            </a:r>
          </a:p>
        </p:txBody>
      </p:sp>
      <p:sp>
        <p:nvSpPr>
          <p:cNvPr id="15" name="Rectangle: Rounded Corners 14">
            <a:extLst>
              <a:ext uri="{FF2B5EF4-FFF2-40B4-BE49-F238E27FC236}">
                <a16:creationId xmlns:a16="http://schemas.microsoft.com/office/drawing/2014/main" id="{AD654E21-A5A4-CF8E-6A5E-1F8F5ECB601B}"/>
              </a:ext>
            </a:extLst>
          </p:cNvPr>
          <p:cNvSpPr/>
          <p:nvPr/>
        </p:nvSpPr>
        <p:spPr>
          <a:xfrm>
            <a:off x="39890" y="2860709"/>
            <a:ext cx="1049771" cy="1074653"/>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US" sz="1000" b="1">
                <a:solidFill>
                  <a:schemeClr val="bg1">
                    <a:lumMod val="75000"/>
                  </a:schemeClr>
                </a:solidFill>
              </a:rPr>
              <a:t>PRE-SALES</a:t>
            </a:r>
            <a:endParaRPr lang="en-US" sz="1000">
              <a:solidFill>
                <a:schemeClr val="bg1">
                  <a:lumMod val="75000"/>
                </a:schemeClr>
              </a:solidFill>
            </a:endParaRPr>
          </a:p>
          <a:p>
            <a:pPr algn="ctr"/>
            <a:r>
              <a:rPr lang="en-US" sz="800">
                <a:solidFill>
                  <a:schemeClr val="bg1">
                    <a:lumMod val="75000"/>
                  </a:schemeClr>
                </a:solidFill>
              </a:rPr>
              <a:t>Phase to understand project or program objectives, solution roadmap and high- level requirements</a:t>
            </a:r>
            <a:r>
              <a:rPr lang="en-US" sz="850">
                <a:solidFill>
                  <a:schemeClr val="bg1">
                    <a:lumMod val="75000"/>
                  </a:schemeClr>
                </a:solidFill>
              </a:rPr>
              <a:t>​</a:t>
            </a:r>
          </a:p>
        </p:txBody>
      </p:sp>
      <p:sp>
        <p:nvSpPr>
          <p:cNvPr id="198" name="TextBox 197">
            <a:extLst>
              <a:ext uri="{FF2B5EF4-FFF2-40B4-BE49-F238E27FC236}">
                <a16:creationId xmlns:a16="http://schemas.microsoft.com/office/drawing/2014/main" id="{280F2B22-1B05-020D-06E0-08F782E6CB51}"/>
              </a:ext>
            </a:extLst>
          </p:cNvPr>
          <p:cNvSpPr txBox="1"/>
          <p:nvPr/>
        </p:nvSpPr>
        <p:spPr>
          <a:xfrm rot="16200000">
            <a:off x="3387722" y="4660543"/>
            <a:ext cx="1207391" cy="228912"/>
          </a:xfrm>
          <a:prstGeom prst="rect">
            <a:avLst/>
          </a:prstGeom>
          <a:noFill/>
        </p:spPr>
        <p:txBody>
          <a:bodyPr wrap="square" lIns="36000" tIns="36000" rIns="36000" bIns="3600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Prioritized Project Backlog</a:t>
            </a:r>
          </a:p>
        </p:txBody>
      </p:sp>
      <p:cxnSp>
        <p:nvCxnSpPr>
          <p:cNvPr id="282" name="Straight Connector 281">
            <a:extLst>
              <a:ext uri="{FF2B5EF4-FFF2-40B4-BE49-F238E27FC236}">
                <a16:creationId xmlns:a16="http://schemas.microsoft.com/office/drawing/2014/main" id="{4CC2F11B-891A-11E1-0F18-28806FDC6840}"/>
              </a:ext>
            </a:extLst>
          </p:cNvPr>
          <p:cNvCxnSpPr>
            <a:cxnSpLocks/>
          </p:cNvCxnSpPr>
          <p:nvPr/>
        </p:nvCxnSpPr>
        <p:spPr>
          <a:xfrm>
            <a:off x="4737391"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EF66C175-A04E-C0A7-2EC9-9B078FB4FBF0}"/>
              </a:ext>
            </a:extLst>
          </p:cNvPr>
          <p:cNvCxnSpPr>
            <a:cxnSpLocks/>
          </p:cNvCxnSpPr>
          <p:nvPr/>
        </p:nvCxnSpPr>
        <p:spPr>
          <a:xfrm>
            <a:off x="3561834" y="2708269"/>
            <a:ext cx="4347"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68" name="TextBox 267">
            <a:extLst>
              <a:ext uri="{FF2B5EF4-FFF2-40B4-BE49-F238E27FC236}">
                <a16:creationId xmlns:a16="http://schemas.microsoft.com/office/drawing/2014/main" id="{3D82B74D-DA34-BD4B-0922-1AD39DC61ACA}"/>
              </a:ext>
            </a:extLst>
          </p:cNvPr>
          <p:cNvSpPr txBox="1"/>
          <p:nvPr/>
        </p:nvSpPr>
        <p:spPr>
          <a:xfrm>
            <a:off x="3660378" y="6031697"/>
            <a:ext cx="1076376"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Blueprint document</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700" i="1">
                <a:solidFill>
                  <a:schemeClr val="bg1">
                    <a:lumMod val="75000"/>
                  </a:schemeClr>
                </a:solidFill>
                <a:latin typeface="Century Gothic" panose="020F0302020204030204"/>
              </a:rPr>
              <a:t>Fit-gap list</a:t>
            </a:r>
            <a:endPar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BPML and backlog for realization</a:t>
            </a:r>
          </a:p>
        </p:txBody>
      </p:sp>
      <p:sp>
        <p:nvSpPr>
          <p:cNvPr id="270" name="TextBox 269">
            <a:extLst>
              <a:ext uri="{FF2B5EF4-FFF2-40B4-BE49-F238E27FC236}">
                <a16:creationId xmlns:a16="http://schemas.microsoft.com/office/drawing/2014/main" id="{909C69DC-C503-73F0-276E-932B1133B10C}"/>
              </a:ext>
            </a:extLst>
          </p:cNvPr>
          <p:cNvSpPr txBox="1"/>
          <p:nvPr/>
        </p:nvSpPr>
        <p:spPr>
          <a:xfrm>
            <a:off x="2534033" y="6031697"/>
            <a:ext cx="1032148"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Scope baseline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Conceptual design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BPML and backlog for blueprint</a:t>
            </a:r>
          </a:p>
        </p:txBody>
      </p:sp>
      <p:sp>
        <p:nvSpPr>
          <p:cNvPr id="12" name="Rectangle: Rounded Corners 11">
            <a:extLst>
              <a:ext uri="{FF2B5EF4-FFF2-40B4-BE49-F238E27FC236}">
                <a16:creationId xmlns:a16="http://schemas.microsoft.com/office/drawing/2014/main" id="{9A713327-FD1E-986E-1B0D-035D2B0FDA7E}"/>
              </a:ext>
            </a:extLst>
          </p:cNvPr>
          <p:cNvSpPr/>
          <p:nvPr/>
        </p:nvSpPr>
        <p:spPr>
          <a:xfrm>
            <a:off x="2428619" y="2860709"/>
            <a:ext cx="1138199" cy="1518364"/>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GB" sz="1000" b="1">
                <a:solidFill>
                  <a:schemeClr val="bg1">
                    <a:lumMod val="75000"/>
                  </a:schemeClr>
                </a:solidFill>
              </a:rPr>
              <a:t>DISCOVERY</a:t>
            </a:r>
          </a:p>
          <a:p>
            <a:pPr algn="ctr">
              <a:spcAft>
                <a:spcPts val="400"/>
              </a:spcAft>
            </a:pPr>
            <a:r>
              <a:rPr lang="en-GB" sz="1000" b="1">
                <a:solidFill>
                  <a:schemeClr val="bg1">
                    <a:lumMod val="75000"/>
                  </a:schemeClr>
                </a:solidFill>
              </a:rPr>
              <a:t>CONC. DESIGN</a:t>
            </a:r>
          </a:p>
          <a:p>
            <a:pPr algn="ctr"/>
            <a:r>
              <a:rPr lang="en-GB" sz="800">
                <a:solidFill>
                  <a:schemeClr val="bg1">
                    <a:lumMod val="75000"/>
                  </a:schemeClr>
                </a:solidFill>
              </a:rPr>
              <a:t>Gain knowledge of the customer's business process, make key decisions to steer the project in the right direction and draw up the Business Process Master List (BPML)</a:t>
            </a:r>
          </a:p>
        </p:txBody>
      </p:sp>
      <p:sp>
        <p:nvSpPr>
          <p:cNvPr id="13" name="Rectangle: Rounded Corners 12">
            <a:extLst>
              <a:ext uri="{FF2B5EF4-FFF2-40B4-BE49-F238E27FC236}">
                <a16:creationId xmlns:a16="http://schemas.microsoft.com/office/drawing/2014/main" id="{5A27462A-6445-FEBB-A30D-9FA5E688B9CB}"/>
              </a:ext>
            </a:extLst>
          </p:cNvPr>
          <p:cNvSpPr/>
          <p:nvPr/>
        </p:nvSpPr>
        <p:spPr>
          <a:xfrm>
            <a:off x="3579422" y="2860709"/>
            <a:ext cx="1157969" cy="1066959"/>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GB" sz="1000" b="1">
                <a:solidFill>
                  <a:schemeClr val="bg1">
                    <a:lumMod val="75000"/>
                  </a:schemeClr>
                </a:solidFill>
              </a:rPr>
              <a:t>F2S / BBP</a:t>
            </a:r>
          </a:p>
          <a:p>
            <a:pPr algn="ctr"/>
            <a:r>
              <a:rPr lang="en-US" sz="800">
                <a:solidFill>
                  <a:schemeClr val="bg1">
                    <a:lumMod val="75000"/>
                  </a:schemeClr>
                </a:solidFill>
              </a:rPr>
              <a:t>Facilitate Fit-to-Standard (F2S) or blueprint (BBP) workshops to design the final solution, and define scope and  backlog for REA</a:t>
            </a:r>
          </a:p>
        </p:txBody>
      </p:sp>
      <p:cxnSp>
        <p:nvCxnSpPr>
          <p:cNvPr id="284" name="Straight Connector 283">
            <a:extLst>
              <a:ext uri="{FF2B5EF4-FFF2-40B4-BE49-F238E27FC236}">
                <a16:creationId xmlns:a16="http://schemas.microsoft.com/office/drawing/2014/main" id="{31899EE5-C5EA-A961-7045-A0F39B46927A}"/>
              </a:ext>
            </a:extLst>
          </p:cNvPr>
          <p:cNvCxnSpPr>
            <a:cxnSpLocks/>
          </p:cNvCxnSpPr>
          <p:nvPr/>
        </p:nvCxnSpPr>
        <p:spPr>
          <a:xfrm>
            <a:off x="9131619"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72" name="TextBox 271">
            <a:extLst>
              <a:ext uri="{FF2B5EF4-FFF2-40B4-BE49-F238E27FC236}">
                <a16:creationId xmlns:a16="http://schemas.microsoft.com/office/drawing/2014/main" id="{0ACBBD1C-0FF5-0763-8DCF-294E6A135B7F}"/>
              </a:ext>
            </a:extLst>
          </p:cNvPr>
          <p:cNvSpPr txBox="1"/>
          <p:nvPr/>
        </p:nvSpPr>
        <p:spPr>
          <a:xfrm>
            <a:off x="7931554" y="6031697"/>
            <a:ext cx="1200064"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Tested solution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Go/No-go</a:t>
            </a:r>
          </a:p>
        </p:txBody>
      </p:sp>
      <p:sp>
        <p:nvSpPr>
          <p:cNvPr id="10" name="Rectangle: Rounded Corners 9">
            <a:extLst>
              <a:ext uri="{FF2B5EF4-FFF2-40B4-BE49-F238E27FC236}">
                <a16:creationId xmlns:a16="http://schemas.microsoft.com/office/drawing/2014/main" id="{3031239A-4F3A-4A26-F024-B4B023E10F20}"/>
              </a:ext>
            </a:extLst>
          </p:cNvPr>
          <p:cNvSpPr/>
          <p:nvPr/>
        </p:nvSpPr>
        <p:spPr>
          <a:xfrm>
            <a:off x="7238911" y="2916695"/>
            <a:ext cx="1885137" cy="1138773"/>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600"/>
              </a:spcAft>
            </a:pPr>
            <a:r>
              <a:rPr lang="en-GB" sz="1050" b="1">
                <a:solidFill>
                  <a:schemeClr val="bg1">
                    <a:lumMod val="75000"/>
                  </a:schemeClr>
                </a:solidFill>
              </a:rPr>
              <a:t>SIT &amp; BRT</a:t>
            </a:r>
            <a:endParaRPr lang="en-GB" sz="900">
              <a:solidFill>
                <a:schemeClr val="bg1">
                  <a:lumMod val="75000"/>
                </a:schemeClr>
              </a:solidFill>
            </a:endParaRPr>
          </a:p>
          <a:p>
            <a:pPr algn="ctr"/>
            <a:r>
              <a:rPr lang="en-GB" sz="800">
                <a:solidFill>
                  <a:schemeClr val="bg1">
                    <a:lumMod val="75000"/>
                  </a:schemeClr>
                </a:solidFill>
              </a:rPr>
              <a:t>Execute System Integration</a:t>
            </a:r>
          </a:p>
          <a:p>
            <a:pPr algn="ctr"/>
            <a:r>
              <a:rPr lang="en-GB" sz="800">
                <a:solidFill>
                  <a:schemeClr val="bg1">
                    <a:lumMod val="75000"/>
                  </a:schemeClr>
                </a:solidFill>
              </a:rPr>
              <a:t>Testing, Business Readiness Testing (aka User Acceptance Testing) and End-2-end testing, test data migrations (TM), test integrations and prepare for production cutover</a:t>
            </a:r>
          </a:p>
          <a:p>
            <a:pPr algn="ctr"/>
            <a:endParaRPr lang="en-GB" sz="1050" b="1">
              <a:solidFill>
                <a:schemeClr val="bg1">
                  <a:lumMod val="75000"/>
                </a:schemeClr>
              </a:solidFill>
            </a:endParaRPr>
          </a:p>
        </p:txBody>
      </p:sp>
      <p:sp>
        <p:nvSpPr>
          <p:cNvPr id="35" name="Rectangle: Rounded Corners 34">
            <a:extLst>
              <a:ext uri="{FF2B5EF4-FFF2-40B4-BE49-F238E27FC236}">
                <a16:creationId xmlns:a16="http://schemas.microsoft.com/office/drawing/2014/main" id="{408E5F4C-4B74-7CE8-601A-1BD136646F9B}"/>
              </a:ext>
            </a:extLst>
          </p:cNvPr>
          <p:cNvSpPr/>
          <p:nvPr/>
        </p:nvSpPr>
        <p:spPr>
          <a:xfrm rot="5400000">
            <a:off x="7398579" y="46312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Test </a:t>
            </a:r>
            <a:br>
              <a:rPr lang="en-US" sz="800" b="1">
                <a:solidFill>
                  <a:schemeClr val="bg1">
                    <a:lumMod val="75000"/>
                  </a:schemeClr>
                </a:solidFill>
                <a:latin typeface="Century Gothic" panose="020F0302020204030204"/>
              </a:rPr>
            </a:br>
            <a:r>
              <a:rPr lang="en-US" sz="800" b="1">
                <a:solidFill>
                  <a:schemeClr val="bg1">
                    <a:lumMod val="75000"/>
                  </a:schemeClr>
                </a:solidFill>
                <a:latin typeface="Century Gothic" panose="020F0302020204030204"/>
              </a:rPr>
              <a:t>Migration</a:t>
            </a:r>
          </a:p>
          <a:p>
            <a:pPr algn="ctr"/>
            <a:r>
              <a:rPr lang="en-US" sz="800" b="1">
                <a:solidFill>
                  <a:schemeClr val="bg1">
                    <a:lumMod val="75000"/>
                  </a:schemeClr>
                </a:solidFill>
                <a:latin typeface="Century Gothic" panose="020F0302020204030204"/>
              </a:rPr>
              <a:t>1</a:t>
            </a:r>
          </a:p>
        </p:txBody>
      </p:sp>
      <p:sp>
        <p:nvSpPr>
          <p:cNvPr id="36" name="Rectangle: Rounded Corners 35">
            <a:extLst>
              <a:ext uri="{FF2B5EF4-FFF2-40B4-BE49-F238E27FC236}">
                <a16:creationId xmlns:a16="http://schemas.microsoft.com/office/drawing/2014/main" id="{C345901D-2614-2BFE-207F-F492137478D0}"/>
              </a:ext>
            </a:extLst>
          </p:cNvPr>
          <p:cNvSpPr/>
          <p:nvPr/>
        </p:nvSpPr>
        <p:spPr>
          <a:xfrm rot="5400000">
            <a:off x="7993237" y="46312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Test </a:t>
            </a:r>
            <a:br>
              <a:rPr lang="en-US" sz="800" b="1">
                <a:solidFill>
                  <a:schemeClr val="bg1">
                    <a:lumMod val="75000"/>
                  </a:schemeClr>
                </a:solidFill>
                <a:latin typeface="Century Gothic" panose="020F0302020204030204"/>
              </a:rPr>
            </a:br>
            <a:r>
              <a:rPr lang="en-US" sz="800" b="1">
                <a:solidFill>
                  <a:schemeClr val="bg1">
                    <a:lumMod val="75000"/>
                  </a:schemeClr>
                </a:solidFill>
                <a:latin typeface="Century Gothic" panose="020F0302020204030204"/>
              </a:rPr>
              <a:t>Migration</a:t>
            </a:r>
          </a:p>
          <a:p>
            <a:pPr algn="ctr"/>
            <a:r>
              <a:rPr lang="en-US" sz="800" b="1">
                <a:solidFill>
                  <a:schemeClr val="bg1">
                    <a:lumMod val="75000"/>
                  </a:schemeClr>
                </a:solidFill>
                <a:latin typeface="Century Gothic" panose="020F0302020204030204"/>
              </a:rPr>
              <a:t>2</a:t>
            </a:r>
          </a:p>
        </p:txBody>
      </p:sp>
      <p:sp>
        <p:nvSpPr>
          <p:cNvPr id="37" name="Rectangle: Rounded Corners 36">
            <a:extLst>
              <a:ext uri="{FF2B5EF4-FFF2-40B4-BE49-F238E27FC236}">
                <a16:creationId xmlns:a16="http://schemas.microsoft.com/office/drawing/2014/main" id="{512D704E-70A9-B67D-1FE4-3E9086BD9595}"/>
              </a:ext>
            </a:extLst>
          </p:cNvPr>
          <p:cNvSpPr/>
          <p:nvPr/>
        </p:nvSpPr>
        <p:spPr>
          <a:xfrm rot="5400000">
            <a:off x="7398579" y="50975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SIT</a:t>
            </a:r>
          </a:p>
          <a:p>
            <a:pPr algn="ctr"/>
            <a:r>
              <a:rPr lang="en-US" sz="800" b="1">
                <a:solidFill>
                  <a:schemeClr val="bg1">
                    <a:lumMod val="75000"/>
                  </a:schemeClr>
                </a:solidFill>
                <a:latin typeface="Century Gothic" panose="020F0302020204030204"/>
              </a:rPr>
              <a:t>1</a:t>
            </a:r>
          </a:p>
        </p:txBody>
      </p:sp>
      <p:sp>
        <p:nvSpPr>
          <p:cNvPr id="38" name="Rectangle: Rounded Corners 37">
            <a:extLst>
              <a:ext uri="{FF2B5EF4-FFF2-40B4-BE49-F238E27FC236}">
                <a16:creationId xmlns:a16="http://schemas.microsoft.com/office/drawing/2014/main" id="{98E149E3-16E4-4934-B352-42458D6F13D8}"/>
              </a:ext>
            </a:extLst>
          </p:cNvPr>
          <p:cNvSpPr/>
          <p:nvPr/>
        </p:nvSpPr>
        <p:spPr>
          <a:xfrm rot="5400000">
            <a:off x="7993237" y="50975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SIT</a:t>
            </a:r>
          </a:p>
          <a:p>
            <a:pPr algn="ctr"/>
            <a:r>
              <a:rPr lang="en-US" sz="800" b="1">
                <a:solidFill>
                  <a:schemeClr val="bg1">
                    <a:lumMod val="75000"/>
                  </a:schemeClr>
                </a:solidFill>
                <a:latin typeface="Century Gothic" panose="020F0302020204030204"/>
              </a:rPr>
              <a:t>2</a:t>
            </a:r>
          </a:p>
        </p:txBody>
      </p:sp>
      <p:sp>
        <p:nvSpPr>
          <p:cNvPr id="39" name="Rectangle: Rounded Corners 38">
            <a:extLst>
              <a:ext uri="{FF2B5EF4-FFF2-40B4-BE49-F238E27FC236}">
                <a16:creationId xmlns:a16="http://schemas.microsoft.com/office/drawing/2014/main" id="{5A0A1F80-7F78-6494-87A0-39F798FEFD18}"/>
              </a:ext>
            </a:extLst>
          </p:cNvPr>
          <p:cNvSpPr/>
          <p:nvPr/>
        </p:nvSpPr>
        <p:spPr>
          <a:xfrm rot="5400000">
            <a:off x="8584403" y="50975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UAT</a:t>
            </a:r>
          </a:p>
        </p:txBody>
      </p:sp>
      <p:sp>
        <p:nvSpPr>
          <p:cNvPr id="40" name="Rectangle: Rounded Corners 39">
            <a:extLst>
              <a:ext uri="{FF2B5EF4-FFF2-40B4-BE49-F238E27FC236}">
                <a16:creationId xmlns:a16="http://schemas.microsoft.com/office/drawing/2014/main" id="{595E8AB0-CAB7-2767-243A-1EA09C13557C}"/>
              </a:ext>
            </a:extLst>
          </p:cNvPr>
          <p:cNvSpPr/>
          <p:nvPr/>
        </p:nvSpPr>
        <p:spPr>
          <a:xfrm rot="5400000">
            <a:off x="8584403" y="46312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Test </a:t>
            </a:r>
            <a:br>
              <a:rPr lang="en-US" sz="800" b="1">
                <a:solidFill>
                  <a:schemeClr val="bg1">
                    <a:lumMod val="75000"/>
                  </a:schemeClr>
                </a:solidFill>
                <a:latin typeface="Century Gothic" panose="020F0302020204030204"/>
              </a:rPr>
            </a:br>
            <a:r>
              <a:rPr lang="en-US" sz="800" b="1">
                <a:solidFill>
                  <a:schemeClr val="bg1">
                    <a:lumMod val="75000"/>
                  </a:schemeClr>
                </a:solidFill>
                <a:latin typeface="Century Gothic" panose="020F0302020204030204"/>
              </a:rPr>
              <a:t>Migration</a:t>
            </a:r>
          </a:p>
          <a:p>
            <a:pPr algn="ctr"/>
            <a:r>
              <a:rPr lang="en-US" sz="800" b="1">
                <a:solidFill>
                  <a:schemeClr val="bg1">
                    <a:lumMod val="75000"/>
                  </a:schemeClr>
                </a:solidFill>
                <a:latin typeface="Century Gothic" panose="020F0302020204030204"/>
              </a:rPr>
              <a:t>3</a:t>
            </a:r>
          </a:p>
        </p:txBody>
      </p:sp>
      <p:sp>
        <p:nvSpPr>
          <p:cNvPr id="274" name="TextBox 273">
            <a:extLst>
              <a:ext uri="{FF2B5EF4-FFF2-40B4-BE49-F238E27FC236}">
                <a16:creationId xmlns:a16="http://schemas.microsoft.com/office/drawing/2014/main" id="{33C639B2-CE42-F952-441E-D6ED36C7AA9C}"/>
              </a:ext>
            </a:extLst>
          </p:cNvPr>
          <p:cNvSpPr txBox="1"/>
          <p:nvPr/>
        </p:nvSpPr>
        <p:spPr>
          <a:xfrm>
            <a:off x="9856237" y="6031697"/>
            <a:ext cx="1198227"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Project closing</a:t>
            </a:r>
          </a:p>
        </p:txBody>
      </p:sp>
      <p:cxnSp>
        <p:nvCxnSpPr>
          <p:cNvPr id="286" name="Straight Connector 285">
            <a:extLst>
              <a:ext uri="{FF2B5EF4-FFF2-40B4-BE49-F238E27FC236}">
                <a16:creationId xmlns:a16="http://schemas.microsoft.com/office/drawing/2014/main" id="{0B72A8EF-218F-1342-7531-3AD83EDCFFCF}"/>
              </a:ext>
            </a:extLst>
          </p:cNvPr>
          <p:cNvCxnSpPr>
            <a:cxnSpLocks/>
          </p:cNvCxnSpPr>
          <p:nvPr/>
        </p:nvCxnSpPr>
        <p:spPr>
          <a:xfrm>
            <a:off x="11055946"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91" name="Rounded Rectangle 290">
            <a:extLst>
              <a:ext uri="{FF2B5EF4-FFF2-40B4-BE49-F238E27FC236}">
                <a16:creationId xmlns:a16="http://schemas.microsoft.com/office/drawing/2014/main" id="{B0B32DFC-B092-1D53-05FB-64F69814DBEE}"/>
              </a:ext>
            </a:extLst>
          </p:cNvPr>
          <p:cNvSpPr/>
          <p:nvPr/>
        </p:nvSpPr>
        <p:spPr>
          <a:xfrm rot="5400000">
            <a:off x="10492236" y="5072752"/>
            <a:ext cx="443717" cy="61924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3C3C3C"/>
                </a:solidFill>
                <a:effectLst/>
                <a:uLnTx/>
                <a:uFillTx/>
                <a:latin typeface="Century Gothic" panose="020F0302020204030204"/>
                <a:ea typeface="+mn-ea"/>
                <a:cs typeface="+mn-cs"/>
              </a:rPr>
              <a:t>Hyper-care</a:t>
            </a:r>
          </a:p>
        </p:txBody>
      </p:sp>
      <p:sp>
        <p:nvSpPr>
          <p:cNvPr id="292" name="Arrow: Pentagon 97">
            <a:extLst>
              <a:ext uri="{FF2B5EF4-FFF2-40B4-BE49-F238E27FC236}">
                <a16:creationId xmlns:a16="http://schemas.microsoft.com/office/drawing/2014/main" id="{CEC02086-CCFB-726C-6A93-190B46DC94FC}"/>
              </a:ext>
            </a:extLst>
          </p:cNvPr>
          <p:cNvSpPr/>
          <p:nvPr/>
        </p:nvSpPr>
        <p:spPr>
          <a:xfrm>
            <a:off x="11110010" y="5651705"/>
            <a:ext cx="983215" cy="220777"/>
          </a:xfrm>
          <a:prstGeom prst="homePlate">
            <a:avLst>
              <a:gd name="adj" fmla="val 28642"/>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chemeClr val="bg1">
                    <a:lumMod val="75000"/>
                  </a:schemeClr>
                </a:solidFill>
                <a:effectLst/>
                <a:uLnTx/>
                <a:uFillTx/>
                <a:latin typeface="Century Gothic" panose="020F0302020204030204"/>
                <a:ea typeface="+mn-ea"/>
                <a:cs typeface="+mn-cs"/>
              </a:rPr>
              <a:t>Run &amp; Accelerate</a:t>
            </a:r>
          </a:p>
        </p:txBody>
      </p:sp>
      <p:sp>
        <p:nvSpPr>
          <p:cNvPr id="7" name="Rectangle: Rounded Corners 6">
            <a:extLst>
              <a:ext uri="{FF2B5EF4-FFF2-40B4-BE49-F238E27FC236}">
                <a16:creationId xmlns:a16="http://schemas.microsoft.com/office/drawing/2014/main" id="{2CEEC3BF-D414-19B4-3791-9758A5A8F106}"/>
              </a:ext>
            </a:extLst>
          </p:cNvPr>
          <p:cNvSpPr/>
          <p:nvPr/>
        </p:nvSpPr>
        <p:spPr>
          <a:xfrm>
            <a:off x="11054465" y="2916695"/>
            <a:ext cx="1097644" cy="730969"/>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0" tIns="0" rIns="0" bIns="0" rtlCol="0" anchor="t">
            <a:spAutoFit/>
          </a:bodyPr>
          <a:lstStyle/>
          <a:p>
            <a:pPr algn="ctr">
              <a:spcAft>
                <a:spcPts val="600"/>
              </a:spcAft>
            </a:pPr>
            <a:r>
              <a:rPr lang="en-GB" sz="1050" b="1" dirty="0">
                <a:solidFill>
                  <a:schemeClr val="bg1">
                    <a:lumMod val="75000"/>
                  </a:schemeClr>
                </a:solidFill>
              </a:rPr>
              <a:t>KIR</a:t>
            </a:r>
            <a:endParaRPr lang="en-GB" sz="900" dirty="0">
              <a:solidFill>
                <a:schemeClr val="bg1">
                  <a:lumMod val="75000"/>
                </a:schemeClr>
              </a:solidFill>
            </a:endParaRPr>
          </a:p>
          <a:p>
            <a:pPr algn="ctr"/>
            <a:r>
              <a:rPr lang="en-GB" sz="800" dirty="0">
                <a:solidFill>
                  <a:schemeClr val="bg1">
                    <a:lumMod val="75000"/>
                  </a:schemeClr>
                </a:solidFill>
              </a:rPr>
              <a:t>Keep IT Running; handover </a:t>
            </a:r>
            <a:br>
              <a:rPr lang="en-GB" sz="800" dirty="0">
                <a:solidFill>
                  <a:schemeClr val="bg1">
                    <a:lumMod val="75000"/>
                  </a:schemeClr>
                </a:solidFill>
              </a:rPr>
            </a:br>
            <a:r>
              <a:rPr lang="en-GB" sz="800" dirty="0">
                <a:solidFill>
                  <a:schemeClr val="bg1">
                    <a:lumMod val="75000"/>
                  </a:schemeClr>
                </a:solidFill>
              </a:rPr>
              <a:t>to operations or sustain support</a:t>
            </a:r>
          </a:p>
        </p:txBody>
      </p:sp>
      <p:sp>
        <p:nvSpPr>
          <p:cNvPr id="8" name="Rectangle: Rounded Corners 7">
            <a:extLst>
              <a:ext uri="{FF2B5EF4-FFF2-40B4-BE49-F238E27FC236}">
                <a16:creationId xmlns:a16="http://schemas.microsoft.com/office/drawing/2014/main" id="{D8A5717A-EE20-B202-EAF2-BFBD45D78E6A}"/>
              </a:ext>
            </a:extLst>
          </p:cNvPr>
          <p:cNvSpPr/>
          <p:nvPr/>
        </p:nvSpPr>
        <p:spPr>
          <a:xfrm>
            <a:off x="10095488" y="2916370"/>
            <a:ext cx="958980" cy="607859"/>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600"/>
              </a:spcAft>
            </a:pPr>
            <a:r>
              <a:rPr lang="en-GB" sz="1050" b="1">
                <a:solidFill>
                  <a:schemeClr val="tx2"/>
                </a:solidFill>
              </a:rPr>
              <a:t>GOLIVE</a:t>
            </a:r>
            <a:endParaRPr lang="en-GB" sz="900">
              <a:solidFill>
                <a:schemeClr val="tx1">
                  <a:lumMod val="75000"/>
                </a:schemeClr>
              </a:solidFill>
            </a:endParaRPr>
          </a:p>
          <a:p>
            <a:pPr algn="ctr"/>
            <a:r>
              <a:rPr lang="en-GB" sz="800">
                <a:solidFill>
                  <a:schemeClr val="tx1">
                    <a:lumMod val="75000"/>
                  </a:schemeClr>
                </a:solidFill>
              </a:rPr>
              <a:t>Cutover to production and hypercare</a:t>
            </a:r>
          </a:p>
        </p:txBody>
      </p:sp>
      <p:sp>
        <p:nvSpPr>
          <p:cNvPr id="290" name="Rounded Rectangle 289">
            <a:extLst>
              <a:ext uri="{FF2B5EF4-FFF2-40B4-BE49-F238E27FC236}">
                <a16:creationId xmlns:a16="http://schemas.microsoft.com/office/drawing/2014/main" id="{49B2D37B-84B8-6438-8BA3-F6AC4A342C62}"/>
              </a:ext>
            </a:extLst>
          </p:cNvPr>
          <p:cNvSpPr/>
          <p:nvPr/>
        </p:nvSpPr>
        <p:spPr>
          <a:xfrm rot="5400000">
            <a:off x="9865463" y="5091882"/>
            <a:ext cx="443971" cy="581234"/>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rPr>
              <a:t>Cutover </a:t>
            </a:r>
          </a:p>
        </p:txBody>
      </p:sp>
      <p:cxnSp>
        <p:nvCxnSpPr>
          <p:cNvPr id="285" name="Straight Connector 284">
            <a:extLst>
              <a:ext uri="{FF2B5EF4-FFF2-40B4-BE49-F238E27FC236}">
                <a16:creationId xmlns:a16="http://schemas.microsoft.com/office/drawing/2014/main" id="{8C8AC4D4-D420-02DB-4FD9-7F38A44B3A49}"/>
              </a:ext>
            </a:extLst>
          </p:cNvPr>
          <p:cNvCxnSpPr>
            <a:cxnSpLocks/>
          </p:cNvCxnSpPr>
          <p:nvPr/>
        </p:nvCxnSpPr>
        <p:spPr>
          <a:xfrm>
            <a:off x="10106803" y="2708268"/>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89" name="Rounded Rectangle 288">
            <a:extLst>
              <a:ext uri="{FF2B5EF4-FFF2-40B4-BE49-F238E27FC236}">
                <a16:creationId xmlns:a16="http://schemas.microsoft.com/office/drawing/2014/main" id="{AB785F6D-A4B6-0019-3313-564C945BC9D0}"/>
              </a:ext>
            </a:extLst>
          </p:cNvPr>
          <p:cNvSpPr/>
          <p:nvPr/>
        </p:nvSpPr>
        <p:spPr>
          <a:xfrm rot="5400000">
            <a:off x="9371662" y="4505452"/>
            <a:ext cx="443971" cy="821496"/>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3C3C3C"/>
                </a:solidFill>
                <a:effectLst/>
                <a:uLnTx/>
                <a:uFillTx/>
                <a:latin typeface="Century Gothic" panose="020F0302020204030204"/>
                <a:ea typeface="+mn-ea"/>
                <a:cs typeface="+mn-cs"/>
              </a:rPr>
              <a:t>Final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3C3C3C"/>
                </a:solidFill>
                <a:effectLst/>
                <a:uLnTx/>
                <a:uFillTx/>
                <a:latin typeface="Century Gothic" panose="020F0302020204030204"/>
                <a:ea typeface="+mn-ea"/>
                <a:cs typeface="+mn-cs"/>
              </a:rPr>
              <a:t>Prep</a:t>
            </a:r>
          </a:p>
        </p:txBody>
      </p:sp>
      <p:sp>
        <p:nvSpPr>
          <p:cNvPr id="273" name="TextBox 272">
            <a:extLst>
              <a:ext uri="{FF2B5EF4-FFF2-40B4-BE49-F238E27FC236}">
                <a16:creationId xmlns:a16="http://schemas.microsoft.com/office/drawing/2014/main" id="{15806A57-FDCE-F9BA-120B-48821CF1B465}"/>
              </a:ext>
            </a:extLst>
          </p:cNvPr>
          <p:cNvSpPr txBox="1"/>
          <p:nvPr/>
        </p:nvSpPr>
        <p:spPr>
          <a:xfrm>
            <a:off x="9459463" y="6031697"/>
            <a:ext cx="645858"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Cut-over</a:t>
            </a:r>
          </a:p>
        </p:txBody>
      </p:sp>
      <p:sp>
        <p:nvSpPr>
          <p:cNvPr id="6" name="Rectangle: Rounded Corners 5">
            <a:extLst>
              <a:ext uri="{FF2B5EF4-FFF2-40B4-BE49-F238E27FC236}">
                <a16:creationId xmlns:a16="http://schemas.microsoft.com/office/drawing/2014/main" id="{65C291B5-984F-8080-81FD-F1AA085A8FC3}"/>
              </a:ext>
            </a:extLst>
          </p:cNvPr>
          <p:cNvSpPr/>
          <p:nvPr/>
        </p:nvSpPr>
        <p:spPr>
          <a:xfrm>
            <a:off x="9131618" y="2916695"/>
            <a:ext cx="973705" cy="1015663"/>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600"/>
              </a:spcAft>
            </a:pPr>
            <a:r>
              <a:rPr lang="en-GB" sz="1050" b="1">
                <a:solidFill>
                  <a:schemeClr val="tx2"/>
                </a:solidFill>
              </a:rPr>
              <a:t>FPREP</a:t>
            </a:r>
            <a:endParaRPr lang="en-GB" sz="900">
              <a:solidFill>
                <a:schemeClr val="tx1">
                  <a:lumMod val="75000"/>
                </a:schemeClr>
              </a:solidFill>
            </a:endParaRPr>
          </a:p>
          <a:p>
            <a:pPr algn="ctr"/>
            <a:r>
              <a:rPr lang="en-GB" sz="800">
                <a:solidFill>
                  <a:schemeClr val="tx1">
                    <a:lumMod val="75000"/>
                  </a:schemeClr>
                </a:solidFill>
              </a:rPr>
              <a:t>Prepare </a:t>
            </a:r>
            <a:br>
              <a:rPr lang="en-GB" sz="800">
                <a:solidFill>
                  <a:schemeClr val="tx1">
                    <a:lumMod val="75000"/>
                  </a:schemeClr>
                </a:solidFill>
              </a:rPr>
            </a:br>
            <a:r>
              <a:rPr lang="en-GB" sz="800">
                <a:solidFill>
                  <a:schemeClr val="tx1">
                    <a:lumMod val="75000"/>
                  </a:schemeClr>
                </a:solidFill>
              </a:rPr>
              <a:t>Go live </a:t>
            </a:r>
            <a:br>
              <a:rPr lang="en-GB" sz="800">
                <a:solidFill>
                  <a:schemeClr val="tx1">
                    <a:lumMod val="75000"/>
                  </a:schemeClr>
                </a:solidFill>
              </a:rPr>
            </a:br>
            <a:r>
              <a:rPr lang="en-GB" sz="800">
                <a:solidFill>
                  <a:schemeClr val="tx1">
                    <a:lumMod val="75000"/>
                  </a:schemeClr>
                </a:solidFill>
              </a:rPr>
              <a:t>and start production cutover</a:t>
            </a:r>
          </a:p>
          <a:p>
            <a:pPr algn="ctr"/>
            <a:endParaRPr lang="en-GB" sz="1050" b="1">
              <a:solidFill>
                <a:schemeClr val="tx2"/>
              </a:solidFill>
            </a:endParaRPr>
          </a:p>
        </p:txBody>
      </p:sp>
      <p:sp>
        <p:nvSpPr>
          <p:cNvPr id="193" name="TextBox 192">
            <a:extLst>
              <a:ext uri="{FF2B5EF4-FFF2-40B4-BE49-F238E27FC236}">
                <a16:creationId xmlns:a16="http://schemas.microsoft.com/office/drawing/2014/main" id="{DC399276-1184-8A95-A318-CF084888BB11}"/>
              </a:ext>
            </a:extLst>
          </p:cNvPr>
          <p:cNvSpPr txBox="1"/>
          <p:nvPr/>
        </p:nvSpPr>
        <p:spPr>
          <a:xfrm rot="16200000">
            <a:off x="9790386" y="3930852"/>
            <a:ext cx="615692" cy="234286"/>
          </a:xfrm>
          <a:prstGeom prst="rect">
            <a:avLst/>
          </a:prstGeom>
          <a:solidFill>
            <a:schemeClr val="bg1"/>
          </a:solidFill>
        </p:spPr>
        <p:txBody>
          <a:bodyPr wrap="square" lIns="36000" tIns="36000" rIns="36000" b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effectLst/>
                <a:uLnTx/>
                <a:uFillTx/>
                <a:latin typeface="Century Gothic" panose="020F0302020204030204"/>
                <a:ea typeface="+mn-ea"/>
                <a:cs typeface="+mn-cs"/>
              </a:rPr>
              <a:t>Go Live</a:t>
            </a:r>
          </a:p>
        </p:txBody>
      </p:sp>
      <p:sp>
        <p:nvSpPr>
          <p:cNvPr id="11" name="5-Point Star 266">
            <a:extLst>
              <a:ext uri="{FF2B5EF4-FFF2-40B4-BE49-F238E27FC236}">
                <a16:creationId xmlns:a16="http://schemas.microsoft.com/office/drawing/2014/main" id="{EC0D6EB4-4B43-DA07-ED11-FF4A8F71B1AE}"/>
              </a:ext>
            </a:extLst>
          </p:cNvPr>
          <p:cNvSpPr/>
          <p:nvPr/>
        </p:nvSpPr>
        <p:spPr>
          <a:xfrm>
            <a:off x="10245460" y="2367386"/>
            <a:ext cx="228912" cy="228912"/>
          </a:xfrm>
          <a:prstGeom prst="star5">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6" name="Arrow: Chevron 23">
            <a:extLst>
              <a:ext uri="{FF2B5EF4-FFF2-40B4-BE49-F238E27FC236}">
                <a16:creationId xmlns:a16="http://schemas.microsoft.com/office/drawing/2014/main" id="{9B2A50B4-A967-D389-31BE-0FD51B980386}"/>
              </a:ext>
            </a:extLst>
          </p:cNvPr>
          <p:cNvSpPr/>
          <p:nvPr/>
        </p:nvSpPr>
        <p:spPr>
          <a:xfrm>
            <a:off x="9137893" y="2331446"/>
            <a:ext cx="1071767" cy="409690"/>
          </a:xfrm>
          <a:prstGeom prst="chevron">
            <a:avLst>
              <a:gd name="adj" fmla="val 24644"/>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Final </a:t>
            </a:r>
            <a:b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b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a:t>
            </a:r>
          </a:p>
        </p:txBody>
      </p:sp>
      <p:sp>
        <p:nvSpPr>
          <p:cNvPr id="17" name="Arrow: Chevron 22">
            <a:extLst>
              <a:ext uri="{FF2B5EF4-FFF2-40B4-BE49-F238E27FC236}">
                <a16:creationId xmlns:a16="http://schemas.microsoft.com/office/drawing/2014/main" id="{C865D807-3E59-D2BD-D182-3F41AE53D6B6}"/>
              </a:ext>
            </a:extLst>
          </p:cNvPr>
          <p:cNvSpPr/>
          <p:nvPr/>
        </p:nvSpPr>
        <p:spPr>
          <a:xfrm>
            <a:off x="4738711" y="2331446"/>
            <a:ext cx="2670399" cy="409690"/>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Realization</a:t>
            </a:r>
          </a:p>
        </p:txBody>
      </p:sp>
      <p:sp>
        <p:nvSpPr>
          <p:cNvPr id="18" name="Arrow: Chevron 288">
            <a:extLst>
              <a:ext uri="{FF2B5EF4-FFF2-40B4-BE49-F238E27FC236}">
                <a16:creationId xmlns:a16="http://schemas.microsoft.com/office/drawing/2014/main" id="{7906AC6E-F142-61F6-8F79-3A6C5E98E4EF}"/>
              </a:ext>
            </a:extLst>
          </p:cNvPr>
          <p:cNvSpPr/>
          <p:nvPr/>
        </p:nvSpPr>
        <p:spPr>
          <a:xfrm>
            <a:off x="1728138" y="2331446"/>
            <a:ext cx="801206"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13716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Plan</a:t>
            </a:r>
          </a:p>
        </p:txBody>
      </p:sp>
      <p:sp>
        <p:nvSpPr>
          <p:cNvPr id="19" name="Arrow: Pentagon 14">
            <a:extLst>
              <a:ext uri="{FF2B5EF4-FFF2-40B4-BE49-F238E27FC236}">
                <a16:creationId xmlns:a16="http://schemas.microsoft.com/office/drawing/2014/main" id="{A7176177-4AFD-EE2B-F9AE-0F4B4C9E42C0}"/>
              </a:ext>
            </a:extLst>
          </p:cNvPr>
          <p:cNvSpPr/>
          <p:nvPr/>
        </p:nvSpPr>
        <p:spPr>
          <a:xfrm>
            <a:off x="1105366" y="2331750"/>
            <a:ext cx="733360" cy="408495"/>
          </a:xfrm>
          <a:prstGeom prst="homePlate">
            <a:avLst>
              <a:gd name="adj" fmla="val 17926"/>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9144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Prep</a:t>
            </a:r>
          </a:p>
        </p:txBody>
      </p:sp>
      <p:sp>
        <p:nvSpPr>
          <p:cNvPr id="20" name="Rectangle 19">
            <a:extLst>
              <a:ext uri="{FF2B5EF4-FFF2-40B4-BE49-F238E27FC236}">
                <a16:creationId xmlns:a16="http://schemas.microsoft.com/office/drawing/2014/main" id="{36067254-2C0B-98FD-8360-DB208DAA8604}"/>
              </a:ext>
            </a:extLst>
          </p:cNvPr>
          <p:cNvSpPr/>
          <p:nvPr/>
        </p:nvSpPr>
        <p:spPr>
          <a:xfrm>
            <a:off x="16635" y="2333445"/>
            <a:ext cx="1088730" cy="410400"/>
          </a:xfrm>
          <a:prstGeom prst="rect">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Pre-Project</a:t>
            </a:r>
          </a:p>
        </p:txBody>
      </p:sp>
      <p:sp>
        <p:nvSpPr>
          <p:cNvPr id="21" name="Arrow: Chevron 284">
            <a:extLst>
              <a:ext uri="{FF2B5EF4-FFF2-40B4-BE49-F238E27FC236}">
                <a16:creationId xmlns:a16="http://schemas.microsoft.com/office/drawing/2014/main" id="{9D122E7C-DB19-50B3-7206-D5446C97958C}"/>
              </a:ext>
            </a:extLst>
          </p:cNvPr>
          <p:cNvSpPr/>
          <p:nvPr/>
        </p:nvSpPr>
        <p:spPr>
          <a:xfrm>
            <a:off x="3196913" y="2331446"/>
            <a:ext cx="1636843"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432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Blueprint</a:t>
            </a:r>
          </a:p>
        </p:txBody>
      </p:sp>
      <p:sp>
        <p:nvSpPr>
          <p:cNvPr id="22" name="Arrow: Chevron 287">
            <a:extLst>
              <a:ext uri="{FF2B5EF4-FFF2-40B4-BE49-F238E27FC236}">
                <a16:creationId xmlns:a16="http://schemas.microsoft.com/office/drawing/2014/main" id="{543F81C9-EDEF-ABC6-C831-3496F56A6B2F}"/>
              </a:ext>
            </a:extLst>
          </p:cNvPr>
          <p:cNvSpPr/>
          <p:nvPr/>
        </p:nvSpPr>
        <p:spPr>
          <a:xfrm>
            <a:off x="2428621" y="2331446"/>
            <a:ext cx="1227452"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Inception</a:t>
            </a:r>
          </a:p>
        </p:txBody>
      </p:sp>
      <p:sp>
        <p:nvSpPr>
          <p:cNvPr id="23" name="Arrow: Chevron 274">
            <a:extLst>
              <a:ext uri="{FF2B5EF4-FFF2-40B4-BE49-F238E27FC236}">
                <a16:creationId xmlns:a16="http://schemas.microsoft.com/office/drawing/2014/main" id="{82031D28-C4DA-AEB9-7686-776C19A91723}"/>
              </a:ext>
            </a:extLst>
          </p:cNvPr>
          <p:cNvSpPr/>
          <p:nvPr/>
        </p:nvSpPr>
        <p:spPr>
          <a:xfrm>
            <a:off x="8191233" y="2331446"/>
            <a:ext cx="1049421" cy="409690"/>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000" b="1">
                <a:solidFill>
                  <a:schemeClr val="bg1">
                    <a:lumMod val="75000"/>
                  </a:schemeClr>
                </a:solidFill>
                <a:latin typeface="Century Gothic" panose="020F0302020204030204"/>
              </a:rPr>
              <a:t>BRT</a:t>
            </a:r>
            <a:endPar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24" name="Arrow: Chevron 273">
            <a:extLst>
              <a:ext uri="{FF2B5EF4-FFF2-40B4-BE49-F238E27FC236}">
                <a16:creationId xmlns:a16="http://schemas.microsoft.com/office/drawing/2014/main" id="{5A75CFBC-866B-522E-4CD6-84F5075D1052}"/>
              </a:ext>
            </a:extLst>
          </p:cNvPr>
          <p:cNvSpPr/>
          <p:nvPr/>
        </p:nvSpPr>
        <p:spPr>
          <a:xfrm>
            <a:off x="7245741" y="2331445"/>
            <a:ext cx="1046604" cy="409689"/>
          </a:xfrm>
          <a:prstGeom prst="chevron">
            <a:avLst>
              <a:gd name="adj" fmla="val 2299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SIT</a:t>
            </a:r>
          </a:p>
        </p:txBody>
      </p:sp>
      <p:sp>
        <p:nvSpPr>
          <p:cNvPr id="25" name="Arrow: Chevron 26">
            <a:extLst>
              <a:ext uri="{FF2B5EF4-FFF2-40B4-BE49-F238E27FC236}">
                <a16:creationId xmlns:a16="http://schemas.microsoft.com/office/drawing/2014/main" id="{88B8B4D2-BD85-EF0F-A3DC-09A43C42AD55}"/>
              </a:ext>
            </a:extLst>
          </p:cNvPr>
          <p:cNvSpPr/>
          <p:nvPr/>
        </p:nvSpPr>
        <p:spPr>
          <a:xfrm>
            <a:off x="11064849" y="2331446"/>
            <a:ext cx="1127151" cy="409689"/>
          </a:xfrm>
          <a:prstGeom prst="chevron">
            <a:avLst>
              <a:gd name="adj" fmla="val 0"/>
            </a:avLst>
          </a:prstGeom>
          <a:solidFill>
            <a:schemeClr val="bg1">
              <a:lumMod val="9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Operate</a:t>
            </a:r>
          </a:p>
        </p:txBody>
      </p:sp>
      <p:sp>
        <p:nvSpPr>
          <p:cNvPr id="26" name="Arrow: Chevron 25">
            <a:extLst>
              <a:ext uri="{FF2B5EF4-FFF2-40B4-BE49-F238E27FC236}">
                <a16:creationId xmlns:a16="http://schemas.microsoft.com/office/drawing/2014/main" id="{C216A66A-E8EE-EA7E-3487-750CD25B132E}"/>
              </a:ext>
            </a:extLst>
          </p:cNvPr>
          <p:cNvSpPr/>
          <p:nvPr/>
        </p:nvSpPr>
        <p:spPr>
          <a:xfrm>
            <a:off x="10106803" y="2331446"/>
            <a:ext cx="1049421" cy="409689"/>
          </a:xfrm>
          <a:prstGeom prst="chevron">
            <a:avLst>
              <a:gd name="adj" fmla="val 24644"/>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Go Live &amp; Hypercare</a:t>
            </a:r>
          </a:p>
        </p:txBody>
      </p:sp>
      <p:sp>
        <p:nvSpPr>
          <p:cNvPr id="28" name="Arrow: Chevron 283">
            <a:extLst>
              <a:ext uri="{FF2B5EF4-FFF2-40B4-BE49-F238E27FC236}">
                <a16:creationId xmlns:a16="http://schemas.microsoft.com/office/drawing/2014/main" id="{748EB57A-E6A8-A658-1965-C9F866531A91}"/>
              </a:ext>
            </a:extLst>
          </p:cNvPr>
          <p:cNvSpPr/>
          <p:nvPr/>
        </p:nvSpPr>
        <p:spPr>
          <a:xfrm>
            <a:off x="10914976" y="1362494"/>
            <a:ext cx="1277024" cy="964154"/>
          </a:xfrm>
          <a:prstGeom prst="chevron">
            <a:avLst>
              <a:gd name="adj" fmla="val 0"/>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20040" tIns="59436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Run</a:t>
            </a:r>
          </a:p>
        </p:txBody>
      </p:sp>
      <p:sp>
        <p:nvSpPr>
          <p:cNvPr id="29" name="Arrow: Chevron 278">
            <a:extLst>
              <a:ext uri="{FF2B5EF4-FFF2-40B4-BE49-F238E27FC236}">
                <a16:creationId xmlns:a16="http://schemas.microsoft.com/office/drawing/2014/main" id="{0DBEFDA5-0D28-41EC-36A8-B63B35FDD073}"/>
              </a:ext>
            </a:extLst>
          </p:cNvPr>
          <p:cNvSpPr/>
          <p:nvPr/>
        </p:nvSpPr>
        <p:spPr>
          <a:xfrm>
            <a:off x="2419454" y="1362494"/>
            <a:ext cx="2604691" cy="964154"/>
          </a:xfrm>
          <a:prstGeom prst="chevron">
            <a:avLst>
              <a:gd name="adj" fmla="val 29545"/>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Explore</a:t>
            </a:r>
          </a:p>
        </p:txBody>
      </p:sp>
      <p:sp>
        <p:nvSpPr>
          <p:cNvPr id="30" name="Arrow: Chevron 279">
            <a:extLst>
              <a:ext uri="{FF2B5EF4-FFF2-40B4-BE49-F238E27FC236}">
                <a16:creationId xmlns:a16="http://schemas.microsoft.com/office/drawing/2014/main" id="{CEF254F5-F40D-9973-9105-1934BFBE43A4}"/>
              </a:ext>
            </a:extLst>
          </p:cNvPr>
          <p:cNvSpPr/>
          <p:nvPr/>
        </p:nvSpPr>
        <p:spPr>
          <a:xfrm>
            <a:off x="4738710" y="1362494"/>
            <a:ext cx="4669608" cy="964154"/>
          </a:xfrm>
          <a:prstGeom prst="chevron">
            <a:avLst>
              <a:gd name="adj" fmla="val 28502"/>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Execute</a:t>
            </a:r>
          </a:p>
        </p:txBody>
      </p:sp>
      <p:sp>
        <p:nvSpPr>
          <p:cNvPr id="31" name="Arrow: Chevron 282">
            <a:extLst>
              <a:ext uri="{FF2B5EF4-FFF2-40B4-BE49-F238E27FC236}">
                <a16:creationId xmlns:a16="http://schemas.microsoft.com/office/drawing/2014/main" id="{4F764AD4-5000-86E4-7C85-39DAD7D8B091}"/>
              </a:ext>
            </a:extLst>
          </p:cNvPr>
          <p:cNvSpPr/>
          <p:nvPr/>
        </p:nvSpPr>
        <p:spPr>
          <a:xfrm>
            <a:off x="9131619" y="1362494"/>
            <a:ext cx="2197119" cy="964154"/>
          </a:xfrm>
          <a:prstGeom prst="chevron">
            <a:avLst>
              <a:gd name="adj" fmla="val 27951"/>
            </a:avLst>
          </a:prstGeom>
          <a:gradFill>
            <a:gsLst>
              <a:gs pos="13000">
                <a:srgbClr val="9BA7C7"/>
              </a:gs>
              <a:gs pos="1000">
                <a:schemeClr val="accent4"/>
              </a:gs>
              <a:gs pos="99000">
                <a:schemeClr val="accent3"/>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144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Deploy</a:t>
            </a:r>
          </a:p>
        </p:txBody>
      </p:sp>
      <p:grpSp>
        <p:nvGrpSpPr>
          <p:cNvPr id="32" name="Group 31">
            <a:extLst>
              <a:ext uri="{FF2B5EF4-FFF2-40B4-BE49-F238E27FC236}">
                <a16:creationId xmlns:a16="http://schemas.microsoft.com/office/drawing/2014/main" id="{DCC057A6-9F89-DC94-2F73-53B2B7EA0B98}"/>
              </a:ext>
            </a:extLst>
          </p:cNvPr>
          <p:cNvGrpSpPr/>
          <p:nvPr/>
        </p:nvGrpSpPr>
        <p:grpSpPr>
          <a:xfrm>
            <a:off x="3412619" y="1490179"/>
            <a:ext cx="471791" cy="471791"/>
            <a:chOff x="2800393" y="1942177"/>
            <a:chExt cx="471791" cy="471791"/>
          </a:xfrm>
        </p:grpSpPr>
        <p:sp>
          <p:nvSpPr>
            <p:cNvPr id="112" name="Oval 111">
              <a:extLst>
                <a:ext uri="{FF2B5EF4-FFF2-40B4-BE49-F238E27FC236}">
                  <a16:creationId xmlns:a16="http://schemas.microsoft.com/office/drawing/2014/main" id="{AFA3693F-1257-A56D-A074-9DE4A36CC4ED}"/>
                </a:ext>
              </a:extLst>
            </p:cNvPr>
            <p:cNvSpPr/>
            <p:nvPr/>
          </p:nvSpPr>
          <p:spPr>
            <a:xfrm>
              <a:off x="2800393"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113" name="Graphic 330">
              <a:extLst>
                <a:ext uri="{FF2B5EF4-FFF2-40B4-BE49-F238E27FC236}">
                  <a16:creationId xmlns:a16="http://schemas.microsoft.com/office/drawing/2014/main" id="{3E211B0B-B7C1-96B4-874B-8E994BFEC75E}"/>
                </a:ext>
              </a:extLst>
            </p:cNvPr>
            <p:cNvGrpSpPr/>
            <p:nvPr/>
          </p:nvGrpSpPr>
          <p:grpSpPr>
            <a:xfrm>
              <a:off x="2905403" y="2047213"/>
              <a:ext cx="261773" cy="261748"/>
              <a:chOff x="2905403" y="2047213"/>
              <a:chExt cx="261773" cy="261748"/>
            </a:xfrm>
          </p:grpSpPr>
          <p:sp>
            <p:nvSpPr>
              <p:cNvPr id="114" name="Freeform 170">
                <a:extLst>
                  <a:ext uri="{FF2B5EF4-FFF2-40B4-BE49-F238E27FC236}">
                    <a16:creationId xmlns:a16="http://schemas.microsoft.com/office/drawing/2014/main" id="{14D3EEE2-44E0-9AAF-8522-5B0808012801}"/>
                  </a:ext>
                </a:extLst>
              </p:cNvPr>
              <p:cNvSpPr/>
              <p:nvPr/>
            </p:nvSpPr>
            <p:spPr>
              <a:xfrm>
                <a:off x="2905403" y="2197919"/>
                <a:ext cx="111010" cy="111042"/>
              </a:xfrm>
              <a:custGeom>
                <a:avLst/>
                <a:gdLst>
                  <a:gd name="connsiteX0" fmla="*/ 12535 w 111010"/>
                  <a:gd name="connsiteY0" fmla="*/ 111042 h 111042"/>
                  <a:gd name="connsiteX1" fmla="*/ 0 w 111010"/>
                  <a:gd name="connsiteY1" fmla="*/ 98495 h 111042"/>
                  <a:gd name="connsiteX2" fmla="*/ 3662 w 111010"/>
                  <a:gd name="connsiteY2" fmla="*/ 89645 h 111042"/>
                  <a:gd name="connsiteX3" fmla="*/ 88890 w 111010"/>
                  <a:gd name="connsiteY3" fmla="*/ 4449 h 111042"/>
                  <a:gd name="connsiteX4" fmla="*/ 106562 w 111010"/>
                  <a:gd name="connsiteY4" fmla="*/ 2960 h 111042"/>
                  <a:gd name="connsiteX5" fmla="*/ 108051 w 111010"/>
                  <a:gd name="connsiteY5" fmla="*/ 20632 h 111042"/>
                  <a:gd name="connsiteX6" fmla="*/ 106587 w 111010"/>
                  <a:gd name="connsiteY6" fmla="*/ 22100 h 111042"/>
                  <a:gd name="connsiteX7" fmla="*/ 21407 w 111010"/>
                  <a:gd name="connsiteY7" fmla="*/ 107327 h 111042"/>
                  <a:gd name="connsiteX8" fmla="*/ 12535 w 111010"/>
                  <a:gd name="connsiteY8" fmla="*/ 111042 h 11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010" h="111042">
                    <a:moveTo>
                      <a:pt x="12535" y="111042"/>
                    </a:moveTo>
                    <a:cubicBezTo>
                      <a:pt x="5609" y="111039"/>
                      <a:pt x="-3" y="105422"/>
                      <a:pt x="0" y="98495"/>
                    </a:cubicBezTo>
                    <a:cubicBezTo>
                      <a:pt x="2" y="95177"/>
                      <a:pt x="1318" y="91995"/>
                      <a:pt x="3662" y="89645"/>
                    </a:cubicBezTo>
                    <a:lnTo>
                      <a:pt x="88890" y="4449"/>
                    </a:lnTo>
                    <a:cubicBezTo>
                      <a:pt x="93358" y="-842"/>
                      <a:pt x="101270" y="-1509"/>
                      <a:pt x="106562" y="2960"/>
                    </a:cubicBezTo>
                    <a:cubicBezTo>
                      <a:pt x="111853" y="7429"/>
                      <a:pt x="112520" y="15340"/>
                      <a:pt x="108051" y="20632"/>
                    </a:cubicBezTo>
                    <a:cubicBezTo>
                      <a:pt x="107604" y="21161"/>
                      <a:pt x="107115" y="21651"/>
                      <a:pt x="106587" y="22100"/>
                    </a:cubicBezTo>
                    <a:lnTo>
                      <a:pt x="21407" y="107327"/>
                    </a:lnTo>
                    <a:cubicBezTo>
                      <a:pt x="19061" y="109696"/>
                      <a:pt x="15868" y="111033"/>
                      <a:pt x="12535" y="111042"/>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5" name="Freeform 171">
                <a:extLst>
                  <a:ext uri="{FF2B5EF4-FFF2-40B4-BE49-F238E27FC236}">
                    <a16:creationId xmlns:a16="http://schemas.microsoft.com/office/drawing/2014/main" id="{4A157CC4-2ECD-3BDE-52D3-B7D7AA0179C9}"/>
                  </a:ext>
                </a:extLst>
              </p:cNvPr>
              <p:cNvSpPr/>
              <p:nvPr/>
            </p:nvSpPr>
            <p:spPr>
              <a:xfrm>
                <a:off x="2964682" y="2047213"/>
                <a:ext cx="202495" cy="202495"/>
              </a:xfrm>
              <a:custGeom>
                <a:avLst/>
                <a:gdLst>
                  <a:gd name="connsiteX0" fmla="*/ 101263 w 202495"/>
                  <a:gd name="connsiteY0" fmla="*/ 202495 h 202495"/>
                  <a:gd name="connsiteX1" fmla="*/ 0 w 202495"/>
                  <a:gd name="connsiteY1" fmla="*/ 101263 h 202495"/>
                  <a:gd name="connsiteX2" fmla="*/ 101232 w 202495"/>
                  <a:gd name="connsiteY2" fmla="*/ 0 h 202495"/>
                  <a:gd name="connsiteX3" fmla="*/ 202495 w 202495"/>
                  <a:gd name="connsiteY3" fmla="*/ 101232 h 202495"/>
                  <a:gd name="connsiteX4" fmla="*/ 202495 w 202495"/>
                  <a:gd name="connsiteY4" fmla="*/ 101248 h 202495"/>
                  <a:gd name="connsiteX5" fmla="*/ 101263 w 202495"/>
                  <a:gd name="connsiteY5" fmla="*/ 202495 h 202495"/>
                  <a:gd name="connsiteX6" fmla="*/ 101263 w 202495"/>
                  <a:gd name="connsiteY6" fmla="*/ 25096 h 202495"/>
                  <a:gd name="connsiteX7" fmla="*/ 25081 w 202495"/>
                  <a:gd name="connsiteY7" fmla="*/ 101248 h 202495"/>
                  <a:gd name="connsiteX8" fmla="*/ 101232 w 202495"/>
                  <a:gd name="connsiteY8" fmla="*/ 177430 h 202495"/>
                  <a:gd name="connsiteX9" fmla="*/ 177415 w 202495"/>
                  <a:gd name="connsiteY9" fmla="*/ 101279 h 202495"/>
                  <a:gd name="connsiteX10" fmla="*/ 177415 w 202495"/>
                  <a:gd name="connsiteY10" fmla="*/ 101248 h 202495"/>
                  <a:gd name="connsiteX11" fmla="*/ 101263 w 202495"/>
                  <a:gd name="connsiteY11" fmla="*/ 25049 h 202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495" h="202495">
                    <a:moveTo>
                      <a:pt x="101263" y="202495"/>
                    </a:moveTo>
                    <a:cubicBezTo>
                      <a:pt x="45346" y="202505"/>
                      <a:pt x="9" y="157181"/>
                      <a:pt x="0" y="101263"/>
                    </a:cubicBezTo>
                    <a:cubicBezTo>
                      <a:pt x="-9" y="45346"/>
                      <a:pt x="45314" y="9"/>
                      <a:pt x="101232" y="0"/>
                    </a:cubicBezTo>
                    <a:cubicBezTo>
                      <a:pt x="157149" y="-9"/>
                      <a:pt x="202486" y="45314"/>
                      <a:pt x="202495" y="101232"/>
                    </a:cubicBezTo>
                    <a:cubicBezTo>
                      <a:pt x="202495" y="101237"/>
                      <a:pt x="202495" y="101242"/>
                      <a:pt x="202495" y="101248"/>
                    </a:cubicBezTo>
                    <a:cubicBezTo>
                      <a:pt x="202434" y="157134"/>
                      <a:pt x="157149" y="202426"/>
                      <a:pt x="101263" y="202495"/>
                    </a:cubicBezTo>
                    <a:close/>
                    <a:moveTo>
                      <a:pt x="101263" y="25096"/>
                    </a:moveTo>
                    <a:cubicBezTo>
                      <a:pt x="59197" y="25088"/>
                      <a:pt x="25089" y="59182"/>
                      <a:pt x="25081" y="101248"/>
                    </a:cubicBezTo>
                    <a:cubicBezTo>
                      <a:pt x="25072" y="143313"/>
                      <a:pt x="59166" y="177421"/>
                      <a:pt x="101232" y="177430"/>
                    </a:cubicBezTo>
                    <a:cubicBezTo>
                      <a:pt x="143298" y="177440"/>
                      <a:pt x="177405" y="143345"/>
                      <a:pt x="177415" y="101279"/>
                    </a:cubicBezTo>
                    <a:cubicBezTo>
                      <a:pt x="177415" y="101268"/>
                      <a:pt x="177415" y="101258"/>
                      <a:pt x="177415" y="101248"/>
                    </a:cubicBezTo>
                    <a:cubicBezTo>
                      <a:pt x="177388" y="59194"/>
                      <a:pt x="143317" y="25101"/>
                      <a:pt x="101263" y="2504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6" name="Freeform 172">
                <a:extLst>
                  <a:ext uri="{FF2B5EF4-FFF2-40B4-BE49-F238E27FC236}">
                    <a16:creationId xmlns:a16="http://schemas.microsoft.com/office/drawing/2014/main" id="{678056B8-638F-7941-B726-948D382EBA19}"/>
                  </a:ext>
                </a:extLst>
              </p:cNvPr>
              <p:cNvSpPr/>
              <p:nvPr/>
            </p:nvSpPr>
            <p:spPr>
              <a:xfrm>
                <a:off x="3052606" y="2106356"/>
                <a:ext cx="25080" cy="84208"/>
              </a:xfrm>
              <a:custGeom>
                <a:avLst/>
                <a:gdLst>
                  <a:gd name="connsiteX0" fmla="*/ 12540 w 25080"/>
                  <a:gd name="connsiteY0" fmla="*/ 84208 h 84208"/>
                  <a:gd name="connsiteX1" fmla="*/ 0 w 25080"/>
                  <a:gd name="connsiteY1" fmla="*/ 71668 h 84208"/>
                  <a:gd name="connsiteX2" fmla="*/ 0 w 25080"/>
                  <a:gd name="connsiteY2" fmla="*/ 12540 h 84208"/>
                  <a:gd name="connsiteX3" fmla="*/ 12540 w 25080"/>
                  <a:gd name="connsiteY3" fmla="*/ 0 h 84208"/>
                  <a:gd name="connsiteX4" fmla="*/ 25081 w 25080"/>
                  <a:gd name="connsiteY4" fmla="*/ 12540 h 84208"/>
                  <a:gd name="connsiteX5" fmla="*/ 25081 w 25080"/>
                  <a:gd name="connsiteY5" fmla="*/ 71668 h 84208"/>
                  <a:gd name="connsiteX6" fmla="*/ 12540 w 25080"/>
                  <a:gd name="connsiteY6" fmla="*/ 84208 h 84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80" h="84208">
                    <a:moveTo>
                      <a:pt x="12540" y="84208"/>
                    </a:moveTo>
                    <a:cubicBezTo>
                      <a:pt x="5615" y="84208"/>
                      <a:pt x="0" y="78594"/>
                      <a:pt x="0" y="71668"/>
                    </a:cubicBezTo>
                    <a:lnTo>
                      <a:pt x="0" y="12540"/>
                    </a:lnTo>
                    <a:cubicBezTo>
                      <a:pt x="0" y="5614"/>
                      <a:pt x="5615" y="0"/>
                      <a:pt x="12540" y="0"/>
                    </a:cubicBezTo>
                    <a:cubicBezTo>
                      <a:pt x="19466" y="0"/>
                      <a:pt x="25081" y="5614"/>
                      <a:pt x="25081" y="12540"/>
                    </a:cubicBezTo>
                    <a:lnTo>
                      <a:pt x="25081" y="71668"/>
                    </a:lnTo>
                    <a:cubicBezTo>
                      <a:pt x="25081" y="78594"/>
                      <a:pt x="19466" y="84208"/>
                      <a:pt x="12540" y="84208"/>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8" name="Freeform 173">
                <a:extLst>
                  <a:ext uri="{FF2B5EF4-FFF2-40B4-BE49-F238E27FC236}">
                    <a16:creationId xmlns:a16="http://schemas.microsoft.com/office/drawing/2014/main" id="{92D01940-BAE6-6053-9C16-7F75826EF856}"/>
                  </a:ext>
                </a:extLst>
              </p:cNvPr>
              <p:cNvSpPr/>
              <p:nvPr/>
            </p:nvSpPr>
            <p:spPr>
              <a:xfrm>
                <a:off x="3023826" y="2135121"/>
                <a:ext cx="84224" cy="25080"/>
              </a:xfrm>
              <a:custGeom>
                <a:avLst/>
                <a:gdLst>
                  <a:gd name="connsiteX0" fmla="*/ 71684 w 84224"/>
                  <a:gd name="connsiteY0" fmla="*/ 25081 h 25080"/>
                  <a:gd name="connsiteX1" fmla="*/ 12540 w 84224"/>
                  <a:gd name="connsiteY1" fmla="*/ 25081 h 25080"/>
                  <a:gd name="connsiteX2" fmla="*/ 0 w 84224"/>
                  <a:gd name="connsiteY2" fmla="*/ 12540 h 25080"/>
                  <a:gd name="connsiteX3" fmla="*/ 12540 w 84224"/>
                  <a:gd name="connsiteY3" fmla="*/ 0 h 25080"/>
                  <a:gd name="connsiteX4" fmla="*/ 71684 w 84224"/>
                  <a:gd name="connsiteY4" fmla="*/ 0 h 25080"/>
                  <a:gd name="connsiteX5" fmla="*/ 84224 w 84224"/>
                  <a:gd name="connsiteY5" fmla="*/ 12540 h 25080"/>
                  <a:gd name="connsiteX6" fmla="*/ 71684 w 8422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224" h="25080">
                    <a:moveTo>
                      <a:pt x="71684" y="25081"/>
                    </a:moveTo>
                    <a:lnTo>
                      <a:pt x="12540" y="25081"/>
                    </a:lnTo>
                    <a:cubicBezTo>
                      <a:pt x="5614" y="25081"/>
                      <a:pt x="0" y="19466"/>
                      <a:pt x="0" y="12540"/>
                    </a:cubicBezTo>
                    <a:cubicBezTo>
                      <a:pt x="0" y="5614"/>
                      <a:pt x="5614" y="0"/>
                      <a:pt x="12540" y="0"/>
                    </a:cubicBezTo>
                    <a:lnTo>
                      <a:pt x="71684" y="0"/>
                    </a:lnTo>
                    <a:cubicBezTo>
                      <a:pt x="78609" y="0"/>
                      <a:pt x="84224" y="5614"/>
                      <a:pt x="84224" y="12540"/>
                    </a:cubicBezTo>
                    <a:cubicBezTo>
                      <a:pt x="84224" y="19466"/>
                      <a:pt x="78609" y="25081"/>
                      <a:pt x="71684"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33" name="Group 32">
            <a:extLst>
              <a:ext uri="{FF2B5EF4-FFF2-40B4-BE49-F238E27FC236}">
                <a16:creationId xmlns:a16="http://schemas.microsoft.com/office/drawing/2014/main" id="{E418DF64-6E36-9512-0792-A222662A341D}"/>
              </a:ext>
            </a:extLst>
          </p:cNvPr>
          <p:cNvGrpSpPr/>
          <p:nvPr/>
        </p:nvGrpSpPr>
        <p:grpSpPr>
          <a:xfrm>
            <a:off x="6823926" y="1490179"/>
            <a:ext cx="471791" cy="471791"/>
            <a:chOff x="6457678" y="1942177"/>
            <a:chExt cx="471791" cy="471791"/>
          </a:xfrm>
        </p:grpSpPr>
        <p:sp>
          <p:nvSpPr>
            <p:cNvPr id="91" name="Oval 90">
              <a:extLst>
                <a:ext uri="{FF2B5EF4-FFF2-40B4-BE49-F238E27FC236}">
                  <a16:creationId xmlns:a16="http://schemas.microsoft.com/office/drawing/2014/main" id="{53AF9B58-E957-6377-B6B8-658ECD6E4DBB}"/>
                </a:ext>
              </a:extLst>
            </p:cNvPr>
            <p:cNvSpPr/>
            <p:nvPr/>
          </p:nvSpPr>
          <p:spPr>
            <a:xfrm>
              <a:off x="6457678"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92" name="Group 91">
              <a:extLst>
                <a:ext uri="{FF2B5EF4-FFF2-40B4-BE49-F238E27FC236}">
                  <a16:creationId xmlns:a16="http://schemas.microsoft.com/office/drawing/2014/main" id="{A3F8D210-A579-4D08-220C-08473FDD2280}"/>
                </a:ext>
              </a:extLst>
            </p:cNvPr>
            <p:cNvGrpSpPr/>
            <p:nvPr/>
          </p:nvGrpSpPr>
          <p:grpSpPr>
            <a:xfrm>
              <a:off x="6566257" y="2048749"/>
              <a:ext cx="254558" cy="258644"/>
              <a:chOff x="6566257" y="2048749"/>
              <a:chExt cx="254558" cy="258644"/>
            </a:xfrm>
          </p:grpSpPr>
          <p:grpSp>
            <p:nvGrpSpPr>
              <p:cNvPr id="93" name="Graphic 332">
                <a:extLst>
                  <a:ext uri="{FF2B5EF4-FFF2-40B4-BE49-F238E27FC236}">
                    <a16:creationId xmlns:a16="http://schemas.microsoft.com/office/drawing/2014/main" id="{365FE197-C9B3-ACC0-4453-3E4CBBCF95B1}"/>
                  </a:ext>
                </a:extLst>
              </p:cNvPr>
              <p:cNvGrpSpPr/>
              <p:nvPr/>
            </p:nvGrpSpPr>
            <p:grpSpPr>
              <a:xfrm>
                <a:off x="6566257" y="2086119"/>
                <a:ext cx="135075" cy="185001"/>
                <a:chOff x="6566257" y="2086119"/>
                <a:chExt cx="135075" cy="185001"/>
              </a:xfrm>
            </p:grpSpPr>
            <p:sp>
              <p:nvSpPr>
                <p:cNvPr id="108" name="Freeform 164">
                  <a:extLst>
                    <a:ext uri="{FF2B5EF4-FFF2-40B4-BE49-F238E27FC236}">
                      <a16:creationId xmlns:a16="http://schemas.microsoft.com/office/drawing/2014/main" id="{4C5F752D-92AE-EB8E-CB5A-6E94B113C544}"/>
                    </a:ext>
                  </a:extLst>
                </p:cNvPr>
                <p:cNvSpPr/>
                <p:nvPr/>
              </p:nvSpPr>
              <p:spPr>
                <a:xfrm>
                  <a:off x="6566257" y="2086119"/>
                  <a:ext cx="135075" cy="131501"/>
                </a:xfrm>
                <a:custGeom>
                  <a:avLst/>
                  <a:gdLst>
                    <a:gd name="connsiteX0" fmla="*/ 92814 w 135075"/>
                    <a:gd name="connsiteY0" fmla="*/ 131501 h 131501"/>
                    <a:gd name="connsiteX1" fmla="*/ 80275 w 135075"/>
                    <a:gd name="connsiteY1" fmla="*/ 118959 h 131501"/>
                    <a:gd name="connsiteX2" fmla="*/ 88409 w 135075"/>
                    <a:gd name="connsiteY2" fmla="*/ 107220 h 131501"/>
                    <a:gd name="connsiteX3" fmla="*/ 109994 w 135075"/>
                    <a:gd name="connsiteY3" fmla="*/ 66088 h 131501"/>
                    <a:gd name="connsiteX4" fmla="*/ 67545 w 135075"/>
                    <a:gd name="connsiteY4" fmla="*/ 25081 h 131501"/>
                    <a:gd name="connsiteX5" fmla="*/ 25081 w 135075"/>
                    <a:gd name="connsiteY5" fmla="*/ 66088 h 131501"/>
                    <a:gd name="connsiteX6" fmla="*/ 47481 w 135075"/>
                    <a:gd name="connsiteY6" fmla="*/ 107016 h 131501"/>
                    <a:gd name="connsiteX7" fmla="*/ 53935 w 135075"/>
                    <a:gd name="connsiteY7" fmla="*/ 123535 h 131501"/>
                    <a:gd name="connsiteX8" fmla="*/ 38358 w 135075"/>
                    <a:gd name="connsiteY8" fmla="*/ 130357 h 131501"/>
                    <a:gd name="connsiteX9" fmla="*/ 0 w 135075"/>
                    <a:gd name="connsiteY9" fmla="*/ 66088 h 131501"/>
                    <a:gd name="connsiteX10" fmla="*/ 67545 w 135075"/>
                    <a:gd name="connsiteY10" fmla="*/ 0 h 131501"/>
                    <a:gd name="connsiteX11" fmla="*/ 135075 w 135075"/>
                    <a:gd name="connsiteY11" fmla="*/ 66088 h 131501"/>
                    <a:gd name="connsiteX12" fmla="*/ 97219 w 135075"/>
                    <a:gd name="connsiteY12" fmla="*/ 130702 h 131501"/>
                    <a:gd name="connsiteX13" fmla="*/ 92814 w 135075"/>
                    <a:gd name="connsiteY13" fmla="*/ 131501 h 131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5075" h="131501">
                      <a:moveTo>
                        <a:pt x="92814" y="131501"/>
                      </a:moveTo>
                      <a:cubicBezTo>
                        <a:pt x="85888" y="131501"/>
                        <a:pt x="80274" y="125886"/>
                        <a:pt x="80275" y="118959"/>
                      </a:cubicBezTo>
                      <a:cubicBezTo>
                        <a:pt x="80275" y="113733"/>
                        <a:pt x="83517" y="109056"/>
                        <a:pt x="88409" y="107220"/>
                      </a:cubicBezTo>
                      <a:cubicBezTo>
                        <a:pt x="109994" y="99116"/>
                        <a:pt x="109994" y="74302"/>
                        <a:pt x="109994" y="66088"/>
                      </a:cubicBezTo>
                      <a:cubicBezTo>
                        <a:pt x="109994" y="42324"/>
                        <a:pt x="92140" y="25081"/>
                        <a:pt x="67545" y="25081"/>
                      </a:cubicBezTo>
                      <a:cubicBezTo>
                        <a:pt x="42951" y="25081"/>
                        <a:pt x="25081" y="42324"/>
                        <a:pt x="25081" y="66088"/>
                      </a:cubicBezTo>
                      <a:cubicBezTo>
                        <a:pt x="25081" y="80760"/>
                        <a:pt x="28968" y="99774"/>
                        <a:pt x="47481" y="107016"/>
                      </a:cubicBezTo>
                      <a:cubicBezTo>
                        <a:pt x="53825" y="109795"/>
                        <a:pt x="56714" y="117191"/>
                        <a:pt x="53935" y="123535"/>
                      </a:cubicBezTo>
                      <a:cubicBezTo>
                        <a:pt x="51313" y="129520"/>
                        <a:pt x="44535" y="132489"/>
                        <a:pt x="38358" y="130357"/>
                      </a:cubicBezTo>
                      <a:cubicBezTo>
                        <a:pt x="13669" y="120701"/>
                        <a:pt x="0" y="97862"/>
                        <a:pt x="0" y="66088"/>
                      </a:cubicBezTo>
                      <a:cubicBezTo>
                        <a:pt x="0" y="28467"/>
                        <a:pt x="29031" y="0"/>
                        <a:pt x="67545" y="0"/>
                      </a:cubicBezTo>
                      <a:cubicBezTo>
                        <a:pt x="106060" y="0"/>
                        <a:pt x="135075" y="28467"/>
                        <a:pt x="135075" y="66088"/>
                      </a:cubicBezTo>
                      <a:cubicBezTo>
                        <a:pt x="135075" y="98598"/>
                        <a:pt x="121641" y="121547"/>
                        <a:pt x="97219" y="130702"/>
                      </a:cubicBezTo>
                      <a:cubicBezTo>
                        <a:pt x="95809" y="131224"/>
                        <a:pt x="94318" y="131495"/>
                        <a:pt x="92814" y="13150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9" name="Freeform 165">
                  <a:extLst>
                    <a:ext uri="{FF2B5EF4-FFF2-40B4-BE49-F238E27FC236}">
                      <a16:creationId xmlns:a16="http://schemas.microsoft.com/office/drawing/2014/main" id="{53406A4E-6119-71A7-F4B2-A59C8CA3A8B1}"/>
                    </a:ext>
                  </a:extLst>
                </p:cNvPr>
                <p:cNvSpPr/>
                <p:nvPr/>
              </p:nvSpPr>
              <p:spPr>
                <a:xfrm>
                  <a:off x="6601417" y="2210096"/>
                  <a:ext cx="64864" cy="25080"/>
                </a:xfrm>
                <a:custGeom>
                  <a:avLst/>
                  <a:gdLst>
                    <a:gd name="connsiteX0" fmla="*/ 52325 w 64864"/>
                    <a:gd name="connsiteY0" fmla="*/ 25081 h 25080"/>
                    <a:gd name="connsiteX1" fmla="*/ 12540 w 64864"/>
                    <a:gd name="connsiteY1" fmla="*/ 25081 h 25080"/>
                    <a:gd name="connsiteX2" fmla="*/ 0 w 64864"/>
                    <a:gd name="connsiteY2" fmla="*/ 12540 h 25080"/>
                    <a:gd name="connsiteX3" fmla="*/ 12540 w 64864"/>
                    <a:gd name="connsiteY3" fmla="*/ 0 h 25080"/>
                    <a:gd name="connsiteX4" fmla="*/ 52325 w 64864"/>
                    <a:gd name="connsiteY4" fmla="*/ 0 h 25080"/>
                    <a:gd name="connsiteX5" fmla="*/ 64865 w 64864"/>
                    <a:gd name="connsiteY5" fmla="*/ 12540 h 25080"/>
                    <a:gd name="connsiteX6" fmla="*/ 52325 w 6486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64" h="25080">
                      <a:moveTo>
                        <a:pt x="52325" y="25081"/>
                      </a:moveTo>
                      <a:lnTo>
                        <a:pt x="12540" y="25081"/>
                      </a:lnTo>
                      <a:cubicBezTo>
                        <a:pt x="5614" y="25081"/>
                        <a:pt x="0" y="19466"/>
                        <a:pt x="0" y="12540"/>
                      </a:cubicBezTo>
                      <a:cubicBezTo>
                        <a:pt x="0" y="5615"/>
                        <a:pt x="5614" y="0"/>
                        <a:pt x="12540" y="0"/>
                      </a:cubicBezTo>
                      <a:lnTo>
                        <a:pt x="52325" y="0"/>
                      </a:lnTo>
                      <a:cubicBezTo>
                        <a:pt x="59250" y="0"/>
                        <a:pt x="64865" y="5615"/>
                        <a:pt x="64865" y="12540"/>
                      </a:cubicBezTo>
                      <a:cubicBezTo>
                        <a:pt x="64865" y="19466"/>
                        <a:pt x="59250" y="25081"/>
                        <a:pt x="52325"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0" name="Freeform 166">
                  <a:extLst>
                    <a:ext uri="{FF2B5EF4-FFF2-40B4-BE49-F238E27FC236}">
                      <a16:creationId xmlns:a16="http://schemas.microsoft.com/office/drawing/2014/main" id="{1A54C966-FBE7-1327-0F37-F1B05C38C393}"/>
                    </a:ext>
                  </a:extLst>
                </p:cNvPr>
                <p:cNvSpPr/>
                <p:nvPr/>
              </p:nvSpPr>
              <p:spPr>
                <a:xfrm>
                  <a:off x="6601417" y="2246040"/>
                  <a:ext cx="63846" cy="25080"/>
                </a:xfrm>
                <a:custGeom>
                  <a:avLst/>
                  <a:gdLst>
                    <a:gd name="connsiteX0" fmla="*/ 51306 w 63846"/>
                    <a:gd name="connsiteY0" fmla="*/ 25081 h 25080"/>
                    <a:gd name="connsiteX1" fmla="*/ 12540 w 63846"/>
                    <a:gd name="connsiteY1" fmla="*/ 25081 h 25080"/>
                    <a:gd name="connsiteX2" fmla="*/ 0 w 63846"/>
                    <a:gd name="connsiteY2" fmla="*/ 12540 h 25080"/>
                    <a:gd name="connsiteX3" fmla="*/ 12540 w 63846"/>
                    <a:gd name="connsiteY3" fmla="*/ 0 h 25080"/>
                    <a:gd name="connsiteX4" fmla="*/ 51306 w 63846"/>
                    <a:gd name="connsiteY4" fmla="*/ 0 h 25080"/>
                    <a:gd name="connsiteX5" fmla="*/ 63846 w 63846"/>
                    <a:gd name="connsiteY5" fmla="*/ 12540 h 25080"/>
                    <a:gd name="connsiteX6" fmla="*/ 51306 w 63846"/>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846" h="25080">
                      <a:moveTo>
                        <a:pt x="51306" y="25081"/>
                      </a:moveTo>
                      <a:lnTo>
                        <a:pt x="12540" y="25081"/>
                      </a:lnTo>
                      <a:cubicBezTo>
                        <a:pt x="5614" y="25081"/>
                        <a:pt x="0" y="19466"/>
                        <a:pt x="0" y="12540"/>
                      </a:cubicBezTo>
                      <a:cubicBezTo>
                        <a:pt x="0" y="5615"/>
                        <a:pt x="5614" y="0"/>
                        <a:pt x="12540" y="0"/>
                      </a:cubicBezTo>
                      <a:lnTo>
                        <a:pt x="51306" y="0"/>
                      </a:lnTo>
                      <a:cubicBezTo>
                        <a:pt x="58232" y="0"/>
                        <a:pt x="63846" y="5615"/>
                        <a:pt x="63846" y="12540"/>
                      </a:cubicBezTo>
                      <a:cubicBezTo>
                        <a:pt x="63846" y="19466"/>
                        <a:pt x="58232" y="25081"/>
                        <a:pt x="51306"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1" name="Freeform 167">
                  <a:extLst>
                    <a:ext uri="{FF2B5EF4-FFF2-40B4-BE49-F238E27FC236}">
                      <a16:creationId xmlns:a16="http://schemas.microsoft.com/office/drawing/2014/main" id="{D9D87968-F335-FB3E-87DE-51A0EE3899C0}"/>
                    </a:ext>
                  </a:extLst>
                </p:cNvPr>
                <p:cNvSpPr/>
                <p:nvPr/>
              </p:nvSpPr>
              <p:spPr>
                <a:xfrm>
                  <a:off x="6597059" y="2192744"/>
                  <a:ext cx="73564" cy="78377"/>
                </a:xfrm>
                <a:custGeom>
                  <a:avLst/>
                  <a:gdLst>
                    <a:gd name="connsiteX0" fmla="*/ 61024 w 73564"/>
                    <a:gd name="connsiteY0" fmla="*/ 78377 h 78377"/>
                    <a:gd name="connsiteX1" fmla="*/ 12540 w 73564"/>
                    <a:gd name="connsiteY1" fmla="*/ 78377 h 78377"/>
                    <a:gd name="connsiteX2" fmla="*/ 0 w 73564"/>
                    <a:gd name="connsiteY2" fmla="*/ 65837 h 78377"/>
                    <a:gd name="connsiteX3" fmla="*/ 0 w 73564"/>
                    <a:gd name="connsiteY3" fmla="*/ 12540 h 78377"/>
                    <a:gd name="connsiteX4" fmla="*/ 12540 w 73564"/>
                    <a:gd name="connsiteY4" fmla="*/ 0 h 78377"/>
                    <a:gd name="connsiteX5" fmla="*/ 25081 w 73564"/>
                    <a:gd name="connsiteY5" fmla="*/ 12540 h 78377"/>
                    <a:gd name="connsiteX6" fmla="*/ 25081 w 73564"/>
                    <a:gd name="connsiteY6" fmla="*/ 53296 h 78377"/>
                    <a:gd name="connsiteX7" fmla="*/ 48484 w 73564"/>
                    <a:gd name="connsiteY7" fmla="*/ 53296 h 78377"/>
                    <a:gd name="connsiteX8" fmla="*/ 48484 w 73564"/>
                    <a:gd name="connsiteY8" fmla="*/ 13308 h 78377"/>
                    <a:gd name="connsiteX9" fmla="*/ 61024 w 73564"/>
                    <a:gd name="connsiteY9" fmla="*/ 768 h 78377"/>
                    <a:gd name="connsiteX10" fmla="*/ 73565 w 73564"/>
                    <a:gd name="connsiteY10" fmla="*/ 13308 h 78377"/>
                    <a:gd name="connsiteX11" fmla="*/ 73565 w 73564"/>
                    <a:gd name="connsiteY11" fmla="*/ 65837 h 78377"/>
                    <a:gd name="connsiteX12" fmla="*/ 61024 w 73564"/>
                    <a:gd name="connsiteY12" fmla="*/ 78377 h 7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564" h="78377">
                      <a:moveTo>
                        <a:pt x="61024" y="78377"/>
                      </a:moveTo>
                      <a:lnTo>
                        <a:pt x="12540" y="78377"/>
                      </a:lnTo>
                      <a:cubicBezTo>
                        <a:pt x="5614" y="78377"/>
                        <a:pt x="0" y="72762"/>
                        <a:pt x="0" y="65837"/>
                      </a:cubicBezTo>
                      <a:lnTo>
                        <a:pt x="0" y="12540"/>
                      </a:lnTo>
                      <a:cubicBezTo>
                        <a:pt x="0" y="5615"/>
                        <a:pt x="5614" y="0"/>
                        <a:pt x="12540" y="0"/>
                      </a:cubicBezTo>
                      <a:cubicBezTo>
                        <a:pt x="19466" y="0"/>
                        <a:pt x="25081" y="5615"/>
                        <a:pt x="25081" y="12540"/>
                      </a:cubicBezTo>
                      <a:lnTo>
                        <a:pt x="25081" y="53296"/>
                      </a:lnTo>
                      <a:lnTo>
                        <a:pt x="48484" y="53296"/>
                      </a:lnTo>
                      <a:lnTo>
                        <a:pt x="48484" y="13308"/>
                      </a:lnTo>
                      <a:cubicBezTo>
                        <a:pt x="48484" y="6383"/>
                        <a:pt x="54099" y="768"/>
                        <a:pt x="61024" y="768"/>
                      </a:cubicBezTo>
                      <a:cubicBezTo>
                        <a:pt x="67950" y="768"/>
                        <a:pt x="73565" y="6383"/>
                        <a:pt x="73565" y="13308"/>
                      </a:cubicBezTo>
                      <a:lnTo>
                        <a:pt x="73565" y="65837"/>
                      </a:lnTo>
                      <a:cubicBezTo>
                        <a:pt x="73565" y="72762"/>
                        <a:pt x="67950" y="78377"/>
                        <a:pt x="61024" y="7837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94" name="Freeform 151">
                <a:extLst>
                  <a:ext uri="{FF2B5EF4-FFF2-40B4-BE49-F238E27FC236}">
                    <a16:creationId xmlns:a16="http://schemas.microsoft.com/office/drawing/2014/main" id="{3E54C5A5-44A0-4017-F5A3-2E4323155712}"/>
                  </a:ext>
                </a:extLst>
              </p:cNvPr>
              <p:cNvSpPr/>
              <p:nvPr/>
            </p:nvSpPr>
            <p:spPr>
              <a:xfrm>
                <a:off x="6621779" y="2048749"/>
                <a:ext cx="180740" cy="115668"/>
              </a:xfrm>
              <a:custGeom>
                <a:avLst/>
                <a:gdLst>
                  <a:gd name="connsiteX0" fmla="*/ 138054 w 180740"/>
                  <a:gd name="connsiteY0" fmla="*/ 115669 h 115668"/>
                  <a:gd name="connsiteX1" fmla="*/ 125513 w 180740"/>
                  <a:gd name="connsiteY1" fmla="*/ 103129 h 115668"/>
                  <a:gd name="connsiteX2" fmla="*/ 125513 w 180740"/>
                  <a:gd name="connsiteY2" fmla="*/ 25081 h 115668"/>
                  <a:gd name="connsiteX3" fmla="*/ 25081 w 180740"/>
                  <a:gd name="connsiteY3" fmla="*/ 25081 h 115668"/>
                  <a:gd name="connsiteX4" fmla="*/ 25081 w 180740"/>
                  <a:gd name="connsiteY4" fmla="*/ 49754 h 115668"/>
                  <a:gd name="connsiteX5" fmla="*/ 12540 w 180740"/>
                  <a:gd name="connsiteY5" fmla="*/ 62294 h 115668"/>
                  <a:gd name="connsiteX6" fmla="*/ 0 w 180740"/>
                  <a:gd name="connsiteY6" fmla="*/ 49754 h 115668"/>
                  <a:gd name="connsiteX7" fmla="*/ 0 w 180740"/>
                  <a:gd name="connsiteY7" fmla="*/ 12540 h 115668"/>
                  <a:gd name="connsiteX8" fmla="*/ 12540 w 180740"/>
                  <a:gd name="connsiteY8" fmla="*/ 0 h 115668"/>
                  <a:gd name="connsiteX9" fmla="*/ 138054 w 180740"/>
                  <a:gd name="connsiteY9" fmla="*/ 0 h 115668"/>
                  <a:gd name="connsiteX10" fmla="*/ 150594 w 180740"/>
                  <a:gd name="connsiteY10" fmla="*/ 12540 h 115668"/>
                  <a:gd name="connsiteX11" fmla="*/ 150594 w 180740"/>
                  <a:gd name="connsiteY11" fmla="*/ 72844 h 115668"/>
                  <a:gd name="connsiteX12" fmla="*/ 158792 w 180740"/>
                  <a:gd name="connsiteY12" fmla="*/ 64724 h 115668"/>
                  <a:gd name="connsiteX13" fmla="*/ 176491 w 180740"/>
                  <a:gd name="connsiteY13" fmla="*/ 63608 h 115668"/>
                  <a:gd name="connsiteX14" fmla="*/ 177607 w 180740"/>
                  <a:gd name="connsiteY14" fmla="*/ 81308 h 115668"/>
                  <a:gd name="connsiteX15" fmla="*/ 176458 w 180740"/>
                  <a:gd name="connsiteY15" fmla="*/ 82453 h 115668"/>
                  <a:gd name="connsiteX16" fmla="*/ 146926 w 180740"/>
                  <a:gd name="connsiteY16" fmla="*/ 111985 h 115668"/>
                  <a:gd name="connsiteX17" fmla="*/ 138054 w 180740"/>
                  <a:gd name="connsiteY17" fmla="*/ 115669 h 11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740" h="115668">
                    <a:moveTo>
                      <a:pt x="138054" y="115669"/>
                    </a:moveTo>
                    <a:cubicBezTo>
                      <a:pt x="131128" y="115669"/>
                      <a:pt x="125513" y="110055"/>
                      <a:pt x="125513" y="103129"/>
                    </a:cubicBezTo>
                    <a:lnTo>
                      <a:pt x="125513" y="25081"/>
                    </a:lnTo>
                    <a:lnTo>
                      <a:pt x="25081" y="25081"/>
                    </a:lnTo>
                    <a:lnTo>
                      <a:pt x="25081" y="49754"/>
                    </a:lnTo>
                    <a:cubicBezTo>
                      <a:pt x="25081" y="56680"/>
                      <a:pt x="19466" y="62294"/>
                      <a:pt x="12540" y="62294"/>
                    </a:cubicBezTo>
                    <a:cubicBezTo>
                      <a:pt x="5614" y="62294"/>
                      <a:pt x="0" y="56680"/>
                      <a:pt x="0" y="49754"/>
                    </a:cubicBezTo>
                    <a:lnTo>
                      <a:pt x="0" y="12540"/>
                    </a:lnTo>
                    <a:cubicBezTo>
                      <a:pt x="0" y="5615"/>
                      <a:pt x="5614" y="0"/>
                      <a:pt x="12540" y="0"/>
                    </a:cubicBezTo>
                    <a:lnTo>
                      <a:pt x="138054" y="0"/>
                    </a:lnTo>
                    <a:cubicBezTo>
                      <a:pt x="144979" y="0"/>
                      <a:pt x="150594" y="5615"/>
                      <a:pt x="150594" y="12540"/>
                    </a:cubicBezTo>
                    <a:lnTo>
                      <a:pt x="150594" y="72844"/>
                    </a:lnTo>
                    <a:lnTo>
                      <a:pt x="158792" y="64724"/>
                    </a:lnTo>
                    <a:cubicBezTo>
                      <a:pt x="163371" y="59528"/>
                      <a:pt x="171296" y="59029"/>
                      <a:pt x="176491" y="63608"/>
                    </a:cubicBezTo>
                    <a:cubicBezTo>
                      <a:pt x="181688" y="68188"/>
                      <a:pt x="182188" y="76112"/>
                      <a:pt x="177607" y="81308"/>
                    </a:cubicBezTo>
                    <a:cubicBezTo>
                      <a:pt x="177250" y="81714"/>
                      <a:pt x="176866" y="82096"/>
                      <a:pt x="176458" y="82453"/>
                    </a:cubicBezTo>
                    <a:lnTo>
                      <a:pt x="146926" y="111985"/>
                    </a:lnTo>
                    <a:cubicBezTo>
                      <a:pt x="144574" y="114342"/>
                      <a:pt x="141383" y="115667"/>
                      <a:pt x="138054" y="115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95" name="Freeform 152">
                <a:extLst>
                  <a:ext uri="{FF2B5EF4-FFF2-40B4-BE49-F238E27FC236}">
                    <a16:creationId xmlns:a16="http://schemas.microsoft.com/office/drawing/2014/main" id="{D22FF341-552B-CB03-876F-616AA117F73D}"/>
                  </a:ext>
                </a:extLst>
              </p:cNvPr>
              <p:cNvSpPr/>
              <p:nvPr/>
            </p:nvSpPr>
            <p:spPr>
              <a:xfrm>
                <a:off x="6602514" y="2254254"/>
                <a:ext cx="62701" cy="53139"/>
              </a:xfrm>
              <a:custGeom>
                <a:avLst/>
                <a:gdLst>
                  <a:gd name="connsiteX0" fmla="*/ 31351 w 62701"/>
                  <a:gd name="connsiteY0" fmla="*/ 53140 h 53139"/>
                  <a:gd name="connsiteX1" fmla="*/ 0 w 62701"/>
                  <a:gd name="connsiteY1" fmla="*/ 21789 h 53139"/>
                  <a:gd name="connsiteX2" fmla="*/ 0 w 62701"/>
                  <a:gd name="connsiteY2" fmla="*/ 12540 h 53139"/>
                  <a:gd name="connsiteX3" fmla="*/ 12540 w 62701"/>
                  <a:gd name="connsiteY3" fmla="*/ 0 h 53139"/>
                  <a:gd name="connsiteX4" fmla="*/ 25081 w 62701"/>
                  <a:gd name="connsiteY4" fmla="*/ 12540 h 53139"/>
                  <a:gd name="connsiteX5" fmla="*/ 25081 w 62701"/>
                  <a:gd name="connsiteY5" fmla="*/ 21789 h 53139"/>
                  <a:gd name="connsiteX6" fmla="*/ 31351 w 62701"/>
                  <a:gd name="connsiteY6" fmla="*/ 28059 h 53139"/>
                  <a:gd name="connsiteX7" fmla="*/ 37621 w 62701"/>
                  <a:gd name="connsiteY7" fmla="*/ 21789 h 53139"/>
                  <a:gd name="connsiteX8" fmla="*/ 37621 w 62701"/>
                  <a:gd name="connsiteY8" fmla="*/ 12540 h 53139"/>
                  <a:gd name="connsiteX9" fmla="*/ 50161 w 62701"/>
                  <a:gd name="connsiteY9" fmla="*/ 0 h 53139"/>
                  <a:gd name="connsiteX10" fmla="*/ 62702 w 62701"/>
                  <a:gd name="connsiteY10" fmla="*/ 12540 h 53139"/>
                  <a:gd name="connsiteX11" fmla="*/ 62702 w 62701"/>
                  <a:gd name="connsiteY11" fmla="*/ 21789 h 53139"/>
                  <a:gd name="connsiteX12" fmla="*/ 31351 w 62701"/>
                  <a:gd name="connsiteY12" fmla="*/ 53140 h 5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701" h="53139">
                    <a:moveTo>
                      <a:pt x="31351" y="53140"/>
                    </a:moveTo>
                    <a:cubicBezTo>
                      <a:pt x="14036" y="53140"/>
                      <a:pt x="0" y="39104"/>
                      <a:pt x="0" y="21789"/>
                    </a:cubicBezTo>
                    <a:lnTo>
                      <a:pt x="0" y="12540"/>
                    </a:lnTo>
                    <a:cubicBezTo>
                      <a:pt x="0" y="5615"/>
                      <a:pt x="5614" y="0"/>
                      <a:pt x="12540" y="0"/>
                    </a:cubicBezTo>
                    <a:cubicBezTo>
                      <a:pt x="19466" y="0"/>
                      <a:pt x="25081" y="5615"/>
                      <a:pt x="25081" y="12540"/>
                    </a:cubicBezTo>
                    <a:lnTo>
                      <a:pt x="25081" y="21789"/>
                    </a:lnTo>
                    <a:cubicBezTo>
                      <a:pt x="25081" y="25252"/>
                      <a:pt x="27888" y="28059"/>
                      <a:pt x="31351" y="28059"/>
                    </a:cubicBezTo>
                    <a:cubicBezTo>
                      <a:pt x="34814" y="28059"/>
                      <a:pt x="37621" y="25252"/>
                      <a:pt x="37621" y="21789"/>
                    </a:cubicBezTo>
                    <a:lnTo>
                      <a:pt x="37621" y="12540"/>
                    </a:lnTo>
                    <a:cubicBezTo>
                      <a:pt x="37621" y="5615"/>
                      <a:pt x="43235" y="0"/>
                      <a:pt x="50161" y="0"/>
                    </a:cubicBezTo>
                    <a:cubicBezTo>
                      <a:pt x="57087" y="0"/>
                      <a:pt x="62702" y="5615"/>
                      <a:pt x="62702" y="12540"/>
                    </a:cubicBezTo>
                    <a:lnTo>
                      <a:pt x="62702" y="21789"/>
                    </a:lnTo>
                    <a:cubicBezTo>
                      <a:pt x="62702" y="39104"/>
                      <a:pt x="48665" y="53140"/>
                      <a:pt x="31351" y="53140"/>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96" name="Graphic 332">
                <a:extLst>
                  <a:ext uri="{FF2B5EF4-FFF2-40B4-BE49-F238E27FC236}">
                    <a16:creationId xmlns:a16="http://schemas.microsoft.com/office/drawing/2014/main" id="{DF7CFD04-7730-7986-3FD9-4F645DAB547E}"/>
                  </a:ext>
                </a:extLst>
              </p:cNvPr>
              <p:cNvGrpSpPr/>
              <p:nvPr/>
            </p:nvGrpSpPr>
            <p:grpSpPr>
              <a:xfrm>
                <a:off x="6698915" y="2181138"/>
                <a:ext cx="121900" cy="126255"/>
                <a:chOff x="6698915" y="2181138"/>
                <a:chExt cx="121900" cy="126255"/>
              </a:xfrm>
              <a:solidFill>
                <a:srgbClr val="EF463C"/>
              </a:solidFill>
            </p:grpSpPr>
            <p:sp>
              <p:nvSpPr>
                <p:cNvPr id="98" name="Freeform 155">
                  <a:extLst>
                    <a:ext uri="{FF2B5EF4-FFF2-40B4-BE49-F238E27FC236}">
                      <a16:creationId xmlns:a16="http://schemas.microsoft.com/office/drawing/2014/main" id="{68A3C459-EEE4-5E75-A861-AD229886B417}"/>
                    </a:ext>
                  </a:extLst>
                </p:cNvPr>
                <p:cNvSpPr/>
                <p:nvPr/>
              </p:nvSpPr>
              <p:spPr>
                <a:xfrm>
                  <a:off x="6734527" y="2181138"/>
                  <a:ext cx="31221" cy="47157"/>
                </a:xfrm>
                <a:custGeom>
                  <a:avLst/>
                  <a:gdLst>
                    <a:gd name="connsiteX0" fmla="*/ 18675 w 31221"/>
                    <a:gd name="connsiteY0" fmla="*/ 47157 h 47157"/>
                    <a:gd name="connsiteX1" fmla="*/ 6589 w 31221"/>
                    <a:gd name="connsiteY1" fmla="*/ 37971 h 47157"/>
                    <a:gd name="connsiteX2" fmla="*/ 460 w 31221"/>
                    <a:gd name="connsiteY2" fmla="*/ 15900 h 47157"/>
                    <a:gd name="connsiteX3" fmla="*/ 9191 w 31221"/>
                    <a:gd name="connsiteY3" fmla="*/ 460 h 47157"/>
                    <a:gd name="connsiteX4" fmla="*/ 24632 w 31221"/>
                    <a:gd name="connsiteY4" fmla="*/ 9191 h 47157"/>
                    <a:gd name="connsiteX5" fmla="*/ 30761 w 31221"/>
                    <a:gd name="connsiteY5" fmla="*/ 31262 h 47157"/>
                    <a:gd name="connsiteX6" fmla="*/ 22034 w 31221"/>
                    <a:gd name="connsiteY6" fmla="*/ 46701 h 47157"/>
                    <a:gd name="connsiteX7" fmla="*/ 22030 w 31221"/>
                    <a:gd name="connsiteY7" fmla="*/ 46703 h 47157"/>
                    <a:gd name="connsiteX8" fmla="*/ 18675 w 31221"/>
                    <a:gd name="connsiteY8" fmla="*/ 47157 h 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21" h="47157">
                      <a:moveTo>
                        <a:pt x="18675" y="47157"/>
                      </a:moveTo>
                      <a:cubicBezTo>
                        <a:pt x="13040" y="47159"/>
                        <a:pt x="8097" y="43401"/>
                        <a:pt x="6589" y="37971"/>
                      </a:cubicBezTo>
                      <a:lnTo>
                        <a:pt x="460" y="15900"/>
                      </a:lnTo>
                      <a:cubicBezTo>
                        <a:pt x="-1393" y="9226"/>
                        <a:pt x="2517" y="2313"/>
                        <a:pt x="9191" y="460"/>
                      </a:cubicBezTo>
                      <a:cubicBezTo>
                        <a:pt x="15866" y="-1393"/>
                        <a:pt x="22779" y="2517"/>
                        <a:pt x="24632" y="9191"/>
                      </a:cubicBezTo>
                      <a:lnTo>
                        <a:pt x="30761" y="31262"/>
                      </a:lnTo>
                      <a:cubicBezTo>
                        <a:pt x="32614" y="37935"/>
                        <a:pt x="28707" y="44848"/>
                        <a:pt x="22034" y="46701"/>
                      </a:cubicBezTo>
                      <a:cubicBezTo>
                        <a:pt x="22033" y="46701"/>
                        <a:pt x="22031" y="46703"/>
                        <a:pt x="22030" y="46703"/>
                      </a:cubicBezTo>
                      <a:cubicBezTo>
                        <a:pt x="20935" y="46997"/>
                        <a:pt x="19808" y="47151"/>
                        <a:pt x="18675" y="47157"/>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99" name="Freeform 156">
                  <a:extLst>
                    <a:ext uri="{FF2B5EF4-FFF2-40B4-BE49-F238E27FC236}">
                      <a16:creationId xmlns:a16="http://schemas.microsoft.com/office/drawing/2014/main" id="{30213A65-0760-5C91-67D6-D8BAFA5D5F36}"/>
                    </a:ext>
                  </a:extLst>
                </p:cNvPr>
                <p:cNvSpPr/>
                <p:nvPr/>
              </p:nvSpPr>
              <p:spPr>
                <a:xfrm>
                  <a:off x="6762486" y="2187024"/>
                  <a:ext cx="36918" cy="44563"/>
                </a:xfrm>
                <a:custGeom>
                  <a:avLst/>
                  <a:gdLst>
                    <a:gd name="connsiteX0" fmla="*/ 12536 w 36918"/>
                    <a:gd name="connsiteY0" fmla="*/ 44564 h 44563"/>
                    <a:gd name="connsiteX1" fmla="*/ 0 w 36918"/>
                    <a:gd name="connsiteY1" fmla="*/ 32019 h 44563"/>
                    <a:gd name="connsiteX2" fmla="*/ 1829 w 36918"/>
                    <a:gd name="connsiteY2" fmla="*/ 25502 h 44563"/>
                    <a:gd name="connsiteX3" fmla="*/ 13774 w 36918"/>
                    <a:gd name="connsiteY3" fmla="*/ 5845 h 44563"/>
                    <a:gd name="connsiteX4" fmla="*/ 31073 w 36918"/>
                    <a:gd name="connsiteY4" fmla="*/ 1939 h 44563"/>
                    <a:gd name="connsiteX5" fmla="*/ 35202 w 36918"/>
                    <a:gd name="connsiteY5" fmla="*/ 18872 h 44563"/>
                    <a:gd name="connsiteX6" fmla="*/ 23258 w 36918"/>
                    <a:gd name="connsiteY6" fmla="*/ 38529 h 44563"/>
                    <a:gd name="connsiteX7" fmla="*/ 12536 w 36918"/>
                    <a:gd name="connsiteY7" fmla="*/ 44564 h 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18" h="44563">
                      <a:moveTo>
                        <a:pt x="12536" y="44564"/>
                      </a:moveTo>
                      <a:cubicBezTo>
                        <a:pt x="5610" y="44561"/>
                        <a:pt x="-2" y="38944"/>
                        <a:pt x="0" y="32019"/>
                      </a:cubicBezTo>
                      <a:cubicBezTo>
                        <a:pt x="2" y="29719"/>
                        <a:pt x="635" y="27465"/>
                        <a:pt x="1829" y="25502"/>
                      </a:cubicBezTo>
                      <a:lnTo>
                        <a:pt x="13774" y="5845"/>
                      </a:lnTo>
                      <a:cubicBezTo>
                        <a:pt x="17472" y="-10"/>
                        <a:pt x="25217" y="-1759"/>
                        <a:pt x="31073" y="1939"/>
                      </a:cubicBezTo>
                      <a:cubicBezTo>
                        <a:pt x="36787" y="5549"/>
                        <a:pt x="38613" y="13037"/>
                        <a:pt x="35202" y="18872"/>
                      </a:cubicBezTo>
                      <a:lnTo>
                        <a:pt x="23258" y="38529"/>
                      </a:lnTo>
                      <a:cubicBezTo>
                        <a:pt x="20985" y="42277"/>
                        <a:pt x="16918" y="44564"/>
                        <a:pt x="12536" y="4456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1" name="Freeform 157">
                  <a:extLst>
                    <a:ext uri="{FF2B5EF4-FFF2-40B4-BE49-F238E27FC236}">
                      <a16:creationId xmlns:a16="http://schemas.microsoft.com/office/drawing/2014/main" id="{93DD9FFD-430E-FA94-B675-B665D2683C36}"/>
                    </a:ext>
                  </a:extLst>
                </p:cNvPr>
                <p:cNvSpPr/>
                <p:nvPr/>
              </p:nvSpPr>
              <p:spPr>
                <a:xfrm>
                  <a:off x="6779022" y="2221060"/>
                  <a:ext cx="41793" cy="28475"/>
                </a:xfrm>
                <a:custGeom>
                  <a:avLst/>
                  <a:gdLst>
                    <a:gd name="connsiteX0" fmla="*/ 12522 w 41793"/>
                    <a:gd name="connsiteY0" fmla="*/ 28475 h 28475"/>
                    <a:gd name="connsiteX1" fmla="*/ 0 w 41793"/>
                    <a:gd name="connsiteY1" fmla="*/ 15916 h 28475"/>
                    <a:gd name="connsiteX2" fmla="*/ 10045 w 41793"/>
                    <a:gd name="connsiteY2" fmla="*/ 3646 h 28475"/>
                    <a:gd name="connsiteX3" fmla="*/ 26880 w 41793"/>
                    <a:gd name="connsiteY3" fmla="*/ 228 h 28475"/>
                    <a:gd name="connsiteX4" fmla="*/ 41565 w 41793"/>
                    <a:gd name="connsiteY4" fmla="*/ 10173 h 28475"/>
                    <a:gd name="connsiteX5" fmla="*/ 31865 w 41793"/>
                    <a:gd name="connsiteY5" fmla="*/ 24807 h 28475"/>
                    <a:gd name="connsiteX6" fmla="*/ 15030 w 41793"/>
                    <a:gd name="connsiteY6" fmla="*/ 28225 h 28475"/>
                    <a:gd name="connsiteX7" fmla="*/ 12522 w 41793"/>
                    <a:gd name="connsiteY7" fmla="*/ 28475 h 2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93" h="28475">
                      <a:moveTo>
                        <a:pt x="12522" y="28475"/>
                      </a:moveTo>
                      <a:cubicBezTo>
                        <a:pt x="5596" y="28464"/>
                        <a:pt x="-11" y="22842"/>
                        <a:pt x="0" y="15916"/>
                      </a:cubicBezTo>
                      <a:cubicBezTo>
                        <a:pt x="9" y="9960"/>
                        <a:pt x="4207" y="4831"/>
                        <a:pt x="10045" y="3646"/>
                      </a:cubicBezTo>
                      <a:lnTo>
                        <a:pt x="26880" y="228"/>
                      </a:lnTo>
                      <a:cubicBezTo>
                        <a:pt x="33682" y="-1081"/>
                        <a:pt x="40256" y="3371"/>
                        <a:pt x="41565" y="10173"/>
                      </a:cubicBezTo>
                      <a:cubicBezTo>
                        <a:pt x="42855" y="16877"/>
                        <a:pt x="38544" y="23384"/>
                        <a:pt x="31865" y="24807"/>
                      </a:cubicBezTo>
                      <a:lnTo>
                        <a:pt x="15030" y="28225"/>
                      </a:lnTo>
                      <a:cubicBezTo>
                        <a:pt x="14205" y="28394"/>
                        <a:pt x="13363" y="28477"/>
                        <a:pt x="12522" y="2847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2" name="Freeform 158">
                  <a:extLst>
                    <a:ext uri="{FF2B5EF4-FFF2-40B4-BE49-F238E27FC236}">
                      <a16:creationId xmlns:a16="http://schemas.microsoft.com/office/drawing/2014/main" id="{7C397896-8F67-25F9-99AC-883759525D98}"/>
                    </a:ext>
                  </a:extLst>
                </p:cNvPr>
                <p:cNvSpPr/>
                <p:nvPr/>
              </p:nvSpPr>
              <p:spPr>
                <a:xfrm>
                  <a:off x="6774727" y="2247949"/>
                  <a:ext cx="41840" cy="35226"/>
                </a:xfrm>
                <a:custGeom>
                  <a:avLst/>
                  <a:gdLst>
                    <a:gd name="connsiteX0" fmla="*/ 29357 w 41840"/>
                    <a:gd name="connsiteY0" fmla="*/ 35226 h 35226"/>
                    <a:gd name="connsiteX1" fmla="*/ 22883 w 41840"/>
                    <a:gd name="connsiteY1" fmla="*/ 33408 h 35226"/>
                    <a:gd name="connsiteX2" fmla="*/ 5390 w 41840"/>
                    <a:gd name="connsiteY2" fmla="*/ 22843 h 35226"/>
                    <a:gd name="connsiteX3" fmla="*/ 2240 w 41840"/>
                    <a:gd name="connsiteY3" fmla="*/ 5390 h 35226"/>
                    <a:gd name="connsiteX4" fmla="*/ 18385 w 41840"/>
                    <a:gd name="connsiteY4" fmla="*/ 1446 h 35226"/>
                    <a:gd name="connsiteX5" fmla="*/ 35878 w 41840"/>
                    <a:gd name="connsiteY5" fmla="*/ 12011 h 35226"/>
                    <a:gd name="connsiteX6" fmla="*/ 39973 w 41840"/>
                    <a:gd name="connsiteY6" fmla="*/ 29267 h 35226"/>
                    <a:gd name="connsiteX7" fmla="*/ 29357 w 41840"/>
                    <a:gd name="connsiteY7" fmla="*/ 35226 h 3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40" h="35226">
                      <a:moveTo>
                        <a:pt x="29357" y="35226"/>
                      </a:moveTo>
                      <a:cubicBezTo>
                        <a:pt x="27073" y="35222"/>
                        <a:pt x="24835" y="34592"/>
                        <a:pt x="22883" y="33408"/>
                      </a:cubicBezTo>
                      <a:lnTo>
                        <a:pt x="5390" y="22843"/>
                      </a:lnTo>
                      <a:cubicBezTo>
                        <a:pt x="-299" y="18893"/>
                        <a:pt x="-1710" y="11080"/>
                        <a:pt x="2240" y="5390"/>
                      </a:cubicBezTo>
                      <a:cubicBezTo>
                        <a:pt x="5852" y="186"/>
                        <a:pt x="12779" y="-1506"/>
                        <a:pt x="18385" y="1446"/>
                      </a:cubicBezTo>
                      <a:lnTo>
                        <a:pt x="35878" y="12011"/>
                      </a:lnTo>
                      <a:cubicBezTo>
                        <a:pt x="41774" y="15645"/>
                        <a:pt x="43608" y="23371"/>
                        <a:pt x="39973" y="29267"/>
                      </a:cubicBezTo>
                      <a:cubicBezTo>
                        <a:pt x="37701" y="32954"/>
                        <a:pt x="33687" y="35206"/>
                        <a:pt x="29357" y="3522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3" name="Freeform 159">
                  <a:extLst>
                    <a:ext uri="{FF2B5EF4-FFF2-40B4-BE49-F238E27FC236}">
                      <a16:creationId xmlns:a16="http://schemas.microsoft.com/office/drawing/2014/main" id="{20EC8B5E-0AC6-1E0F-34E9-7F17CF91AA88}"/>
                    </a:ext>
                  </a:extLst>
                </p:cNvPr>
                <p:cNvSpPr/>
                <p:nvPr/>
              </p:nvSpPr>
              <p:spPr>
                <a:xfrm>
                  <a:off x="6753280" y="2265531"/>
                  <a:ext cx="29214" cy="41862"/>
                </a:xfrm>
                <a:custGeom>
                  <a:avLst/>
                  <a:gdLst>
                    <a:gd name="connsiteX0" fmla="*/ 16585 w 29214"/>
                    <a:gd name="connsiteY0" fmla="*/ 41863 h 41862"/>
                    <a:gd name="connsiteX1" fmla="*/ 4405 w 29214"/>
                    <a:gd name="connsiteY1" fmla="*/ 32269 h 41862"/>
                    <a:gd name="connsiteX2" fmla="*/ 423 w 29214"/>
                    <a:gd name="connsiteY2" fmla="*/ 15763 h 41862"/>
                    <a:gd name="connsiteX3" fmla="*/ 9324 w 29214"/>
                    <a:gd name="connsiteY3" fmla="*/ 423 h 41862"/>
                    <a:gd name="connsiteX4" fmla="*/ 24664 w 29214"/>
                    <a:gd name="connsiteY4" fmla="*/ 9325 h 41862"/>
                    <a:gd name="connsiteX5" fmla="*/ 24799 w 29214"/>
                    <a:gd name="connsiteY5" fmla="*/ 9885 h 41862"/>
                    <a:gd name="connsiteX6" fmla="*/ 28858 w 29214"/>
                    <a:gd name="connsiteY6" fmla="*/ 26375 h 41862"/>
                    <a:gd name="connsiteX7" fmla="*/ 19626 w 29214"/>
                    <a:gd name="connsiteY7" fmla="*/ 41518 h 41862"/>
                    <a:gd name="connsiteX8" fmla="*/ 19626 w 29214"/>
                    <a:gd name="connsiteY8" fmla="*/ 41518 h 41862"/>
                    <a:gd name="connsiteX9" fmla="*/ 16585 w 29214"/>
                    <a:gd name="connsiteY9" fmla="*/ 41863 h 41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214" h="41862">
                      <a:moveTo>
                        <a:pt x="16585" y="41863"/>
                      </a:moveTo>
                      <a:cubicBezTo>
                        <a:pt x="10797" y="41858"/>
                        <a:pt x="5765" y="37894"/>
                        <a:pt x="4405" y="32269"/>
                      </a:cubicBezTo>
                      <a:lnTo>
                        <a:pt x="423" y="15763"/>
                      </a:lnTo>
                      <a:cubicBezTo>
                        <a:pt x="-1354" y="9070"/>
                        <a:pt x="2630" y="2202"/>
                        <a:pt x="9324" y="423"/>
                      </a:cubicBezTo>
                      <a:cubicBezTo>
                        <a:pt x="16019" y="-1354"/>
                        <a:pt x="22886" y="2632"/>
                        <a:pt x="24664" y="9325"/>
                      </a:cubicBezTo>
                      <a:cubicBezTo>
                        <a:pt x="24712" y="9510"/>
                        <a:pt x="24758" y="9697"/>
                        <a:pt x="24799" y="9885"/>
                      </a:cubicBezTo>
                      <a:lnTo>
                        <a:pt x="28858" y="26375"/>
                      </a:lnTo>
                      <a:cubicBezTo>
                        <a:pt x="30490" y="33106"/>
                        <a:pt x="26357" y="39886"/>
                        <a:pt x="19626" y="41518"/>
                      </a:cubicBezTo>
                      <a:cubicBezTo>
                        <a:pt x="19626" y="41518"/>
                        <a:pt x="19626" y="41518"/>
                        <a:pt x="19626" y="41518"/>
                      </a:cubicBezTo>
                      <a:cubicBezTo>
                        <a:pt x="18629" y="41753"/>
                        <a:pt x="17608" y="41869"/>
                        <a:pt x="16585" y="41863"/>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4" name="Freeform 160">
                  <a:extLst>
                    <a:ext uri="{FF2B5EF4-FFF2-40B4-BE49-F238E27FC236}">
                      <a16:creationId xmlns:a16="http://schemas.microsoft.com/office/drawing/2014/main" id="{1EC01DB6-A2D9-C1EF-AE51-956667697AB7}"/>
                    </a:ext>
                  </a:extLst>
                </p:cNvPr>
                <p:cNvSpPr/>
                <p:nvPr/>
              </p:nvSpPr>
              <p:spPr>
                <a:xfrm>
                  <a:off x="6720312" y="2259509"/>
                  <a:ext cx="35042" cy="42194"/>
                </a:xfrm>
                <a:custGeom>
                  <a:avLst/>
                  <a:gdLst>
                    <a:gd name="connsiteX0" fmla="*/ 12497 w 35042"/>
                    <a:gd name="connsiteY0" fmla="*/ 42195 h 42194"/>
                    <a:gd name="connsiteX1" fmla="*/ 0 w 35042"/>
                    <a:gd name="connsiteY1" fmla="*/ 29611 h 42194"/>
                    <a:gd name="connsiteX2" fmla="*/ 1680 w 35042"/>
                    <a:gd name="connsiteY2" fmla="*/ 23384 h 42194"/>
                    <a:gd name="connsiteX3" fmla="*/ 11666 w 35042"/>
                    <a:gd name="connsiteY3" fmla="*/ 6220 h 42194"/>
                    <a:gd name="connsiteX4" fmla="*/ 28822 w 35042"/>
                    <a:gd name="connsiteY4" fmla="*/ 1713 h 42194"/>
                    <a:gd name="connsiteX5" fmla="*/ 33329 w 35042"/>
                    <a:gd name="connsiteY5" fmla="*/ 18870 h 42194"/>
                    <a:gd name="connsiteX6" fmla="*/ 23344 w 35042"/>
                    <a:gd name="connsiteY6" fmla="*/ 35972 h 42194"/>
                    <a:gd name="connsiteX7" fmla="*/ 12497 w 35042"/>
                    <a:gd name="connsiteY7" fmla="*/ 42195 h 4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42" h="42194">
                      <a:moveTo>
                        <a:pt x="12497" y="42195"/>
                      </a:moveTo>
                      <a:cubicBezTo>
                        <a:pt x="5571" y="42170"/>
                        <a:pt x="-23" y="36536"/>
                        <a:pt x="0" y="29611"/>
                      </a:cubicBezTo>
                      <a:cubicBezTo>
                        <a:pt x="8" y="27424"/>
                        <a:pt x="588" y="25278"/>
                        <a:pt x="1680" y="23384"/>
                      </a:cubicBezTo>
                      <a:lnTo>
                        <a:pt x="11666" y="6220"/>
                      </a:lnTo>
                      <a:cubicBezTo>
                        <a:pt x="15158" y="238"/>
                        <a:pt x="22841" y="-1779"/>
                        <a:pt x="28822" y="1713"/>
                      </a:cubicBezTo>
                      <a:cubicBezTo>
                        <a:pt x="34804" y="5206"/>
                        <a:pt x="36822" y="12888"/>
                        <a:pt x="33329" y="18870"/>
                      </a:cubicBezTo>
                      <a:lnTo>
                        <a:pt x="23344" y="35972"/>
                      </a:lnTo>
                      <a:cubicBezTo>
                        <a:pt x="21095" y="39829"/>
                        <a:pt x="16962" y="42200"/>
                        <a:pt x="12497" y="4219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5" name="Freeform 161">
                  <a:extLst>
                    <a:ext uri="{FF2B5EF4-FFF2-40B4-BE49-F238E27FC236}">
                      <a16:creationId xmlns:a16="http://schemas.microsoft.com/office/drawing/2014/main" id="{983F4DA4-6139-F74A-7FF3-9FA8E0C1355F}"/>
                    </a:ext>
                  </a:extLst>
                </p:cNvPr>
                <p:cNvSpPr/>
                <p:nvPr/>
              </p:nvSpPr>
              <p:spPr>
                <a:xfrm>
                  <a:off x="6698915" y="2238810"/>
                  <a:ext cx="43578" cy="30116"/>
                </a:xfrm>
                <a:custGeom>
                  <a:avLst/>
                  <a:gdLst>
                    <a:gd name="connsiteX0" fmla="*/ 12528 w 43578"/>
                    <a:gd name="connsiteY0" fmla="*/ 30116 h 30116"/>
                    <a:gd name="connsiteX1" fmla="*/ 0 w 43578"/>
                    <a:gd name="connsiteY1" fmla="*/ 17563 h 30116"/>
                    <a:gd name="connsiteX2" fmla="*/ 9252 w 43578"/>
                    <a:gd name="connsiteY2" fmla="*/ 5475 h 30116"/>
                    <a:gd name="connsiteX3" fmla="*/ 27921 w 43578"/>
                    <a:gd name="connsiteY3" fmla="*/ 396 h 30116"/>
                    <a:gd name="connsiteX4" fmla="*/ 43183 w 43578"/>
                    <a:gd name="connsiteY4" fmla="*/ 9429 h 30116"/>
                    <a:gd name="connsiteX5" fmla="*/ 34489 w 43578"/>
                    <a:gd name="connsiteY5" fmla="*/ 24599 h 30116"/>
                    <a:gd name="connsiteX6" fmla="*/ 15820 w 43578"/>
                    <a:gd name="connsiteY6" fmla="*/ 29677 h 30116"/>
                    <a:gd name="connsiteX7" fmla="*/ 12528 w 43578"/>
                    <a:gd name="connsiteY7" fmla="*/ 30116 h 3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8" h="30116">
                      <a:moveTo>
                        <a:pt x="12528" y="30116"/>
                      </a:moveTo>
                      <a:cubicBezTo>
                        <a:pt x="5602" y="30110"/>
                        <a:pt x="-7" y="24489"/>
                        <a:pt x="0" y="17563"/>
                      </a:cubicBezTo>
                      <a:cubicBezTo>
                        <a:pt x="6" y="11909"/>
                        <a:pt x="3795" y="6957"/>
                        <a:pt x="9252" y="5475"/>
                      </a:cubicBezTo>
                      <a:lnTo>
                        <a:pt x="27921" y="396"/>
                      </a:lnTo>
                      <a:cubicBezTo>
                        <a:pt x="34630" y="-1324"/>
                        <a:pt x="41463" y="2720"/>
                        <a:pt x="43183" y="9429"/>
                      </a:cubicBezTo>
                      <a:cubicBezTo>
                        <a:pt x="44869" y="16005"/>
                        <a:pt x="41015" y="22729"/>
                        <a:pt x="34489" y="24599"/>
                      </a:cubicBezTo>
                      <a:lnTo>
                        <a:pt x="15820" y="29677"/>
                      </a:lnTo>
                      <a:cubicBezTo>
                        <a:pt x="14747" y="29969"/>
                        <a:pt x="13640" y="30116"/>
                        <a:pt x="12528" y="3011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6" name="Freeform 162">
                  <a:extLst>
                    <a:ext uri="{FF2B5EF4-FFF2-40B4-BE49-F238E27FC236}">
                      <a16:creationId xmlns:a16="http://schemas.microsoft.com/office/drawing/2014/main" id="{B96D29DE-E51B-ABAC-98D2-5DC1F2D8A6A5}"/>
                    </a:ext>
                  </a:extLst>
                </p:cNvPr>
                <p:cNvSpPr/>
                <p:nvPr/>
              </p:nvSpPr>
              <p:spPr>
                <a:xfrm>
                  <a:off x="6703187" y="2203941"/>
                  <a:ext cx="43000" cy="36753"/>
                </a:xfrm>
                <a:custGeom>
                  <a:avLst/>
                  <a:gdLst>
                    <a:gd name="connsiteX0" fmla="*/ 30436 w 43000"/>
                    <a:gd name="connsiteY0" fmla="*/ 36754 h 36753"/>
                    <a:gd name="connsiteX1" fmla="*/ 23602 w 43000"/>
                    <a:gd name="connsiteY1" fmla="*/ 34716 h 36753"/>
                    <a:gd name="connsiteX2" fmla="*/ 5700 w 43000"/>
                    <a:gd name="connsiteY2" fmla="*/ 23053 h 36753"/>
                    <a:gd name="connsiteX3" fmla="*/ 2032 w 43000"/>
                    <a:gd name="connsiteY3" fmla="*/ 5701 h 36753"/>
                    <a:gd name="connsiteX4" fmla="*/ 19385 w 43000"/>
                    <a:gd name="connsiteY4" fmla="*/ 2033 h 36753"/>
                    <a:gd name="connsiteX5" fmla="*/ 37286 w 43000"/>
                    <a:gd name="connsiteY5" fmla="*/ 13695 h 36753"/>
                    <a:gd name="connsiteX6" fmla="*/ 40976 w 43000"/>
                    <a:gd name="connsiteY6" fmla="*/ 31042 h 36753"/>
                    <a:gd name="connsiteX7" fmla="*/ 30436 w 43000"/>
                    <a:gd name="connsiteY7" fmla="*/ 36754 h 36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000" h="36753">
                      <a:moveTo>
                        <a:pt x="30436" y="36754"/>
                      </a:moveTo>
                      <a:cubicBezTo>
                        <a:pt x="28008" y="36751"/>
                        <a:pt x="25635" y="36042"/>
                        <a:pt x="23602" y="34716"/>
                      </a:cubicBezTo>
                      <a:lnTo>
                        <a:pt x="5700" y="23053"/>
                      </a:lnTo>
                      <a:cubicBezTo>
                        <a:pt x="-104" y="19274"/>
                        <a:pt x="-1746" y="11505"/>
                        <a:pt x="2032" y="5701"/>
                      </a:cubicBezTo>
                      <a:cubicBezTo>
                        <a:pt x="5811" y="-104"/>
                        <a:pt x="13581" y="-1747"/>
                        <a:pt x="19385" y="2033"/>
                      </a:cubicBezTo>
                      <a:lnTo>
                        <a:pt x="37286" y="13695"/>
                      </a:lnTo>
                      <a:cubicBezTo>
                        <a:pt x="43096" y="17467"/>
                        <a:pt x="44748" y="25232"/>
                        <a:pt x="40976" y="31042"/>
                      </a:cubicBezTo>
                      <a:cubicBezTo>
                        <a:pt x="38660" y="34611"/>
                        <a:pt x="34691" y="36762"/>
                        <a:pt x="30436" y="3675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7" name="Freeform 163">
                  <a:extLst>
                    <a:ext uri="{FF2B5EF4-FFF2-40B4-BE49-F238E27FC236}">
                      <a16:creationId xmlns:a16="http://schemas.microsoft.com/office/drawing/2014/main" id="{BE67A14F-64EE-E189-669B-0FAD2A19AE7D}"/>
                    </a:ext>
                  </a:extLst>
                </p:cNvPr>
                <p:cNvSpPr/>
                <p:nvPr/>
              </p:nvSpPr>
              <p:spPr>
                <a:xfrm>
                  <a:off x="6717310" y="2202400"/>
                  <a:ext cx="85595" cy="85587"/>
                </a:xfrm>
                <a:custGeom>
                  <a:avLst/>
                  <a:gdLst>
                    <a:gd name="connsiteX0" fmla="*/ 42727 w 85595"/>
                    <a:gd name="connsiteY0" fmla="*/ 85588 h 85587"/>
                    <a:gd name="connsiteX1" fmla="*/ 0 w 85595"/>
                    <a:gd name="connsiteY1" fmla="*/ 42727 h 85587"/>
                    <a:gd name="connsiteX2" fmla="*/ 42860 w 85595"/>
                    <a:gd name="connsiteY2" fmla="*/ 0 h 85587"/>
                    <a:gd name="connsiteX3" fmla="*/ 84455 w 85595"/>
                    <a:gd name="connsiteY3" fmla="*/ 33013 h 85587"/>
                    <a:gd name="connsiteX4" fmla="*/ 84455 w 85595"/>
                    <a:gd name="connsiteY4" fmla="*/ 33013 h 85587"/>
                    <a:gd name="connsiteX5" fmla="*/ 52586 w 85595"/>
                    <a:gd name="connsiteY5" fmla="*/ 84444 h 85587"/>
                    <a:gd name="connsiteX6" fmla="*/ 42727 w 85595"/>
                    <a:gd name="connsiteY6" fmla="*/ 85588 h 85587"/>
                    <a:gd name="connsiteX7" fmla="*/ 42883 w 85595"/>
                    <a:gd name="connsiteY7" fmla="*/ 25049 h 85587"/>
                    <a:gd name="connsiteX8" fmla="*/ 38808 w 85595"/>
                    <a:gd name="connsiteY8" fmla="*/ 25520 h 85587"/>
                    <a:gd name="connsiteX9" fmla="*/ 25664 w 85595"/>
                    <a:gd name="connsiteY9" fmla="*/ 46818 h 85587"/>
                    <a:gd name="connsiteX10" fmla="*/ 46962 w 85595"/>
                    <a:gd name="connsiteY10" fmla="*/ 59963 h 85587"/>
                    <a:gd name="connsiteX11" fmla="*/ 60126 w 85595"/>
                    <a:gd name="connsiteY11" fmla="*/ 38750 h 85587"/>
                    <a:gd name="connsiteX12" fmla="*/ 60126 w 85595"/>
                    <a:gd name="connsiteY12" fmla="*/ 38750 h 85587"/>
                    <a:gd name="connsiteX13" fmla="*/ 42883 w 85595"/>
                    <a:gd name="connsiteY13" fmla="*/ 25049 h 8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595" h="85587">
                      <a:moveTo>
                        <a:pt x="42727" y="85588"/>
                      </a:moveTo>
                      <a:cubicBezTo>
                        <a:pt x="19093" y="85550"/>
                        <a:pt x="-38" y="66362"/>
                        <a:pt x="0" y="42727"/>
                      </a:cubicBezTo>
                      <a:cubicBezTo>
                        <a:pt x="36" y="19093"/>
                        <a:pt x="19226" y="-38"/>
                        <a:pt x="42860" y="0"/>
                      </a:cubicBezTo>
                      <a:cubicBezTo>
                        <a:pt x="62702" y="31"/>
                        <a:pt x="79920" y="13697"/>
                        <a:pt x="84455" y="33013"/>
                      </a:cubicBezTo>
                      <a:lnTo>
                        <a:pt x="84455" y="33013"/>
                      </a:lnTo>
                      <a:cubicBezTo>
                        <a:pt x="89850" y="56015"/>
                        <a:pt x="75585" y="79036"/>
                        <a:pt x="52586" y="84444"/>
                      </a:cubicBezTo>
                      <a:cubicBezTo>
                        <a:pt x="49354" y="85202"/>
                        <a:pt x="46047" y="85586"/>
                        <a:pt x="42727" y="85588"/>
                      </a:cubicBezTo>
                      <a:close/>
                      <a:moveTo>
                        <a:pt x="42883" y="25049"/>
                      </a:moveTo>
                      <a:cubicBezTo>
                        <a:pt x="41512" y="25051"/>
                        <a:pt x="40143" y="25209"/>
                        <a:pt x="38808" y="25520"/>
                      </a:cubicBezTo>
                      <a:cubicBezTo>
                        <a:pt x="29296" y="27771"/>
                        <a:pt x="23411" y="37308"/>
                        <a:pt x="25664" y="46818"/>
                      </a:cubicBezTo>
                      <a:cubicBezTo>
                        <a:pt x="27915" y="56330"/>
                        <a:pt x="37450" y="62214"/>
                        <a:pt x="46962" y="59963"/>
                      </a:cubicBezTo>
                      <a:cubicBezTo>
                        <a:pt x="56439" y="57719"/>
                        <a:pt x="62322" y="48238"/>
                        <a:pt x="60126" y="38750"/>
                      </a:cubicBezTo>
                      <a:lnTo>
                        <a:pt x="60126" y="38750"/>
                      </a:lnTo>
                      <a:cubicBezTo>
                        <a:pt x="58252" y="30736"/>
                        <a:pt x="51113" y="25065"/>
                        <a:pt x="42883" y="25049"/>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97" name="Freeform 154">
                <a:extLst>
                  <a:ext uri="{FF2B5EF4-FFF2-40B4-BE49-F238E27FC236}">
                    <a16:creationId xmlns:a16="http://schemas.microsoft.com/office/drawing/2014/main" id="{A45CA36B-595A-238B-0EAB-7FBC28FB948C}"/>
                  </a:ext>
                </a:extLst>
              </p:cNvPr>
              <p:cNvSpPr/>
              <p:nvPr/>
            </p:nvSpPr>
            <p:spPr>
              <a:xfrm>
                <a:off x="6717586" y="2109858"/>
                <a:ext cx="54608" cy="54606"/>
              </a:xfrm>
              <a:custGeom>
                <a:avLst/>
                <a:gdLst>
                  <a:gd name="connsiteX0" fmla="*/ 42074 w 54608"/>
                  <a:gd name="connsiteY0" fmla="*/ 54607 h 54606"/>
                  <a:gd name="connsiteX1" fmla="*/ 33202 w 54608"/>
                  <a:gd name="connsiteY1" fmla="*/ 50939 h 54606"/>
                  <a:gd name="connsiteX2" fmla="*/ 3669 w 54608"/>
                  <a:gd name="connsiteY2" fmla="*/ 21406 h 54606"/>
                  <a:gd name="connsiteX3" fmla="*/ 3677 w 54608"/>
                  <a:gd name="connsiteY3" fmla="*/ 3669 h 54606"/>
                  <a:gd name="connsiteX4" fmla="*/ 21414 w 54608"/>
                  <a:gd name="connsiteY4" fmla="*/ 3677 h 54606"/>
                  <a:gd name="connsiteX5" fmla="*/ 50931 w 54608"/>
                  <a:gd name="connsiteY5" fmla="*/ 33194 h 54606"/>
                  <a:gd name="connsiteX6" fmla="*/ 50940 w 54608"/>
                  <a:gd name="connsiteY6" fmla="*/ 50929 h 54606"/>
                  <a:gd name="connsiteX7" fmla="*/ 42074 w 54608"/>
                  <a:gd name="connsiteY7" fmla="*/ 54607 h 5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608" h="54606">
                    <a:moveTo>
                      <a:pt x="42074" y="54607"/>
                    </a:moveTo>
                    <a:cubicBezTo>
                      <a:pt x="38748" y="54609"/>
                      <a:pt x="35556" y="53290"/>
                      <a:pt x="33202" y="50939"/>
                    </a:cubicBezTo>
                    <a:lnTo>
                      <a:pt x="3669" y="21406"/>
                    </a:lnTo>
                    <a:cubicBezTo>
                      <a:pt x="-1226" y="16506"/>
                      <a:pt x="-1223" y="8565"/>
                      <a:pt x="3677" y="3669"/>
                    </a:cubicBezTo>
                    <a:cubicBezTo>
                      <a:pt x="8577" y="-1226"/>
                      <a:pt x="16519" y="-1223"/>
                      <a:pt x="21414" y="3677"/>
                    </a:cubicBezTo>
                    <a:lnTo>
                      <a:pt x="50931" y="33194"/>
                    </a:lnTo>
                    <a:cubicBezTo>
                      <a:pt x="55831" y="38089"/>
                      <a:pt x="55836" y="46029"/>
                      <a:pt x="50940" y="50929"/>
                    </a:cubicBezTo>
                    <a:cubicBezTo>
                      <a:pt x="48590" y="53282"/>
                      <a:pt x="45401" y="54605"/>
                      <a:pt x="42074" y="5460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34" name="Group 33">
            <a:extLst>
              <a:ext uri="{FF2B5EF4-FFF2-40B4-BE49-F238E27FC236}">
                <a16:creationId xmlns:a16="http://schemas.microsoft.com/office/drawing/2014/main" id="{2305C978-CF50-98DD-F7EF-991A0514A117}"/>
              </a:ext>
            </a:extLst>
          </p:cNvPr>
          <p:cNvGrpSpPr/>
          <p:nvPr/>
        </p:nvGrpSpPr>
        <p:grpSpPr>
          <a:xfrm>
            <a:off x="9961728" y="1490179"/>
            <a:ext cx="471791" cy="471791"/>
            <a:chOff x="9817805" y="1942177"/>
            <a:chExt cx="471791" cy="471791"/>
          </a:xfrm>
        </p:grpSpPr>
        <p:sp>
          <p:nvSpPr>
            <p:cNvPr id="84" name="Oval 83">
              <a:extLst>
                <a:ext uri="{FF2B5EF4-FFF2-40B4-BE49-F238E27FC236}">
                  <a16:creationId xmlns:a16="http://schemas.microsoft.com/office/drawing/2014/main" id="{BA14CD18-E1DC-E0E7-2CA6-2BDF6A79938F}"/>
                </a:ext>
              </a:extLst>
            </p:cNvPr>
            <p:cNvSpPr/>
            <p:nvPr/>
          </p:nvSpPr>
          <p:spPr>
            <a:xfrm>
              <a:off x="9817805"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85" name="Graphic 334">
              <a:extLst>
                <a:ext uri="{FF2B5EF4-FFF2-40B4-BE49-F238E27FC236}">
                  <a16:creationId xmlns:a16="http://schemas.microsoft.com/office/drawing/2014/main" id="{4DCCBEC8-823F-A0A9-18C3-EC1BB434CB56}"/>
                </a:ext>
              </a:extLst>
            </p:cNvPr>
            <p:cNvGrpSpPr/>
            <p:nvPr/>
          </p:nvGrpSpPr>
          <p:grpSpPr>
            <a:xfrm>
              <a:off x="9951565" y="2036935"/>
              <a:ext cx="204378" cy="282424"/>
              <a:chOff x="9951565" y="2036935"/>
              <a:chExt cx="204378" cy="282424"/>
            </a:xfrm>
          </p:grpSpPr>
          <p:sp>
            <p:nvSpPr>
              <p:cNvPr id="86" name="Freeform 143">
                <a:extLst>
                  <a:ext uri="{FF2B5EF4-FFF2-40B4-BE49-F238E27FC236}">
                    <a16:creationId xmlns:a16="http://schemas.microsoft.com/office/drawing/2014/main" id="{6087974C-8458-9F54-6F06-0061E13306AD}"/>
                  </a:ext>
                </a:extLst>
              </p:cNvPr>
              <p:cNvSpPr/>
              <p:nvPr/>
            </p:nvSpPr>
            <p:spPr>
              <a:xfrm>
                <a:off x="10075099" y="2179856"/>
                <a:ext cx="80844" cy="136661"/>
              </a:xfrm>
              <a:custGeom>
                <a:avLst/>
                <a:gdLst>
                  <a:gd name="connsiteX0" fmla="*/ 56016 w 80844"/>
                  <a:gd name="connsiteY0" fmla="*/ 136661 h 136661"/>
                  <a:gd name="connsiteX1" fmla="*/ 24749 w 80844"/>
                  <a:gd name="connsiteY1" fmla="*/ 114256 h 136661"/>
                  <a:gd name="connsiteX2" fmla="*/ 1674 w 80844"/>
                  <a:gd name="connsiteY2" fmla="*/ 91516 h 136661"/>
                  <a:gd name="connsiteX3" fmla="*/ 2510 w 80844"/>
                  <a:gd name="connsiteY3" fmla="*/ 77136 h 136661"/>
                  <a:gd name="connsiteX4" fmla="*/ 28762 w 80844"/>
                  <a:gd name="connsiteY4" fmla="*/ 12261 h 136661"/>
                  <a:gd name="connsiteX5" fmla="*/ 43141 w 80844"/>
                  <a:gd name="connsiteY5" fmla="*/ 55 h 136661"/>
                  <a:gd name="connsiteX6" fmla="*/ 50331 w 80844"/>
                  <a:gd name="connsiteY6" fmla="*/ 2897 h 136661"/>
                  <a:gd name="connsiteX7" fmla="*/ 79759 w 80844"/>
                  <a:gd name="connsiteY7" fmla="*/ 46371 h 136661"/>
                  <a:gd name="connsiteX8" fmla="*/ 76749 w 80844"/>
                  <a:gd name="connsiteY8" fmla="*/ 92017 h 136661"/>
                  <a:gd name="connsiteX9" fmla="*/ 67720 w 80844"/>
                  <a:gd name="connsiteY9" fmla="*/ 130642 h 136661"/>
                  <a:gd name="connsiteX10" fmla="*/ 57688 w 80844"/>
                  <a:gd name="connsiteY10" fmla="*/ 136494 h 136661"/>
                  <a:gd name="connsiteX11" fmla="*/ 56016 w 80844"/>
                  <a:gd name="connsiteY11" fmla="*/ 136661 h 136661"/>
                  <a:gd name="connsiteX12" fmla="*/ 30768 w 80844"/>
                  <a:gd name="connsiteY12" fmla="*/ 83156 h 136661"/>
                  <a:gd name="connsiteX13" fmla="*/ 48324 w 80844"/>
                  <a:gd name="connsiteY13" fmla="*/ 99374 h 136661"/>
                  <a:gd name="connsiteX14" fmla="*/ 54009 w 80844"/>
                  <a:gd name="connsiteY14" fmla="*/ 53728 h 136661"/>
                  <a:gd name="connsiteX15" fmla="*/ 49662 w 80844"/>
                  <a:gd name="connsiteY15" fmla="*/ 43194 h 136661"/>
                  <a:gd name="connsiteX16" fmla="*/ 30768 w 80844"/>
                  <a:gd name="connsiteY16" fmla="*/ 83156 h 136661"/>
                  <a:gd name="connsiteX17" fmla="*/ 30768 w 80844"/>
                  <a:gd name="connsiteY17" fmla="*/ 83156 h 136661"/>
                  <a:gd name="connsiteX18" fmla="*/ 24247 w 80844"/>
                  <a:gd name="connsiteY18" fmla="*/ 92686 h 136661"/>
                  <a:gd name="connsiteX19" fmla="*/ 24247 w 80844"/>
                  <a:gd name="connsiteY19" fmla="*/ 92686 h 136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0844" h="136661">
                    <a:moveTo>
                      <a:pt x="56016" y="136661"/>
                    </a:moveTo>
                    <a:cubicBezTo>
                      <a:pt x="50498" y="136661"/>
                      <a:pt x="45984" y="133651"/>
                      <a:pt x="24749" y="114256"/>
                    </a:cubicBezTo>
                    <a:cubicBezTo>
                      <a:pt x="3179" y="94526"/>
                      <a:pt x="2510" y="93188"/>
                      <a:pt x="1674" y="91516"/>
                    </a:cubicBezTo>
                    <a:cubicBezTo>
                      <a:pt x="-834" y="87001"/>
                      <a:pt x="-499" y="81484"/>
                      <a:pt x="2510" y="77136"/>
                    </a:cubicBezTo>
                    <a:cubicBezTo>
                      <a:pt x="17726" y="55901"/>
                      <a:pt x="27089" y="32827"/>
                      <a:pt x="28762" y="12261"/>
                    </a:cubicBezTo>
                    <a:cubicBezTo>
                      <a:pt x="29430" y="4904"/>
                      <a:pt x="35784" y="-614"/>
                      <a:pt x="43141" y="55"/>
                    </a:cubicBezTo>
                    <a:cubicBezTo>
                      <a:pt x="45816" y="222"/>
                      <a:pt x="48324" y="1225"/>
                      <a:pt x="50331" y="2897"/>
                    </a:cubicBezTo>
                    <a:cubicBezTo>
                      <a:pt x="64209" y="14100"/>
                      <a:pt x="74408" y="29316"/>
                      <a:pt x="79759" y="46371"/>
                    </a:cubicBezTo>
                    <a:cubicBezTo>
                      <a:pt x="80762" y="49547"/>
                      <a:pt x="82601" y="56236"/>
                      <a:pt x="76749" y="92017"/>
                    </a:cubicBezTo>
                    <a:cubicBezTo>
                      <a:pt x="71064" y="125793"/>
                      <a:pt x="68891" y="129137"/>
                      <a:pt x="67720" y="130642"/>
                    </a:cubicBezTo>
                    <a:cubicBezTo>
                      <a:pt x="65379" y="133986"/>
                      <a:pt x="61701" y="136159"/>
                      <a:pt x="57688" y="136494"/>
                    </a:cubicBezTo>
                    <a:cubicBezTo>
                      <a:pt x="57019" y="136494"/>
                      <a:pt x="56518" y="136661"/>
                      <a:pt x="56016" y="136661"/>
                    </a:cubicBezTo>
                    <a:close/>
                    <a:moveTo>
                      <a:pt x="30768" y="83156"/>
                    </a:moveTo>
                    <a:cubicBezTo>
                      <a:pt x="35784" y="87837"/>
                      <a:pt x="42305" y="94024"/>
                      <a:pt x="48324" y="99374"/>
                    </a:cubicBezTo>
                    <a:cubicBezTo>
                      <a:pt x="51501" y="82320"/>
                      <a:pt x="54845" y="59747"/>
                      <a:pt x="54009" y="53728"/>
                    </a:cubicBezTo>
                    <a:cubicBezTo>
                      <a:pt x="52839" y="50049"/>
                      <a:pt x="51501" y="46538"/>
                      <a:pt x="49662" y="43194"/>
                    </a:cubicBezTo>
                    <a:cubicBezTo>
                      <a:pt x="45148" y="57239"/>
                      <a:pt x="38794" y="70615"/>
                      <a:pt x="30768" y="83156"/>
                    </a:cubicBezTo>
                    <a:lnTo>
                      <a:pt x="30768" y="83156"/>
                    </a:lnTo>
                    <a:close/>
                    <a:moveTo>
                      <a:pt x="24247" y="92686"/>
                    </a:moveTo>
                    <a:lnTo>
                      <a:pt x="24247" y="92686"/>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7" name="Freeform 144">
                <a:extLst>
                  <a:ext uri="{FF2B5EF4-FFF2-40B4-BE49-F238E27FC236}">
                    <a16:creationId xmlns:a16="http://schemas.microsoft.com/office/drawing/2014/main" id="{A45F6CF2-19B3-A0B6-4771-67C911CF577F}"/>
                  </a:ext>
                </a:extLst>
              </p:cNvPr>
              <p:cNvSpPr/>
              <p:nvPr/>
            </p:nvSpPr>
            <p:spPr>
              <a:xfrm>
                <a:off x="9951565" y="2182212"/>
                <a:ext cx="80901" cy="136478"/>
              </a:xfrm>
              <a:custGeom>
                <a:avLst/>
                <a:gdLst>
                  <a:gd name="connsiteX0" fmla="*/ 24718 w 80901"/>
                  <a:gd name="connsiteY0" fmla="*/ 136479 h 136478"/>
                  <a:gd name="connsiteX1" fmla="*/ 23214 w 80901"/>
                  <a:gd name="connsiteY1" fmla="*/ 136479 h 136478"/>
                  <a:gd name="connsiteX2" fmla="*/ 13181 w 80901"/>
                  <a:gd name="connsiteY2" fmla="*/ 130627 h 136478"/>
                  <a:gd name="connsiteX3" fmla="*/ 4152 w 80901"/>
                  <a:gd name="connsiteY3" fmla="*/ 92003 h 136478"/>
                  <a:gd name="connsiteX4" fmla="*/ 1143 w 80901"/>
                  <a:gd name="connsiteY4" fmla="*/ 46356 h 136478"/>
                  <a:gd name="connsiteX5" fmla="*/ 1143 w 80901"/>
                  <a:gd name="connsiteY5" fmla="*/ 46356 h 136478"/>
                  <a:gd name="connsiteX6" fmla="*/ 30571 w 80901"/>
                  <a:gd name="connsiteY6" fmla="*/ 2882 h 136478"/>
                  <a:gd name="connsiteX7" fmla="*/ 49297 w 80901"/>
                  <a:gd name="connsiteY7" fmla="*/ 5056 h 136478"/>
                  <a:gd name="connsiteX8" fmla="*/ 52140 w 80901"/>
                  <a:gd name="connsiteY8" fmla="*/ 12246 h 136478"/>
                  <a:gd name="connsiteX9" fmla="*/ 78391 w 80901"/>
                  <a:gd name="connsiteY9" fmla="*/ 77121 h 136478"/>
                  <a:gd name="connsiteX10" fmla="*/ 79227 w 80901"/>
                  <a:gd name="connsiteY10" fmla="*/ 91501 h 136478"/>
                  <a:gd name="connsiteX11" fmla="*/ 56153 w 80901"/>
                  <a:gd name="connsiteY11" fmla="*/ 114241 h 136478"/>
                  <a:gd name="connsiteX12" fmla="*/ 24718 w 80901"/>
                  <a:gd name="connsiteY12" fmla="*/ 136479 h 136478"/>
                  <a:gd name="connsiteX13" fmla="*/ 26725 w 80901"/>
                  <a:gd name="connsiteY13" fmla="*/ 53545 h 136478"/>
                  <a:gd name="connsiteX14" fmla="*/ 32410 w 80901"/>
                  <a:gd name="connsiteY14" fmla="*/ 99192 h 136478"/>
                  <a:gd name="connsiteX15" fmla="*/ 49966 w 80901"/>
                  <a:gd name="connsiteY15" fmla="*/ 82973 h 136478"/>
                  <a:gd name="connsiteX16" fmla="*/ 31072 w 80901"/>
                  <a:gd name="connsiteY16" fmla="*/ 43012 h 136478"/>
                  <a:gd name="connsiteX17" fmla="*/ 26725 w 80901"/>
                  <a:gd name="connsiteY17" fmla="*/ 53545 h 136478"/>
                  <a:gd name="connsiteX18" fmla="*/ 56487 w 80901"/>
                  <a:gd name="connsiteY18" fmla="*/ 92671 h 136478"/>
                  <a:gd name="connsiteX19" fmla="*/ 56487 w 80901"/>
                  <a:gd name="connsiteY19" fmla="*/ 92671 h 136478"/>
                  <a:gd name="connsiteX20" fmla="*/ 26558 w 80901"/>
                  <a:gd name="connsiteY20" fmla="*/ 53880 h 136478"/>
                  <a:gd name="connsiteX21" fmla="*/ 26558 w 80901"/>
                  <a:gd name="connsiteY21" fmla="*/ 53880 h 136478"/>
                  <a:gd name="connsiteX22" fmla="*/ 26558 w 80901"/>
                  <a:gd name="connsiteY22" fmla="*/ 53880 h 136478"/>
                  <a:gd name="connsiteX23" fmla="*/ 13850 w 80901"/>
                  <a:gd name="connsiteY23" fmla="*/ 50034 h 136478"/>
                  <a:gd name="connsiteX24" fmla="*/ 13850 w 80901"/>
                  <a:gd name="connsiteY24" fmla="*/ 50034 h 13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0901" h="136478">
                    <a:moveTo>
                      <a:pt x="24718" y="136479"/>
                    </a:moveTo>
                    <a:cubicBezTo>
                      <a:pt x="24217" y="136479"/>
                      <a:pt x="23715" y="136479"/>
                      <a:pt x="23214" y="136479"/>
                    </a:cubicBezTo>
                    <a:cubicBezTo>
                      <a:pt x="19201" y="136145"/>
                      <a:pt x="15522" y="133971"/>
                      <a:pt x="13181" y="130627"/>
                    </a:cubicBezTo>
                    <a:cubicBezTo>
                      <a:pt x="12011" y="128955"/>
                      <a:pt x="9837" y="125778"/>
                      <a:pt x="4152" y="92003"/>
                    </a:cubicBezTo>
                    <a:cubicBezTo>
                      <a:pt x="-1867" y="56221"/>
                      <a:pt x="139" y="49533"/>
                      <a:pt x="1143" y="46356"/>
                    </a:cubicBezTo>
                    <a:lnTo>
                      <a:pt x="1143" y="46356"/>
                    </a:lnTo>
                    <a:cubicBezTo>
                      <a:pt x="6493" y="29301"/>
                      <a:pt x="16693" y="14085"/>
                      <a:pt x="30571" y="2882"/>
                    </a:cubicBezTo>
                    <a:cubicBezTo>
                      <a:pt x="36423" y="-1632"/>
                      <a:pt x="44783" y="-796"/>
                      <a:pt x="49297" y="5056"/>
                    </a:cubicBezTo>
                    <a:cubicBezTo>
                      <a:pt x="50969" y="7063"/>
                      <a:pt x="51973" y="9571"/>
                      <a:pt x="52140" y="12246"/>
                    </a:cubicBezTo>
                    <a:cubicBezTo>
                      <a:pt x="53812" y="32812"/>
                      <a:pt x="63175" y="55886"/>
                      <a:pt x="78391" y="77121"/>
                    </a:cubicBezTo>
                    <a:cubicBezTo>
                      <a:pt x="81401" y="81301"/>
                      <a:pt x="81735" y="86986"/>
                      <a:pt x="79227" y="91501"/>
                    </a:cubicBezTo>
                    <a:cubicBezTo>
                      <a:pt x="78391" y="93006"/>
                      <a:pt x="77555" y="94343"/>
                      <a:pt x="56153" y="114241"/>
                    </a:cubicBezTo>
                    <a:cubicBezTo>
                      <a:pt x="34751" y="133469"/>
                      <a:pt x="30236" y="136479"/>
                      <a:pt x="24718" y="136479"/>
                    </a:cubicBezTo>
                    <a:close/>
                    <a:moveTo>
                      <a:pt x="26725" y="53545"/>
                    </a:moveTo>
                    <a:cubicBezTo>
                      <a:pt x="25889" y="59565"/>
                      <a:pt x="29400" y="82137"/>
                      <a:pt x="32410" y="99192"/>
                    </a:cubicBezTo>
                    <a:cubicBezTo>
                      <a:pt x="38262" y="93842"/>
                      <a:pt x="44950" y="87655"/>
                      <a:pt x="49966" y="82973"/>
                    </a:cubicBezTo>
                    <a:cubicBezTo>
                      <a:pt x="41940" y="70600"/>
                      <a:pt x="35587" y="57057"/>
                      <a:pt x="31072" y="43012"/>
                    </a:cubicBezTo>
                    <a:cubicBezTo>
                      <a:pt x="29233" y="46356"/>
                      <a:pt x="27728" y="49867"/>
                      <a:pt x="26725" y="53545"/>
                    </a:cubicBezTo>
                    <a:close/>
                    <a:moveTo>
                      <a:pt x="56487" y="92671"/>
                    </a:moveTo>
                    <a:lnTo>
                      <a:pt x="56487" y="92671"/>
                    </a:lnTo>
                    <a:close/>
                    <a:moveTo>
                      <a:pt x="26558" y="53880"/>
                    </a:moveTo>
                    <a:lnTo>
                      <a:pt x="26558" y="53880"/>
                    </a:lnTo>
                    <a:lnTo>
                      <a:pt x="26558" y="53880"/>
                    </a:lnTo>
                    <a:close/>
                    <a:moveTo>
                      <a:pt x="13850" y="50034"/>
                    </a:moveTo>
                    <a:lnTo>
                      <a:pt x="13850" y="50034"/>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8" name="Freeform 145">
                <a:extLst>
                  <a:ext uri="{FF2B5EF4-FFF2-40B4-BE49-F238E27FC236}">
                    <a16:creationId xmlns:a16="http://schemas.microsoft.com/office/drawing/2014/main" id="{D6397B63-6243-BA61-7843-1421AD79831E}"/>
                  </a:ext>
                </a:extLst>
              </p:cNvPr>
              <p:cNvSpPr/>
              <p:nvPr/>
            </p:nvSpPr>
            <p:spPr>
              <a:xfrm>
                <a:off x="9976589" y="2036935"/>
                <a:ext cx="153728" cy="247979"/>
              </a:xfrm>
              <a:custGeom>
                <a:avLst/>
                <a:gdLst>
                  <a:gd name="connsiteX0" fmla="*/ 107040 w 153728"/>
                  <a:gd name="connsiteY0" fmla="*/ 247980 h 247979"/>
                  <a:gd name="connsiteX1" fmla="*/ 46847 w 153728"/>
                  <a:gd name="connsiteY1" fmla="*/ 247980 h 247979"/>
                  <a:gd name="connsiteX2" fmla="*/ 36814 w 153728"/>
                  <a:gd name="connsiteY2" fmla="*/ 243465 h 247979"/>
                  <a:gd name="connsiteX3" fmla="*/ 1200 w 153728"/>
                  <a:gd name="connsiteY3" fmla="*/ 167053 h 247979"/>
                  <a:gd name="connsiteX4" fmla="*/ 11734 w 153728"/>
                  <a:gd name="connsiteY4" fmla="*/ 92814 h 247979"/>
                  <a:gd name="connsiteX5" fmla="*/ 42834 w 153728"/>
                  <a:gd name="connsiteY5" fmla="*/ 32286 h 247979"/>
                  <a:gd name="connsiteX6" fmla="*/ 76442 w 153728"/>
                  <a:gd name="connsiteY6" fmla="*/ 16 h 247979"/>
                  <a:gd name="connsiteX7" fmla="*/ 100018 w 153728"/>
                  <a:gd name="connsiteY7" fmla="*/ 18241 h 247979"/>
                  <a:gd name="connsiteX8" fmla="*/ 111053 w 153728"/>
                  <a:gd name="connsiteY8" fmla="*/ 31952 h 247979"/>
                  <a:gd name="connsiteX9" fmla="*/ 111221 w 153728"/>
                  <a:gd name="connsiteY9" fmla="*/ 32119 h 247979"/>
                  <a:gd name="connsiteX10" fmla="*/ 152854 w 153728"/>
                  <a:gd name="connsiteY10" fmla="*/ 166217 h 247979"/>
                  <a:gd name="connsiteX11" fmla="*/ 152687 w 153728"/>
                  <a:gd name="connsiteY11" fmla="*/ 167053 h 247979"/>
                  <a:gd name="connsiteX12" fmla="*/ 117240 w 153728"/>
                  <a:gd name="connsiteY12" fmla="*/ 243131 h 247979"/>
                  <a:gd name="connsiteX13" fmla="*/ 107040 w 153728"/>
                  <a:gd name="connsiteY13" fmla="*/ 247980 h 247979"/>
                  <a:gd name="connsiteX14" fmla="*/ 53368 w 153728"/>
                  <a:gd name="connsiteY14" fmla="*/ 221227 h 247979"/>
                  <a:gd name="connsiteX15" fmla="*/ 100352 w 153728"/>
                  <a:gd name="connsiteY15" fmla="*/ 221227 h 247979"/>
                  <a:gd name="connsiteX16" fmla="*/ 126269 w 153728"/>
                  <a:gd name="connsiteY16" fmla="*/ 163040 h 247979"/>
                  <a:gd name="connsiteX17" fmla="*/ 89818 w 153728"/>
                  <a:gd name="connsiteY17" fmla="*/ 48170 h 247979"/>
                  <a:gd name="connsiteX18" fmla="*/ 76776 w 153728"/>
                  <a:gd name="connsiteY18" fmla="*/ 31952 h 247979"/>
                  <a:gd name="connsiteX19" fmla="*/ 64403 w 153728"/>
                  <a:gd name="connsiteY19" fmla="*/ 48003 h 247979"/>
                  <a:gd name="connsiteX20" fmla="*/ 27618 w 153728"/>
                  <a:gd name="connsiteY20" fmla="*/ 162706 h 247979"/>
                  <a:gd name="connsiteX21" fmla="*/ 53368 w 153728"/>
                  <a:gd name="connsiteY21" fmla="*/ 221227 h 247979"/>
                  <a:gd name="connsiteX22" fmla="*/ 139478 w 153728"/>
                  <a:gd name="connsiteY22" fmla="*/ 164712 h 247979"/>
                  <a:gd name="connsiteX23" fmla="*/ 139478 w 153728"/>
                  <a:gd name="connsiteY23" fmla="*/ 164712 h 247979"/>
                  <a:gd name="connsiteX24" fmla="*/ 139478 w 153728"/>
                  <a:gd name="connsiteY24" fmla="*/ 164712 h 247979"/>
                  <a:gd name="connsiteX25" fmla="*/ 83130 w 153728"/>
                  <a:gd name="connsiteY25" fmla="*/ 24929 h 247979"/>
                  <a:gd name="connsiteX26" fmla="*/ 83130 w 153728"/>
                  <a:gd name="connsiteY26" fmla="*/ 24929 h 247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3728" h="247979">
                    <a:moveTo>
                      <a:pt x="107040" y="247980"/>
                    </a:moveTo>
                    <a:lnTo>
                      <a:pt x="46847" y="247980"/>
                    </a:lnTo>
                    <a:cubicBezTo>
                      <a:pt x="43001" y="247980"/>
                      <a:pt x="39323" y="246308"/>
                      <a:pt x="36814" y="243465"/>
                    </a:cubicBezTo>
                    <a:cubicBezTo>
                      <a:pt x="35644" y="242128"/>
                      <a:pt x="8222" y="210359"/>
                      <a:pt x="1200" y="167053"/>
                    </a:cubicBezTo>
                    <a:cubicBezTo>
                      <a:pt x="-2980" y="141471"/>
                      <a:pt x="4544" y="112544"/>
                      <a:pt x="11734" y="92814"/>
                    </a:cubicBezTo>
                    <a:cubicBezTo>
                      <a:pt x="19760" y="70409"/>
                      <a:pt x="31464" y="47669"/>
                      <a:pt x="42834" y="32286"/>
                    </a:cubicBezTo>
                    <a:cubicBezTo>
                      <a:pt x="65908" y="183"/>
                      <a:pt x="71091" y="16"/>
                      <a:pt x="76442" y="16"/>
                    </a:cubicBezTo>
                    <a:cubicBezTo>
                      <a:pt x="84133" y="-319"/>
                      <a:pt x="88982" y="4697"/>
                      <a:pt x="100018" y="18241"/>
                    </a:cubicBezTo>
                    <a:cubicBezTo>
                      <a:pt x="105703" y="25096"/>
                      <a:pt x="110719" y="31784"/>
                      <a:pt x="111053" y="31952"/>
                    </a:cubicBezTo>
                    <a:cubicBezTo>
                      <a:pt x="111053" y="31952"/>
                      <a:pt x="111221" y="32119"/>
                      <a:pt x="111221" y="32119"/>
                    </a:cubicBezTo>
                    <a:cubicBezTo>
                      <a:pt x="129446" y="56698"/>
                      <a:pt x="159208" y="106692"/>
                      <a:pt x="152854" y="166217"/>
                    </a:cubicBezTo>
                    <a:cubicBezTo>
                      <a:pt x="152854" y="166551"/>
                      <a:pt x="152854" y="166719"/>
                      <a:pt x="152687" y="167053"/>
                    </a:cubicBezTo>
                    <a:cubicBezTo>
                      <a:pt x="145665" y="208520"/>
                      <a:pt x="118410" y="241793"/>
                      <a:pt x="117240" y="243131"/>
                    </a:cubicBezTo>
                    <a:cubicBezTo>
                      <a:pt x="114732" y="246141"/>
                      <a:pt x="111053" y="247980"/>
                      <a:pt x="107040" y="247980"/>
                    </a:cubicBezTo>
                    <a:close/>
                    <a:moveTo>
                      <a:pt x="53368" y="221227"/>
                    </a:moveTo>
                    <a:lnTo>
                      <a:pt x="100352" y="221227"/>
                    </a:lnTo>
                    <a:cubicBezTo>
                      <a:pt x="107208" y="211697"/>
                      <a:pt x="121754" y="188790"/>
                      <a:pt x="126269" y="163040"/>
                    </a:cubicBezTo>
                    <a:cubicBezTo>
                      <a:pt x="131452" y="112879"/>
                      <a:pt x="105703" y="69573"/>
                      <a:pt x="89818" y="48170"/>
                    </a:cubicBezTo>
                    <a:cubicBezTo>
                      <a:pt x="85638" y="42653"/>
                      <a:pt x="80622" y="36633"/>
                      <a:pt x="76776" y="31952"/>
                    </a:cubicBezTo>
                    <a:cubicBezTo>
                      <a:pt x="73098" y="36299"/>
                      <a:pt x="68583" y="42318"/>
                      <a:pt x="64403" y="48003"/>
                    </a:cubicBezTo>
                    <a:cubicBezTo>
                      <a:pt x="45676" y="73084"/>
                      <a:pt x="21933" y="128261"/>
                      <a:pt x="27618" y="162706"/>
                    </a:cubicBezTo>
                    <a:cubicBezTo>
                      <a:pt x="31966" y="189626"/>
                      <a:pt x="46512" y="212031"/>
                      <a:pt x="53368" y="221227"/>
                    </a:cubicBezTo>
                    <a:close/>
                    <a:moveTo>
                      <a:pt x="139478" y="164712"/>
                    </a:moveTo>
                    <a:lnTo>
                      <a:pt x="139478" y="164712"/>
                    </a:lnTo>
                    <a:lnTo>
                      <a:pt x="139478" y="164712"/>
                    </a:lnTo>
                    <a:close/>
                    <a:moveTo>
                      <a:pt x="83130" y="24929"/>
                    </a:moveTo>
                    <a:lnTo>
                      <a:pt x="83130" y="24929"/>
                    </a:ln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9" name="Freeform 146">
                <a:extLst>
                  <a:ext uri="{FF2B5EF4-FFF2-40B4-BE49-F238E27FC236}">
                    <a16:creationId xmlns:a16="http://schemas.microsoft.com/office/drawing/2014/main" id="{C73229A6-FAEC-50F7-EB0C-144E0429FDEA}"/>
                  </a:ext>
                </a:extLst>
              </p:cNvPr>
              <p:cNvSpPr/>
              <p:nvPr/>
            </p:nvSpPr>
            <p:spPr>
              <a:xfrm>
                <a:off x="10038985" y="2195628"/>
                <a:ext cx="26752" cy="123731"/>
              </a:xfrm>
              <a:custGeom>
                <a:avLst/>
                <a:gdLst>
                  <a:gd name="connsiteX0" fmla="*/ 13376 w 26752"/>
                  <a:gd name="connsiteY0" fmla="*/ 123731 h 123731"/>
                  <a:gd name="connsiteX1" fmla="*/ 0 w 26752"/>
                  <a:gd name="connsiteY1" fmla="*/ 110355 h 123731"/>
                  <a:gd name="connsiteX2" fmla="*/ 0 w 26752"/>
                  <a:gd name="connsiteY2" fmla="*/ 13376 h 123731"/>
                  <a:gd name="connsiteX3" fmla="*/ 13376 w 26752"/>
                  <a:gd name="connsiteY3" fmla="*/ 0 h 123731"/>
                  <a:gd name="connsiteX4" fmla="*/ 26753 w 26752"/>
                  <a:gd name="connsiteY4" fmla="*/ 13376 h 123731"/>
                  <a:gd name="connsiteX5" fmla="*/ 26753 w 26752"/>
                  <a:gd name="connsiteY5" fmla="*/ 110355 h 123731"/>
                  <a:gd name="connsiteX6" fmla="*/ 13376 w 26752"/>
                  <a:gd name="connsiteY6" fmla="*/ 123731 h 12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52" h="123731">
                    <a:moveTo>
                      <a:pt x="13376" y="123731"/>
                    </a:moveTo>
                    <a:cubicBezTo>
                      <a:pt x="6019" y="123731"/>
                      <a:pt x="0" y="117712"/>
                      <a:pt x="0" y="110355"/>
                    </a:cubicBezTo>
                    <a:lnTo>
                      <a:pt x="0" y="13376"/>
                    </a:lnTo>
                    <a:cubicBezTo>
                      <a:pt x="0" y="6019"/>
                      <a:pt x="6019" y="0"/>
                      <a:pt x="13376" y="0"/>
                    </a:cubicBezTo>
                    <a:cubicBezTo>
                      <a:pt x="20733" y="0"/>
                      <a:pt x="26753" y="6019"/>
                      <a:pt x="26753" y="13376"/>
                    </a:cubicBezTo>
                    <a:lnTo>
                      <a:pt x="26753" y="110355"/>
                    </a:lnTo>
                    <a:cubicBezTo>
                      <a:pt x="26753" y="117712"/>
                      <a:pt x="20733" y="123731"/>
                      <a:pt x="13376" y="123731"/>
                    </a:cubicBez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90" name="Freeform 147">
                <a:extLst>
                  <a:ext uri="{FF2B5EF4-FFF2-40B4-BE49-F238E27FC236}">
                    <a16:creationId xmlns:a16="http://schemas.microsoft.com/office/drawing/2014/main" id="{4F7C5189-809F-87D1-15AE-3FA5FB70C7C0}"/>
                  </a:ext>
                </a:extLst>
              </p:cNvPr>
              <p:cNvSpPr/>
              <p:nvPr/>
            </p:nvSpPr>
            <p:spPr>
              <a:xfrm>
                <a:off x="10019590" y="2116540"/>
                <a:ext cx="68386" cy="68386"/>
              </a:xfrm>
              <a:custGeom>
                <a:avLst/>
                <a:gdLst>
                  <a:gd name="connsiteX0" fmla="*/ 34277 w 68386"/>
                  <a:gd name="connsiteY0" fmla="*/ 68387 h 68386"/>
                  <a:gd name="connsiteX1" fmla="*/ 0 w 68386"/>
                  <a:gd name="connsiteY1" fmla="*/ 34277 h 68386"/>
                  <a:gd name="connsiteX2" fmla="*/ 34110 w 68386"/>
                  <a:gd name="connsiteY2" fmla="*/ 0 h 68386"/>
                  <a:gd name="connsiteX3" fmla="*/ 68387 w 68386"/>
                  <a:gd name="connsiteY3" fmla="*/ 34110 h 68386"/>
                  <a:gd name="connsiteX4" fmla="*/ 68387 w 68386"/>
                  <a:gd name="connsiteY4" fmla="*/ 34110 h 68386"/>
                  <a:gd name="connsiteX5" fmla="*/ 34277 w 68386"/>
                  <a:gd name="connsiteY5" fmla="*/ 68387 h 68386"/>
                  <a:gd name="connsiteX6" fmla="*/ 34277 w 68386"/>
                  <a:gd name="connsiteY6" fmla="*/ 26753 h 68386"/>
                  <a:gd name="connsiteX7" fmla="*/ 26753 w 68386"/>
                  <a:gd name="connsiteY7" fmla="*/ 34110 h 68386"/>
                  <a:gd name="connsiteX8" fmla="*/ 34110 w 68386"/>
                  <a:gd name="connsiteY8" fmla="*/ 41634 h 68386"/>
                  <a:gd name="connsiteX9" fmla="*/ 41634 w 68386"/>
                  <a:gd name="connsiteY9" fmla="*/ 34277 h 68386"/>
                  <a:gd name="connsiteX10" fmla="*/ 41634 w 68386"/>
                  <a:gd name="connsiteY10" fmla="*/ 34277 h 68386"/>
                  <a:gd name="connsiteX11" fmla="*/ 34277 w 68386"/>
                  <a:gd name="connsiteY11" fmla="*/ 26753 h 6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386" h="68386">
                    <a:moveTo>
                      <a:pt x="34277" y="68387"/>
                    </a:moveTo>
                    <a:cubicBezTo>
                      <a:pt x="15383" y="68387"/>
                      <a:pt x="0" y="53004"/>
                      <a:pt x="0" y="34277"/>
                    </a:cubicBezTo>
                    <a:cubicBezTo>
                      <a:pt x="0" y="15550"/>
                      <a:pt x="15383" y="0"/>
                      <a:pt x="34110" y="0"/>
                    </a:cubicBezTo>
                    <a:cubicBezTo>
                      <a:pt x="52837" y="0"/>
                      <a:pt x="68387" y="15216"/>
                      <a:pt x="68387" y="34110"/>
                    </a:cubicBezTo>
                    <a:cubicBezTo>
                      <a:pt x="68387" y="34110"/>
                      <a:pt x="68387" y="34110"/>
                      <a:pt x="68387" y="34110"/>
                    </a:cubicBezTo>
                    <a:cubicBezTo>
                      <a:pt x="68387" y="53004"/>
                      <a:pt x="53004" y="68387"/>
                      <a:pt x="34277" y="68387"/>
                    </a:cubicBezTo>
                    <a:close/>
                    <a:moveTo>
                      <a:pt x="34277" y="26753"/>
                    </a:moveTo>
                    <a:cubicBezTo>
                      <a:pt x="30097" y="26753"/>
                      <a:pt x="26753" y="30097"/>
                      <a:pt x="26753" y="34110"/>
                    </a:cubicBezTo>
                    <a:cubicBezTo>
                      <a:pt x="26753" y="38290"/>
                      <a:pt x="30097" y="41634"/>
                      <a:pt x="34110" y="41634"/>
                    </a:cubicBezTo>
                    <a:cubicBezTo>
                      <a:pt x="38290" y="41634"/>
                      <a:pt x="41634" y="38290"/>
                      <a:pt x="41634" y="34277"/>
                    </a:cubicBezTo>
                    <a:cubicBezTo>
                      <a:pt x="41634" y="34277"/>
                      <a:pt x="41634" y="34277"/>
                      <a:pt x="41634" y="34277"/>
                    </a:cubicBezTo>
                    <a:cubicBezTo>
                      <a:pt x="41634" y="30097"/>
                      <a:pt x="38290" y="26753"/>
                      <a:pt x="34277" y="26753"/>
                    </a:cubicBez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42" name="Group 41">
            <a:extLst>
              <a:ext uri="{FF2B5EF4-FFF2-40B4-BE49-F238E27FC236}">
                <a16:creationId xmlns:a16="http://schemas.microsoft.com/office/drawing/2014/main" id="{4B376157-67A1-C31B-4C79-BAD42AAF1164}"/>
              </a:ext>
            </a:extLst>
          </p:cNvPr>
          <p:cNvGrpSpPr/>
          <p:nvPr/>
        </p:nvGrpSpPr>
        <p:grpSpPr>
          <a:xfrm>
            <a:off x="11473610" y="1490179"/>
            <a:ext cx="471791" cy="471791"/>
            <a:chOff x="11473610" y="1942177"/>
            <a:chExt cx="471791" cy="471791"/>
          </a:xfrm>
        </p:grpSpPr>
        <p:sp>
          <p:nvSpPr>
            <p:cNvPr id="68" name="Oval 67">
              <a:extLst>
                <a:ext uri="{FF2B5EF4-FFF2-40B4-BE49-F238E27FC236}">
                  <a16:creationId xmlns:a16="http://schemas.microsoft.com/office/drawing/2014/main" id="{5F91BE62-9861-1E0B-AF47-3A091D4F0026}"/>
                </a:ext>
              </a:extLst>
            </p:cNvPr>
            <p:cNvSpPr/>
            <p:nvPr/>
          </p:nvSpPr>
          <p:spPr>
            <a:xfrm>
              <a:off x="11473610"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69" name="Group 68">
              <a:extLst>
                <a:ext uri="{FF2B5EF4-FFF2-40B4-BE49-F238E27FC236}">
                  <a16:creationId xmlns:a16="http://schemas.microsoft.com/office/drawing/2014/main" id="{13230CDF-D860-AE87-9F8F-A0C3A846FFA5}"/>
                </a:ext>
              </a:extLst>
            </p:cNvPr>
            <p:cNvGrpSpPr/>
            <p:nvPr/>
          </p:nvGrpSpPr>
          <p:grpSpPr>
            <a:xfrm>
              <a:off x="11570793" y="2043116"/>
              <a:ext cx="277520" cy="269933"/>
              <a:chOff x="11570793" y="2043116"/>
              <a:chExt cx="277520" cy="269933"/>
            </a:xfrm>
          </p:grpSpPr>
          <p:sp>
            <p:nvSpPr>
              <p:cNvPr id="70" name="Freeform 127">
                <a:extLst>
                  <a:ext uri="{FF2B5EF4-FFF2-40B4-BE49-F238E27FC236}">
                    <a16:creationId xmlns:a16="http://schemas.microsoft.com/office/drawing/2014/main" id="{ABD8CB95-F5B6-65D8-77C8-1E33C4F845BB}"/>
                  </a:ext>
                </a:extLst>
              </p:cNvPr>
              <p:cNvSpPr/>
              <p:nvPr/>
            </p:nvSpPr>
            <p:spPr>
              <a:xfrm>
                <a:off x="11570793" y="2043116"/>
                <a:ext cx="179741" cy="226257"/>
              </a:xfrm>
              <a:custGeom>
                <a:avLst/>
                <a:gdLst>
                  <a:gd name="connsiteX0" fmla="*/ 41995 w 179741"/>
                  <a:gd name="connsiteY0" fmla="*/ 226257 h 226257"/>
                  <a:gd name="connsiteX1" fmla="*/ 31425 w 179741"/>
                  <a:gd name="connsiteY1" fmla="*/ 221343 h 226257"/>
                  <a:gd name="connsiteX2" fmla="*/ 48307 w 179741"/>
                  <a:gd name="connsiteY2" fmla="*/ 31424 h 226257"/>
                  <a:gd name="connsiteX3" fmla="*/ 168886 w 179741"/>
                  <a:gd name="connsiteY3" fmla="*/ 4375 h 226257"/>
                  <a:gd name="connsiteX4" fmla="*/ 179422 w 179741"/>
                  <a:gd name="connsiteY4" fmla="*/ 20793 h 226257"/>
                  <a:gd name="connsiteX5" fmla="*/ 163005 w 179741"/>
                  <a:gd name="connsiteY5" fmla="*/ 31329 h 226257"/>
                  <a:gd name="connsiteX6" fmla="*/ 161989 w 179741"/>
                  <a:gd name="connsiteY6" fmla="*/ 31067 h 226257"/>
                  <a:gd name="connsiteX7" fmla="*/ 31017 w 179741"/>
                  <a:gd name="connsiteY7" fmla="*/ 107371 h 226257"/>
                  <a:gd name="connsiteX8" fmla="*/ 52548 w 179741"/>
                  <a:gd name="connsiteY8" fmla="*/ 203600 h 226257"/>
                  <a:gd name="connsiteX9" fmla="*/ 50841 w 179741"/>
                  <a:gd name="connsiteY9" fmla="*/ 223033 h 226257"/>
                  <a:gd name="connsiteX10" fmla="*/ 41995 w 179741"/>
                  <a:gd name="connsiteY10" fmla="*/ 226257 h 22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41" h="226257">
                    <a:moveTo>
                      <a:pt x="41995" y="226257"/>
                    </a:moveTo>
                    <a:cubicBezTo>
                      <a:pt x="37919" y="226261"/>
                      <a:pt x="34050" y="224462"/>
                      <a:pt x="31425" y="221343"/>
                    </a:cubicBezTo>
                    <a:cubicBezTo>
                      <a:pt x="-16358" y="164236"/>
                      <a:pt x="-8799" y="79207"/>
                      <a:pt x="48307" y="31424"/>
                    </a:cubicBezTo>
                    <a:cubicBezTo>
                      <a:pt x="81759" y="3434"/>
                      <a:pt x="126684" y="-6644"/>
                      <a:pt x="168886" y="4375"/>
                    </a:cubicBezTo>
                    <a:cubicBezTo>
                      <a:pt x="176330" y="5999"/>
                      <a:pt x="181046" y="13350"/>
                      <a:pt x="179422" y="20793"/>
                    </a:cubicBezTo>
                    <a:cubicBezTo>
                      <a:pt x="177798" y="28236"/>
                      <a:pt x="170447" y="32954"/>
                      <a:pt x="163005" y="31329"/>
                    </a:cubicBezTo>
                    <a:cubicBezTo>
                      <a:pt x="162663" y="31255"/>
                      <a:pt x="162324" y="31167"/>
                      <a:pt x="161989" y="31067"/>
                    </a:cubicBezTo>
                    <a:cubicBezTo>
                      <a:pt x="104751" y="15971"/>
                      <a:pt x="46113" y="50133"/>
                      <a:pt x="31017" y="107371"/>
                    </a:cubicBezTo>
                    <a:cubicBezTo>
                      <a:pt x="22136" y="141041"/>
                      <a:pt x="30166" y="176925"/>
                      <a:pt x="52548" y="203600"/>
                    </a:cubicBezTo>
                    <a:cubicBezTo>
                      <a:pt x="57443" y="209439"/>
                      <a:pt x="56678" y="218140"/>
                      <a:pt x="50841" y="223033"/>
                    </a:cubicBezTo>
                    <a:cubicBezTo>
                      <a:pt x="48361" y="225113"/>
                      <a:pt x="45231" y="226254"/>
                      <a:pt x="41995" y="226257"/>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1" name="Freeform 128">
                <a:extLst>
                  <a:ext uri="{FF2B5EF4-FFF2-40B4-BE49-F238E27FC236}">
                    <a16:creationId xmlns:a16="http://schemas.microsoft.com/office/drawing/2014/main" id="{1C00DF99-D098-F402-BA30-136E4D59B67F}"/>
                  </a:ext>
                </a:extLst>
              </p:cNvPr>
              <p:cNvSpPr/>
              <p:nvPr/>
            </p:nvSpPr>
            <p:spPr>
              <a:xfrm>
                <a:off x="11594873" y="2243457"/>
                <a:ext cx="54073" cy="54073"/>
              </a:xfrm>
              <a:custGeom>
                <a:avLst/>
                <a:gdLst>
                  <a:gd name="connsiteX0" fmla="*/ 27054 w 54073"/>
                  <a:gd name="connsiteY0" fmla="*/ 54074 h 54073"/>
                  <a:gd name="connsiteX1" fmla="*/ 0 w 54073"/>
                  <a:gd name="connsiteY1" fmla="*/ 27054 h 54073"/>
                  <a:gd name="connsiteX2" fmla="*/ 27020 w 54073"/>
                  <a:gd name="connsiteY2" fmla="*/ 0 h 54073"/>
                  <a:gd name="connsiteX3" fmla="*/ 54074 w 54073"/>
                  <a:gd name="connsiteY3" fmla="*/ 27020 h 54073"/>
                  <a:gd name="connsiteX4" fmla="*/ 54074 w 54073"/>
                  <a:gd name="connsiteY4" fmla="*/ 27037 h 54073"/>
                  <a:gd name="connsiteX5" fmla="*/ 27054 w 54073"/>
                  <a:gd name="connsiteY5" fmla="*/ 54074 h 54073"/>
                  <a:gd name="connsiteX6" fmla="*/ 27054 w 54073"/>
                  <a:gd name="connsiteY6" fmla="*/ 26485 h 54073"/>
                  <a:gd name="connsiteX7" fmla="*/ 26486 w 54073"/>
                  <a:gd name="connsiteY7" fmla="*/ 27020 h 54073"/>
                  <a:gd name="connsiteX8" fmla="*/ 26485 w 54073"/>
                  <a:gd name="connsiteY8" fmla="*/ 27037 h 54073"/>
                  <a:gd name="connsiteX9" fmla="*/ 26947 w 54073"/>
                  <a:gd name="connsiteY9" fmla="*/ 27696 h 54073"/>
                  <a:gd name="connsiteX10" fmla="*/ 27606 w 54073"/>
                  <a:gd name="connsiteY10" fmla="*/ 27234 h 54073"/>
                  <a:gd name="connsiteX11" fmla="*/ 27606 w 54073"/>
                  <a:gd name="connsiteY11" fmla="*/ 27037 h 54073"/>
                  <a:gd name="connsiteX12" fmla="*/ 27054 w 54073"/>
                  <a:gd name="connsiteY12"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073" h="54073">
                    <a:moveTo>
                      <a:pt x="27054" y="54074"/>
                    </a:moveTo>
                    <a:cubicBezTo>
                      <a:pt x="12122" y="54084"/>
                      <a:pt x="9" y="41987"/>
                      <a:pt x="0" y="27054"/>
                    </a:cubicBezTo>
                    <a:cubicBezTo>
                      <a:pt x="-9" y="12122"/>
                      <a:pt x="12088" y="10"/>
                      <a:pt x="27020" y="0"/>
                    </a:cubicBezTo>
                    <a:cubicBezTo>
                      <a:pt x="41952" y="-10"/>
                      <a:pt x="54064" y="12087"/>
                      <a:pt x="54074" y="27020"/>
                    </a:cubicBezTo>
                    <a:cubicBezTo>
                      <a:pt x="54074" y="27025"/>
                      <a:pt x="54074" y="27032"/>
                      <a:pt x="54074" y="27037"/>
                    </a:cubicBezTo>
                    <a:cubicBezTo>
                      <a:pt x="54064" y="41959"/>
                      <a:pt x="41976" y="54055"/>
                      <a:pt x="27054" y="54074"/>
                    </a:cubicBezTo>
                    <a:close/>
                    <a:moveTo>
                      <a:pt x="27054" y="26485"/>
                    </a:moveTo>
                    <a:cubicBezTo>
                      <a:pt x="26750" y="26475"/>
                      <a:pt x="26495" y="26715"/>
                      <a:pt x="26486" y="27020"/>
                    </a:cubicBezTo>
                    <a:cubicBezTo>
                      <a:pt x="26485" y="27025"/>
                      <a:pt x="26485" y="27032"/>
                      <a:pt x="26485" y="27037"/>
                    </a:cubicBezTo>
                    <a:cubicBezTo>
                      <a:pt x="26431" y="27346"/>
                      <a:pt x="26637" y="27642"/>
                      <a:pt x="26947" y="27696"/>
                    </a:cubicBezTo>
                    <a:cubicBezTo>
                      <a:pt x="27256" y="27751"/>
                      <a:pt x="27552" y="27544"/>
                      <a:pt x="27606" y="27234"/>
                    </a:cubicBezTo>
                    <a:cubicBezTo>
                      <a:pt x="27618" y="27170"/>
                      <a:pt x="27618" y="27103"/>
                      <a:pt x="27606" y="27037"/>
                    </a:cubicBezTo>
                    <a:cubicBezTo>
                      <a:pt x="27606" y="26732"/>
                      <a:pt x="27359" y="26485"/>
                      <a:pt x="27054"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2" name="Freeform 129">
                <a:extLst>
                  <a:ext uri="{FF2B5EF4-FFF2-40B4-BE49-F238E27FC236}">
                    <a16:creationId xmlns:a16="http://schemas.microsoft.com/office/drawing/2014/main" id="{73B03507-B0A9-5E07-FBF5-01B79A06EEDE}"/>
                  </a:ext>
                </a:extLst>
              </p:cNvPr>
              <p:cNvSpPr/>
              <p:nvPr/>
            </p:nvSpPr>
            <p:spPr>
              <a:xfrm>
                <a:off x="11669487" y="2086914"/>
                <a:ext cx="178826" cy="226135"/>
              </a:xfrm>
              <a:custGeom>
                <a:avLst/>
                <a:gdLst>
                  <a:gd name="connsiteX0" fmla="*/ 44069 w 178826"/>
                  <a:gd name="connsiteY0" fmla="*/ 226136 h 226135"/>
                  <a:gd name="connsiteX1" fmla="*/ 9842 w 178826"/>
                  <a:gd name="connsiteY1" fmla="*/ 221739 h 226135"/>
                  <a:gd name="connsiteX2" fmla="*/ 583 w 178826"/>
                  <a:gd name="connsiteY2" fmla="*/ 204568 h 226135"/>
                  <a:gd name="connsiteX3" fmla="*/ 16739 w 178826"/>
                  <a:gd name="connsiteY3" fmla="*/ 195047 h 226135"/>
                  <a:gd name="connsiteX4" fmla="*/ 147712 w 178826"/>
                  <a:gd name="connsiteY4" fmla="*/ 118743 h 226135"/>
                  <a:gd name="connsiteX5" fmla="*/ 126180 w 178826"/>
                  <a:gd name="connsiteY5" fmla="*/ 22514 h 226135"/>
                  <a:gd name="connsiteX6" fmla="*/ 128151 w 178826"/>
                  <a:gd name="connsiteY6" fmla="*/ 3105 h 226135"/>
                  <a:gd name="connsiteX7" fmla="*/ 147303 w 178826"/>
                  <a:gd name="connsiteY7" fmla="*/ 4771 h 226135"/>
                  <a:gd name="connsiteX8" fmla="*/ 130681 w 178826"/>
                  <a:gd name="connsiteY8" fmla="*/ 194616 h 226135"/>
                  <a:gd name="connsiteX9" fmla="*/ 44069 w 178826"/>
                  <a:gd name="connsiteY9" fmla="*/ 226136 h 22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8826" h="226135">
                    <a:moveTo>
                      <a:pt x="44069" y="226136"/>
                    </a:moveTo>
                    <a:cubicBezTo>
                      <a:pt x="32519" y="226134"/>
                      <a:pt x="21017" y="224656"/>
                      <a:pt x="9842" y="221739"/>
                    </a:cubicBezTo>
                    <a:cubicBezTo>
                      <a:pt x="2543" y="219554"/>
                      <a:pt x="-1602" y="211866"/>
                      <a:pt x="583" y="204568"/>
                    </a:cubicBezTo>
                    <a:cubicBezTo>
                      <a:pt x="2651" y="197659"/>
                      <a:pt x="9693" y="193509"/>
                      <a:pt x="16739" y="195047"/>
                    </a:cubicBezTo>
                    <a:cubicBezTo>
                      <a:pt x="73977" y="210143"/>
                      <a:pt x="132615" y="175981"/>
                      <a:pt x="147712" y="118743"/>
                    </a:cubicBezTo>
                    <a:cubicBezTo>
                      <a:pt x="156592" y="85073"/>
                      <a:pt x="148563" y="49188"/>
                      <a:pt x="126180" y="22514"/>
                    </a:cubicBezTo>
                    <a:cubicBezTo>
                      <a:pt x="121364" y="16610"/>
                      <a:pt x="122247" y="7921"/>
                      <a:pt x="128151" y="3105"/>
                    </a:cubicBezTo>
                    <a:cubicBezTo>
                      <a:pt x="133934" y="-1612"/>
                      <a:pt x="142421" y="-874"/>
                      <a:pt x="147303" y="4771"/>
                    </a:cubicBezTo>
                    <a:cubicBezTo>
                      <a:pt x="195137" y="61785"/>
                      <a:pt x="187695" y="146780"/>
                      <a:pt x="130681" y="194616"/>
                    </a:cubicBezTo>
                    <a:cubicBezTo>
                      <a:pt x="106413" y="214976"/>
                      <a:pt x="75748" y="226136"/>
                      <a:pt x="44069" y="226136"/>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3" name="Freeform 130">
                <a:extLst>
                  <a:ext uri="{FF2B5EF4-FFF2-40B4-BE49-F238E27FC236}">
                    <a16:creationId xmlns:a16="http://schemas.microsoft.com/office/drawing/2014/main" id="{B98700F7-C45A-3444-95DB-03C4BE2520A9}"/>
                  </a:ext>
                </a:extLst>
              </p:cNvPr>
              <p:cNvSpPr/>
              <p:nvPr/>
            </p:nvSpPr>
            <p:spPr>
              <a:xfrm>
                <a:off x="11770096" y="2058595"/>
                <a:ext cx="54074" cy="54073"/>
              </a:xfrm>
              <a:custGeom>
                <a:avLst/>
                <a:gdLst>
                  <a:gd name="connsiteX0" fmla="*/ 26985 w 54074"/>
                  <a:gd name="connsiteY0" fmla="*/ 54074 h 54073"/>
                  <a:gd name="connsiteX1" fmla="*/ 0 w 54074"/>
                  <a:gd name="connsiteY1" fmla="*/ 26985 h 54073"/>
                  <a:gd name="connsiteX2" fmla="*/ 27089 w 54074"/>
                  <a:gd name="connsiteY2" fmla="*/ 0 h 54073"/>
                  <a:gd name="connsiteX3" fmla="*/ 54074 w 54074"/>
                  <a:gd name="connsiteY3" fmla="*/ 27054 h 54073"/>
                  <a:gd name="connsiteX4" fmla="*/ 26985 w 54074"/>
                  <a:gd name="connsiteY4" fmla="*/ 54074 h 54073"/>
                  <a:gd name="connsiteX5" fmla="*/ 26985 w 54074"/>
                  <a:gd name="connsiteY5" fmla="*/ 26485 h 54073"/>
                  <a:gd name="connsiteX6" fmla="*/ 26434 w 54074"/>
                  <a:gd name="connsiteY6" fmla="*/ 27054 h 54073"/>
                  <a:gd name="connsiteX7" fmla="*/ 27092 w 54074"/>
                  <a:gd name="connsiteY7" fmla="*/ 27516 h 54073"/>
                  <a:gd name="connsiteX8" fmla="*/ 27554 w 54074"/>
                  <a:gd name="connsiteY8" fmla="*/ 27054 h 54073"/>
                  <a:gd name="connsiteX9" fmla="*/ 26985 w 54074"/>
                  <a:gd name="connsiteY9"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74" h="54073">
                    <a:moveTo>
                      <a:pt x="26985" y="54074"/>
                    </a:moveTo>
                    <a:cubicBezTo>
                      <a:pt x="12053" y="54045"/>
                      <a:pt x="-29" y="41917"/>
                      <a:pt x="0" y="26985"/>
                    </a:cubicBezTo>
                    <a:cubicBezTo>
                      <a:pt x="29" y="12053"/>
                      <a:pt x="12156" y="-29"/>
                      <a:pt x="27089" y="0"/>
                    </a:cubicBezTo>
                    <a:cubicBezTo>
                      <a:pt x="42007" y="29"/>
                      <a:pt x="54083" y="12135"/>
                      <a:pt x="54074" y="27054"/>
                    </a:cubicBezTo>
                    <a:cubicBezTo>
                      <a:pt x="54055" y="41996"/>
                      <a:pt x="41926" y="54093"/>
                      <a:pt x="26985" y="54074"/>
                    </a:cubicBezTo>
                    <a:close/>
                    <a:moveTo>
                      <a:pt x="26985" y="26485"/>
                    </a:moveTo>
                    <a:cubicBezTo>
                      <a:pt x="26678" y="26494"/>
                      <a:pt x="26434" y="26746"/>
                      <a:pt x="26434" y="27054"/>
                    </a:cubicBezTo>
                    <a:cubicBezTo>
                      <a:pt x="26489" y="27364"/>
                      <a:pt x="26784" y="27570"/>
                      <a:pt x="27092" y="27516"/>
                    </a:cubicBezTo>
                    <a:cubicBezTo>
                      <a:pt x="27328" y="27474"/>
                      <a:pt x="27513" y="27290"/>
                      <a:pt x="27554" y="27054"/>
                    </a:cubicBezTo>
                    <a:cubicBezTo>
                      <a:pt x="27554" y="26740"/>
                      <a:pt x="27299" y="26485"/>
                      <a:pt x="26985"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74" name="Graphic 336">
                <a:extLst>
                  <a:ext uri="{FF2B5EF4-FFF2-40B4-BE49-F238E27FC236}">
                    <a16:creationId xmlns:a16="http://schemas.microsoft.com/office/drawing/2014/main" id="{8A993323-35D4-BE69-638C-2E3017278E05}"/>
                  </a:ext>
                </a:extLst>
              </p:cNvPr>
              <p:cNvGrpSpPr/>
              <p:nvPr/>
            </p:nvGrpSpPr>
            <p:grpSpPr>
              <a:xfrm>
                <a:off x="11642426" y="2109389"/>
                <a:ext cx="134189" cy="138120"/>
                <a:chOff x="11642426" y="2109389"/>
                <a:chExt cx="134189" cy="138120"/>
              </a:xfrm>
              <a:solidFill>
                <a:srgbClr val="EF463C"/>
              </a:solidFill>
            </p:grpSpPr>
            <p:sp>
              <p:nvSpPr>
                <p:cNvPr id="75" name="Freeform 132">
                  <a:extLst>
                    <a:ext uri="{FF2B5EF4-FFF2-40B4-BE49-F238E27FC236}">
                      <a16:creationId xmlns:a16="http://schemas.microsoft.com/office/drawing/2014/main" id="{85CF67C4-A984-BEFB-358C-7F40BEE6A0F4}"/>
                    </a:ext>
                  </a:extLst>
                </p:cNvPr>
                <p:cNvSpPr/>
                <p:nvPr/>
              </p:nvSpPr>
              <p:spPr>
                <a:xfrm>
                  <a:off x="11681787" y="2109389"/>
                  <a:ext cx="34081" cy="51112"/>
                </a:xfrm>
                <a:custGeom>
                  <a:avLst/>
                  <a:gdLst>
                    <a:gd name="connsiteX0" fmla="*/ 20338 w 34081"/>
                    <a:gd name="connsiteY0" fmla="*/ 51112 h 51112"/>
                    <a:gd name="connsiteX1" fmla="*/ 7060 w 34081"/>
                    <a:gd name="connsiteY1" fmla="*/ 41008 h 51112"/>
                    <a:gd name="connsiteX2" fmla="*/ 318 w 34081"/>
                    <a:gd name="connsiteY2" fmla="*/ 16730 h 51112"/>
                    <a:gd name="connsiteX3" fmla="*/ 10864 w 34081"/>
                    <a:gd name="connsiteY3" fmla="*/ 317 h 51112"/>
                    <a:gd name="connsiteX4" fmla="*/ 26855 w 34081"/>
                    <a:gd name="connsiteY4" fmla="*/ 9350 h 51112"/>
                    <a:gd name="connsiteX5" fmla="*/ 33580 w 34081"/>
                    <a:gd name="connsiteY5" fmla="*/ 33628 h 51112"/>
                    <a:gd name="connsiteX6" fmla="*/ 24028 w 34081"/>
                    <a:gd name="connsiteY6" fmla="*/ 50578 h 51112"/>
                    <a:gd name="connsiteX7" fmla="*/ 20338 w 34081"/>
                    <a:gd name="connsiteY7" fmla="*/ 51112 h 51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081" h="51112">
                      <a:moveTo>
                        <a:pt x="20338" y="51112"/>
                      </a:moveTo>
                      <a:cubicBezTo>
                        <a:pt x="14146" y="51106"/>
                        <a:pt x="8717" y="46974"/>
                        <a:pt x="7060" y="41008"/>
                      </a:cubicBezTo>
                      <a:lnTo>
                        <a:pt x="318" y="16730"/>
                      </a:lnTo>
                      <a:cubicBezTo>
                        <a:pt x="-1302" y="9286"/>
                        <a:pt x="3420" y="1938"/>
                        <a:pt x="10864" y="317"/>
                      </a:cubicBezTo>
                      <a:cubicBezTo>
                        <a:pt x="17715" y="-1174"/>
                        <a:pt x="24595" y="2712"/>
                        <a:pt x="26855" y="9350"/>
                      </a:cubicBezTo>
                      <a:lnTo>
                        <a:pt x="33580" y="33628"/>
                      </a:lnTo>
                      <a:cubicBezTo>
                        <a:pt x="35601" y="40944"/>
                        <a:pt x="31332" y="48518"/>
                        <a:pt x="24028" y="50578"/>
                      </a:cubicBezTo>
                      <a:cubicBezTo>
                        <a:pt x="22826" y="50916"/>
                        <a:pt x="21586" y="51096"/>
                        <a:pt x="20338" y="51112"/>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6" name="Freeform 133">
                  <a:extLst>
                    <a:ext uri="{FF2B5EF4-FFF2-40B4-BE49-F238E27FC236}">
                      <a16:creationId xmlns:a16="http://schemas.microsoft.com/office/drawing/2014/main" id="{FB861D85-A617-CED7-533E-3382E0616D61}"/>
                    </a:ext>
                  </a:extLst>
                </p:cNvPr>
                <p:cNvSpPr/>
                <p:nvPr/>
              </p:nvSpPr>
              <p:spPr>
                <a:xfrm>
                  <a:off x="11712355" y="2115152"/>
                  <a:ext cx="40560" cy="48969"/>
                </a:xfrm>
                <a:custGeom>
                  <a:avLst/>
                  <a:gdLst>
                    <a:gd name="connsiteX0" fmla="*/ 13789 w 40560"/>
                    <a:gd name="connsiteY0" fmla="*/ 48970 h 48969"/>
                    <a:gd name="connsiteX1" fmla="*/ 0 w 40560"/>
                    <a:gd name="connsiteY1" fmla="*/ 35170 h 48969"/>
                    <a:gd name="connsiteX2" fmla="*/ 2012 w 40560"/>
                    <a:gd name="connsiteY2" fmla="*/ 28002 h 48969"/>
                    <a:gd name="connsiteX3" fmla="*/ 15134 w 40560"/>
                    <a:gd name="connsiteY3" fmla="*/ 6379 h 48969"/>
                    <a:gd name="connsiteX4" fmla="*/ 34182 w 40560"/>
                    <a:gd name="connsiteY4" fmla="*/ 2165 h 48969"/>
                    <a:gd name="connsiteX5" fmla="*/ 38722 w 40560"/>
                    <a:gd name="connsiteY5" fmla="*/ 20674 h 48969"/>
                    <a:gd name="connsiteX6" fmla="*/ 25600 w 40560"/>
                    <a:gd name="connsiteY6" fmla="*/ 42331 h 48969"/>
                    <a:gd name="connsiteX7" fmla="*/ 13789 w 40560"/>
                    <a:gd name="connsiteY7" fmla="*/ 48970 h 4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60" h="48969">
                      <a:moveTo>
                        <a:pt x="13789" y="48970"/>
                      </a:moveTo>
                      <a:cubicBezTo>
                        <a:pt x="6170" y="48967"/>
                        <a:pt x="-3" y="42788"/>
                        <a:pt x="0" y="35170"/>
                      </a:cubicBezTo>
                      <a:cubicBezTo>
                        <a:pt x="1" y="32641"/>
                        <a:pt x="697" y="30162"/>
                        <a:pt x="2012" y="28002"/>
                      </a:cubicBezTo>
                      <a:lnTo>
                        <a:pt x="15134" y="6379"/>
                      </a:lnTo>
                      <a:cubicBezTo>
                        <a:pt x="19231" y="-44"/>
                        <a:pt x="27757" y="-1931"/>
                        <a:pt x="34182" y="2165"/>
                      </a:cubicBezTo>
                      <a:cubicBezTo>
                        <a:pt x="40398" y="6130"/>
                        <a:pt x="42398" y="14282"/>
                        <a:pt x="38722" y="20674"/>
                      </a:cubicBezTo>
                      <a:lnTo>
                        <a:pt x="25600" y="42331"/>
                      </a:lnTo>
                      <a:cubicBezTo>
                        <a:pt x="23096" y="46458"/>
                        <a:pt x="18616" y="48976"/>
                        <a:pt x="13789" y="4897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7" name="Freeform 134">
                  <a:extLst>
                    <a:ext uri="{FF2B5EF4-FFF2-40B4-BE49-F238E27FC236}">
                      <a16:creationId xmlns:a16="http://schemas.microsoft.com/office/drawing/2014/main" id="{14D4E0AB-F522-2060-375F-EE3CD58746B6}"/>
                    </a:ext>
                  </a:extLst>
                </p:cNvPr>
                <p:cNvSpPr/>
                <p:nvPr/>
              </p:nvSpPr>
              <p:spPr>
                <a:xfrm>
                  <a:off x="11730312" y="2152481"/>
                  <a:ext cx="46303" cy="31384"/>
                </a:xfrm>
                <a:custGeom>
                  <a:avLst/>
                  <a:gdLst>
                    <a:gd name="connsiteX0" fmla="*/ 13954 w 46303"/>
                    <a:gd name="connsiteY0" fmla="*/ 31384 h 31384"/>
                    <a:gd name="connsiteX1" fmla="*/ 1 w 46303"/>
                    <a:gd name="connsiteY1" fmla="*/ 17750 h 31384"/>
                    <a:gd name="connsiteX2" fmla="*/ 11230 w 46303"/>
                    <a:gd name="connsiteY2" fmla="*/ 4037 h 31384"/>
                    <a:gd name="connsiteX3" fmla="*/ 29749 w 46303"/>
                    <a:gd name="connsiteY3" fmla="*/ 278 h 31384"/>
                    <a:gd name="connsiteX4" fmla="*/ 46026 w 46303"/>
                    <a:gd name="connsiteY4" fmla="*/ 11072 h 31384"/>
                    <a:gd name="connsiteX5" fmla="*/ 35232 w 46303"/>
                    <a:gd name="connsiteY5" fmla="*/ 27349 h 31384"/>
                    <a:gd name="connsiteX6" fmla="*/ 16713 w 46303"/>
                    <a:gd name="connsiteY6" fmla="*/ 31108 h 31384"/>
                    <a:gd name="connsiteX7" fmla="*/ 13954 w 46303"/>
                    <a:gd name="connsiteY7" fmla="*/ 31384 h 3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303" h="31384">
                      <a:moveTo>
                        <a:pt x="13954" y="31384"/>
                      </a:moveTo>
                      <a:cubicBezTo>
                        <a:pt x="6336" y="31472"/>
                        <a:pt x="89" y="25368"/>
                        <a:pt x="1" y="17750"/>
                      </a:cubicBezTo>
                      <a:cubicBezTo>
                        <a:pt x="-77" y="11061"/>
                        <a:pt x="4657" y="5280"/>
                        <a:pt x="11230" y="4037"/>
                      </a:cubicBezTo>
                      <a:lnTo>
                        <a:pt x="29749" y="278"/>
                      </a:lnTo>
                      <a:cubicBezTo>
                        <a:pt x="37224" y="-1237"/>
                        <a:pt x="44512" y="3596"/>
                        <a:pt x="46026" y="11072"/>
                      </a:cubicBezTo>
                      <a:cubicBezTo>
                        <a:pt x="47540" y="18547"/>
                        <a:pt x="42707" y="25835"/>
                        <a:pt x="35232" y="27349"/>
                      </a:cubicBezTo>
                      <a:lnTo>
                        <a:pt x="16713" y="31108"/>
                      </a:lnTo>
                      <a:cubicBezTo>
                        <a:pt x="15804" y="31292"/>
                        <a:pt x="14880" y="31385"/>
                        <a:pt x="13954" y="3138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8" name="Freeform 135">
                  <a:extLst>
                    <a:ext uri="{FF2B5EF4-FFF2-40B4-BE49-F238E27FC236}">
                      <a16:creationId xmlns:a16="http://schemas.microsoft.com/office/drawing/2014/main" id="{4EB1841D-2AFE-354A-0A65-815CEDDACEB5}"/>
                    </a:ext>
                  </a:extLst>
                </p:cNvPr>
                <p:cNvSpPr/>
                <p:nvPr/>
              </p:nvSpPr>
              <p:spPr>
                <a:xfrm>
                  <a:off x="11725062" y="2181654"/>
                  <a:ext cx="46842" cy="39214"/>
                </a:xfrm>
                <a:custGeom>
                  <a:avLst/>
                  <a:gdLst>
                    <a:gd name="connsiteX0" fmla="*/ 33016 w 46842"/>
                    <a:gd name="connsiteY0" fmla="*/ 39215 h 39214"/>
                    <a:gd name="connsiteX1" fmla="*/ 25895 w 46842"/>
                    <a:gd name="connsiteY1" fmla="*/ 37232 h 39214"/>
                    <a:gd name="connsiteX2" fmla="*/ 6669 w 46842"/>
                    <a:gd name="connsiteY2" fmla="*/ 25610 h 39214"/>
                    <a:gd name="connsiteX3" fmla="*/ 1987 w 46842"/>
                    <a:gd name="connsiteY3" fmla="*/ 6669 h 39214"/>
                    <a:gd name="connsiteX4" fmla="*/ 20929 w 46842"/>
                    <a:gd name="connsiteY4" fmla="*/ 1987 h 39214"/>
                    <a:gd name="connsiteX5" fmla="*/ 40172 w 46842"/>
                    <a:gd name="connsiteY5" fmla="*/ 13609 h 39214"/>
                    <a:gd name="connsiteX6" fmla="*/ 44858 w 46842"/>
                    <a:gd name="connsiteY6" fmla="*/ 32545 h 39214"/>
                    <a:gd name="connsiteX7" fmla="*/ 33016 w 46842"/>
                    <a:gd name="connsiteY7" fmla="*/ 39215 h 3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842" h="39214">
                      <a:moveTo>
                        <a:pt x="33016" y="39215"/>
                      </a:moveTo>
                      <a:cubicBezTo>
                        <a:pt x="30505" y="39215"/>
                        <a:pt x="28043" y="38529"/>
                        <a:pt x="25895" y="37232"/>
                      </a:cubicBezTo>
                      <a:lnTo>
                        <a:pt x="6669" y="25610"/>
                      </a:lnTo>
                      <a:cubicBezTo>
                        <a:pt x="145" y="21672"/>
                        <a:pt x="-1951" y="13192"/>
                        <a:pt x="1987" y="6669"/>
                      </a:cubicBezTo>
                      <a:cubicBezTo>
                        <a:pt x="5925" y="145"/>
                        <a:pt x="14406" y="-1951"/>
                        <a:pt x="20929" y="1987"/>
                      </a:cubicBezTo>
                      <a:lnTo>
                        <a:pt x="40172" y="13609"/>
                      </a:lnTo>
                      <a:cubicBezTo>
                        <a:pt x="46695" y="17544"/>
                        <a:pt x="48793" y="26022"/>
                        <a:pt x="44858" y="32545"/>
                      </a:cubicBezTo>
                      <a:cubicBezTo>
                        <a:pt x="42355" y="36694"/>
                        <a:pt x="37860" y="39225"/>
                        <a:pt x="33016" y="3921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9" name="Freeform 136">
                  <a:extLst>
                    <a:ext uri="{FF2B5EF4-FFF2-40B4-BE49-F238E27FC236}">
                      <a16:creationId xmlns:a16="http://schemas.microsoft.com/office/drawing/2014/main" id="{56B423C2-7750-A172-E74C-526642B31538}"/>
                    </a:ext>
                  </a:extLst>
                </p:cNvPr>
                <p:cNvSpPr/>
                <p:nvPr/>
              </p:nvSpPr>
              <p:spPr>
                <a:xfrm>
                  <a:off x="11702289" y="2201764"/>
                  <a:ext cx="31987" cy="45745"/>
                </a:xfrm>
                <a:custGeom>
                  <a:avLst/>
                  <a:gdLst>
                    <a:gd name="connsiteX0" fmla="*/ 18182 w 31987"/>
                    <a:gd name="connsiteY0" fmla="*/ 45745 h 45745"/>
                    <a:gd name="connsiteX1" fmla="*/ 4784 w 31987"/>
                    <a:gd name="connsiteY1" fmla="*/ 35192 h 45745"/>
                    <a:gd name="connsiteX2" fmla="*/ 387 w 31987"/>
                    <a:gd name="connsiteY2" fmla="*/ 17036 h 45745"/>
                    <a:gd name="connsiteX3" fmla="*/ 10569 w 31987"/>
                    <a:gd name="connsiteY3" fmla="*/ 388 h 45745"/>
                    <a:gd name="connsiteX4" fmla="*/ 27217 w 31987"/>
                    <a:gd name="connsiteY4" fmla="*/ 10570 h 45745"/>
                    <a:gd name="connsiteX5" fmla="*/ 31597 w 31987"/>
                    <a:gd name="connsiteY5" fmla="*/ 28709 h 45745"/>
                    <a:gd name="connsiteX6" fmla="*/ 21437 w 31987"/>
                    <a:gd name="connsiteY6" fmla="*/ 45362 h 45745"/>
                    <a:gd name="connsiteX7" fmla="*/ 21424 w 31987"/>
                    <a:gd name="connsiteY7" fmla="*/ 45366 h 45745"/>
                    <a:gd name="connsiteX8" fmla="*/ 18182 w 31987"/>
                    <a:gd name="connsiteY8" fmla="*/ 45745 h 4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87" h="45745">
                      <a:moveTo>
                        <a:pt x="18182" y="45745"/>
                      </a:moveTo>
                      <a:cubicBezTo>
                        <a:pt x="11816" y="45740"/>
                        <a:pt x="6280" y="41379"/>
                        <a:pt x="4784" y="35192"/>
                      </a:cubicBezTo>
                      <a:lnTo>
                        <a:pt x="387" y="17036"/>
                      </a:lnTo>
                      <a:cubicBezTo>
                        <a:pt x="-1398" y="9626"/>
                        <a:pt x="3160" y="2174"/>
                        <a:pt x="10569" y="388"/>
                      </a:cubicBezTo>
                      <a:cubicBezTo>
                        <a:pt x="17978" y="-1399"/>
                        <a:pt x="25432" y="3160"/>
                        <a:pt x="27217" y="10570"/>
                      </a:cubicBezTo>
                      <a:lnTo>
                        <a:pt x="31597" y="28709"/>
                      </a:lnTo>
                      <a:cubicBezTo>
                        <a:pt x="33390" y="36113"/>
                        <a:pt x="28842" y="43569"/>
                        <a:pt x="21437" y="45362"/>
                      </a:cubicBezTo>
                      <a:cubicBezTo>
                        <a:pt x="21432" y="45364"/>
                        <a:pt x="21428" y="45364"/>
                        <a:pt x="21424" y="45366"/>
                      </a:cubicBezTo>
                      <a:cubicBezTo>
                        <a:pt x="20362" y="45618"/>
                        <a:pt x="19274" y="45745"/>
                        <a:pt x="18182" y="4574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0" name="Freeform 137">
                  <a:extLst>
                    <a:ext uri="{FF2B5EF4-FFF2-40B4-BE49-F238E27FC236}">
                      <a16:creationId xmlns:a16="http://schemas.microsoft.com/office/drawing/2014/main" id="{E5F8A878-FE89-DEA2-960F-59D3A05DA5F9}"/>
                    </a:ext>
                  </a:extLst>
                </p:cNvPr>
                <p:cNvSpPr/>
                <p:nvPr/>
              </p:nvSpPr>
              <p:spPr>
                <a:xfrm>
                  <a:off x="11665963" y="2194759"/>
                  <a:ext cx="38617" cy="46490"/>
                </a:xfrm>
                <a:custGeom>
                  <a:avLst/>
                  <a:gdLst>
                    <a:gd name="connsiteX0" fmla="*/ 13746 w 38617"/>
                    <a:gd name="connsiteY0" fmla="*/ 46490 h 46490"/>
                    <a:gd name="connsiteX1" fmla="*/ 0 w 38617"/>
                    <a:gd name="connsiteY1" fmla="*/ 32648 h 46490"/>
                    <a:gd name="connsiteX2" fmla="*/ 1848 w 38617"/>
                    <a:gd name="connsiteY2" fmla="*/ 25799 h 46490"/>
                    <a:gd name="connsiteX3" fmla="*/ 12815 w 38617"/>
                    <a:gd name="connsiteY3" fmla="*/ 7004 h 46490"/>
                    <a:gd name="connsiteX4" fmla="*/ 31613 w 38617"/>
                    <a:gd name="connsiteY4" fmla="*/ 1791 h 46490"/>
                    <a:gd name="connsiteX5" fmla="*/ 36827 w 38617"/>
                    <a:gd name="connsiteY5" fmla="*/ 20590 h 46490"/>
                    <a:gd name="connsiteX6" fmla="*/ 36645 w 38617"/>
                    <a:gd name="connsiteY6" fmla="*/ 20902 h 46490"/>
                    <a:gd name="connsiteX7" fmla="*/ 25678 w 38617"/>
                    <a:gd name="connsiteY7" fmla="*/ 39714 h 46490"/>
                    <a:gd name="connsiteX8" fmla="*/ 13746 w 38617"/>
                    <a:gd name="connsiteY8" fmla="*/ 46490 h 46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17" h="46490">
                      <a:moveTo>
                        <a:pt x="13746" y="46490"/>
                      </a:moveTo>
                      <a:cubicBezTo>
                        <a:pt x="6128" y="46463"/>
                        <a:pt x="-27" y="40266"/>
                        <a:pt x="0" y="32648"/>
                      </a:cubicBezTo>
                      <a:cubicBezTo>
                        <a:pt x="9" y="30242"/>
                        <a:pt x="646" y="27882"/>
                        <a:pt x="1848" y="25799"/>
                      </a:cubicBezTo>
                      <a:lnTo>
                        <a:pt x="12815" y="7004"/>
                      </a:lnTo>
                      <a:cubicBezTo>
                        <a:pt x="16566" y="373"/>
                        <a:pt x="24983" y="-1961"/>
                        <a:pt x="31613" y="1791"/>
                      </a:cubicBezTo>
                      <a:cubicBezTo>
                        <a:pt x="38244" y="5542"/>
                        <a:pt x="40578" y="13958"/>
                        <a:pt x="36827" y="20590"/>
                      </a:cubicBezTo>
                      <a:cubicBezTo>
                        <a:pt x="36767" y="20695"/>
                        <a:pt x="36707" y="20798"/>
                        <a:pt x="36645" y="20902"/>
                      </a:cubicBezTo>
                      <a:lnTo>
                        <a:pt x="25678" y="39714"/>
                      </a:lnTo>
                      <a:cubicBezTo>
                        <a:pt x="23186" y="43932"/>
                        <a:pt x="18644" y="46511"/>
                        <a:pt x="13746" y="4649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1" name="Freeform 138">
                  <a:extLst>
                    <a:ext uri="{FF2B5EF4-FFF2-40B4-BE49-F238E27FC236}">
                      <a16:creationId xmlns:a16="http://schemas.microsoft.com/office/drawing/2014/main" id="{59D5D8EB-C204-B11D-F7C6-8ECCCA53316E}"/>
                    </a:ext>
                  </a:extLst>
                </p:cNvPr>
                <p:cNvSpPr/>
                <p:nvPr/>
              </p:nvSpPr>
              <p:spPr>
                <a:xfrm>
                  <a:off x="11642426" y="2171965"/>
                  <a:ext cx="48292" cy="33233"/>
                </a:xfrm>
                <a:custGeom>
                  <a:avLst/>
                  <a:gdLst>
                    <a:gd name="connsiteX0" fmla="*/ 13781 w 48292"/>
                    <a:gd name="connsiteY0" fmla="*/ 33230 h 33233"/>
                    <a:gd name="connsiteX1" fmla="*/ 0 w 48292"/>
                    <a:gd name="connsiteY1" fmla="*/ 19422 h 33233"/>
                    <a:gd name="connsiteX2" fmla="*/ 10177 w 48292"/>
                    <a:gd name="connsiteY2" fmla="*/ 6124 h 33233"/>
                    <a:gd name="connsiteX3" fmla="*/ 30696 w 48292"/>
                    <a:gd name="connsiteY3" fmla="*/ 537 h 33233"/>
                    <a:gd name="connsiteX4" fmla="*/ 47756 w 48292"/>
                    <a:gd name="connsiteY4" fmla="*/ 9999 h 33233"/>
                    <a:gd name="connsiteX5" fmla="*/ 38294 w 48292"/>
                    <a:gd name="connsiteY5" fmla="*/ 27059 h 33233"/>
                    <a:gd name="connsiteX6" fmla="*/ 37921 w 48292"/>
                    <a:gd name="connsiteY6" fmla="*/ 27160 h 33233"/>
                    <a:gd name="connsiteX7" fmla="*/ 17402 w 48292"/>
                    <a:gd name="connsiteY7" fmla="*/ 32833 h 33233"/>
                    <a:gd name="connsiteX8" fmla="*/ 13781 w 48292"/>
                    <a:gd name="connsiteY8" fmla="*/ 33230 h 3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92" h="33233">
                      <a:moveTo>
                        <a:pt x="13781" y="33230"/>
                      </a:moveTo>
                      <a:cubicBezTo>
                        <a:pt x="6162" y="33223"/>
                        <a:pt x="-8" y="27040"/>
                        <a:pt x="0" y="19422"/>
                      </a:cubicBezTo>
                      <a:cubicBezTo>
                        <a:pt x="6" y="13201"/>
                        <a:pt x="4174" y="7755"/>
                        <a:pt x="10177" y="6124"/>
                      </a:cubicBezTo>
                      <a:lnTo>
                        <a:pt x="30696" y="537"/>
                      </a:lnTo>
                      <a:cubicBezTo>
                        <a:pt x="38020" y="-1561"/>
                        <a:pt x="45658" y="2675"/>
                        <a:pt x="47756" y="9999"/>
                      </a:cubicBezTo>
                      <a:cubicBezTo>
                        <a:pt x="49854" y="17323"/>
                        <a:pt x="45618" y="24961"/>
                        <a:pt x="38294" y="27059"/>
                      </a:cubicBezTo>
                      <a:cubicBezTo>
                        <a:pt x="38170" y="27094"/>
                        <a:pt x="38046" y="27128"/>
                        <a:pt x="37921" y="27160"/>
                      </a:cubicBezTo>
                      <a:lnTo>
                        <a:pt x="17402" y="32833"/>
                      </a:lnTo>
                      <a:cubicBezTo>
                        <a:pt x="16217" y="33124"/>
                        <a:pt x="15000" y="33257"/>
                        <a:pt x="13781" y="3323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2" name="Freeform 139">
                  <a:extLst>
                    <a:ext uri="{FF2B5EF4-FFF2-40B4-BE49-F238E27FC236}">
                      <a16:creationId xmlns:a16="http://schemas.microsoft.com/office/drawing/2014/main" id="{E9E0AD9E-0E4D-1E65-9F3B-68EC1C9D1F9A}"/>
                    </a:ext>
                  </a:extLst>
                </p:cNvPr>
                <p:cNvSpPr/>
                <p:nvPr/>
              </p:nvSpPr>
              <p:spPr>
                <a:xfrm>
                  <a:off x="11647198" y="2133707"/>
                  <a:ext cx="47286" cy="40433"/>
                </a:xfrm>
                <a:custGeom>
                  <a:avLst/>
                  <a:gdLst>
                    <a:gd name="connsiteX0" fmla="*/ 33390 w 47286"/>
                    <a:gd name="connsiteY0" fmla="*/ 40434 h 40433"/>
                    <a:gd name="connsiteX1" fmla="*/ 25872 w 47286"/>
                    <a:gd name="connsiteY1" fmla="*/ 38192 h 40433"/>
                    <a:gd name="connsiteX2" fmla="*/ 6267 w 47286"/>
                    <a:gd name="connsiteY2" fmla="*/ 25363 h 40433"/>
                    <a:gd name="connsiteX3" fmla="*/ 2240 w 47286"/>
                    <a:gd name="connsiteY3" fmla="*/ 6267 h 40433"/>
                    <a:gd name="connsiteX4" fmla="*/ 21337 w 47286"/>
                    <a:gd name="connsiteY4" fmla="*/ 2240 h 40433"/>
                    <a:gd name="connsiteX5" fmla="*/ 41028 w 47286"/>
                    <a:gd name="connsiteY5" fmla="*/ 15086 h 40433"/>
                    <a:gd name="connsiteX6" fmla="*/ 45043 w 47286"/>
                    <a:gd name="connsiteY6" fmla="*/ 34177 h 40433"/>
                    <a:gd name="connsiteX7" fmla="*/ 33476 w 47286"/>
                    <a:gd name="connsiteY7" fmla="*/ 40434 h 4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286" h="40433">
                      <a:moveTo>
                        <a:pt x="33390" y="40434"/>
                      </a:moveTo>
                      <a:cubicBezTo>
                        <a:pt x="30720" y="40430"/>
                        <a:pt x="28108" y="39651"/>
                        <a:pt x="25872" y="38192"/>
                      </a:cubicBezTo>
                      <a:lnTo>
                        <a:pt x="6267" y="25363"/>
                      </a:lnTo>
                      <a:cubicBezTo>
                        <a:pt x="-119" y="21202"/>
                        <a:pt x="-1921" y="12652"/>
                        <a:pt x="2240" y="6267"/>
                      </a:cubicBezTo>
                      <a:cubicBezTo>
                        <a:pt x="6402" y="-119"/>
                        <a:pt x="14952" y="-1921"/>
                        <a:pt x="21337" y="2240"/>
                      </a:cubicBezTo>
                      <a:lnTo>
                        <a:pt x="41028" y="15086"/>
                      </a:lnTo>
                      <a:cubicBezTo>
                        <a:pt x="47409" y="19249"/>
                        <a:pt x="49206" y="27797"/>
                        <a:pt x="45043" y="34177"/>
                      </a:cubicBezTo>
                      <a:cubicBezTo>
                        <a:pt x="42494" y="38085"/>
                        <a:pt x="38142" y="40439"/>
                        <a:pt x="33476" y="4043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3" name="Freeform 140">
                  <a:extLst>
                    <a:ext uri="{FF2B5EF4-FFF2-40B4-BE49-F238E27FC236}">
                      <a16:creationId xmlns:a16="http://schemas.microsoft.com/office/drawing/2014/main" id="{7CADF7ED-F7C5-1BAE-BBD7-A81538DEF779}"/>
                    </a:ext>
                  </a:extLst>
                </p:cNvPr>
                <p:cNvSpPr/>
                <p:nvPr/>
              </p:nvSpPr>
              <p:spPr>
                <a:xfrm>
                  <a:off x="11662660" y="2132016"/>
                  <a:ext cx="94148" cy="94146"/>
                </a:xfrm>
                <a:custGeom>
                  <a:avLst/>
                  <a:gdLst>
                    <a:gd name="connsiteX0" fmla="*/ 47086 w 94148"/>
                    <a:gd name="connsiteY0" fmla="*/ 94147 h 94146"/>
                    <a:gd name="connsiteX1" fmla="*/ 0 w 94148"/>
                    <a:gd name="connsiteY1" fmla="*/ 47086 h 94146"/>
                    <a:gd name="connsiteX2" fmla="*/ 47061 w 94148"/>
                    <a:gd name="connsiteY2" fmla="*/ 0 h 94146"/>
                    <a:gd name="connsiteX3" fmla="*/ 92900 w 94148"/>
                    <a:gd name="connsiteY3" fmla="*/ 36314 h 94146"/>
                    <a:gd name="connsiteX4" fmla="*/ 92900 w 94148"/>
                    <a:gd name="connsiteY4" fmla="*/ 36314 h 94146"/>
                    <a:gd name="connsiteX5" fmla="*/ 57755 w 94148"/>
                    <a:gd name="connsiteY5" fmla="*/ 92910 h 94146"/>
                    <a:gd name="connsiteX6" fmla="*/ 47086 w 94148"/>
                    <a:gd name="connsiteY6" fmla="*/ 94147 h 94146"/>
                    <a:gd name="connsiteX7" fmla="*/ 47086 w 94148"/>
                    <a:gd name="connsiteY7" fmla="*/ 27589 h 94146"/>
                    <a:gd name="connsiteX8" fmla="*/ 42620 w 94148"/>
                    <a:gd name="connsiteY8" fmla="*/ 28106 h 94146"/>
                    <a:gd name="connsiteX9" fmla="*/ 28110 w 94148"/>
                    <a:gd name="connsiteY9" fmla="*/ 51531 h 94146"/>
                    <a:gd name="connsiteX10" fmla="*/ 51535 w 94148"/>
                    <a:gd name="connsiteY10" fmla="*/ 66041 h 94146"/>
                    <a:gd name="connsiteX11" fmla="*/ 66043 w 94148"/>
                    <a:gd name="connsiteY11" fmla="*/ 42671 h 94146"/>
                    <a:gd name="connsiteX12" fmla="*/ 66036 w 94148"/>
                    <a:gd name="connsiteY12" fmla="*/ 42642 h 94146"/>
                    <a:gd name="connsiteX13" fmla="*/ 66036 w 94148"/>
                    <a:gd name="connsiteY13" fmla="*/ 42642 h 94146"/>
                    <a:gd name="connsiteX14" fmla="*/ 47086 w 94148"/>
                    <a:gd name="connsiteY14" fmla="*/ 27589 h 9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148" h="94146">
                      <a:moveTo>
                        <a:pt x="47086" y="94147"/>
                      </a:moveTo>
                      <a:cubicBezTo>
                        <a:pt x="21088" y="94154"/>
                        <a:pt x="7" y="73084"/>
                        <a:pt x="0" y="47086"/>
                      </a:cubicBezTo>
                      <a:cubicBezTo>
                        <a:pt x="-7" y="21088"/>
                        <a:pt x="21063" y="7"/>
                        <a:pt x="47061" y="0"/>
                      </a:cubicBezTo>
                      <a:cubicBezTo>
                        <a:pt x="68919" y="-6"/>
                        <a:pt x="87905" y="15035"/>
                        <a:pt x="92900" y="36314"/>
                      </a:cubicBezTo>
                      <a:lnTo>
                        <a:pt x="92900" y="36314"/>
                      </a:lnTo>
                      <a:cubicBezTo>
                        <a:pt x="98823" y="61647"/>
                        <a:pt x="83089" y="86986"/>
                        <a:pt x="57755" y="92910"/>
                      </a:cubicBezTo>
                      <a:cubicBezTo>
                        <a:pt x="54257" y="93728"/>
                        <a:pt x="50678" y="94143"/>
                        <a:pt x="47086" y="94147"/>
                      </a:cubicBezTo>
                      <a:close/>
                      <a:moveTo>
                        <a:pt x="47086" y="27589"/>
                      </a:moveTo>
                      <a:cubicBezTo>
                        <a:pt x="45582" y="27592"/>
                        <a:pt x="44084" y="27766"/>
                        <a:pt x="42620" y="28106"/>
                      </a:cubicBezTo>
                      <a:cubicBezTo>
                        <a:pt x="32145" y="30568"/>
                        <a:pt x="25648" y="41055"/>
                        <a:pt x="28110" y="51531"/>
                      </a:cubicBezTo>
                      <a:cubicBezTo>
                        <a:pt x="30572" y="62006"/>
                        <a:pt x="41059" y="68503"/>
                        <a:pt x="51535" y="66041"/>
                      </a:cubicBezTo>
                      <a:cubicBezTo>
                        <a:pt x="61994" y="63594"/>
                        <a:pt x="68490" y="53131"/>
                        <a:pt x="66043" y="42671"/>
                      </a:cubicBezTo>
                      <a:cubicBezTo>
                        <a:pt x="66041" y="42662"/>
                        <a:pt x="66038" y="42652"/>
                        <a:pt x="66036" y="42642"/>
                      </a:cubicBezTo>
                      <a:lnTo>
                        <a:pt x="66036" y="42642"/>
                      </a:lnTo>
                      <a:cubicBezTo>
                        <a:pt x="63973" y="33838"/>
                        <a:pt x="56129" y="27606"/>
                        <a:pt x="47086" y="27589"/>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sp>
        <p:nvSpPr>
          <p:cNvPr id="43" name="Arrow: Pentagon 277">
            <a:extLst>
              <a:ext uri="{FF2B5EF4-FFF2-40B4-BE49-F238E27FC236}">
                <a16:creationId xmlns:a16="http://schemas.microsoft.com/office/drawing/2014/main" id="{13ADFB05-8E5D-1AC0-A8B8-2F8663F99AD4}"/>
              </a:ext>
            </a:extLst>
          </p:cNvPr>
          <p:cNvSpPr/>
          <p:nvPr/>
        </p:nvSpPr>
        <p:spPr>
          <a:xfrm>
            <a:off x="1075577" y="1362494"/>
            <a:ext cx="1643664" cy="964154"/>
          </a:xfrm>
          <a:prstGeom prst="homePlate">
            <a:avLst>
              <a:gd name="adj" fmla="val 30009"/>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21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Initiate</a:t>
            </a:r>
          </a:p>
        </p:txBody>
      </p:sp>
      <p:sp>
        <p:nvSpPr>
          <p:cNvPr id="44" name="Arrow: Pentagon 277">
            <a:extLst>
              <a:ext uri="{FF2B5EF4-FFF2-40B4-BE49-F238E27FC236}">
                <a16:creationId xmlns:a16="http://schemas.microsoft.com/office/drawing/2014/main" id="{A3161E05-E786-2B85-FD24-5AC30E75E304}"/>
              </a:ext>
            </a:extLst>
          </p:cNvPr>
          <p:cNvSpPr/>
          <p:nvPr/>
        </p:nvSpPr>
        <p:spPr>
          <a:xfrm>
            <a:off x="14299" y="1362494"/>
            <a:ext cx="1376502" cy="964154"/>
          </a:xfrm>
          <a:prstGeom prst="homePlate">
            <a:avLst>
              <a:gd name="adj" fmla="val 30009"/>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Discover</a:t>
            </a:r>
          </a:p>
        </p:txBody>
      </p:sp>
      <p:grpSp>
        <p:nvGrpSpPr>
          <p:cNvPr id="45" name="Group 44">
            <a:extLst>
              <a:ext uri="{FF2B5EF4-FFF2-40B4-BE49-F238E27FC236}">
                <a16:creationId xmlns:a16="http://schemas.microsoft.com/office/drawing/2014/main" id="{2499F5A1-8A40-1D8B-5FC9-5305C8840ADE}"/>
              </a:ext>
            </a:extLst>
          </p:cNvPr>
          <p:cNvGrpSpPr/>
          <p:nvPr/>
        </p:nvGrpSpPr>
        <p:grpSpPr>
          <a:xfrm>
            <a:off x="433241" y="1484737"/>
            <a:ext cx="471791" cy="471791"/>
            <a:chOff x="1650814" y="1570462"/>
            <a:chExt cx="471791" cy="471791"/>
          </a:xfrm>
        </p:grpSpPr>
        <p:sp>
          <p:nvSpPr>
            <p:cNvPr id="56" name="Oval 55">
              <a:extLst>
                <a:ext uri="{FF2B5EF4-FFF2-40B4-BE49-F238E27FC236}">
                  <a16:creationId xmlns:a16="http://schemas.microsoft.com/office/drawing/2014/main" id="{091DC4C6-B039-8EEB-B296-7D8755B3C20E}"/>
                </a:ext>
              </a:extLst>
            </p:cNvPr>
            <p:cNvSpPr/>
            <p:nvPr/>
          </p:nvSpPr>
          <p:spPr>
            <a:xfrm>
              <a:off x="1650814"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57" name="Graphic 43">
              <a:extLst>
                <a:ext uri="{FF2B5EF4-FFF2-40B4-BE49-F238E27FC236}">
                  <a16:creationId xmlns:a16="http://schemas.microsoft.com/office/drawing/2014/main" id="{11BC1DA1-F09A-490B-9CBE-BC8310447980}"/>
                </a:ext>
              </a:extLst>
            </p:cNvPr>
            <p:cNvGrpSpPr/>
            <p:nvPr/>
          </p:nvGrpSpPr>
          <p:grpSpPr>
            <a:xfrm>
              <a:off x="1750604" y="1669584"/>
              <a:ext cx="272210" cy="273546"/>
              <a:chOff x="1759940" y="1793479"/>
              <a:chExt cx="449934" cy="452143"/>
            </a:xfrm>
          </p:grpSpPr>
          <p:sp>
            <p:nvSpPr>
              <p:cNvPr id="58" name="Freeform: Shape 57">
                <a:extLst>
                  <a:ext uri="{FF2B5EF4-FFF2-40B4-BE49-F238E27FC236}">
                    <a16:creationId xmlns:a16="http://schemas.microsoft.com/office/drawing/2014/main" id="{74ADC575-0580-9A5C-0203-F5A3CC66B3B0}"/>
                  </a:ext>
                </a:extLst>
              </p:cNvPr>
              <p:cNvSpPr/>
              <p:nvPr/>
            </p:nvSpPr>
            <p:spPr>
              <a:xfrm>
                <a:off x="1759940"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0" y="43107"/>
                      <a:pt x="0" y="33458"/>
                      <a:pt x="0" y="21554"/>
                    </a:cubicBezTo>
                    <a:cubicBezTo>
                      <a:pt x="0" y="9650"/>
                      <a:pt x="9650" y="0"/>
                      <a:pt x="21554" y="0"/>
                    </a:cubicBezTo>
                    <a:lnTo>
                      <a:pt x="61967" y="0"/>
                    </a:lnTo>
                    <a:cubicBezTo>
                      <a:pt x="73871" y="0"/>
                      <a:pt x="83521" y="9650"/>
                      <a:pt x="83521" y="21554"/>
                    </a:cubicBezTo>
                    <a:cubicBezTo>
                      <a:pt x="83521" y="33458"/>
                      <a:pt x="73871" y="43107"/>
                      <a:pt x="61967" y="43107"/>
                    </a:cubicBezTo>
                    <a:close/>
                  </a:path>
                </a:pathLst>
              </a:custGeom>
              <a:solidFill>
                <a:srgbClr val="EF463C"/>
              </a:solidFill>
              <a:ln w="2667" cap="flat">
                <a:noFill/>
                <a:prstDash val="solid"/>
                <a:miter/>
              </a:ln>
            </p:spPr>
            <p:txBody>
              <a:bodyPr rtlCol="0" anchor="ctr"/>
              <a:lstStyle/>
              <a:p>
                <a:endParaRPr lang="en-MY"/>
              </a:p>
            </p:txBody>
          </p:sp>
          <p:grpSp>
            <p:nvGrpSpPr>
              <p:cNvPr id="59" name="Graphic 43">
                <a:extLst>
                  <a:ext uri="{FF2B5EF4-FFF2-40B4-BE49-F238E27FC236}">
                    <a16:creationId xmlns:a16="http://schemas.microsoft.com/office/drawing/2014/main" id="{3398A96A-C98B-E237-19C1-7843EC53AD58}"/>
                  </a:ext>
                </a:extLst>
              </p:cNvPr>
              <p:cNvGrpSpPr/>
              <p:nvPr/>
            </p:nvGrpSpPr>
            <p:grpSpPr>
              <a:xfrm>
                <a:off x="1853403" y="1895374"/>
                <a:ext cx="263656" cy="350248"/>
                <a:chOff x="1853403" y="1895374"/>
                <a:chExt cx="263656" cy="350248"/>
              </a:xfrm>
            </p:grpSpPr>
            <p:sp>
              <p:nvSpPr>
                <p:cNvPr id="64" name="Freeform: Shape 63">
                  <a:extLst>
                    <a:ext uri="{FF2B5EF4-FFF2-40B4-BE49-F238E27FC236}">
                      <a16:creationId xmlns:a16="http://schemas.microsoft.com/office/drawing/2014/main" id="{1223E9E4-1649-94D9-6402-BB6CFF891DE8}"/>
                    </a:ext>
                  </a:extLst>
                </p:cNvPr>
                <p:cNvSpPr/>
                <p:nvPr/>
              </p:nvSpPr>
              <p:spPr>
                <a:xfrm>
                  <a:off x="1853403" y="1895374"/>
                  <a:ext cx="263656" cy="256435"/>
                </a:xfrm>
                <a:custGeom>
                  <a:avLst/>
                  <a:gdLst>
                    <a:gd name="connsiteX0" fmla="*/ 182506 w 263656"/>
                    <a:gd name="connsiteY0" fmla="*/ 256436 h 256435"/>
                    <a:gd name="connsiteX1" fmla="*/ 160954 w 263656"/>
                    <a:gd name="connsiteY1" fmla="*/ 234879 h 256435"/>
                    <a:gd name="connsiteX2" fmla="*/ 174936 w 263656"/>
                    <a:gd name="connsiteY2" fmla="*/ 214702 h 256435"/>
                    <a:gd name="connsiteX3" fmla="*/ 220549 w 263656"/>
                    <a:gd name="connsiteY3" fmla="*/ 128891 h 256435"/>
                    <a:gd name="connsiteX4" fmla="*/ 131828 w 263656"/>
                    <a:gd name="connsiteY4" fmla="*/ 43107 h 256435"/>
                    <a:gd name="connsiteX5" fmla="*/ 43107 w 263656"/>
                    <a:gd name="connsiteY5" fmla="*/ 128891 h 256435"/>
                    <a:gd name="connsiteX6" fmla="*/ 90310 w 263656"/>
                    <a:gd name="connsiteY6" fmla="*/ 214271 h 256435"/>
                    <a:gd name="connsiteX7" fmla="*/ 103140 w 263656"/>
                    <a:gd name="connsiteY7" fmla="*/ 241922 h 256435"/>
                    <a:gd name="connsiteX8" fmla="*/ 75490 w 263656"/>
                    <a:gd name="connsiteY8" fmla="*/ 254752 h 256435"/>
                    <a:gd name="connsiteX9" fmla="*/ 74630 w 263656"/>
                    <a:gd name="connsiteY9" fmla="*/ 254415 h 256435"/>
                    <a:gd name="connsiteX10" fmla="*/ 0 w 263656"/>
                    <a:gd name="connsiteY10" fmla="*/ 128891 h 256435"/>
                    <a:gd name="connsiteX11" fmla="*/ 131828 w 263656"/>
                    <a:gd name="connsiteY11" fmla="*/ 0 h 256435"/>
                    <a:gd name="connsiteX12" fmla="*/ 263656 w 263656"/>
                    <a:gd name="connsiteY12" fmla="*/ 128891 h 256435"/>
                    <a:gd name="connsiteX13" fmla="*/ 190077 w 263656"/>
                    <a:gd name="connsiteY13" fmla="*/ 255062 h 256435"/>
                    <a:gd name="connsiteX14" fmla="*/ 182506 w 263656"/>
                    <a:gd name="connsiteY14" fmla="*/ 256436 h 25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656" h="256435">
                      <a:moveTo>
                        <a:pt x="182506" y="256436"/>
                      </a:moveTo>
                      <a:cubicBezTo>
                        <a:pt x="170603" y="256436"/>
                        <a:pt x="160953" y="246785"/>
                        <a:pt x="160954" y="234879"/>
                      </a:cubicBezTo>
                      <a:cubicBezTo>
                        <a:pt x="160955" y="225897"/>
                        <a:pt x="166527" y="217857"/>
                        <a:pt x="174936" y="214702"/>
                      </a:cubicBezTo>
                      <a:cubicBezTo>
                        <a:pt x="205192" y="203360"/>
                        <a:pt x="220549" y="174478"/>
                        <a:pt x="220549" y="128891"/>
                      </a:cubicBezTo>
                      <a:cubicBezTo>
                        <a:pt x="220549" y="79183"/>
                        <a:pt x="183234" y="43107"/>
                        <a:pt x="131828" y="43107"/>
                      </a:cubicBezTo>
                      <a:cubicBezTo>
                        <a:pt x="80422" y="43107"/>
                        <a:pt x="43107" y="79183"/>
                        <a:pt x="43107" y="128891"/>
                      </a:cubicBezTo>
                      <a:cubicBezTo>
                        <a:pt x="43107" y="159417"/>
                        <a:pt x="51190" y="198941"/>
                        <a:pt x="90310" y="214271"/>
                      </a:cubicBezTo>
                      <a:cubicBezTo>
                        <a:pt x="101488" y="218364"/>
                        <a:pt x="107233" y="230744"/>
                        <a:pt x="103140" y="241922"/>
                      </a:cubicBezTo>
                      <a:cubicBezTo>
                        <a:pt x="99048" y="253100"/>
                        <a:pt x="86669" y="258844"/>
                        <a:pt x="75490" y="254752"/>
                      </a:cubicBezTo>
                      <a:cubicBezTo>
                        <a:pt x="75201" y="254644"/>
                        <a:pt x="74914" y="254533"/>
                        <a:pt x="74630" y="254415"/>
                      </a:cubicBezTo>
                      <a:cubicBezTo>
                        <a:pt x="26511" y="235555"/>
                        <a:pt x="0" y="191020"/>
                        <a:pt x="0" y="128891"/>
                      </a:cubicBezTo>
                      <a:cubicBezTo>
                        <a:pt x="0" y="55393"/>
                        <a:pt x="56579" y="0"/>
                        <a:pt x="131828" y="0"/>
                      </a:cubicBezTo>
                      <a:cubicBezTo>
                        <a:pt x="207078" y="0"/>
                        <a:pt x="263656" y="55474"/>
                        <a:pt x="263656" y="128891"/>
                      </a:cubicBezTo>
                      <a:cubicBezTo>
                        <a:pt x="263656" y="210364"/>
                        <a:pt x="223647" y="242480"/>
                        <a:pt x="190077" y="255062"/>
                      </a:cubicBezTo>
                      <a:cubicBezTo>
                        <a:pt x="187655" y="255970"/>
                        <a:pt x="185093" y="256436"/>
                        <a:pt x="182506" y="256436"/>
                      </a:cubicBezTo>
                      <a:close/>
                    </a:path>
                  </a:pathLst>
                </a:custGeom>
                <a:solidFill>
                  <a:srgbClr val="C42828"/>
                </a:solidFill>
                <a:ln w="2667" cap="flat">
                  <a:noFill/>
                  <a:prstDash val="solid"/>
                  <a:miter/>
                </a:ln>
              </p:spPr>
              <p:txBody>
                <a:bodyPr rtlCol="0" anchor="ctr"/>
                <a:lstStyle/>
                <a:p>
                  <a:endParaRPr lang="en-MY"/>
                </a:p>
              </p:txBody>
            </p:sp>
            <p:sp>
              <p:nvSpPr>
                <p:cNvPr id="65" name="Freeform: Shape 64">
                  <a:extLst>
                    <a:ext uri="{FF2B5EF4-FFF2-40B4-BE49-F238E27FC236}">
                      <a16:creationId xmlns:a16="http://schemas.microsoft.com/office/drawing/2014/main" id="{5E17D433-1B99-BE80-F2D8-EF84E2D928E3}"/>
                    </a:ext>
                  </a:extLst>
                </p:cNvPr>
                <p:cNvSpPr/>
                <p:nvPr/>
              </p:nvSpPr>
              <p:spPr>
                <a:xfrm>
                  <a:off x="1923883" y="2151082"/>
                  <a:ext cx="122883" cy="43107"/>
                </a:xfrm>
                <a:custGeom>
                  <a:avLst/>
                  <a:gdLst>
                    <a:gd name="connsiteX0" fmla="*/ 101330 w 122883"/>
                    <a:gd name="connsiteY0" fmla="*/ 43107 h 43107"/>
                    <a:gd name="connsiteX1" fmla="*/ 21554 w 122883"/>
                    <a:gd name="connsiteY1" fmla="*/ 43107 h 43107"/>
                    <a:gd name="connsiteX2" fmla="*/ 0 w 122883"/>
                    <a:gd name="connsiteY2" fmla="*/ 21554 h 43107"/>
                    <a:gd name="connsiteX3" fmla="*/ 21554 w 122883"/>
                    <a:gd name="connsiteY3" fmla="*/ 0 h 43107"/>
                    <a:gd name="connsiteX4" fmla="*/ 101330 w 122883"/>
                    <a:gd name="connsiteY4" fmla="*/ 0 h 43107"/>
                    <a:gd name="connsiteX5" fmla="*/ 122883 w 122883"/>
                    <a:gd name="connsiteY5" fmla="*/ 21554 h 43107"/>
                    <a:gd name="connsiteX6" fmla="*/ 101330 w 122883"/>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883" h="43107">
                      <a:moveTo>
                        <a:pt x="101330" y="43107"/>
                      </a:moveTo>
                      <a:lnTo>
                        <a:pt x="21554" y="43107"/>
                      </a:lnTo>
                      <a:cubicBezTo>
                        <a:pt x="9650" y="43107"/>
                        <a:pt x="0" y="33457"/>
                        <a:pt x="0" y="21554"/>
                      </a:cubicBezTo>
                      <a:cubicBezTo>
                        <a:pt x="0" y="9651"/>
                        <a:pt x="9650" y="0"/>
                        <a:pt x="21554" y="0"/>
                      </a:cubicBezTo>
                      <a:lnTo>
                        <a:pt x="101330" y="0"/>
                      </a:lnTo>
                      <a:cubicBezTo>
                        <a:pt x="113233" y="0"/>
                        <a:pt x="122883" y="9651"/>
                        <a:pt x="122883" y="21554"/>
                      </a:cubicBezTo>
                      <a:cubicBezTo>
                        <a:pt x="122883" y="33457"/>
                        <a:pt x="113233" y="43107"/>
                        <a:pt x="101330" y="43107"/>
                      </a:cubicBezTo>
                      <a:close/>
                    </a:path>
                  </a:pathLst>
                </a:custGeom>
                <a:solidFill>
                  <a:srgbClr val="EF463C"/>
                </a:solidFill>
                <a:ln w="2667" cap="flat">
                  <a:noFill/>
                  <a:prstDash val="solid"/>
                  <a:miter/>
                </a:ln>
              </p:spPr>
              <p:txBody>
                <a:bodyPr rtlCol="0" anchor="ctr"/>
                <a:lstStyle/>
                <a:p>
                  <a:endParaRPr lang="en-MY"/>
                </a:p>
              </p:txBody>
            </p:sp>
            <p:sp>
              <p:nvSpPr>
                <p:cNvPr id="66" name="Freeform: Shape 65">
                  <a:extLst>
                    <a:ext uri="{FF2B5EF4-FFF2-40B4-BE49-F238E27FC236}">
                      <a16:creationId xmlns:a16="http://schemas.microsoft.com/office/drawing/2014/main" id="{B01E9FF2-B0E6-AB02-1109-73980EC45E2D}"/>
                    </a:ext>
                  </a:extLst>
                </p:cNvPr>
                <p:cNvSpPr/>
                <p:nvPr/>
              </p:nvSpPr>
              <p:spPr>
                <a:xfrm>
                  <a:off x="1923883" y="2202515"/>
                  <a:ext cx="120835" cy="43107"/>
                </a:xfrm>
                <a:custGeom>
                  <a:avLst/>
                  <a:gdLst>
                    <a:gd name="connsiteX0" fmla="*/ 99282 w 120835"/>
                    <a:gd name="connsiteY0" fmla="*/ 43107 h 43107"/>
                    <a:gd name="connsiteX1" fmla="*/ 21554 w 120835"/>
                    <a:gd name="connsiteY1" fmla="*/ 43107 h 43107"/>
                    <a:gd name="connsiteX2" fmla="*/ 0 w 120835"/>
                    <a:gd name="connsiteY2" fmla="*/ 21554 h 43107"/>
                    <a:gd name="connsiteX3" fmla="*/ 21554 w 120835"/>
                    <a:gd name="connsiteY3" fmla="*/ 0 h 43107"/>
                    <a:gd name="connsiteX4" fmla="*/ 99282 w 120835"/>
                    <a:gd name="connsiteY4" fmla="*/ 0 h 43107"/>
                    <a:gd name="connsiteX5" fmla="*/ 120836 w 120835"/>
                    <a:gd name="connsiteY5" fmla="*/ 21554 h 43107"/>
                    <a:gd name="connsiteX6" fmla="*/ 99282 w 120835"/>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35" h="43107">
                      <a:moveTo>
                        <a:pt x="99282" y="43107"/>
                      </a:moveTo>
                      <a:lnTo>
                        <a:pt x="21554" y="43107"/>
                      </a:lnTo>
                      <a:cubicBezTo>
                        <a:pt x="9650" y="43107"/>
                        <a:pt x="0" y="33457"/>
                        <a:pt x="0" y="21554"/>
                      </a:cubicBezTo>
                      <a:cubicBezTo>
                        <a:pt x="0" y="9651"/>
                        <a:pt x="9650" y="0"/>
                        <a:pt x="21554" y="0"/>
                      </a:cubicBezTo>
                      <a:lnTo>
                        <a:pt x="99282" y="0"/>
                      </a:lnTo>
                      <a:cubicBezTo>
                        <a:pt x="111185" y="0"/>
                        <a:pt x="120836" y="9651"/>
                        <a:pt x="120836" y="21554"/>
                      </a:cubicBezTo>
                      <a:cubicBezTo>
                        <a:pt x="120836" y="33457"/>
                        <a:pt x="111185" y="43107"/>
                        <a:pt x="99282" y="43107"/>
                      </a:cubicBezTo>
                      <a:close/>
                    </a:path>
                  </a:pathLst>
                </a:custGeom>
                <a:solidFill>
                  <a:srgbClr val="EF463C"/>
                </a:solidFill>
                <a:ln w="2667" cap="flat">
                  <a:noFill/>
                  <a:prstDash val="solid"/>
                  <a:miter/>
                </a:ln>
              </p:spPr>
              <p:txBody>
                <a:bodyPr rtlCol="0" anchor="ctr"/>
                <a:lstStyle/>
                <a:p>
                  <a:endParaRPr lang="en-MY"/>
                </a:p>
              </p:txBody>
            </p:sp>
            <p:sp>
              <p:nvSpPr>
                <p:cNvPr id="67" name="Freeform: Shape 66">
                  <a:extLst>
                    <a:ext uri="{FF2B5EF4-FFF2-40B4-BE49-F238E27FC236}">
                      <a16:creationId xmlns:a16="http://schemas.microsoft.com/office/drawing/2014/main" id="{FE6E04CE-DEC3-46E8-ECE1-A075D6AD1230}"/>
                    </a:ext>
                  </a:extLst>
                </p:cNvPr>
                <p:cNvSpPr/>
                <p:nvPr/>
              </p:nvSpPr>
              <p:spPr>
                <a:xfrm>
                  <a:off x="1915154" y="2109268"/>
                  <a:ext cx="140341" cy="136354"/>
                </a:xfrm>
                <a:custGeom>
                  <a:avLst/>
                  <a:gdLst>
                    <a:gd name="connsiteX0" fmla="*/ 118788 w 140341"/>
                    <a:gd name="connsiteY0" fmla="*/ 136354 h 136354"/>
                    <a:gd name="connsiteX1" fmla="*/ 21554 w 140341"/>
                    <a:gd name="connsiteY1" fmla="*/ 136354 h 136354"/>
                    <a:gd name="connsiteX2" fmla="*/ 0 w 140341"/>
                    <a:gd name="connsiteY2" fmla="*/ 114801 h 136354"/>
                    <a:gd name="connsiteX3" fmla="*/ 0 w 140341"/>
                    <a:gd name="connsiteY3" fmla="*/ 21554 h 136354"/>
                    <a:gd name="connsiteX4" fmla="*/ 21554 w 140341"/>
                    <a:gd name="connsiteY4" fmla="*/ 0 h 136354"/>
                    <a:gd name="connsiteX5" fmla="*/ 43107 w 140341"/>
                    <a:gd name="connsiteY5" fmla="*/ 21554 h 136354"/>
                    <a:gd name="connsiteX6" fmla="*/ 43107 w 140341"/>
                    <a:gd name="connsiteY6" fmla="*/ 93247 h 136354"/>
                    <a:gd name="connsiteX7" fmla="*/ 97234 w 140341"/>
                    <a:gd name="connsiteY7" fmla="*/ 93247 h 136354"/>
                    <a:gd name="connsiteX8" fmla="*/ 97234 w 140341"/>
                    <a:gd name="connsiteY8" fmla="*/ 22955 h 136354"/>
                    <a:gd name="connsiteX9" fmla="*/ 118788 w 140341"/>
                    <a:gd name="connsiteY9" fmla="*/ 1401 h 136354"/>
                    <a:gd name="connsiteX10" fmla="*/ 140342 w 140341"/>
                    <a:gd name="connsiteY10" fmla="*/ 22955 h 136354"/>
                    <a:gd name="connsiteX11" fmla="*/ 140342 w 140341"/>
                    <a:gd name="connsiteY11" fmla="*/ 114801 h 136354"/>
                    <a:gd name="connsiteX12" fmla="*/ 118788 w 140341"/>
                    <a:gd name="connsiteY12" fmla="*/ 136354 h 13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341" h="136354">
                      <a:moveTo>
                        <a:pt x="118788" y="136354"/>
                      </a:moveTo>
                      <a:lnTo>
                        <a:pt x="21554" y="136354"/>
                      </a:lnTo>
                      <a:cubicBezTo>
                        <a:pt x="9650" y="136354"/>
                        <a:pt x="0" y="126704"/>
                        <a:pt x="0" y="114801"/>
                      </a:cubicBezTo>
                      <a:lnTo>
                        <a:pt x="0" y="21554"/>
                      </a:lnTo>
                      <a:cubicBezTo>
                        <a:pt x="0" y="9651"/>
                        <a:pt x="9650" y="0"/>
                        <a:pt x="21554" y="0"/>
                      </a:cubicBezTo>
                      <a:cubicBezTo>
                        <a:pt x="33458" y="0"/>
                        <a:pt x="43107" y="9651"/>
                        <a:pt x="43107" y="21554"/>
                      </a:cubicBezTo>
                      <a:lnTo>
                        <a:pt x="43107" y="93247"/>
                      </a:lnTo>
                      <a:lnTo>
                        <a:pt x="97234" y="93247"/>
                      </a:lnTo>
                      <a:lnTo>
                        <a:pt x="97234" y="22955"/>
                      </a:lnTo>
                      <a:cubicBezTo>
                        <a:pt x="97234" y="11052"/>
                        <a:pt x="106885" y="1401"/>
                        <a:pt x="118788" y="1401"/>
                      </a:cubicBezTo>
                      <a:cubicBezTo>
                        <a:pt x="130691" y="1401"/>
                        <a:pt x="140342" y="11052"/>
                        <a:pt x="140342" y="22955"/>
                      </a:cubicBezTo>
                      <a:lnTo>
                        <a:pt x="140342" y="114801"/>
                      </a:lnTo>
                      <a:cubicBezTo>
                        <a:pt x="140342" y="126704"/>
                        <a:pt x="130691" y="136354"/>
                        <a:pt x="118788" y="136354"/>
                      </a:cubicBezTo>
                      <a:close/>
                    </a:path>
                  </a:pathLst>
                </a:custGeom>
                <a:solidFill>
                  <a:srgbClr val="C42828"/>
                </a:solidFill>
                <a:ln w="2667" cap="flat">
                  <a:noFill/>
                  <a:prstDash val="solid"/>
                  <a:miter/>
                </a:ln>
              </p:spPr>
              <p:txBody>
                <a:bodyPr rtlCol="0" anchor="ctr"/>
                <a:lstStyle/>
                <a:p>
                  <a:endParaRPr lang="en-MY"/>
                </a:p>
              </p:txBody>
            </p:sp>
          </p:grpSp>
          <p:sp>
            <p:nvSpPr>
              <p:cNvPr id="60" name="Freeform: Shape 59">
                <a:extLst>
                  <a:ext uri="{FF2B5EF4-FFF2-40B4-BE49-F238E27FC236}">
                    <a16:creationId xmlns:a16="http://schemas.microsoft.com/office/drawing/2014/main" id="{1A5F0EC5-DD45-25DF-591B-9EF9D66D54FA}"/>
                  </a:ext>
                </a:extLst>
              </p:cNvPr>
              <p:cNvSpPr/>
              <p:nvPr/>
            </p:nvSpPr>
            <p:spPr>
              <a:xfrm>
                <a:off x="2078461" y="1845892"/>
                <a:ext cx="77396" cy="77393"/>
              </a:xfrm>
              <a:custGeom>
                <a:avLst/>
                <a:gdLst>
                  <a:gd name="connsiteX0" fmla="*/ 21543 w 77396"/>
                  <a:gd name="connsiteY0" fmla="*/ 77394 h 77393"/>
                  <a:gd name="connsiteX1" fmla="*/ 0 w 77396"/>
                  <a:gd name="connsiteY1" fmla="*/ 55830 h 77393"/>
                  <a:gd name="connsiteX2" fmla="*/ 6321 w 77396"/>
                  <a:gd name="connsiteY2" fmla="*/ 40591 h 77393"/>
                  <a:gd name="connsiteX3" fmla="*/ 40591 w 77396"/>
                  <a:gd name="connsiteY3" fmla="*/ 6320 h 77393"/>
                  <a:gd name="connsiteX4" fmla="*/ 71076 w 77396"/>
                  <a:gd name="connsiteY4" fmla="*/ 6307 h 77393"/>
                  <a:gd name="connsiteX5" fmla="*/ 71090 w 77396"/>
                  <a:gd name="connsiteY5" fmla="*/ 36792 h 77393"/>
                  <a:gd name="connsiteX6" fmla="*/ 36792 w 77396"/>
                  <a:gd name="connsiteY6" fmla="*/ 71089 h 77393"/>
                  <a:gd name="connsiteX7" fmla="*/ 21543 w 77396"/>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6" h="77393">
                    <a:moveTo>
                      <a:pt x="21543" y="77394"/>
                    </a:moveTo>
                    <a:cubicBezTo>
                      <a:pt x="9640" y="77388"/>
                      <a:pt x="-5" y="67734"/>
                      <a:pt x="0" y="55830"/>
                    </a:cubicBezTo>
                    <a:cubicBezTo>
                      <a:pt x="3" y="50113"/>
                      <a:pt x="2277" y="44631"/>
                      <a:pt x="6321" y="40591"/>
                    </a:cubicBezTo>
                    <a:lnTo>
                      <a:pt x="40591" y="6320"/>
                    </a:lnTo>
                    <a:cubicBezTo>
                      <a:pt x="49005" y="-2101"/>
                      <a:pt x="62654" y="-2108"/>
                      <a:pt x="71076" y="6307"/>
                    </a:cubicBezTo>
                    <a:cubicBezTo>
                      <a:pt x="79498" y="14722"/>
                      <a:pt x="79504" y="28370"/>
                      <a:pt x="71090" y="36792"/>
                    </a:cubicBezTo>
                    <a:lnTo>
                      <a:pt x="36792" y="71089"/>
                    </a:lnTo>
                    <a:cubicBezTo>
                      <a:pt x="32746" y="75130"/>
                      <a:pt x="27260" y="77398"/>
                      <a:pt x="21543" y="77394"/>
                    </a:cubicBezTo>
                    <a:close/>
                  </a:path>
                </a:pathLst>
              </a:custGeom>
              <a:solidFill>
                <a:srgbClr val="EF463C"/>
              </a:solidFill>
              <a:ln w="2667" cap="flat">
                <a:noFill/>
                <a:prstDash val="solid"/>
                <a:miter/>
              </a:ln>
            </p:spPr>
            <p:txBody>
              <a:bodyPr rtlCol="0" anchor="ctr"/>
              <a:lstStyle/>
              <a:p>
                <a:endParaRPr lang="en-MY"/>
              </a:p>
            </p:txBody>
          </p:sp>
          <p:sp>
            <p:nvSpPr>
              <p:cNvPr id="61" name="Freeform: Shape 60">
                <a:extLst>
                  <a:ext uri="{FF2B5EF4-FFF2-40B4-BE49-F238E27FC236}">
                    <a16:creationId xmlns:a16="http://schemas.microsoft.com/office/drawing/2014/main" id="{AF416B38-75C7-5E67-533F-518091D5D43F}"/>
                  </a:ext>
                </a:extLst>
              </p:cNvPr>
              <p:cNvSpPr/>
              <p:nvPr/>
            </p:nvSpPr>
            <p:spPr>
              <a:xfrm>
                <a:off x="1811694" y="1845165"/>
                <a:ext cx="77397" cy="77393"/>
              </a:xfrm>
              <a:custGeom>
                <a:avLst/>
                <a:gdLst>
                  <a:gd name="connsiteX0" fmla="*/ 55854 w 77397"/>
                  <a:gd name="connsiteY0" fmla="*/ 77394 h 77393"/>
                  <a:gd name="connsiteX1" fmla="*/ 40604 w 77397"/>
                  <a:gd name="connsiteY1" fmla="*/ 71089 h 77393"/>
                  <a:gd name="connsiteX2" fmla="*/ 6307 w 77397"/>
                  <a:gd name="connsiteY2" fmla="*/ 36792 h 77393"/>
                  <a:gd name="connsiteX3" fmla="*/ 6320 w 77397"/>
                  <a:gd name="connsiteY3" fmla="*/ 6307 h 77393"/>
                  <a:gd name="connsiteX4" fmla="*/ 36805 w 77397"/>
                  <a:gd name="connsiteY4" fmla="*/ 6320 h 77393"/>
                  <a:gd name="connsiteX5" fmla="*/ 71103 w 77397"/>
                  <a:gd name="connsiteY5" fmla="*/ 40618 h 77393"/>
                  <a:gd name="connsiteX6" fmla="*/ 71066 w 77397"/>
                  <a:gd name="connsiteY6" fmla="*/ 71099 h 77393"/>
                  <a:gd name="connsiteX7" fmla="*/ 55854 w 77397"/>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7" h="77393">
                    <a:moveTo>
                      <a:pt x="55854" y="77394"/>
                    </a:moveTo>
                    <a:cubicBezTo>
                      <a:pt x="50135" y="77398"/>
                      <a:pt x="44650" y="75130"/>
                      <a:pt x="40604" y="71089"/>
                    </a:cubicBezTo>
                    <a:lnTo>
                      <a:pt x="6307" y="36792"/>
                    </a:lnTo>
                    <a:cubicBezTo>
                      <a:pt x="-2108" y="28370"/>
                      <a:pt x="-2101" y="14722"/>
                      <a:pt x="6320" y="6307"/>
                    </a:cubicBezTo>
                    <a:cubicBezTo>
                      <a:pt x="14742" y="-2108"/>
                      <a:pt x="28391" y="-2101"/>
                      <a:pt x="36805" y="6320"/>
                    </a:cubicBezTo>
                    <a:lnTo>
                      <a:pt x="71103" y="40618"/>
                    </a:lnTo>
                    <a:cubicBezTo>
                      <a:pt x="79510" y="49045"/>
                      <a:pt x="79493" y="62692"/>
                      <a:pt x="71066" y="71099"/>
                    </a:cubicBezTo>
                    <a:cubicBezTo>
                      <a:pt x="67028" y="75128"/>
                      <a:pt x="61558" y="77391"/>
                      <a:pt x="55854" y="77394"/>
                    </a:cubicBezTo>
                    <a:close/>
                  </a:path>
                </a:pathLst>
              </a:custGeom>
              <a:solidFill>
                <a:srgbClr val="EF463C"/>
              </a:solidFill>
              <a:ln w="2667" cap="flat">
                <a:noFill/>
                <a:prstDash val="solid"/>
                <a:miter/>
              </a:ln>
            </p:spPr>
            <p:txBody>
              <a:bodyPr rtlCol="0" anchor="ctr"/>
              <a:lstStyle/>
              <a:p>
                <a:endParaRPr lang="en-MY"/>
              </a:p>
            </p:txBody>
          </p:sp>
          <p:sp>
            <p:nvSpPr>
              <p:cNvPr id="62" name="Freeform: Shape 61">
                <a:extLst>
                  <a:ext uri="{FF2B5EF4-FFF2-40B4-BE49-F238E27FC236}">
                    <a16:creationId xmlns:a16="http://schemas.microsoft.com/office/drawing/2014/main" id="{0059C989-021A-051C-A150-2DB81E8787DD}"/>
                  </a:ext>
                </a:extLst>
              </p:cNvPr>
              <p:cNvSpPr/>
              <p:nvPr/>
            </p:nvSpPr>
            <p:spPr>
              <a:xfrm>
                <a:off x="1964108" y="1793479"/>
                <a:ext cx="43107" cy="91603"/>
              </a:xfrm>
              <a:custGeom>
                <a:avLst/>
                <a:gdLst>
                  <a:gd name="connsiteX0" fmla="*/ 21554 w 43107"/>
                  <a:gd name="connsiteY0" fmla="*/ 91603 h 91603"/>
                  <a:gd name="connsiteX1" fmla="*/ 0 w 43107"/>
                  <a:gd name="connsiteY1" fmla="*/ 70050 h 91603"/>
                  <a:gd name="connsiteX2" fmla="*/ 0 w 43107"/>
                  <a:gd name="connsiteY2" fmla="*/ 21554 h 91603"/>
                  <a:gd name="connsiteX3" fmla="*/ 21554 w 43107"/>
                  <a:gd name="connsiteY3" fmla="*/ 0 h 91603"/>
                  <a:gd name="connsiteX4" fmla="*/ 43107 w 43107"/>
                  <a:gd name="connsiteY4" fmla="*/ 21554 h 91603"/>
                  <a:gd name="connsiteX5" fmla="*/ 43107 w 43107"/>
                  <a:gd name="connsiteY5" fmla="*/ 70050 h 91603"/>
                  <a:gd name="connsiteX6" fmla="*/ 21554 w 43107"/>
                  <a:gd name="connsiteY6" fmla="*/ 91603 h 91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107" h="91603">
                    <a:moveTo>
                      <a:pt x="21554" y="91603"/>
                    </a:moveTo>
                    <a:cubicBezTo>
                      <a:pt x="9650" y="91603"/>
                      <a:pt x="0" y="81954"/>
                      <a:pt x="0" y="70050"/>
                    </a:cubicBezTo>
                    <a:lnTo>
                      <a:pt x="0" y="21554"/>
                    </a:lnTo>
                    <a:cubicBezTo>
                      <a:pt x="0" y="9650"/>
                      <a:pt x="9650" y="0"/>
                      <a:pt x="21554" y="0"/>
                    </a:cubicBezTo>
                    <a:cubicBezTo>
                      <a:pt x="33458" y="0"/>
                      <a:pt x="43107" y="9650"/>
                      <a:pt x="43107" y="21554"/>
                    </a:cubicBezTo>
                    <a:lnTo>
                      <a:pt x="43107" y="70050"/>
                    </a:lnTo>
                    <a:cubicBezTo>
                      <a:pt x="43107" y="81954"/>
                      <a:pt x="33458" y="91603"/>
                      <a:pt x="21554" y="91603"/>
                    </a:cubicBezTo>
                    <a:close/>
                  </a:path>
                </a:pathLst>
              </a:custGeom>
              <a:solidFill>
                <a:srgbClr val="EF463C"/>
              </a:solidFill>
              <a:ln w="2667" cap="flat">
                <a:noFill/>
                <a:prstDash val="solid"/>
                <a:miter/>
              </a:ln>
            </p:spPr>
            <p:txBody>
              <a:bodyPr rtlCol="0" anchor="ctr"/>
              <a:lstStyle/>
              <a:p>
                <a:endParaRPr lang="en-MY"/>
              </a:p>
            </p:txBody>
          </p:sp>
          <p:sp>
            <p:nvSpPr>
              <p:cNvPr id="63" name="Freeform: Shape 62">
                <a:extLst>
                  <a:ext uri="{FF2B5EF4-FFF2-40B4-BE49-F238E27FC236}">
                    <a16:creationId xmlns:a16="http://schemas.microsoft.com/office/drawing/2014/main" id="{90EB7380-7167-136B-E5A6-0CFCC2911B3A}"/>
                  </a:ext>
                </a:extLst>
              </p:cNvPr>
              <p:cNvSpPr/>
              <p:nvPr/>
            </p:nvSpPr>
            <p:spPr>
              <a:xfrm>
                <a:off x="2126354"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1" y="43107"/>
                      <a:pt x="0" y="33458"/>
                      <a:pt x="0" y="21554"/>
                    </a:cubicBezTo>
                    <a:cubicBezTo>
                      <a:pt x="0" y="9650"/>
                      <a:pt x="9651" y="0"/>
                      <a:pt x="21554" y="0"/>
                    </a:cubicBezTo>
                    <a:lnTo>
                      <a:pt x="61967" y="0"/>
                    </a:lnTo>
                    <a:cubicBezTo>
                      <a:pt x="73870" y="0"/>
                      <a:pt x="83521" y="9650"/>
                      <a:pt x="83521" y="21554"/>
                    </a:cubicBezTo>
                    <a:cubicBezTo>
                      <a:pt x="83521" y="33458"/>
                      <a:pt x="73870" y="43107"/>
                      <a:pt x="61967" y="43107"/>
                    </a:cubicBezTo>
                    <a:close/>
                  </a:path>
                </a:pathLst>
              </a:custGeom>
              <a:solidFill>
                <a:srgbClr val="EF463C"/>
              </a:solidFill>
              <a:ln w="2667" cap="flat">
                <a:noFill/>
                <a:prstDash val="solid"/>
                <a:miter/>
              </a:ln>
            </p:spPr>
            <p:txBody>
              <a:bodyPr rtlCol="0" anchor="ctr"/>
              <a:lstStyle/>
              <a:p>
                <a:endParaRPr lang="en-MY"/>
              </a:p>
            </p:txBody>
          </p:sp>
        </p:grpSp>
      </p:grpSp>
      <p:grpSp>
        <p:nvGrpSpPr>
          <p:cNvPr id="46" name="Group 45">
            <a:extLst>
              <a:ext uri="{FF2B5EF4-FFF2-40B4-BE49-F238E27FC236}">
                <a16:creationId xmlns:a16="http://schemas.microsoft.com/office/drawing/2014/main" id="{2FFCA32F-9E23-CCDD-DCA2-16BCDF9BE87D}"/>
              </a:ext>
            </a:extLst>
          </p:cNvPr>
          <p:cNvGrpSpPr/>
          <p:nvPr/>
        </p:nvGrpSpPr>
        <p:grpSpPr>
          <a:xfrm>
            <a:off x="1650814" y="1484737"/>
            <a:ext cx="471791" cy="471791"/>
            <a:chOff x="433241" y="1570462"/>
            <a:chExt cx="471791" cy="471791"/>
          </a:xfrm>
        </p:grpSpPr>
        <p:sp>
          <p:nvSpPr>
            <p:cNvPr id="47" name="Oval 46">
              <a:extLst>
                <a:ext uri="{FF2B5EF4-FFF2-40B4-BE49-F238E27FC236}">
                  <a16:creationId xmlns:a16="http://schemas.microsoft.com/office/drawing/2014/main" id="{A9470F8C-95EF-31F8-1F38-5F3B57BAFFDC}"/>
                </a:ext>
              </a:extLst>
            </p:cNvPr>
            <p:cNvSpPr/>
            <p:nvPr/>
          </p:nvSpPr>
          <p:spPr>
            <a:xfrm>
              <a:off x="433241"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48" name="Group 47">
              <a:extLst>
                <a:ext uri="{FF2B5EF4-FFF2-40B4-BE49-F238E27FC236}">
                  <a16:creationId xmlns:a16="http://schemas.microsoft.com/office/drawing/2014/main" id="{D647B461-2C89-428A-2D06-E692996B8FA4}"/>
                </a:ext>
              </a:extLst>
            </p:cNvPr>
            <p:cNvGrpSpPr/>
            <p:nvPr/>
          </p:nvGrpSpPr>
          <p:grpSpPr>
            <a:xfrm>
              <a:off x="543450" y="1674683"/>
              <a:ext cx="251373" cy="260212"/>
              <a:chOff x="738790" y="2040956"/>
              <a:chExt cx="251373" cy="260212"/>
            </a:xfrm>
          </p:grpSpPr>
          <p:sp>
            <p:nvSpPr>
              <p:cNvPr id="49" name="Freeform 176">
                <a:extLst>
                  <a:ext uri="{FF2B5EF4-FFF2-40B4-BE49-F238E27FC236}">
                    <a16:creationId xmlns:a16="http://schemas.microsoft.com/office/drawing/2014/main" id="{5495EB9F-6BB4-F7D2-BCA0-81D7AE7FC942}"/>
                  </a:ext>
                </a:extLst>
              </p:cNvPr>
              <p:cNvSpPr/>
              <p:nvPr/>
            </p:nvSpPr>
            <p:spPr>
              <a:xfrm>
                <a:off x="738790" y="2134679"/>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4"/>
                      <a:pt x="5614" y="0"/>
                      <a:pt x="12540" y="0"/>
                    </a:cubicBezTo>
                    <a:lnTo>
                      <a:pt x="65163" y="0"/>
                    </a:lnTo>
                    <a:cubicBezTo>
                      <a:pt x="72089" y="0"/>
                      <a:pt x="77703" y="5614"/>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0" name="Freeform 177">
                <a:extLst>
                  <a:ext uri="{FF2B5EF4-FFF2-40B4-BE49-F238E27FC236}">
                    <a16:creationId xmlns:a16="http://schemas.microsoft.com/office/drawing/2014/main" id="{75B39E82-498E-B95B-897A-A6ED65B915C0}"/>
                  </a:ext>
                </a:extLst>
              </p:cNvPr>
              <p:cNvSpPr/>
              <p:nvPr/>
            </p:nvSpPr>
            <p:spPr>
              <a:xfrm>
                <a:off x="738790" y="2223465"/>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5"/>
                      <a:pt x="5614" y="0"/>
                      <a:pt x="12540" y="0"/>
                    </a:cubicBezTo>
                    <a:lnTo>
                      <a:pt x="65163" y="0"/>
                    </a:lnTo>
                    <a:cubicBezTo>
                      <a:pt x="72089" y="0"/>
                      <a:pt x="77703" y="5615"/>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1" name="Freeform 178">
                <a:extLst>
                  <a:ext uri="{FF2B5EF4-FFF2-40B4-BE49-F238E27FC236}">
                    <a16:creationId xmlns:a16="http://schemas.microsoft.com/office/drawing/2014/main" id="{F6BE36F6-E422-DB97-516C-9719633DFCE9}"/>
                  </a:ext>
                </a:extLst>
              </p:cNvPr>
              <p:cNvSpPr/>
              <p:nvPr/>
            </p:nvSpPr>
            <p:spPr>
              <a:xfrm>
                <a:off x="791413" y="2082057"/>
                <a:ext cx="86732" cy="104006"/>
              </a:xfrm>
              <a:custGeom>
                <a:avLst/>
                <a:gdLst>
                  <a:gd name="connsiteX0" fmla="*/ 74192 w 86732"/>
                  <a:gd name="connsiteY0" fmla="*/ 104006 h 104006"/>
                  <a:gd name="connsiteX1" fmla="*/ 12540 w 86732"/>
                  <a:gd name="connsiteY1" fmla="*/ 104006 h 104006"/>
                  <a:gd name="connsiteX2" fmla="*/ 0 w 86732"/>
                  <a:gd name="connsiteY2" fmla="*/ 91466 h 104006"/>
                  <a:gd name="connsiteX3" fmla="*/ 12540 w 86732"/>
                  <a:gd name="connsiteY3" fmla="*/ 78926 h 104006"/>
                  <a:gd name="connsiteX4" fmla="*/ 61651 w 86732"/>
                  <a:gd name="connsiteY4" fmla="*/ 78926 h 104006"/>
                  <a:gd name="connsiteX5" fmla="*/ 61651 w 86732"/>
                  <a:gd name="connsiteY5" fmla="*/ 12540 h 104006"/>
                  <a:gd name="connsiteX6" fmla="*/ 74192 w 86732"/>
                  <a:gd name="connsiteY6" fmla="*/ 0 h 104006"/>
                  <a:gd name="connsiteX7" fmla="*/ 86732 w 86732"/>
                  <a:gd name="connsiteY7" fmla="*/ 12540 h 104006"/>
                  <a:gd name="connsiteX8" fmla="*/ 86732 w 86732"/>
                  <a:gd name="connsiteY8" fmla="*/ 91466 h 104006"/>
                  <a:gd name="connsiteX9" fmla="*/ 74192 w 86732"/>
                  <a:gd name="connsiteY9" fmla="*/ 104006 h 10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732" h="104006">
                    <a:moveTo>
                      <a:pt x="74192" y="104006"/>
                    </a:moveTo>
                    <a:lnTo>
                      <a:pt x="12540" y="104006"/>
                    </a:lnTo>
                    <a:cubicBezTo>
                      <a:pt x="5614" y="104006"/>
                      <a:pt x="0" y="98392"/>
                      <a:pt x="0" y="91466"/>
                    </a:cubicBezTo>
                    <a:cubicBezTo>
                      <a:pt x="0" y="84540"/>
                      <a:pt x="5614" y="78926"/>
                      <a:pt x="12540" y="78926"/>
                    </a:cubicBezTo>
                    <a:lnTo>
                      <a:pt x="61651" y="78926"/>
                    </a:lnTo>
                    <a:lnTo>
                      <a:pt x="61651" y="12540"/>
                    </a:lnTo>
                    <a:cubicBezTo>
                      <a:pt x="61651" y="5614"/>
                      <a:pt x="67266" y="0"/>
                      <a:pt x="74192" y="0"/>
                    </a:cubicBezTo>
                    <a:cubicBezTo>
                      <a:pt x="81118" y="0"/>
                      <a:pt x="86732" y="5614"/>
                      <a:pt x="86732" y="12540"/>
                    </a:cubicBezTo>
                    <a:lnTo>
                      <a:pt x="86732" y="91466"/>
                    </a:lnTo>
                    <a:cubicBezTo>
                      <a:pt x="86732" y="98392"/>
                      <a:pt x="81118" y="104006"/>
                      <a:pt x="74192" y="104006"/>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2" name="Freeform 179">
                <a:extLst>
                  <a:ext uri="{FF2B5EF4-FFF2-40B4-BE49-F238E27FC236}">
                    <a16:creationId xmlns:a16="http://schemas.microsoft.com/office/drawing/2014/main" id="{25453C40-37D1-2649-283E-337126C0F9CE}"/>
                  </a:ext>
                </a:extLst>
              </p:cNvPr>
              <p:cNvSpPr/>
              <p:nvPr/>
            </p:nvSpPr>
            <p:spPr>
              <a:xfrm>
                <a:off x="853064" y="2160983"/>
                <a:ext cx="62701" cy="25080"/>
              </a:xfrm>
              <a:custGeom>
                <a:avLst/>
                <a:gdLst>
                  <a:gd name="connsiteX0" fmla="*/ 50161 w 62701"/>
                  <a:gd name="connsiteY0" fmla="*/ 25081 h 25080"/>
                  <a:gd name="connsiteX1" fmla="*/ 12540 w 62701"/>
                  <a:gd name="connsiteY1" fmla="*/ 25081 h 25080"/>
                  <a:gd name="connsiteX2" fmla="*/ 0 w 62701"/>
                  <a:gd name="connsiteY2" fmla="*/ 12540 h 25080"/>
                  <a:gd name="connsiteX3" fmla="*/ 12540 w 62701"/>
                  <a:gd name="connsiteY3" fmla="*/ 0 h 25080"/>
                  <a:gd name="connsiteX4" fmla="*/ 50161 w 62701"/>
                  <a:gd name="connsiteY4" fmla="*/ 0 h 25080"/>
                  <a:gd name="connsiteX5" fmla="*/ 62702 w 62701"/>
                  <a:gd name="connsiteY5" fmla="*/ 12540 h 25080"/>
                  <a:gd name="connsiteX6" fmla="*/ 50161 w 62701"/>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01" h="25080">
                    <a:moveTo>
                      <a:pt x="50161" y="25081"/>
                    </a:moveTo>
                    <a:lnTo>
                      <a:pt x="12540" y="25081"/>
                    </a:lnTo>
                    <a:cubicBezTo>
                      <a:pt x="5614" y="25081"/>
                      <a:pt x="0" y="19466"/>
                      <a:pt x="0" y="12540"/>
                    </a:cubicBezTo>
                    <a:cubicBezTo>
                      <a:pt x="0" y="5614"/>
                      <a:pt x="5614" y="0"/>
                      <a:pt x="12540" y="0"/>
                    </a:cubicBezTo>
                    <a:lnTo>
                      <a:pt x="50161" y="0"/>
                    </a:lnTo>
                    <a:cubicBezTo>
                      <a:pt x="57087" y="0"/>
                      <a:pt x="62702" y="5614"/>
                      <a:pt x="62702" y="12540"/>
                    </a:cubicBezTo>
                    <a:cubicBezTo>
                      <a:pt x="62702" y="19466"/>
                      <a:pt x="57087" y="25081"/>
                      <a:pt x="50161"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3" name="Freeform 180">
                <a:extLst>
                  <a:ext uri="{FF2B5EF4-FFF2-40B4-BE49-F238E27FC236}">
                    <a16:creationId xmlns:a16="http://schemas.microsoft.com/office/drawing/2014/main" id="{5D4BCD86-9D38-F350-20D1-239BA2EEC3B9}"/>
                  </a:ext>
                </a:extLst>
              </p:cNvPr>
              <p:cNvSpPr/>
              <p:nvPr/>
            </p:nvSpPr>
            <p:spPr>
              <a:xfrm>
                <a:off x="791413" y="2198196"/>
                <a:ext cx="161550" cy="76668"/>
              </a:xfrm>
              <a:custGeom>
                <a:avLst/>
                <a:gdLst>
                  <a:gd name="connsiteX0" fmla="*/ 149011 w 161550"/>
                  <a:gd name="connsiteY0" fmla="*/ 76669 h 76668"/>
                  <a:gd name="connsiteX1" fmla="*/ 12540 w 161550"/>
                  <a:gd name="connsiteY1" fmla="*/ 76669 h 76668"/>
                  <a:gd name="connsiteX2" fmla="*/ 0 w 161550"/>
                  <a:gd name="connsiteY2" fmla="*/ 64128 h 76668"/>
                  <a:gd name="connsiteX3" fmla="*/ 12540 w 161550"/>
                  <a:gd name="connsiteY3" fmla="*/ 51588 h 76668"/>
                  <a:gd name="connsiteX4" fmla="*/ 136470 w 161550"/>
                  <a:gd name="connsiteY4" fmla="*/ 51588 h 76668"/>
                  <a:gd name="connsiteX5" fmla="*/ 136470 w 161550"/>
                  <a:gd name="connsiteY5" fmla="*/ 12540 h 76668"/>
                  <a:gd name="connsiteX6" fmla="*/ 149011 w 161550"/>
                  <a:gd name="connsiteY6" fmla="*/ 0 h 76668"/>
                  <a:gd name="connsiteX7" fmla="*/ 161551 w 161550"/>
                  <a:gd name="connsiteY7" fmla="*/ 12540 h 76668"/>
                  <a:gd name="connsiteX8" fmla="*/ 161551 w 161550"/>
                  <a:gd name="connsiteY8" fmla="*/ 64128 h 76668"/>
                  <a:gd name="connsiteX9" fmla="*/ 149011 w 161550"/>
                  <a:gd name="connsiteY9" fmla="*/ 76669 h 7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550" h="76668">
                    <a:moveTo>
                      <a:pt x="149011" y="76669"/>
                    </a:moveTo>
                    <a:lnTo>
                      <a:pt x="12540" y="76669"/>
                    </a:lnTo>
                    <a:cubicBezTo>
                      <a:pt x="5614" y="76669"/>
                      <a:pt x="0" y="71054"/>
                      <a:pt x="0" y="64128"/>
                    </a:cubicBezTo>
                    <a:cubicBezTo>
                      <a:pt x="0" y="57203"/>
                      <a:pt x="5614" y="51588"/>
                      <a:pt x="12540" y="51588"/>
                    </a:cubicBezTo>
                    <a:lnTo>
                      <a:pt x="136470" y="51588"/>
                    </a:lnTo>
                    <a:lnTo>
                      <a:pt x="136470" y="12540"/>
                    </a:lnTo>
                    <a:cubicBezTo>
                      <a:pt x="136470" y="5615"/>
                      <a:pt x="142085" y="0"/>
                      <a:pt x="149011" y="0"/>
                    </a:cubicBezTo>
                    <a:cubicBezTo>
                      <a:pt x="155936" y="0"/>
                      <a:pt x="161551" y="5615"/>
                      <a:pt x="161551" y="12540"/>
                    </a:cubicBezTo>
                    <a:lnTo>
                      <a:pt x="161551" y="64128"/>
                    </a:lnTo>
                    <a:cubicBezTo>
                      <a:pt x="161551" y="71054"/>
                      <a:pt x="155936" y="76669"/>
                      <a:pt x="149011" y="76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4" name="Freeform 181">
                <a:extLst>
                  <a:ext uri="{FF2B5EF4-FFF2-40B4-BE49-F238E27FC236}">
                    <a16:creationId xmlns:a16="http://schemas.microsoft.com/office/drawing/2014/main" id="{F008D5EA-C38B-38C2-A1F5-2B2EF3DCB838}"/>
                  </a:ext>
                </a:extLst>
              </p:cNvPr>
              <p:cNvSpPr/>
              <p:nvPr/>
            </p:nvSpPr>
            <p:spPr>
              <a:xfrm>
                <a:off x="890683" y="2123775"/>
                <a:ext cx="99480" cy="99501"/>
              </a:xfrm>
              <a:custGeom>
                <a:avLst/>
                <a:gdLst>
                  <a:gd name="connsiteX0" fmla="*/ 49740 w 99480"/>
                  <a:gd name="connsiteY0" fmla="*/ 99502 h 99501"/>
                  <a:gd name="connsiteX1" fmla="*/ 40868 w 99480"/>
                  <a:gd name="connsiteY1" fmla="*/ 95834 h 99501"/>
                  <a:gd name="connsiteX2" fmla="*/ 3670 w 99480"/>
                  <a:gd name="connsiteY2" fmla="*/ 58620 h 99501"/>
                  <a:gd name="connsiteX3" fmla="*/ 3670 w 99480"/>
                  <a:gd name="connsiteY3" fmla="*/ 40891 h 99501"/>
                  <a:gd name="connsiteX4" fmla="*/ 40868 w 99480"/>
                  <a:gd name="connsiteY4" fmla="*/ 3678 h 99501"/>
                  <a:gd name="connsiteX5" fmla="*/ 58603 w 99480"/>
                  <a:gd name="connsiteY5" fmla="*/ 3668 h 99501"/>
                  <a:gd name="connsiteX6" fmla="*/ 58613 w 99480"/>
                  <a:gd name="connsiteY6" fmla="*/ 3678 h 99501"/>
                  <a:gd name="connsiteX7" fmla="*/ 95811 w 99480"/>
                  <a:gd name="connsiteY7" fmla="*/ 40891 h 99501"/>
                  <a:gd name="connsiteX8" fmla="*/ 95811 w 99480"/>
                  <a:gd name="connsiteY8" fmla="*/ 58620 h 99501"/>
                  <a:gd name="connsiteX9" fmla="*/ 58613 w 99480"/>
                  <a:gd name="connsiteY9" fmla="*/ 95834 h 99501"/>
                  <a:gd name="connsiteX10" fmla="*/ 49740 w 99480"/>
                  <a:gd name="connsiteY10" fmla="*/ 99502 h 99501"/>
                  <a:gd name="connsiteX11" fmla="*/ 30272 w 99480"/>
                  <a:gd name="connsiteY11" fmla="*/ 49748 h 99501"/>
                  <a:gd name="connsiteX12" fmla="*/ 49740 w 99480"/>
                  <a:gd name="connsiteY12" fmla="*/ 69233 h 99501"/>
                  <a:gd name="connsiteX13" fmla="*/ 69209 w 99480"/>
                  <a:gd name="connsiteY13" fmla="*/ 49748 h 99501"/>
                  <a:gd name="connsiteX14" fmla="*/ 49740 w 99480"/>
                  <a:gd name="connsiteY14" fmla="*/ 30279 h 9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480" h="99501">
                    <a:moveTo>
                      <a:pt x="49740" y="99502"/>
                    </a:moveTo>
                    <a:cubicBezTo>
                      <a:pt x="46414" y="99505"/>
                      <a:pt x="43223" y="98185"/>
                      <a:pt x="40868" y="95834"/>
                    </a:cubicBezTo>
                    <a:lnTo>
                      <a:pt x="3670" y="58620"/>
                    </a:lnTo>
                    <a:cubicBezTo>
                      <a:pt x="-1223" y="53724"/>
                      <a:pt x="-1223" y="45788"/>
                      <a:pt x="3670" y="40891"/>
                    </a:cubicBezTo>
                    <a:lnTo>
                      <a:pt x="40868" y="3678"/>
                    </a:lnTo>
                    <a:cubicBezTo>
                      <a:pt x="45762" y="-1222"/>
                      <a:pt x="53703" y="-1227"/>
                      <a:pt x="58603" y="3668"/>
                    </a:cubicBezTo>
                    <a:cubicBezTo>
                      <a:pt x="58607" y="3671"/>
                      <a:pt x="58610" y="3675"/>
                      <a:pt x="58613" y="3678"/>
                    </a:cubicBezTo>
                    <a:lnTo>
                      <a:pt x="95811" y="40891"/>
                    </a:lnTo>
                    <a:cubicBezTo>
                      <a:pt x="100704" y="45788"/>
                      <a:pt x="100704" y="53724"/>
                      <a:pt x="95811" y="58620"/>
                    </a:cubicBezTo>
                    <a:lnTo>
                      <a:pt x="58613" y="95834"/>
                    </a:lnTo>
                    <a:cubicBezTo>
                      <a:pt x="56258" y="98185"/>
                      <a:pt x="53067" y="99505"/>
                      <a:pt x="49740" y="99502"/>
                    </a:cubicBezTo>
                    <a:close/>
                    <a:moveTo>
                      <a:pt x="30272" y="49748"/>
                    </a:moveTo>
                    <a:lnTo>
                      <a:pt x="49740" y="69233"/>
                    </a:lnTo>
                    <a:lnTo>
                      <a:pt x="69209" y="49748"/>
                    </a:lnTo>
                    <a:lnTo>
                      <a:pt x="49740" y="30279"/>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5" name="Freeform 182">
                <a:extLst>
                  <a:ext uri="{FF2B5EF4-FFF2-40B4-BE49-F238E27FC236}">
                    <a16:creationId xmlns:a16="http://schemas.microsoft.com/office/drawing/2014/main" id="{F3A760DA-F4A1-43F1-4300-E9A448CD5B72}"/>
                  </a:ext>
                </a:extLst>
              </p:cNvPr>
              <p:cNvSpPr/>
              <p:nvPr/>
            </p:nvSpPr>
            <p:spPr>
              <a:xfrm>
                <a:off x="786397" y="2040956"/>
                <a:ext cx="158321" cy="66181"/>
              </a:xfrm>
              <a:custGeom>
                <a:avLst/>
                <a:gdLst>
                  <a:gd name="connsiteX0" fmla="*/ 145781 w 158321"/>
                  <a:gd name="connsiteY0" fmla="*/ 66182 h 66181"/>
                  <a:gd name="connsiteX1" fmla="*/ 12540 w 158321"/>
                  <a:gd name="connsiteY1" fmla="*/ 66182 h 66181"/>
                  <a:gd name="connsiteX2" fmla="*/ 0 w 158321"/>
                  <a:gd name="connsiteY2" fmla="*/ 53641 h 66181"/>
                  <a:gd name="connsiteX3" fmla="*/ 0 w 158321"/>
                  <a:gd name="connsiteY3" fmla="*/ 12540 h 66181"/>
                  <a:gd name="connsiteX4" fmla="*/ 12540 w 158321"/>
                  <a:gd name="connsiteY4" fmla="*/ 0 h 66181"/>
                  <a:gd name="connsiteX5" fmla="*/ 145781 w 158321"/>
                  <a:gd name="connsiteY5" fmla="*/ 0 h 66181"/>
                  <a:gd name="connsiteX6" fmla="*/ 158322 w 158321"/>
                  <a:gd name="connsiteY6" fmla="*/ 12540 h 66181"/>
                  <a:gd name="connsiteX7" fmla="*/ 158322 w 158321"/>
                  <a:gd name="connsiteY7" fmla="*/ 53641 h 66181"/>
                  <a:gd name="connsiteX8" fmla="*/ 145781 w 158321"/>
                  <a:gd name="connsiteY8" fmla="*/ 66182 h 66181"/>
                  <a:gd name="connsiteX9" fmla="*/ 25081 w 158321"/>
                  <a:gd name="connsiteY9" fmla="*/ 41101 h 66181"/>
                  <a:gd name="connsiteX10" fmla="*/ 133241 w 158321"/>
                  <a:gd name="connsiteY10" fmla="*/ 41101 h 66181"/>
                  <a:gd name="connsiteX11" fmla="*/ 133241 w 158321"/>
                  <a:gd name="connsiteY11" fmla="*/ 25081 h 66181"/>
                  <a:gd name="connsiteX12" fmla="*/ 25081 w 158321"/>
                  <a:gd name="connsiteY12" fmla="*/ 25081 h 6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321" h="66181">
                    <a:moveTo>
                      <a:pt x="145781" y="66182"/>
                    </a:moveTo>
                    <a:lnTo>
                      <a:pt x="12540" y="66182"/>
                    </a:lnTo>
                    <a:cubicBezTo>
                      <a:pt x="5614" y="66182"/>
                      <a:pt x="0" y="60567"/>
                      <a:pt x="0" y="53641"/>
                    </a:cubicBezTo>
                    <a:lnTo>
                      <a:pt x="0" y="12540"/>
                    </a:lnTo>
                    <a:cubicBezTo>
                      <a:pt x="0" y="5614"/>
                      <a:pt x="5614" y="0"/>
                      <a:pt x="12540" y="0"/>
                    </a:cubicBezTo>
                    <a:lnTo>
                      <a:pt x="145781" y="0"/>
                    </a:lnTo>
                    <a:cubicBezTo>
                      <a:pt x="152707" y="0"/>
                      <a:pt x="158322" y="5614"/>
                      <a:pt x="158322" y="12540"/>
                    </a:cubicBezTo>
                    <a:lnTo>
                      <a:pt x="158322" y="53641"/>
                    </a:lnTo>
                    <a:cubicBezTo>
                      <a:pt x="158322" y="60567"/>
                      <a:pt x="152707" y="66182"/>
                      <a:pt x="145781" y="66182"/>
                    </a:cubicBezTo>
                    <a:close/>
                    <a:moveTo>
                      <a:pt x="25081" y="41101"/>
                    </a:moveTo>
                    <a:lnTo>
                      <a:pt x="133241" y="41101"/>
                    </a:lnTo>
                    <a:lnTo>
                      <a:pt x="133241" y="25081"/>
                    </a:lnTo>
                    <a:lnTo>
                      <a:pt x="25081" y="25081"/>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41" name="Group 40">
            <a:extLst>
              <a:ext uri="{FF2B5EF4-FFF2-40B4-BE49-F238E27FC236}">
                <a16:creationId xmlns:a16="http://schemas.microsoft.com/office/drawing/2014/main" id="{2D1017A6-1941-4B76-9380-1BCC91DE58FE}"/>
              </a:ext>
            </a:extLst>
          </p:cNvPr>
          <p:cNvGrpSpPr/>
          <p:nvPr/>
        </p:nvGrpSpPr>
        <p:grpSpPr>
          <a:xfrm>
            <a:off x="10667997" y="-3"/>
            <a:ext cx="1143475" cy="828677"/>
            <a:chOff x="10667997" y="-3"/>
            <a:chExt cx="1143475" cy="828677"/>
          </a:xfrm>
        </p:grpSpPr>
        <p:sp>
          <p:nvSpPr>
            <p:cNvPr id="448" name="Round Same-side Corner of Rectangle 3">
              <a:extLst>
                <a:ext uri="{FF2B5EF4-FFF2-40B4-BE49-F238E27FC236}">
                  <a16:creationId xmlns:a16="http://schemas.microsoft.com/office/drawing/2014/main" id="{8CA3634B-027D-3BE1-EF3D-B92A37537E63}"/>
                </a:ext>
              </a:extLst>
            </p:cNvPr>
            <p:cNvSpPr/>
            <p:nvPr/>
          </p:nvSpPr>
          <p:spPr>
            <a:xfrm rot="10800000">
              <a:off x="10667997" y="-3"/>
              <a:ext cx="1143475" cy="828677"/>
            </a:xfrm>
            <a:prstGeom prst="round2SameRect">
              <a:avLst/>
            </a:prstGeom>
            <a:solidFill>
              <a:schemeClr val="bg1"/>
            </a:solidFill>
            <a:ln>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449" name="Picture 448">
              <a:extLst>
                <a:ext uri="{FF2B5EF4-FFF2-40B4-BE49-F238E27FC236}">
                  <a16:creationId xmlns:a16="http://schemas.microsoft.com/office/drawing/2014/main" id="{793FE28A-66EC-C951-4522-486ABFE119AD}"/>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0957794" y="135851"/>
              <a:ext cx="563880" cy="563880"/>
            </a:xfrm>
            <a:prstGeom prst="rect">
              <a:avLst/>
            </a:prstGeom>
          </p:spPr>
        </p:pic>
      </p:grpSp>
      <p:sp>
        <p:nvSpPr>
          <p:cNvPr id="450" name="Rectangle: Rounded Corners 449">
            <a:extLst>
              <a:ext uri="{FF2B5EF4-FFF2-40B4-BE49-F238E27FC236}">
                <a16:creationId xmlns:a16="http://schemas.microsoft.com/office/drawing/2014/main" id="{498BB3E0-39D7-0B12-C1D4-EBF2C60309B5}"/>
              </a:ext>
            </a:extLst>
          </p:cNvPr>
          <p:cNvSpPr/>
          <p:nvPr/>
        </p:nvSpPr>
        <p:spPr>
          <a:xfrm rot="5400000">
            <a:off x="9671694" y="4520463"/>
            <a:ext cx="220778" cy="2483261"/>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rgbClr val="3C3C3C"/>
                </a:solidFill>
                <a:latin typeface="Century Gothic" panose="020F0302020204030204"/>
              </a:rPr>
              <a:t>Transition to support organization</a:t>
            </a:r>
          </a:p>
        </p:txBody>
      </p:sp>
      <p:grpSp>
        <p:nvGrpSpPr>
          <p:cNvPr id="3" name="Group 2">
            <a:extLst>
              <a:ext uri="{FF2B5EF4-FFF2-40B4-BE49-F238E27FC236}">
                <a16:creationId xmlns:a16="http://schemas.microsoft.com/office/drawing/2014/main" id="{6A1FFFF6-3470-93E8-5DCC-9A86CB29F34E}"/>
              </a:ext>
            </a:extLst>
          </p:cNvPr>
          <p:cNvGrpSpPr/>
          <p:nvPr/>
        </p:nvGrpSpPr>
        <p:grpSpPr>
          <a:xfrm>
            <a:off x="2580762" y="4547584"/>
            <a:ext cx="889094" cy="1388894"/>
            <a:chOff x="2580762" y="4642428"/>
            <a:chExt cx="889094" cy="1388894"/>
          </a:xfrm>
          <a:solidFill>
            <a:schemeClr val="bg1">
              <a:lumMod val="85000"/>
            </a:schemeClr>
          </a:solidFill>
        </p:grpSpPr>
        <p:grpSp>
          <p:nvGrpSpPr>
            <p:cNvPr id="4" name="Group 3">
              <a:extLst>
                <a:ext uri="{FF2B5EF4-FFF2-40B4-BE49-F238E27FC236}">
                  <a16:creationId xmlns:a16="http://schemas.microsoft.com/office/drawing/2014/main" id="{457DF743-46C0-1269-394C-052E59390507}"/>
                </a:ext>
              </a:extLst>
            </p:cNvPr>
            <p:cNvGrpSpPr/>
            <p:nvPr/>
          </p:nvGrpSpPr>
          <p:grpSpPr>
            <a:xfrm>
              <a:off x="3053106" y="4658615"/>
              <a:ext cx="416750" cy="1346179"/>
              <a:chOff x="2420404" y="3780548"/>
              <a:chExt cx="416750" cy="1346179"/>
            </a:xfrm>
            <a:grpFill/>
          </p:grpSpPr>
          <p:grpSp>
            <p:nvGrpSpPr>
              <p:cNvPr id="453" name="Group 452">
                <a:extLst>
                  <a:ext uri="{FF2B5EF4-FFF2-40B4-BE49-F238E27FC236}">
                    <a16:creationId xmlns:a16="http://schemas.microsoft.com/office/drawing/2014/main" id="{147AA833-A23A-3967-E5CD-2C42A9085CCD}"/>
                  </a:ext>
                </a:extLst>
              </p:cNvPr>
              <p:cNvGrpSpPr/>
              <p:nvPr/>
            </p:nvGrpSpPr>
            <p:grpSpPr>
              <a:xfrm>
                <a:off x="2422409" y="3780548"/>
                <a:ext cx="414745" cy="288448"/>
                <a:chOff x="5605469" y="98036"/>
                <a:chExt cx="493294" cy="348272"/>
              </a:xfrm>
              <a:grpFill/>
            </p:grpSpPr>
            <p:sp>
              <p:nvSpPr>
                <p:cNvPr id="472" name="Rectangle 471">
                  <a:extLst>
                    <a:ext uri="{FF2B5EF4-FFF2-40B4-BE49-F238E27FC236}">
                      <a16:creationId xmlns:a16="http://schemas.microsoft.com/office/drawing/2014/main" id="{19131ACF-45D7-2B21-2627-3BC477B560A2}"/>
                    </a:ext>
                  </a:extLst>
                </p:cNvPr>
                <p:cNvSpPr/>
                <p:nvPr/>
              </p:nvSpPr>
              <p:spPr>
                <a:xfrm rot="16200000">
                  <a:off x="5541737" y="161768"/>
                  <a:ext cx="343463"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Must</a:t>
                  </a:r>
                </a:p>
              </p:txBody>
            </p:sp>
            <p:sp>
              <p:nvSpPr>
                <p:cNvPr id="473" name="Rectangle 472">
                  <a:extLst>
                    <a:ext uri="{FF2B5EF4-FFF2-40B4-BE49-F238E27FC236}">
                      <a16:creationId xmlns:a16="http://schemas.microsoft.com/office/drawing/2014/main" id="{44C7A57A-8850-00F3-82F5-F5C2B63A7089}"/>
                    </a:ext>
                  </a:extLst>
                </p:cNvPr>
                <p:cNvSpPr/>
                <p:nvPr/>
              </p:nvSpPr>
              <p:spPr>
                <a:xfrm>
                  <a:off x="5819080" y="9803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74" name="Rectangle 473">
                  <a:extLst>
                    <a:ext uri="{FF2B5EF4-FFF2-40B4-BE49-F238E27FC236}">
                      <a16:creationId xmlns:a16="http://schemas.microsoft.com/office/drawing/2014/main" id="{1A952D07-37D2-81A5-F358-6CD5E0878723}"/>
                    </a:ext>
                  </a:extLst>
                </p:cNvPr>
                <p:cNvSpPr/>
                <p:nvPr/>
              </p:nvSpPr>
              <p:spPr>
                <a:xfrm>
                  <a:off x="5819080" y="21357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75" name="Rectangle 474">
                  <a:extLst>
                    <a:ext uri="{FF2B5EF4-FFF2-40B4-BE49-F238E27FC236}">
                      <a16:creationId xmlns:a16="http://schemas.microsoft.com/office/drawing/2014/main" id="{E2E827E0-7E4D-977A-7E10-EEF638639546}"/>
                    </a:ext>
                  </a:extLst>
                </p:cNvPr>
                <p:cNvSpPr/>
                <p:nvPr/>
              </p:nvSpPr>
              <p:spPr>
                <a:xfrm>
                  <a:off x="5819080" y="329104"/>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grpSp>
          <p:grpSp>
            <p:nvGrpSpPr>
              <p:cNvPr id="454" name="Group 453">
                <a:extLst>
                  <a:ext uri="{FF2B5EF4-FFF2-40B4-BE49-F238E27FC236}">
                    <a16:creationId xmlns:a16="http://schemas.microsoft.com/office/drawing/2014/main" id="{7250FBD4-74CE-46B5-DBBB-C41A09EC7639}"/>
                  </a:ext>
                </a:extLst>
              </p:cNvPr>
              <p:cNvGrpSpPr/>
              <p:nvPr/>
            </p:nvGrpSpPr>
            <p:grpSpPr>
              <a:xfrm>
                <a:off x="2420404" y="4069954"/>
                <a:ext cx="416750" cy="292758"/>
                <a:chOff x="5603085" y="98036"/>
                <a:chExt cx="495678" cy="353475"/>
              </a:xfrm>
              <a:grpFill/>
            </p:grpSpPr>
            <p:sp>
              <p:nvSpPr>
                <p:cNvPr id="468" name="Rectangle 467">
                  <a:extLst>
                    <a:ext uri="{FF2B5EF4-FFF2-40B4-BE49-F238E27FC236}">
                      <a16:creationId xmlns:a16="http://schemas.microsoft.com/office/drawing/2014/main" id="{A475DD58-C339-5132-F112-203BED570548}"/>
                    </a:ext>
                  </a:extLst>
                </p:cNvPr>
                <p:cNvSpPr/>
                <p:nvPr/>
              </p:nvSpPr>
              <p:spPr>
                <a:xfrm rot="16200000">
                  <a:off x="5534347" y="166774"/>
                  <a:ext cx="353475"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Should</a:t>
                  </a:r>
                </a:p>
              </p:txBody>
            </p:sp>
            <p:sp>
              <p:nvSpPr>
                <p:cNvPr id="469" name="Rectangle 468">
                  <a:extLst>
                    <a:ext uri="{FF2B5EF4-FFF2-40B4-BE49-F238E27FC236}">
                      <a16:creationId xmlns:a16="http://schemas.microsoft.com/office/drawing/2014/main" id="{A83097C7-6301-CA03-6912-8717ABB9C826}"/>
                    </a:ext>
                  </a:extLst>
                </p:cNvPr>
                <p:cNvSpPr/>
                <p:nvPr/>
              </p:nvSpPr>
              <p:spPr>
                <a:xfrm>
                  <a:off x="5819080" y="9803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70" name="Rectangle 469">
                  <a:extLst>
                    <a:ext uri="{FF2B5EF4-FFF2-40B4-BE49-F238E27FC236}">
                      <a16:creationId xmlns:a16="http://schemas.microsoft.com/office/drawing/2014/main" id="{394B4910-CABB-D233-FEF0-AB862D862663}"/>
                    </a:ext>
                  </a:extLst>
                </p:cNvPr>
                <p:cNvSpPr/>
                <p:nvPr/>
              </p:nvSpPr>
              <p:spPr>
                <a:xfrm>
                  <a:off x="5819080" y="21357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71" name="Rectangle 470">
                  <a:extLst>
                    <a:ext uri="{FF2B5EF4-FFF2-40B4-BE49-F238E27FC236}">
                      <a16:creationId xmlns:a16="http://schemas.microsoft.com/office/drawing/2014/main" id="{0BAE4F3C-4CBB-04D0-3A1A-2D8E4C2725DD}"/>
                    </a:ext>
                  </a:extLst>
                </p:cNvPr>
                <p:cNvSpPr/>
                <p:nvPr/>
              </p:nvSpPr>
              <p:spPr>
                <a:xfrm>
                  <a:off x="5819080" y="329104"/>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grpSp>
          <p:grpSp>
            <p:nvGrpSpPr>
              <p:cNvPr id="455" name="Group 454">
                <a:extLst>
                  <a:ext uri="{FF2B5EF4-FFF2-40B4-BE49-F238E27FC236}">
                    <a16:creationId xmlns:a16="http://schemas.microsoft.com/office/drawing/2014/main" id="{67CCF359-EE88-6BFA-BB28-C4FB758B102B}"/>
                  </a:ext>
                </a:extLst>
              </p:cNvPr>
              <p:cNvGrpSpPr/>
              <p:nvPr/>
            </p:nvGrpSpPr>
            <p:grpSpPr>
              <a:xfrm>
                <a:off x="2426170" y="4741422"/>
                <a:ext cx="410909" cy="385305"/>
                <a:chOff x="6509524" y="-116502"/>
                <a:chExt cx="488731" cy="465216"/>
              </a:xfrm>
              <a:grpFill/>
            </p:grpSpPr>
            <p:sp>
              <p:nvSpPr>
                <p:cNvPr id="463" name="Rectangle 462">
                  <a:extLst>
                    <a:ext uri="{FF2B5EF4-FFF2-40B4-BE49-F238E27FC236}">
                      <a16:creationId xmlns:a16="http://schemas.microsoft.com/office/drawing/2014/main" id="{4AC5F84B-2E2C-6AFD-AE48-6864A3052516}"/>
                    </a:ext>
                  </a:extLst>
                </p:cNvPr>
                <p:cNvSpPr/>
                <p:nvPr/>
              </p:nvSpPr>
              <p:spPr>
                <a:xfrm rot="16200000">
                  <a:off x="6384916" y="8106"/>
                  <a:ext cx="465216"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Would</a:t>
                  </a:r>
                </a:p>
              </p:txBody>
            </p:sp>
            <p:sp>
              <p:nvSpPr>
                <p:cNvPr id="464" name="Rectangle 463">
                  <a:extLst>
                    <a:ext uri="{FF2B5EF4-FFF2-40B4-BE49-F238E27FC236}">
                      <a16:creationId xmlns:a16="http://schemas.microsoft.com/office/drawing/2014/main" id="{697AB3F1-4C8D-433E-9237-BB50F5540603}"/>
                    </a:ext>
                  </a:extLst>
                </p:cNvPr>
                <p:cNvSpPr/>
                <p:nvPr/>
              </p:nvSpPr>
              <p:spPr>
                <a:xfrm>
                  <a:off x="6718572" y="-116502"/>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65" name="Rectangle 464">
                  <a:extLst>
                    <a:ext uri="{FF2B5EF4-FFF2-40B4-BE49-F238E27FC236}">
                      <a16:creationId xmlns:a16="http://schemas.microsoft.com/office/drawing/2014/main" id="{48C67DE1-5990-E988-063C-7E7FE551C8E8}"/>
                    </a:ext>
                  </a:extLst>
                </p:cNvPr>
                <p:cNvSpPr/>
                <p:nvPr/>
              </p:nvSpPr>
              <p:spPr>
                <a:xfrm>
                  <a:off x="6718572" y="-968"/>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66" name="Rectangle 465">
                  <a:extLst>
                    <a:ext uri="{FF2B5EF4-FFF2-40B4-BE49-F238E27FC236}">
                      <a16:creationId xmlns:a16="http://schemas.microsoft.com/office/drawing/2014/main" id="{8310A631-3635-F93B-2033-749B210A4B52}"/>
                    </a:ext>
                  </a:extLst>
                </p:cNvPr>
                <p:cNvSpPr/>
                <p:nvPr/>
              </p:nvSpPr>
              <p:spPr>
                <a:xfrm>
                  <a:off x="6718572" y="11456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67" name="Rectangle 466">
                  <a:extLst>
                    <a:ext uri="{FF2B5EF4-FFF2-40B4-BE49-F238E27FC236}">
                      <a16:creationId xmlns:a16="http://schemas.microsoft.com/office/drawing/2014/main" id="{35D462BA-7F02-24C6-CAB7-DCF60DCFF221}"/>
                    </a:ext>
                  </a:extLst>
                </p:cNvPr>
                <p:cNvSpPr/>
                <p:nvPr/>
              </p:nvSpPr>
              <p:spPr>
                <a:xfrm>
                  <a:off x="6718572" y="23010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grpSp>
          <p:grpSp>
            <p:nvGrpSpPr>
              <p:cNvPr id="456" name="Group 455">
                <a:extLst>
                  <a:ext uri="{FF2B5EF4-FFF2-40B4-BE49-F238E27FC236}">
                    <a16:creationId xmlns:a16="http://schemas.microsoft.com/office/drawing/2014/main" id="{AF3A1757-8B15-1181-D6EF-8699B9DA062E}"/>
                  </a:ext>
                </a:extLst>
              </p:cNvPr>
              <p:cNvGrpSpPr/>
              <p:nvPr/>
            </p:nvGrpSpPr>
            <p:grpSpPr>
              <a:xfrm>
                <a:off x="2421259" y="4359537"/>
                <a:ext cx="415895" cy="384137"/>
                <a:chOff x="5652381" y="91367"/>
                <a:chExt cx="494661" cy="463806"/>
              </a:xfrm>
              <a:grpFill/>
            </p:grpSpPr>
            <p:sp>
              <p:nvSpPr>
                <p:cNvPr id="457" name="Rectangle 456">
                  <a:extLst>
                    <a:ext uri="{FF2B5EF4-FFF2-40B4-BE49-F238E27FC236}">
                      <a16:creationId xmlns:a16="http://schemas.microsoft.com/office/drawing/2014/main" id="{29DB9DB8-504C-8FAB-36E0-786842C4B39D}"/>
                    </a:ext>
                  </a:extLst>
                </p:cNvPr>
                <p:cNvSpPr/>
                <p:nvPr/>
              </p:nvSpPr>
              <p:spPr>
                <a:xfrm rot="16200000">
                  <a:off x="5528479" y="215269"/>
                  <a:ext cx="463803"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Could</a:t>
                  </a:r>
                </a:p>
              </p:txBody>
            </p:sp>
            <p:sp>
              <p:nvSpPr>
                <p:cNvPr id="458" name="Rectangle 457">
                  <a:extLst>
                    <a:ext uri="{FF2B5EF4-FFF2-40B4-BE49-F238E27FC236}">
                      <a16:creationId xmlns:a16="http://schemas.microsoft.com/office/drawing/2014/main" id="{3F1D87E5-5FC7-F8C3-5CB8-36DB2DF32148}"/>
                    </a:ext>
                  </a:extLst>
                </p:cNvPr>
                <p:cNvSpPr/>
                <p:nvPr/>
              </p:nvSpPr>
              <p:spPr>
                <a:xfrm>
                  <a:off x="5867359" y="91367"/>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59" name="Rectangle 458">
                  <a:extLst>
                    <a:ext uri="{FF2B5EF4-FFF2-40B4-BE49-F238E27FC236}">
                      <a16:creationId xmlns:a16="http://schemas.microsoft.com/office/drawing/2014/main" id="{632432E1-89B7-B892-8D9A-B3240CD84959}"/>
                    </a:ext>
                  </a:extLst>
                </p:cNvPr>
                <p:cNvSpPr/>
                <p:nvPr/>
              </p:nvSpPr>
              <p:spPr>
                <a:xfrm>
                  <a:off x="5867359" y="206901"/>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60" name="Rectangle 459">
                  <a:extLst>
                    <a:ext uri="{FF2B5EF4-FFF2-40B4-BE49-F238E27FC236}">
                      <a16:creationId xmlns:a16="http://schemas.microsoft.com/office/drawing/2014/main" id="{851FE2AD-4A04-65CE-9433-CE01D3312EAD}"/>
                    </a:ext>
                  </a:extLst>
                </p:cNvPr>
                <p:cNvSpPr/>
                <p:nvPr/>
              </p:nvSpPr>
              <p:spPr>
                <a:xfrm>
                  <a:off x="5867359" y="322435"/>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62" name="Rectangle 461">
                  <a:extLst>
                    <a:ext uri="{FF2B5EF4-FFF2-40B4-BE49-F238E27FC236}">
                      <a16:creationId xmlns:a16="http://schemas.microsoft.com/office/drawing/2014/main" id="{52EAE9F5-3916-2AF0-0272-39E2DBC813C1}"/>
                    </a:ext>
                  </a:extLst>
                </p:cNvPr>
                <p:cNvSpPr/>
                <p:nvPr/>
              </p:nvSpPr>
              <p:spPr>
                <a:xfrm>
                  <a:off x="5867359" y="437969"/>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grpSp>
        </p:grpSp>
        <p:sp>
          <p:nvSpPr>
            <p:cNvPr id="451" name="TextBox 450">
              <a:extLst>
                <a:ext uri="{FF2B5EF4-FFF2-40B4-BE49-F238E27FC236}">
                  <a16:creationId xmlns:a16="http://schemas.microsoft.com/office/drawing/2014/main" id="{352F07FB-6F5D-F2DB-5E8F-CF61B53D2FB3}"/>
                </a:ext>
              </a:extLst>
            </p:cNvPr>
            <p:cNvSpPr txBox="1"/>
            <p:nvPr/>
          </p:nvSpPr>
          <p:spPr>
            <a:xfrm rot="16200000">
              <a:off x="2221465" y="5260869"/>
              <a:ext cx="1372706" cy="168199"/>
            </a:xfrm>
            <a:prstGeom prst="rect">
              <a:avLst/>
            </a:prstGeom>
            <a:noFill/>
          </p:spPr>
          <p:txBody>
            <a:bodyPr wrap="square" lIns="36000" tIns="36000" rIns="36000" bIns="3600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Prioritized Blueprint Backlog</a:t>
              </a:r>
            </a:p>
          </p:txBody>
        </p:sp>
        <p:pic>
          <p:nvPicPr>
            <p:cNvPr id="452" name="Graphic 202" descr="Arrow: Counter-clockwise curve">
              <a:extLst>
                <a:ext uri="{FF2B5EF4-FFF2-40B4-BE49-F238E27FC236}">
                  <a16:creationId xmlns:a16="http://schemas.microsoft.com/office/drawing/2014/main" id="{B798A8A4-AAA9-387C-B951-1B975E70167D}"/>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flipV="1">
              <a:off x="2580762" y="4642428"/>
              <a:ext cx="288774" cy="284465"/>
            </a:xfrm>
            <a:prstGeom prst="rect">
              <a:avLst/>
            </a:prstGeom>
          </p:spPr>
        </p:pic>
      </p:grpSp>
      <p:grpSp>
        <p:nvGrpSpPr>
          <p:cNvPr id="476" name="Group 475">
            <a:extLst>
              <a:ext uri="{FF2B5EF4-FFF2-40B4-BE49-F238E27FC236}">
                <a16:creationId xmlns:a16="http://schemas.microsoft.com/office/drawing/2014/main" id="{C9D75F43-7D91-A508-0CBB-8F9EF890AA4D}"/>
              </a:ext>
            </a:extLst>
          </p:cNvPr>
          <p:cNvGrpSpPr/>
          <p:nvPr/>
        </p:nvGrpSpPr>
        <p:grpSpPr>
          <a:xfrm>
            <a:off x="3595471" y="4157793"/>
            <a:ext cx="1053953" cy="1756846"/>
            <a:chOff x="3595471" y="4157793"/>
            <a:chExt cx="1053953" cy="1756846"/>
          </a:xfrm>
        </p:grpSpPr>
        <p:grpSp>
          <p:nvGrpSpPr>
            <p:cNvPr id="477" name="Group 476">
              <a:extLst>
                <a:ext uri="{FF2B5EF4-FFF2-40B4-BE49-F238E27FC236}">
                  <a16:creationId xmlns:a16="http://schemas.microsoft.com/office/drawing/2014/main" id="{03E9DDC6-8AEE-2DA4-DBBC-354B68B9B176}"/>
                </a:ext>
              </a:extLst>
            </p:cNvPr>
            <p:cNvGrpSpPr/>
            <p:nvPr/>
          </p:nvGrpSpPr>
          <p:grpSpPr>
            <a:xfrm>
              <a:off x="4132040" y="4178579"/>
              <a:ext cx="517384" cy="1736060"/>
              <a:chOff x="3825805" y="4221882"/>
              <a:chExt cx="517384" cy="1736060"/>
            </a:xfrm>
            <a:solidFill>
              <a:schemeClr val="bg1">
                <a:lumMod val="85000"/>
              </a:schemeClr>
            </a:solidFill>
          </p:grpSpPr>
          <p:grpSp>
            <p:nvGrpSpPr>
              <p:cNvPr id="480" name="Group 479">
                <a:extLst>
                  <a:ext uri="{FF2B5EF4-FFF2-40B4-BE49-F238E27FC236}">
                    <a16:creationId xmlns:a16="http://schemas.microsoft.com/office/drawing/2014/main" id="{C08FADE8-A845-7EF8-CF4B-D66CD4DC8562}"/>
                  </a:ext>
                </a:extLst>
              </p:cNvPr>
              <p:cNvGrpSpPr/>
              <p:nvPr/>
            </p:nvGrpSpPr>
            <p:grpSpPr>
              <a:xfrm>
                <a:off x="3828293" y="4221882"/>
                <a:ext cx="514896" cy="370403"/>
                <a:chOff x="5605469" y="98036"/>
                <a:chExt cx="493294" cy="348272"/>
              </a:xfrm>
              <a:grpFill/>
            </p:grpSpPr>
            <p:sp>
              <p:nvSpPr>
                <p:cNvPr id="498" name="Rectangle 497">
                  <a:extLst>
                    <a:ext uri="{FF2B5EF4-FFF2-40B4-BE49-F238E27FC236}">
                      <a16:creationId xmlns:a16="http://schemas.microsoft.com/office/drawing/2014/main" id="{79552D4E-67B3-1796-BCF9-5E3A41EE5B34}"/>
                    </a:ext>
                  </a:extLst>
                </p:cNvPr>
                <p:cNvSpPr/>
                <p:nvPr/>
              </p:nvSpPr>
              <p:spPr>
                <a:xfrm rot="16200000">
                  <a:off x="5541737" y="161768"/>
                  <a:ext cx="343463"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Must</a:t>
                  </a:r>
                </a:p>
              </p:txBody>
            </p:sp>
            <p:sp>
              <p:nvSpPr>
                <p:cNvPr id="499" name="Rectangle 498">
                  <a:extLst>
                    <a:ext uri="{FF2B5EF4-FFF2-40B4-BE49-F238E27FC236}">
                      <a16:creationId xmlns:a16="http://schemas.microsoft.com/office/drawing/2014/main" id="{EBF8815D-2FCC-C11F-1BB0-2765D6136F04}"/>
                    </a:ext>
                  </a:extLst>
                </p:cNvPr>
                <p:cNvSpPr/>
                <p:nvPr/>
              </p:nvSpPr>
              <p:spPr>
                <a:xfrm>
                  <a:off x="5819080" y="9803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500" name="Rectangle 499">
                  <a:extLst>
                    <a:ext uri="{FF2B5EF4-FFF2-40B4-BE49-F238E27FC236}">
                      <a16:creationId xmlns:a16="http://schemas.microsoft.com/office/drawing/2014/main" id="{CBECD94B-C17B-00F3-8043-5E010696029C}"/>
                    </a:ext>
                  </a:extLst>
                </p:cNvPr>
                <p:cNvSpPr/>
                <p:nvPr/>
              </p:nvSpPr>
              <p:spPr>
                <a:xfrm>
                  <a:off x="5819080" y="21357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501" name="Rectangle 500">
                  <a:extLst>
                    <a:ext uri="{FF2B5EF4-FFF2-40B4-BE49-F238E27FC236}">
                      <a16:creationId xmlns:a16="http://schemas.microsoft.com/office/drawing/2014/main" id="{36CE65FB-8A0E-171F-5123-B83186B3ADFE}"/>
                    </a:ext>
                  </a:extLst>
                </p:cNvPr>
                <p:cNvSpPr/>
                <p:nvPr/>
              </p:nvSpPr>
              <p:spPr>
                <a:xfrm>
                  <a:off x="5819080" y="329104"/>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grpSp>
          <p:grpSp>
            <p:nvGrpSpPr>
              <p:cNvPr id="481" name="Group 480">
                <a:extLst>
                  <a:ext uri="{FF2B5EF4-FFF2-40B4-BE49-F238E27FC236}">
                    <a16:creationId xmlns:a16="http://schemas.microsoft.com/office/drawing/2014/main" id="{0B8E7E64-297A-E8E7-1F9F-7E20E471F9BB}"/>
                  </a:ext>
                </a:extLst>
              </p:cNvPr>
              <p:cNvGrpSpPr/>
              <p:nvPr/>
            </p:nvGrpSpPr>
            <p:grpSpPr>
              <a:xfrm>
                <a:off x="3825805" y="4593515"/>
                <a:ext cx="517384" cy="375937"/>
                <a:chOff x="5603085" y="98036"/>
                <a:chExt cx="495678" cy="353475"/>
              </a:xfrm>
              <a:grpFill/>
            </p:grpSpPr>
            <p:sp>
              <p:nvSpPr>
                <p:cNvPr id="494" name="Rectangle 493">
                  <a:extLst>
                    <a:ext uri="{FF2B5EF4-FFF2-40B4-BE49-F238E27FC236}">
                      <a16:creationId xmlns:a16="http://schemas.microsoft.com/office/drawing/2014/main" id="{FC4E3009-25F1-DF5C-842A-D9AB5B7ECCB5}"/>
                    </a:ext>
                  </a:extLst>
                </p:cNvPr>
                <p:cNvSpPr/>
                <p:nvPr/>
              </p:nvSpPr>
              <p:spPr>
                <a:xfrm rot="16200000">
                  <a:off x="5534347" y="166774"/>
                  <a:ext cx="353475"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Should</a:t>
                  </a:r>
                </a:p>
              </p:txBody>
            </p:sp>
            <p:sp>
              <p:nvSpPr>
                <p:cNvPr id="495" name="Rectangle 494">
                  <a:extLst>
                    <a:ext uri="{FF2B5EF4-FFF2-40B4-BE49-F238E27FC236}">
                      <a16:creationId xmlns:a16="http://schemas.microsoft.com/office/drawing/2014/main" id="{61809CA1-67E8-9215-5980-4B6EC203CABE}"/>
                    </a:ext>
                  </a:extLst>
                </p:cNvPr>
                <p:cNvSpPr/>
                <p:nvPr/>
              </p:nvSpPr>
              <p:spPr>
                <a:xfrm>
                  <a:off x="5819080" y="9803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96" name="Rectangle 495">
                  <a:extLst>
                    <a:ext uri="{FF2B5EF4-FFF2-40B4-BE49-F238E27FC236}">
                      <a16:creationId xmlns:a16="http://schemas.microsoft.com/office/drawing/2014/main" id="{096FF211-C6D0-68E0-C455-869CEB0A48FC}"/>
                    </a:ext>
                  </a:extLst>
                </p:cNvPr>
                <p:cNvSpPr/>
                <p:nvPr/>
              </p:nvSpPr>
              <p:spPr>
                <a:xfrm>
                  <a:off x="5819080" y="21357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97" name="Rectangle 496">
                  <a:extLst>
                    <a:ext uri="{FF2B5EF4-FFF2-40B4-BE49-F238E27FC236}">
                      <a16:creationId xmlns:a16="http://schemas.microsoft.com/office/drawing/2014/main" id="{B6013421-9F67-F67B-D9D8-FDE2E7509CFD}"/>
                    </a:ext>
                  </a:extLst>
                </p:cNvPr>
                <p:cNvSpPr/>
                <p:nvPr/>
              </p:nvSpPr>
              <p:spPr>
                <a:xfrm>
                  <a:off x="5819080" y="329104"/>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grpSp>
          <p:grpSp>
            <p:nvGrpSpPr>
              <p:cNvPr id="482" name="Group 481">
                <a:extLst>
                  <a:ext uri="{FF2B5EF4-FFF2-40B4-BE49-F238E27FC236}">
                    <a16:creationId xmlns:a16="http://schemas.microsoft.com/office/drawing/2014/main" id="{F23E5651-B825-1579-F621-858E6D489B59}"/>
                  </a:ext>
                </a:extLst>
              </p:cNvPr>
              <p:cNvGrpSpPr/>
              <p:nvPr/>
            </p:nvGrpSpPr>
            <p:grpSpPr>
              <a:xfrm>
                <a:off x="3832963" y="5463164"/>
                <a:ext cx="510133" cy="494778"/>
                <a:chOff x="6509524" y="-116502"/>
                <a:chExt cx="488731" cy="465216"/>
              </a:xfrm>
              <a:grpFill/>
            </p:grpSpPr>
            <p:sp>
              <p:nvSpPr>
                <p:cNvPr id="489" name="Rectangle 488">
                  <a:extLst>
                    <a:ext uri="{FF2B5EF4-FFF2-40B4-BE49-F238E27FC236}">
                      <a16:creationId xmlns:a16="http://schemas.microsoft.com/office/drawing/2014/main" id="{AFA305D9-AFFD-2D9C-00EC-16BF8D07E14E}"/>
                    </a:ext>
                  </a:extLst>
                </p:cNvPr>
                <p:cNvSpPr/>
                <p:nvPr/>
              </p:nvSpPr>
              <p:spPr>
                <a:xfrm rot="16200000">
                  <a:off x="6384916" y="8106"/>
                  <a:ext cx="465216"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Would</a:t>
                  </a:r>
                </a:p>
              </p:txBody>
            </p:sp>
            <p:sp>
              <p:nvSpPr>
                <p:cNvPr id="490" name="Rectangle 489">
                  <a:extLst>
                    <a:ext uri="{FF2B5EF4-FFF2-40B4-BE49-F238E27FC236}">
                      <a16:creationId xmlns:a16="http://schemas.microsoft.com/office/drawing/2014/main" id="{3CF7E3EC-E282-0332-DB04-385833E57680}"/>
                    </a:ext>
                  </a:extLst>
                </p:cNvPr>
                <p:cNvSpPr/>
                <p:nvPr/>
              </p:nvSpPr>
              <p:spPr>
                <a:xfrm>
                  <a:off x="6718572" y="-116502"/>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91" name="Rectangle 490">
                  <a:extLst>
                    <a:ext uri="{FF2B5EF4-FFF2-40B4-BE49-F238E27FC236}">
                      <a16:creationId xmlns:a16="http://schemas.microsoft.com/office/drawing/2014/main" id="{77EE6C2E-116D-4C86-D065-BC66D54B9BA7}"/>
                    </a:ext>
                  </a:extLst>
                </p:cNvPr>
                <p:cNvSpPr/>
                <p:nvPr/>
              </p:nvSpPr>
              <p:spPr>
                <a:xfrm>
                  <a:off x="6718572" y="-968"/>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92" name="Rectangle 491">
                  <a:extLst>
                    <a:ext uri="{FF2B5EF4-FFF2-40B4-BE49-F238E27FC236}">
                      <a16:creationId xmlns:a16="http://schemas.microsoft.com/office/drawing/2014/main" id="{155B1A8E-1914-ACB1-456D-12F752743B9E}"/>
                    </a:ext>
                  </a:extLst>
                </p:cNvPr>
                <p:cNvSpPr/>
                <p:nvPr/>
              </p:nvSpPr>
              <p:spPr>
                <a:xfrm>
                  <a:off x="6718572" y="11456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93" name="Rectangle 492">
                  <a:extLst>
                    <a:ext uri="{FF2B5EF4-FFF2-40B4-BE49-F238E27FC236}">
                      <a16:creationId xmlns:a16="http://schemas.microsoft.com/office/drawing/2014/main" id="{4BEBF403-16E5-9AC4-3F39-F058D4627F66}"/>
                    </a:ext>
                  </a:extLst>
                </p:cNvPr>
                <p:cNvSpPr/>
                <p:nvPr/>
              </p:nvSpPr>
              <p:spPr>
                <a:xfrm>
                  <a:off x="6718572" y="23010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grpSp>
          <p:grpSp>
            <p:nvGrpSpPr>
              <p:cNvPr id="483" name="Group 482">
                <a:extLst>
                  <a:ext uri="{FF2B5EF4-FFF2-40B4-BE49-F238E27FC236}">
                    <a16:creationId xmlns:a16="http://schemas.microsoft.com/office/drawing/2014/main" id="{67AA0114-67D5-247A-80A1-262CDFA0AE02}"/>
                  </a:ext>
                </a:extLst>
              </p:cNvPr>
              <p:cNvGrpSpPr/>
              <p:nvPr/>
            </p:nvGrpSpPr>
            <p:grpSpPr>
              <a:xfrm>
                <a:off x="3826867" y="4965850"/>
                <a:ext cx="516322" cy="493279"/>
                <a:chOff x="5652381" y="91367"/>
                <a:chExt cx="494661" cy="463806"/>
              </a:xfrm>
              <a:grpFill/>
            </p:grpSpPr>
            <p:sp>
              <p:nvSpPr>
                <p:cNvPr id="484" name="Rectangle 483">
                  <a:extLst>
                    <a:ext uri="{FF2B5EF4-FFF2-40B4-BE49-F238E27FC236}">
                      <a16:creationId xmlns:a16="http://schemas.microsoft.com/office/drawing/2014/main" id="{9C1A3288-0491-33B4-46B4-080C2503F62A}"/>
                    </a:ext>
                  </a:extLst>
                </p:cNvPr>
                <p:cNvSpPr/>
                <p:nvPr/>
              </p:nvSpPr>
              <p:spPr>
                <a:xfrm rot="16200000">
                  <a:off x="5528479" y="215269"/>
                  <a:ext cx="463803"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Could</a:t>
                  </a:r>
                </a:p>
              </p:txBody>
            </p:sp>
            <p:sp>
              <p:nvSpPr>
                <p:cNvPr id="485" name="Rectangle 484">
                  <a:extLst>
                    <a:ext uri="{FF2B5EF4-FFF2-40B4-BE49-F238E27FC236}">
                      <a16:creationId xmlns:a16="http://schemas.microsoft.com/office/drawing/2014/main" id="{4B22D9A5-1317-2817-4110-968AEC466CDD}"/>
                    </a:ext>
                  </a:extLst>
                </p:cNvPr>
                <p:cNvSpPr/>
                <p:nvPr/>
              </p:nvSpPr>
              <p:spPr>
                <a:xfrm>
                  <a:off x="5867359" y="91367"/>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86" name="Rectangle 485">
                  <a:extLst>
                    <a:ext uri="{FF2B5EF4-FFF2-40B4-BE49-F238E27FC236}">
                      <a16:creationId xmlns:a16="http://schemas.microsoft.com/office/drawing/2014/main" id="{D921D40A-FC73-2655-B3C6-7B30C696FEF2}"/>
                    </a:ext>
                  </a:extLst>
                </p:cNvPr>
                <p:cNvSpPr/>
                <p:nvPr/>
              </p:nvSpPr>
              <p:spPr>
                <a:xfrm>
                  <a:off x="5867359" y="206901"/>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87" name="Rectangle 486">
                  <a:extLst>
                    <a:ext uri="{FF2B5EF4-FFF2-40B4-BE49-F238E27FC236}">
                      <a16:creationId xmlns:a16="http://schemas.microsoft.com/office/drawing/2014/main" id="{45190504-B33A-3503-C0F1-527711BD4F4A}"/>
                    </a:ext>
                  </a:extLst>
                </p:cNvPr>
                <p:cNvSpPr/>
                <p:nvPr/>
              </p:nvSpPr>
              <p:spPr>
                <a:xfrm>
                  <a:off x="5867359" y="322435"/>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88" name="Rectangle 487">
                  <a:extLst>
                    <a:ext uri="{FF2B5EF4-FFF2-40B4-BE49-F238E27FC236}">
                      <a16:creationId xmlns:a16="http://schemas.microsoft.com/office/drawing/2014/main" id="{0CF9CB1C-49CC-048C-2955-54E7EDFF7D3A}"/>
                    </a:ext>
                  </a:extLst>
                </p:cNvPr>
                <p:cNvSpPr/>
                <p:nvPr/>
              </p:nvSpPr>
              <p:spPr>
                <a:xfrm>
                  <a:off x="5867359" y="437969"/>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grpSp>
        </p:grpSp>
        <p:sp>
          <p:nvSpPr>
            <p:cNvPr id="478" name="TextBox 477">
              <a:extLst>
                <a:ext uri="{FF2B5EF4-FFF2-40B4-BE49-F238E27FC236}">
                  <a16:creationId xmlns:a16="http://schemas.microsoft.com/office/drawing/2014/main" id="{1068393A-693F-9C53-5304-FD45B4F15FD5}"/>
                </a:ext>
              </a:extLst>
            </p:cNvPr>
            <p:cNvSpPr txBox="1"/>
            <p:nvPr/>
          </p:nvSpPr>
          <p:spPr>
            <a:xfrm rot="16200000">
              <a:off x="3387722" y="4660543"/>
              <a:ext cx="1207391" cy="228912"/>
            </a:xfrm>
            <a:prstGeom prst="rect">
              <a:avLst/>
            </a:prstGeom>
            <a:noFill/>
          </p:spPr>
          <p:txBody>
            <a:bodyPr wrap="square" lIns="36000" tIns="36000" rIns="36000" bIns="3600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Prioritized Project Backlog</a:t>
              </a:r>
            </a:p>
          </p:txBody>
        </p:sp>
        <p:pic>
          <p:nvPicPr>
            <p:cNvPr id="479" name="Graphic 95" descr="Arrow: Counter-clockwise curve">
              <a:extLst>
                <a:ext uri="{FF2B5EF4-FFF2-40B4-BE49-F238E27FC236}">
                  <a16:creationId xmlns:a16="http://schemas.microsoft.com/office/drawing/2014/main" id="{DE83C638-673F-B6DE-5F06-502BAA59BE10}"/>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flipV="1">
              <a:off x="3595471" y="4157793"/>
              <a:ext cx="358503" cy="365288"/>
            </a:xfrm>
            <a:prstGeom prst="rect">
              <a:avLst/>
            </a:prstGeom>
          </p:spPr>
        </p:pic>
      </p:grpSp>
      <p:pic>
        <p:nvPicPr>
          <p:cNvPr id="502" name="Picture 501">
            <a:extLst>
              <a:ext uri="{FF2B5EF4-FFF2-40B4-BE49-F238E27FC236}">
                <a16:creationId xmlns:a16="http://schemas.microsoft.com/office/drawing/2014/main" id="{E0C5132D-6242-B181-9A2C-A7E9649CC1F1}"/>
              </a:ext>
            </a:extLst>
          </p:cNvPr>
          <p:cNvPicPr>
            <a:picLocks noChangeAspect="1"/>
          </p:cNvPicPr>
          <p:nvPr/>
        </p:nvPicPr>
        <p:blipFill rotWithShape="1">
          <a:blip r:embed="rId6">
            <a:duotone>
              <a:schemeClr val="accent6">
                <a:shade val="45000"/>
                <a:satMod val="135000"/>
              </a:schemeClr>
              <a:prstClr val="white"/>
            </a:duotone>
          </a:blip>
          <a:srcRect l="14992" r="-1493"/>
          <a:stretch/>
        </p:blipFill>
        <p:spPr>
          <a:xfrm>
            <a:off x="4936738" y="4402428"/>
            <a:ext cx="2204820" cy="386989"/>
          </a:xfrm>
          <a:prstGeom prst="rect">
            <a:avLst/>
          </a:prstGeom>
          <a:solidFill>
            <a:schemeClr val="bg1">
              <a:lumMod val="85000"/>
            </a:schemeClr>
          </a:solidFill>
        </p:spPr>
      </p:pic>
      <p:sp>
        <p:nvSpPr>
          <p:cNvPr id="506" name="5-Point Star 266">
            <a:extLst>
              <a:ext uri="{FF2B5EF4-FFF2-40B4-BE49-F238E27FC236}">
                <a16:creationId xmlns:a16="http://schemas.microsoft.com/office/drawing/2014/main" id="{B486AC30-C54D-FC32-D9E3-6005C1383285}"/>
              </a:ext>
            </a:extLst>
          </p:cNvPr>
          <p:cNvSpPr>
            <a:spLocks noChangeAspect="1"/>
          </p:cNvSpPr>
          <p:nvPr/>
        </p:nvSpPr>
        <p:spPr>
          <a:xfrm>
            <a:off x="9968472" y="4343251"/>
            <a:ext cx="274694" cy="274320"/>
          </a:xfrm>
          <a:prstGeom prst="star5">
            <a:avLst/>
          </a:prstGeom>
          <a:solidFill>
            <a:schemeClr val="accent3"/>
          </a:solidFill>
          <a:ln>
            <a:solidFill>
              <a:schemeClr val="bg1"/>
            </a:solidFill>
          </a:ln>
          <a:effectLst>
            <a:outerShdw blurRad="63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507" name="Group 506">
            <a:extLst>
              <a:ext uri="{FF2B5EF4-FFF2-40B4-BE49-F238E27FC236}">
                <a16:creationId xmlns:a16="http://schemas.microsoft.com/office/drawing/2014/main" id="{5BAF3440-3B21-270B-A402-E6CD100C5E3D}"/>
              </a:ext>
            </a:extLst>
          </p:cNvPr>
          <p:cNvGrpSpPr/>
          <p:nvPr/>
        </p:nvGrpSpPr>
        <p:grpSpPr>
          <a:xfrm>
            <a:off x="2381250" y="986748"/>
            <a:ext cx="9691302" cy="361520"/>
            <a:chOff x="1752680" y="1406433"/>
            <a:chExt cx="10319872" cy="361520"/>
          </a:xfrm>
        </p:grpSpPr>
        <p:cxnSp>
          <p:nvCxnSpPr>
            <p:cNvPr id="508" name="Straight Arrow Connector 507">
              <a:extLst>
                <a:ext uri="{FF2B5EF4-FFF2-40B4-BE49-F238E27FC236}">
                  <a16:creationId xmlns:a16="http://schemas.microsoft.com/office/drawing/2014/main" id="{98B143BA-514F-C013-5A7D-9D5E4128A597}"/>
                </a:ext>
              </a:extLst>
            </p:cNvPr>
            <p:cNvCxnSpPr>
              <a:cxnSpLocks/>
            </p:cNvCxnSpPr>
            <p:nvPr/>
          </p:nvCxnSpPr>
          <p:spPr>
            <a:xfrm>
              <a:off x="1752680" y="1602550"/>
              <a:ext cx="10319872" cy="0"/>
            </a:xfrm>
            <a:prstGeom prst="straightConnector1">
              <a:avLst/>
            </a:prstGeom>
            <a:ln w="19050">
              <a:solidFill>
                <a:schemeClr val="bg1">
                  <a:lumMod val="75000"/>
                </a:schemeClr>
              </a:solidFill>
              <a:headEnd type="diamond" w="lg" len="lg"/>
              <a:tailEnd type="triangle" w="lg" len="lg"/>
            </a:ln>
          </p:spPr>
          <p:style>
            <a:lnRef idx="1">
              <a:schemeClr val="accent1"/>
            </a:lnRef>
            <a:fillRef idx="0">
              <a:schemeClr val="accent1"/>
            </a:fillRef>
            <a:effectRef idx="0">
              <a:schemeClr val="accent1"/>
            </a:effectRef>
            <a:fontRef idx="minor">
              <a:schemeClr val="tx1"/>
            </a:fontRef>
          </p:style>
        </p:cxnSp>
        <p:sp>
          <p:nvSpPr>
            <p:cNvPr id="509" name="Arrow: Pentagon 115">
              <a:extLst>
                <a:ext uri="{FF2B5EF4-FFF2-40B4-BE49-F238E27FC236}">
                  <a16:creationId xmlns:a16="http://schemas.microsoft.com/office/drawing/2014/main" id="{F8FE1FA3-D8DF-24B7-B041-9FBCE8A73F2A}"/>
                </a:ext>
              </a:extLst>
            </p:cNvPr>
            <p:cNvSpPr/>
            <p:nvPr/>
          </p:nvSpPr>
          <p:spPr>
            <a:xfrm>
              <a:off x="6050080" y="1406433"/>
              <a:ext cx="1725072" cy="361520"/>
            </a:xfrm>
            <a:prstGeom prst="homePlate">
              <a:avLst>
                <a:gd name="adj" fmla="val 0"/>
              </a:avLst>
            </a:prstGeom>
            <a:solidFill>
              <a:schemeClr val="bg1">
                <a:lumMod val="95000"/>
              </a:schemeClr>
            </a:solidFill>
            <a:ln w="19050">
              <a:no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Monitor and Control</a:t>
              </a:r>
            </a:p>
          </p:txBody>
        </p:sp>
      </p:grpSp>
    </p:spTree>
    <p:extLst>
      <p:ext uri="{BB962C8B-B14F-4D97-AF65-F5344CB8AC3E}">
        <p14:creationId xmlns:p14="http://schemas.microsoft.com/office/powerpoint/2010/main" val="1028521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57FF4DC-20E6-985D-98FC-69952DD2CF76}"/>
            </a:ext>
          </a:extLst>
        </p:cNvPr>
        <p:cNvGrpSpPr/>
        <p:nvPr/>
      </p:nvGrpSpPr>
      <p:grpSpPr>
        <a:xfrm>
          <a:off x="0" y="0"/>
          <a:ext cx="0" cy="0"/>
          <a:chOff x="0" y="0"/>
          <a:chExt cx="0" cy="0"/>
        </a:xfrm>
      </p:grpSpPr>
      <p:cxnSp>
        <p:nvCxnSpPr>
          <p:cNvPr id="280" name="Straight Connector 279">
            <a:extLst>
              <a:ext uri="{FF2B5EF4-FFF2-40B4-BE49-F238E27FC236}">
                <a16:creationId xmlns:a16="http://schemas.microsoft.com/office/drawing/2014/main" id="{C6F76A7D-1A53-642D-813F-DF948C97CFBB}"/>
              </a:ext>
            </a:extLst>
          </p:cNvPr>
          <p:cNvCxnSpPr>
            <a:cxnSpLocks/>
          </p:cNvCxnSpPr>
          <p:nvPr/>
        </p:nvCxnSpPr>
        <p:spPr>
          <a:xfrm flipH="1">
            <a:off x="7238911" y="2708268"/>
            <a:ext cx="8382"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71" name="TextBox 270">
            <a:extLst>
              <a:ext uri="{FF2B5EF4-FFF2-40B4-BE49-F238E27FC236}">
                <a16:creationId xmlns:a16="http://schemas.microsoft.com/office/drawing/2014/main" id="{881A4FDB-F52E-9DC5-98E7-64E84E432C7B}"/>
              </a:ext>
            </a:extLst>
          </p:cNvPr>
          <p:cNvSpPr txBox="1"/>
          <p:nvPr/>
        </p:nvSpPr>
        <p:spPr>
          <a:xfrm>
            <a:off x="5942500" y="6031697"/>
            <a:ext cx="1294487"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Solution (technically) built</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Ready for integration testing</a:t>
            </a:r>
          </a:p>
        </p:txBody>
      </p:sp>
      <p:sp>
        <p:nvSpPr>
          <p:cNvPr id="328" name="TextBox 327">
            <a:extLst>
              <a:ext uri="{FF2B5EF4-FFF2-40B4-BE49-F238E27FC236}">
                <a16:creationId xmlns:a16="http://schemas.microsoft.com/office/drawing/2014/main" id="{65808771-83ED-A6AF-8E7B-27830755500A}"/>
              </a:ext>
            </a:extLst>
          </p:cNvPr>
          <p:cNvSpPr txBox="1"/>
          <p:nvPr/>
        </p:nvSpPr>
        <p:spPr>
          <a:xfrm>
            <a:off x="4925519" y="4726780"/>
            <a:ext cx="2199456" cy="461665"/>
          </a:xfrm>
          <a:prstGeom prst="rect">
            <a:avLst/>
          </a:prstGeom>
          <a:noFill/>
        </p:spPr>
        <p:txBody>
          <a:bodyPr wrap="square" rIns="36000" rtlCol="0" anchor="b">
            <a:spAutoFit/>
          </a:bodyPr>
          <a:lstStyle/>
          <a:p>
            <a:pPr algn="ctr"/>
            <a:r>
              <a:rPr lang="en-US" sz="800" i="1">
                <a:solidFill>
                  <a:schemeClr val="bg1">
                    <a:lumMod val="75000"/>
                  </a:schemeClr>
                </a:solidFill>
              </a:rPr>
              <a:t>Iterative and incremental build</a:t>
            </a:r>
          </a:p>
          <a:p>
            <a:pPr algn="ctr"/>
            <a:r>
              <a:rPr lang="en-US" sz="800" i="1">
                <a:solidFill>
                  <a:schemeClr val="bg1">
                    <a:lumMod val="75000"/>
                  </a:schemeClr>
                </a:solidFill>
              </a:rPr>
              <a:t>in sprints of 3 to 6 weeks </a:t>
            </a:r>
            <a:br>
              <a:rPr lang="en-US" sz="800" i="1">
                <a:solidFill>
                  <a:schemeClr val="bg1">
                    <a:lumMod val="75000"/>
                  </a:schemeClr>
                </a:solidFill>
              </a:rPr>
            </a:br>
            <a:r>
              <a:rPr lang="en-US" sz="800" i="1">
                <a:solidFill>
                  <a:schemeClr val="bg1">
                    <a:lumMod val="75000"/>
                  </a:schemeClr>
                </a:solidFill>
              </a:rPr>
              <a:t>(all sprints of same length)</a:t>
            </a:r>
          </a:p>
        </p:txBody>
      </p:sp>
      <p:sp>
        <p:nvSpPr>
          <p:cNvPr id="9" name="Rectangle: Rounded Corners 8">
            <a:extLst>
              <a:ext uri="{FF2B5EF4-FFF2-40B4-BE49-F238E27FC236}">
                <a16:creationId xmlns:a16="http://schemas.microsoft.com/office/drawing/2014/main" id="{76DAAD7B-5F45-AF71-6343-1C9541CF92B1}"/>
              </a:ext>
            </a:extLst>
          </p:cNvPr>
          <p:cNvSpPr/>
          <p:nvPr/>
        </p:nvSpPr>
        <p:spPr>
          <a:xfrm>
            <a:off x="4729821" y="2860709"/>
            <a:ext cx="2507610" cy="582211"/>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0" tIns="0" rIns="0" bIns="0" rtlCol="0" anchor="t">
            <a:spAutoFit/>
          </a:bodyPr>
          <a:lstStyle/>
          <a:p>
            <a:pPr algn="ctr">
              <a:spcAft>
                <a:spcPts val="400"/>
              </a:spcAft>
            </a:pPr>
            <a:r>
              <a:rPr lang="en-GB" sz="1050" b="1">
                <a:solidFill>
                  <a:schemeClr val="bg1">
                    <a:lumMod val="75000"/>
                  </a:schemeClr>
                </a:solidFill>
              </a:rPr>
              <a:t>REA</a:t>
            </a:r>
            <a:endParaRPr lang="en-GB" sz="900">
              <a:solidFill>
                <a:schemeClr val="bg1">
                  <a:lumMod val="75000"/>
                </a:schemeClr>
              </a:solidFill>
            </a:endParaRPr>
          </a:p>
          <a:p>
            <a:pPr algn="ctr"/>
            <a:r>
              <a:rPr lang="en-GB" sz="800">
                <a:solidFill>
                  <a:schemeClr val="bg1">
                    <a:lumMod val="75000"/>
                  </a:schemeClr>
                </a:solidFill>
              </a:rPr>
              <a:t>Build of the solution in sprints </a:t>
            </a:r>
            <a:br>
              <a:rPr lang="en-GB" sz="800">
                <a:solidFill>
                  <a:schemeClr val="bg1">
                    <a:lumMod val="75000"/>
                  </a:schemeClr>
                </a:solidFill>
              </a:rPr>
            </a:br>
            <a:r>
              <a:rPr lang="en-GB" sz="800">
                <a:solidFill>
                  <a:schemeClr val="bg1">
                    <a:lumMod val="75000"/>
                  </a:schemeClr>
                </a:solidFill>
              </a:rPr>
              <a:t>(detailed design, build, test, </a:t>
            </a:r>
            <a:br>
              <a:rPr lang="en-GB" sz="800">
                <a:solidFill>
                  <a:schemeClr val="bg1">
                    <a:lumMod val="75000"/>
                  </a:schemeClr>
                </a:solidFill>
              </a:rPr>
            </a:br>
            <a:r>
              <a:rPr lang="en-GB" sz="800">
                <a:solidFill>
                  <a:schemeClr val="bg1">
                    <a:lumMod val="75000"/>
                  </a:schemeClr>
                </a:solidFill>
              </a:rPr>
              <a:t>show &amp; tell and release)</a:t>
            </a:r>
          </a:p>
        </p:txBody>
      </p:sp>
      <p:sp>
        <p:nvSpPr>
          <p:cNvPr id="117" name="Rectangle 116">
            <a:extLst>
              <a:ext uri="{FF2B5EF4-FFF2-40B4-BE49-F238E27FC236}">
                <a16:creationId xmlns:a16="http://schemas.microsoft.com/office/drawing/2014/main" id="{BAB69942-E51B-39FC-7FD2-3FF1FA026E48}"/>
              </a:ext>
            </a:extLst>
          </p:cNvPr>
          <p:cNvSpPr/>
          <p:nvPr/>
        </p:nvSpPr>
        <p:spPr>
          <a:xfrm>
            <a:off x="1364" y="535696"/>
            <a:ext cx="12190635" cy="914400"/>
          </a:xfrm>
          <a:prstGeom prst="rect">
            <a:avLst/>
          </a:prstGeom>
          <a:gradFill>
            <a:gsLst>
              <a:gs pos="63000">
                <a:schemeClr val="bg1">
                  <a:lumMod val="95000"/>
                </a:schemeClr>
              </a:gs>
              <a:gs pos="13000">
                <a:schemeClr val="bg1">
                  <a:lumMod val="95000"/>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100" name="Rectangle 99">
            <a:extLst>
              <a:ext uri="{FF2B5EF4-FFF2-40B4-BE49-F238E27FC236}">
                <a16:creationId xmlns:a16="http://schemas.microsoft.com/office/drawing/2014/main" id="{07100A4B-AC9A-9023-1CC3-996850196CBA}"/>
              </a:ext>
            </a:extLst>
          </p:cNvPr>
          <p:cNvSpPr/>
          <p:nvPr/>
        </p:nvSpPr>
        <p:spPr>
          <a:xfrm>
            <a:off x="147484" y="6179574"/>
            <a:ext cx="2492477"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317" name="Title 316">
            <a:extLst>
              <a:ext uri="{FF2B5EF4-FFF2-40B4-BE49-F238E27FC236}">
                <a16:creationId xmlns:a16="http://schemas.microsoft.com/office/drawing/2014/main" id="{0851C98F-7CA6-9D90-B949-1988683FE7AA}"/>
              </a:ext>
            </a:extLst>
          </p:cNvPr>
          <p:cNvSpPr>
            <a:spLocks noGrp="1"/>
          </p:cNvSpPr>
          <p:nvPr>
            <p:ph type="ctrTitle"/>
          </p:nvPr>
        </p:nvSpPr>
        <p:spPr/>
        <p:txBody>
          <a:bodyPr/>
          <a:lstStyle/>
          <a:p>
            <a:r>
              <a:rPr lang="nl-BE"/>
              <a:t>project life </a:t>
            </a:r>
            <a:r>
              <a:rPr lang="nl-BE" err="1"/>
              <a:t>cycle</a:t>
            </a:r>
            <a:endParaRPr lang="en-US"/>
          </a:p>
        </p:txBody>
      </p:sp>
      <p:grpSp>
        <p:nvGrpSpPr>
          <p:cNvPr id="212" name="Group 211">
            <a:extLst>
              <a:ext uri="{FF2B5EF4-FFF2-40B4-BE49-F238E27FC236}">
                <a16:creationId xmlns:a16="http://schemas.microsoft.com/office/drawing/2014/main" id="{8D2B278A-12A2-77BE-2BC0-251813E22D3F}"/>
              </a:ext>
            </a:extLst>
          </p:cNvPr>
          <p:cNvGrpSpPr/>
          <p:nvPr/>
        </p:nvGrpSpPr>
        <p:grpSpPr>
          <a:xfrm>
            <a:off x="2381250" y="986748"/>
            <a:ext cx="9691302" cy="361520"/>
            <a:chOff x="1752680" y="1406433"/>
            <a:chExt cx="10319872" cy="361520"/>
          </a:xfrm>
        </p:grpSpPr>
        <p:cxnSp>
          <p:nvCxnSpPr>
            <p:cNvPr id="214" name="Straight Arrow Connector 213">
              <a:extLst>
                <a:ext uri="{FF2B5EF4-FFF2-40B4-BE49-F238E27FC236}">
                  <a16:creationId xmlns:a16="http://schemas.microsoft.com/office/drawing/2014/main" id="{BC6CE62F-09EA-9DA3-B5A9-D90C390F1B69}"/>
                </a:ext>
              </a:extLst>
            </p:cNvPr>
            <p:cNvCxnSpPr>
              <a:cxnSpLocks/>
            </p:cNvCxnSpPr>
            <p:nvPr/>
          </p:nvCxnSpPr>
          <p:spPr>
            <a:xfrm>
              <a:off x="1752680" y="1602550"/>
              <a:ext cx="10319872" cy="0"/>
            </a:xfrm>
            <a:prstGeom prst="straightConnector1">
              <a:avLst/>
            </a:prstGeom>
            <a:ln w="19050">
              <a:solidFill>
                <a:schemeClr val="bg1">
                  <a:lumMod val="75000"/>
                </a:schemeClr>
              </a:solidFill>
              <a:headEnd type="diamond" w="lg" len="lg"/>
              <a:tailEnd type="triangle" w="lg" len="lg"/>
            </a:ln>
          </p:spPr>
          <p:style>
            <a:lnRef idx="1">
              <a:schemeClr val="accent1"/>
            </a:lnRef>
            <a:fillRef idx="0">
              <a:schemeClr val="accent1"/>
            </a:fillRef>
            <a:effectRef idx="0">
              <a:schemeClr val="accent1"/>
            </a:effectRef>
            <a:fontRef idx="minor">
              <a:schemeClr val="tx1"/>
            </a:fontRef>
          </p:style>
        </p:cxnSp>
        <p:sp>
          <p:nvSpPr>
            <p:cNvPr id="215" name="Arrow: Pentagon 115">
              <a:extLst>
                <a:ext uri="{FF2B5EF4-FFF2-40B4-BE49-F238E27FC236}">
                  <a16:creationId xmlns:a16="http://schemas.microsoft.com/office/drawing/2014/main" id="{8DF98B5B-64B5-FACE-095C-8B61CD5CB422}"/>
                </a:ext>
              </a:extLst>
            </p:cNvPr>
            <p:cNvSpPr/>
            <p:nvPr/>
          </p:nvSpPr>
          <p:spPr>
            <a:xfrm>
              <a:off x="6050080" y="1406433"/>
              <a:ext cx="1725072" cy="361520"/>
            </a:xfrm>
            <a:prstGeom prst="homePlate">
              <a:avLst>
                <a:gd name="adj" fmla="val 0"/>
              </a:avLst>
            </a:prstGeom>
            <a:solidFill>
              <a:schemeClr val="bg1">
                <a:lumMod val="95000"/>
              </a:schemeClr>
            </a:solidFill>
            <a:ln w="19050">
              <a:no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Monitor and Control</a:t>
              </a:r>
            </a:p>
          </p:txBody>
        </p:sp>
      </p:grpSp>
      <p:cxnSp>
        <p:nvCxnSpPr>
          <p:cNvPr id="281" name="Straight Connector 280">
            <a:extLst>
              <a:ext uri="{FF2B5EF4-FFF2-40B4-BE49-F238E27FC236}">
                <a16:creationId xmlns:a16="http://schemas.microsoft.com/office/drawing/2014/main" id="{3998E51A-015E-83A4-EFBE-7A301F385FE5}"/>
              </a:ext>
            </a:extLst>
          </p:cNvPr>
          <p:cNvCxnSpPr>
            <a:cxnSpLocks/>
          </p:cNvCxnSpPr>
          <p:nvPr/>
        </p:nvCxnSpPr>
        <p:spPr>
          <a:xfrm>
            <a:off x="2428620"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69" name="TextBox 268">
            <a:extLst>
              <a:ext uri="{FF2B5EF4-FFF2-40B4-BE49-F238E27FC236}">
                <a16:creationId xmlns:a16="http://schemas.microsoft.com/office/drawing/2014/main" id="{AB0FF3E4-378E-0684-796E-150641497FCF}"/>
              </a:ext>
            </a:extLst>
          </p:cNvPr>
          <p:cNvSpPr txBox="1"/>
          <p:nvPr/>
        </p:nvSpPr>
        <p:spPr>
          <a:xfrm>
            <a:off x="1529334" y="6031697"/>
            <a:ext cx="897363"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Project approach</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Project plan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Kick-off meeting</a:t>
            </a:r>
          </a:p>
        </p:txBody>
      </p:sp>
      <p:sp>
        <p:nvSpPr>
          <p:cNvPr id="14" name="Rectangle: Rounded Corners 13">
            <a:extLst>
              <a:ext uri="{FF2B5EF4-FFF2-40B4-BE49-F238E27FC236}">
                <a16:creationId xmlns:a16="http://schemas.microsoft.com/office/drawing/2014/main" id="{3890214B-04BA-E324-2400-1C975B04A1C4}"/>
              </a:ext>
            </a:extLst>
          </p:cNvPr>
          <p:cNvSpPr/>
          <p:nvPr/>
        </p:nvSpPr>
        <p:spPr>
          <a:xfrm>
            <a:off x="1110734" y="2860709"/>
            <a:ext cx="1316405" cy="697627"/>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GB" sz="1000" b="1">
                <a:solidFill>
                  <a:schemeClr val="bg1">
                    <a:lumMod val="75000"/>
                  </a:schemeClr>
                </a:solidFill>
              </a:rPr>
              <a:t>PLAN</a:t>
            </a:r>
            <a:endParaRPr lang="en-GB" sz="1000">
              <a:solidFill>
                <a:schemeClr val="bg1">
                  <a:lumMod val="75000"/>
                </a:schemeClr>
              </a:solidFill>
            </a:endParaRPr>
          </a:p>
          <a:p>
            <a:pPr algn="ctr"/>
            <a:r>
              <a:rPr lang="en-GB" sz="800">
                <a:solidFill>
                  <a:schemeClr val="bg1">
                    <a:lumMod val="75000"/>
                  </a:schemeClr>
                </a:solidFill>
              </a:rPr>
              <a:t>Establish program </a:t>
            </a:r>
            <a:br>
              <a:rPr lang="en-GB" sz="800">
                <a:solidFill>
                  <a:schemeClr val="bg1">
                    <a:lumMod val="75000"/>
                  </a:schemeClr>
                </a:solidFill>
              </a:rPr>
            </a:br>
            <a:r>
              <a:rPr lang="en-GB" sz="800">
                <a:solidFill>
                  <a:schemeClr val="bg1">
                    <a:lumMod val="75000"/>
                  </a:schemeClr>
                </a:solidFill>
              </a:rPr>
              <a:t>or project governance and draw up initial plans​</a:t>
            </a:r>
            <a:endParaRPr lang="en-US" sz="800">
              <a:solidFill>
                <a:schemeClr val="bg1">
                  <a:lumMod val="75000"/>
                </a:schemeClr>
              </a:solidFill>
            </a:endParaRPr>
          </a:p>
        </p:txBody>
      </p:sp>
      <p:cxnSp>
        <p:nvCxnSpPr>
          <p:cNvPr id="287" name="Straight Connector 286">
            <a:extLst>
              <a:ext uri="{FF2B5EF4-FFF2-40B4-BE49-F238E27FC236}">
                <a16:creationId xmlns:a16="http://schemas.microsoft.com/office/drawing/2014/main" id="{FF32692A-3C36-67DB-67F4-ACC50E7602BB}"/>
              </a:ext>
            </a:extLst>
          </p:cNvPr>
          <p:cNvCxnSpPr>
            <a:cxnSpLocks/>
          </p:cNvCxnSpPr>
          <p:nvPr/>
        </p:nvCxnSpPr>
        <p:spPr>
          <a:xfrm flipH="1">
            <a:off x="1097233" y="2720379"/>
            <a:ext cx="5931"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75" name="TextBox 274">
            <a:extLst>
              <a:ext uri="{FF2B5EF4-FFF2-40B4-BE49-F238E27FC236}">
                <a16:creationId xmlns:a16="http://schemas.microsoft.com/office/drawing/2014/main" id="{3E24E733-5C7D-2292-9E99-1A8E03A818B2}"/>
              </a:ext>
            </a:extLst>
          </p:cNvPr>
          <p:cNvSpPr txBox="1"/>
          <p:nvPr/>
        </p:nvSpPr>
        <p:spPr>
          <a:xfrm>
            <a:off x="344956" y="6031697"/>
            <a:ext cx="752277"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Contract</a:t>
            </a:r>
          </a:p>
        </p:txBody>
      </p:sp>
      <p:sp>
        <p:nvSpPr>
          <p:cNvPr id="15" name="Rectangle: Rounded Corners 14">
            <a:extLst>
              <a:ext uri="{FF2B5EF4-FFF2-40B4-BE49-F238E27FC236}">
                <a16:creationId xmlns:a16="http://schemas.microsoft.com/office/drawing/2014/main" id="{AD654E21-A5A4-CF8E-6A5E-1F8F5ECB601B}"/>
              </a:ext>
            </a:extLst>
          </p:cNvPr>
          <p:cNvSpPr/>
          <p:nvPr/>
        </p:nvSpPr>
        <p:spPr>
          <a:xfrm>
            <a:off x="39890" y="2860709"/>
            <a:ext cx="1049771" cy="1074653"/>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US" sz="1000" b="1">
                <a:solidFill>
                  <a:schemeClr val="bg1">
                    <a:lumMod val="75000"/>
                  </a:schemeClr>
                </a:solidFill>
              </a:rPr>
              <a:t>PRE-SALES</a:t>
            </a:r>
            <a:endParaRPr lang="en-US" sz="1000">
              <a:solidFill>
                <a:schemeClr val="bg1">
                  <a:lumMod val="75000"/>
                </a:schemeClr>
              </a:solidFill>
            </a:endParaRPr>
          </a:p>
          <a:p>
            <a:pPr algn="ctr"/>
            <a:r>
              <a:rPr lang="en-US" sz="800">
                <a:solidFill>
                  <a:schemeClr val="bg1">
                    <a:lumMod val="75000"/>
                  </a:schemeClr>
                </a:solidFill>
              </a:rPr>
              <a:t>Phase to understand project or program objectives, solution roadmap and high- level requirements</a:t>
            </a:r>
            <a:r>
              <a:rPr lang="en-US" sz="850">
                <a:solidFill>
                  <a:schemeClr val="bg1">
                    <a:lumMod val="75000"/>
                  </a:schemeClr>
                </a:solidFill>
              </a:rPr>
              <a:t>​</a:t>
            </a:r>
          </a:p>
        </p:txBody>
      </p:sp>
      <p:cxnSp>
        <p:nvCxnSpPr>
          <p:cNvPr id="282" name="Straight Connector 281">
            <a:extLst>
              <a:ext uri="{FF2B5EF4-FFF2-40B4-BE49-F238E27FC236}">
                <a16:creationId xmlns:a16="http://schemas.microsoft.com/office/drawing/2014/main" id="{4CC2F11B-891A-11E1-0F18-28806FDC6840}"/>
              </a:ext>
            </a:extLst>
          </p:cNvPr>
          <p:cNvCxnSpPr>
            <a:cxnSpLocks/>
          </p:cNvCxnSpPr>
          <p:nvPr/>
        </p:nvCxnSpPr>
        <p:spPr>
          <a:xfrm>
            <a:off x="4737391"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EF66C175-A04E-C0A7-2EC9-9B078FB4FBF0}"/>
              </a:ext>
            </a:extLst>
          </p:cNvPr>
          <p:cNvCxnSpPr>
            <a:cxnSpLocks/>
          </p:cNvCxnSpPr>
          <p:nvPr/>
        </p:nvCxnSpPr>
        <p:spPr>
          <a:xfrm>
            <a:off x="3561834" y="2708269"/>
            <a:ext cx="4347"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68" name="TextBox 267">
            <a:extLst>
              <a:ext uri="{FF2B5EF4-FFF2-40B4-BE49-F238E27FC236}">
                <a16:creationId xmlns:a16="http://schemas.microsoft.com/office/drawing/2014/main" id="{3D82B74D-DA34-BD4B-0922-1AD39DC61ACA}"/>
              </a:ext>
            </a:extLst>
          </p:cNvPr>
          <p:cNvSpPr txBox="1"/>
          <p:nvPr/>
        </p:nvSpPr>
        <p:spPr>
          <a:xfrm>
            <a:off x="3660378" y="6031697"/>
            <a:ext cx="1076376"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Blueprint document</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700" i="1">
                <a:solidFill>
                  <a:schemeClr val="bg1">
                    <a:lumMod val="75000"/>
                  </a:schemeClr>
                </a:solidFill>
                <a:latin typeface="Century Gothic" panose="020F0302020204030204"/>
              </a:rPr>
              <a:t>Fit-gap list</a:t>
            </a:r>
            <a:endPar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BPML and backlog for realization</a:t>
            </a:r>
          </a:p>
        </p:txBody>
      </p:sp>
      <p:sp>
        <p:nvSpPr>
          <p:cNvPr id="270" name="TextBox 269">
            <a:extLst>
              <a:ext uri="{FF2B5EF4-FFF2-40B4-BE49-F238E27FC236}">
                <a16:creationId xmlns:a16="http://schemas.microsoft.com/office/drawing/2014/main" id="{909C69DC-C503-73F0-276E-932B1133B10C}"/>
              </a:ext>
            </a:extLst>
          </p:cNvPr>
          <p:cNvSpPr txBox="1"/>
          <p:nvPr/>
        </p:nvSpPr>
        <p:spPr>
          <a:xfrm>
            <a:off x="2534033" y="6031697"/>
            <a:ext cx="1032148"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Scope baseline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Conceptual design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BPML and backlog for blueprint</a:t>
            </a:r>
          </a:p>
        </p:txBody>
      </p:sp>
      <p:sp>
        <p:nvSpPr>
          <p:cNvPr id="12" name="Rectangle: Rounded Corners 11">
            <a:extLst>
              <a:ext uri="{FF2B5EF4-FFF2-40B4-BE49-F238E27FC236}">
                <a16:creationId xmlns:a16="http://schemas.microsoft.com/office/drawing/2014/main" id="{9A713327-FD1E-986E-1B0D-035D2B0FDA7E}"/>
              </a:ext>
            </a:extLst>
          </p:cNvPr>
          <p:cNvSpPr/>
          <p:nvPr/>
        </p:nvSpPr>
        <p:spPr>
          <a:xfrm>
            <a:off x="2428619" y="2860709"/>
            <a:ext cx="1138199" cy="1518364"/>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GB" sz="1000" b="1">
                <a:solidFill>
                  <a:schemeClr val="bg1">
                    <a:lumMod val="75000"/>
                  </a:schemeClr>
                </a:solidFill>
              </a:rPr>
              <a:t>DISCOVERY</a:t>
            </a:r>
          </a:p>
          <a:p>
            <a:pPr algn="ctr">
              <a:spcAft>
                <a:spcPts val="400"/>
              </a:spcAft>
            </a:pPr>
            <a:r>
              <a:rPr lang="en-GB" sz="1000" b="1">
                <a:solidFill>
                  <a:schemeClr val="bg1">
                    <a:lumMod val="75000"/>
                  </a:schemeClr>
                </a:solidFill>
              </a:rPr>
              <a:t>CONC. DESIGN</a:t>
            </a:r>
          </a:p>
          <a:p>
            <a:pPr algn="ctr"/>
            <a:r>
              <a:rPr lang="en-GB" sz="800">
                <a:solidFill>
                  <a:schemeClr val="bg1">
                    <a:lumMod val="75000"/>
                  </a:schemeClr>
                </a:solidFill>
              </a:rPr>
              <a:t>Gain knowledge of the customer's business process, make key decisions to steer the project in the right direction and draw up the Business Process Master List (BPML)</a:t>
            </a:r>
          </a:p>
        </p:txBody>
      </p:sp>
      <p:sp>
        <p:nvSpPr>
          <p:cNvPr id="13" name="Rectangle: Rounded Corners 12">
            <a:extLst>
              <a:ext uri="{FF2B5EF4-FFF2-40B4-BE49-F238E27FC236}">
                <a16:creationId xmlns:a16="http://schemas.microsoft.com/office/drawing/2014/main" id="{5A27462A-6445-FEBB-A30D-9FA5E688B9CB}"/>
              </a:ext>
            </a:extLst>
          </p:cNvPr>
          <p:cNvSpPr/>
          <p:nvPr/>
        </p:nvSpPr>
        <p:spPr>
          <a:xfrm>
            <a:off x="3579422" y="2860709"/>
            <a:ext cx="1157969" cy="1066959"/>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GB" sz="1000" b="1">
                <a:solidFill>
                  <a:schemeClr val="bg1">
                    <a:lumMod val="75000"/>
                  </a:schemeClr>
                </a:solidFill>
              </a:rPr>
              <a:t>F2S / BBP</a:t>
            </a:r>
          </a:p>
          <a:p>
            <a:pPr algn="ctr"/>
            <a:r>
              <a:rPr lang="en-US" sz="800">
                <a:solidFill>
                  <a:schemeClr val="bg1">
                    <a:lumMod val="75000"/>
                  </a:schemeClr>
                </a:solidFill>
              </a:rPr>
              <a:t>Facilitate Fit-to-Standard (F2S) or blueprint (BBP) workshops to design the final solution, and define scope and  backlog for REA</a:t>
            </a:r>
          </a:p>
        </p:txBody>
      </p:sp>
      <p:cxnSp>
        <p:nvCxnSpPr>
          <p:cNvPr id="284" name="Straight Connector 283">
            <a:extLst>
              <a:ext uri="{FF2B5EF4-FFF2-40B4-BE49-F238E27FC236}">
                <a16:creationId xmlns:a16="http://schemas.microsoft.com/office/drawing/2014/main" id="{31899EE5-C5EA-A961-7045-A0F39B46927A}"/>
              </a:ext>
            </a:extLst>
          </p:cNvPr>
          <p:cNvCxnSpPr>
            <a:cxnSpLocks/>
          </p:cNvCxnSpPr>
          <p:nvPr/>
        </p:nvCxnSpPr>
        <p:spPr>
          <a:xfrm>
            <a:off x="9131619"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72" name="TextBox 271">
            <a:extLst>
              <a:ext uri="{FF2B5EF4-FFF2-40B4-BE49-F238E27FC236}">
                <a16:creationId xmlns:a16="http://schemas.microsoft.com/office/drawing/2014/main" id="{0ACBBD1C-0FF5-0763-8DCF-294E6A135B7F}"/>
              </a:ext>
            </a:extLst>
          </p:cNvPr>
          <p:cNvSpPr txBox="1"/>
          <p:nvPr/>
        </p:nvSpPr>
        <p:spPr>
          <a:xfrm>
            <a:off x="7931554" y="6031697"/>
            <a:ext cx="1200064"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Tested solution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Go/No-go</a:t>
            </a:r>
          </a:p>
        </p:txBody>
      </p:sp>
      <p:sp>
        <p:nvSpPr>
          <p:cNvPr id="10" name="Rectangle: Rounded Corners 9">
            <a:extLst>
              <a:ext uri="{FF2B5EF4-FFF2-40B4-BE49-F238E27FC236}">
                <a16:creationId xmlns:a16="http://schemas.microsoft.com/office/drawing/2014/main" id="{3031239A-4F3A-4A26-F024-B4B023E10F20}"/>
              </a:ext>
            </a:extLst>
          </p:cNvPr>
          <p:cNvSpPr/>
          <p:nvPr/>
        </p:nvSpPr>
        <p:spPr>
          <a:xfrm>
            <a:off x="7238911" y="2916695"/>
            <a:ext cx="1885137" cy="1138773"/>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600"/>
              </a:spcAft>
            </a:pPr>
            <a:r>
              <a:rPr lang="en-GB" sz="1050" b="1">
                <a:solidFill>
                  <a:schemeClr val="bg1">
                    <a:lumMod val="75000"/>
                  </a:schemeClr>
                </a:solidFill>
              </a:rPr>
              <a:t>SIT &amp; BRT</a:t>
            </a:r>
            <a:endParaRPr lang="en-GB" sz="900">
              <a:solidFill>
                <a:schemeClr val="bg1">
                  <a:lumMod val="75000"/>
                </a:schemeClr>
              </a:solidFill>
            </a:endParaRPr>
          </a:p>
          <a:p>
            <a:pPr algn="ctr"/>
            <a:r>
              <a:rPr lang="en-GB" sz="800">
                <a:solidFill>
                  <a:schemeClr val="bg1">
                    <a:lumMod val="75000"/>
                  </a:schemeClr>
                </a:solidFill>
              </a:rPr>
              <a:t>Execute System Integration</a:t>
            </a:r>
          </a:p>
          <a:p>
            <a:pPr algn="ctr"/>
            <a:r>
              <a:rPr lang="en-GB" sz="800">
                <a:solidFill>
                  <a:schemeClr val="bg1">
                    <a:lumMod val="75000"/>
                  </a:schemeClr>
                </a:solidFill>
              </a:rPr>
              <a:t>Testing, Business Readiness Testing (aka User Acceptance Testing) and End-2-end testing, test data migrations (TM), test integrations and prepare for production cutover</a:t>
            </a:r>
          </a:p>
          <a:p>
            <a:pPr algn="ctr"/>
            <a:endParaRPr lang="en-GB" sz="1050" b="1">
              <a:solidFill>
                <a:schemeClr val="bg1">
                  <a:lumMod val="75000"/>
                </a:schemeClr>
              </a:solidFill>
            </a:endParaRPr>
          </a:p>
        </p:txBody>
      </p:sp>
      <p:sp>
        <p:nvSpPr>
          <p:cNvPr id="35" name="Rectangle: Rounded Corners 34">
            <a:extLst>
              <a:ext uri="{FF2B5EF4-FFF2-40B4-BE49-F238E27FC236}">
                <a16:creationId xmlns:a16="http://schemas.microsoft.com/office/drawing/2014/main" id="{408E5F4C-4B74-7CE8-601A-1BD136646F9B}"/>
              </a:ext>
            </a:extLst>
          </p:cNvPr>
          <p:cNvSpPr/>
          <p:nvPr/>
        </p:nvSpPr>
        <p:spPr>
          <a:xfrm rot="5400000">
            <a:off x="7398579" y="46312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Test </a:t>
            </a:r>
            <a:br>
              <a:rPr lang="en-US" sz="800" b="1">
                <a:solidFill>
                  <a:schemeClr val="bg1">
                    <a:lumMod val="75000"/>
                  </a:schemeClr>
                </a:solidFill>
                <a:latin typeface="Century Gothic" panose="020F0302020204030204"/>
              </a:rPr>
            </a:br>
            <a:r>
              <a:rPr lang="en-US" sz="800" b="1">
                <a:solidFill>
                  <a:schemeClr val="bg1">
                    <a:lumMod val="75000"/>
                  </a:schemeClr>
                </a:solidFill>
                <a:latin typeface="Century Gothic" panose="020F0302020204030204"/>
              </a:rPr>
              <a:t>Migration</a:t>
            </a:r>
          </a:p>
          <a:p>
            <a:pPr algn="ctr"/>
            <a:r>
              <a:rPr lang="en-US" sz="800" b="1">
                <a:solidFill>
                  <a:schemeClr val="bg1">
                    <a:lumMod val="75000"/>
                  </a:schemeClr>
                </a:solidFill>
                <a:latin typeface="Century Gothic" panose="020F0302020204030204"/>
              </a:rPr>
              <a:t>1</a:t>
            </a:r>
          </a:p>
        </p:txBody>
      </p:sp>
      <p:sp>
        <p:nvSpPr>
          <p:cNvPr id="36" name="Rectangle: Rounded Corners 35">
            <a:extLst>
              <a:ext uri="{FF2B5EF4-FFF2-40B4-BE49-F238E27FC236}">
                <a16:creationId xmlns:a16="http://schemas.microsoft.com/office/drawing/2014/main" id="{C345901D-2614-2BFE-207F-F492137478D0}"/>
              </a:ext>
            </a:extLst>
          </p:cNvPr>
          <p:cNvSpPr/>
          <p:nvPr/>
        </p:nvSpPr>
        <p:spPr>
          <a:xfrm rot="5400000">
            <a:off x="7993237" y="46312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Test </a:t>
            </a:r>
            <a:br>
              <a:rPr lang="en-US" sz="800" b="1">
                <a:solidFill>
                  <a:schemeClr val="bg1">
                    <a:lumMod val="75000"/>
                  </a:schemeClr>
                </a:solidFill>
                <a:latin typeface="Century Gothic" panose="020F0302020204030204"/>
              </a:rPr>
            </a:br>
            <a:r>
              <a:rPr lang="en-US" sz="800" b="1">
                <a:solidFill>
                  <a:schemeClr val="bg1">
                    <a:lumMod val="75000"/>
                  </a:schemeClr>
                </a:solidFill>
                <a:latin typeface="Century Gothic" panose="020F0302020204030204"/>
              </a:rPr>
              <a:t>Migration</a:t>
            </a:r>
          </a:p>
          <a:p>
            <a:pPr algn="ctr"/>
            <a:r>
              <a:rPr lang="en-US" sz="800" b="1">
                <a:solidFill>
                  <a:schemeClr val="bg1">
                    <a:lumMod val="75000"/>
                  </a:schemeClr>
                </a:solidFill>
                <a:latin typeface="Century Gothic" panose="020F0302020204030204"/>
              </a:rPr>
              <a:t>2</a:t>
            </a:r>
          </a:p>
        </p:txBody>
      </p:sp>
      <p:sp>
        <p:nvSpPr>
          <p:cNvPr id="37" name="Rectangle: Rounded Corners 36">
            <a:extLst>
              <a:ext uri="{FF2B5EF4-FFF2-40B4-BE49-F238E27FC236}">
                <a16:creationId xmlns:a16="http://schemas.microsoft.com/office/drawing/2014/main" id="{512D704E-70A9-B67D-1FE4-3E9086BD9595}"/>
              </a:ext>
            </a:extLst>
          </p:cNvPr>
          <p:cNvSpPr/>
          <p:nvPr/>
        </p:nvSpPr>
        <p:spPr>
          <a:xfrm rot="5400000">
            <a:off x="7398579" y="50975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SIT</a:t>
            </a:r>
          </a:p>
          <a:p>
            <a:pPr algn="ctr"/>
            <a:r>
              <a:rPr lang="en-US" sz="800" b="1">
                <a:solidFill>
                  <a:schemeClr val="bg1">
                    <a:lumMod val="75000"/>
                  </a:schemeClr>
                </a:solidFill>
                <a:latin typeface="Century Gothic" panose="020F0302020204030204"/>
              </a:rPr>
              <a:t>1</a:t>
            </a:r>
          </a:p>
        </p:txBody>
      </p:sp>
      <p:sp>
        <p:nvSpPr>
          <p:cNvPr id="38" name="Rectangle: Rounded Corners 37">
            <a:extLst>
              <a:ext uri="{FF2B5EF4-FFF2-40B4-BE49-F238E27FC236}">
                <a16:creationId xmlns:a16="http://schemas.microsoft.com/office/drawing/2014/main" id="{98E149E3-16E4-4934-B352-42458D6F13D8}"/>
              </a:ext>
            </a:extLst>
          </p:cNvPr>
          <p:cNvSpPr/>
          <p:nvPr/>
        </p:nvSpPr>
        <p:spPr>
          <a:xfrm rot="5400000">
            <a:off x="7993237" y="50975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SIT</a:t>
            </a:r>
          </a:p>
          <a:p>
            <a:pPr algn="ctr"/>
            <a:r>
              <a:rPr lang="en-US" sz="800" b="1">
                <a:solidFill>
                  <a:schemeClr val="bg1">
                    <a:lumMod val="75000"/>
                  </a:schemeClr>
                </a:solidFill>
                <a:latin typeface="Century Gothic" panose="020F0302020204030204"/>
              </a:rPr>
              <a:t>2</a:t>
            </a:r>
          </a:p>
        </p:txBody>
      </p:sp>
      <p:sp>
        <p:nvSpPr>
          <p:cNvPr id="39" name="Rectangle: Rounded Corners 38">
            <a:extLst>
              <a:ext uri="{FF2B5EF4-FFF2-40B4-BE49-F238E27FC236}">
                <a16:creationId xmlns:a16="http://schemas.microsoft.com/office/drawing/2014/main" id="{5A0A1F80-7F78-6494-87A0-39F798FEFD18}"/>
              </a:ext>
            </a:extLst>
          </p:cNvPr>
          <p:cNvSpPr/>
          <p:nvPr/>
        </p:nvSpPr>
        <p:spPr>
          <a:xfrm rot="5400000">
            <a:off x="8584403" y="50975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UAT</a:t>
            </a:r>
          </a:p>
        </p:txBody>
      </p:sp>
      <p:sp>
        <p:nvSpPr>
          <p:cNvPr id="40" name="Rectangle: Rounded Corners 39">
            <a:extLst>
              <a:ext uri="{FF2B5EF4-FFF2-40B4-BE49-F238E27FC236}">
                <a16:creationId xmlns:a16="http://schemas.microsoft.com/office/drawing/2014/main" id="{595E8AB0-CAB7-2767-243A-1EA09C13557C}"/>
              </a:ext>
            </a:extLst>
          </p:cNvPr>
          <p:cNvSpPr/>
          <p:nvPr/>
        </p:nvSpPr>
        <p:spPr>
          <a:xfrm rot="5400000">
            <a:off x="8584403" y="46312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Test </a:t>
            </a:r>
            <a:br>
              <a:rPr lang="en-US" sz="800" b="1">
                <a:solidFill>
                  <a:schemeClr val="bg1">
                    <a:lumMod val="75000"/>
                  </a:schemeClr>
                </a:solidFill>
                <a:latin typeface="Century Gothic" panose="020F0302020204030204"/>
              </a:rPr>
            </a:br>
            <a:r>
              <a:rPr lang="en-US" sz="800" b="1">
                <a:solidFill>
                  <a:schemeClr val="bg1">
                    <a:lumMod val="75000"/>
                  </a:schemeClr>
                </a:solidFill>
                <a:latin typeface="Century Gothic" panose="020F0302020204030204"/>
              </a:rPr>
              <a:t>Migration</a:t>
            </a:r>
          </a:p>
          <a:p>
            <a:pPr algn="ctr"/>
            <a:r>
              <a:rPr lang="en-US" sz="800" b="1">
                <a:solidFill>
                  <a:schemeClr val="bg1">
                    <a:lumMod val="75000"/>
                  </a:schemeClr>
                </a:solidFill>
                <a:latin typeface="Century Gothic" panose="020F0302020204030204"/>
              </a:rPr>
              <a:t>3</a:t>
            </a:r>
          </a:p>
        </p:txBody>
      </p:sp>
      <p:sp>
        <p:nvSpPr>
          <p:cNvPr id="274" name="TextBox 273">
            <a:extLst>
              <a:ext uri="{FF2B5EF4-FFF2-40B4-BE49-F238E27FC236}">
                <a16:creationId xmlns:a16="http://schemas.microsoft.com/office/drawing/2014/main" id="{33C639B2-CE42-F952-441E-D6ED36C7AA9C}"/>
              </a:ext>
            </a:extLst>
          </p:cNvPr>
          <p:cNvSpPr txBox="1"/>
          <p:nvPr/>
        </p:nvSpPr>
        <p:spPr>
          <a:xfrm>
            <a:off x="9856237" y="6031697"/>
            <a:ext cx="1198227"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Project closing</a:t>
            </a:r>
          </a:p>
        </p:txBody>
      </p:sp>
      <p:cxnSp>
        <p:nvCxnSpPr>
          <p:cNvPr id="286" name="Straight Connector 285">
            <a:extLst>
              <a:ext uri="{FF2B5EF4-FFF2-40B4-BE49-F238E27FC236}">
                <a16:creationId xmlns:a16="http://schemas.microsoft.com/office/drawing/2014/main" id="{0B72A8EF-218F-1342-7531-3AD83EDCFFCF}"/>
              </a:ext>
            </a:extLst>
          </p:cNvPr>
          <p:cNvCxnSpPr>
            <a:cxnSpLocks/>
          </p:cNvCxnSpPr>
          <p:nvPr/>
        </p:nvCxnSpPr>
        <p:spPr>
          <a:xfrm>
            <a:off x="11055946"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91" name="Rounded Rectangle 290">
            <a:extLst>
              <a:ext uri="{FF2B5EF4-FFF2-40B4-BE49-F238E27FC236}">
                <a16:creationId xmlns:a16="http://schemas.microsoft.com/office/drawing/2014/main" id="{B0B32DFC-B092-1D53-05FB-64F69814DBEE}"/>
              </a:ext>
            </a:extLst>
          </p:cNvPr>
          <p:cNvSpPr/>
          <p:nvPr/>
        </p:nvSpPr>
        <p:spPr>
          <a:xfrm rot="5400000">
            <a:off x="10492236" y="5072752"/>
            <a:ext cx="443717" cy="61924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Hyper-care</a:t>
            </a:r>
          </a:p>
        </p:txBody>
      </p:sp>
      <p:sp>
        <p:nvSpPr>
          <p:cNvPr id="292" name="Arrow: Pentagon 97">
            <a:extLst>
              <a:ext uri="{FF2B5EF4-FFF2-40B4-BE49-F238E27FC236}">
                <a16:creationId xmlns:a16="http://schemas.microsoft.com/office/drawing/2014/main" id="{CEC02086-CCFB-726C-6A93-190B46DC94FC}"/>
              </a:ext>
            </a:extLst>
          </p:cNvPr>
          <p:cNvSpPr/>
          <p:nvPr/>
        </p:nvSpPr>
        <p:spPr>
          <a:xfrm>
            <a:off x="11110010" y="5651705"/>
            <a:ext cx="983215" cy="220777"/>
          </a:xfrm>
          <a:prstGeom prst="homePlate">
            <a:avLst>
              <a:gd name="adj" fmla="val 28642"/>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3C3C3C"/>
                </a:solidFill>
                <a:effectLst/>
                <a:uLnTx/>
                <a:uFillTx/>
                <a:latin typeface="Century Gothic" panose="020F0302020204030204"/>
                <a:ea typeface="+mn-ea"/>
                <a:cs typeface="+mn-cs"/>
              </a:rPr>
              <a:t>Run &amp; Accelerate</a:t>
            </a:r>
          </a:p>
        </p:txBody>
      </p:sp>
      <p:sp>
        <p:nvSpPr>
          <p:cNvPr id="7" name="Rectangle: Rounded Corners 6">
            <a:extLst>
              <a:ext uri="{FF2B5EF4-FFF2-40B4-BE49-F238E27FC236}">
                <a16:creationId xmlns:a16="http://schemas.microsoft.com/office/drawing/2014/main" id="{2CEEC3BF-D414-19B4-3791-9758A5A8F106}"/>
              </a:ext>
            </a:extLst>
          </p:cNvPr>
          <p:cNvSpPr/>
          <p:nvPr/>
        </p:nvSpPr>
        <p:spPr>
          <a:xfrm>
            <a:off x="11054465" y="2916695"/>
            <a:ext cx="1097644" cy="730969"/>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0" tIns="0" rIns="0" bIns="0" rtlCol="0" anchor="t">
            <a:spAutoFit/>
          </a:bodyPr>
          <a:lstStyle/>
          <a:p>
            <a:pPr algn="ctr">
              <a:spcAft>
                <a:spcPts val="600"/>
              </a:spcAft>
            </a:pPr>
            <a:r>
              <a:rPr lang="en-GB" sz="1050" b="1">
                <a:solidFill>
                  <a:schemeClr val="tx2"/>
                </a:solidFill>
              </a:rPr>
              <a:t>KIR</a:t>
            </a:r>
            <a:endParaRPr lang="en-GB" sz="900">
              <a:solidFill>
                <a:schemeClr val="tx1">
                  <a:lumMod val="75000"/>
                </a:schemeClr>
              </a:solidFill>
            </a:endParaRPr>
          </a:p>
          <a:p>
            <a:pPr algn="ctr"/>
            <a:r>
              <a:rPr lang="en-GB" sz="800">
                <a:solidFill>
                  <a:schemeClr val="tx1">
                    <a:lumMod val="75000"/>
                  </a:schemeClr>
                </a:solidFill>
              </a:rPr>
              <a:t>Keep IT Running; handover </a:t>
            </a:r>
            <a:br>
              <a:rPr lang="en-GB" sz="800">
                <a:solidFill>
                  <a:schemeClr val="tx1">
                    <a:lumMod val="75000"/>
                  </a:schemeClr>
                </a:solidFill>
              </a:rPr>
            </a:br>
            <a:r>
              <a:rPr lang="en-GB" sz="800">
                <a:solidFill>
                  <a:schemeClr val="tx1">
                    <a:lumMod val="75000"/>
                  </a:schemeClr>
                </a:solidFill>
              </a:rPr>
              <a:t>to operations or sustain support</a:t>
            </a:r>
          </a:p>
        </p:txBody>
      </p:sp>
      <p:sp>
        <p:nvSpPr>
          <p:cNvPr id="8" name="Rectangle: Rounded Corners 7">
            <a:extLst>
              <a:ext uri="{FF2B5EF4-FFF2-40B4-BE49-F238E27FC236}">
                <a16:creationId xmlns:a16="http://schemas.microsoft.com/office/drawing/2014/main" id="{D8A5717A-EE20-B202-EAF2-BFBD45D78E6A}"/>
              </a:ext>
            </a:extLst>
          </p:cNvPr>
          <p:cNvSpPr/>
          <p:nvPr/>
        </p:nvSpPr>
        <p:spPr>
          <a:xfrm>
            <a:off x="10095488" y="2916370"/>
            <a:ext cx="958980" cy="607859"/>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600"/>
              </a:spcAft>
            </a:pPr>
            <a:r>
              <a:rPr lang="en-GB" sz="1050" b="1">
                <a:solidFill>
                  <a:schemeClr val="bg1">
                    <a:lumMod val="75000"/>
                  </a:schemeClr>
                </a:solidFill>
              </a:rPr>
              <a:t>GOLIVE</a:t>
            </a:r>
            <a:endParaRPr lang="en-GB" sz="900">
              <a:solidFill>
                <a:schemeClr val="bg1">
                  <a:lumMod val="75000"/>
                </a:schemeClr>
              </a:solidFill>
            </a:endParaRPr>
          </a:p>
          <a:p>
            <a:pPr algn="ctr"/>
            <a:r>
              <a:rPr lang="en-GB" sz="800">
                <a:solidFill>
                  <a:schemeClr val="bg1">
                    <a:lumMod val="75000"/>
                  </a:schemeClr>
                </a:solidFill>
              </a:rPr>
              <a:t>Cutover to production and hypercare</a:t>
            </a:r>
          </a:p>
        </p:txBody>
      </p:sp>
      <p:sp>
        <p:nvSpPr>
          <p:cNvPr id="290" name="Rounded Rectangle 289">
            <a:extLst>
              <a:ext uri="{FF2B5EF4-FFF2-40B4-BE49-F238E27FC236}">
                <a16:creationId xmlns:a16="http://schemas.microsoft.com/office/drawing/2014/main" id="{49B2D37B-84B8-6438-8BA3-F6AC4A342C62}"/>
              </a:ext>
            </a:extLst>
          </p:cNvPr>
          <p:cNvSpPr/>
          <p:nvPr/>
        </p:nvSpPr>
        <p:spPr>
          <a:xfrm rot="5400000">
            <a:off x="9865463" y="5091882"/>
            <a:ext cx="443971" cy="581234"/>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900" b="1" dirty="0">
                <a:solidFill>
                  <a:schemeClr val="bg1">
                    <a:lumMod val="75000"/>
                  </a:schemeClr>
                </a:solidFill>
                <a:latin typeface="Century Gothic" panose="020F0302020204030204"/>
              </a:rPr>
              <a:t>Cutover </a:t>
            </a:r>
          </a:p>
        </p:txBody>
      </p:sp>
      <p:cxnSp>
        <p:nvCxnSpPr>
          <p:cNvPr id="285" name="Straight Connector 284">
            <a:extLst>
              <a:ext uri="{FF2B5EF4-FFF2-40B4-BE49-F238E27FC236}">
                <a16:creationId xmlns:a16="http://schemas.microsoft.com/office/drawing/2014/main" id="{8C8AC4D4-D420-02DB-4FD9-7F38A44B3A49}"/>
              </a:ext>
            </a:extLst>
          </p:cNvPr>
          <p:cNvCxnSpPr>
            <a:cxnSpLocks/>
          </p:cNvCxnSpPr>
          <p:nvPr/>
        </p:nvCxnSpPr>
        <p:spPr>
          <a:xfrm>
            <a:off x="10106803" y="2708268"/>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89" name="Rounded Rectangle 288">
            <a:extLst>
              <a:ext uri="{FF2B5EF4-FFF2-40B4-BE49-F238E27FC236}">
                <a16:creationId xmlns:a16="http://schemas.microsoft.com/office/drawing/2014/main" id="{AB785F6D-A4B6-0019-3313-564C945BC9D0}"/>
              </a:ext>
            </a:extLst>
          </p:cNvPr>
          <p:cNvSpPr/>
          <p:nvPr/>
        </p:nvSpPr>
        <p:spPr>
          <a:xfrm rot="5400000">
            <a:off x="9371662" y="4505452"/>
            <a:ext cx="443971" cy="821496"/>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Final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Prep</a:t>
            </a:r>
          </a:p>
        </p:txBody>
      </p:sp>
      <p:sp>
        <p:nvSpPr>
          <p:cNvPr id="273" name="TextBox 272">
            <a:extLst>
              <a:ext uri="{FF2B5EF4-FFF2-40B4-BE49-F238E27FC236}">
                <a16:creationId xmlns:a16="http://schemas.microsoft.com/office/drawing/2014/main" id="{15806A57-FDCE-F9BA-120B-48821CF1B465}"/>
              </a:ext>
            </a:extLst>
          </p:cNvPr>
          <p:cNvSpPr txBox="1"/>
          <p:nvPr/>
        </p:nvSpPr>
        <p:spPr>
          <a:xfrm>
            <a:off x="9459463" y="6031697"/>
            <a:ext cx="645858"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Cut-over</a:t>
            </a:r>
          </a:p>
        </p:txBody>
      </p:sp>
      <p:sp>
        <p:nvSpPr>
          <p:cNvPr id="6" name="Rectangle: Rounded Corners 5">
            <a:extLst>
              <a:ext uri="{FF2B5EF4-FFF2-40B4-BE49-F238E27FC236}">
                <a16:creationId xmlns:a16="http://schemas.microsoft.com/office/drawing/2014/main" id="{65C291B5-984F-8080-81FD-F1AA085A8FC3}"/>
              </a:ext>
            </a:extLst>
          </p:cNvPr>
          <p:cNvSpPr/>
          <p:nvPr/>
        </p:nvSpPr>
        <p:spPr>
          <a:xfrm>
            <a:off x="9131618" y="2916695"/>
            <a:ext cx="973705" cy="1015663"/>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600"/>
              </a:spcAft>
            </a:pPr>
            <a:r>
              <a:rPr lang="en-GB" sz="1050" b="1">
                <a:solidFill>
                  <a:schemeClr val="bg1">
                    <a:lumMod val="75000"/>
                  </a:schemeClr>
                </a:solidFill>
              </a:rPr>
              <a:t>FPREP</a:t>
            </a:r>
            <a:endParaRPr lang="en-GB" sz="900">
              <a:solidFill>
                <a:schemeClr val="bg1">
                  <a:lumMod val="75000"/>
                </a:schemeClr>
              </a:solidFill>
            </a:endParaRPr>
          </a:p>
          <a:p>
            <a:pPr algn="ctr"/>
            <a:r>
              <a:rPr lang="en-GB" sz="800">
                <a:solidFill>
                  <a:schemeClr val="bg1">
                    <a:lumMod val="75000"/>
                  </a:schemeClr>
                </a:solidFill>
              </a:rPr>
              <a:t>Prepare </a:t>
            </a:r>
            <a:br>
              <a:rPr lang="en-GB" sz="800">
                <a:solidFill>
                  <a:schemeClr val="bg1">
                    <a:lumMod val="75000"/>
                  </a:schemeClr>
                </a:solidFill>
              </a:rPr>
            </a:br>
            <a:r>
              <a:rPr lang="en-GB" sz="800">
                <a:solidFill>
                  <a:schemeClr val="bg1">
                    <a:lumMod val="75000"/>
                  </a:schemeClr>
                </a:solidFill>
              </a:rPr>
              <a:t>Go live </a:t>
            </a:r>
            <a:br>
              <a:rPr lang="en-GB" sz="800">
                <a:solidFill>
                  <a:schemeClr val="bg1">
                    <a:lumMod val="75000"/>
                  </a:schemeClr>
                </a:solidFill>
              </a:rPr>
            </a:br>
            <a:r>
              <a:rPr lang="en-GB" sz="800">
                <a:solidFill>
                  <a:schemeClr val="bg1">
                    <a:lumMod val="75000"/>
                  </a:schemeClr>
                </a:solidFill>
              </a:rPr>
              <a:t>and start production cutover</a:t>
            </a:r>
          </a:p>
          <a:p>
            <a:pPr algn="ctr"/>
            <a:endParaRPr lang="en-GB" sz="1050" b="1">
              <a:solidFill>
                <a:schemeClr val="bg1">
                  <a:lumMod val="75000"/>
                </a:schemeClr>
              </a:solidFill>
            </a:endParaRPr>
          </a:p>
        </p:txBody>
      </p:sp>
      <p:sp>
        <p:nvSpPr>
          <p:cNvPr id="193" name="TextBox 192">
            <a:extLst>
              <a:ext uri="{FF2B5EF4-FFF2-40B4-BE49-F238E27FC236}">
                <a16:creationId xmlns:a16="http://schemas.microsoft.com/office/drawing/2014/main" id="{DC399276-1184-8A95-A318-CF084888BB11}"/>
              </a:ext>
            </a:extLst>
          </p:cNvPr>
          <p:cNvSpPr txBox="1"/>
          <p:nvPr/>
        </p:nvSpPr>
        <p:spPr>
          <a:xfrm rot="16200000">
            <a:off x="9790386" y="3930852"/>
            <a:ext cx="615692" cy="234286"/>
          </a:xfrm>
          <a:prstGeom prst="rect">
            <a:avLst/>
          </a:prstGeom>
          <a:solidFill>
            <a:schemeClr val="bg1"/>
          </a:solidFill>
        </p:spPr>
        <p:txBody>
          <a:bodyPr wrap="square" lIns="36000" tIns="36000" rIns="36000" b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Go Live</a:t>
            </a:r>
          </a:p>
        </p:txBody>
      </p:sp>
      <p:sp>
        <p:nvSpPr>
          <p:cNvPr id="213" name="5-Point Star 266">
            <a:extLst>
              <a:ext uri="{FF2B5EF4-FFF2-40B4-BE49-F238E27FC236}">
                <a16:creationId xmlns:a16="http://schemas.microsoft.com/office/drawing/2014/main" id="{060CE8B3-C736-9915-45BA-4F1C80A5E3B2}"/>
              </a:ext>
            </a:extLst>
          </p:cNvPr>
          <p:cNvSpPr>
            <a:spLocks noChangeAspect="1"/>
          </p:cNvSpPr>
          <p:nvPr/>
        </p:nvSpPr>
        <p:spPr>
          <a:xfrm>
            <a:off x="9968472" y="4343251"/>
            <a:ext cx="274694" cy="274320"/>
          </a:xfrm>
          <a:prstGeom prst="star5">
            <a:avLst/>
          </a:prstGeom>
          <a:solidFill>
            <a:schemeClr val="bg1">
              <a:lumMod val="85000"/>
            </a:schemeClr>
          </a:solidFill>
          <a:ln>
            <a:solidFill>
              <a:schemeClr val="bg1"/>
            </a:solidFill>
          </a:ln>
          <a:effectLst>
            <a:outerShdw blurRad="63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11" name="5-Point Star 266">
            <a:extLst>
              <a:ext uri="{FF2B5EF4-FFF2-40B4-BE49-F238E27FC236}">
                <a16:creationId xmlns:a16="http://schemas.microsoft.com/office/drawing/2014/main" id="{EC0D6EB4-4B43-DA07-ED11-FF4A8F71B1AE}"/>
              </a:ext>
            </a:extLst>
          </p:cNvPr>
          <p:cNvSpPr/>
          <p:nvPr/>
        </p:nvSpPr>
        <p:spPr>
          <a:xfrm>
            <a:off x="10245460" y="2367386"/>
            <a:ext cx="228912" cy="228912"/>
          </a:xfrm>
          <a:prstGeom prst="star5">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solidFill>
                <a:schemeClr val="bg1">
                  <a:lumMod val="75000"/>
                </a:schemeClr>
              </a:solidFill>
            </a:endParaRPr>
          </a:p>
        </p:txBody>
      </p:sp>
      <p:sp>
        <p:nvSpPr>
          <p:cNvPr id="16" name="Arrow: Chevron 23">
            <a:extLst>
              <a:ext uri="{FF2B5EF4-FFF2-40B4-BE49-F238E27FC236}">
                <a16:creationId xmlns:a16="http://schemas.microsoft.com/office/drawing/2014/main" id="{9B2A50B4-A967-D389-31BE-0FD51B980386}"/>
              </a:ext>
            </a:extLst>
          </p:cNvPr>
          <p:cNvSpPr/>
          <p:nvPr/>
        </p:nvSpPr>
        <p:spPr>
          <a:xfrm>
            <a:off x="9137893" y="2331446"/>
            <a:ext cx="1071767" cy="409690"/>
          </a:xfrm>
          <a:prstGeom prst="chevron">
            <a:avLst>
              <a:gd name="adj" fmla="val 24644"/>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Final </a:t>
            </a:r>
            <a:b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b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Prep</a:t>
            </a:r>
          </a:p>
        </p:txBody>
      </p:sp>
      <p:sp>
        <p:nvSpPr>
          <p:cNvPr id="17" name="Arrow: Chevron 22">
            <a:extLst>
              <a:ext uri="{FF2B5EF4-FFF2-40B4-BE49-F238E27FC236}">
                <a16:creationId xmlns:a16="http://schemas.microsoft.com/office/drawing/2014/main" id="{C865D807-3E59-D2BD-D182-3F41AE53D6B6}"/>
              </a:ext>
            </a:extLst>
          </p:cNvPr>
          <p:cNvSpPr/>
          <p:nvPr/>
        </p:nvSpPr>
        <p:spPr>
          <a:xfrm>
            <a:off x="4738711" y="2331446"/>
            <a:ext cx="2670399" cy="409690"/>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Realization</a:t>
            </a:r>
          </a:p>
        </p:txBody>
      </p:sp>
      <p:sp>
        <p:nvSpPr>
          <p:cNvPr id="18" name="Arrow: Chevron 288">
            <a:extLst>
              <a:ext uri="{FF2B5EF4-FFF2-40B4-BE49-F238E27FC236}">
                <a16:creationId xmlns:a16="http://schemas.microsoft.com/office/drawing/2014/main" id="{7906AC6E-F142-61F6-8F79-3A6C5E98E4EF}"/>
              </a:ext>
            </a:extLst>
          </p:cNvPr>
          <p:cNvSpPr/>
          <p:nvPr/>
        </p:nvSpPr>
        <p:spPr>
          <a:xfrm>
            <a:off x="1728138" y="2331446"/>
            <a:ext cx="801206"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13716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Plan</a:t>
            </a:r>
          </a:p>
        </p:txBody>
      </p:sp>
      <p:sp>
        <p:nvSpPr>
          <p:cNvPr id="19" name="Arrow: Pentagon 14">
            <a:extLst>
              <a:ext uri="{FF2B5EF4-FFF2-40B4-BE49-F238E27FC236}">
                <a16:creationId xmlns:a16="http://schemas.microsoft.com/office/drawing/2014/main" id="{A7176177-4AFD-EE2B-F9AE-0F4B4C9E42C0}"/>
              </a:ext>
            </a:extLst>
          </p:cNvPr>
          <p:cNvSpPr/>
          <p:nvPr/>
        </p:nvSpPr>
        <p:spPr>
          <a:xfrm>
            <a:off x="1105366" y="2331750"/>
            <a:ext cx="733360" cy="408495"/>
          </a:xfrm>
          <a:prstGeom prst="homePlate">
            <a:avLst>
              <a:gd name="adj" fmla="val 17926"/>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9144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lumMod val="75000"/>
                  </a:schemeClr>
                </a:solidFill>
                <a:effectLst/>
                <a:uLnTx/>
                <a:uFillTx/>
                <a:latin typeface="Century Gothic" panose="020F0302020204030204"/>
                <a:ea typeface="+mn-ea"/>
                <a:cs typeface="+mn-cs"/>
              </a:rPr>
              <a:t>Prep</a:t>
            </a:r>
          </a:p>
        </p:txBody>
      </p:sp>
      <p:sp>
        <p:nvSpPr>
          <p:cNvPr id="20" name="Rectangle 19">
            <a:extLst>
              <a:ext uri="{FF2B5EF4-FFF2-40B4-BE49-F238E27FC236}">
                <a16:creationId xmlns:a16="http://schemas.microsoft.com/office/drawing/2014/main" id="{36067254-2C0B-98FD-8360-DB208DAA8604}"/>
              </a:ext>
            </a:extLst>
          </p:cNvPr>
          <p:cNvSpPr/>
          <p:nvPr/>
        </p:nvSpPr>
        <p:spPr>
          <a:xfrm>
            <a:off x="16635" y="2333445"/>
            <a:ext cx="1088730" cy="410400"/>
          </a:xfrm>
          <a:prstGeom prst="rect">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Pre-Project</a:t>
            </a:r>
          </a:p>
        </p:txBody>
      </p:sp>
      <p:sp>
        <p:nvSpPr>
          <p:cNvPr id="21" name="Arrow: Chevron 284">
            <a:extLst>
              <a:ext uri="{FF2B5EF4-FFF2-40B4-BE49-F238E27FC236}">
                <a16:creationId xmlns:a16="http://schemas.microsoft.com/office/drawing/2014/main" id="{9D122E7C-DB19-50B3-7206-D5446C97958C}"/>
              </a:ext>
            </a:extLst>
          </p:cNvPr>
          <p:cNvSpPr/>
          <p:nvPr/>
        </p:nvSpPr>
        <p:spPr>
          <a:xfrm>
            <a:off x="3196913" y="2331446"/>
            <a:ext cx="1636843"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432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Blueprint</a:t>
            </a:r>
          </a:p>
        </p:txBody>
      </p:sp>
      <p:sp>
        <p:nvSpPr>
          <p:cNvPr id="22" name="Arrow: Chevron 287">
            <a:extLst>
              <a:ext uri="{FF2B5EF4-FFF2-40B4-BE49-F238E27FC236}">
                <a16:creationId xmlns:a16="http://schemas.microsoft.com/office/drawing/2014/main" id="{543F81C9-EDEF-ABC6-C831-3496F56A6B2F}"/>
              </a:ext>
            </a:extLst>
          </p:cNvPr>
          <p:cNvSpPr/>
          <p:nvPr/>
        </p:nvSpPr>
        <p:spPr>
          <a:xfrm>
            <a:off x="2428621" y="2331446"/>
            <a:ext cx="1227452"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Inception</a:t>
            </a:r>
          </a:p>
        </p:txBody>
      </p:sp>
      <p:sp>
        <p:nvSpPr>
          <p:cNvPr id="23" name="Arrow: Chevron 274">
            <a:extLst>
              <a:ext uri="{FF2B5EF4-FFF2-40B4-BE49-F238E27FC236}">
                <a16:creationId xmlns:a16="http://schemas.microsoft.com/office/drawing/2014/main" id="{82031D28-C4DA-AEB9-7686-776C19A91723}"/>
              </a:ext>
            </a:extLst>
          </p:cNvPr>
          <p:cNvSpPr/>
          <p:nvPr/>
        </p:nvSpPr>
        <p:spPr>
          <a:xfrm>
            <a:off x="8191233" y="2331446"/>
            <a:ext cx="1049421" cy="409690"/>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000" b="1">
                <a:solidFill>
                  <a:schemeClr val="bg1">
                    <a:lumMod val="75000"/>
                  </a:schemeClr>
                </a:solidFill>
                <a:latin typeface="Century Gothic" panose="020F0302020204030204"/>
              </a:rPr>
              <a:t>BRT</a:t>
            </a:r>
            <a:endPar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24" name="Arrow: Chevron 273">
            <a:extLst>
              <a:ext uri="{FF2B5EF4-FFF2-40B4-BE49-F238E27FC236}">
                <a16:creationId xmlns:a16="http://schemas.microsoft.com/office/drawing/2014/main" id="{5A75CFBC-866B-522E-4CD6-84F5075D1052}"/>
              </a:ext>
            </a:extLst>
          </p:cNvPr>
          <p:cNvSpPr/>
          <p:nvPr/>
        </p:nvSpPr>
        <p:spPr>
          <a:xfrm>
            <a:off x="7245741" y="2331445"/>
            <a:ext cx="1046604"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SIT</a:t>
            </a:r>
          </a:p>
        </p:txBody>
      </p:sp>
      <p:sp>
        <p:nvSpPr>
          <p:cNvPr id="25" name="Arrow: Chevron 26">
            <a:extLst>
              <a:ext uri="{FF2B5EF4-FFF2-40B4-BE49-F238E27FC236}">
                <a16:creationId xmlns:a16="http://schemas.microsoft.com/office/drawing/2014/main" id="{88B8B4D2-BD85-EF0F-A3DC-09A43C42AD55}"/>
              </a:ext>
            </a:extLst>
          </p:cNvPr>
          <p:cNvSpPr/>
          <p:nvPr/>
        </p:nvSpPr>
        <p:spPr>
          <a:xfrm>
            <a:off x="11064849" y="2331446"/>
            <a:ext cx="1127151" cy="409689"/>
          </a:xfrm>
          <a:prstGeom prst="chevron">
            <a:avLst>
              <a:gd name="adj" fmla="val 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Operate</a:t>
            </a:r>
          </a:p>
        </p:txBody>
      </p:sp>
      <p:sp>
        <p:nvSpPr>
          <p:cNvPr id="26" name="Arrow: Chevron 25">
            <a:extLst>
              <a:ext uri="{FF2B5EF4-FFF2-40B4-BE49-F238E27FC236}">
                <a16:creationId xmlns:a16="http://schemas.microsoft.com/office/drawing/2014/main" id="{C216A66A-E8EE-EA7E-3487-750CD25B132E}"/>
              </a:ext>
            </a:extLst>
          </p:cNvPr>
          <p:cNvSpPr/>
          <p:nvPr/>
        </p:nvSpPr>
        <p:spPr>
          <a:xfrm>
            <a:off x="10106803" y="2331446"/>
            <a:ext cx="1049421" cy="409689"/>
          </a:xfrm>
          <a:prstGeom prst="chevron">
            <a:avLst>
              <a:gd name="adj" fmla="val 24644"/>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Go Live &amp; Hypercare</a:t>
            </a:r>
          </a:p>
        </p:txBody>
      </p:sp>
      <p:sp>
        <p:nvSpPr>
          <p:cNvPr id="28" name="Arrow: Chevron 283">
            <a:extLst>
              <a:ext uri="{FF2B5EF4-FFF2-40B4-BE49-F238E27FC236}">
                <a16:creationId xmlns:a16="http://schemas.microsoft.com/office/drawing/2014/main" id="{748EB57A-E6A8-A658-1965-C9F866531A91}"/>
              </a:ext>
            </a:extLst>
          </p:cNvPr>
          <p:cNvSpPr/>
          <p:nvPr/>
        </p:nvSpPr>
        <p:spPr>
          <a:xfrm>
            <a:off x="10914976" y="1362494"/>
            <a:ext cx="1277024" cy="964154"/>
          </a:xfrm>
          <a:prstGeom prst="chevron">
            <a:avLst>
              <a:gd name="adj" fmla="val 0"/>
            </a:avLst>
          </a:prstGeom>
          <a:gradFill>
            <a:gsLst>
              <a:gs pos="1000">
                <a:schemeClr val="accent3"/>
              </a:gs>
              <a:gs pos="99000">
                <a:schemeClr val="accent3">
                  <a:lumMod val="75000"/>
                </a:schemeClr>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20040" tIns="59436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Run</a:t>
            </a:r>
          </a:p>
        </p:txBody>
      </p:sp>
      <p:sp>
        <p:nvSpPr>
          <p:cNvPr id="29" name="Arrow: Chevron 278">
            <a:extLst>
              <a:ext uri="{FF2B5EF4-FFF2-40B4-BE49-F238E27FC236}">
                <a16:creationId xmlns:a16="http://schemas.microsoft.com/office/drawing/2014/main" id="{0DBEFDA5-0D28-41EC-36A8-B63B35FDD073}"/>
              </a:ext>
            </a:extLst>
          </p:cNvPr>
          <p:cNvSpPr/>
          <p:nvPr/>
        </p:nvSpPr>
        <p:spPr>
          <a:xfrm>
            <a:off x="2419454" y="1362494"/>
            <a:ext cx="2604691" cy="964154"/>
          </a:xfrm>
          <a:prstGeom prst="chevron">
            <a:avLst>
              <a:gd name="adj" fmla="val 29545"/>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Explore</a:t>
            </a:r>
          </a:p>
        </p:txBody>
      </p:sp>
      <p:sp>
        <p:nvSpPr>
          <p:cNvPr id="30" name="Arrow: Chevron 279">
            <a:extLst>
              <a:ext uri="{FF2B5EF4-FFF2-40B4-BE49-F238E27FC236}">
                <a16:creationId xmlns:a16="http://schemas.microsoft.com/office/drawing/2014/main" id="{CEF254F5-F40D-9973-9105-1934BFBE43A4}"/>
              </a:ext>
            </a:extLst>
          </p:cNvPr>
          <p:cNvSpPr/>
          <p:nvPr/>
        </p:nvSpPr>
        <p:spPr>
          <a:xfrm>
            <a:off x="4738710" y="1362494"/>
            <a:ext cx="4669608" cy="964154"/>
          </a:xfrm>
          <a:prstGeom prst="chevron">
            <a:avLst>
              <a:gd name="adj" fmla="val 28502"/>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Execute</a:t>
            </a:r>
          </a:p>
        </p:txBody>
      </p:sp>
      <p:sp>
        <p:nvSpPr>
          <p:cNvPr id="31" name="Arrow: Chevron 282">
            <a:extLst>
              <a:ext uri="{FF2B5EF4-FFF2-40B4-BE49-F238E27FC236}">
                <a16:creationId xmlns:a16="http://schemas.microsoft.com/office/drawing/2014/main" id="{4F764AD4-5000-86E4-7C85-39DAD7D8B091}"/>
              </a:ext>
            </a:extLst>
          </p:cNvPr>
          <p:cNvSpPr/>
          <p:nvPr/>
        </p:nvSpPr>
        <p:spPr>
          <a:xfrm>
            <a:off x="9131619" y="1362494"/>
            <a:ext cx="2197119" cy="964154"/>
          </a:xfrm>
          <a:prstGeom prst="chevron">
            <a:avLst>
              <a:gd name="adj" fmla="val 27951"/>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144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Deploy</a:t>
            </a:r>
          </a:p>
        </p:txBody>
      </p:sp>
      <p:grpSp>
        <p:nvGrpSpPr>
          <p:cNvPr id="32" name="Group 31">
            <a:extLst>
              <a:ext uri="{FF2B5EF4-FFF2-40B4-BE49-F238E27FC236}">
                <a16:creationId xmlns:a16="http://schemas.microsoft.com/office/drawing/2014/main" id="{DCC057A6-9F89-DC94-2F73-53B2B7EA0B98}"/>
              </a:ext>
            </a:extLst>
          </p:cNvPr>
          <p:cNvGrpSpPr/>
          <p:nvPr/>
        </p:nvGrpSpPr>
        <p:grpSpPr>
          <a:xfrm>
            <a:off x="3412619" y="1490179"/>
            <a:ext cx="471791" cy="471791"/>
            <a:chOff x="2800393" y="1942177"/>
            <a:chExt cx="471791" cy="471791"/>
          </a:xfrm>
        </p:grpSpPr>
        <p:sp>
          <p:nvSpPr>
            <p:cNvPr id="112" name="Oval 111">
              <a:extLst>
                <a:ext uri="{FF2B5EF4-FFF2-40B4-BE49-F238E27FC236}">
                  <a16:creationId xmlns:a16="http://schemas.microsoft.com/office/drawing/2014/main" id="{AFA3693F-1257-A56D-A074-9DE4A36CC4ED}"/>
                </a:ext>
              </a:extLst>
            </p:cNvPr>
            <p:cNvSpPr/>
            <p:nvPr/>
          </p:nvSpPr>
          <p:spPr>
            <a:xfrm>
              <a:off x="2800393"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113" name="Graphic 330">
              <a:extLst>
                <a:ext uri="{FF2B5EF4-FFF2-40B4-BE49-F238E27FC236}">
                  <a16:creationId xmlns:a16="http://schemas.microsoft.com/office/drawing/2014/main" id="{3E211B0B-B7C1-96B4-874B-8E994BFEC75E}"/>
                </a:ext>
              </a:extLst>
            </p:cNvPr>
            <p:cNvGrpSpPr/>
            <p:nvPr/>
          </p:nvGrpSpPr>
          <p:grpSpPr>
            <a:xfrm>
              <a:off x="2905403" y="2047213"/>
              <a:ext cx="261773" cy="261748"/>
              <a:chOff x="2905403" y="2047213"/>
              <a:chExt cx="261773" cy="261748"/>
            </a:xfrm>
          </p:grpSpPr>
          <p:sp>
            <p:nvSpPr>
              <p:cNvPr id="114" name="Freeform 170">
                <a:extLst>
                  <a:ext uri="{FF2B5EF4-FFF2-40B4-BE49-F238E27FC236}">
                    <a16:creationId xmlns:a16="http://schemas.microsoft.com/office/drawing/2014/main" id="{14D3EEE2-44E0-9AAF-8522-5B0808012801}"/>
                  </a:ext>
                </a:extLst>
              </p:cNvPr>
              <p:cNvSpPr/>
              <p:nvPr/>
            </p:nvSpPr>
            <p:spPr>
              <a:xfrm>
                <a:off x="2905403" y="2197919"/>
                <a:ext cx="111010" cy="111042"/>
              </a:xfrm>
              <a:custGeom>
                <a:avLst/>
                <a:gdLst>
                  <a:gd name="connsiteX0" fmla="*/ 12535 w 111010"/>
                  <a:gd name="connsiteY0" fmla="*/ 111042 h 111042"/>
                  <a:gd name="connsiteX1" fmla="*/ 0 w 111010"/>
                  <a:gd name="connsiteY1" fmla="*/ 98495 h 111042"/>
                  <a:gd name="connsiteX2" fmla="*/ 3662 w 111010"/>
                  <a:gd name="connsiteY2" fmla="*/ 89645 h 111042"/>
                  <a:gd name="connsiteX3" fmla="*/ 88890 w 111010"/>
                  <a:gd name="connsiteY3" fmla="*/ 4449 h 111042"/>
                  <a:gd name="connsiteX4" fmla="*/ 106562 w 111010"/>
                  <a:gd name="connsiteY4" fmla="*/ 2960 h 111042"/>
                  <a:gd name="connsiteX5" fmla="*/ 108051 w 111010"/>
                  <a:gd name="connsiteY5" fmla="*/ 20632 h 111042"/>
                  <a:gd name="connsiteX6" fmla="*/ 106587 w 111010"/>
                  <a:gd name="connsiteY6" fmla="*/ 22100 h 111042"/>
                  <a:gd name="connsiteX7" fmla="*/ 21407 w 111010"/>
                  <a:gd name="connsiteY7" fmla="*/ 107327 h 111042"/>
                  <a:gd name="connsiteX8" fmla="*/ 12535 w 111010"/>
                  <a:gd name="connsiteY8" fmla="*/ 111042 h 11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010" h="111042">
                    <a:moveTo>
                      <a:pt x="12535" y="111042"/>
                    </a:moveTo>
                    <a:cubicBezTo>
                      <a:pt x="5609" y="111039"/>
                      <a:pt x="-3" y="105422"/>
                      <a:pt x="0" y="98495"/>
                    </a:cubicBezTo>
                    <a:cubicBezTo>
                      <a:pt x="2" y="95177"/>
                      <a:pt x="1318" y="91995"/>
                      <a:pt x="3662" y="89645"/>
                    </a:cubicBezTo>
                    <a:lnTo>
                      <a:pt x="88890" y="4449"/>
                    </a:lnTo>
                    <a:cubicBezTo>
                      <a:pt x="93358" y="-842"/>
                      <a:pt x="101270" y="-1509"/>
                      <a:pt x="106562" y="2960"/>
                    </a:cubicBezTo>
                    <a:cubicBezTo>
                      <a:pt x="111853" y="7429"/>
                      <a:pt x="112520" y="15340"/>
                      <a:pt x="108051" y="20632"/>
                    </a:cubicBezTo>
                    <a:cubicBezTo>
                      <a:pt x="107604" y="21161"/>
                      <a:pt x="107115" y="21651"/>
                      <a:pt x="106587" y="22100"/>
                    </a:cubicBezTo>
                    <a:lnTo>
                      <a:pt x="21407" y="107327"/>
                    </a:lnTo>
                    <a:cubicBezTo>
                      <a:pt x="19061" y="109696"/>
                      <a:pt x="15868" y="111033"/>
                      <a:pt x="12535" y="111042"/>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5" name="Freeform 171">
                <a:extLst>
                  <a:ext uri="{FF2B5EF4-FFF2-40B4-BE49-F238E27FC236}">
                    <a16:creationId xmlns:a16="http://schemas.microsoft.com/office/drawing/2014/main" id="{4A157CC4-2ECD-3BDE-52D3-B7D7AA0179C9}"/>
                  </a:ext>
                </a:extLst>
              </p:cNvPr>
              <p:cNvSpPr/>
              <p:nvPr/>
            </p:nvSpPr>
            <p:spPr>
              <a:xfrm>
                <a:off x="2964682" y="2047213"/>
                <a:ext cx="202495" cy="202495"/>
              </a:xfrm>
              <a:custGeom>
                <a:avLst/>
                <a:gdLst>
                  <a:gd name="connsiteX0" fmla="*/ 101263 w 202495"/>
                  <a:gd name="connsiteY0" fmla="*/ 202495 h 202495"/>
                  <a:gd name="connsiteX1" fmla="*/ 0 w 202495"/>
                  <a:gd name="connsiteY1" fmla="*/ 101263 h 202495"/>
                  <a:gd name="connsiteX2" fmla="*/ 101232 w 202495"/>
                  <a:gd name="connsiteY2" fmla="*/ 0 h 202495"/>
                  <a:gd name="connsiteX3" fmla="*/ 202495 w 202495"/>
                  <a:gd name="connsiteY3" fmla="*/ 101232 h 202495"/>
                  <a:gd name="connsiteX4" fmla="*/ 202495 w 202495"/>
                  <a:gd name="connsiteY4" fmla="*/ 101248 h 202495"/>
                  <a:gd name="connsiteX5" fmla="*/ 101263 w 202495"/>
                  <a:gd name="connsiteY5" fmla="*/ 202495 h 202495"/>
                  <a:gd name="connsiteX6" fmla="*/ 101263 w 202495"/>
                  <a:gd name="connsiteY6" fmla="*/ 25096 h 202495"/>
                  <a:gd name="connsiteX7" fmla="*/ 25081 w 202495"/>
                  <a:gd name="connsiteY7" fmla="*/ 101248 h 202495"/>
                  <a:gd name="connsiteX8" fmla="*/ 101232 w 202495"/>
                  <a:gd name="connsiteY8" fmla="*/ 177430 h 202495"/>
                  <a:gd name="connsiteX9" fmla="*/ 177415 w 202495"/>
                  <a:gd name="connsiteY9" fmla="*/ 101279 h 202495"/>
                  <a:gd name="connsiteX10" fmla="*/ 177415 w 202495"/>
                  <a:gd name="connsiteY10" fmla="*/ 101248 h 202495"/>
                  <a:gd name="connsiteX11" fmla="*/ 101263 w 202495"/>
                  <a:gd name="connsiteY11" fmla="*/ 25049 h 202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495" h="202495">
                    <a:moveTo>
                      <a:pt x="101263" y="202495"/>
                    </a:moveTo>
                    <a:cubicBezTo>
                      <a:pt x="45346" y="202505"/>
                      <a:pt x="9" y="157181"/>
                      <a:pt x="0" y="101263"/>
                    </a:cubicBezTo>
                    <a:cubicBezTo>
                      <a:pt x="-9" y="45346"/>
                      <a:pt x="45314" y="9"/>
                      <a:pt x="101232" y="0"/>
                    </a:cubicBezTo>
                    <a:cubicBezTo>
                      <a:pt x="157149" y="-9"/>
                      <a:pt x="202486" y="45314"/>
                      <a:pt x="202495" y="101232"/>
                    </a:cubicBezTo>
                    <a:cubicBezTo>
                      <a:pt x="202495" y="101237"/>
                      <a:pt x="202495" y="101242"/>
                      <a:pt x="202495" y="101248"/>
                    </a:cubicBezTo>
                    <a:cubicBezTo>
                      <a:pt x="202434" y="157134"/>
                      <a:pt x="157149" y="202426"/>
                      <a:pt x="101263" y="202495"/>
                    </a:cubicBezTo>
                    <a:close/>
                    <a:moveTo>
                      <a:pt x="101263" y="25096"/>
                    </a:moveTo>
                    <a:cubicBezTo>
                      <a:pt x="59197" y="25088"/>
                      <a:pt x="25089" y="59182"/>
                      <a:pt x="25081" y="101248"/>
                    </a:cubicBezTo>
                    <a:cubicBezTo>
                      <a:pt x="25072" y="143313"/>
                      <a:pt x="59166" y="177421"/>
                      <a:pt x="101232" y="177430"/>
                    </a:cubicBezTo>
                    <a:cubicBezTo>
                      <a:pt x="143298" y="177440"/>
                      <a:pt x="177405" y="143345"/>
                      <a:pt x="177415" y="101279"/>
                    </a:cubicBezTo>
                    <a:cubicBezTo>
                      <a:pt x="177415" y="101268"/>
                      <a:pt x="177415" y="101258"/>
                      <a:pt x="177415" y="101248"/>
                    </a:cubicBezTo>
                    <a:cubicBezTo>
                      <a:pt x="177388" y="59194"/>
                      <a:pt x="143317" y="25101"/>
                      <a:pt x="101263" y="2504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6" name="Freeform 172">
                <a:extLst>
                  <a:ext uri="{FF2B5EF4-FFF2-40B4-BE49-F238E27FC236}">
                    <a16:creationId xmlns:a16="http://schemas.microsoft.com/office/drawing/2014/main" id="{678056B8-638F-7941-B726-948D382EBA19}"/>
                  </a:ext>
                </a:extLst>
              </p:cNvPr>
              <p:cNvSpPr/>
              <p:nvPr/>
            </p:nvSpPr>
            <p:spPr>
              <a:xfrm>
                <a:off x="3052606" y="2106356"/>
                <a:ext cx="25080" cy="84208"/>
              </a:xfrm>
              <a:custGeom>
                <a:avLst/>
                <a:gdLst>
                  <a:gd name="connsiteX0" fmla="*/ 12540 w 25080"/>
                  <a:gd name="connsiteY0" fmla="*/ 84208 h 84208"/>
                  <a:gd name="connsiteX1" fmla="*/ 0 w 25080"/>
                  <a:gd name="connsiteY1" fmla="*/ 71668 h 84208"/>
                  <a:gd name="connsiteX2" fmla="*/ 0 w 25080"/>
                  <a:gd name="connsiteY2" fmla="*/ 12540 h 84208"/>
                  <a:gd name="connsiteX3" fmla="*/ 12540 w 25080"/>
                  <a:gd name="connsiteY3" fmla="*/ 0 h 84208"/>
                  <a:gd name="connsiteX4" fmla="*/ 25081 w 25080"/>
                  <a:gd name="connsiteY4" fmla="*/ 12540 h 84208"/>
                  <a:gd name="connsiteX5" fmla="*/ 25081 w 25080"/>
                  <a:gd name="connsiteY5" fmla="*/ 71668 h 84208"/>
                  <a:gd name="connsiteX6" fmla="*/ 12540 w 25080"/>
                  <a:gd name="connsiteY6" fmla="*/ 84208 h 84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80" h="84208">
                    <a:moveTo>
                      <a:pt x="12540" y="84208"/>
                    </a:moveTo>
                    <a:cubicBezTo>
                      <a:pt x="5615" y="84208"/>
                      <a:pt x="0" y="78594"/>
                      <a:pt x="0" y="71668"/>
                    </a:cubicBezTo>
                    <a:lnTo>
                      <a:pt x="0" y="12540"/>
                    </a:lnTo>
                    <a:cubicBezTo>
                      <a:pt x="0" y="5614"/>
                      <a:pt x="5615" y="0"/>
                      <a:pt x="12540" y="0"/>
                    </a:cubicBezTo>
                    <a:cubicBezTo>
                      <a:pt x="19466" y="0"/>
                      <a:pt x="25081" y="5614"/>
                      <a:pt x="25081" y="12540"/>
                    </a:cubicBezTo>
                    <a:lnTo>
                      <a:pt x="25081" y="71668"/>
                    </a:lnTo>
                    <a:cubicBezTo>
                      <a:pt x="25081" y="78594"/>
                      <a:pt x="19466" y="84208"/>
                      <a:pt x="12540" y="84208"/>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8" name="Freeform 173">
                <a:extLst>
                  <a:ext uri="{FF2B5EF4-FFF2-40B4-BE49-F238E27FC236}">
                    <a16:creationId xmlns:a16="http://schemas.microsoft.com/office/drawing/2014/main" id="{92D01940-BAE6-6053-9C16-7F75826EF856}"/>
                  </a:ext>
                </a:extLst>
              </p:cNvPr>
              <p:cNvSpPr/>
              <p:nvPr/>
            </p:nvSpPr>
            <p:spPr>
              <a:xfrm>
                <a:off x="3023826" y="2135121"/>
                <a:ext cx="84224" cy="25080"/>
              </a:xfrm>
              <a:custGeom>
                <a:avLst/>
                <a:gdLst>
                  <a:gd name="connsiteX0" fmla="*/ 71684 w 84224"/>
                  <a:gd name="connsiteY0" fmla="*/ 25081 h 25080"/>
                  <a:gd name="connsiteX1" fmla="*/ 12540 w 84224"/>
                  <a:gd name="connsiteY1" fmla="*/ 25081 h 25080"/>
                  <a:gd name="connsiteX2" fmla="*/ 0 w 84224"/>
                  <a:gd name="connsiteY2" fmla="*/ 12540 h 25080"/>
                  <a:gd name="connsiteX3" fmla="*/ 12540 w 84224"/>
                  <a:gd name="connsiteY3" fmla="*/ 0 h 25080"/>
                  <a:gd name="connsiteX4" fmla="*/ 71684 w 84224"/>
                  <a:gd name="connsiteY4" fmla="*/ 0 h 25080"/>
                  <a:gd name="connsiteX5" fmla="*/ 84224 w 84224"/>
                  <a:gd name="connsiteY5" fmla="*/ 12540 h 25080"/>
                  <a:gd name="connsiteX6" fmla="*/ 71684 w 8422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224" h="25080">
                    <a:moveTo>
                      <a:pt x="71684" y="25081"/>
                    </a:moveTo>
                    <a:lnTo>
                      <a:pt x="12540" y="25081"/>
                    </a:lnTo>
                    <a:cubicBezTo>
                      <a:pt x="5614" y="25081"/>
                      <a:pt x="0" y="19466"/>
                      <a:pt x="0" y="12540"/>
                    </a:cubicBezTo>
                    <a:cubicBezTo>
                      <a:pt x="0" y="5614"/>
                      <a:pt x="5614" y="0"/>
                      <a:pt x="12540" y="0"/>
                    </a:cubicBezTo>
                    <a:lnTo>
                      <a:pt x="71684" y="0"/>
                    </a:lnTo>
                    <a:cubicBezTo>
                      <a:pt x="78609" y="0"/>
                      <a:pt x="84224" y="5614"/>
                      <a:pt x="84224" y="12540"/>
                    </a:cubicBezTo>
                    <a:cubicBezTo>
                      <a:pt x="84224" y="19466"/>
                      <a:pt x="78609" y="25081"/>
                      <a:pt x="71684"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33" name="Group 32">
            <a:extLst>
              <a:ext uri="{FF2B5EF4-FFF2-40B4-BE49-F238E27FC236}">
                <a16:creationId xmlns:a16="http://schemas.microsoft.com/office/drawing/2014/main" id="{E418DF64-6E36-9512-0792-A222662A341D}"/>
              </a:ext>
            </a:extLst>
          </p:cNvPr>
          <p:cNvGrpSpPr/>
          <p:nvPr/>
        </p:nvGrpSpPr>
        <p:grpSpPr>
          <a:xfrm>
            <a:off x="6823926" y="1490179"/>
            <a:ext cx="471791" cy="471791"/>
            <a:chOff x="6457678" y="1942177"/>
            <a:chExt cx="471791" cy="471791"/>
          </a:xfrm>
        </p:grpSpPr>
        <p:sp>
          <p:nvSpPr>
            <p:cNvPr id="91" name="Oval 90">
              <a:extLst>
                <a:ext uri="{FF2B5EF4-FFF2-40B4-BE49-F238E27FC236}">
                  <a16:creationId xmlns:a16="http://schemas.microsoft.com/office/drawing/2014/main" id="{53AF9B58-E957-6377-B6B8-658ECD6E4DBB}"/>
                </a:ext>
              </a:extLst>
            </p:cNvPr>
            <p:cNvSpPr/>
            <p:nvPr/>
          </p:nvSpPr>
          <p:spPr>
            <a:xfrm>
              <a:off x="6457678"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92" name="Group 91">
              <a:extLst>
                <a:ext uri="{FF2B5EF4-FFF2-40B4-BE49-F238E27FC236}">
                  <a16:creationId xmlns:a16="http://schemas.microsoft.com/office/drawing/2014/main" id="{A3F8D210-A579-4D08-220C-08473FDD2280}"/>
                </a:ext>
              </a:extLst>
            </p:cNvPr>
            <p:cNvGrpSpPr/>
            <p:nvPr/>
          </p:nvGrpSpPr>
          <p:grpSpPr>
            <a:xfrm>
              <a:off x="6566257" y="2048749"/>
              <a:ext cx="254558" cy="258644"/>
              <a:chOff x="6566257" y="2048749"/>
              <a:chExt cx="254558" cy="258644"/>
            </a:xfrm>
          </p:grpSpPr>
          <p:grpSp>
            <p:nvGrpSpPr>
              <p:cNvPr id="93" name="Graphic 332">
                <a:extLst>
                  <a:ext uri="{FF2B5EF4-FFF2-40B4-BE49-F238E27FC236}">
                    <a16:creationId xmlns:a16="http://schemas.microsoft.com/office/drawing/2014/main" id="{365FE197-C9B3-ACC0-4453-3E4CBBCF95B1}"/>
                  </a:ext>
                </a:extLst>
              </p:cNvPr>
              <p:cNvGrpSpPr/>
              <p:nvPr/>
            </p:nvGrpSpPr>
            <p:grpSpPr>
              <a:xfrm>
                <a:off x="6566257" y="2086119"/>
                <a:ext cx="135075" cy="185001"/>
                <a:chOff x="6566257" y="2086119"/>
                <a:chExt cx="135075" cy="185001"/>
              </a:xfrm>
            </p:grpSpPr>
            <p:sp>
              <p:nvSpPr>
                <p:cNvPr id="108" name="Freeform 164">
                  <a:extLst>
                    <a:ext uri="{FF2B5EF4-FFF2-40B4-BE49-F238E27FC236}">
                      <a16:creationId xmlns:a16="http://schemas.microsoft.com/office/drawing/2014/main" id="{4C5F752D-92AE-EB8E-CB5A-6E94B113C544}"/>
                    </a:ext>
                  </a:extLst>
                </p:cNvPr>
                <p:cNvSpPr/>
                <p:nvPr/>
              </p:nvSpPr>
              <p:spPr>
                <a:xfrm>
                  <a:off x="6566257" y="2086119"/>
                  <a:ext cx="135075" cy="131501"/>
                </a:xfrm>
                <a:custGeom>
                  <a:avLst/>
                  <a:gdLst>
                    <a:gd name="connsiteX0" fmla="*/ 92814 w 135075"/>
                    <a:gd name="connsiteY0" fmla="*/ 131501 h 131501"/>
                    <a:gd name="connsiteX1" fmla="*/ 80275 w 135075"/>
                    <a:gd name="connsiteY1" fmla="*/ 118959 h 131501"/>
                    <a:gd name="connsiteX2" fmla="*/ 88409 w 135075"/>
                    <a:gd name="connsiteY2" fmla="*/ 107220 h 131501"/>
                    <a:gd name="connsiteX3" fmla="*/ 109994 w 135075"/>
                    <a:gd name="connsiteY3" fmla="*/ 66088 h 131501"/>
                    <a:gd name="connsiteX4" fmla="*/ 67545 w 135075"/>
                    <a:gd name="connsiteY4" fmla="*/ 25081 h 131501"/>
                    <a:gd name="connsiteX5" fmla="*/ 25081 w 135075"/>
                    <a:gd name="connsiteY5" fmla="*/ 66088 h 131501"/>
                    <a:gd name="connsiteX6" fmla="*/ 47481 w 135075"/>
                    <a:gd name="connsiteY6" fmla="*/ 107016 h 131501"/>
                    <a:gd name="connsiteX7" fmla="*/ 53935 w 135075"/>
                    <a:gd name="connsiteY7" fmla="*/ 123535 h 131501"/>
                    <a:gd name="connsiteX8" fmla="*/ 38358 w 135075"/>
                    <a:gd name="connsiteY8" fmla="*/ 130357 h 131501"/>
                    <a:gd name="connsiteX9" fmla="*/ 0 w 135075"/>
                    <a:gd name="connsiteY9" fmla="*/ 66088 h 131501"/>
                    <a:gd name="connsiteX10" fmla="*/ 67545 w 135075"/>
                    <a:gd name="connsiteY10" fmla="*/ 0 h 131501"/>
                    <a:gd name="connsiteX11" fmla="*/ 135075 w 135075"/>
                    <a:gd name="connsiteY11" fmla="*/ 66088 h 131501"/>
                    <a:gd name="connsiteX12" fmla="*/ 97219 w 135075"/>
                    <a:gd name="connsiteY12" fmla="*/ 130702 h 131501"/>
                    <a:gd name="connsiteX13" fmla="*/ 92814 w 135075"/>
                    <a:gd name="connsiteY13" fmla="*/ 131501 h 131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5075" h="131501">
                      <a:moveTo>
                        <a:pt x="92814" y="131501"/>
                      </a:moveTo>
                      <a:cubicBezTo>
                        <a:pt x="85888" y="131501"/>
                        <a:pt x="80274" y="125886"/>
                        <a:pt x="80275" y="118959"/>
                      </a:cubicBezTo>
                      <a:cubicBezTo>
                        <a:pt x="80275" y="113733"/>
                        <a:pt x="83517" y="109056"/>
                        <a:pt x="88409" y="107220"/>
                      </a:cubicBezTo>
                      <a:cubicBezTo>
                        <a:pt x="109994" y="99116"/>
                        <a:pt x="109994" y="74302"/>
                        <a:pt x="109994" y="66088"/>
                      </a:cubicBezTo>
                      <a:cubicBezTo>
                        <a:pt x="109994" y="42324"/>
                        <a:pt x="92140" y="25081"/>
                        <a:pt x="67545" y="25081"/>
                      </a:cubicBezTo>
                      <a:cubicBezTo>
                        <a:pt x="42951" y="25081"/>
                        <a:pt x="25081" y="42324"/>
                        <a:pt x="25081" y="66088"/>
                      </a:cubicBezTo>
                      <a:cubicBezTo>
                        <a:pt x="25081" y="80760"/>
                        <a:pt x="28968" y="99774"/>
                        <a:pt x="47481" y="107016"/>
                      </a:cubicBezTo>
                      <a:cubicBezTo>
                        <a:pt x="53825" y="109795"/>
                        <a:pt x="56714" y="117191"/>
                        <a:pt x="53935" y="123535"/>
                      </a:cubicBezTo>
                      <a:cubicBezTo>
                        <a:pt x="51313" y="129520"/>
                        <a:pt x="44535" y="132489"/>
                        <a:pt x="38358" y="130357"/>
                      </a:cubicBezTo>
                      <a:cubicBezTo>
                        <a:pt x="13669" y="120701"/>
                        <a:pt x="0" y="97862"/>
                        <a:pt x="0" y="66088"/>
                      </a:cubicBezTo>
                      <a:cubicBezTo>
                        <a:pt x="0" y="28467"/>
                        <a:pt x="29031" y="0"/>
                        <a:pt x="67545" y="0"/>
                      </a:cubicBezTo>
                      <a:cubicBezTo>
                        <a:pt x="106060" y="0"/>
                        <a:pt x="135075" y="28467"/>
                        <a:pt x="135075" y="66088"/>
                      </a:cubicBezTo>
                      <a:cubicBezTo>
                        <a:pt x="135075" y="98598"/>
                        <a:pt x="121641" y="121547"/>
                        <a:pt x="97219" y="130702"/>
                      </a:cubicBezTo>
                      <a:cubicBezTo>
                        <a:pt x="95809" y="131224"/>
                        <a:pt x="94318" y="131495"/>
                        <a:pt x="92814" y="13150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9" name="Freeform 165">
                  <a:extLst>
                    <a:ext uri="{FF2B5EF4-FFF2-40B4-BE49-F238E27FC236}">
                      <a16:creationId xmlns:a16="http://schemas.microsoft.com/office/drawing/2014/main" id="{53406A4E-6119-71A7-F4B2-A59C8CA3A8B1}"/>
                    </a:ext>
                  </a:extLst>
                </p:cNvPr>
                <p:cNvSpPr/>
                <p:nvPr/>
              </p:nvSpPr>
              <p:spPr>
                <a:xfrm>
                  <a:off x="6601417" y="2210096"/>
                  <a:ext cx="64864" cy="25080"/>
                </a:xfrm>
                <a:custGeom>
                  <a:avLst/>
                  <a:gdLst>
                    <a:gd name="connsiteX0" fmla="*/ 52325 w 64864"/>
                    <a:gd name="connsiteY0" fmla="*/ 25081 h 25080"/>
                    <a:gd name="connsiteX1" fmla="*/ 12540 w 64864"/>
                    <a:gd name="connsiteY1" fmla="*/ 25081 h 25080"/>
                    <a:gd name="connsiteX2" fmla="*/ 0 w 64864"/>
                    <a:gd name="connsiteY2" fmla="*/ 12540 h 25080"/>
                    <a:gd name="connsiteX3" fmla="*/ 12540 w 64864"/>
                    <a:gd name="connsiteY3" fmla="*/ 0 h 25080"/>
                    <a:gd name="connsiteX4" fmla="*/ 52325 w 64864"/>
                    <a:gd name="connsiteY4" fmla="*/ 0 h 25080"/>
                    <a:gd name="connsiteX5" fmla="*/ 64865 w 64864"/>
                    <a:gd name="connsiteY5" fmla="*/ 12540 h 25080"/>
                    <a:gd name="connsiteX6" fmla="*/ 52325 w 6486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64" h="25080">
                      <a:moveTo>
                        <a:pt x="52325" y="25081"/>
                      </a:moveTo>
                      <a:lnTo>
                        <a:pt x="12540" y="25081"/>
                      </a:lnTo>
                      <a:cubicBezTo>
                        <a:pt x="5614" y="25081"/>
                        <a:pt x="0" y="19466"/>
                        <a:pt x="0" y="12540"/>
                      </a:cubicBezTo>
                      <a:cubicBezTo>
                        <a:pt x="0" y="5615"/>
                        <a:pt x="5614" y="0"/>
                        <a:pt x="12540" y="0"/>
                      </a:cubicBezTo>
                      <a:lnTo>
                        <a:pt x="52325" y="0"/>
                      </a:lnTo>
                      <a:cubicBezTo>
                        <a:pt x="59250" y="0"/>
                        <a:pt x="64865" y="5615"/>
                        <a:pt x="64865" y="12540"/>
                      </a:cubicBezTo>
                      <a:cubicBezTo>
                        <a:pt x="64865" y="19466"/>
                        <a:pt x="59250" y="25081"/>
                        <a:pt x="52325"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0" name="Freeform 166">
                  <a:extLst>
                    <a:ext uri="{FF2B5EF4-FFF2-40B4-BE49-F238E27FC236}">
                      <a16:creationId xmlns:a16="http://schemas.microsoft.com/office/drawing/2014/main" id="{1A54C966-FBE7-1327-0F37-F1B05C38C393}"/>
                    </a:ext>
                  </a:extLst>
                </p:cNvPr>
                <p:cNvSpPr/>
                <p:nvPr/>
              </p:nvSpPr>
              <p:spPr>
                <a:xfrm>
                  <a:off x="6601417" y="2246040"/>
                  <a:ext cx="63846" cy="25080"/>
                </a:xfrm>
                <a:custGeom>
                  <a:avLst/>
                  <a:gdLst>
                    <a:gd name="connsiteX0" fmla="*/ 51306 w 63846"/>
                    <a:gd name="connsiteY0" fmla="*/ 25081 h 25080"/>
                    <a:gd name="connsiteX1" fmla="*/ 12540 w 63846"/>
                    <a:gd name="connsiteY1" fmla="*/ 25081 h 25080"/>
                    <a:gd name="connsiteX2" fmla="*/ 0 w 63846"/>
                    <a:gd name="connsiteY2" fmla="*/ 12540 h 25080"/>
                    <a:gd name="connsiteX3" fmla="*/ 12540 w 63846"/>
                    <a:gd name="connsiteY3" fmla="*/ 0 h 25080"/>
                    <a:gd name="connsiteX4" fmla="*/ 51306 w 63846"/>
                    <a:gd name="connsiteY4" fmla="*/ 0 h 25080"/>
                    <a:gd name="connsiteX5" fmla="*/ 63846 w 63846"/>
                    <a:gd name="connsiteY5" fmla="*/ 12540 h 25080"/>
                    <a:gd name="connsiteX6" fmla="*/ 51306 w 63846"/>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846" h="25080">
                      <a:moveTo>
                        <a:pt x="51306" y="25081"/>
                      </a:moveTo>
                      <a:lnTo>
                        <a:pt x="12540" y="25081"/>
                      </a:lnTo>
                      <a:cubicBezTo>
                        <a:pt x="5614" y="25081"/>
                        <a:pt x="0" y="19466"/>
                        <a:pt x="0" y="12540"/>
                      </a:cubicBezTo>
                      <a:cubicBezTo>
                        <a:pt x="0" y="5615"/>
                        <a:pt x="5614" y="0"/>
                        <a:pt x="12540" y="0"/>
                      </a:cubicBezTo>
                      <a:lnTo>
                        <a:pt x="51306" y="0"/>
                      </a:lnTo>
                      <a:cubicBezTo>
                        <a:pt x="58232" y="0"/>
                        <a:pt x="63846" y="5615"/>
                        <a:pt x="63846" y="12540"/>
                      </a:cubicBezTo>
                      <a:cubicBezTo>
                        <a:pt x="63846" y="19466"/>
                        <a:pt x="58232" y="25081"/>
                        <a:pt x="51306"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1" name="Freeform 167">
                  <a:extLst>
                    <a:ext uri="{FF2B5EF4-FFF2-40B4-BE49-F238E27FC236}">
                      <a16:creationId xmlns:a16="http://schemas.microsoft.com/office/drawing/2014/main" id="{D9D87968-F335-FB3E-87DE-51A0EE3899C0}"/>
                    </a:ext>
                  </a:extLst>
                </p:cNvPr>
                <p:cNvSpPr/>
                <p:nvPr/>
              </p:nvSpPr>
              <p:spPr>
                <a:xfrm>
                  <a:off x="6597059" y="2192744"/>
                  <a:ext cx="73564" cy="78377"/>
                </a:xfrm>
                <a:custGeom>
                  <a:avLst/>
                  <a:gdLst>
                    <a:gd name="connsiteX0" fmla="*/ 61024 w 73564"/>
                    <a:gd name="connsiteY0" fmla="*/ 78377 h 78377"/>
                    <a:gd name="connsiteX1" fmla="*/ 12540 w 73564"/>
                    <a:gd name="connsiteY1" fmla="*/ 78377 h 78377"/>
                    <a:gd name="connsiteX2" fmla="*/ 0 w 73564"/>
                    <a:gd name="connsiteY2" fmla="*/ 65837 h 78377"/>
                    <a:gd name="connsiteX3" fmla="*/ 0 w 73564"/>
                    <a:gd name="connsiteY3" fmla="*/ 12540 h 78377"/>
                    <a:gd name="connsiteX4" fmla="*/ 12540 w 73564"/>
                    <a:gd name="connsiteY4" fmla="*/ 0 h 78377"/>
                    <a:gd name="connsiteX5" fmla="*/ 25081 w 73564"/>
                    <a:gd name="connsiteY5" fmla="*/ 12540 h 78377"/>
                    <a:gd name="connsiteX6" fmla="*/ 25081 w 73564"/>
                    <a:gd name="connsiteY6" fmla="*/ 53296 h 78377"/>
                    <a:gd name="connsiteX7" fmla="*/ 48484 w 73564"/>
                    <a:gd name="connsiteY7" fmla="*/ 53296 h 78377"/>
                    <a:gd name="connsiteX8" fmla="*/ 48484 w 73564"/>
                    <a:gd name="connsiteY8" fmla="*/ 13308 h 78377"/>
                    <a:gd name="connsiteX9" fmla="*/ 61024 w 73564"/>
                    <a:gd name="connsiteY9" fmla="*/ 768 h 78377"/>
                    <a:gd name="connsiteX10" fmla="*/ 73565 w 73564"/>
                    <a:gd name="connsiteY10" fmla="*/ 13308 h 78377"/>
                    <a:gd name="connsiteX11" fmla="*/ 73565 w 73564"/>
                    <a:gd name="connsiteY11" fmla="*/ 65837 h 78377"/>
                    <a:gd name="connsiteX12" fmla="*/ 61024 w 73564"/>
                    <a:gd name="connsiteY12" fmla="*/ 78377 h 7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564" h="78377">
                      <a:moveTo>
                        <a:pt x="61024" y="78377"/>
                      </a:moveTo>
                      <a:lnTo>
                        <a:pt x="12540" y="78377"/>
                      </a:lnTo>
                      <a:cubicBezTo>
                        <a:pt x="5614" y="78377"/>
                        <a:pt x="0" y="72762"/>
                        <a:pt x="0" y="65837"/>
                      </a:cubicBezTo>
                      <a:lnTo>
                        <a:pt x="0" y="12540"/>
                      </a:lnTo>
                      <a:cubicBezTo>
                        <a:pt x="0" y="5615"/>
                        <a:pt x="5614" y="0"/>
                        <a:pt x="12540" y="0"/>
                      </a:cubicBezTo>
                      <a:cubicBezTo>
                        <a:pt x="19466" y="0"/>
                        <a:pt x="25081" y="5615"/>
                        <a:pt x="25081" y="12540"/>
                      </a:cubicBezTo>
                      <a:lnTo>
                        <a:pt x="25081" y="53296"/>
                      </a:lnTo>
                      <a:lnTo>
                        <a:pt x="48484" y="53296"/>
                      </a:lnTo>
                      <a:lnTo>
                        <a:pt x="48484" y="13308"/>
                      </a:lnTo>
                      <a:cubicBezTo>
                        <a:pt x="48484" y="6383"/>
                        <a:pt x="54099" y="768"/>
                        <a:pt x="61024" y="768"/>
                      </a:cubicBezTo>
                      <a:cubicBezTo>
                        <a:pt x="67950" y="768"/>
                        <a:pt x="73565" y="6383"/>
                        <a:pt x="73565" y="13308"/>
                      </a:cubicBezTo>
                      <a:lnTo>
                        <a:pt x="73565" y="65837"/>
                      </a:lnTo>
                      <a:cubicBezTo>
                        <a:pt x="73565" y="72762"/>
                        <a:pt x="67950" y="78377"/>
                        <a:pt x="61024" y="7837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94" name="Freeform 151">
                <a:extLst>
                  <a:ext uri="{FF2B5EF4-FFF2-40B4-BE49-F238E27FC236}">
                    <a16:creationId xmlns:a16="http://schemas.microsoft.com/office/drawing/2014/main" id="{3E54C5A5-44A0-4017-F5A3-2E4323155712}"/>
                  </a:ext>
                </a:extLst>
              </p:cNvPr>
              <p:cNvSpPr/>
              <p:nvPr/>
            </p:nvSpPr>
            <p:spPr>
              <a:xfrm>
                <a:off x="6621779" y="2048749"/>
                <a:ext cx="180740" cy="115668"/>
              </a:xfrm>
              <a:custGeom>
                <a:avLst/>
                <a:gdLst>
                  <a:gd name="connsiteX0" fmla="*/ 138054 w 180740"/>
                  <a:gd name="connsiteY0" fmla="*/ 115669 h 115668"/>
                  <a:gd name="connsiteX1" fmla="*/ 125513 w 180740"/>
                  <a:gd name="connsiteY1" fmla="*/ 103129 h 115668"/>
                  <a:gd name="connsiteX2" fmla="*/ 125513 w 180740"/>
                  <a:gd name="connsiteY2" fmla="*/ 25081 h 115668"/>
                  <a:gd name="connsiteX3" fmla="*/ 25081 w 180740"/>
                  <a:gd name="connsiteY3" fmla="*/ 25081 h 115668"/>
                  <a:gd name="connsiteX4" fmla="*/ 25081 w 180740"/>
                  <a:gd name="connsiteY4" fmla="*/ 49754 h 115668"/>
                  <a:gd name="connsiteX5" fmla="*/ 12540 w 180740"/>
                  <a:gd name="connsiteY5" fmla="*/ 62294 h 115668"/>
                  <a:gd name="connsiteX6" fmla="*/ 0 w 180740"/>
                  <a:gd name="connsiteY6" fmla="*/ 49754 h 115668"/>
                  <a:gd name="connsiteX7" fmla="*/ 0 w 180740"/>
                  <a:gd name="connsiteY7" fmla="*/ 12540 h 115668"/>
                  <a:gd name="connsiteX8" fmla="*/ 12540 w 180740"/>
                  <a:gd name="connsiteY8" fmla="*/ 0 h 115668"/>
                  <a:gd name="connsiteX9" fmla="*/ 138054 w 180740"/>
                  <a:gd name="connsiteY9" fmla="*/ 0 h 115668"/>
                  <a:gd name="connsiteX10" fmla="*/ 150594 w 180740"/>
                  <a:gd name="connsiteY10" fmla="*/ 12540 h 115668"/>
                  <a:gd name="connsiteX11" fmla="*/ 150594 w 180740"/>
                  <a:gd name="connsiteY11" fmla="*/ 72844 h 115668"/>
                  <a:gd name="connsiteX12" fmla="*/ 158792 w 180740"/>
                  <a:gd name="connsiteY12" fmla="*/ 64724 h 115668"/>
                  <a:gd name="connsiteX13" fmla="*/ 176491 w 180740"/>
                  <a:gd name="connsiteY13" fmla="*/ 63608 h 115668"/>
                  <a:gd name="connsiteX14" fmla="*/ 177607 w 180740"/>
                  <a:gd name="connsiteY14" fmla="*/ 81308 h 115668"/>
                  <a:gd name="connsiteX15" fmla="*/ 176458 w 180740"/>
                  <a:gd name="connsiteY15" fmla="*/ 82453 h 115668"/>
                  <a:gd name="connsiteX16" fmla="*/ 146926 w 180740"/>
                  <a:gd name="connsiteY16" fmla="*/ 111985 h 115668"/>
                  <a:gd name="connsiteX17" fmla="*/ 138054 w 180740"/>
                  <a:gd name="connsiteY17" fmla="*/ 115669 h 11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740" h="115668">
                    <a:moveTo>
                      <a:pt x="138054" y="115669"/>
                    </a:moveTo>
                    <a:cubicBezTo>
                      <a:pt x="131128" y="115669"/>
                      <a:pt x="125513" y="110055"/>
                      <a:pt x="125513" y="103129"/>
                    </a:cubicBezTo>
                    <a:lnTo>
                      <a:pt x="125513" y="25081"/>
                    </a:lnTo>
                    <a:lnTo>
                      <a:pt x="25081" y="25081"/>
                    </a:lnTo>
                    <a:lnTo>
                      <a:pt x="25081" y="49754"/>
                    </a:lnTo>
                    <a:cubicBezTo>
                      <a:pt x="25081" y="56680"/>
                      <a:pt x="19466" y="62294"/>
                      <a:pt x="12540" y="62294"/>
                    </a:cubicBezTo>
                    <a:cubicBezTo>
                      <a:pt x="5614" y="62294"/>
                      <a:pt x="0" y="56680"/>
                      <a:pt x="0" y="49754"/>
                    </a:cubicBezTo>
                    <a:lnTo>
                      <a:pt x="0" y="12540"/>
                    </a:lnTo>
                    <a:cubicBezTo>
                      <a:pt x="0" y="5615"/>
                      <a:pt x="5614" y="0"/>
                      <a:pt x="12540" y="0"/>
                    </a:cubicBezTo>
                    <a:lnTo>
                      <a:pt x="138054" y="0"/>
                    </a:lnTo>
                    <a:cubicBezTo>
                      <a:pt x="144979" y="0"/>
                      <a:pt x="150594" y="5615"/>
                      <a:pt x="150594" y="12540"/>
                    </a:cubicBezTo>
                    <a:lnTo>
                      <a:pt x="150594" y="72844"/>
                    </a:lnTo>
                    <a:lnTo>
                      <a:pt x="158792" y="64724"/>
                    </a:lnTo>
                    <a:cubicBezTo>
                      <a:pt x="163371" y="59528"/>
                      <a:pt x="171296" y="59029"/>
                      <a:pt x="176491" y="63608"/>
                    </a:cubicBezTo>
                    <a:cubicBezTo>
                      <a:pt x="181688" y="68188"/>
                      <a:pt x="182188" y="76112"/>
                      <a:pt x="177607" y="81308"/>
                    </a:cubicBezTo>
                    <a:cubicBezTo>
                      <a:pt x="177250" y="81714"/>
                      <a:pt x="176866" y="82096"/>
                      <a:pt x="176458" y="82453"/>
                    </a:cubicBezTo>
                    <a:lnTo>
                      <a:pt x="146926" y="111985"/>
                    </a:lnTo>
                    <a:cubicBezTo>
                      <a:pt x="144574" y="114342"/>
                      <a:pt x="141383" y="115667"/>
                      <a:pt x="138054" y="115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95" name="Freeform 152">
                <a:extLst>
                  <a:ext uri="{FF2B5EF4-FFF2-40B4-BE49-F238E27FC236}">
                    <a16:creationId xmlns:a16="http://schemas.microsoft.com/office/drawing/2014/main" id="{D22FF341-552B-CB03-876F-616AA117F73D}"/>
                  </a:ext>
                </a:extLst>
              </p:cNvPr>
              <p:cNvSpPr/>
              <p:nvPr/>
            </p:nvSpPr>
            <p:spPr>
              <a:xfrm>
                <a:off x="6602514" y="2254254"/>
                <a:ext cx="62701" cy="53139"/>
              </a:xfrm>
              <a:custGeom>
                <a:avLst/>
                <a:gdLst>
                  <a:gd name="connsiteX0" fmla="*/ 31351 w 62701"/>
                  <a:gd name="connsiteY0" fmla="*/ 53140 h 53139"/>
                  <a:gd name="connsiteX1" fmla="*/ 0 w 62701"/>
                  <a:gd name="connsiteY1" fmla="*/ 21789 h 53139"/>
                  <a:gd name="connsiteX2" fmla="*/ 0 w 62701"/>
                  <a:gd name="connsiteY2" fmla="*/ 12540 h 53139"/>
                  <a:gd name="connsiteX3" fmla="*/ 12540 w 62701"/>
                  <a:gd name="connsiteY3" fmla="*/ 0 h 53139"/>
                  <a:gd name="connsiteX4" fmla="*/ 25081 w 62701"/>
                  <a:gd name="connsiteY4" fmla="*/ 12540 h 53139"/>
                  <a:gd name="connsiteX5" fmla="*/ 25081 w 62701"/>
                  <a:gd name="connsiteY5" fmla="*/ 21789 h 53139"/>
                  <a:gd name="connsiteX6" fmla="*/ 31351 w 62701"/>
                  <a:gd name="connsiteY6" fmla="*/ 28059 h 53139"/>
                  <a:gd name="connsiteX7" fmla="*/ 37621 w 62701"/>
                  <a:gd name="connsiteY7" fmla="*/ 21789 h 53139"/>
                  <a:gd name="connsiteX8" fmla="*/ 37621 w 62701"/>
                  <a:gd name="connsiteY8" fmla="*/ 12540 h 53139"/>
                  <a:gd name="connsiteX9" fmla="*/ 50161 w 62701"/>
                  <a:gd name="connsiteY9" fmla="*/ 0 h 53139"/>
                  <a:gd name="connsiteX10" fmla="*/ 62702 w 62701"/>
                  <a:gd name="connsiteY10" fmla="*/ 12540 h 53139"/>
                  <a:gd name="connsiteX11" fmla="*/ 62702 w 62701"/>
                  <a:gd name="connsiteY11" fmla="*/ 21789 h 53139"/>
                  <a:gd name="connsiteX12" fmla="*/ 31351 w 62701"/>
                  <a:gd name="connsiteY12" fmla="*/ 53140 h 5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701" h="53139">
                    <a:moveTo>
                      <a:pt x="31351" y="53140"/>
                    </a:moveTo>
                    <a:cubicBezTo>
                      <a:pt x="14036" y="53140"/>
                      <a:pt x="0" y="39104"/>
                      <a:pt x="0" y="21789"/>
                    </a:cubicBezTo>
                    <a:lnTo>
                      <a:pt x="0" y="12540"/>
                    </a:lnTo>
                    <a:cubicBezTo>
                      <a:pt x="0" y="5615"/>
                      <a:pt x="5614" y="0"/>
                      <a:pt x="12540" y="0"/>
                    </a:cubicBezTo>
                    <a:cubicBezTo>
                      <a:pt x="19466" y="0"/>
                      <a:pt x="25081" y="5615"/>
                      <a:pt x="25081" y="12540"/>
                    </a:cubicBezTo>
                    <a:lnTo>
                      <a:pt x="25081" y="21789"/>
                    </a:lnTo>
                    <a:cubicBezTo>
                      <a:pt x="25081" y="25252"/>
                      <a:pt x="27888" y="28059"/>
                      <a:pt x="31351" y="28059"/>
                    </a:cubicBezTo>
                    <a:cubicBezTo>
                      <a:pt x="34814" y="28059"/>
                      <a:pt x="37621" y="25252"/>
                      <a:pt x="37621" y="21789"/>
                    </a:cubicBezTo>
                    <a:lnTo>
                      <a:pt x="37621" y="12540"/>
                    </a:lnTo>
                    <a:cubicBezTo>
                      <a:pt x="37621" y="5615"/>
                      <a:pt x="43235" y="0"/>
                      <a:pt x="50161" y="0"/>
                    </a:cubicBezTo>
                    <a:cubicBezTo>
                      <a:pt x="57087" y="0"/>
                      <a:pt x="62702" y="5615"/>
                      <a:pt x="62702" y="12540"/>
                    </a:cubicBezTo>
                    <a:lnTo>
                      <a:pt x="62702" y="21789"/>
                    </a:lnTo>
                    <a:cubicBezTo>
                      <a:pt x="62702" y="39104"/>
                      <a:pt x="48665" y="53140"/>
                      <a:pt x="31351" y="53140"/>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96" name="Graphic 332">
                <a:extLst>
                  <a:ext uri="{FF2B5EF4-FFF2-40B4-BE49-F238E27FC236}">
                    <a16:creationId xmlns:a16="http://schemas.microsoft.com/office/drawing/2014/main" id="{DF7CFD04-7730-7986-3FD9-4F645DAB547E}"/>
                  </a:ext>
                </a:extLst>
              </p:cNvPr>
              <p:cNvGrpSpPr/>
              <p:nvPr/>
            </p:nvGrpSpPr>
            <p:grpSpPr>
              <a:xfrm>
                <a:off x="6698915" y="2181138"/>
                <a:ext cx="121900" cy="126255"/>
                <a:chOff x="6698915" y="2181138"/>
                <a:chExt cx="121900" cy="126255"/>
              </a:xfrm>
              <a:solidFill>
                <a:srgbClr val="EF463C"/>
              </a:solidFill>
            </p:grpSpPr>
            <p:sp>
              <p:nvSpPr>
                <p:cNvPr id="98" name="Freeform 155">
                  <a:extLst>
                    <a:ext uri="{FF2B5EF4-FFF2-40B4-BE49-F238E27FC236}">
                      <a16:creationId xmlns:a16="http://schemas.microsoft.com/office/drawing/2014/main" id="{68A3C459-EEE4-5E75-A861-AD229886B417}"/>
                    </a:ext>
                  </a:extLst>
                </p:cNvPr>
                <p:cNvSpPr/>
                <p:nvPr/>
              </p:nvSpPr>
              <p:spPr>
                <a:xfrm>
                  <a:off x="6734527" y="2181138"/>
                  <a:ext cx="31221" cy="47157"/>
                </a:xfrm>
                <a:custGeom>
                  <a:avLst/>
                  <a:gdLst>
                    <a:gd name="connsiteX0" fmla="*/ 18675 w 31221"/>
                    <a:gd name="connsiteY0" fmla="*/ 47157 h 47157"/>
                    <a:gd name="connsiteX1" fmla="*/ 6589 w 31221"/>
                    <a:gd name="connsiteY1" fmla="*/ 37971 h 47157"/>
                    <a:gd name="connsiteX2" fmla="*/ 460 w 31221"/>
                    <a:gd name="connsiteY2" fmla="*/ 15900 h 47157"/>
                    <a:gd name="connsiteX3" fmla="*/ 9191 w 31221"/>
                    <a:gd name="connsiteY3" fmla="*/ 460 h 47157"/>
                    <a:gd name="connsiteX4" fmla="*/ 24632 w 31221"/>
                    <a:gd name="connsiteY4" fmla="*/ 9191 h 47157"/>
                    <a:gd name="connsiteX5" fmla="*/ 30761 w 31221"/>
                    <a:gd name="connsiteY5" fmla="*/ 31262 h 47157"/>
                    <a:gd name="connsiteX6" fmla="*/ 22034 w 31221"/>
                    <a:gd name="connsiteY6" fmla="*/ 46701 h 47157"/>
                    <a:gd name="connsiteX7" fmla="*/ 22030 w 31221"/>
                    <a:gd name="connsiteY7" fmla="*/ 46703 h 47157"/>
                    <a:gd name="connsiteX8" fmla="*/ 18675 w 31221"/>
                    <a:gd name="connsiteY8" fmla="*/ 47157 h 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21" h="47157">
                      <a:moveTo>
                        <a:pt x="18675" y="47157"/>
                      </a:moveTo>
                      <a:cubicBezTo>
                        <a:pt x="13040" y="47159"/>
                        <a:pt x="8097" y="43401"/>
                        <a:pt x="6589" y="37971"/>
                      </a:cubicBezTo>
                      <a:lnTo>
                        <a:pt x="460" y="15900"/>
                      </a:lnTo>
                      <a:cubicBezTo>
                        <a:pt x="-1393" y="9226"/>
                        <a:pt x="2517" y="2313"/>
                        <a:pt x="9191" y="460"/>
                      </a:cubicBezTo>
                      <a:cubicBezTo>
                        <a:pt x="15866" y="-1393"/>
                        <a:pt x="22779" y="2517"/>
                        <a:pt x="24632" y="9191"/>
                      </a:cubicBezTo>
                      <a:lnTo>
                        <a:pt x="30761" y="31262"/>
                      </a:lnTo>
                      <a:cubicBezTo>
                        <a:pt x="32614" y="37935"/>
                        <a:pt x="28707" y="44848"/>
                        <a:pt x="22034" y="46701"/>
                      </a:cubicBezTo>
                      <a:cubicBezTo>
                        <a:pt x="22033" y="46701"/>
                        <a:pt x="22031" y="46703"/>
                        <a:pt x="22030" y="46703"/>
                      </a:cubicBezTo>
                      <a:cubicBezTo>
                        <a:pt x="20935" y="46997"/>
                        <a:pt x="19808" y="47151"/>
                        <a:pt x="18675" y="47157"/>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99" name="Freeform 156">
                  <a:extLst>
                    <a:ext uri="{FF2B5EF4-FFF2-40B4-BE49-F238E27FC236}">
                      <a16:creationId xmlns:a16="http://schemas.microsoft.com/office/drawing/2014/main" id="{30213A65-0760-5C91-67D6-D8BAFA5D5F36}"/>
                    </a:ext>
                  </a:extLst>
                </p:cNvPr>
                <p:cNvSpPr/>
                <p:nvPr/>
              </p:nvSpPr>
              <p:spPr>
                <a:xfrm>
                  <a:off x="6762486" y="2187024"/>
                  <a:ext cx="36918" cy="44563"/>
                </a:xfrm>
                <a:custGeom>
                  <a:avLst/>
                  <a:gdLst>
                    <a:gd name="connsiteX0" fmla="*/ 12536 w 36918"/>
                    <a:gd name="connsiteY0" fmla="*/ 44564 h 44563"/>
                    <a:gd name="connsiteX1" fmla="*/ 0 w 36918"/>
                    <a:gd name="connsiteY1" fmla="*/ 32019 h 44563"/>
                    <a:gd name="connsiteX2" fmla="*/ 1829 w 36918"/>
                    <a:gd name="connsiteY2" fmla="*/ 25502 h 44563"/>
                    <a:gd name="connsiteX3" fmla="*/ 13774 w 36918"/>
                    <a:gd name="connsiteY3" fmla="*/ 5845 h 44563"/>
                    <a:gd name="connsiteX4" fmla="*/ 31073 w 36918"/>
                    <a:gd name="connsiteY4" fmla="*/ 1939 h 44563"/>
                    <a:gd name="connsiteX5" fmla="*/ 35202 w 36918"/>
                    <a:gd name="connsiteY5" fmla="*/ 18872 h 44563"/>
                    <a:gd name="connsiteX6" fmla="*/ 23258 w 36918"/>
                    <a:gd name="connsiteY6" fmla="*/ 38529 h 44563"/>
                    <a:gd name="connsiteX7" fmla="*/ 12536 w 36918"/>
                    <a:gd name="connsiteY7" fmla="*/ 44564 h 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18" h="44563">
                      <a:moveTo>
                        <a:pt x="12536" y="44564"/>
                      </a:moveTo>
                      <a:cubicBezTo>
                        <a:pt x="5610" y="44561"/>
                        <a:pt x="-2" y="38944"/>
                        <a:pt x="0" y="32019"/>
                      </a:cubicBezTo>
                      <a:cubicBezTo>
                        <a:pt x="2" y="29719"/>
                        <a:pt x="635" y="27465"/>
                        <a:pt x="1829" y="25502"/>
                      </a:cubicBezTo>
                      <a:lnTo>
                        <a:pt x="13774" y="5845"/>
                      </a:lnTo>
                      <a:cubicBezTo>
                        <a:pt x="17472" y="-10"/>
                        <a:pt x="25217" y="-1759"/>
                        <a:pt x="31073" y="1939"/>
                      </a:cubicBezTo>
                      <a:cubicBezTo>
                        <a:pt x="36787" y="5549"/>
                        <a:pt x="38613" y="13037"/>
                        <a:pt x="35202" y="18872"/>
                      </a:cubicBezTo>
                      <a:lnTo>
                        <a:pt x="23258" y="38529"/>
                      </a:lnTo>
                      <a:cubicBezTo>
                        <a:pt x="20985" y="42277"/>
                        <a:pt x="16918" y="44564"/>
                        <a:pt x="12536" y="4456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1" name="Freeform 157">
                  <a:extLst>
                    <a:ext uri="{FF2B5EF4-FFF2-40B4-BE49-F238E27FC236}">
                      <a16:creationId xmlns:a16="http://schemas.microsoft.com/office/drawing/2014/main" id="{93DD9FFD-430E-FA94-B675-B665D2683C36}"/>
                    </a:ext>
                  </a:extLst>
                </p:cNvPr>
                <p:cNvSpPr/>
                <p:nvPr/>
              </p:nvSpPr>
              <p:spPr>
                <a:xfrm>
                  <a:off x="6779022" y="2221060"/>
                  <a:ext cx="41793" cy="28475"/>
                </a:xfrm>
                <a:custGeom>
                  <a:avLst/>
                  <a:gdLst>
                    <a:gd name="connsiteX0" fmla="*/ 12522 w 41793"/>
                    <a:gd name="connsiteY0" fmla="*/ 28475 h 28475"/>
                    <a:gd name="connsiteX1" fmla="*/ 0 w 41793"/>
                    <a:gd name="connsiteY1" fmla="*/ 15916 h 28475"/>
                    <a:gd name="connsiteX2" fmla="*/ 10045 w 41793"/>
                    <a:gd name="connsiteY2" fmla="*/ 3646 h 28475"/>
                    <a:gd name="connsiteX3" fmla="*/ 26880 w 41793"/>
                    <a:gd name="connsiteY3" fmla="*/ 228 h 28475"/>
                    <a:gd name="connsiteX4" fmla="*/ 41565 w 41793"/>
                    <a:gd name="connsiteY4" fmla="*/ 10173 h 28475"/>
                    <a:gd name="connsiteX5" fmla="*/ 31865 w 41793"/>
                    <a:gd name="connsiteY5" fmla="*/ 24807 h 28475"/>
                    <a:gd name="connsiteX6" fmla="*/ 15030 w 41793"/>
                    <a:gd name="connsiteY6" fmla="*/ 28225 h 28475"/>
                    <a:gd name="connsiteX7" fmla="*/ 12522 w 41793"/>
                    <a:gd name="connsiteY7" fmla="*/ 28475 h 2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93" h="28475">
                      <a:moveTo>
                        <a:pt x="12522" y="28475"/>
                      </a:moveTo>
                      <a:cubicBezTo>
                        <a:pt x="5596" y="28464"/>
                        <a:pt x="-11" y="22842"/>
                        <a:pt x="0" y="15916"/>
                      </a:cubicBezTo>
                      <a:cubicBezTo>
                        <a:pt x="9" y="9960"/>
                        <a:pt x="4207" y="4831"/>
                        <a:pt x="10045" y="3646"/>
                      </a:cubicBezTo>
                      <a:lnTo>
                        <a:pt x="26880" y="228"/>
                      </a:lnTo>
                      <a:cubicBezTo>
                        <a:pt x="33682" y="-1081"/>
                        <a:pt x="40256" y="3371"/>
                        <a:pt x="41565" y="10173"/>
                      </a:cubicBezTo>
                      <a:cubicBezTo>
                        <a:pt x="42855" y="16877"/>
                        <a:pt x="38544" y="23384"/>
                        <a:pt x="31865" y="24807"/>
                      </a:cubicBezTo>
                      <a:lnTo>
                        <a:pt x="15030" y="28225"/>
                      </a:lnTo>
                      <a:cubicBezTo>
                        <a:pt x="14205" y="28394"/>
                        <a:pt x="13363" y="28477"/>
                        <a:pt x="12522" y="2847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2" name="Freeform 158">
                  <a:extLst>
                    <a:ext uri="{FF2B5EF4-FFF2-40B4-BE49-F238E27FC236}">
                      <a16:creationId xmlns:a16="http://schemas.microsoft.com/office/drawing/2014/main" id="{7C397896-8F67-25F9-99AC-883759525D98}"/>
                    </a:ext>
                  </a:extLst>
                </p:cNvPr>
                <p:cNvSpPr/>
                <p:nvPr/>
              </p:nvSpPr>
              <p:spPr>
                <a:xfrm>
                  <a:off x="6774727" y="2247949"/>
                  <a:ext cx="41840" cy="35226"/>
                </a:xfrm>
                <a:custGeom>
                  <a:avLst/>
                  <a:gdLst>
                    <a:gd name="connsiteX0" fmla="*/ 29357 w 41840"/>
                    <a:gd name="connsiteY0" fmla="*/ 35226 h 35226"/>
                    <a:gd name="connsiteX1" fmla="*/ 22883 w 41840"/>
                    <a:gd name="connsiteY1" fmla="*/ 33408 h 35226"/>
                    <a:gd name="connsiteX2" fmla="*/ 5390 w 41840"/>
                    <a:gd name="connsiteY2" fmla="*/ 22843 h 35226"/>
                    <a:gd name="connsiteX3" fmla="*/ 2240 w 41840"/>
                    <a:gd name="connsiteY3" fmla="*/ 5390 h 35226"/>
                    <a:gd name="connsiteX4" fmla="*/ 18385 w 41840"/>
                    <a:gd name="connsiteY4" fmla="*/ 1446 h 35226"/>
                    <a:gd name="connsiteX5" fmla="*/ 35878 w 41840"/>
                    <a:gd name="connsiteY5" fmla="*/ 12011 h 35226"/>
                    <a:gd name="connsiteX6" fmla="*/ 39973 w 41840"/>
                    <a:gd name="connsiteY6" fmla="*/ 29267 h 35226"/>
                    <a:gd name="connsiteX7" fmla="*/ 29357 w 41840"/>
                    <a:gd name="connsiteY7" fmla="*/ 35226 h 3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40" h="35226">
                      <a:moveTo>
                        <a:pt x="29357" y="35226"/>
                      </a:moveTo>
                      <a:cubicBezTo>
                        <a:pt x="27073" y="35222"/>
                        <a:pt x="24835" y="34592"/>
                        <a:pt x="22883" y="33408"/>
                      </a:cubicBezTo>
                      <a:lnTo>
                        <a:pt x="5390" y="22843"/>
                      </a:lnTo>
                      <a:cubicBezTo>
                        <a:pt x="-299" y="18893"/>
                        <a:pt x="-1710" y="11080"/>
                        <a:pt x="2240" y="5390"/>
                      </a:cubicBezTo>
                      <a:cubicBezTo>
                        <a:pt x="5852" y="186"/>
                        <a:pt x="12779" y="-1506"/>
                        <a:pt x="18385" y="1446"/>
                      </a:cubicBezTo>
                      <a:lnTo>
                        <a:pt x="35878" y="12011"/>
                      </a:lnTo>
                      <a:cubicBezTo>
                        <a:pt x="41774" y="15645"/>
                        <a:pt x="43608" y="23371"/>
                        <a:pt x="39973" y="29267"/>
                      </a:cubicBezTo>
                      <a:cubicBezTo>
                        <a:pt x="37701" y="32954"/>
                        <a:pt x="33687" y="35206"/>
                        <a:pt x="29357" y="3522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3" name="Freeform 159">
                  <a:extLst>
                    <a:ext uri="{FF2B5EF4-FFF2-40B4-BE49-F238E27FC236}">
                      <a16:creationId xmlns:a16="http://schemas.microsoft.com/office/drawing/2014/main" id="{20EC8B5E-0AC6-1E0F-34E9-7F17CF91AA88}"/>
                    </a:ext>
                  </a:extLst>
                </p:cNvPr>
                <p:cNvSpPr/>
                <p:nvPr/>
              </p:nvSpPr>
              <p:spPr>
                <a:xfrm>
                  <a:off x="6753280" y="2265531"/>
                  <a:ext cx="29214" cy="41862"/>
                </a:xfrm>
                <a:custGeom>
                  <a:avLst/>
                  <a:gdLst>
                    <a:gd name="connsiteX0" fmla="*/ 16585 w 29214"/>
                    <a:gd name="connsiteY0" fmla="*/ 41863 h 41862"/>
                    <a:gd name="connsiteX1" fmla="*/ 4405 w 29214"/>
                    <a:gd name="connsiteY1" fmla="*/ 32269 h 41862"/>
                    <a:gd name="connsiteX2" fmla="*/ 423 w 29214"/>
                    <a:gd name="connsiteY2" fmla="*/ 15763 h 41862"/>
                    <a:gd name="connsiteX3" fmla="*/ 9324 w 29214"/>
                    <a:gd name="connsiteY3" fmla="*/ 423 h 41862"/>
                    <a:gd name="connsiteX4" fmla="*/ 24664 w 29214"/>
                    <a:gd name="connsiteY4" fmla="*/ 9325 h 41862"/>
                    <a:gd name="connsiteX5" fmla="*/ 24799 w 29214"/>
                    <a:gd name="connsiteY5" fmla="*/ 9885 h 41862"/>
                    <a:gd name="connsiteX6" fmla="*/ 28858 w 29214"/>
                    <a:gd name="connsiteY6" fmla="*/ 26375 h 41862"/>
                    <a:gd name="connsiteX7" fmla="*/ 19626 w 29214"/>
                    <a:gd name="connsiteY7" fmla="*/ 41518 h 41862"/>
                    <a:gd name="connsiteX8" fmla="*/ 19626 w 29214"/>
                    <a:gd name="connsiteY8" fmla="*/ 41518 h 41862"/>
                    <a:gd name="connsiteX9" fmla="*/ 16585 w 29214"/>
                    <a:gd name="connsiteY9" fmla="*/ 41863 h 41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214" h="41862">
                      <a:moveTo>
                        <a:pt x="16585" y="41863"/>
                      </a:moveTo>
                      <a:cubicBezTo>
                        <a:pt x="10797" y="41858"/>
                        <a:pt x="5765" y="37894"/>
                        <a:pt x="4405" y="32269"/>
                      </a:cubicBezTo>
                      <a:lnTo>
                        <a:pt x="423" y="15763"/>
                      </a:lnTo>
                      <a:cubicBezTo>
                        <a:pt x="-1354" y="9070"/>
                        <a:pt x="2630" y="2202"/>
                        <a:pt x="9324" y="423"/>
                      </a:cubicBezTo>
                      <a:cubicBezTo>
                        <a:pt x="16019" y="-1354"/>
                        <a:pt x="22886" y="2632"/>
                        <a:pt x="24664" y="9325"/>
                      </a:cubicBezTo>
                      <a:cubicBezTo>
                        <a:pt x="24712" y="9510"/>
                        <a:pt x="24758" y="9697"/>
                        <a:pt x="24799" y="9885"/>
                      </a:cubicBezTo>
                      <a:lnTo>
                        <a:pt x="28858" y="26375"/>
                      </a:lnTo>
                      <a:cubicBezTo>
                        <a:pt x="30490" y="33106"/>
                        <a:pt x="26357" y="39886"/>
                        <a:pt x="19626" y="41518"/>
                      </a:cubicBezTo>
                      <a:cubicBezTo>
                        <a:pt x="19626" y="41518"/>
                        <a:pt x="19626" y="41518"/>
                        <a:pt x="19626" y="41518"/>
                      </a:cubicBezTo>
                      <a:cubicBezTo>
                        <a:pt x="18629" y="41753"/>
                        <a:pt x="17608" y="41869"/>
                        <a:pt x="16585" y="41863"/>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4" name="Freeform 160">
                  <a:extLst>
                    <a:ext uri="{FF2B5EF4-FFF2-40B4-BE49-F238E27FC236}">
                      <a16:creationId xmlns:a16="http://schemas.microsoft.com/office/drawing/2014/main" id="{1EC01DB6-A2D9-C1EF-AE51-956667697AB7}"/>
                    </a:ext>
                  </a:extLst>
                </p:cNvPr>
                <p:cNvSpPr/>
                <p:nvPr/>
              </p:nvSpPr>
              <p:spPr>
                <a:xfrm>
                  <a:off x="6720312" y="2259509"/>
                  <a:ext cx="35042" cy="42194"/>
                </a:xfrm>
                <a:custGeom>
                  <a:avLst/>
                  <a:gdLst>
                    <a:gd name="connsiteX0" fmla="*/ 12497 w 35042"/>
                    <a:gd name="connsiteY0" fmla="*/ 42195 h 42194"/>
                    <a:gd name="connsiteX1" fmla="*/ 0 w 35042"/>
                    <a:gd name="connsiteY1" fmla="*/ 29611 h 42194"/>
                    <a:gd name="connsiteX2" fmla="*/ 1680 w 35042"/>
                    <a:gd name="connsiteY2" fmla="*/ 23384 h 42194"/>
                    <a:gd name="connsiteX3" fmla="*/ 11666 w 35042"/>
                    <a:gd name="connsiteY3" fmla="*/ 6220 h 42194"/>
                    <a:gd name="connsiteX4" fmla="*/ 28822 w 35042"/>
                    <a:gd name="connsiteY4" fmla="*/ 1713 h 42194"/>
                    <a:gd name="connsiteX5" fmla="*/ 33329 w 35042"/>
                    <a:gd name="connsiteY5" fmla="*/ 18870 h 42194"/>
                    <a:gd name="connsiteX6" fmla="*/ 23344 w 35042"/>
                    <a:gd name="connsiteY6" fmla="*/ 35972 h 42194"/>
                    <a:gd name="connsiteX7" fmla="*/ 12497 w 35042"/>
                    <a:gd name="connsiteY7" fmla="*/ 42195 h 4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42" h="42194">
                      <a:moveTo>
                        <a:pt x="12497" y="42195"/>
                      </a:moveTo>
                      <a:cubicBezTo>
                        <a:pt x="5571" y="42170"/>
                        <a:pt x="-23" y="36536"/>
                        <a:pt x="0" y="29611"/>
                      </a:cubicBezTo>
                      <a:cubicBezTo>
                        <a:pt x="8" y="27424"/>
                        <a:pt x="588" y="25278"/>
                        <a:pt x="1680" y="23384"/>
                      </a:cubicBezTo>
                      <a:lnTo>
                        <a:pt x="11666" y="6220"/>
                      </a:lnTo>
                      <a:cubicBezTo>
                        <a:pt x="15158" y="238"/>
                        <a:pt x="22841" y="-1779"/>
                        <a:pt x="28822" y="1713"/>
                      </a:cubicBezTo>
                      <a:cubicBezTo>
                        <a:pt x="34804" y="5206"/>
                        <a:pt x="36822" y="12888"/>
                        <a:pt x="33329" y="18870"/>
                      </a:cubicBezTo>
                      <a:lnTo>
                        <a:pt x="23344" y="35972"/>
                      </a:lnTo>
                      <a:cubicBezTo>
                        <a:pt x="21095" y="39829"/>
                        <a:pt x="16962" y="42200"/>
                        <a:pt x="12497" y="4219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5" name="Freeform 161">
                  <a:extLst>
                    <a:ext uri="{FF2B5EF4-FFF2-40B4-BE49-F238E27FC236}">
                      <a16:creationId xmlns:a16="http://schemas.microsoft.com/office/drawing/2014/main" id="{983F4DA4-6139-F74A-7FF3-9FA8E0C1355F}"/>
                    </a:ext>
                  </a:extLst>
                </p:cNvPr>
                <p:cNvSpPr/>
                <p:nvPr/>
              </p:nvSpPr>
              <p:spPr>
                <a:xfrm>
                  <a:off x="6698915" y="2238810"/>
                  <a:ext cx="43578" cy="30116"/>
                </a:xfrm>
                <a:custGeom>
                  <a:avLst/>
                  <a:gdLst>
                    <a:gd name="connsiteX0" fmla="*/ 12528 w 43578"/>
                    <a:gd name="connsiteY0" fmla="*/ 30116 h 30116"/>
                    <a:gd name="connsiteX1" fmla="*/ 0 w 43578"/>
                    <a:gd name="connsiteY1" fmla="*/ 17563 h 30116"/>
                    <a:gd name="connsiteX2" fmla="*/ 9252 w 43578"/>
                    <a:gd name="connsiteY2" fmla="*/ 5475 h 30116"/>
                    <a:gd name="connsiteX3" fmla="*/ 27921 w 43578"/>
                    <a:gd name="connsiteY3" fmla="*/ 396 h 30116"/>
                    <a:gd name="connsiteX4" fmla="*/ 43183 w 43578"/>
                    <a:gd name="connsiteY4" fmla="*/ 9429 h 30116"/>
                    <a:gd name="connsiteX5" fmla="*/ 34489 w 43578"/>
                    <a:gd name="connsiteY5" fmla="*/ 24599 h 30116"/>
                    <a:gd name="connsiteX6" fmla="*/ 15820 w 43578"/>
                    <a:gd name="connsiteY6" fmla="*/ 29677 h 30116"/>
                    <a:gd name="connsiteX7" fmla="*/ 12528 w 43578"/>
                    <a:gd name="connsiteY7" fmla="*/ 30116 h 3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8" h="30116">
                      <a:moveTo>
                        <a:pt x="12528" y="30116"/>
                      </a:moveTo>
                      <a:cubicBezTo>
                        <a:pt x="5602" y="30110"/>
                        <a:pt x="-7" y="24489"/>
                        <a:pt x="0" y="17563"/>
                      </a:cubicBezTo>
                      <a:cubicBezTo>
                        <a:pt x="6" y="11909"/>
                        <a:pt x="3795" y="6957"/>
                        <a:pt x="9252" y="5475"/>
                      </a:cubicBezTo>
                      <a:lnTo>
                        <a:pt x="27921" y="396"/>
                      </a:lnTo>
                      <a:cubicBezTo>
                        <a:pt x="34630" y="-1324"/>
                        <a:pt x="41463" y="2720"/>
                        <a:pt x="43183" y="9429"/>
                      </a:cubicBezTo>
                      <a:cubicBezTo>
                        <a:pt x="44869" y="16005"/>
                        <a:pt x="41015" y="22729"/>
                        <a:pt x="34489" y="24599"/>
                      </a:cubicBezTo>
                      <a:lnTo>
                        <a:pt x="15820" y="29677"/>
                      </a:lnTo>
                      <a:cubicBezTo>
                        <a:pt x="14747" y="29969"/>
                        <a:pt x="13640" y="30116"/>
                        <a:pt x="12528" y="3011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6" name="Freeform 162">
                  <a:extLst>
                    <a:ext uri="{FF2B5EF4-FFF2-40B4-BE49-F238E27FC236}">
                      <a16:creationId xmlns:a16="http://schemas.microsoft.com/office/drawing/2014/main" id="{B96D29DE-E51B-ABAC-98D2-5DC1F2D8A6A5}"/>
                    </a:ext>
                  </a:extLst>
                </p:cNvPr>
                <p:cNvSpPr/>
                <p:nvPr/>
              </p:nvSpPr>
              <p:spPr>
                <a:xfrm>
                  <a:off x="6703187" y="2203941"/>
                  <a:ext cx="43000" cy="36753"/>
                </a:xfrm>
                <a:custGeom>
                  <a:avLst/>
                  <a:gdLst>
                    <a:gd name="connsiteX0" fmla="*/ 30436 w 43000"/>
                    <a:gd name="connsiteY0" fmla="*/ 36754 h 36753"/>
                    <a:gd name="connsiteX1" fmla="*/ 23602 w 43000"/>
                    <a:gd name="connsiteY1" fmla="*/ 34716 h 36753"/>
                    <a:gd name="connsiteX2" fmla="*/ 5700 w 43000"/>
                    <a:gd name="connsiteY2" fmla="*/ 23053 h 36753"/>
                    <a:gd name="connsiteX3" fmla="*/ 2032 w 43000"/>
                    <a:gd name="connsiteY3" fmla="*/ 5701 h 36753"/>
                    <a:gd name="connsiteX4" fmla="*/ 19385 w 43000"/>
                    <a:gd name="connsiteY4" fmla="*/ 2033 h 36753"/>
                    <a:gd name="connsiteX5" fmla="*/ 37286 w 43000"/>
                    <a:gd name="connsiteY5" fmla="*/ 13695 h 36753"/>
                    <a:gd name="connsiteX6" fmla="*/ 40976 w 43000"/>
                    <a:gd name="connsiteY6" fmla="*/ 31042 h 36753"/>
                    <a:gd name="connsiteX7" fmla="*/ 30436 w 43000"/>
                    <a:gd name="connsiteY7" fmla="*/ 36754 h 36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000" h="36753">
                      <a:moveTo>
                        <a:pt x="30436" y="36754"/>
                      </a:moveTo>
                      <a:cubicBezTo>
                        <a:pt x="28008" y="36751"/>
                        <a:pt x="25635" y="36042"/>
                        <a:pt x="23602" y="34716"/>
                      </a:cubicBezTo>
                      <a:lnTo>
                        <a:pt x="5700" y="23053"/>
                      </a:lnTo>
                      <a:cubicBezTo>
                        <a:pt x="-104" y="19274"/>
                        <a:pt x="-1746" y="11505"/>
                        <a:pt x="2032" y="5701"/>
                      </a:cubicBezTo>
                      <a:cubicBezTo>
                        <a:pt x="5811" y="-104"/>
                        <a:pt x="13581" y="-1747"/>
                        <a:pt x="19385" y="2033"/>
                      </a:cubicBezTo>
                      <a:lnTo>
                        <a:pt x="37286" y="13695"/>
                      </a:lnTo>
                      <a:cubicBezTo>
                        <a:pt x="43096" y="17467"/>
                        <a:pt x="44748" y="25232"/>
                        <a:pt x="40976" y="31042"/>
                      </a:cubicBezTo>
                      <a:cubicBezTo>
                        <a:pt x="38660" y="34611"/>
                        <a:pt x="34691" y="36762"/>
                        <a:pt x="30436" y="3675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7" name="Freeform 163">
                  <a:extLst>
                    <a:ext uri="{FF2B5EF4-FFF2-40B4-BE49-F238E27FC236}">
                      <a16:creationId xmlns:a16="http://schemas.microsoft.com/office/drawing/2014/main" id="{BE67A14F-64EE-E189-669B-0FAD2A19AE7D}"/>
                    </a:ext>
                  </a:extLst>
                </p:cNvPr>
                <p:cNvSpPr/>
                <p:nvPr/>
              </p:nvSpPr>
              <p:spPr>
                <a:xfrm>
                  <a:off x="6717310" y="2202400"/>
                  <a:ext cx="85595" cy="85587"/>
                </a:xfrm>
                <a:custGeom>
                  <a:avLst/>
                  <a:gdLst>
                    <a:gd name="connsiteX0" fmla="*/ 42727 w 85595"/>
                    <a:gd name="connsiteY0" fmla="*/ 85588 h 85587"/>
                    <a:gd name="connsiteX1" fmla="*/ 0 w 85595"/>
                    <a:gd name="connsiteY1" fmla="*/ 42727 h 85587"/>
                    <a:gd name="connsiteX2" fmla="*/ 42860 w 85595"/>
                    <a:gd name="connsiteY2" fmla="*/ 0 h 85587"/>
                    <a:gd name="connsiteX3" fmla="*/ 84455 w 85595"/>
                    <a:gd name="connsiteY3" fmla="*/ 33013 h 85587"/>
                    <a:gd name="connsiteX4" fmla="*/ 84455 w 85595"/>
                    <a:gd name="connsiteY4" fmla="*/ 33013 h 85587"/>
                    <a:gd name="connsiteX5" fmla="*/ 52586 w 85595"/>
                    <a:gd name="connsiteY5" fmla="*/ 84444 h 85587"/>
                    <a:gd name="connsiteX6" fmla="*/ 42727 w 85595"/>
                    <a:gd name="connsiteY6" fmla="*/ 85588 h 85587"/>
                    <a:gd name="connsiteX7" fmla="*/ 42883 w 85595"/>
                    <a:gd name="connsiteY7" fmla="*/ 25049 h 85587"/>
                    <a:gd name="connsiteX8" fmla="*/ 38808 w 85595"/>
                    <a:gd name="connsiteY8" fmla="*/ 25520 h 85587"/>
                    <a:gd name="connsiteX9" fmla="*/ 25664 w 85595"/>
                    <a:gd name="connsiteY9" fmla="*/ 46818 h 85587"/>
                    <a:gd name="connsiteX10" fmla="*/ 46962 w 85595"/>
                    <a:gd name="connsiteY10" fmla="*/ 59963 h 85587"/>
                    <a:gd name="connsiteX11" fmla="*/ 60126 w 85595"/>
                    <a:gd name="connsiteY11" fmla="*/ 38750 h 85587"/>
                    <a:gd name="connsiteX12" fmla="*/ 60126 w 85595"/>
                    <a:gd name="connsiteY12" fmla="*/ 38750 h 85587"/>
                    <a:gd name="connsiteX13" fmla="*/ 42883 w 85595"/>
                    <a:gd name="connsiteY13" fmla="*/ 25049 h 8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595" h="85587">
                      <a:moveTo>
                        <a:pt x="42727" y="85588"/>
                      </a:moveTo>
                      <a:cubicBezTo>
                        <a:pt x="19093" y="85550"/>
                        <a:pt x="-38" y="66362"/>
                        <a:pt x="0" y="42727"/>
                      </a:cubicBezTo>
                      <a:cubicBezTo>
                        <a:pt x="36" y="19093"/>
                        <a:pt x="19226" y="-38"/>
                        <a:pt x="42860" y="0"/>
                      </a:cubicBezTo>
                      <a:cubicBezTo>
                        <a:pt x="62702" y="31"/>
                        <a:pt x="79920" y="13697"/>
                        <a:pt x="84455" y="33013"/>
                      </a:cubicBezTo>
                      <a:lnTo>
                        <a:pt x="84455" y="33013"/>
                      </a:lnTo>
                      <a:cubicBezTo>
                        <a:pt x="89850" y="56015"/>
                        <a:pt x="75585" y="79036"/>
                        <a:pt x="52586" y="84444"/>
                      </a:cubicBezTo>
                      <a:cubicBezTo>
                        <a:pt x="49354" y="85202"/>
                        <a:pt x="46047" y="85586"/>
                        <a:pt x="42727" y="85588"/>
                      </a:cubicBezTo>
                      <a:close/>
                      <a:moveTo>
                        <a:pt x="42883" y="25049"/>
                      </a:moveTo>
                      <a:cubicBezTo>
                        <a:pt x="41512" y="25051"/>
                        <a:pt x="40143" y="25209"/>
                        <a:pt x="38808" y="25520"/>
                      </a:cubicBezTo>
                      <a:cubicBezTo>
                        <a:pt x="29296" y="27771"/>
                        <a:pt x="23411" y="37308"/>
                        <a:pt x="25664" y="46818"/>
                      </a:cubicBezTo>
                      <a:cubicBezTo>
                        <a:pt x="27915" y="56330"/>
                        <a:pt x="37450" y="62214"/>
                        <a:pt x="46962" y="59963"/>
                      </a:cubicBezTo>
                      <a:cubicBezTo>
                        <a:pt x="56439" y="57719"/>
                        <a:pt x="62322" y="48238"/>
                        <a:pt x="60126" y="38750"/>
                      </a:cubicBezTo>
                      <a:lnTo>
                        <a:pt x="60126" y="38750"/>
                      </a:lnTo>
                      <a:cubicBezTo>
                        <a:pt x="58252" y="30736"/>
                        <a:pt x="51113" y="25065"/>
                        <a:pt x="42883" y="25049"/>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97" name="Freeform 154">
                <a:extLst>
                  <a:ext uri="{FF2B5EF4-FFF2-40B4-BE49-F238E27FC236}">
                    <a16:creationId xmlns:a16="http://schemas.microsoft.com/office/drawing/2014/main" id="{A45CA36B-595A-238B-0EAB-7FBC28FB948C}"/>
                  </a:ext>
                </a:extLst>
              </p:cNvPr>
              <p:cNvSpPr/>
              <p:nvPr/>
            </p:nvSpPr>
            <p:spPr>
              <a:xfrm>
                <a:off x="6717586" y="2109858"/>
                <a:ext cx="54608" cy="54606"/>
              </a:xfrm>
              <a:custGeom>
                <a:avLst/>
                <a:gdLst>
                  <a:gd name="connsiteX0" fmla="*/ 42074 w 54608"/>
                  <a:gd name="connsiteY0" fmla="*/ 54607 h 54606"/>
                  <a:gd name="connsiteX1" fmla="*/ 33202 w 54608"/>
                  <a:gd name="connsiteY1" fmla="*/ 50939 h 54606"/>
                  <a:gd name="connsiteX2" fmla="*/ 3669 w 54608"/>
                  <a:gd name="connsiteY2" fmla="*/ 21406 h 54606"/>
                  <a:gd name="connsiteX3" fmla="*/ 3677 w 54608"/>
                  <a:gd name="connsiteY3" fmla="*/ 3669 h 54606"/>
                  <a:gd name="connsiteX4" fmla="*/ 21414 w 54608"/>
                  <a:gd name="connsiteY4" fmla="*/ 3677 h 54606"/>
                  <a:gd name="connsiteX5" fmla="*/ 50931 w 54608"/>
                  <a:gd name="connsiteY5" fmla="*/ 33194 h 54606"/>
                  <a:gd name="connsiteX6" fmla="*/ 50940 w 54608"/>
                  <a:gd name="connsiteY6" fmla="*/ 50929 h 54606"/>
                  <a:gd name="connsiteX7" fmla="*/ 42074 w 54608"/>
                  <a:gd name="connsiteY7" fmla="*/ 54607 h 5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608" h="54606">
                    <a:moveTo>
                      <a:pt x="42074" y="54607"/>
                    </a:moveTo>
                    <a:cubicBezTo>
                      <a:pt x="38748" y="54609"/>
                      <a:pt x="35556" y="53290"/>
                      <a:pt x="33202" y="50939"/>
                    </a:cubicBezTo>
                    <a:lnTo>
                      <a:pt x="3669" y="21406"/>
                    </a:lnTo>
                    <a:cubicBezTo>
                      <a:pt x="-1226" y="16506"/>
                      <a:pt x="-1223" y="8565"/>
                      <a:pt x="3677" y="3669"/>
                    </a:cubicBezTo>
                    <a:cubicBezTo>
                      <a:pt x="8577" y="-1226"/>
                      <a:pt x="16519" y="-1223"/>
                      <a:pt x="21414" y="3677"/>
                    </a:cubicBezTo>
                    <a:lnTo>
                      <a:pt x="50931" y="33194"/>
                    </a:lnTo>
                    <a:cubicBezTo>
                      <a:pt x="55831" y="38089"/>
                      <a:pt x="55836" y="46029"/>
                      <a:pt x="50940" y="50929"/>
                    </a:cubicBezTo>
                    <a:cubicBezTo>
                      <a:pt x="48590" y="53282"/>
                      <a:pt x="45401" y="54605"/>
                      <a:pt x="42074" y="5460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34" name="Group 33">
            <a:extLst>
              <a:ext uri="{FF2B5EF4-FFF2-40B4-BE49-F238E27FC236}">
                <a16:creationId xmlns:a16="http://schemas.microsoft.com/office/drawing/2014/main" id="{2305C978-CF50-98DD-F7EF-991A0514A117}"/>
              </a:ext>
            </a:extLst>
          </p:cNvPr>
          <p:cNvGrpSpPr/>
          <p:nvPr/>
        </p:nvGrpSpPr>
        <p:grpSpPr>
          <a:xfrm>
            <a:off x="9961728" y="1490179"/>
            <a:ext cx="471791" cy="471791"/>
            <a:chOff x="9817805" y="1942177"/>
            <a:chExt cx="471791" cy="471791"/>
          </a:xfrm>
        </p:grpSpPr>
        <p:sp>
          <p:nvSpPr>
            <p:cNvPr id="84" name="Oval 83">
              <a:extLst>
                <a:ext uri="{FF2B5EF4-FFF2-40B4-BE49-F238E27FC236}">
                  <a16:creationId xmlns:a16="http://schemas.microsoft.com/office/drawing/2014/main" id="{BA14CD18-E1DC-E0E7-2CA6-2BDF6A79938F}"/>
                </a:ext>
              </a:extLst>
            </p:cNvPr>
            <p:cNvSpPr/>
            <p:nvPr/>
          </p:nvSpPr>
          <p:spPr>
            <a:xfrm>
              <a:off x="9817805"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85" name="Graphic 334">
              <a:extLst>
                <a:ext uri="{FF2B5EF4-FFF2-40B4-BE49-F238E27FC236}">
                  <a16:creationId xmlns:a16="http://schemas.microsoft.com/office/drawing/2014/main" id="{4DCCBEC8-823F-A0A9-18C3-EC1BB434CB56}"/>
                </a:ext>
              </a:extLst>
            </p:cNvPr>
            <p:cNvGrpSpPr/>
            <p:nvPr/>
          </p:nvGrpSpPr>
          <p:grpSpPr>
            <a:xfrm>
              <a:off x="9951565" y="2036935"/>
              <a:ext cx="204378" cy="282424"/>
              <a:chOff x="9951565" y="2036935"/>
              <a:chExt cx="204378" cy="282424"/>
            </a:xfrm>
          </p:grpSpPr>
          <p:sp>
            <p:nvSpPr>
              <p:cNvPr id="86" name="Freeform 143">
                <a:extLst>
                  <a:ext uri="{FF2B5EF4-FFF2-40B4-BE49-F238E27FC236}">
                    <a16:creationId xmlns:a16="http://schemas.microsoft.com/office/drawing/2014/main" id="{6087974C-8458-9F54-6F06-0061E13306AD}"/>
                  </a:ext>
                </a:extLst>
              </p:cNvPr>
              <p:cNvSpPr/>
              <p:nvPr/>
            </p:nvSpPr>
            <p:spPr>
              <a:xfrm>
                <a:off x="10075099" y="2179856"/>
                <a:ext cx="80844" cy="136661"/>
              </a:xfrm>
              <a:custGeom>
                <a:avLst/>
                <a:gdLst>
                  <a:gd name="connsiteX0" fmla="*/ 56016 w 80844"/>
                  <a:gd name="connsiteY0" fmla="*/ 136661 h 136661"/>
                  <a:gd name="connsiteX1" fmla="*/ 24749 w 80844"/>
                  <a:gd name="connsiteY1" fmla="*/ 114256 h 136661"/>
                  <a:gd name="connsiteX2" fmla="*/ 1674 w 80844"/>
                  <a:gd name="connsiteY2" fmla="*/ 91516 h 136661"/>
                  <a:gd name="connsiteX3" fmla="*/ 2510 w 80844"/>
                  <a:gd name="connsiteY3" fmla="*/ 77136 h 136661"/>
                  <a:gd name="connsiteX4" fmla="*/ 28762 w 80844"/>
                  <a:gd name="connsiteY4" fmla="*/ 12261 h 136661"/>
                  <a:gd name="connsiteX5" fmla="*/ 43141 w 80844"/>
                  <a:gd name="connsiteY5" fmla="*/ 55 h 136661"/>
                  <a:gd name="connsiteX6" fmla="*/ 50331 w 80844"/>
                  <a:gd name="connsiteY6" fmla="*/ 2897 h 136661"/>
                  <a:gd name="connsiteX7" fmla="*/ 79759 w 80844"/>
                  <a:gd name="connsiteY7" fmla="*/ 46371 h 136661"/>
                  <a:gd name="connsiteX8" fmla="*/ 76749 w 80844"/>
                  <a:gd name="connsiteY8" fmla="*/ 92017 h 136661"/>
                  <a:gd name="connsiteX9" fmla="*/ 67720 w 80844"/>
                  <a:gd name="connsiteY9" fmla="*/ 130642 h 136661"/>
                  <a:gd name="connsiteX10" fmla="*/ 57688 w 80844"/>
                  <a:gd name="connsiteY10" fmla="*/ 136494 h 136661"/>
                  <a:gd name="connsiteX11" fmla="*/ 56016 w 80844"/>
                  <a:gd name="connsiteY11" fmla="*/ 136661 h 136661"/>
                  <a:gd name="connsiteX12" fmla="*/ 30768 w 80844"/>
                  <a:gd name="connsiteY12" fmla="*/ 83156 h 136661"/>
                  <a:gd name="connsiteX13" fmla="*/ 48324 w 80844"/>
                  <a:gd name="connsiteY13" fmla="*/ 99374 h 136661"/>
                  <a:gd name="connsiteX14" fmla="*/ 54009 w 80844"/>
                  <a:gd name="connsiteY14" fmla="*/ 53728 h 136661"/>
                  <a:gd name="connsiteX15" fmla="*/ 49662 w 80844"/>
                  <a:gd name="connsiteY15" fmla="*/ 43194 h 136661"/>
                  <a:gd name="connsiteX16" fmla="*/ 30768 w 80844"/>
                  <a:gd name="connsiteY16" fmla="*/ 83156 h 136661"/>
                  <a:gd name="connsiteX17" fmla="*/ 30768 w 80844"/>
                  <a:gd name="connsiteY17" fmla="*/ 83156 h 136661"/>
                  <a:gd name="connsiteX18" fmla="*/ 24247 w 80844"/>
                  <a:gd name="connsiteY18" fmla="*/ 92686 h 136661"/>
                  <a:gd name="connsiteX19" fmla="*/ 24247 w 80844"/>
                  <a:gd name="connsiteY19" fmla="*/ 92686 h 136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0844" h="136661">
                    <a:moveTo>
                      <a:pt x="56016" y="136661"/>
                    </a:moveTo>
                    <a:cubicBezTo>
                      <a:pt x="50498" y="136661"/>
                      <a:pt x="45984" y="133651"/>
                      <a:pt x="24749" y="114256"/>
                    </a:cubicBezTo>
                    <a:cubicBezTo>
                      <a:pt x="3179" y="94526"/>
                      <a:pt x="2510" y="93188"/>
                      <a:pt x="1674" y="91516"/>
                    </a:cubicBezTo>
                    <a:cubicBezTo>
                      <a:pt x="-834" y="87001"/>
                      <a:pt x="-499" y="81484"/>
                      <a:pt x="2510" y="77136"/>
                    </a:cubicBezTo>
                    <a:cubicBezTo>
                      <a:pt x="17726" y="55901"/>
                      <a:pt x="27089" y="32827"/>
                      <a:pt x="28762" y="12261"/>
                    </a:cubicBezTo>
                    <a:cubicBezTo>
                      <a:pt x="29430" y="4904"/>
                      <a:pt x="35784" y="-614"/>
                      <a:pt x="43141" y="55"/>
                    </a:cubicBezTo>
                    <a:cubicBezTo>
                      <a:pt x="45816" y="222"/>
                      <a:pt x="48324" y="1225"/>
                      <a:pt x="50331" y="2897"/>
                    </a:cubicBezTo>
                    <a:cubicBezTo>
                      <a:pt x="64209" y="14100"/>
                      <a:pt x="74408" y="29316"/>
                      <a:pt x="79759" y="46371"/>
                    </a:cubicBezTo>
                    <a:cubicBezTo>
                      <a:pt x="80762" y="49547"/>
                      <a:pt x="82601" y="56236"/>
                      <a:pt x="76749" y="92017"/>
                    </a:cubicBezTo>
                    <a:cubicBezTo>
                      <a:pt x="71064" y="125793"/>
                      <a:pt x="68891" y="129137"/>
                      <a:pt x="67720" y="130642"/>
                    </a:cubicBezTo>
                    <a:cubicBezTo>
                      <a:pt x="65379" y="133986"/>
                      <a:pt x="61701" y="136159"/>
                      <a:pt x="57688" y="136494"/>
                    </a:cubicBezTo>
                    <a:cubicBezTo>
                      <a:pt x="57019" y="136494"/>
                      <a:pt x="56518" y="136661"/>
                      <a:pt x="56016" y="136661"/>
                    </a:cubicBezTo>
                    <a:close/>
                    <a:moveTo>
                      <a:pt x="30768" y="83156"/>
                    </a:moveTo>
                    <a:cubicBezTo>
                      <a:pt x="35784" y="87837"/>
                      <a:pt x="42305" y="94024"/>
                      <a:pt x="48324" y="99374"/>
                    </a:cubicBezTo>
                    <a:cubicBezTo>
                      <a:pt x="51501" y="82320"/>
                      <a:pt x="54845" y="59747"/>
                      <a:pt x="54009" y="53728"/>
                    </a:cubicBezTo>
                    <a:cubicBezTo>
                      <a:pt x="52839" y="50049"/>
                      <a:pt x="51501" y="46538"/>
                      <a:pt x="49662" y="43194"/>
                    </a:cubicBezTo>
                    <a:cubicBezTo>
                      <a:pt x="45148" y="57239"/>
                      <a:pt x="38794" y="70615"/>
                      <a:pt x="30768" y="83156"/>
                    </a:cubicBezTo>
                    <a:lnTo>
                      <a:pt x="30768" y="83156"/>
                    </a:lnTo>
                    <a:close/>
                    <a:moveTo>
                      <a:pt x="24247" y="92686"/>
                    </a:moveTo>
                    <a:lnTo>
                      <a:pt x="24247" y="92686"/>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7" name="Freeform 144">
                <a:extLst>
                  <a:ext uri="{FF2B5EF4-FFF2-40B4-BE49-F238E27FC236}">
                    <a16:creationId xmlns:a16="http://schemas.microsoft.com/office/drawing/2014/main" id="{A45F6CF2-19B3-A0B6-4771-67C911CF577F}"/>
                  </a:ext>
                </a:extLst>
              </p:cNvPr>
              <p:cNvSpPr/>
              <p:nvPr/>
            </p:nvSpPr>
            <p:spPr>
              <a:xfrm>
                <a:off x="9951565" y="2182212"/>
                <a:ext cx="80901" cy="136478"/>
              </a:xfrm>
              <a:custGeom>
                <a:avLst/>
                <a:gdLst>
                  <a:gd name="connsiteX0" fmla="*/ 24718 w 80901"/>
                  <a:gd name="connsiteY0" fmla="*/ 136479 h 136478"/>
                  <a:gd name="connsiteX1" fmla="*/ 23214 w 80901"/>
                  <a:gd name="connsiteY1" fmla="*/ 136479 h 136478"/>
                  <a:gd name="connsiteX2" fmla="*/ 13181 w 80901"/>
                  <a:gd name="connsiteY2" fmla="*/ 130627 h 136478"/>
                  <a:gd name="connsiteX3" fmla="*/ 4152 w 80901"/>
                  <a:gd name="connsiteY3" fmla="*/ 92003 h 136478"/>
                  <a:gd name="connsiteX4" fmla="*/ 1143 w 80901"/>
                  <a:gd name="connsiteY4" fmla="*/ 46356 h 136478"/>
                  <a:gd name="connsiteX5" fmla="*/ 1143 w 80901"/>
                  <a:gd name="connsiteY5" fmla="*/ 46356 h 136478"/>
                  <a:gd name="connsiteX6" fmla="*/ 30571 w 80901"/>
                  <a:gd name="connsiteY6" fmla="*/ 2882 h 136478"/>
                  <a:gd name="connsiteX7" fmla="*/ 49297 w 80901"/>
                  <a:gd name="connsiteY7" fmla="*/ 5056 h 136478"/>
                  <a:gd name="connsiteX8" fmla="*/ 52140 w 80901"/>
                  <a:gd name="connsiteY8" fmla="*/ 12246 h 136478"/>
                  <a:gd name="connsiteX9" fmla="*/ 78391 w 80901"/>
                  <a:gd name="connsiteY9" fmla="*/ 77121 h 136478"/>
                  <a:gd name="connsiteX10" fmla="*/ 79227 w 80901"/>
                  <a:gd name="connsiteY10" fmla="*/ 91501 h 136478"/>
                  <a:gd name="connsiteX11" fmla="*/ 56153 w 80901"/>
                  <a:gd name="connsiteY11" fmla="*/ 114241 h 136478"/>
                  <a:gd name="connsiteX12" fmla="*/ 24718 w 80901"/>
                  <a:gd name="connsiteY12" fmla="*/ 136479 h 136478"/>
                  <a:gd name="connsiteX13" fmla="*/ 26725 w 80901"/>
                  <a:gd name="connsiteY13" fmla="*/ 53545 h 136478"/>
                  <a:gd name="connsiteX14" fmla="*/ 32410 w 80901"/>
                  <a:gd name="connsiteY14" fmla="*/ 99192 h 136478"/>
                  <a:gd name="connsiteX15" fmla="*/ 49966 w 80901"/>
                  <a:gd name="connsiteY15" fmla="*/ 82973 h 136478"/>
                  <a:gd name="connsiteX16" fmla="*/ 31072 w 80901"/>
                  <a:gd name="connsiteY16" fmla="*/ 43012 h 136478"/>
                  <a:gd name="connsiteX17" fmla="*/ 26725 w 80901"/>
                  <a:gd name="connsiteY17" fmla="*/ 53545 h 136478"/>
                  <a:gd name="connsiteX18" fmla="*/ 56487 w 80901"/>
                  <a:gd name="connsiteY18" fmla="*/ 92671 h 136478"/>
                  <a:gd name="connsiteX19" fmla="*/ 56487 w 80901"/>
                  <a:gd name="connsiteY19" fmla="*/ 92671 h 136478"/>
                  <a:gd name="connsiteX20" fmla="*/ 26558 w 80901"/>
                  <a:gd name="connsiteY20" fmla="*/ 53880 h 136478"/>
                  <a:gd name="connsiteX21" fmla="*/ 26558 w 80901"/>
                  <a:gd name="connsiteY21" fmla="*/ 53880 h 136478"/>
                  <a:gd name="connsiteX22" fmla="*/ 26558 w 80901"/>
                  <a:gd name="connsiteY22" fmla="*/ 53880 h 136478"/>
                  <a:gd name="connsiteX23" fmla="*/ 13850 w 80901"/>
                  <a:gd name="connsiteY23" fmla="*/ 50034 h 136478"/>
                  <a:gd name="connsiteX24" fmla="*/ 13850 w 80901"/>
                  <a:gd name="connsiteY24" fmla="*/ 50034 h 13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0901" h="136478">
                    <a:moveTo>
                      <a:pt x="24718" y="136479"/>
                    </a:moveTo>
                    <a:cubicBezTo>
                      <a:pt x="24217" y="136479"/>
                      <a:pt x="23715" y="136479"/>
                      <a:pt x="23214" y="136479"/>
                    </a:cubicBezTo>
                    <a:cubicBezTo>
                      <a:pt x="19201" y="136145"/>
                      <a:pt x="15522" y="133971"/>
                      <a:pt x="13181" y="130627"/>
                    </a:cubicBezTo>
                    <a:cubicBezTo>
                      <a:pt x="12011" y="128955"/>
                      <a:pt x="9837" y="125778"/>
                      <a:pt x="4152" y="92003"/>
                    </a:cubicBezTo>
                    <a:cubicBezTo>
                      <a:pt x="-1867" y="56221"/>
                      <a:pt x="139" y="49533"/>
                      <a:pt x="1143" y="46356"/>
                    </a:cubicBezTo>
                    <a:lnTo>
                      <a:pt x="1143" y="46356"/>
                    </a:lnTo>
                    <a:cubicBezTo>
                      <a:pt x="6493" y="29301"/>
                      <a:pt x="16693" y="14085"/>
                      <a:pt x="30571" y="2882"/>
                    </a:cubicBezTo>
                    <a:cubicBezTo>
                      <a:pt x="36423" y="-1632"/>
                      <a:pt x="44783" y="-796"/>
                      <a:pt x="49297" y="5056"/>
                    </a:cubicBezTo>
                    <a:cubicBezTo>
                      <a:pt x="50969" y="7063"/>
                      <a:pt x="51973" y="9571"/>
                      <a:pt x="52140" y="12246"/>
                    </a:cubicBezTo>
                    <a:cubicBezTo>
                      <a:pt x="53812" y="32812"/>
                      <a:pt x="63175" y="55886"/>
                      <a:pt x="78391" y="77121"/>
                    </a:cubicBezTo>
                    <a:cubicBezTo>
                      <a:pt x="81401" y="81301"/>
                      <a:pt x="81735" y="86986"/>
                      <a:pt x="79227" y="91501"/>
                    </a:cubicBezTo>
                    <a:cubicBezTo>
                      <a:pt x="78391" y="93006"/>
                      <a:pt x="77555" y="94343"/>
                      <a:pt x="56153" y="114241"/>
                    </a:cubicBezTo>
                    <a:cubicBezTo>
                      <a:pt x="34751" y="133469"/>
                      <a:pt x="30236" y="136479"/>
                      <a:pt x="24718" y="136479"/>
                    </a:cubicBezTo>
                    <a:close/>
                    <a:moveTo>
                      <a:pt x="26725" y="53545"/>
                    </a:moveTo>
                    <a:cubicBezTo>
                      <a:pt x="25889" y="59565"/>
                      <a:pt x="29400" y="82137"/>
                      <a:pt x="32410" y="99192"/>
                    </a:cubicBezTo>
                    <a:cubicBezTo>
                      <a:pt x="38262" y="93842"/>
                      <a:pt x="44950" y="87655"/>
                      <a:pt x="49966" y="82973"/>
                    </a:cubicBezTo>
                    <a:cubicBezTo>
                      <a:pt x="41940" y="70600"/>
                      <a:pt x="35587" y="57057"/>
                      <a:pt x="31072" y="43012"/>
                    </a:cubicBezTo>
                    <a:cubicBezTo>
                      <a:pt x="29233" y="46356"/>
                      <a:pt x="27728" y="49867"/>
                      <a:pt x="26725" y="53545"/>
                    </a:cubicBezTo>
                    <a:close/>
                    <a:moveTo>
                      <a:pt x="56487" y="92671"/>
                    </a:moveTo>
                    <a:lnTo>
                      <a:pt x="56487" y="92671"/>
                    </a:lnTo>
                    <a:close/>
                    <a:moveTo>
                      <a:pt x="26558" y="53880"/>
                    </a:moveTo>
                    <a:lnTo>
                      <a:pt x="26558" y="53880"/>
                    </a:lnTo>
                    <a:lnTo>
                      <a:pt x="26558" y="53880"/>
                    </a:lnTo>
                    <a:close/>
                    <a:moveTo>
                      <a:pt x="13850" y="50034"/>
                    </a:moveTo>
                    <a:lnTo>
                      <a:pt x="13850" y="50034"/>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8" name="Freeform 145">
                <a:extLst>
                  <a:ext uri="{FF2B5EF4-FFF2-40B4-BE49-F238E27FC236}">
                    <a16:creationId xmlns:a16="http://schemas.microsoft.com/office/drawing/2014/main" id="{D6397B63-6243-BA61-7843-1421AD79831E}"/>
                  </a:ext>
                </a:extLst>
              </p:cNvPr>
              <p:cNvSpPr/>
              <p:nvPr/>
            </p:nvSpPr>
            <p:spPr>
              <a:xfrm>
                <a:off x="9976589" y="2036935"/>
                <a:ext cx="153728" cy="247979"/>
              </a:xfrm>
              <a:custGeom>
                <a:avLst/>
                <a:gdLst>
                  <a:gd name="connsiteX0" fmla="*/ 107040 w 153728"/>
                  <a:gd name="connsiteY0" fmla="*/ 247980 h 247979"/>
                  <a:gd name="connsiteX1" fmla="*/ 46847 w 153728"/>
                  <a:gd name="connsiteY1" fmla="*/ 247980 h 247979"/>
                  <a:gd name="connsiteX2" fmla="*/ 36814 w 153728"/>
                  <a:gd name="connsiteY2" fmla="*/ 243465 h 247979"/>
                  <a:gd name="connsiteX3" fmla="*/ 1200 w 153728"/>
                  <a:gd name="connsiteY3" fmla="*/ 167053 h 247979"/>
                  <a:gd name="connsiteX4" fmla="*/ 11734 w 153728"/>
                  <a:gd name="connsiteY4" fmla="*/ 92814 h 247979"/>
                  <a:gd name="connsiteX5" fmla="*/ 42834 w 153728"/>
                  <a:gd name="connsiteY5" fmla="*/ 32286 h 247979"/>
                  <a:gd name="connsiteX6" fmla="*/ 76442 w 153728"/>
                  <a:gd name="connsiteY6" fmla="*/ 16 h 247979"/>
                  <a:gd name="connsiteX7" fmla="*/ 100018 w 153728"/>
                  <a:gd name="connsiteY7" fmla="*/ 18241 h 247979"/>
                  <a:gd name="connsiteX8" fmla="*/ 111053 w 153728"/>
                  <a:gd name="connsiteY8" fmla="*/ 31952 h 247979"/>
                  <a:gd name="connsiteX9" fmla="*/ 111221 w 153728"/>
                  <a:gd name="connsiteY9" fmla="*/ 32119 h 247979"/>
                  <a:gd name="connsiteX10" fmla="*/ 152854 w 153728"/>
                  <a:gd name="connsiteY10" fmla="*/ 166217 h 247979"/>
                  <a:gd name="connsiteX11" fmla="*/ 152687 w 153728"/>
                  <a:gd name="connsiteY11" fmla="*/ 167053 h 247979"/>
                  <a:gd name="connsiteX12" fmla="*/ 117240 w 153728"/>
                  <a:gd name="connsiteY12" fmla="*/ 243131 h 247979"/>
                  <a:gd name="connsiteX13" fmla="*/ 107040 w 153728"/>
                  <a:gd name="connsiteY13" fmla="*/ 247980 h 247979"/>
                  <a:gd name="connsiteX14" fmla="*/ 53368 w 153728"/>
                  <a:gd name="connsiteY14" fmla="*/ 221227 h 247979"/>
                  <a:gd name="connsiteX15" fmla="*/ 100352 w 153728"/>
                  <a:gd name="connsiteY15" fmla="*/ 221227 h 247979"/>
                  <a:gd name="connsiteX16" fmla="*/ 126269 w 153728"/>
                  <a:gd name="connsiteY16" fmla="*/ 163040 h 247979"/>
                  <a:gd name="connsiteX17" fmla="*/ 89818 w 153728"/>
                  <a:gd name="connsiteY17" fmla="*/ 48170 h 247979"/>
                  <a:gd name="connsiteX18" fmla="*/ 76776 w 153728"/>
                  <a:gd name="connsiteY18" fmla="*/ 31952 h 247979"/>
                  <a:gd name="connsiteX19" fmla="*/ 64403 w 153728"/>
                  <a:gd name="connsiteY19" fmla="*/ 48003 h 247979"/>
                  <a:gd name="connsiteX20" fmla="*/ 27618 w 153728"/>
                  <a:gd name="connsiteY20" fmla="*/ 162706 h 247979"/>
                  <a:gd name="connsiteX21" fmla="*/ 53368 w 153728"/>
                  <a:gd name="connsiteY21" fmla="*/ 221227 h 247979"/>
                  <a:gd name="connsiteX22" fmla="*/ 139478 w 153728"/>
                  <a:gd name="connsiteY22" fmla="*/ 164712 h 247979"/>
                  <a:gd name="connsiteX23" fmla="*/ 139478 w 153728"/>
                  <a:gd name="connsiteY23" fmla="*/ 164712 h 247979"/>
                  <a:gd name="connsiteX24" fmla="*/ 139478 w 153728"/>
                  <a:gd name="connsiteY24" fmla="*/ 164712 h 247979"/>
                  <a:gd name="connsiteX25" fmla="*/ 83130 w 153728"/>
                  <a:gd name="connsiteY25" fmla="*/ 24929 h 247979"/>
                  <a:gd name="connsiteX26" fmla="*/ 83130 w 153728"/>
                  <a:gd name="connsiteY26" fmla="*/ 24929 h 247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3728" h="247979">
                    <a:moveTo>
                      <a:pt x="107040" y="247980"/>
                    </a:moveTo>
                    <a:lnTo>
                      <a:pt x="46847" y="247980"/>
                    </a:lnTo>
                    <a:cubicBezTo>
                      <a:pt x="43001" y="247980"/>
                      <a:pt x="39323" y="246308"/>
                      <a:pt x="36814" y="243465"/>
                    </a:cubicBezTo>
                    <a:cubicBezTo>
                      <a:pt x="35644" y="242128"/>
                      <a:pt x="8222" y="210359"/>
                      <a:pt x="1200" y="167053"/>
                    </a:cubicBezTo>
                    <a:cubicBezTo>
                      <a:pt x="-2980" y="141471"/>
                      <a:pt x="4544" y="112544"/>
                      <a:pt x="11734" y="92814"/>
                    </a:cubicBezTo>
                    <a:cubicBezTo>
                      <a:pt x="19760" y="70409"/>
                      <a:pt x="31464" y="47669"/>
                      <a:pt x="42834" y="32286"/>
                    </a:cubicBezTo>
                    <a:cubicBezTo>
                      <a:pt x="65908" y="183"/>
                      <a:pt x="71091" y="16"/>
                      <a:pt x="76442" y="16"/>
                    </a:cubicBezTo>
                    <a:cubicBezTo>
                      <a:pt x="84133" y="-319"/>
                      <a:pt x="88982" y="4697"/>
                      <a:pt x="100018" y="18241"/>
                    </a:cubicBezTo>
                    <a:cubicBezTo>
                      <a:pt x="105703" y="25096"/>
                      <a:pt x="110719" y="31784"/>
                      <a:pt x="111053" y="31952"/>
                    </a:cubicBezTo>
                    <a:cubicBezTo>
                      <a:pt x="111053" y="31952"/>
                      <a:pt x="111221" y="32119"/>
                      <a:pt x="111221" y="32119"/>
                    </a:cubicBezTo>
                    <a:cubicBezTo>
                      <a:pt x="129446" y="56698"/>
                      <a:pt x="159208" y="106692"/>
                      <a:pt x="152854" y="166217"/>
                    </a:cubicBezTo>
                    <a:cubicBezTo>
                      <a:pt x="152854" y="166551"/>
                      <a:pt x="152854" y="166719"/>
                      <a:pt x="152687" y="167053"/>
                    </a:cubicBezTo>
                    <a:cubicBezTo>
                      <a:pt x="145665" y="208520"/>
                      <a:pt x="118410" y="241793"/>
                      <a:pt x="117240" y="243131"/>
                    </a:cubicBezTo>
                    <a:cubicBezTo>
                      <a:pt x="114732" y="246141"/>
                      <a:pt x="111053" y="247980"/>
                      <a:pt x="107040" y="247980"/>
                    </a:cubicBezTo>
                    <a:close/>
                    <a:moveTo>
                      <a:pt x="53368" y="221227"/>
                    </a:moveTo>
                    <a:lnTo>
                      <a:pt x="100352" y="221227"/>
                    </a:lnTo>
                    <a:cubicBezTo>
                      <a:pt x="107208" y="211697"/>
                      <a:pt x="121754" y="188790"/>
                      <a:pt x="126269" y="163040"/>
                    </a:cubicBezTo>
                    <a:cubicBezTo>
                      <a:pt x="131452" y="112879"/>
                      <a:pt x="105703" y="69573"/>
                      <a:pt x="89818" y="48170"/>
                    </a:cubicBezTo>
                    <a:cubicBezTo>
                      <a:pt x="85638" y="42653"/>
                      <a:pt x="80622" y="36633"/>
                      <a:pt x="76776" y="31952"/>
                    </a:cubicBezTo>
                    <a:cubicBezTo>
                      <a:pt x="73098" y="36299"/>
                      <a:pt x="68583" y="42318"/>
                      <a:pt x="64403" y="48003"/>
                    </a:cubicBezTo>
                    <a:cubicBezTo>
                      <a:pt x="45676" y="73084"/>
                      <a:pt x="21933" y="128261"/>
                      <a:pt x="27618" y="162706"/>
                    </a:cubicBezTo>
                    <a:cubicBezTo>
                      <a:pt x="31966" y="189626"/>
                      <a:pt x="46512" y="212031"/>
                      <a:pt x="53368" y="221227"/>
                    </a:cubicBezTo>
                    <a:close/>
                    <a:moveTo>
                      <a:pt x="139478" y="164712"/>
                    </a:moveTo>
                    <a:lnTo>
                      <a:pt x="139478" y="164712"/>
                    </a:lnTo>
                    <a:lnTo>
                      <a:pt x="139478" y="164712"/>
                    </a:lnTo>
                    <a:close/>
                    <a:moveTo>
                      <a:pt x="83130" y="24929"/>
                    </a:moveTo>
                    <a:lnTo>
                      <a:pt x="83130" y="24929"/>
                    </a:ln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9" name="Freeform 146">
                <a:extLst>
                  <a:ext uri="{FF2B5EF4-FFF2-40B4-BE49-F238E27FC236}">
                    <a16:creationId xmlns:a16="http://schemas.microsoft.com/office/drawing/2014/main" id="{C73229A6-FAEC-50F7-EB0C-144E0429FDEA}"/>
                  </a:ext>
                </a:extLst>
              </p:cNvPr>
              <p:cNvSpPr/>
              <p:nvPr/>
            </p:nvSpPr>
            <p:spPr>
              <a:xfrm>
                <a:off x="10038985" y="2195628"/>
                <a:ext cx="26752" cy="123731"/>
              </a:xfrm>
              <a:custGeom>
                <a:avLst/>
                <a:gdLst>
                  <a:gd name="connsiteX0" fmla="*/ 13376 w 26752"/>
                  <a:gd name="connsiteY0" fmla="*/ 123731 h 123731"/>
                  <a:gd name="connsiteX1" fmla="*/ 0 w 26752"/>
                  <a:gd name="connsiteY1" fmla="*/ 110355 h 123731"/>
                  <a:gd name="connsiteX2" fmla="*/ 0 w 26752"/>
                  <a:gd name="connsiteY2" fmla="*/ 13376 h 123731"/>
                  <a:gd name="connsiteX3" fmla="*/ 13376 w 26752"/>
                  <a:gd name="connsiteY3" fmla="*/ 0 h 123731"/>
                  <a:gd name="connsiteX4" fmla="*/ 26753 w 26752"/>
                  <a:gd name="connsiteY4" fmla="*/ 13376 h 123731"/>
                  <a:gd name="connsiteX5" fmla="*/ 26753 w 26752"/>
                  <a:gd name="connsiteY5" fmla="*/ 110355 h 123731"/>
                  <a:gd name="connsiteX6" fmla="*/ 13376 w 26752"/>
                  <a:gd name="connsiteY6" fmla="*/ 123731 h 12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52" h="123731">
                    <a:moveTo>
                      <a:pt x="13376" y="123731"/>
                    </a:moveTo>
                    <a:cubicBezTo>
                      <a:pt x="6019" y="123731"/>
                      <a:pt x="0" y="117712"/>
                      <a:pt x="0" y="110355"/>
                    </a:cubicBezTo>
                    <a:lnTo>
                      <a:pt x="0" y="13376"/>
                    </a:lnTo>
                    <a:cubicBezTo>
                      <a:pt x="0" y="6019"/>
                      <a:pt x="6019" y="0"/>
                      <a:pt x="13376" y="0"/>
                    </a:cubicBezTo>
                    <a:cubicBezTo>
                      <a:pt x="20733" y="0"/>
                      <a:pt x="26753" y="6019"/>
                      <a:pt x="26753" y="13376"/>
                    </a:cubicBezTo>
                    <a:lnTo>
                      <a:pt x="26753" y="110355"/>
                    </a:lnTo>
                    <a:cubicBezTo>
                      <a:pt x="26753" y="117712"/>
                      <a:pt x="20733" y="123731"/>
                      <a:pt x="13376" y="123731"/>
                    </a:cubicBez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90" name="Freeform 147">
                <a:extLst>
                  <a:ext uri="{FF2B5EF4-FFF2-40B4-BE49-F238E27FC236}">
                    <a16:creationId xmlns:a16="http://schemas.microsoft.com/office/drawing/2014/main" id="{4F7C5189-809F-87D1-15AE-3FA5FB70C7C0}"/>
                  </a:ext>
                </a:extLst>
              </p:cNvPr>
              <p:cNvSpPr/>
              <p:nvPr/>
            </p:nvSpPr>
            <p:spPr>
              <a:xfrm>
                <a:off x="10019590" y="2116540"/>
                <a:ext cx="68386" cy="68386"/>
              </a:xfrm>
              <a:custGeom>
                <a:avLst/>
                <a:gdLst>
                  <a:gd name="connsiteX0" fmla="*/ 34277 w 68386"/>
                  <a:gd name="connsiteY0" fmla="*/ 68387 h 68386"/>
                  <a:gd name="connsiteX1" fmla="*/ 0 w 68386"/>
                  <a:gd name="connsiteY1" fmla="*/ 34277 h 68386"/>
                  <a:gd name="connsiteX2" fmla="*/ 34110 w 68386"/>
                  <a:gd name="connsiteY2" fmla="*/ 0 h 68386"/>
                  <a:gd name="connsiteX3" fmla="*/ 68387 w 68386"/>
                  <a:gd name="connsiteY3" fmla="*/ 34110 h 68386"/>
                  <a:gd name="connsiteX4" fmla="*/ 68387 w 68386"/>
                  <a:gd name="connsiteY4" fmla="*/ 34110 h 68386"/>
                  <a:gd name="connsiteX5" fmla="*/ 34277 w 68386"/>
                  <a:gd name="connsiteY5" fmla="*/ 68387 h 68386"/>
                  <a:gd name="connsiteX6" fmla="*/ 34277 w 68386"/>
                  <a:gd name="connsiteY6" fmla="*/ 26753 h 68386"/>
                  <a:gd name="connsiteX7" fmla="*/ 26753 w 68386"/>
                  <a:gd name="connsiteY7" fmla="*/ 34110 h 68386"/>
                  <a:gd name="connsiteX8" fmla="*/ 34110 w 68386"/>
                  <a:gd name="connsiteY8" fmla="*/ 41634 h 68386"/>
                  <a:gd name="connsiteX9" fmla="*/ 41634 w 68386"/>
                  <a:gd name="connsiteY9" fmla="*/ 34277 h 68386"/>
                  <a:gd name="connsiteX10" fmla="*/ 41634 w 68386"/>
                  <a:gd name="connsiteY10" fmla="*/ 34277 h 68386"/>
                  <a:gd name="connsiteX11" fmla="*/ 34277 w 68386"/>
                  <a:gd name="connsiteY11" fmla="*/ 26753 h 6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386" h="68386">
                    <a:moveTo>
                      <a:pt x="34277" y="68387"/>
                    </a:moveTo>
                    <a:cubicBezTo>
                      <a:pt x="15383" y="68387"/>
                      <a:pt x="0" y="53004"/>
                      <a:pt x="0" y="34277"/>
                    </a:cubicBezTo>
                    <a:cubicBezTo>
                      <a:pt x="0" y="15550"/>
                      <a:pt x="15383" y="0"/>
                      <a:pt x="34110" y="0"/>
                    </a:cubicBezTo>
                    <a:cubicBezTo>
                      <a:pt x="52837" y="0"/>
                      <a:pt x="68387" y="15216"/>
                      <a:pt x="68387" y="34110"/>
                    </a:cubicBezTo>
                    <a:cubicBezTo>
                      <a:pt x="68387" y="34110"/>
                      <a:pt x="68387" y="34110"/>
                      <a:pt x="68387" y="34110"/>
                    </a:cubicBezTo>
                    <a:cubicBezTo>
                      <a:pt x="68387" y="53004"/>
                      <a:pt x="53004" y="68387"/>
                      <a:pt x="34277" y="68387"/>
                    </a:cubicBezTo>
                    <a:close/>
                    <a:moveTo>
                      <a:pt x="34277" y="26753"/>
                    </a:moveTo>
                    <a:cubicBezTo>
                      <a:pt x="30097" y="26753"/>
                      <a:pt x="26753" y="30097"/>
                      <a:pt x="26753" y="34110"/>
                    </a:cubicBezTo>
                    <a:cubicBezTo>
                      <a:pt x="26753" y="38290"/>
                      <a:pt x="30097" y="41634"/>
                      <a:pt x="34110" y="41634"/>
                    </a:cubicBezTo>
                    <a:cubicBezTo>
                      <a:pt x="38290" y="41634"/>
                      <a:pt x="41634" y="38290"/>
                      <a:pt x="41634" y="34277"/>
                    </a:cubicBezTo>
                    <a:cubicBezTo>
                      <a:pt x="41634" y="34277"/>
                      <a:pt x="41634" y="34277"/>
                      <a:pt x="41634" y="34277"/>
                    </a:cubicBezTo>
                    <a:cubicBezTo>
                      <a:pt x="41634" y="30097"/>
                      <a:pt x="38290" y="26753"/>
                      <a:pt x="34277" y="26753"/>
                    </a:cubicBez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42" name="Group 41">
            <a:extLst>
              <a:ext uri="{FF2B5EF4-FFF2-40B4-BE49-F238E27FC236}">
                <a16:creationId xmlns:a16="http://schemas.microsoft.com/office/drawing/2014/main" id="{4B376157-67A1-C31B-4C79-BAD42AAF1164}"/>
              </a:ext>
            </a:extLst>
          </p:cNvPr>
          <p:cNvGrpSpPr/>
          <p:nvPr/>
        </p:nvGrpSpPr>
        <p:grpSpPr>
          <a:xfrm>
            <a:off x="11473610" y="1490179"/>
            <a:ext cx="471791" cy="471791"/>
            <a:chOff x="11473610" y="1942177"/>
            <a:chExt cx="471791" cy="471791"/>
          </a:xfrm>
        </p:grpSpPr>
        <p:sp>
          <p:nvSpPr>
            <p:cNvPr id="68" name="Oval 67">
              <a:extLst>
                <a:ext uri="{FF2B5EF4-FFF2-40B4-BE49-F238E27FC236}">
                  <a16:creationId xmlns:a16="http://schemas.microsoft.com/office/drawing/2014/main" id="{5F91BE62-9861-1E0B-AF47-3A091D4F0026}"/>
                </a:ext>
              </a:extLst>
            </p:cNvPr>
            <p:cNvSpPr/>
            <p:nvPr/>
          </p:nvSpPr>
          <p:spPr>
            <a:xfrm>
              <a:off x="11473610"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69" name="Group 68">
              <a:extLst>
                <a:ext uri="{FF2B5EF4-FFF2-40B4-BE49-F238E27FC236}">
                  <a16:creationId xmlns:a16="http://schemas.microsoft.com/office/drawing/2014/main" id="{13230CDF-D860-AE87-9F8F-A0C3A846FFA5}"/>
                </a:ext>
              </a:extLst>
            </p:cNvPr>
            <p:cNvGrpSpPr/>
            <p:nvPr/>
          </p:nvGrpSpPr>
          <p:grpSpPr>
            <a:xfrm>
              <a:off x="11570793" y="2043116"/>
              <a:ext cx="277520" cy="269933"/>
              <a:chOff x="11570793" y="2043116"/>
              <a:chExt cx="277520" cy="269933"/>
            </a:xfrm>
          </p:grpSpPr>
          <p:sp>
            <p:nvSpPr>
              <p:cNvPr id="70" name="Freeform 127">
                <a:extLst>
                  <a:ext uri="{FF2B5EF4-FFF2-40B4-BE49-F238E27FC236}">
                    <a16:creationId xmlns:a16="http://schemas.microsoft.com/office/drawing/2014/main" id="{ABD8CB95-F5B6-65D8-77C8-1E33C4F845BB}"/>
                  </a:ext>
                </a:extLst>
              </p:cNvPr>
              <p:cNvSpPr/>
              <p:nvPr/>
            </p:nvSpPr>
            <p:spPr>
              <a:xfrm>
                <a:off x="11570793" y="2043116"/>
                <a:ext cx="179741" cy="226257"/>
              </a:xfrm>
              <a:custGeom>
                <a:avLst/>
                <a:gdLst>
                  <a:gd name="connsiteX0" fmla="*/ 41995 w 179741"/>
                  <a:gd name="connsiteY0" fmla="*/ 226257 h 226257"/>
                  <a:gd name="connsiteX1" fmla="*/ 31425 w 179741"/>
                  <a:gd name="connsiteY1" fmla="*/ 221343 h 226257"/>
                  <a:gd name="connsiteX2" fmla="*/ 48307 w 179741"/>
                  <a:gd name="connsiteY2" fmla="*/ 31424 h 226257"/>
                  <a:gd name="connsiteX3" fmla="*/ 168886 w 179741"/>
                  <a:gd name="connsiteY3" fmla="*/ 4375 h 226257"/>
                  <a:gd name="connsiteX4" fmla="*/ 179422 w 179741"/>
                  <a:gd name="connsiteY4" fmla="*/ 20793 h 226257"/>
                  <a:gd name="connsiteX5" fmla="*/ 163005 w 179741"/>
                  <a:gd name="connsiteY5" fmla="*/ 31329 h 226257"/>
                  <a:gd name="connsiteX6" fmla="*/ 161989 w 179741"/>
                  <a:gd name="connsiteY6" fmla="*/ 31067 h 226257"/>
                  <a:gd name="connsiteX7" fmla="*/ 31017 w 179741"/>
                  <a:gd name="connsiteY7" fmla="*/ 107371 h 226257"/>
                  <a:gd name="connsiteX8" fmla="*/ 52548 w 179741"/>
                  <a:gd name="connsiteY8" fmla="*/ 203600 h 226257"/>
                  <a:gd name="connsiteX9" fmla="*/ 50841 w 179741"/>
                  <a:gd name="connsiteY9" fmla="*/ 223033 h 226257"/>
                  <a:gd name="connsiteX10" fmla="*/ 41995 w 179741"/>
                  <a:gd name="connsiteY10" fmla="*/ 226257 h 22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41" h="226257">
                    <a:moveTo>
                      <a:pt x="41995" y="226257"/>
                    </a:moveTo>
                    <a:cubicBezTo>
                      <a:pt x="37919" y="226261"/>
                      <a:pt x="34050" y="224462"/>
                      <a:pt x="31425" y="221343"/>
                    </a:cubicBezTo>
                    <a:cubicBezTo>
                      <a:pt x="-16358" y="164236"/>
                      <a:pt x="-8799" y="79207"/>
                      <a:pt x="48307" y="31424"/>
                    </a:cubicBezTo>
                    <a:cubicBezTo>
                      <a:pt x="81759" y="3434"/>
                      <a:pt x="126684" y="-6644"/>
                      <a:pt x="168886" y="4375"/>
                    </a:cubicBezTo>
                    <a:cubicBezTo>
                      <a:pt x="176330" y="5999"/>
                      <a:pt x="181046" y="13350"/>
                      <a:pt x="179422" y="20793"/>
                    </a:cubicBezTo>
                    <a:cubicBezTo>
                      <a:pt x="177798" y="28236"/>
                      <a:pt x="170447" y="32954"/>
                      <a:pt x="163005" y="31329"/>
                    </a:cubicBezTo>
                    <a:cubicBezTo>
                      <a:pt x="162663" y="31255"/>
                      <a:pt x="162324" y="31167"/>
                      <a:pt x="161989" y="31067"/>
                    </a:cubicBezTo>
                    <a:cubicBezTo>
                      <a:pt x="104751" y="15971"/>
                      <a:pt x="46113" y="50133"/>
                      <a:pt x="31017" y="107371"/>
                    </a:cubicBezTo>
                    <a:cubicBezTo>
                      <a:pt x="22136" y="141041"/>
                      <a:pt x="30166" y="176925"/>
                      <a:pt x="52548" y="203600"/>
                    </a:cubicBezTo>
                    <a:cubicBezTo>
                      <a:pt x="57443" y="209439"/>
                      <a:pt x="56678" y="218140"/>
                      <a:pt x="50841" y="223033"/>
                    </a:cubicBezTo>
                    <a:cubicBezTo>
                      <a:pt x="48361" y="225113"/>
                      <a:pt x="45231" y="226254"/>
                      <a:pt x="41995" y="226257"/>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1" name="Freeform 128">
                <a:extLst>
                  <a:ext uri="{FF2B5EF4-FFF2-40B4-BE49-F238E27FC236}">
                    <a16:creationId xmlns:a16="http://schemas.microsoft.com/office/drawing/2014/main" id="{1C00DF99-D098-F402-BA30-136E4D59B67F}"/>
                  </a:ext>
                </a:extLst>
              </p:cNvPr>
              <p:cNvSpPr/>
              <p:nvPr/>
            </p:nvSpPr>
            <p:spPr>
              <a:xfrm>
                <a:off x="11594873" y="2243457"/>
                <a:ext cx="54073" cy="54073"/>
              </a:xfrm>
              <a:custGeom>
                <a:avLst/>
                <a:gdLst>
                  <a:gd name="connsiteX0" fmla="*/ 27054 w 54073"/>
                  <a:gd name="connsiteY0" fmla="*/ 54074 h 54073"/>
                  <a:gd name="connsiteX1" fmla="*/ 0 w 54073"/>
                  <a:gd name="connsiteY1" fmla="*/ 27054 h 54073"/>
                  <a:gd name="connsiteX2" fmla="*/ 27020 w 54073"/>
                  <a:gd name="connsiteY2" fmla="*/ 0 h 54073"/>
                  <a:gd name="connsiteX3" fmla="*/ 54074 w 54073"/>
                  <a:gd name="connsiteY3" fmla="*/ 27020 h 54073"/>
                  <a:gd name="connsiteX4" fmla="*/ 54074 w 54073"/>
                  <a:gd name="connsiteY4" fmla="*/ 27037 h 54073"/>
                  <a:gd name="connsiteX5" fmla="*/ 27054 w 54073"/>
                  <a:gd name="connsiteY5" fmla="*/ 54074 h 54073"/>
                  <a:gd name="connsiteX6" fmla="*/ 27054 w 54073"/>
                  <a:gd name="connsiteY6" fmla="*/ 26485 h 54073"/>
                  <a:gd name="connsiteX7" fmla="*/ 26486 w 54073"/>
                  <a:gd name="connsiteY7" fmla="*/ 27020 h 54073"/>
                  <a:gd name="connsiteX8" fmla="*/ 26485 w 54073"/>
                  <a:gd name="connsiteY8" fmla="*/ 27037 h 54073"/>
                  <a:gd name="connsiteX9" fmla="*/ 26947 w 54073"/>
                  <a:gd name="connsiteY9" fmla="*/ 27696 h 54073"/>
                  <a:gd name="connsiteX10" fmla="*/ 27606 w 54073"/>
                  <a:gd name="connsiteY10" fmla="*/ 27234 h 54073"/>
                  <a:gd name="connsiteX11" fmla="*/ 27606 w 54073"/>
                  <a:gd name="connsiteY11" fmla="*/ 27037 h 54073"/>
                  <a:gd name="connsiteX12" fmla="*/ 27054 w 54073"/>
                  <a:gd name="connsiteY12"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073" h="54073">
                    <a:moveTo>
                      <a:pt x="27054" y="54074"/>
                    </a:moveTo>
                    <a:cubicBezTo>
                      <a:pt x="12122" y="54084"/>
                      <a:pt x="9" y="41987"/>
                      <a:pt x="0" y="27054"/>
                    </a:cubicBezTo>
                    <a:cubicBezTo>
                      <a:pt x="-9" y="12122"/>
                      <a:pt x="12088" y="10"/>
                      <a:pt x="27020" y="0"/>
                    </a:cubicBezTo>
                    <a:cubicBezTo>
                      <a:pt x="41952" y="-10"/>
                      <a:pt x="54064" y="12087"/>
                      <a:pt x="54074" y="27020"/>
                    </a:cubicBezTo>
                    <a:cubicBezTo>
                      <a:pt x="54074" y="27025"/>
                      <a:pt x="54074" y="27032"/>
                      <a:pt x="54074" y="27037"/>
                    </a:cubicBezTo>
                    <a:cubicBezTo>
                      <a:pt x="54064" y="41959"/>
                      <a:pt x="41976" y="54055"/>
                      <a:pt x="27054" y="54074"/>
                    </a:cubicBezTo>
                    <a:close/>
                    <a:moveTo>
                      <a:pt x="27054" y="26485"/>
                    </a:moveTo>
                    <a:cubicBezTo>
                      <a:pt x="26750" y="26475"/>
                      <a:pt x="26495" y="26715"/>
                      <a:pt x="26486" y="27020"/>
                    </a:cubicBezTo>
                    <a:cubicBezTo>
                      <a:pt x="26485" y="27025"/>
                      <a:pt x="26485" y="27032"/>
                      <a:pt x="26485" y="27037"/>
                    </a:cubicBezTo>
                    <a:cubicBezTo>
                      <a:pt x="26431" y="27346"/>
                      <a:pt x="26637" y="27642"/>
                      <a:pt x="26947" y="27696"/>
                    </a:cubicBezTo>
                    <a:cubicBezTo>
                      <a:pt x="27256" y="27751"/>
                      <a:pt x="27552" y="27544"/>
                      <a:pt x="27606" y="27234"/>
                    </a:cubicBezTo>
                    <a:cubicBezTo>
                      <a:pt x="27618" y="27170"/>
                      <a:pt x="27618" y="27103"/>
                      <a:pt x="27606" y="27037"/>
                    </a:cubicBezTo>
                    <a:cubicBezTo>
                      <a:pt x="27606" y="26732"/>
                      <a:pt x="27359" y="26485"/>
                      <a:pt x="27054"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2" name="Freeform 129">
                <a:extLst>
                  <a:ext uri="{FF2B5EF4-FFF2-40B4-BE49-F238E27FC236}">
                    <a16:creationId xmlns:a16="http://schemas.microsoft.com/office/drawing/2014/main" id="{73B03507-B0A9-5E07-FBF5-01B79A06EEDE}"/>
                  </a:ext>
                </a:extLst>
              </p:cNvPr>
              <p:cNvSpPr/>
              <p:nvPr/>
            </p:nvSpPr>
            <p:spPr>
              <a:xfrm>
                <a:off x="11669487" y="2086914"/>
                <a:ext cx="178826" cy="226135"/>
              </a:xfrm>
              <a:custGeom>
                <a:avLst/>
                <a:gdLst>
                  <a:gd name="connsiteX0" fmla="*/ 44069 w 178826"/>
                  <a:gd name="connsiteY0" fmla="*/ 226136 h 226135"/>
                  <a:gd name="connsiteX1" fmla="*/ 9842 w 178826"/>
                  <a:gd name="connsiteY1" fmla="*/ 221739 h 226135"/>
                  <a:gd name="connsiteX2" fmla="*/ 583 w 178826"/>
                  <a:gd name="connsiteY2" fmla="*/ 204568 h 226135"/>
                  <a:gd name="connsiteX3" fmla="*/ 16739 w 178826"/>
                  <a:gd name="connsiteY3" fmla="*/ 195047 h 226135"/>
                  <a:gd name="connsiteX4" fmla="*/ 147712 w 178826"/>
                  <a:gd name="connsiteY4" fmla="*/ 118743 h 226135"/>
                  <a:gd name="connsiteX5" fmla="*/ 126180 w 178826"/>
                  <a:gd name="connsiteY5" fmla="*/ 22514 h 226135"/>
                  <a:gd name="connsiteX6" fmla="*/ 128151 w 178826"/>
                  <a:gd name="connsiteY6" fmla="*/ 3105 h 226135"/>
                  <a:gd name="connsiteX7" fmla="*/ 147303 w 178826"/>
                  <a:gd name="connsiteY7" fmla="*/ 4771 h 226135"/>
                  <a:gd name="connsiteX8" fmla="*/ 130681 w 178826"/>
                  <a:gd name="connsiteY8" fmla="*/ 194616 h 226135"/>
                  <a:gd name="connsiteX9" fmla="*/ 44069 w 178826"/>
                  <a:gd name="connsiteY9" fmla="*/ 226136 h 22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8826" h="226135">
                    <a:moveTo>
                      <a:pt x="44069" y="226136"/>
                    </a:moveTo>
                    <a:cubicBezTo>
                      <a:pt x="32519" y="226134"/>
                      <a:pt x="21017" y="224656"/>
                      <a:pt x="9842" y="221739"/>
                    </a:cubicBezTo>
                    <a:cubicBezTo>
                      <a:pt x="2543" y="219554"/>
                      <a:pt x="-1602" y="211866"/>
                      <a:pt x="583" y="204568"/>
                    </a:cubicBezTo>
                    <a:cubicBezTo>
                      <a:pt x="2651" y="197659"/>
                      <a:pt x="9693" y="193509"/>
                      <a:pt x="16739" y="195047"/>
                    </a:cubicBezTo>
                    <a:cubicBezTo>
                      <a:pt x="73977" y="210143"/>
                      <a:pt x="132615" y="175981"/>
                      <a:pt x="147712" y="118743"/>
                    </a:cubicBezTo>
                    <a:cubicBezTo>
                      <a:pt x="156592" y="85073"/>
                      <a:pt x="148563" y="49188"/>
                      <a:pt x="126180" y="22514"/>
                    </a:cubicBezTo>
                    <a:cubicBezTo>
                      <a:pt x="121364" y="16610"/>
                      <a:pt x="122247" y="7921"/>
                      <a:pt x="128151" y="3105"/>
                    </a:cubicBezTo>
                    <a:cubicBezTo>
                      <a:pt x="133934" y="-1612"/>
                      <a:pt x="142421" y="-874"/>
                      <a:pt x="147303" y="4771"/>
                    </a:cubicBezTo>
                    <a:cubicBezTo>
                      <a:pt x="195137" y="61785"/>
                      <a:pt x="187695" y="146780"/>
                      <a:pt x="130681" y="194616"/>
                    </a:cubicBezTo>
                    <a:cubicBezTo>
                      <a:pt x="106413" y="214976"/>
                      <a:pt x="75748" y="226136"/>
                      <a:pt x="44069" y="226136"/>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3" name="Freeform 130">
                <a:extLst>
                  <a:ext uri="{FF2B5EF4-FFF2-40B4-BE49-F238E27FC236}">
                    <a16:creationId xmlns:a16="http://schemas.microsoft.com/office/drawing/2014/main" id="{B98700F7-C45A-3444-95DB-03C4BE2520A9}"/>
                  </a:ext>
                </a:extLst>
              </p:cNvPr>
              <p:cNvSpPr/>
              <p:nvPr/>
            </p:nvSpPr>
            <p:spPr>
              <a:xfrm>
                <a:off x="11770096" y="2058595"/>
                <a:ext cx="54074" cy="54073"/>
              </a:xfrm>
              <a:custGeom>
                <a:avLst/>
                <a:gdLst>
                  <a:gd name="connsiteX0" fmla="*/ 26985 w 54074"/>
                  <a:gd name="connsiteY0" fmla="*/ 54074 h 54073"/>
                  <a:gd name="connsiteX1" fmla="*/ 0 w 54074"/>
                  <a:gd name="connsiteY1" fmla="*/ 26985 h 54073"/>
                  <a:gd name="connsiteX2" fmla="*/ 27089 w 54074"/>
                  <a:gd name="connsiteY2" fmla="*/ 0 h 54073"/>
                  <a:gd name="connsiteX3" fmla="*/ 54074 w 54074"/>
                  <a:gd name="connsiteY3" fmla="*/ 27054 h 54073"/>
                  <a:gd name="connsiteX4" fmla="*/ 26985 w 54074"/>
                  <a:gd name="connsiteY4" fmla="*/ 54074 h 54073"/>
                  <a:gd name="connsiteX5" fmla="*/ 26985 w 54074"/>
                  <a:gd name="connsiteY5" fmla="*/ 26485 h 54073"/>
                  <a:gd name="connsiteX6" fmla="*/ 26434 w 54074"/>
                  <a:gd name="connsiteY6" fmla="*/ 27054 h 54073"/>
                  <a:gd name="connsiteX7" fmla="*/ 27092 w 54074"/>
                  <a:gd name="connsiteY7" fmla="*/ 27516 h 54073"/>
                  <a:gd name="connsiteX8" fmla="*/ 27554 w 54074"/>
                  <a:gd name="connsiteY8" fmla="*/ 27054 h 54073"/>
                  <a:gd name="connsiteX9" fmla="*/ 26985 w 54074"/>
                  <a:gd name="connsiteY9"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74" h="54073">
                    <a:moveTo>
                      <a:pt x="26985" y="54074"/>
                    </a:moveTo>
                    <a:cubicBezTo>
                      <a:pt x="12053" y="54045"/>
                      <a:pt x="-29" y="41917"/>
                      <a:pt x="0" y="26985"/>
                    </a:cubicBezTo>
                    <a:cubicBezTo>
                      <a:pt x="29" y="12053"/>
                      <a:pt x="12156" y="-29"/>
                      <a:pt x="27089" y="0"/>
                    </a:cubicBezTo>
                    <a:cubicBezTo>
                      <a:pt x="42007" y="29"/>
                      <a:pt x="54083" y="12135"/>
                      <a:pt x="54074" y="27054"/>
                    </a:cubicBezTo>
                    <a:cubicBezTo>
                      <a:pt x="54055" y="41996"/>
                      <a:pt x="41926" y="54093"/>
                      <a:pt x="26985" y="54074"/>
                    </a:cubicBezTo>
                    <a:close/>
                    <a:moveTo>
                      <a:pt x="26985" y="26485"/>
                    </a:moveTo>
                    <a:cubicBezTo>
                      <a:pt x="26678" y="26494"/>
                      <a:pt x="26434" y="26746"/>
                      <a:pt x="26434" y="27054"/>
                    </a:cubicBezTo>
                    <a:cubicBezTo>
                      <a:pt x="26489" y="27364"/>
                      <a:pt x="26784" y="27570"/>
                      <a:pt x="27092" y="27516"/>
                    </a:cubicBezTo>
                    <a:cubicBezTo>
                      <a:pt x="27328" y="27474"/>
                      <a:pt x="27513" y="27290"/>
                      <a:pt x="27554" y="27054"/>
                    </a:cubicBezTo>
                    <a:cubicBezTo>
                      <a:pt x="27554" y="26740"/>
                      <a:pt x="27299" y="26485"/>
                      <a:pt x="26985"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74" name="Graphic 336">
                <a:extLst>
                  <a:ext uri="{FF2B5EF4-FFF2-40B4-BE49-F238E27FC236}">
                    <a16:creationId xmlns:a16="http://schemas.microsoft.com/office/drawing/2014/main" id="{8A993323-35D4-BE69-638C-2E3017278E05}"/>
                  </a:ext>
                </a:extLst>
              </p:cNvPr>
              <p:cNvGrpSpPr/>
              <p:nvPr/>
            </p:nvGrpSpPr>
            <p:grpSpPr>
              <a:xfrm>
                <a:off x="11642426" y="2109389"/>
                <a:ext cx="134189" cy="138120"/>
                <a:chOff x="11642426" y="2109389"/>
                <a:chExt cx="134189" cy="138120"/>
              </a:xfrm>
              <a:solidFill>
                <a:srgbClr val="EF463C"/>
              </a:solidFill>
            </p:grpSpPr>
            <p:sp>
              <p:nvSpPr>
                <p:cNvPr id="75" name="Freeform 132">
                  <a:extLst>
                    <a:ext uri="{FF2B5EF4-FFF2-40B4-BE49-F238E27FC236}">
                      <a16:creationId xmlns:a16="http://schemas.microsoft.com/office/drawing/2014/main" id="{85CF67C4-A984-BEFB-358C-7F40BEE6A0F4}"/>
                    </a:ext>
                  </a:extLst>
                </p:cNvPr>
                <p:cNvSpPr/>
                <p:nvPr/>
              </p:nvSpPr>
              <p:spPr>
                <a:xfrm>
                  <a:off x="11681787" y="2109389"/>
                  <a:ext cx="34081" cy="51112"/>
                </a:xfrm>
                <a:custGeom>
                  <a:avLst/>
                  <a:gdLst>
                    <a:gd name="connsiteX0" fmla="*/ 20338 w 34081"/>
                    <a:gd name="connsiteY0" fmla="*/ 51112 h 51112"/>
                    <a:gd name="connsiteX1" fmla="*/ 7060 w 34081"/>
                    <a:gd name="connsiteY1" fmla="*/ 41008 h 51112"/>
                    <a:gd name="connsiteX2" fmla="*/ 318 w 34081"/>
                    <a:gd name="connsiteY2" fmla="*/ 16730 h 51112"/>
                    <a:gd name="connsiteX3" fmla="*/ 10864 w 34081"/>
                    <a:gd name="connsiteY3" fmla="*/ 317 h 51112"/>
                    <a:gd name="connsiteX4" fmla="*/ 26855 w 34081"/>
                    <a:gd name="connsiteY4" fmla="*/ 9350 h 51112"/>
                    <a:gd name="connsiteX5" fmla="*/ 33580 w 34081"/>
                    <a:gd name="connsiteY5" fmla="*/ 33628 h 51112"/>
                    <a:gd name="connsiteX6" fmla="*/ 24028 w 34081"/>
                    <a:gd name="connsiteY6" fmla="*/ 50578 h 51112"/>
                    <a:gd name="connsiteX7" fmla="*/ 20338 w 34081"/>
                    <a:gd name="connsiteY7" fmla="*/ 51112 h 51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081" h="51112">
                      <a:moveTo>
                        <a:pt x="20338" y="51112"/>
                      </a:moveTo>
                      <a:cubicBezTo>
                        <a:pt x="14146" y="51106"/>
                        <a:pt x="8717" y="46974"/>
                        <a:pt x="7060" y="41008"/>
                      </a:cubicBezTo>
                      <a:lnTo>
                        <a:pt x="318" y="16730"/>
                      </a:lnTo>
                      <a:cubicBezTo>
                        <a:pt x="-1302" y="9286"/>
                        <a:pt x="3420" y="1938"/>
                        <a:pt x="10864" y="317"/>
                      </a:cubicBezTo>
                      <a:cubicBezTo>
                        <a:pt x="17715" y="-1174"/>
                        <a:pt x="24595" y="2712"/>
                        <a:pt x="26855" y="9350"/>
                      </a:cubicBezTo>
                      <a:lnTo>
                        <a:pt x="33580" y="33628"/>
                      </a:lnTo>
                      <a:cubicBezTo>
                        <a:pt x="35601" y="40944"/>
                        <a:pt x="31332" y="48518"/>
                        <a:pt x="24028" y="50578"/>
                      </a:cubicBezTo>
                      <a:cubicBezTo>
                        <a:pt x="22826" y="50916"/>
                        <a:pt x="21586" y="51096"/>
                        <a:pt x="20338" y="51112"/>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6" name="Freeform 133">
                  <a:extLst>
                    <a:ext uri="{FF2B5EF4-FFF2-40B4-BE49-F238E27FC236}">
                      <a16:creationId xmlns:a16="http://schemas.microsoft.com/office/drawing/2014/main" id="{FB861D85-A617-CED7-533E-3382E0616D61}"/>
                    </a:ext>
                  </a:extLst>
                </p:cNvPr>
                <p:cNvSpPr/>
                <p:nvPr/>
              </p:nvSpPr>
              <p:spPr>
                <a:xfrm>
                  <a:off x="11712355" y="2115152"/>
                  <a:ext cx="40560" cy="48969"/>
                </a:xfrm>
                <a:custGeom>
                  <a:avLst/>
                  <a:gdLst>
                    <a:gd name="connsiteX0" fmla="*/ 13789 w 40560"/>
                    <a:gd name="connsiteY0" fmla="*/ 48970 h 48969"/>
                    <a:gd name="connsiteX1" fmla="*/ 0 w 40560"/>
                    <a:gd name="connsiteY1" fmla="*/ 35170 h 48969"/>
                    <a:gd name="connsiteX2" fmla="*/ 2012 w 40560"/>
                    <a:gd name="connsiteY2" fmla="*/ 28002 h 48969"/>
                    <a:gd name="connsiteX3" fmla="*/ 15134 w 40560"/>
                    <a:gd name="connsiteY3" fmla="*/ 6379 h 48969"/>
                    <a:gd name="connsiteX4" fmla="*/ 34182 w 40560"/>
                    <a:gd name="connsiteY4" fmla="*/ 2165 h 48969"/>
                    <a:gd name="connsiteX5" fmla="*/ 38722 w 40560"/>
                    <a:gd name="connsiteY5" fmla="*/ 20674 h 48969"/>
                    <a:gd name="connsiteX6" fmla="*/ 25600 w 40560"/>
                    <a:gd name="connsiteY6" fmla="*/ 42331 h 48969"/>
                    <a:gd name="connsiteX7" fmla="*/ 13789 w 40560"/>
                    <a:gd name="connsiteY7" fmla="*/ 48970 h 4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60" h="48969">
                      <a:moveTo>
                        <a:pt x="13789" y="48970"/>
                      </a:moveTo>
                      <a:cubicBezTo>
                        <a:pt x="6170" y="48967"/>
                        <a:pt x="-3" y="42788"/>
                        <a:pt x="0" y="35170"/>
                      </a:cubicBezTo>
                      <a:cubicBezTo>
                        <a:pt x="1" y="32641"/>
                        <a:pt x="697" y="30162"/>
                        <a:pt x="2012" y="28002"/>
                      </a:cubicBezTo>
                      <a:lnTo>
                        <a:pt x="15134" y="6379"/>
                      </a:lnTo>
                      <a:cubicBezTo>
                        <a:pt x="19231" y="-44"/>
                        <a:pt x="27757" y="-1931"/>
                        <a:pt x="34182" y="2165"/>
                      </a:cubicBezTo>
                      <a:cubicBezTo>
                        <a:pt x="40398" y="6130"/>
                        <a:pt x="42398" y="14282"/>
                        <a:pt x="38722" y="20674"/>
                      </a:cubicBezTo>
                      <a:lnTo>
                        <a:pt x="25600" y="42331"/>
                      </a:lnTo>
                      <a:cubicBezTo>
                        <a:pt x="23096" y="46458"/>
                        <a:pt x="18616" y="48976"/>
                        <a:pt x="13789" y="4897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7" name="Freeform 134">
                  <a:extLst>
                    <a:ext uri="{FF2B5EF4-FFF2-40B4-BE49-F238E27FC236}">
                      <a16:creationId xmlns:a16="http://schemas.microsoft.com/office/drawing/2014/main" id="{14D4E0AB-F522-2060-375F-EE3CD58746B6}"/>
                    </a:ext>
                  </a:extLst>
                </p:cNvPr>
                <p:cNvSpPr/>
                <p:nvPr/>
              </p:nvSpPr>
              <p:spPr>
                <a:xfrm>
                  <a:off x="11730312" y="2152481"/>
                  <a:ext cx="46303" cy="31384"/>
                </a:xfrm>
                <a:custGeom>
                  <a:avLst/>
                  <a:gdLst>
                    <a:gd name="connsiteX0" fmla="*/ 13954 w 46303"/>
                    <a:gd name="connsiteY0" fmla="*/ 31384 h 31384"/>
                    <a:gd name="connsiteX1" fmla="*/ 1 w 46303"/>
                    <a:gd name="connsiteY1" fmla="*/ 17750 h 31384"/>
                    <a:gd name="connsiteX2" fmla="*/ 11230 w 46303"/>
                    <a:gd name="connsiteY2" fmla="*/ 4037 h 31384"/>
                    <a:gd name="connsiteX3" fmla="*/ 29749 w 46303"/>
                    <a:gd name="connsiteY3" fmla="*/ 278 h 31384"/>
                    <a:gd name="connsiteX4" fmla="*/ 46026 w 46303"/>
                    <a:gd name="connsiteY4" fmla="*/ 11072 h 31384"/>
                    <a:gd name="connsiteX5" fmla="*/ 35232 w 46303"/>
                    <a:gd name="connsiteY5" fmla="*/ 27349 h 31384"/>
                    <a:gd name="connsiteX6" fmla="*/ 16713 w 46303"/>
                    <a:gd name="connsiteY6" fmla="*/ 31108 h 31384"/>
                    <a:gd name="connsiteX7" fmla="*/ 13954 w 46303"/>
                    <a:gd name="connsiteY7" fmla="*/ 31384 h 3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303" h="31384">
                      <a:moveTo>
                        <a:pt x="13954" y="31384"/>
                      </a:moveTo>
                      <a:cubicBezTo>
                        <a:pt x="6336" y="31472"/>
                        <a:pt x="89" y="25368"/>
                        <a:pt x="1" y="17750"/>
                      </a:cubicBezTo>
                      <a:cubicBezTo>
                        <a:pt x="-77" y="11061"/>
                        <a:pt x="4657" y="5280"/>
                        <a:pt x="11230" y="4037"/>
                      </a:cubicBezTo>
                      <a:lnTo>
                        <a:pt x="29749" y="278"/>
                      </a:lnTo>
                      <a:cubicBezTo>
                        <a:pt x="37224" y="-1237"/>
                        <a:pt x="44512" y="3596"/>
                        <a:pt x="46026" y="11072"/>
                      </a:cubicBezTo>
                      <a:cubicBezTo>
                        <a:pt x="47540" y="18547"/>
                        <a:pt x="42707" y="25835"/>
                        <a:pt x="35232" y="27349"/>
                      </a:cubicBezTo>
                      <a:lnTo>
                        <a:pt x="16713" y="31108"/>
                      </a:lnTo>
                      <a:cubicBezTo>
                        <a:pt x="15804" y="31292"/>
                        <a:pt x="14880" y="31385"/>
                        <a:pt x="13954" y="3138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8" name="Freeform 135">
                  <a:extLst>
                    <a:ext uri="{FF2B5EF4-FFF2-40B4-BE49-F238E27FC236}">
                      <a16:creationId xmlns:a16="http://schemas.microsoft.com/office/drawing/2014/main" id="{4EB1841D-2AFE-354A-0A65-815CEDDACEB5}"/>
                    </a:ext>
                  </a:extLst>
                </p:cNvPr>
                <p:cNvSpPr/>
                <p:nvPr/>
              </p:nvSpPr>
              <p:spPr>
                <a:xfrm>
                  <a:off x="11725062" y="2181654"/>
                  <a:ext cx="46842" cy="39214"/>
                </a:xfrm>
                <a:custGeom>
                  <a:avLst/>
                  <a:gdLst>
                    <a:gd name="connsiteX0" fmla="*/ 33016 w 46842"/>
                    <a:gd name="connsiteY0" fmla="*/ 39215 h 39214"/>
                    <a:gd name="connsiteX1" fmla="*/ 25895 w 46842"/>
                    <a:gd name="connsiteY1" fmla="*/ 37232 h 39214"/>
                    <a:gd name="connsiteX2" fmla="*/ 6669 w 46842"/>
                    <a:gd name="connsiteY2" fmla="*/ 25610 h 39214"/>
                    <a:gd name="connsiteX3" fmla="*/ 1987 w 46842"/>
                    <a:gd name="connsiteY3" fmla="*/ 6669 h 39214"/>
                    <a:gd name="connsiteX4" fmla="*/ 20929 w 46842"/>
                    <a:gd name="connsiteY4" fmla="*/ 1987 h 39214"/>
                    <a:gd name="connsiteX5" fmla="*/ 40172 w 46842"/>
                    <a:gd name="connsiteY5" fmla="*/ 13609 h 39214"/>
                    <a:gd name="connsiteX6" fmla="*/ 44858 w 46842"/>
                    <a:gd name="connsiteY6" fmla="*/ 32545 h 39214"/>
                    <a:gd name="connsiteX7" fmla="*/ 33016 w 46842"/>
                    <a:gd name="connsiteY7" fmla="*/ 39215 h 3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842" h="39214">
                      <a:moveTo>
                        <a:pt x="33016" y="39215"/>
                      </a:moveTo>
                      <a:cubicBezTo>
                        <a:pt x="30505" y="39215"/>
                        <a:pt x="28043" y="38529"/>
                        <a:pt x="25895" y="37232"/>
                      </a:cubicBezTo>
                      <a:lnTo>
                        <a:pt x="6669" y="25610"/>
                      </a:lnTo>
                      <a:cubicBezTo>
                        <a:pt x="145" y="21672"/>
                        <a:pt x="-1951" y="13192"/>
                        <a:pt x="1987" y="6669"/>
                      </a:cubicBezTo>
                      <a:cubicBezTo>
                        <a:pt x="5925" y="145"/>
                        <a:pt x="14406" y="-1951"/>
                        <a:pt x="20929" y="1987"/>
                      </a:cubicBezTo>
                      <a:lnTo>
                        <a:pt x="40172" y="13609"/>
                      </a:lnTo>
                      <a:cubicBezTo>
                        <a:pt x="46695" y="17544"/>
                        <a:pt x="48793" y="26022"/>
                        <a:pt x="44858" y="32545"/>
                      </a:cubicBezTo>
                      <a:cubicBezTo>
                        <a:pt x="42355" y="36694"/>
                        <a:pt x="37860" y="39225"/>
                        <a:pt x="33016" y="3921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9" name="Freeform 136">
                  <a:extLst>
                    <a:ext uri="{FF2B5EF4-FFF2-40B4-BE49-F238E27FC236}">
                      <a16:creationId xmlns:a16="http://schemas.microsoft.com/office/drawing/2014/main" id="{56B423C2-7750-A172-E74C-526642B31538}"/>
                    </a:ext>
                  </a:extLst>
                </p:cNvPr>
                <p:cNvSpPr/>
                <p:nvPr/>
              </p:nvSpPr>
              <p:spPr>
                <a:xfrm>
                  <a:off x="11702289" y="2201764"/>
                  <a:ext cx="31987" cy="45745"/>
                </a:xfrm>
                <a:custGeom>
                  <a:avLst/>
                  <a:gdLst>
                    <a:gd name="connsiteX0" fmla="*/ 18182 w 31987"/>
                    <a:gd name="connsiteY0" fmla="*/ 45745 h 45745"/>
                    <a:gd name="connsiteX1" fmla="*/ 4784 w 31987"/>
                    <a:gd name="connsiteY1" fmla="*/ 35192 h 45745"/>
                    <a:gd name="connsiteX2" fmla="*/ 387 w 31987"/>
                    <a:gd name="connsiteY2" fmla="*/ 17036 h 45745"/>
                    <a:gd name="connsiteX3" fmla="*/ 10569 w 31987"/>
                    <a:gd name="connsiteY3" fmla="*/ 388 h 45745"/>
                    <a:gd name="connsiteX4" fmla="*/ 27217 w 31987"/>
                    <a:gd name="connsiteY4" fmla="*/ 10570 h 45745"/>
                    <a:gd name="connsiteX5" fmla="*/ 31597 w 31987"/>
                    <a:gd name="connsiteY5" fmla="*/ 28709 h 45745"/>
                    <a:gd name="connsiteX6" fmla="*/ 21437 w 31987"/>
                    <a:gd name="connsiteY6" fmla="*/ 45362 h 45745"/>
                    <a:gd name="connsiteX7" fmla="*/ 21424 w 31987"/>
                    <a:gd name="connsiteY7" fmla="*/ 45366 h 45745"/>
                    <a:gd name="connsiteX8" fmla="*/ 18182 w 31987"/>
                    <a:gd name="connsiteY8" fmla="*/ 45745 h 4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87" h="45745">
                      <a:moveTo>
                        <a:pt x="18182" y="45745"/>
                      </a:moveTo>
                      <a:cubicBezTo>
                        <a:pt x="11816" y="45740"/>
                        <a:pt x="6280" y="41379"/>
                        <a:pt x="4784" y="35192"/>
                      </a:cubicBezTo>
                      <a:lnTo>
                        <a:pt x="387" y="17036"/>
                      </a:lnTo>
                      <a:cubicBezTo>
                        <a:pt x="-1398" y="9626"/>
                        <a:pt x="3160" y="2174"/>
                        <a:pt x="10569" y="388"/>
                      </a:cubicBezTo>
                      <a:cubicBezTo>
                        <a:pt x="17978" y="-1399"/>
                        <a:pt x="25432" y="3160"/>
                        <a:pt x="27217" y="10570"/>
                      </a:cubicBezTo>
                      <a:lnTo>
                        <a:pt x="31597" y="28709"/>
                      </a:lnTo>
                      <a:cubicBezTo>
                        <a:pt x="33390" y="36113"/>
                        <a:pt x="28842" y="43569"/>
                        <a:pt x="21437" y="45362"/>
                      </a:cubicBezTo>
                      <a:cubicBezTo>
                        <a:pt x="21432" y="45364"/>
                        <a:pt x="21428" y="45364"/>
                        <a:pt x="21424" y="45366"/>
                      </a:cubicBezTo>
                      <a:cubicBezTo>
                        <a:pt x="20362" y="45618"/>
                        <a:pt x="19274" y="45745"/>
                        <a:pt x="18182" y="4574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0" name="Freeform 137">
                  <a:extLst>
                    <a:ext uri="{FF2B5EF4-FFF2-40B4-BE49-F238E27FC236}">
                      <a16:creationId xmlns:a16="http://schemas.microsoft.com/office/drawing/2014/main" id="{E5F8A878-FE89-DEA2-960F-59D3A05DA5F9}"/>
                    </a:ext>
                  </a:extLst>
                </p:cNvPr>
                <p:cNvSpPr/>
                <p:nvPr/>
              </p:nvSpPr>
              <p:spPr>
                <a:xfrm>
                  <a:off x="11665963" y="2194759"/>
                  <a:ext cx="38617" cy="46490"/>
                </a:xfrm>
                <a:custGeom>
                  <a:avLst/>
                  <a:gdLst>
                    <a:gd name="connsiteX0" fmla="*/ 13746 w 38617"/>
                    <a:gd name="connsiteY0" fmla="*/ 46490 h 46490"/>
                    <a:gd name="connsiteX1" fmla="*/ 0 w 38617"/>
                    <a:gd name="connsiteY1" fmla="*/ 32648 h 46490"/>
                    <a:gd name="connsiteX2" fmla="*/ 1848 w 38617"/>
                    <a:gd name="connsiteY2" fmla="*/ 25799 h 46490"/>
                    <a:gd name="connsiteX3" fmla="*/ 12815 w 38617"/>
                    <a:gd name="connsiteY3" fmla="*/ 7004 h 46490"/>
                    <a:gd name="connsiteX4" fmla="*/ 31613 w 38617"/>
                    <a:gd name="connsiteY4" fmla="*/ 1791 h 46490"/>
                    <a:gd name="connsiteX5" fmla="*/ 36827 w 38617"/>
                    <a:gd name="connsiteY5" fmla="*/ 20590 h 46490"/>
                    <a:gd name="connsiteX6" fmla="*/ 36645 w 38617"/>
                    <a:gd name="connsiteY6" fmla="*/ 20902 h 46490"/>
                    <a:gd name="connsiteX7" fmla="*/ 25678 w 38617"/>
                    <a:gd name="connsiteY7" fmla="*/ 39714 h 46490"/>
                    <a:gd name="connsiteX8" fmla="*/ 13746 w 38617"/>
                    <a:gd name="connsiteY8" fmla="*/ 46490 h 46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17" h="46490">
                      <a:moveTo>
                        <a:pt x="13746" y="46490"/>
                      </a:moveTo>
                      <a:cubicBezTo>
                        <a:pt x="6128" y="46463"/>
                        <a:pt x="-27" y="40266"/>
                        <a:pt x="0" y="32648"/>
                      </a:cubicBezTo>
                      <a:cubicBezTo>
                        <a:pt x="9" y="30242"/>
                        <a:pt x="646" y="27882"/>
                        <a:pt x="1848" y="25799"/>
                      </a:cubicBezTo>
                      <a:lnTo>
                        <a:pt x="12815" y="7004"/>
                      </a:lnTo>
                      <a:cubicBezTo>
                        <a:pt x="16566" y="373"/>
                        <a:pt x="24983" y="-1961"/>
                        <a:pt x="31613" y="1791"/>
                      </a:cubicBezTo>
                      <a:cubicBezTo>
                        <a:pt x="38244" y="5542"/>
                        <a:pt x="40578" y="13958"/>
                        <a:pt x="36827" y="20590"/>
                      </a:cubicBezTo>
                      <a:cubicBezTo>
                        <a:pt x="36767" y="20695"/>
                        <a:pt x="36707" y="20798"/>
                        <a:pt x="36645" y="20902"/>
                      </a:cubicBezTo>
                      <a:lnTo>
                        <a:pt x="25678" y="39714"/>
                      </a:lnTo>
                      <a:cubicBezTo>
                        <a:pt x="23186" y="43932"/>
                        <a:pt x="18644" y="46511"/>
                        <a:pt x="13746" y="4649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1" name="Freeform 138">
                  <a:extLst>
                    <a:ext uri="{FF2B5EF4-FFF2-40B4-BE49-F238E27FC236}">
                      <a16:creationId xmlns:a16="http://schemas.microsoft.com/office/drawing/2014/main" id="{59D5D8EB-C204-B11D-F7C6-8ECCCA53316E}"/>
                    </a:ext>
                  </a:extLst>
                </p:cNvPr>
                <p:cNvSpPr/>
                <p:nvPr/>
              </p:nvSpPr>
              <p:spPr>
                <a:xfrm>
                  <a:off x="11642426" y="2171965"/>
                  <a:ext cx="48292" cy="33233"/>
                </a:xfrm>
                <a:custGeom>
                  <a:avLst/>
                  <a:gdLst>
                    <a:gd name="connsiteX0" fmla="*/ 13781 w 48292"/>
                    <a:gd name="connsiteY0" fmla="*/ 33230 h 33233"/>
                    <a:gd name="connsiteX1" fmla="*/ 0 w 48292"/>
                    <a:gd name="connsiteY1" fmla="*/ 19422 h 33233"/>
                    <a:gd name="connsiteX2" fmla="*/ 10177 w 48292"/>
                    <a:gd name="connsiteY2" fmla="*/ 6124 h 33233"/>
                    <a:gd name="connsiteX3" fmla="*/ 30696 w 48292"/>
                    <a:gd name="connsiteY3" fmla="*/ 537 h 33233"/>
                    <a:gd name="connsiteX4" fmla="*/ 47756 w 48292"/>
                    <a:gd name="connsiteY4" fmla="*/ 9999 h 33233"/>
                    <a:gd name="connsiteX5" fmla="*/ 38294 w 48292"/>
                    <a:gd name="connsiteY5" fmla="*/ 27059 h 33233"/>
                    <a:gd name="connsiteX6" fmla="*/ 37921 w 48292"/>
                    <a:gd name="connsiteY6" fmla="*/ 27160 h 33233"/>
                    <a:gd name="connsiteX7" fmla="*/ 17402 w 48292"/>
                    <a:gd name="connsiteY7" fmla="*/ 32833 h 33233"/>
                    <a:gd name="connsiteX8" fmla="*/ 13781 w 48292"/>
                    <a:gd name="connsiteY8" fmla="*/ 33230 h 3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92" h="33233">
                      <a:moveTo>
                        <a:pt x="13781" y="33230"/>
                      </a:moveTo>
                      <a:cubicBezTo>
                        <a:pt x="6162" y="33223"/>
                        <a:pt x="-8" y="27040"/>
                        <a:pt x="0" y="19422"/>
                      </a:cubicBezTo>
                      <a:cubicBezTo>
                        <a:pt x="6" y="13201"/>
                        <a:pt x="4174" y="7755"/>
                        <a:pt x="10177" y="6124"/>
                      </a:cubicBezTo>
                      <a:lnTo>
                        <a:pt x="30696" y="537"/>
                      </a:lnTo>
                      <a:cubicBezTo>
                        <a:pt x="38020" y="-1561"/>
                        <a:pt x="45658" y="2675"/>
                        <a:pt x="47756" y="9999"/>
                      </a:cubicBezTo>
                      <a:cubicBezTo>
                        <a:pt x="49854" y="17323"/>
                        <a:pt x="45618" y="24961"/>
                        <a:pt x="38294" y="27059"/>
                      </a:cubicBezTo>
                      <a:cubicBezTo>
                        <a:pt x="38170" y="27094"/>
                        <a:pt x="38046" y="27128"/>
                        <a:pt x="37921" y="27160"/>
                      </a:cubicBezTo>
                      <a:lnTo>
                        <a:pt x="17402" y="32833"/>
                      </a:lnTo>
                      <a:cubicBezTo>
                        <a:pt x="16217" y="33124"/>
                        <a:pt x="15000" y="33257"/>
                        <a:pt x="13781" y="3323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2" name="Freeform 139">
                  <a:extLst>
                    <a:ext uri="{FF2B5EF4-FFF2-40B4-BE49-F238E27FC236}">
                      <a16:creationId xmlns:a16="http://schemas.microsoft.com/office/drawing/2014/main" id="{E9E0AD9E-0E4D-1E65-9F3B-68EC1C9D1F9A}"/>
                    </a:ext>
                  </a:extLst>
                </p:cNvPr>
                <p:cNvSpPr/>
                <p:nvPr/>
              </p:nvSpPr>
              <p:spPr>
                <a:xfrm>
                  <a:off x="11647198" y="2133707"/>
                  <a:ext cx="47286" cy="40433"/>
                </a:xfrm>
                <a:custGeom>
                  <a:avLst/>
                  <a:gdLst>
                    <a:gd name="connsiteX0" fmla="*/ 33390 w 47286"/>
                    <a:gd name="connsiteY0" fmla="*/ 40434 h 40433"/>
                    <a:gd name="connsiteX1" fmla="*/ 25872 w 47286"/>
                    <a:gd name="connsiteY1" fmla="*/ 38192 h 40433"/>
                    <a:gd name="connsiteX2" fmla="*/ 6267 w 47286"/>
                    <a:gd name="connsiteY2" fmla="*/ 25363 h 40433"/>
                    <a:gd name="connsiteX3" fmla="*/ 2240 w 47286"/>
                    <a:gd name="connsiteY3" fmla="*/ 6267 h 40433"/>
                    <a:gd name="connsiteX4" fmla="*/ 21337 w 47286"/>
                    <a:gd name="connsiteY4" fmla="*/ 2240 h 40433"/>
                    <a:gd name="connsiteX5" fmla="*/ 41028 w 47286"/>
                    <a:gd name="connsiteY5" fmla="*/ 15086 h 40433"/>
                    <a:gd name="connsiteX6" fmla="*/ 45043 w 47286"/>
                    <a:gd name="connsiteY6" fmla="*/ 34177 h 40433"/>
                    <a:gd name="connsiteX7" fmla="*/ 33476 w 47286"/>
                    <a:gd name="connsiteY7" fmla="*/ 40434 h 4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286" h="40433">
                      <a:moveTo>
                        <a:pt x="33390" y="40434"/>
                      </a:moveTo>
                      <a:cubicBezTo>
                        <a:pt x="30720" y="40430"/>
                        <a:pt x="28108" y="39651"/>
                        <a:pt x="25872" y="38192"/>
                      </a:cubicBezTo>
                      <a:lnTo>
                        <a:pt x="6267" y="25363"/>
                      </a:lnTo>
                      <a:cubicBezTo>
                        <a:pt x="-119" y="21202"/>
                        <a:pt x="-1921" y="12652"/>
                        <a:pt x="2240" y="6267"/>
                      </a:cubicBezTo>
                      <a:cubicBezTo>
                        <a:pt x="6402" y="-119"/>
                        <a:pt x="14952" y="-1921"/>
                        <a:pt x="21337" y="2240"/>
                      </a:cubicBezTo>
                      <a:lnTo>
                        <a:pt x="41028" y="15086"/>
                      </a:lnTo>
                      <a:cubicBezTo>
                        <a:pt x="47409" y="19249"/>
                        <a:pt x="49206" y="27797"/>
                        <a:pt x="45043" y="34177"/>
                      </a:cubicBezTo>
                      <a:cubicBezTo>
                        <a:pt x="42494" y="38085"/>
                        <a:pt x="38142" y="40439"/>
                        <a:pt x="33476" y="4043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3" name="Freeform 140">
                  <a:extLst>
                    <a:ext uri="{FF2B5EF4-FFF2-40B4-BE49-F238E27FC236}">
                      <a16:creationId xmlns:a16="http://schemas.microsoft.com/office/drawing/2014/main" id="{7CADF7ED-F7C5-1BAE-BBD7-A81538DEF779}"/>
                    </a:ext>
                  </a:extLst>
                </p:cNvPr>
                <p:cNvSpPr/>
                <p:nvPr/>
              </p:nvSpPr>
              <p:spPr>
                <a:xfrm>
                  <a:off x="11662660" y="2132016"/>
                  <a:ext cx="94148" cy="94146"/>
                </a:xfrm>
                <a:custGeom>
                  <a:avLst/>
                  <a:gdLst>
                    <a:gd name="connsiteX0" fmla="*/ 47086 w 94148"/>
                    <a:gd name="connsiteY0" fmla="*/ 94147 h 94146"/>
                    <a:gd name="connsiteX1" fmla="*/ 0 w 94148"/>
                    <a:gd name="connsiteY1" fmla="*/ 47086 h 94146"/>
                    <a:gd name="connsiteX2" fmla="*/ 47061 w 94148"/>
                    <a:gd name="connsiteY2" fmla="*/ 0 h 94146"/>
                    <a:gd name="connsiteX3" fmla="*/ 92900 w 94148"/>
                    <a:gd name="connsiteY3" fmla="*/ 36314 h 94146"/>
                    <a:gd name="connsiteX4" fmla="*/ 92900 w 94148"/>
                    <a:gd name="connsiteY4" fmla="*/ 36314 h 94146"/>
                    <a:gd name="connsiteX5" fmla="*/ 57755 w 94148"/>
                    <a:gd name="connsiteY5" fmla="*/ 92910 h 94146"/>
                    <a:gd name="connsiteX6" fmla="*/ 47086 w 94148"/>
                    <a:gd name="connsiteY6" fmla="*/ 94147 h 94146"/>
                    <a:gd name="connsiteX7" fmla="*/ 47086 w 94148"/>
                    <a:gd name="connsiteY7" fmla="*/ 27589 h 94146"/>
                    <a:gd name="connsiteX8" fmla="*/ 42620 w 94148"/>
                    <a:gd name="connsiteY8" fmla="*/ 28106 h 94146"/>
                    <a:gd name="connsiteX9" fmla="*/ 28110 w 94148"/>
                    <a:gd name="connsiteY9" fmla="*/ 51531 h 94146"/>
                    <a:gd name="connsiteX10" fmla="*/ 51535 w 94148"/>
                    <a:gd name="connsiteY10" fmla="*/ 66041 h 94146"/>
                    <a:gd name="connsiteX11" fmla="*/ 66043 w 94148"/>
                    <a:gd name="connsiteY11" fmla="*/ 42671 h 94146"/>
                    <a:gd name="connsiteX12" fmla="*/ 66036 w 94148"/>
                    <a:gd name="connsiteY12" fmla="*/ 42642 h 94146"/>
                    <a:gd name="connsiteX13" fmla="*/ 66036 w 94148"/>
                    <a:gd name="connsiteY13" fmla="*/ 42642 h 94146"/>
                    <a:gd name="connsiteX14" fmla="*/ 47086 w 94148"/>
                    <a:gd name="connsiteY14" fmla="*/ 27589 h 9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148" h="94146">
                      <a:moveTo>
                        <a:pt x="47086" y="94147"/>
                      </a:moveTo>
                      <a:cubicBezTo>
                        <a:pt x="21088" y="94154"/>
                        <a:pt x="7" y="73084"/>
                        <a:pt x="0" y="47086"/>
                      </a:cubicBezTo>
                      <a:cubicBezTo>
                        <a:pt x="-7" y="21088"/>
                        <a:pt x="21063" y="7"/>
                        <a:pt x="47061" y="0"/>
                      </a:cubicBezTo>
                      <a:cubicBezTo>
                        <a:pt x="68919" y="-6"/>
                        <a:pt x="87905" y="15035"/>
                        <a:pt x="92900" y="36314"/>
                      </a:cubicBezTo>
                      <a:lnTo>
                        <a:pt x="92900" y="36314"/>
                      </a:lnTo>
                      <a:cubicBezTo>
                        <a:pt x="98823" y="61647"/>
                        <a:pt x="83089" y="86986"/>
                        <a:pt x="57755" y="92910"/>
                      </a:cubicBezTo>
                      <a:cubicBezTo>
                        <a:pt x="54257" y="93728"/>
                        <a:pt x="50678" y="94143"/>
                        <a:pt x="47086" y="94147"/>
                      </a:cubicBezTo>
                      <a:close/>
                      <a:moveTo>
                        <a:pt x="47086" y="27589"/>
                      </a:moveTo>
                      <a:cubicBezTo>
                        <a:pt x="45582" y="27592"/>
                        <a:pt x="44084" y="27766"/>
                        <a:pt x="42620" y="28106"/>
                      </a:cubicBezTo>
                      <a:cubicBezTo>
                        <a:pt x="32145" y="30568"/>
                        <a:pt x="25648" y="41055"/>
                        <a:pt x="28110" y="51531"/>
                      </a:cubicBezTo>
                      <a:cubicBezTo>
                        <a:pt x="30572" y="62006"/>
                        <a:pt x="41059" y="68503"/>
                        <a:pt x="51535" y="66041"/>
                      </a:cubicBezTo>
                      <a:cubicBezTo>
                        <a:pt x="61994" y="63594"/>
                        <a:pt x="68490" y="53131"/>
                        <a:pt x="66043" y="42671"/>
                      </a:cubicBezTo>
                      <a:cubicBezTo>
                        <a:pt x="66041" y="42662"/>
                        <a:pt x="66038" y="42652"/>
                        <a:pt x="66036" y="42642"/>
                      </a:cubicBezTo>
                      <a:lnTo>
                        <a:pt x="66036" y="42642"/>
                      </a:lnTo>
                      <a:cubicBezTo>
                        <a:pt x="63973" y="33838"/>
                        <a:pt x="56129" y="27606"/>
                        <a:pt x="47086" y="27589"/>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sp>
        <p:nvSpPr>
          <p:cNvPr id="43" name="Arrow: Pentagon 277">
            <a:extLst>
              <a:ext uri="{FF2B5EF4-FFF2-40B4-BE49-F238E27FC236}">
                <a16:creationId xmlns:a16="http://schemas.microsoft.com/office/drawing/2014/main" id="{13ADFB05-8E5D-1AC0-A8B8-2F8663F99AD4}"/>
              </a:ext>
            </a:extLst>
          </p:cNvPr>
          <p:cNvSpPr/>
          <p:nvPr/>
        </p:nvSpPr>
        <p:spPr>
          <a:xfrm>
            <a:off x="1075577" y="1362494"/>
            <a:ext cx="1643664" cy="964154"/>
          </a:xfrm>
          <a:prstGeom prst="homePlate">
            <a:avLst>
              <a:gd name="adj" fmla="val 30009"/>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21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Initiate</a:t>
            </a:r>
          </a:p>
        </p:txBody>
      </p:sp>
      <p:sp>
        <p:nvSpPr>
          <p:cNvPr id="44" name="Arrow: Pentagon 277">
            <a:extLst>
              <a:ext uri="{FF2B5EF4-FFF2-40B4-BE49-F238E27FC236}">
                <a16:creationId xmlns:a16="http://schemas.microsoft.com/office/drawing/2014/main" id="{A3161E05-E786-2B85-FD24-5AC30E75E304}"/>
              </a:ext>
            </a:extLst>
          </p:cNvPr>
          <p:cNvSpPr/>
          <p:nvPr/>
        </p:nvSpPr>
        <p:spPr>
          <a:xfrm>
            <a:off x="14299" y="1362494"/>
            <a:ext cx="1376502" cy="964154"/>
          </a:xfrm>
          <a:prstGeom prst="homePlate">
            <a:avLst>
              <a:gd name="adj" fmla="val 30009"/>
            </a:avLst>
          </a:prstGeom>
          <a:solidFill>
            <a:schemeClr val="bg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Discover</a:t>
            </a:r>
          </a:p>
        </p:txBody>
      </p:sp>
      <p:grpSp>
        <p:nvGrpSpPr>
          <p:cNvPr id="45" name="Group 44">
            <a:extLst>
              <a:ext uri="{FF2B5EF4-FFF2-40B4-BE49-F238E27FC236}">
                <a16:creationId xmlns:a16="http://schemas.microsoft.com/office/drawing/2014/main" id="{2499F5A1-8A40-1D8B-5FC9-5305C8840ADE}"/>
              </a:ext>
            </a:extLst>
          </p:cNvPr>
          <p:cNvGrpSpPr/>
          <p:nvPr/>
        </p:nvGrpSpPr>
        <p:grpSpPr>
          <a:xfrm>
            <a:off x="433241" y="1484737"/>
            <a:ext cx="471791" cy="471791"/>
            <a:chOff x="1650814" y="1570462"/>
            <a:chExt cx="471791" cy="471791"/>
          </a:xfrm>
        </p:grpSpPr>
        <p:sp>
          <p:nvSpPr>
            <p:cNvPr id="56" name="Oval 55">
              <a:extLst>
                <a:ext uri="{FF2B5EF4-FFF2-40B4-BE49-F238E27FC236}">
                  <a16:creationId xmlns:a16="http://schemas.microsoft.com/office/drawing/2014/main" id="{091DC4C6-B039-8EEB-B296-7D8755B3C20E}"/>
                </a:ext>
              </a:extLst>
            </p:cNvPr>
            <p:cNvSpPr/>
            <p:nvPr/>
          </p:nvSpPr>
          <p:spPr>
            <a:xfrm>
              <a:off x="1650814"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57" name="Graphic 43">
              <a:extLst>
                <a:ext uri="{FF2B5EF4-FFF2-40B4-BE49-F238E27FC236}">
                  <a16:creationId xmlns:a16="http://schemas.microsoft.com/office/drawing/2014/main" id="{11BC1DA1-F09A-490B-9CBE-BC8310447980}"/>
                </a:ext>
              </a:extLst>
            </p:cNvPr>
            <p:cNvGrpSpPr/>
            <p:nvPr/>
          </p:nvGrpSpPr>
          <p:grpSpPr>
            <a:xfrm>
              <a:off x="1750604" y="1669584"/>
              <a:ext cx="272210" cy="273546"/>
              <a:chOff x="1759940" y="1793479"/>
              <a:chExt cx="449934" cy="452143"/>
            </a:xfrm>
          </p:grpSpPr>
          <p:sp>
            <p:nvSpPr>
              <p:cNvPr id="58" name="Freeform: Shape 57">
                <a:extLst>
                  <a:ext uri="{FF2B5EF4-FFF2-40B4-BE49-F238E27FC236}">
                    <a16:creationId xmlns:a16="http://schemas.microsoft.com/office/drawing/2014/main" id="{74ADC575-0580-9A5C-0203-F5A3CC66B3B0}"/>
                  </a:ext>
                </a:extLst>
              </p:cNvPr>
              <p:cNvSpPr/>
              <p:nvPr/>
            </p:nvSpPr>
            <p:spPr>
              <a:xfrm>
                <a:off x="1759940"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0" y="43107"/>
                      <a:pt x="0" y="33458"/>
                      <a:pt x="0" y="21554"/>
                    </a:cubicBezTo>
                    <a:cubicBezTo>
                      <a:pt x="0" y="9650"/>
                      <a:pt x="9650" y="0"/>
                      <a:pt x="21554" y="0"/>
                    </a:cubicBezTo>
                    <a:lnTo>
                      <a:pt x="61967" y="0"/>
                    </a:lnTo>
                    <a:cubicBezTo>
                      <a:pt x="73871" y="0"/>
                      <a:pt x="83521" y="9650"/>
                      <a:pt x="83521" y="21554"/>
                    </a:cubicBezTo>
                    <a:cubicBezTo>
                      <a:pt x="83521" y="33458"/>
                      <a:pt x="73871" y="43107"/>
                      <a:pt x="61967" y="43107"/>
                    </a:cubicBezTo>
                    <a:close/>
                  </a:path>
                </a:pathLst>
              </a:custGeom>
              <a:solidFill>
                <a:srgbClr val="EF463C"/>
              </a:solidFill>
              <a:ln w="2667" cap="flat">
                <a:noFill/>
                <a:prstDash val="solid"/>
                <a:miter/>
              </a:ln>
            </p:spPr>
            <p:txBody>
              <a:bodyPr rtlCol="0" anchor="ctr"/>
              <a:lstStyle/>
              <a:p>
                <a:endParaRPr lang="en-MY"/>
              </a:p>
            </p:txBody>
          </p:sp>
          <p:grpSp>
            <p:nvGrpSpPr>
              <p:cNvPr id="59" name="Graphic 43">
                <a:extLst>
                  <a:ext uri="{FF2B5EF4-FFF2-40B4-BE49-F238E27FC236}">
                    <a16:creationId xmlns:a16="http://schemas.microsoft.com/office/drawing/2014/main" id="{3398A96A-C98B-E237-19C1-7843EC53AD58}"/>
                  </a:ext>
                </a:extLst>
              </p:cNvPr>
              <p:cNvGrpSpPr/>
              <p:nvPr/>
            </p:nvGrpSpPr>
            <p:grpSpPr>
              <a:xfrm>
                <a:off x="1853403" y="1895374"/>
                <a:ext cx="263656" cy="350248"/>
                <a:chOff x="1853403" y="1895374"/>
                <a:chExt cx="263656" cy="350248"/>
              </a:xfrm>
            </p:grpSpPr>
            <p:sp>
              <p:nvSpPr>
                <p:cNvPr id="64" name="Freeform: Shape 63">
                  <a:extLst>
                    <a:ext uri="{FF2B5EF4-FFF2-40B4-BE49-F238E27FC236}">
                      <a16:creationId xmlns:a16="http://schemas.microsoft.com/office/drawing/2014/main" id="{1223E9E4-1649-94D9-6402-BB6CFF891DE8}"/>
                    </a:ext>
                  </a:extLst>
                </p:cNvPr>
                <p:cNvSpPr/>
                <p:nvPr/>
              </p:nvSpPr>
              <p:spPr>
                <a:xfrm>
                  <a:off x="1853403" y="1895374"/>
                  <a:ext cx="263656" cy="256435"/>
                </a:xfrm>
                <a:custGeom>
                  <a:avLst/>
                  <a:gdLst>
                    <a:gd name="connsiteX0" fmla="*/ 182506 w 263656"/>
                    <a:gd name="connsiteY0" fmla="*/ 256436 h 256435"/>
                    <a:gd name="connsiteX1" fmla="*/ 160954 w 263656"/>
                    <a:gd name="connsiteY1" fmla="*/ 234879 h 256435"/>
                    <a:gd name="connsiteX2" fmla="*/ 174936 w 263656"/>
                    <a:gd name="connsiteY2" fmla="*/ 214702 h 256435"/>
                    <a:gd name="connsiteX3" fmla="*/ 220549 w 263656"/>
                    <a:gd name="connsiteY3" fmla="*/ 128891 h 256435"/>
                    <a:gd name="connsiteX4" fmla="*/ 131828 w 263656"/>
                    <a:gd name="connsiteY4" fmla="*/ 43107 h 256435"/>
                    <a:gd name="connsiteX5" fmla="*/ 43107 w 263656"/>
                    <a:gd name="connsiteY5" fmla="*/ 128891 h 256435"/>
                    <a:gd name="connsiteX6" fmla="*/ 90310 w 263656"/>
                    <a:gd name="connsiteY6" fmla="*/ 214271 h 256435"/>
                    <a:gd name="connsiteX7" fmla="*/ 103140 w 263656"/>
                    <a:gd name="connsiteY7" fmla="*/ 241922 h 256435"/>
                    <a:gd name="connsiteX8" fmla="*/ 75490 w 263656"/>
                    <a:gd name="connsiteY8" fmla="*/ 254752 h 256435"/>
                    <a:gd name="connsiteX9" fmla="*/ 74630 w 263656"/>
                    <a:gd name="connsiteY9" fmla="*/ 254415 h 256435"/>
                    <a:gd name="connsiteX10" fmla="*/ 0 w 263656"/>
                    <a:gd name="connsiteY10" fmla="*/ 128891 h 256435"/>
                    <a:gd name="connsiteX11" fmla="*/ 131828 w 263656"/>
                    <a:gd name="connsiteY11" fmla="*/ 0 h 256435"/>
                    <a:gd name="connsiteX12" fmla="*/ 263656 w 263656"/>
                    <a:gd name="connsiteY12" fmla="*/ 128891 h 256435"/>
                    <a:gd name="connsiteX13" fmla="*/ 190077 w 263656"/>
                    <a:gd name="connsiteY13" fmla="*/ 255062 h 256435"/>
                    <a:gd name="connsiteX14" fmla="*/ 182506 w 263656"/>
                    <a:gd name="connsiteY14" fmla="*/ 256436 h 25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656" h="256435">
                      <a:moveTo>
                        <a:pt x="182506" y="256436"/>
                      </a:moveTo>
                      <a:cubicBezTo>
                        <a:pt x="170603" y="256436"/>
                        <a:pt x="160953" y="246785"/>
                        <a:pt x="160954" y="234879"/>
                      </a:cubicBezTo>
                      <a:cubicBezTo>
                        <a:pt x="160955" y="225897"/>
                        <a:pt x="166527" y="217857"/>
                        <a:pt x="174936" y="214702"/>
                      </a:cubicBezTo>
                      <a:cubicBezTo>
                        <a:pt x="205192" y="203360"/>
                        <a:pt x="220549" y="174478"/>
                        <a:pt x="220549" y="128891"/>
                      </a:cubicBezTo>
                      <a:cubicBezTo>
                        <a:pt x="220549" y="79183"/>
                        <a:pt x="183234" y="43107"/>
                        <a:pt x="131828" y="43107"/>
                      </a:cubicBezTo>
                      <a:cubicBezTo>
                        <a:pt x="80422" y="43107"/>
                        <a:pt x="43107" y="79183"/>
                        <a:pt x="43107" y="128891"/>
                      </a:cubicBezTo>
                      <a:cubicBezTo>
                        <a:pt x="43107" y="159417"/>
                        <a:pt x="51190" y="198941"/>
                        <a:pt x="90310" y="214271"/>
                      </a:cubicBezTo>
                      <a:cubicBezTo>
                        <a:pt x="101488" y="218364"/>
                        <a:pt x="107233" y="230744"/>
                        <a:pt x="103140" y="241922"/>
                      </a:cubicBezTo>
                      <a:cubicBezTo>
                        <a:pt x="99048" y="253100"/>
                        <a:pt x="86669" y="258844"/>
                        <a:pt x="75490" y="254752"/>
                      </a:cubicBezTo>
                      <a:cubicBezTo>
                        <a:pt x="75201" y="254644"/>
                        <a:pt x="74914" y="254533"/>
                        <a:pt x="74630" y="254415"/>
                      </a:cubicBezTo>
                      <a:cubicBezTo>
                        <a:pt x="26511" y="235555"/>
                        <a:pt x="0" y="191020"/>
                        <a:pt x="0" y="128891"/>
                      </a:cubicBezTo>
                      <a:cubicBezTo>
                        <a:pt x="0" y="55393"/>
                        <a:pt x="56579" y="0"/>
                        <a:pt x="131828" y="0"/>
                      </a:cubicBezTo>
                      <a:cubicBezTo>
                        <a:pt x="207078" y="0"/>
                        <a:pt x="263656" y="55474"/>
                        <a:pt x="263656" y="128891"/>
                      </a:cubicBezTo>
                      <a:cubicBezTo>
                        <a:pt x="263656" y="210364"/>
                        <a:pt x="223647" y="242480"/>
                        <a:pt x="190077" y="255062"/>
                      </a:cubicBezTo>
                      <a:cubicBezTo>
                        <a:pt x="187655" y="255970"/>
                        <a:pt x="185093" y="256436"/>
                        <a:pt x="182506" y="256436"/>
                      </a:cubicBezTo>
                      <a:close/>
                    </a:path>
                  </a:pathLst>
                </a:custGeom>
                <a:solidFill>
                  <a:srgbClr val="C42828"/>
                </a:solidFill>
                <a:ln w="2667" cap="flat">
                  <a:noFill/>
                  <a:prstDash val="solid"/>
                  <a:miter/>
                </a:ln>
              </p:spPr>
              <p:txBody>
                <a:bodyPr rtlCol="0" anchor="ctr"/>
                <a:lstStyle/>
                <a:p>
                  <a:endParaRPr lang="en-MY"/>
                </a:p>
              </p:txBody>
            </p:sp>
            <p:sp>
              <p:nvSpPr>
                <p:cNvPr id="65" name="Freeform: Shape 64">
                  <a:extLst>
                    <a:ext uri="{FF2B5EF4-FFF2-40B4-BE49-F238E27FC236}">
                      <a16:creationId xmlns:a16="http://schemas.microsoft.com/office/drawing/2014/main" id="{5E17D433-1B99-BE80-F2D8-EF84E2D928E3}"/>
                    </a:ext>
                  </a:extLst>
                </p:cNvPr>
                <p:cNvSpPr/>
                <p:nvPr/>
              </p:nvSpPr>
              <p:spPr>
                <a:xfrm>
                  <a:off x="1923883" y="2151082"/>
                  <a:ext cx="122883" cy="43107"/>
                </a:xfrm>
                <a:custGeom>
                  <a:avLst/>
                  <a:gdLst>
                    <a:gd name="connsiteX0" fmla="*/ 101330 w 122883"/>
                    <a:gd name="connsiteY0" fmla="*/ 43107 h 43107"/>
                    <a:gd name="connsiteX1" fmla="*/ 21554 w 122883"/>
                    <a:gd name="connsiteY1" fmla="*/ 43107 h 43107"/>
                    <a:gd name="connsiteX2" fmla="*/ 0 w 122883"/>
                    <a:gd name="connsiteY2" fmla="*/ 21554 h 43107"/>
                    <a:gd name="connsiteX3" fmla="*/ 21554 w 122883"/>
                    <a:gd name="connsiteY3" fmla="*/ 0 h 43107"/>
                    <a:gd name="connsiteX4" fmla="*/ 101330 w 122883"/>
                    <a:gd name="connsiteY4" fmla="*/ 0 h 43107"/>
                    <a:gd name="connsiteX5" fmla="*/ 122883 w 122883"/>
                    <a:gd name="connsiteY5" fmla="*/ 21554 h 43107"/>
                    <a:gd name="connsiteX6" fmla="*/ 101330 w 122883"/>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883" h="43107">
                      <a:moveTo>
                        <a:pt x="101330" y="43107"/>
                      </a:moveTo>
                      <a:lnTo>
                        <a:pt x="21554" y="43107"/>
                      </a:lnTo>
                      <a:cubicBezTo>
                        <a:pt x="9650" y="43107"/>
                        <a:pt x="0" y="33457"/>
                        <a:pt x="0" y="21554"/>
                      </a:cubicBezTo>
                      <a:cubicBezTo>
                        <a:pt x="0" y="9651"/>
                        <a:pt x="9650" y="0"/>
                        <a:pt x="21554" y="0"/>
                      </a:cubicBezTo>
                      <a:lnTo>
                        <a:pt x="101330" y="0"/>
                      </a:lnTo>
                      <a:cubicBezTo>
                        <a:pt x="113233" y="0"/>
                        <a:pt x="122883" y="9651"/>
                        <a:pt x="122883" y="21554"/>
                      </a:cubicBezTo>
                      <a:cubicBezTo>
                        <a:pt x="122883" y="33457"/>
                        <a:pt x="113233" y="43107"/>
                        <a:pt x="101330" y="43107"/>
                      </a:cubicBezTo>
                      <a:close/>
                    </a:path>
                  </a:pathLst>
                </a:custGeom>
                <a:solidFill>
                  <a:srgbClr val="EF463C"/>
                </a:solidFill>
                <a:ln w="2667" cap="flat">
                  <a:noFill/>
                  <a:prstDash val="solid"/>
                  <a:miter/>
                </a:ln>
              </p:spPr>
              <p:txBody>
                <a:bodyPr rtlCol="0" anchor="ctr"/>
                <a:lstStyle/>
                <a:p>
                  <a:endParaRPr lang="en-MY"/>
                </a:p>
              </p:txBody>
            </p:sp>
            <p:sp>
              <p:nvSpPr>
                <p:cNvPr id="66" name="Freeform: Shape 65">
                  <a:extLst>
                    <a:ext uri="{FF2B5EF4-FFF2-40B4-BE49-F238E27FC236}">
                      <a16:creationId xmlns:a16="http://schemas.microsoft.com/office/drawing/2014/main" id="{B01E9FF2-B0E6-AB02-1109-73980EC45E2D}"/>
                    </a:ext>
                  </a:extLst>
                </p:cNvPr>
                <p:cNvSpPr/>
                <p:nvPr/>
              </p:nvSpPr>
              <p:spPr>
                <a:xfrm>
                  <a:off x="1923883" y="2202515"/>
                  <a:ext cx="120835" cy="43107"/>
                </a:xfrm>
                <a:custGeom>
                  <a:avLst/>
                  <a:gdLst>
                    <a:gd name="connsiteX0" fmla="*/ 99282 w 120835"/>
                    <a:gd name="connsiteY0" fmla="*/ 43107 h 43107"/>
                    <a:gd name="connsiteX1" fmla="*/ 21554 w 120835"/>
                    <a:gd name="connsiteY1" fmla="*/ 43107 h 43107"/>
                    <a:gd name="connsiteX2" fmla="*/ 0 w 120835"/>
                    <a:gd name="connsiteY2" fmla="*/ 21554 h 43107"/>
                    <a:gd name="connsiteX3" fmla="*/ 21554 w 120835"/>
                    <a:gd name="connsiteY3" fmla="*/ 0 h 43107"/>
                    <a:gd name="connsiteX4" fmla="*/ 99282 w 120835"/>
                    <a:gd name="connsiteY4" fmla="*/ 0 h 43107"/>
                    <a:gd name="connsiteX5" fmla="*/ 120836 w 120835"/>
                    <a:gd name="connsiteY5" fmla="*/ 21554 h 43107"/>
                    <a:gd name="connsiteX6" fmla="*/ 99282 w 120835"/>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35" h="43107">
                      <a:moveTo>
                        <a:pt x="99282" y="43107"/>
                      </a:moveTo>
                      <a:lnTo>
                        <a:pt x="21554" y="43107"/>
                      </a:lnTo>
                      <a:cubicBezTo>
                        <a:pt x="9650" y="43107"/>
                        <a:pt x="0" y="33457"/>
                        <a:pt x="0" y="21554"/>
                      </a:cubicBezTo>
                      <a:cubicBezTo>
                        <a:pt x="0" y="9651"/>
                        <a:pt x="9650" y="0"/>
                        <a:pt x="21554" y="0"/>
                      </a:cubicBezTo>
                      <a:lnTo>
                        <a:pt x="99282" y="0"/>
                      </a:lnTo>
                      <a:cubicBezTo>
                        <a:pt x="111185" y="0"/>
                        <a:pt x="120836" y="9651"/>
                        <a:pt x="120836" y="21554"/>
                      </a:cubicBezTo>
                      <a:cubicBezTo>
                        <a:pt x="120836" y="33457"/>
                        <a:pt x="111185" y="43107"/>
                        <a:pt x="99282" y="43107"/>
                      </a:cubicBezTo>
                      <a:close/>
                    </a:path>
                  </a:pathLst>
                </a:custGeom>
                <a:solidFill>
                  <a:srgbClr val="EF463C"/>
                </a:solidFill>
                <a:ln w="2667" cap="flat">
                  <a:noFill/>
                  <a:prstDash val="solid"/>
                  <a:miter/>
                </a:ln>
              </p:spPr>
              <p:txBody>
                <a:bodyPr rtlCol="0" anchor="ctr"/>
                <a:lstStyle/>
                <a:p>
                  <a:endParaRPr lang="en-MY"/>
                </a:p>
              </p:txBody>
            </p:sp>
            <p:sp>
              <p:nvSpPr>
                <p:cNvPr id="67" name="Freeform: Shape 66">
                  <a:extLst>
                    <a:ext uri="{FF2B5EF4-FFF2-40B4-BE49-F238E27FC236}">
                      <a16:creationId xmlns:a16="http://schemas.microsoft.com/office/drawing/2014/main" id="{FE6E04CE-DEC3-46E8-ECE1-A075D6AD1230}"/>
                    </a:ext>
                  </a:extLst>
                </p:cNvPr>
                <p:cNvSpPr/>
                <p:nvPr/>
              </p:nvSpPr>
              <p:spPr>
                <a:xfrm>
                  <a:off x="1915154" y="2109268"/>
                  <a:ext cx="140341" cy="136354"/>
                </a:xfrm>
                <a:custGeom>
                  <a:avLst/>
                  <a:gdLst>
                    <a:gd name="connsiteX0" fmla="*/ 118788 w 140341"/>
                    <a:gd name="connsiteY0" fmla="*/ 136354 h 136354"/>
                    <a:gd name="connsiteX1" fmla="*/ 21554 w 140341"/>
                    <a:gd name="connsiteY1" fmla="*/ 136354 h 136354"/>
                    <a:gd name="connsiteX2" fmla="*/ 0 w 140341"/>
                    <a:gd name="connsiteY2" fmla="*/ 114801 h 136354"/>
                    <a:gd name="connsiteX3" fmla="*/ 0 w 140341"/>
                    <a:gd name="connsiteY3" fmla="*/ 21554 h 136354"/>
                    <a:gd name="connsiteX4" fmla="*/ 21554 w 140341"/>
                    <a:gd name="connsiteY4" fmla="*/ 0 h 136354"/>
                    <a:gd name="connsiteX5" fmla="*/ 43107 w 140341"/>
                    <a:gd name="connsiteY5" fmla="*/ 21554 h 136354"/>
                    <a:gd name="connsiteX6" fmla="*/ 43107 w 140341"/>
                    <a:gd name="connsiteY6" fmla="*/ 93247 h 136354"/>
                    <a:gd name="connsiteX7" fmla="*/ 97234 w 140341"/>
                    <a:gd name="connsiteY7" fmla="*/ 93247 h 136354"/>
                    <a:gd name="connsiteX8" fmla="*/ 97234 w 140341"/>
                    <a:gd name="connsiteY8" fmla="*/ 22955 h 136354"/>
                    <a:gd name="connsiteX9" fmla="*/ 118788 w 140341"/>
                    <a:gd name="connsiteY9" fmla="*/ 1401 h 136354"/>
                    <a:gd name="connsiteX10" fmla="*/ 140342 w 140341"/>
                    <a:gd name="connsiteY10" fmla="*/ 22955 h 136354"/>
                    <a:gd name="connsiteX11" fmla="*/ 140342 w 140341"/>
                    <a:gd name="connsiteY11" fmla="*/ 114801 h 136354"/>
                    <a:gd name="connsiteX12" fmla="*/ 118788 w 140341"/>
                    <a:gd name="connsiteY12" fmla="*/ 136354 h 13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341" h="136354">
                      <a:moveTo>
                        <a:pt x="118788" y="136354"/>
                      </a:moveTo>
                      <a:lnTo>
                        <a:pt x="21554" y="136354"/>
                      </a:lnTo>
                      <a:cubicBezTo>
                        <a:pt x="9650" y="136354"/>
                        <a:pt x="0" y="126704"/>
                        <a:pt x="0" y="114801"/>
                      </a:cubicBezTo>
                      <a:lnTo>
                        <a:pt x="0" y="21554"/>
                      </a:lnTo>
                      <a:cubicBezTo>
                        <a:pt x="0" y="9651"/>
                        <a:pt x="9650" y="0"/>
                        <a:pt x="21554" y="0"/>
                      </a:cubicBezTo>
                      <a:cubicBezTo>
                        <a:pt x="33458" y="0"/>
                        <a:pt x="43107" y="9651"/>
                        <a:pt x="43107" y="21554"/>
                      </a:cubicBezTo>
                      <a:lnTo>
                        <a:pt x="43107" y="93247"/>
                      </a:lnTo>
                      <a:lnTo>
                        <a:pt x="97234" y="93247"/>
                      </a:lnTo>
                      <a:lnTo>
                        <a:pt x="97234" y="22955"/>
                      </a:lnTo>
                      <a:cubicBezTo>
                        <a:pt x="97234" y="11052"/>
                        <a:pt x="106885" y="1401"/>
                        <a:pt x="118788" y="1401"/>
                      </a:cubicBezTo>
                      <a:cubicBezTo>
                        <a:pt x="130691" y="1401"/>
                        <a:pt x="140342" y="11052"/>
                        <a:pt x="140342" y="22955"/>
                      </a:cubicBezTo>
                      <a:lnTo>
                        <a:pt x="140342" y="114801"/>
                      </a:lnTo>
                      <a:cubicBezTo>
                        <a:pt x="140342" y="126704"/>
                        <a:pt x="130691" y="136354"/>
                        <a:pt x="118788" y="136354"/>
                      </a:cubicBezTo>
                      <a:close/>
                    </a:path>
                  </a:pathLst>
                </a:custGeom>
                <a:solidFill>
                  <a:srgbClr val="C42828"/>
                </a:solidFill>
                <a:ln w="2667" cap="flat">
                  <a:noFill/>
                  <a:prstDash val="solid"/>
                  <a:miter/>
                </a:ln>
              </p:spPr>
              <p:txBody>
                <a:bodyPr rtlCol="0" anchor="ctr"/>
                <a:lstStyle/>
                <a:p>
                  <a:endParaRPr lang="en-MY"/>
                </a:p>
              </p:txBody>
            </p:sp>
          </p:grpSp>
          <p:sp>
            <p:nvSpPr>
              <p:cNvPr id="60" name="Freeform: Shape 59">
                <a:extLst>
                  <a:ext uri="{FF2B5EF4-FFF2-40B4-BE49-F238E27FC236}">
                    <a16:creationId xmlns:a16="http://schemas.microsoft.com/office/drawing/2014/main" id="{1A5F0EC5-DD45-25DF-591B-9EF9D66D54FA}"/>
                  </a:ext>
                </a:extLst>
              </p:cNvPr>
              <p:cNvSpPr/>
              <p:nvPr/>
            </p:nvSpPr>
            <p:spPr>
              <a:xfrm>
                <a:off x="2078461" y="1845892"/>
                <a:ext cx="77396" cy="77393"/>
              </a:xfrm>
              <a:custGeom>
                <a:avLst/>
                <a:gdLst>
                  <a:gd name="connsiteX0" fmla="*/ 21543 w 77396"/>
                  <a:gd name="connsiteY0" fmla="*/ 77394 h 77393"/>
                  <a:gd name="connsiteX1" fmla="*/ 0 w 77396"/>
                  <a:gd name="connsiteY1" fmla="*/ 55830 h 77393"/>
                  <a:gd name="connsiteX2" fmla="*/ 6321 w 77396"/>
                  <a:gd name="connsiteY2" fmla="*/ 40591 h 77393"/>
                  <a:gd name="connsiteX3" fmla="*/ 40591 w 77396"/>
                  <a:gd name="connsiteY3" fmla="*/ 6320 h 77393"/>
                  <a:gd name="connsiteX4" fmla="*/ 71076 w 77396"/>
                  <a:gd name="connsiteY4" fmla="*/ 6307 h 77393"/>
                  <a:gd name="connsiteX5" fmla="*/ 71090 w 77396"/>
                  <a:gd name="connsiteY5" fmla="*/ 36792 h 77393"/>
                  <a:gd name="connsiteX6" fmla="*/ 36792 w 77396"/>
                  <a:gd name="connsiteY6" fmla="*/ 71089 h 77393"/>
                  <a:gd name="connsiteX7" fmla="*/ 21543 w 77396"/>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6" h="77393">
                    <a:moveTo>
                      <a:pt x="21543" y="77394"/>
                    </a:moveTo>
                    <a:cubicBezTo>
                      <a:pt x="9640" y="77388"/>
                      <a:pt x="-5" y="67734"/>
                      <a:pt x="0" y="55830"/>
                    </a:cubicBezTo>
                    <a:cubicBezTo>
                      <a:pt x="3" y="50113"/>
                      <a:pt x="2277" y="44631"/>
                      <a:pt x="6321" y="40591"/>
                    </a:cubicBezTo>
                    <a:lnTo>
                      <a:pt x="40591" y="6320"/>
                    </a:lnTo>
                    <a:cubicBezTo>
                      <a:pt x="49005" y="-2101"/>
                      <a:pt x="62654" y="-2108"/>
                      <a:pt x="71076" y="6307"/>
                    </a:cubicBezTo>
                    <a:cubicBezTo>
                      <a:pt x="79498" y="14722"/>
                      <a:pt x="79504" y="28370"/>
                      <a:pt x="71090" y="36792"/>
                    </a:cubicBezTo>
                    <a:lnTo>
                      <a:pt x="36792" y="71089"/>
                    </a:lnTo>
                    <a:cubicBezTo>
                      <a:pt x="32746" y="75130"/>
                      <a:pt x="27260" y="77398"/>
                      <a:pt x="21543" y="77394"/>
                    </a:cubicBezTo>
                    <a:close/>
                  </a:path>
                </a:pathLst>
              </a:custGeom>
              <a:solidFill>
                <a:srgbClr val="EF463C"/>
              </a:solidFill>
              <a:ln w="2667" cap="flat">
                <a:noFill/>
                <a:prstDash val="solid"/>
                <a:miter/>
              </a:ln>
            </p:spPr>
            <p:txBody>
              <a:bodyPr rtlCol="0" anchor="ctr"/>
              <a:lstStyle/>
              <a:p>
                <a:endParaRPr lang="en-MY"/>
              </a:p>
            </p:txBody>
          </p:sp>
          <p:sp>
            <p:nvSpPr>
              <p:cNvPr id="61" name="Freeform: Shape 60">
                <a:extLst>
                  <a:ext uri="{FF2B5EF4-FFF2-40B4-BE49-F238E27FC236}">
                    <a16:creationId xmlns:a16="http://schemas.microsoft.com/office/drawing/2014/main" id="{AF416B38-75C7-5E67-533F-518091D5D43F}"/>
                  </a:ext>
                </a:extLst>
              </p:cNvPr>
              <p:cNvSpPr/>
              <p:nvPr/>
            </p:nvSpPr>
            <p:spPr>
              <a:xfrm>
                <a:off x="1811694" y="1845165"/>
                <a:ext cx="77397" cy="77393"/>
              </a:xfrm>
              <a:custGeom>
                <a:avLst/>
                <a:gdLst>
                  <a:gd name="connsiteX0" fmla="*/ 55854 w 77397"/>
                  <a:gd name="connsiteY0" fmla="*/ 77394 h 77393"/>
                  <a:gd name="connsiteX1" fmla="*/ 40604 w 77397"/>
                  <a:gd name="connsiteY1" fmla="*/ 71089 h 77393"/>
                  <a:gd name="connsiteX2" fmla="*/ 6307 w 77397"/>
                  <a:gd name="connsiteY2" fmla="*/ 36792 h 77393"/>
                  <a:gd name="connsiteX3" fmla="*/ 6320 w 77397"/>
                  <a:gd name="connsiteY3" fmla="*/ 6307 h 77393"/>
                  <a:gd name="connsiteX4" fmla="*/ 36805 w 77397"/>
                  <a:gd name="connsiteY4" fmla="*/ 6320 h 77393"/>
                  <a:gd name="connsiteX5" fmla="*/ 71103 w 77397"/>
                  <a:gd name="connsiteY5" fmla="*/ 40618 h 77393"/>
                  <a:gd name="connsiteX6" fmla="*/ 71066 w 77397"/>
                  <a:gd name="connsiteY6" fmla="*/ 71099 h 77393"/>
                  <a:gd name="connsiteX7" fmla="*/ 55854 w 77397"/>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7" h="77393">
                    <a:moveTo>
                      <a:pt x="55854" y="77394"/>
                    </a:moveTo>
                    <a:cubicBezTo>
                      <a:pt x="50135" y="77398"/>
                      <a:pt x="44650" y="75130"/>
                      <a:pt x="40604" y="71089"/>
                    </a:cubicBezTo>
                    <a:lnTo>
                      <a:pt x="6307" y="36792"/>
                    </a:lnTo>
                    <a:cubicBezTo>
                      <a:pt x="-2108" y="28370"/>
                      <a:pt x="-2101" y="14722"/>
                      <a:pt x="6320" y="6307"/>
                    </a:cubicBezTo>
                    <a:cubicBezTo>
                      <a:pt x="14742" y="-2108"/>
                      <a:pt x="28391" y="-2101"/>
                      <a:pt x="36805" y="6320"/>
                    </a:cubicBezTo>
                    <a:lnTo>
                      <a:pt x="71103" y="40618"/>
                    </a:lnTo>
                    <a:cubicBezTo>
                      <a:pt x="79510" y="49045"/>
                      <a:pt x="79493" y="62692"/>
                      <a:pt x="71066" y="71099"/>
                    </a:cubicBezTo>
                    <a:cubicBezTo>
                      <a:pt x="67028" y="75128"/>
                      <a:pt x="61558" y="77391"/>
                      <a:pt x="55854" y="77394"/>
                    </a:cubicBezTo>
                    <a:close/>
                  </a:path>
                </a:pathLst>
              </a:custGeom>
              <a:solidFill>
                <a:srgbClr val="EF463C"/>
              </a:solidFill>
              <a:ln w="2667" cap="flat">
                <a:noFill/>
                <a:prstDash val="solid"/>
                <a:miter/>
              </a:ln>
            </p:spPr>
            <p:txBody>
              <a:bodyPr rtlCol="0" anchor="ctr"/>
              <a:lstStyle/>
              <a:p>
                <a:endParaRPr lang="en-MY"/>
              </a:p>
            </p:txBody>
          </p:sp>
          <p:sp>
            <p:nvSpPr>
              <p:cNvPr id="62" name="Freeform: Shape 61">
                <a:extLst>
                  <a:ext uri="{FF2B5EF4-FFF2-40B4-BE49-F238E27FC236}">
                    <a16:creationId xmlns:a16="http://schemas.microsoft.com/office/drawing/2014/main" id="{0059C989-021A-051C-A150-2DB81E8787DD}"/>
                  </a:ext>
                </a:extLst>
              </p:cNvPr>
              <p:cNvSpPr/>
              <p:nvPr/>
            </p:nvSpPr>
            <p:spPr>
              <a:xfrm>
                <a:off x="1964108" y="1793479"/>
                <a:ext cx="43107" cy="91603"/>
              </a:xfrm>
              <a:custGeom>
                <a:avLst/>
                <a:gdLst>
                  <a:gd name="connsiteX0" fmla="*/ 21554 w 43107"/>
                  <a:gd name="connsiteY0" fmla="*/ 91603 h 91603"/>
                  <a:gd name="connsiteX1" fmla="*/ 0 w 43107"/>
                  <a:gd name="connsiteY1" fmla="*/ 70050 h 91603"/>
                  <a:gd name="connsiteX2" fmla="*/ 0 w 43107"/>
                  <a:gd name="connsiteY2" fmla="*/ 21554 h 91603"/>
                  <a:gd name="connsiteX3" fmla="*/ 21554 w 43107"/>
                  <a:gd name="connsiteY3" fmla="*/ 0 h 91603"/>
                  <a:gd name="connsiteX4" fmla="*/ 43107 w 43107"/>
                  <a:gd name="connsiteY4" fmla="*/ 21554 h 91603"/>
                  <a:gd name="connsiteX5" fmla="*/ 43107 w 43107"/>
                  <a:gd name="connsiteY5" fmla="*/ 70050 h 91603"/>
                  <a:gd name="connsiteX6" fmla="*/ 21554 w 43107"/>
                  <a:gd name="connsiteY6" fmla="*/ 91603 h 91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107" h="91603">
                    <a:moveTo>
                      <a:pt x="21554" y="91603"/>
                    </a:moveTo>
                    <a:cubicBezTo>
                      <a:pt x="9650" y="91603"/>
                      <a:pt x="0" y="81954"/>
                      <a:pt x="0" y="70050"/>
                    </a:cubicBezTo>
                    <a:lnTo>
                      <a:pt x="0" y="21554"/>
                    </a:lnTo>
                    <a:cubicBezTo>
                      <a:pt x="0" y="9650"/>
                      <a:pt x="9650" y="0"/>
                      <a:pt x="21554" y="0"/>
                    </a:cubicBezTo>
                    <a:cubicBezTo>
                      <a:pt x="33458" y="0"/>
                      <a:pt x="43107" y="9650"/>
                      <a:pt x="43107" y="21554"/>
                    </a:cubicBezTo>
                    <a:lnTo>
                      <a:pt x="43107" y="70050"/>
                    </a:lnTo>
                    <a:cubicBezTo>
                      <a:pt x="43107" y="81954"/>
                      <a:pt x="33458" y="91603"/>
                      <a:pt x="21554" y="91603"/>
                    </a:cubicBezTo>
                    <a:close/>
                  </a:path>
                </a:pathLst>
              </a:custGeom>
              <a:solidFill>
                <a:srgbClr val="EF463C"/>
              </a:solidFill>
              <a:ln w="2667" cap="flat">
                <a:noFill/>
                <a:prstDash val="solid"/>
                <a:miter/>
              </a:ln>
            </p:spPr>
            <p:txBody>
              <a:bodyPr rtlCol="0" anchor="ctr"/>
              <a:lstStyle/>
              <a:p>
                <a:endParaRPr lang="en-MY"/>
              </a:p>
            </p:txBody>
          </p:sp>
          <p:sp>
            <p:nvSpPr>
              <p:cNvPr id="63" name="Freeform: Shape 62">
                <a:extLst>
                  <a:ext uri="{FF2B5EF4-FFF2-40B4-BE49-F238E27FC236}">
                    <a16:creationId xmlns:a16="http://schemas.microsoft.com/office/drawing/2014/main" id="{90EB7380-7167-136B-E5A6-0CFCC2911B3A}"/>
                  </a:ext>
                </a:extLst>
              </p:cNvPr>
              <p:cNvSpPr/>
              <p:nvPr/>
            </p:nvSpPr>
            <p:spPr>
              <a:xfrm>
                <a:off x="2126354"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1" y="43107"/>
                      <a:pt x="0" y="33458"/>
                      <a:pt x="0" y="21554"/>
                    </a:cubicBezTo>
                    <a:cubicBezTo>
                      <a:pt x="0" y="9650"/>
                      <a:pt x="9651" y="0"/>
                      <a:pt x="21554" y="0"/>
                    </a:cubicBezTo>
                    <a:lnTo>
                      <a:pt x="61967" y="0"/>
                    </a:lnTo>
                    <a:cubicBezTo>
                      <a:pt x="73870" y="0"/>
                      <a:pt x="83521" y="9650"/>
                      <a:pt x="83521" y="21554"/>
                    </a:cubicBezTo>
                    <a:cubicBezTo>
                      <a:pt x="83521" y="33458"/>
                      <a:pt x="73870" y="43107"/>
                      <a:pt x="61967" y="43107"/>
                    </a:cubicBezTo>
                    <a:close/>
                  </a:path>
                </a:pathLst>
              </a:custGeom>
              <a:solidFill>
                <a:srgbClr val="EF463C"/>
              </a:solidFill>
              <a:ln w="2667" cap="flat">
                <a:noFill/>
                <a:prstDash val="solid"/>
                <a:miter/>
              </a:ln>
            </p:spPr>
            <p:txBody>
              <a:bodyPr rtlCol="0" anchor="ctr"/>
              <a:lstStyle/>
              <a:p>
                <a:endParaRPr lang="en-MY"/>
              </a:p>
            </p:txBody>
          </p:sp>
        </p:grpSp>
      </p:grpSp>
      <p:grpSp>
        <p:nvGrpSpPr>
          <p:cNvPr id="46" name="Group 45">
            <a:extLst>
              <a:ext uri="{FF2B5EF4-FFF2-40B4-BE49-F238E27FC236}">
                <a16:creationId xmlns:a16="http://schemas.microsoft.com/office/drawing/2014/main" id="{2FFCA32F-9E23-CCDD-DCA2-16BCDF9BE87D}"/>
              </a:ext>
            </a:extLst>
          </p:cNvPr>
          <p:cNvGrpSpPr/>
          <p:nvPr/>
        </p:nvGrpSpPr>
        <p:grpSpPr>
          <a:xfrm>
            <a:off x="1650814" y="1484737"/>
            <a:ext cx="471791" cy="471791"/>
            <a:chOff x="433241" y="1570462"/>
            <a:chExt cx="471791" cy="471791"/>
          </a:xfrm>
        </p:grpSpPr>
        <p:sp>
          <p:nvSpPr>
            <p:cNvPr id="47" name="Oval 46">
              <a:extLst>
                <a:ext uri="{FF2B5EF4-FFF2-40B4-BE49-F238E27FC236}">
                  <a16:creationId xmlns:a16="http://schemas.microsoft.com/office/drawing/2014/main" id="{A9470F8C-95EF-31F8-1F38-5F3B57BAFFDC}"/>
                </a:ext>
              </a:extLst>
            </p:cNvPr>
            <p:cNvSpPr/>
            <p:nvPr/>
          </p:nvSpPr>
          <p:spPr>
            <a:xfrm>
              <a:off x="433241"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48" name="Group 47">
              <a:extLst>
                <a:ext uri="{FF2B5EF4-FFF2-40B4-BE49-F238E27FC236}">
                  <a16:creationId xmlns:a16="http://schemas.microsoft.com/office/drawing/2014/main" id="{D647B461-2C89-428A-2D06-E692996B8FA4}"/>
                </a:ext>
              </a:extLst>
            </p:cNvPr>
            <p:cNvGrpSpPr/>
            <p:nvPr/>
          </p:nvGrpSpPr>
          <p:grpSpPr>
            <a:xfrm>
              <a:off x="543450" y="1674683"/>
              <a:ext cx="251373" cy="260212"/>
              <a:chOff x="738790" y="2040956"/>
              <a:chExt cx="251373" cy="260212"/>
            </a:xfrm>
          </p:grpSpPr>
          <p:sp>
            <p:nvSpPr>
              <p:cNvPr id="49" name="Freeform 176">
                <a:extLst>
                  <a:ext uri="{FF2B5EF4-FFF2-40B4-BE49-F238E27FC236}">
                    <a16:creationId xmlns:a16="http://schemas.microsoft.com/office/drawing/2014/main" id="{5495EB9F-6BB4-F7D2-BCA0-81D7AE7FC942}"/>
                  </a:ext>
                </a:extLst>
              </p:cNvPr>
              <p:cNvSpPr/>
              <p:nvPr/>
            </p:nvSpPr>
            <p:spPr>
              <a:xfrm>
                <a:off x="738790" y="2134679"/>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4"/>
                      <a:pt x="5614" y="0"/>
                      <a:pt x="12540" y="0"/>
                    </a:cubicBezTo>
                    <a:lnTo>
                      <a:pt x="65163" y="0"/>
                    </a:lnTo>
                    <a:cubicBezTo>
                      <a:pt x="72089" y="0"/>
                      <a:pt x="77703" y="5614"/>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0" name="Freeform 177">
                <a:extLst>
                  <a:ext uri="{FF2B5EF4-FFF2-40B4-BE49-F238E27FC236}">
                    <a16:creationId xmlns:a16="http://schemas.microsoft.com/office/drawing/2014/main" id="{75B39E82-498E-B95B-897A-A6ED65B915C0}"/>
                  </a:ext>
                </a:extLst>
              </p:cNvPr>
              <p:cNvSpPr/>
              <p:nvPr/>
            </p:nvSpPr>
            <p:spPr>
              <a:xfrm>
                <a:off x="738790" y="2223465"/>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5"/>
                      <a:pt x="5614" y="0"/>
                      <a:pt x="12540" y="0"/>
                    </a:cubicBezTo>
                    <a:lnTo>
                      <a:pt x="65163" y="0"/>
                    </a:lnTo>
                    <a:cubicBezTo>
                      <a:pt x="72089" y="0"/>
                      <a:pt x="77703" y="5615"/>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1" name="Freeform 178">
                <a:extLst>
                  <a:ext uri="{FF2B5EF4-FFF2-40B4-BE49-F238E27FC236}">
                    <a16:creationId xmlns:a16="http://schemas.microsoft.com/office/drawing/2014/main" id="{F6BE36F6-E422-DB97-516C-9719633DFCE9}"/>
                  </a:ext>
                </a:extLst>
              </p:cNvPr>
              <p:cNvSpPr/>
              <p:nvPr/>
            </p:nvSpPr>
            <p:spPr>
              <a:xfrm>
                <a:off x="791413" y="2082057"/>
                <a:ext cx="86732" cy="104006"/>
              </a:xfrm>
              <a:custGeom>
                <a:avLst/>
                <a:gdLst>
                  <a:gd name="connsiteX0" fmla="*/ 74192 w 86732"/>
                  <a:gd name="connsiteY0" fmla="*/ 104006 h 104006"/>
                  <a:gd name="connsiteX1" fmla="*/ 12540 w 86732"/>
                  <a:gd name="connsiteY1" fmla="*/ 104006 h 104006"/>
                  <a:gd name="connsiteX2" fmla="*/ 0 w 86732"/>
                  <a:gd name="connsiteY2" fmla="*/ 91466 h 104006"/>
                  <a:gd name="connsiteX3" fmla="*/ 12540 w 86732"/>
                  <a:gd name="connsiteY3" fmla="*/ 78926 h 104006"/>
                  <a:gd name="connsiteX4" fmla="*/ 61651 w 86732"/>
                  <a:gd name="connsiteY4" fmla="*/ 78926 h 104006"/>
                  <a:gd name="connsiteX5" fmla="*/ 61651 w 86732"/>
                  <a:gd name="connsiteY5" fmla="*/ 12540 h 104006"/>
                  <a:gd name="connsiteX6" fmla="*/ 74192 w 86732"/>
                  <a:gd name="connsiteY6" fmla="*/ 0 h 104006"/>
                  <a:gd name="connsiteX7" fmla="*/ 86732 w 86732"/>
                  <a:gd name="connsiteY7" fmla="*/ 12540 h 104006"/>
                  <a:gd name="connsiteX8" fmla="*/ 86732 w 86732"/>
                  <a:gd name="connsiteY8" fmla="*/ 91466 h 104006"/>
                  <a:gd name="connsiteX9" fmla="*/ 74192 w 86732"/>
                  <a:gd name="connsiteY9" fmla="*/ 104006 h 10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732" h="104006">
                    <a:moveTo>
                      <a:pt x="74192" y="104006"/>
                    </a:moveTo>
                    <a:lnTo>
                      <a:pt x="12540" y="104006"/>
                    </a:lnTo>
                    <a:cubicBezTo>
                      <a:pt x="5614" y="104006"/>
                      <a:pt x="0" y="98392"/>
                      <a:pt x="0" y="91466"/>
                    </a:cubicBezTo>
                    <a:cubicBezTo>
                      <a:pt x="0" y="84540"/>
                      <a:pt x="5614" y="78926"/>
                      <a:pt x="12540" y="78926"/>
                    </a:cubicBezTo>
                    <a:lnTo>
                      <a:pt x="61651" y="78926"/>
                    </a:lnTo>
                    <a:lnTo>
                      <a:pt x="61651" y="12540"/>
                    </a:lnTo>
                    <a:cubicBezTo>
                      <a:pt x="61651" y="5614"/>
                      <a:pt x="67266" y="0"/>
                      <a:pt x="74192" y="0"/>
                    </a:cubicBezTo>
                    <a:cubicBezTo>
                      <a:pt x="81118" y="0"/>
                      <a:pt x="86732" y="5614"/>
                      <a:pt x="86732" y="12540"/>
                    </a:cubicBezTo>
                    <a:lnTo>
                      <a:pt x="86732" y="91466"/>
                    </a:lnTo>
                    <a:cubicBezTo>
                      <a:pt x="86732" y="98392"/>
                      <a:pt x="81118" y="104006"/>
                      <a:pt x="74192" y="104006"/>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2" name="Freeform 179">
                <a:extLst>
                  <a:ext uri="{FF2B5EF4-FFF2-40B4-BE49-F238E27FC236}">
                    <a16:creationId xmlns:a16="http://schemas.microsoft.com/office/drawing/2014/main" id="{25453C40-37D1-2649-283E-337126C0F9CE}"/>
                  </a:ext>
                </a:extLst>
              </p:cNvPr>
              <p:cNvSpPr/>
              <p:nvPr/>
            </p:nvSpPr>
            <p:spPr>
              <a:xfrm>
                <a:off x="853064" y="2160983"/>
                <a:ext cx="62701" cy="25080"/>
              </a:xfrm>
              <a:custGeom>
                <a:avLst/>
                <a:gdLst>
                  <a:gd name="connsiteX0" fmla="*/ 50161 w 62701"/>
                  <a:gd name="connsiteY0" fmla="*/ 25081 h 25080"/>
                  <a:gd name="connsiteX1" fmla="*/ 12540 w 62701"/>
                  <a:gd name="connsiteY1" fmla="*/ 25081 h 25080"/>
                  <a:gd name="connsiteX2" fmla="*/ 0 w 62701"/>
                  <a:gd name="connsiteY2" fmla="*/ 12540 h 25080"/>
                  <a:gd name="connsiteX3" fmla="*/ 12540 w 62701"/>
                  <a:gd name="connsiteY3" fmla="*/ 0 h 25080"/>
                  <a:gd name="connsiteX4" fmla="*/ 50161 w 62701"/>
                  <a:gd name="connsiteY4" fmla="*/ 0 h 25080"/>
                  <a:gd name="connsiteX5" fmla="*/ 62702 w 62701"/>
                  <a:gd name="connsiteY5" fmla="*/ 12540 h 25080"/>
                  <a:gd name="connsiteX6" fmla="*/ 50161 w 62701"/>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01" h="25080">
                    <a:moveTo>
                      <a:pt x="50161" y="25081"/>
                    </a:moveTo>
                    <a:lnTo>
                      <a:pt x="12540" y="25081"/>
                    </a:lnTo>
                    <a:cubicBezTo>
                      <a:pt x="5614" y="25081"/>
                      <a:pt x="0" y="19466"/>
                      <a:pt x="0" y="12540"/>
                    </a:cubicBezTo>
                    <a:cubicBezTo>
                      <a:pt x="0" y="5614"/>
                      <a:pt x="5614" y="0"/>
                      <a:pt x="12540" y="0"/>
                    </a:cubicBezTo>
                    <a:lnTo>
                      <a:pt x="50161" y="0"/>
                    </a:lnTo>
                    <a:cubicBezTo>
                      <a:pt x="57087" y="0"/>
                      <a:pt x="62702" y="5614"/>
                      <a:pt x="62702" y="12540"/>
                    </a:cubicBezTo>
                    <a:cubicBezTo>
                      <a:pt x="62702" y="19466"/>
                      <a:pt x="57087" y="25081"/>
                      <a:pt x="50161"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3" name="Freeform 180">
                <a:extLst>
                  <a:ext uri="{FF2B5EF4-FFF2-40B4-BE49-F238E27FC236}">
                    <a16:creationId xmlns:a16="http://schemas.microsoft.com/office/drawing/2014/main" id="{5D4BCD86-9D38-F350-20D1-239BA2EEC3B9}"/>
                  </a:ext>
                </a:extLst>
              </p:cNvPr>
              <p:cNvSpPr/>
              <p:nvPr/>
            </p:nvSpPr>
            <p:spPr>
              <a:xfrm>
                <a:off x="791413" y="2198196"/>
                <a:ext cx="161550" cy="76668"/>
              </a:xfrm>
              <a:custGeom>
                <a:avLst/>
                <a:gdLst>
                  <a:gd name="connsiteX0" fmla="*/ 149011 w 161550"/>
                  <a:gd name="connsiteY0" fmla="*/ 76669 h 76668"/>
                  <a:gd name="connsiteX1" fmla="*/ 12540 w 161550"/>
                  <a:gd name="connsiteY1" fmla="*/ 76669 h 76668"/>
                  <a:gd name="connsiteX2" fmla="*/ 0 w 161550"/>
                  <a:gd name="connsiteY2" fmla="*/ 64128 h 76668"/>
                  <a:gd name="connsiteX3" fmla="*/ 12540 w 161550"/>
                  <a:gd name="connsiteY3" fmla="*/ 51588 h 76668"/>
                  <a:gd name="connsiteX4" fmla="*/ 136470 w 161550"/>
                  <a:gd name="connsiteY4" fmla="*/ 51588 h 76668"/>
                  <a:gd name="connsiteX5" fmla="*/ 136470 w 161550"/>
                  <a:gd name="connsiteY5" fmla="*/ 12540 h 76668"/>
                  <a:gd name="connsiteX6" fmla="*/ 149011 w 161550"/>
                  <a:gd name="connsiteY6" fmla="*/ 0 h 76668"/>
                  <a:gd name="connsiteX7" fmla="*/ 161551 w 161550"/>
                  <a:gd name="connsiteY7" fmla="*/ 12540 h 76668"/>
                  <a:gd name="connsiteX8" fmla="*/ 161551 w 161550"/>
                  <a:gd name="connsiteY8" fmla="*/ 64128 h 76668"/>
                  <a:gd name="connsiteX9" fmla="*/ 149011 w 161550"/>
                  <a:gd name="connsiteY9" fmla="*/ 76669 h 7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550" h="76668">
                    <a:moveTo>
                      <a:pt x="149011" y="76669"/>
                    </a:moveTo>
                    <a:lnTo>
                      <a:pt x="12540" y="76669"/>
                    </a:lnTo>
                    <a:cubicBezTo>
                      <a:pt x="5614" y="76669"/>
                      <a:pt x="0" y="71054"/>
                      <a:pt x="0" y="64128"/>
                    </a:cubicBezTo>
                    <a:cubicBezTo>
                      <a:pt x="0" y="57203"/>
                      <a:pt x="5614" y="51588"/>
                      <a:pt x="12540" y="51588"/>
                    </a:cubicBezTo>
                    <a:lnTo>
                      <a:pt x="136470" y="51588"/>
                    </a:lnTo>
                    <a:lnTo>
                      <a:pt x="136470" y="12540"/>
                    </a:lnTo>
                    <a:cubicBezTo>
                      <a:pt x="136470" y="5615"/>
                      <a:pt x="142085" y="0"/>
                      <a:pt x="149011" y="0"/>
                    </a:cubicBezTo>
                    <a:cubicBezTo>
                      <a:pt x="155936" y="0"/>
                      <a:pt x="161551" y="5615"/>
                      <a:pt x="161551" y="12540"/>
                    </a:cubicBezTo>
                    <a:lnTo>
                      <a:pt x="161551" y="64128"/>
                    </a:lnTo>
                    <a:cubicBezTo>
                      <a:pt x="161551" y="71054"/>
                      <a:pt x="155936" y="76669"/>
                      <a:pt x="149011" y="76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4" name="Freeform 181">
                <a:extLst>
                  <a:ext uri="{FF2B5EF4-FFF2-40B4-BE49-F238E27FC236}">
                    <a16:creationId xmlns:a16="http://schemas.microsoft.com/office/drawing/2014/main" id="{F008D5EA-C38B-38C2-A1F5-2B2EF3DCB838}"/>
                  </a:ext>
                </a:extLst>
              </p:cNvPr>
              <p:cNvSpPr/>
              <p:nvPr/>
            </p:nvSpPr>
            <p:spPr>
              <a:xfrm>
                <a:off x="890683" y="2123775"/>
                <a:ext cx="99480" cy="99501"/>
              </a:xfrm>
              <a:custGeom>
                <a:avLst/>
                <a:gdLst>
                  <a:gd name="connsiteX0" fmla="*/ 49740 w 99480"/>
                  <a:gd name="connsiteY0" fmla="*/ 99502 h 99501"/>
                  <a:gd name="connsiteX1" fmla="*/ 40868 w 99480"/>
                  <a:gd name="connsiteY1" fmla="*/ 95834 h 99501"/>
                  <a:gd name="connsiteX2" fmla="*/ 3670 w 99480"/>
                  <a:gd name="connsiteY2" fmla="*/ 58620 h 99501"/>
                  <a:gd name="connsiteX3" fmla="*/ 3670 w 99480"/>
                  <a:gd name="connsiteY3" fmla="*/ 40891 h 99501"/>
                  <a:gd name="connsiteX4" fmla="*/ 40868 w 99480"/>
                  <a:gd name="connsiteY4" fmla="*/ 3678 h 99501"/>
                  <a:gd name="connsiteX5" fmla="*/ 58603 w 99480"/>
                  <a:gd name="connsiteY5" fmla="*/ 3668 h 99501"/>
                  <a:gd name="connsiteX6" fmla="*/ 58613 w 99480"/>
                  <a:gd name="connsiteY6" fmla="*/ 3678 h 99501"/>
                  <a:gd name="connsiteX7" fmla="*/ 95811 w 99480"/>
                  <a:gd name="connsiteY7" fmla="*/ 40891 h 99501"/>
                  <a:gd name="connsiteX8" fmla="*/ 95811 w 99480"/>
                  <a:gd name="connsiteY8" fmla="*/ 58620 h 99501"/>
                  <a:gd name="connsiteX9" fmla="*/ 58613 w 99480"/>
                  <a:gd name="connsiteY9" fmla="*/ 95834 h 99501"/>
                  <a:gd name="connsiteX10" fmla="*/ 49740 w 99480"/>
                  <a:gd name="connsiteY10" fmla="*/ 99502 h 99501"/>
                  <a:gd name="connsiteX11" fmla="*/ 30272 w 99480"/>
                  <a:gd name="connsiteY11" fmla="*/ 49748 h 99501"/>
                  <a:gd name="connsiteX12" fmla="*/ 49740 w 99480"/>
                  <a:gd name="connsiteY12" fmla="*/ 69233 h 99501"/>
                  <a:gd name="connsiteX13" fmla="*/ 69209 w 99480"/>
                  <a:gd name="connsiteY13" fmla="*/ 49748 h 99501"/>
                  <a:gd name="connsiteX14" fmla="*/ 49740 w 99480"/>
                  <a:gd name="connsiteY14" fmla="*/ 30279 h 9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480" h="99501">
                    <a:moveTo>
                      <a:pt x="49740" y="99502"/>
                    </a:moveTo>
                    <a:cubicBezTo>
                      <a:pt x="46414" y="99505"/>
                      <a:pt x="43223" y="98185"/>
                      <a:pt x="40868" y="95834"/>
                    </a:cubicBezTo>
                    <a:lnTo>
                      <a:pt x="3670" y="58620"/>
                    </a:lnTo>
                    <a:cubicBezTo>
                      <a:pt x="-1223" y="53724"/>
                      <a:pt x="-1223" y="45788"/>
                      <a:pt x="3670" y="40891"/>
                    </a:cubicBezTo>
                    <a:lnTo>
                      <a:pt x="40868" y="3678"/>
                    </a:lnTo>
                    <a:cubicBezTo>
                      <a:pt x="45762" y="-1222"/>
                      <a:pt x="53703" y="-1227"/>
                      <a:pt x="58603" y="3668"/>
                    </a:cubicBezTo>
                    <a:cubicBezTo>
                      <a:pt x="58607" y="3671"/>
                      <a:pt x="58610" y="3675"/>
                      <a:pt x="58613" y="3678"/>
                    </a:cubicBezTo>
                    <a:lnTo>
                      <a:pt x="95811" y="40891"/>
                    </a:lnTo>
                    <a:cubicBezTo>
                      <a:pt x="100704" y="45788"/>
                      <a:pt x="100704" y="53724"/>
                      <a:pt x="95811" y="58620"/>
                    </a:cubicBezTo>
                    <a:lnTo>
                      <a:pt x="58613" y="95834"/>
                    </a:lnTo>
                    <a:cubicBezTo>
                      <a:pt x="56258" y="98185"/>
                      <a:pt x="53067" y="99505"/>
                      <a:pt x="49740" y="99502"/>
                    </a:cubicBezTo>
                    <a:close/>
                    <a:moveTo>
                      <a:pt x="30272" y="49748"/>
                    </a:moveTo>
                    <a:lnTo>
                      <a:pt x="49740" y="69233"/>
                    </a:lnTo>
                    <a:lnTo>
                      <a:pt x="69209" y="49748"/>
                    </a:lnTo>
                    <a:lnTo>
                      <a:pt x="49740" y="30279"/>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5" name="Freeform 182">
                <a:extLst>
                  <a:ext uri="{FF2B5EF4-FFF2-40B4-BE49-F238E27FC236}">
                    <a16:creationId xmlns:a16="http://schemas.microsoft.com/office/drawing/2014/main" id="{F3A760DA-F4A1-43F1-4300-E9A448CD5B72}"/>
                  </a:ext>
                </a:extLst>
              </p:cNvPr>
              <p:cNvSpPr/>
              <p:nvPr/>
            </p:nvSpPr>
            <p:spPr>
              <a:xfrm>
                <a:off x="786397" y="2040956"/>
                <a:ext cx="158321" cy="66181"/>
              </a:xfrm>
              <a:custGeom>
                <a:avLst/>
                <a:gdLst>
                  <a:gd name="connsiteX0" fmla="*/ 145781 w 158321"/>
                  <a:gd name="connsiteY0" fmla="*/ 66182 h 66181"/>
                  <a:gd name="connsiteX1" fmla="*/ 12540 w 158321"/>
                  <a:gd name="connsiteY1" fmla="*/ 66182 h 66181"/>
                  <a:gd name="connsiteX2" fmla="*/ 0 w 158321"/>
                  <a:gd name="connsiteY2" fmla="*/ 53641 h 66181"/>
                  <a:gd name="connsiteX3" fmla="*/ 0 w 158321"/>
                  <a:gd name="connsiteY3" fmla="*/ 12540 h 66181"/>
                  <a:gd name="connsiteX4" fmla="*/ 12540 w 158321"/>
                  <a:gd name="connsiteY4" fmla="*/ 0 h 66181"/>
                  <a:gd name="connsiteX5" fmla="*/ 145781 w 158321"/>
                  <a:gd name="connsiteY5" fmla="*/ 0 h 66181"/>
                  <a:gd name="connsiteX6" fmla="*/ 158322 w 158321"/>
                  <a:gd name="connsiteY6" fmla="*/ 12540 h 66181"/>
                  <a:gd name="connsiteX7" fmla="*/ 158322 w 158321"/>
                  <a:gd name="connsiteY7" fmla="*/ 53641 h 66181"/>
                  <a:gd name="connsiteX8" fmla="*/ 145781 w 158321"/>
                  <a:gd name="connsiteY8" fmla="*/ 66182 h 66181"/>
                  <a:gd name="connsiteX9" fmla="*/ 25081 w 158321"/>
                  <a:gd name="connsiteY9" fmla="*/ 41101 h 66181"/>
                  <a:gd name="connsiteX10" fmla="*/ 133241 w 158321"/>
                  <a:gd name="connsiteY10" fmla="*/ 41101 h 66181"/>
                  <a:gd name="connsiteX11" fmla="*/ 133241 w 158321"/>
                  <a:gd name="connsiteY11" fmla="*/ 25081 h 66181"/>
                  <a:gd name="connsiteX12" fmla="*/ 25081 w 158321"/>
                  <a:gd name="connsiteY12" fmla="*/ 25081 h 6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321" h="66181">
                    <a:moveTo>
                      <a:pt x="145781" y="66182"/>
                    </a:moveTo>
                    <a:lnTo>
                      <a:pt x="12540" y="66182"/>
                    </a:lnTo>
                    <a:cubicBezTo>
                      <a:pt x="5614" y="66182"/>
                      <a:pt x="0" y="60567"/>
                      <a:pt x="0" y="53641"/>
                    </a:cubicBezTo>
                    <a:lnTo>
                      <a:pt x="0" y="12540"/>
                    </a:lnTo>
                    <a:cubicBezTo>
                      <a:pt x="0" y="5614"/>
                      <a:pt x="5614" y="0"/>
                      <a:pt x="12540" y="0"/>
                    </a:cubicBezTo>
                    <a:lnTo>
                      <a:pt x="145781" y="0"/>
                    </a:lnTo>
                    <a:cubicBezTo>
                      <a:pt x="152707" y="0"/>
                      <a:pt x="158322" y="5614"/>
                      <a:pt x="158322" y="12540"/>
                    </a:cubicBezTo>
                    <a:lnTo>
                      <a:pt x="158322" y="53641"/>
                    </a:lnTo>
                    <a:cubicBezTo>
                      <a:pt x="158322" y="60567"/>
                      <a:pt x="152707" y="66182"/>
                      <a:pt x="145781" y="66182"/>
                    </a:cubicBezTo>
                    <a:close/>
                    <a:moveTo>
                      <a:pt x="25081" y="41101"/>
                    </a:moveTo>
                    <a:lnTo>
                      <a:pt x="133241" y="41101"/>
                    </a:lnTo>
                    <a:lnTo>
                      <a:pt x="133241" y="25081"/>
                    </a:lnTo>
                    <a:lnTo>
                      <a:pt x="25081" y="25081"/>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41" name="Group 40">
            <a:extLst>
              <a:ext uri="{FF2B5EF4-FFF2-40B4-BE49-F238E27FC236}">
                <a16:creationId xmlns:a16="http://schemas.microsoft.com/office/drawing/2014/main" id="{2D1017A6-1941-4B76-9380-1BCC91DE58FE}"/>
              </a:ext>
            </a:extLst>
          </p:cNvPr>
          <p:cNvGrpSpPr/>
          <p:nvPr/>
        </p:nvGrpSpPr>
        <p:grpSpPr>
          <a:xfrm>
            <a:off x="10667997" y="-3"/>
            <a:ext cx="1143475" cy="828677"/>
            <a:chOff x="10667997" y="-3"/>
            <a:chExt cx="1143475" cy="828677"/>
          </a:xfrm>
        </p:grpSpPr>
        <p:sp>
          <p:nvSpPr>
            <p:cNvPr id="448" name="Round Same-side Corner of Rectangle 3">
              <a:extLst>
                <a:ext uri="{FF2B5EF4-FFF2-40B4-BE49-F238E27FC236}">
                  <a16:creationId xmlns:a16="http://schemas.microsoft.com/office/drawing/2014/main" id="{8CA3634B-027D-3BE1-EF3D-B92A37537E63}"/>
                </a:ext>
              </a:extLst>
            </p:cNvPr>
            <p:cNvSpPr/>
            <p:nvPr/>
          </p:nvSpPr>
          <p:spPr>
            <a:xfrm rot="10800000">
              <a:off x="10667997" y="-3"/>
              <a:ext cx="1143475" cy="828677"/>
            </a:xfrm>
            <a:prstGeom prst="round2SameRect">
              <a:avLst/>
            </a:prstGeom>
            <a:solidFill>
              <a:schemeClr val="bg1"/>
            </a:solidFill>
            <a:ln>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449" name="Picture 448">
              <a:extLst>
                <a:ext uri="{FF2B5EF4-FFF2-40B4-BE49-F238E27FC236}">
                  <a16:creationId xmlns:a16="http://schemas.microsoft.com/office/drawing/2014/main" id="{793FE28A-66EC-C951-4522-486ABFE119AD}"/>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0957794" y="135851"/>
              <a:ext cx="563880" cy="563880"/>
            </a:xfrm>
            <a:prstGeom prst="rect">
              <a:avLst/>
            </a:prstGeom>
          </p:spPr>
        </p:pic>
      </p:grpSp>
      <p:sp>
        <p:nvSpPr>
          <p:cNvPr id="450" name="Rectangle: Rounded Corners 449">
            <a:extLst>
              <a:ext uri="{FF2B5EF4-FFF2-40B4-BE49-F238E27FC236}">
                <a16:creationId xmlns:a16="http://schemas.microsoft.com/office/drawing/2014/main" id="{498BB3E0-39D7-0B12-C1D4-EBF2C60309B5}"/>
              </a:ext>
            </a:extLst>
          </p:cNvPr>
          <p:cNvSpPr/>
          <p:nvPr/>
        </p:nvSpPr>
        <p:spPr>
          <a:xfrm rot="5400000">
            <a:off x="9671694" y="4520463"/>
            <a:ext cx="220778" cy="2483261"/>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chemeClr val="bg1">
                    <a:lumMod val="75000"/>
                  </a:schemeClr>
                </a:solidFill>
                <a:latin typeface="Century Gothic" panose="020F0302020204030204"/>
              </a:rPr>
              <a:t>Transition to support organization</a:t>
            </a:r>
          </a:p>
        </p:txBody>
      </p:sp>
      <p:grpSp>
        <p:nvGrpSpPr>
          <p:cNvPr id="3" name="Group 2">
            <a:extLst>
              <a:ext uri="{FF2B5EF4-FFF2-40B4-BE49-F238E27FC236}">
                <a16:creationId xmlns:a16="http://schemas.microsoft.com/office/drawing/2014/main" id="{0FED19BB-2D48-B560-DB75-15778A8CDC45}"/>
              </a:ext>
            </a:extLst>
          </p:cNvPr>
          <p:cNvGrpSpPr/>
          <p:nvPr/>
        </p:nvGrpSpPr>
        <p:grpSpPr>
          <a:xfrm>
            <a:off x="2580762" y="4547584"/>
            <a:ext cx="889094" cy="1388894"/>
            <a:chOff x="2580762" y="4642428"/>
            <a:chExt cx="889094" cy="1388894"/>
          </a:xfrm>
          <a:solidFill>
            <a:schemeClr val="bg1">
              <a:lumMod val="85000"/>
            </a:schemeClr>
          </a:solidFill>
        </p:grpSpPr>
        <p:grpSp>
          <p:nvGrpSpPr>
            <p:cNvPr id="4" name="Group 3">
              <a:extLst>
                <a:ext uri="{FF2B5EF4-FFF2-40B4-BE49-F238E27FC236}">
                  <a16:creationId xmlns:a16="http://schemas.microsoft.com/office/drawing/2014/main" id="{A6321C78-91B2-E87C-933B-1FF6B21B924E}"/>
                </a:ext>
              </a:extLst>
            </p:cNvPr>
            <p:cNvGrpSpPr/>
            <p:nvPr/>
          </p:nvGrpSpPr>
          <p:grpSpPr>
            <a:xfrm>
              <a:off x="3053106" y="4658615"/>
              <a:ext cx="416750" cy="1346179"/>
              <a:chOff x="2420404" y="3780548"/>
              <a:chExt cx="416750" cy="1346179"/>
            </a:xfrm>
            <a:grpFill/>
          </p:grpSpPr>
          <p:grpSp>
            <p:nvGrpSpPr>
              <p:cNvPr id="453" name="Group 452">
                <a:extLst>
                  <a:ext uri="{FF2B5EF4-FFF2-40B4-BE49-F238E27FC236}">
                    <a16:creationId xmlns:a16="http://schemas.microsoft.com/office/drawing/2014/main" id="{42D22602-EFC0-E098-3296-48341C52B204}"/>
                  </a:ext>
                </a:extLst>
              </p:cNvPr>
              <p:cNvGrpSpPr/>
              <p:nvPr/>
            </p:nvGrpSpPr>
            <p:grpSpPr>
              <a:xfrm>
                <a:off x="2422409" y="3780548"/>
                <a:ext cx="414745" cy="288448"/>
                <a:chOff x="5605469" y="98036"/>
                <a:chExt cx="493294" cy="348272"/>
              </a:xfrm>
              <a:grpFill/>
            </p:grpSpPr>
            <p:sp>
              <p:nvSpPr>
                <p:cNvPr id="472" name="Rectangle 471">
                  <a:extLst>
                    <a:ext uri="{FF2B5EF4-FFF2-40B4-BE49-F238E27FC236}">
                      <a16:creationId xmlns:a16="http://schemas.microsoft.com/office/drawing/2014/main" id="{4406A2ED-2E05-43E6-D4CE-0E09559EA520}"/>
                    </a:ext>
                  </a:extLst>
                </p:cNvPr>
                <p:cNvSpPr/>
                <p:nvPr/>
              </p:nvSpPr>
              <p:spPr>
                <a:xfrm rot="16200000">
                  <a:off x="5541737" y="161768"/>
                  <a:ext cx="343463"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Must</a:t>
                  </a:r>
                </a:p>
              </p:txBody>
            </p:sp>
            <p:sp>
              <p:nvSpPr>
                <p:cNvPr id="473" name="Rectangle 472">
                  <a:extLst>
                    <a:ext uri="{FF2B5EF4-FFF2-40B4-BE49-F238E27FC236}">
                      <a16:creationId xmlns:a16="http://schemas.microsoft.com/office/drawing/2014/main" id="{BE8A3335-8EC4-D611-BC26-351890AAEF6C}"/>
                    </a:ext>
                  </a:extLst>
                </p:cNvPr>
                <p:cNvSpPr/>
                <p:nvPr/>
              </p:nvSpPr>
              <p:spPr>
                <a:xfrm>
                  <a:off x="5819080" y="9803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74" name="Rectangle 473">
                  <a:extLst>
                    <a:ext uri="{FF2B5EF4-FFF2-40B4-BE49-F238E27FC236}">
                      <a16:creationId xmlns:a16="http://schemas.microsoft.com/office/drawing/2014/main" id="{21BD9539-557A-0B8E-BFD6-AD356EC643EE}"/>
                    </a:ext>
                  </a:extLst>
                </p:cNvPr>
                <p:cNvSpPr/>
                <p:nvPr/>
              </p:nvSpPr>
              <p:spPr>
                <a:xfrm>
                  <a:off x="5819080" y="21357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75" name="Rectangle 474">
                  <a:extLst>
                    <a:ext uri="{FF2B5EF4-FFF2-40B4-BE49-F238E27FC236}">
                      <a16:creationId xmlns:a16="http://schemas.microsoft.com/office/drawing/2014/main" id="{5B442E37-845F-EB4D-8D4A-D56713A61157}"/>
                    </a:ext>
                  </a:extLst>
                </p:cNvPr>
                <p:cNvSpPr/>
                <p:nvPr/>
              </p:nvSpPr>
              <p:spPr>
                <a:xfrm>
                  <a:off x="5819080" y="329104"/>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grpSp>
          <p:grpSp>
            <p:nvGrpSpPr>
              <p:cNvPr id="454" name="Group 453">
                <a:extLst>
                  <a:ext uri="{FF2B5EF4-FFF2-40B4-BE49-F238E27FC236}">
                    <a16:creationId xmlns:a16="http://schemas.microsoft.com/office/drawing/2014/main" id="{1A9D728C-C7B6-B568-C0EF-9B5DBA0602B2}"/>
                  </a:ext>
                </a:extLst>
              </p:cNvPr>
              <p:cNvGrpSpPr/>
              <p:nvPr/>
            </p:nvGrpSpPr>
            <p:grpSpPr>
              <a:xfrm>
                <a:off x="2420404" y="4069954"/>
                <a:ext cx="416750" cy="292758"/>
                <a:chOff x="5603085" y="98036"/>
                <a:chExt cx="495678" cy="353475"/>
              </a:xfrm>
              <a:grpFill/>
            </p:grpSpPr>
            <p:sp>
              <p:nvSpPr>
                <p:cNvPr id="468" name="Rectangle 467">
                  <a:extLst>
                    <a:ext uri="{FF2B5EF4-FFF2-40B4-BE49-F238E27FC236}">
                      <a16:creationId xmlns:a16="http://schemas.microsoft.com/office/drawing/2014/main" id="{3DDDA07F-51C4-DBB8-AD94-6E258E18C07F}"/>
                    </a:ext>
                  </a:extLst>
                </p:cNvPr>
                <p:cNvSpPr/>
                <p:nvPr/>
              </p:nvSpPr>
              <p:spPr>
                <a:xfrm rot="16200000">
                  <a:off x="5534347" y="166774"/>
                  <a:ext cx="353475"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Should</a:t>
                  </a:r>
                </a:p>
              </p:txBody>
            </p:sp>
            <p:sp>
              <p:nvSpPr>
                <p:cNvPr id="469" name="Rectangle 468">
                  <a:extLst>
                    <a:ext uri="{FF2B5EF4-FFF2-40B4-BE49-F238E27FC236}">
                      <a16:creationId xmlns:a16="http://schemas.microsoft.com/office/drawing/2014/main" id="{14390A55-FB56-9AF6-AF9E-D8B3EE91823C}"/>
                    </a:ext>
                  </a:extLst>
                </p:cNvPr>
                <p:cNvSpPr/>
                <p:nvPr/>
              </p:nvSpPr>
              <p:spPr>
                <a:xfrm>
                  <a:off x="5819080" y="9803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70" name="Rectangle 469">
                  <a:extLst>
                    <a:ext uri="{FF2B5EF4-FFF2-40B4-BE49-F238E27FC236}">
                      <a16:creationId xmlns:a16="http://schemas.microsoft.com/office/drawing/2014/main" id="{BAF22986-3852-8C47-9EE4-DF08AADFFC9B}"/>
                    </a:ext>
                  </a:extLst>
                </p:cNvPr>
                <p:cNvSpPr/>
                <p:nvPr/>
              </p:nvSpPr>
              <p:spPr>
                <a:xfrm>
                  <a:off x="5819080" y="21357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71" name="Rectangle 470">
                  <a:extLst>
                    <a:ext uri="{FF2B5EF4-FFF2-40B4-BE49-F238E27FC236}">
                      <a16:creationId xmlns:a16="http://schemas.microsoft.com/office/drawing/2014/main" id="{6CE069D4-200E-F0DC-0D76-4387A82C6079}"/>
                    </a:ext>
                  </a:extLst>
                </p:cNvPr>
                <p:cNvSpPr/>
                <p:nvPr/>
              </p:nvSpPr>
              <p:spPr>
                <a:xfrm>
                  <a:off x="5819080" y="329104"/>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grpSp>
          <p:grpSp>
            <p:nvGrpSpPr>
              <p:cNvPr id="455" name="Group 454">
                <a:extLst>
                  <a:ext uri="{FF2B5EF4-FFF2-40B4-BE49-F238E27FC236}">
                    <a16:creationId xmlns:a16="http://schemas.microsoft.com/office/drawing/2014/main" id="{AC09490F-AB58-4499-B940-1F60B22C2DF8}"/>
                  </a:ext>
                </a:extLst>
              </p:cNvPr>
              <p:cNvGrpSpPr/>
              <p:nvPr/>
            </p:nvGrpSpPr>
            <p:grpSpPr>
              <a:xfrm>
                <a:off x="2426170" y="4741422"/>
                <a:ext cx="410909" cy="385305"/>
                <a:chOff x="6509524" y="-116502"/>
                <a:chExt cx="488731" cy="465216"/>
              </a:xfrm>
              <a:grpFill/>
            </p:grpSpPr>
            <p:sp>
              <p:nvSpPr>
                <p:cNvPr id="463" name="Rectangle 462">
                  <a:extLst>
                    <a:ext uri="{FF2B5EF4-FFF2-40B4-BE49-F238E27FC236}">
                      <a16:creationId xmlns:a16="http://schemas.microsoft.com/office/drawing/2014/main" id="{E596642E-F246-F90E-A765-7876C149FEE7}"/>
                    </a:ext>
                  </a:extLst>
                </p:cNvPr>
                <p:cNvSpPr/>
                <p:nvPr/>
              </p:nvSpPr>
              <p:spPr>
                <a:xfrm rot="16200000">
                  <a:off x="6384916" y="8106"/>
                  <a:ext cx="465216"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Would</a:t>
                  </a:r>
                </a:p>
              </p:txBody>
            </p:sp>
            <p:sp>
              <p:nvSpPr>
                <p:cNvPr id="464" name="Rectangle 463">
                  <a:extLst>
                    <a:ext uri="{FF2B5EF4-FFF2-40B4-BE49-F238E27FC236}">
                      <a16:creationId xmlns:a16="http://schemas.microsoft.com/office/drawing/2014/main" id="{3EC6DD4B-0756-6196-3AE6-82A53CF82F01}"/>
                    </a:ext>
                  </a:extLst>
                </p:cNvPr>
                <p:cNvSpPr/>
                <p:nvPr/>
              </p:nvSpPr>
              <p:spPr>
                <a:xfrm>
                  <a:off x="6718572" y="-116502"/>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65" name="Rectangle 464">
                  <a:extLst>
                    <a:ext uri="{FF2B5EF4-FFF2-40B4-BE49-F238E27FC236}">
                      <a16:creationId xmlns:a16="http://schemas.microsoft.com/office/drawing/2014/main" id="{8C981B93-FEC5-F060-3AE0-C64DAF2CE1A0}"/>
                    </a:ext>
                  </a:extLst>
                </p:cNvPr>
                <p:cNvSpPr/>
                <p:nvPr/>
              </p:nvSpPr>
              <p:spPr>
                <a:xfrm>
                  <a:off x="6718572" y="-968"/>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66" name="Rectangle 465">
                  <a:extLst>
                    <a:ext uri="{FF2B5EF4-FFF2-40B4-BE49-F238E27FC236}">
                      <a16:creationId xmlns:a16="http://schemas.microsoft.com/office/drawing/2014/main" id="{50CE7BA1-1167-A01F-B5C8-BC2DBEFBA6D7}"/>
                    </a:ext>
                  </a:extLst>
                </p:cNvPr>
                <p:cNvSpPr/>
                <p:nvPr/>
              </p:nvSpPr>
              <p:spPr>
                <a:xfrm>
                  <a:off x="6718572" y="11456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67" name="Rectangle 466">
                  <a:extLst>
                    <a:ext uri="{FF2B5EF4-FFF2-40B4-BE49-F238E27FC236}">
                      <a16:creationId xmlns:a16="http://schemas.microsoft.com/office/drawing/2014/main" id="{EEC4F147-F9F7-F22F-C99C-45F63F614CFB}"/>
                    </a:ext>
                  </a:extLst>
                </p:cNvPr>
                <p:cNvSpPr/>
                <p:nvPr/>
              </p:nvSpPr>
              <p:spPr>
                <a:xfrm>
                  <a:off x="6718572" y="23010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grpSp>
          <p:grpSp>
            <p:nvGrpSpPr>
              <p:cNvPr id="456" name="Group 455">
                <a:extLst>
                  <a:ext uri="{FF2B5EF4-FFF2-40B4-BE49-F238E27FC236}">
                    <a16:creationId xmlns:a16="http://schemas.microsoft.com/office/drawing/2014/main" id="{264EF2F7-1A70-E178-3B99-5CBDB0FA4EC9}"/>
                  </a:ext>
                </a:extLst>
              </p:cNvPr>
              <p:cNvGrpSpPr/>
              <p:nvPr/>
            </p:nvGrpSpPr>
            <p:grpSpPr>
              <a:xfrm>
                <a:off x="2421259" y="4359537"/>
                <a:ext cx="415895" cy="384137"/>
                <a:chOff x="5652381" y="91367"/>
                <a:chExt cx="494661" cy="463806"/>
              </a:xfrm>
              <a:grpFill/>
            </p:grpSpPr>
            <p:sp>
              <p:nvSpPr>
                <p:cNvPr id="457" name="Rectangle 456">
                  <a:extLst>
                    <a:ext uri="{FF2B5EF4-FFF2-40B4-BE49-F238E27FC236}">
                      <a16:creationId xmlns:a16="http://schemas.microsoft.com/office/drawing/2014/main" id="{8C80516E-E611-472C-C4E7-13F4709174F3}"/>
                    </a:ext>
                  </a:extLst>
                </p:cNvPr>
                <p:cNvSpPr/>
                <p:nvPr/>
              </p:nvSpPr>
              <p:spPr>
                <a:xfrm rot="16200000">
                  <a:off x="5528479" y="215269"/>
                  <a:ext cx="463803"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Could</a:t>
                  </a:r>
                </a:p>
              </p:txBody>
            </p:sp>
            <p:sp>
              <p:nvSpPr>
                <p:cNvPr id="458" name="Rectangle 457">
                  <a:extLst>
                    <a:ext uri="{FF2B5EF4-FFF2-40B4-BE49-F238E27FC236}">
                      <a16:creationId xmlns:a16="http://schemas.microsoft.com/office/drawing/2014/main" id="{D68223EE-8E5A-F1D7-63FE-4B94416540CA}"/>
                    </a:ext>
                  </a:extLst>
                </p:cNvPr>
                <p:cNvSpPr/>
                <p:nvPr/>
              </p:nvSpPr>
              <p:spPr>
                <a:xfrm>
                  <a:off x="5867359" y="91367"/>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59" name="Rectangle 458">
                  <a:extLst>
                    <a:ext uri="{FF2B5EF4-FFF2-40B4-BE49-F238E27FC236}">
                      <a16:creationId xmlns:a16="http://schemas.microsoft.com/office/drawing/2014/main" id="{3CD286BB-4A83-4544-1720-FC3E606D51D0}"/>
                    </a:ext>
                  </a:extLst>
                </p:cNvPr>
                <p:cNvSpPr/>
                <p:nvPr/>
              </p:nvSpPr>
              <p:spPr>
                <a:xfrm>
                  <a:off x="5867359" y="206901"/>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60" name="Rectangle 459">
                  <a:extLst>
                    <a:ext uri="{FF2B5EF4-FFF2-40B4-BE49-F238E27FC236}">
                      <a16:creationId xmlns:a16="http://schemas.microsoft.com/office/drawing/2014/main" id="{5F0EF620-47F4-61D0-39A0-FE69F7501E85}"/>
                    </a:ext>
                  </a:extLst>
                </p:cNvPr>
                <p:cNvSpPr/>
                <p:nvPr/>
              </p:nvSpPr>
              <p:spPr>
                <a:xfrm>
                  <a:off x="5867359" y="322435"/>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62" name="Rectangle 461">
                  <a:extLst>
                    <a:ext uri="{FF2B5EF4-FFF2-40B4-BE49-F238E27FC236}">
                      <a16:creationId xmlns:a16="http://schemas.microsoft.com/office/drawing/2014/main" id="{B325F7BE-AE59-1D2D-0D49-DA5E979540A3}"/>
                    </a:ext>
                  </a:extLst>
                </p:cNvPr>
                <p:cNvSpPr/>
                <p:nvPr/>
              </p:nvSpPr>
              <p:spPr>
                <a:xfrm>
                  <a:off x="5867359" y="437969"/>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grpSp>
        </p:grpSp>
        <p:sp>
          <p:nvSpPr>
            <p:cNvPr id="451" name="TextBox 450">
              <a:extLst>
                <a:ext uri="{FF2B5EF4-FFF2-40B4-BE49-F238E27FC236}">
                  <a16:creationId xmlns:a16="http://schemas.microsoft.com/office/drawing/2014/main" id="{D25AED40-CFD0-A350-5247-81F85EA9F873}"/>
                </a:ext>
              </a:extLst>
            </p:cNvPr>
            <p:cNvSpPr txBox="1"/>
            <p:nvPr/>
          </p:nvSpPr>
          <p:spPr>
            <a:xfrm rot="16200000">
              <a:off x="2221465" y="5260869"/>
              <a:ext cx="1372706" cy="168199"/>
            </a:xfrm>
            <a:prstGeom prst="rect">
              <a:avLst/>
            </a:prstGeom>
            <a:noFill/>
          </p:spPr>
          <p:txBody>
            <a:bodyPr wrap="square" lIns="36000" tIns="36000" rIns="36000" bIns="3600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Prioritized Blueprint Backlog</a:t>
              </a:r>
            </a:p>
          </p:txBody>
        </p:sp>
        <p:pic>
          <p:nvPicPr>
            <p:cNvPr id="452" name="Graphic 202" descr="Arrow: Counter-clockwise curve">
              <a:extLst>
                <a:ext uri="{FF2B5EF4-FFF2-40B4-BE49-F238E27FC236}">
                  <a16:creationId xmlns:a16="http://schemas.microsoft.com/office/drawing/2014/main" id="{BEF43A47-6B19-F0B0-E3F5-3499C75128CE}"/>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flipV="1">
              <a:off x="2580762" y="4642428"/>
              <a:ext cx="288774" cy="284465"/>
            </a:xfrm>
            <a:prstGeom prst="rect">
              <a:avLst/>
            </a:prstGeom>
          </p:spPr>
        </p:pic>
      </p:grpSp>
      <p:grpSp>
        <p:nvGrpSpPr>
          <p:cNvPr id="476" name="Group 475">
            <a:extLst>
              <a:ext uri="{FF2B5EF4-FFF2-40B4-BE49-F238E27FC236}">
                <a16:creationId xmlns:a16="http://schemas.microsoft.com/office/drawing/2014/main" id="{9B1830AC-472E-CF15-D2C3-D12D73544FBB}"/>
              </a:ext>
            </a:extLst>
          </p:cNvPr>
          <p:cNvGrpSpPr/>
          <p:nvPr/>
        </p:nvGrpSpPr>
        <p:grpSpPr>
          <a:xfrm>
            <a:off x="3595471" y="4157793"/>
            <a:ext cx="1053953" cy="1756846"/>
            <a:chOff x="3595471" y="4157793"/>
            <a:chExt cx="1053953" cy="1756846"/>
          </a:xfrm>
        </p:grpSpPr>
        <p:grpSp>
          <p:nvGrpSpPr>
            <p:cNvPr id="477" name="Group 476">
              <a:extLst>
                <a:ext uri="{FF2B5EF4-FFF2-40B4-BE49-F238E27FC236}">
                  <a16:creationId xmlns:a16="http://schemas.microsoft.com/office/drawing/2014/main" id="{478FEDA8-691A-2083-5D08-A028B34A70BB}"/>
                </a:ext>
              </a:extLst>
            </p:cNvPr>
            <p:cNvGrpSpPr/>
            <p:nvPr/>
          </p:nvGrpSpPr>
          <p:grpSpPr>
            <a:xfrm>
              <a:off x="4132040" y="4178579"/>
              <a:ext cx="517384" cy="1736060"/>
              <a:chOff x="3825805" y="4221882"/>
              <a:chExt cx="517384" cy="1736060"/>
            </a:xfrm>
            <a:solidFill>
              <a:schemeClr val="bg1">
                <a:lumMod val="85000"/>
              </a:schemeClr>
            </a:solidFill>
          </p:grpSpPr>
          <p:grpSp>
            <p:nvGrpSpPr>
              <p:cNvPr id="480" name="Group 479">
                <a:extLst>
                  <a:ext uri="{FF2B5EF4-FFF2-40B4-BE49-F238E27FC236}">
                    <a16:creationId xmlns:a16="http://schemas.microsoft.com/office/drawing/2014/main" id="{ED5C1947-2DB4-41D1-70BF-0AA91497DD4D}"/>
                  </a:ext>
                </a:extLst>
              </p:cNvPr>
              <p:cNvGrpSpPr/>
              <p:nvPr/>
            </p:nvGrpSpPr>
            <p:grpSpPr>
              <a:xfrm>
                <a:off x="3828293" y="4221882"/>
                <a:ext cx="514896" cy="370403"/>
                <a:chOff x="5605469" y="98036"/>
                <a:chExt cx="493294" cy="348272"/>
              </a:xfrm>
              <a:grpFill/>
            </p:grpSpPr>
            <p:sp>
              <p:nvSpPr>
                <p:cNvPr id="498" name="Rectangle 497">
                  <a:extLst>
                    <a:ext uri="{FF2B5EF4-FFF2-40B4-BE49-F238E27FC236}">
                      <a16:creationId xmlns:a16="http://schemas.microsoft.com/office/drawing/2014/main" id="{702A688F-C816-0AF4-25A6-BD4A7C5B57A9}"/>
                    </a:ext>
                  </a:extLst>
                </p:cNvPr>
                <p:cNvSpPr/>
                <p:nvPr/>
              </p:nvSpPr>
              <p:spPr>
                <a:xfrm rot="16200000">
                  <a:off x="5541737" y="161768"/>
                  <a:ext cx="343463"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Must</a:t>
                  </a:r>
                </a:p>
              </p:txBody>
            </p:sp>
            <p:sp>
              <p:nvSpPr>
                <p:cNvPr id="499" name="Rectangle 498">
                  <a:extLst>
                    <a:ext uri="{FF2B5EF4-FFF2-40B4-BE49-F238E27FC236}">
                      <a16:creationId xmlns:a16="http://schemas.microsoft.com/office/drawing/2014/main" id="{5A977FFE-855E-9BC2-AAB5-3B1AB03B2C49}"/>
                    </a:ext>
                  </a:extLst>
                </p:cNvPr>
                <p:cNvSpPr/>
                <p:nvPr/>
              </p:nvSpPr>
              <p:spPr>
                <a:xfrm>
                  <a:off x="5819080" y="9803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500" name="Rectangle 499">
                  <a:extLst>
                    <a:ext uri="{FF2B5EF4-FFF2-40B4-BE49-F238E27FC236}">
                      <a16:creationId xmlns:a16="http://schemas.microsoft.com/office/drawing/2014/main" id="{3B4C92D3-E418-28A9-4C9B-79E5E38737EA}"/>
                    </a:ext>
                  </a:extLst>
                </p:cNvPr>
                <p:cNvSpPr/>
                <p:nvPr/>
              </p:nvSpPr>
              <p:spPr>
                <a:xfrm>
                  <a:off x="5819080" y="21357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501" name="Rectangle 500">
                  <a:extLst>
                    <a:ext uri="{FF2B5EF4-FFF2-40B4-BE49-F238E27FC236}">
                      <a16:creationId xmlns:a16="http://schemas.microsoft.com/office/drawing/2014/main" id="{8B25C29D-66D0-2F04-1CC2-20B85C06091B}"/>
                    </a:ext>
                  </a:extLst>
                </p:cNvPr>
                <p:cNvSpPr/>
                <p:nvPr/>
              </p:nvSpPr>
              <p:spPr>
                <a:xfrm>
                  <a:off x="5819080" y="329104"/>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grpSp>
          <p:grpSp>
            <p:nvGrpSpPr>
              <p:cNvPr id="481" name="Group 480">
                <a:extLst>
                  <a:ext uri="{FF2B5EF4-FFF2-40B4-BE49-F238E27FC236}">
                    <a16:creationId xmlns:a16="http://schemas.microsoft.com/office/drawing/2014/main" id="{A8AF035A-328F-864C-0DD6-EE9F082ECEF2}"/>
                  </a:ext>
                </a:extLst>
              </p:cNvPr>
              <p:cNvGrpSpPr/>
              <p:nvPr/>
            </p:nvGrpSpPr>
            <p:grpSpPr>
              <a:xfrm>
                <a:off x="3825805" y="4593515"/>
                <a:ext cx="517384" cy="375937"/>
                <a:chOff x="5603085" y="98036"/>
                <a:chExt cx="495678" cy="353475"/>
              </a:xfrm>
              <a:grpFill/>
            </p:grpSpPr>
            <p:sp>
              <p:nvSpPr>
                <p:cNvPr id="494" name="Rectangle 493">
                  <a:extLst>
                    <a:ext uri="{FF2B5EF4-FFF2-40B4-BE49-F238E27FC236}">
                      <a16:creationId xmlns:a16="http://schemas.microsoft.com/office/drawing/2014/main" id="{9731B8C0-B389-4FD2-D51E-EDCE3B4BF65A}"/>
                    </a:ext>
                  </a:extLst>
                </p:cNvPr>
                <p:cNvSpPr/>
                <p:nvPr/>
              </p:nvSpPr>
              <p:spPr>
                <a:xfrm rot="16200000">
                  <a:off x="5534347" y="166774"/>
                  <a:ext cx="353475"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Should</a:t>
                  </a:r>
                </a:p>
              </p:txBody>
            </p:sp>
            <p:sp>
              <p:nvSpPr>
                <p:cNvPr id="495" name="Rectangle 494">
                  <a:extLst>
                    <a:ext uri="{FF2B5EF4-FFF2-40B4-BE49-F238E27FC236}">
                      <a16:creationId xmlns:a16="http://schemas.microsoft.com/office/drawing/2014/main" id="{8443731D-9D3E-A5D7-BCE0-DC864FA5D85B}"/>
                    </a:ext>
                  </a:extLst>
                </p:cNvPr>
                <p:cNvSpPr/>
                <p:nvPr/>
              </p:nvSpPr>
              <p:spPr>
                <a:xfrm>
                  <a:off x="5819080" y="9803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96" name="Rectangle 495">
                  <a:extLst>
                    <a:ext uri="{FF2B5EF4-FFF2-40B4-BE49-F238E27FC236}">
                      <a16:creationId xmlns:a16="http://schemas.microsoft.com/office/drawing/2014/main" id="{02C55A8B-B955-416B-C4C1-CFC6A45704BA}"/>
                    </a:ext>
                  </a:extLst>
                </p:cNvPr>
                <p:cNvSpPr/>
                <p:nvPr/>
              </p:nvSpPr>
              <p:spPr>
                <a:xfrm>
                  <a:off x="5819080" y="21357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97" name="Rectangle 496">
                  <a:extLst>
                    <a:ext uri="{FF2B5EF4-FFF2-40B4-BE49-F238E27FC236}">
                      <a16:creationId xmlns:a16="http://schemas.microsoft.com/office/drawing/2014/main" id="{E02D2CDC-5C8A-AE0C-B364-04B0934DD628}"/>
                    </a:ext>
                  </a:extLst>
                </p:cNvPr>
                <p:cNvSpPr/>
                <p:nvPr/>
              </p:nvSpPr>
              <p:spPr>
                <a:xfrm>
                  <a:off x="5819080" y="329104"/>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grpSp>
          <p:grpSp>
            <p:nvGrpSpPr>
              <p:cNvPr id="482" name="Group 481">
                <a:extLst>
                  <a:ext uri="{FF2B5EF4-FFF2-40B4-BE49-F238E27FC236}">
                    <a16:creationId xmlns:a16="http://schemas.microsoft.com/office/drawing/2014/main" id="{43E5BD1E-F313-A739-3FA1-5B86250E751D}"/>
                  </a:ext>
                </a:extLst>
              </p:cNvPr>
              <p:cNvGrpSpPr/>
              <p:nvPr/>
            </p:nvGrpSpPr>
            <p:grpSpPr>
              <a:xfrm>
                <a:off x="3832963" y="5463164"/>
                <a:ext cx="510133" cy="494778"/>
                <a:chOff x="6509524" y="-116502"/>
                <a:chExt cx="488731" cy="465216"/>
              </a:xfrm>
              <a:grpFill/>
            </p:grpSpPr>
            <p:sp>
              <p:nvSpPr>
                <p:cNvPr id="489" name="Rectangle 488">
                  <a:extLst>
                    <a:ext uri="{FF2B5EF4-FFF2-40B4-BE49-F238E27FC236}">
                      <a16:creationId xmlns:a16="http://schemas.microsoft.com/office/drawing/2014/main" id="{0E626897-4B93-6BD7-104B-36CEE178FFB2}"/>
                    </a:ext>
                  </a:extLst>
                </p:cNvPr>
                <p:cNvSpPr/>
                <p:nvPr/>
              </p:nvSpPr>
              <p:spPr>
                <a:xfrm rot="16200000">
                  <a:off x="6384916" y="8106"/>
                  <a:ext cx="465216"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Would</a:t>
                  </a:r>
                </a:p>
              </p:txBody>
            </p:sp>
            <p:sp>
              <p:nvSpPr>
                <p:cNvPr id="490" name="Rectangle 489">
                  <a:extLst>
                    <a:ext uri="{FF2B5EF4-FFF2-40B4-BE49-F238E27FC236}">
                      <a16:creationId xmlns:a16="http://schemas.microsoft.com/office/drawing/2014/main" id="{03156C0D-08E1-BD7D-D8FC-7E3872BF5922}"/>
                    </a:ext>
                  </a:extLst>
                </p:cNvPr>
                <p:cNvSpPr/>
                <p:nvPr/>
              </p:nvSpPr>
              <p:spPr>
                <a:xfrm>
                  <a:off x="6718572" y="-116502"/>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91" name="Rectangle 490">
                  <a:extLst>
                    <a:ext uri="{FF2B5EF4-FFF2-40B4-BE49-F238E27FC236}">
                      <a16:creationId xmlns:a16="http://schemas.microsoft.com/office/drawing/2014/main" id="{A3D8D772-0FBD-CDA1-F38D-D85196B840DE}"/>
                    </a:ext>
                  </a:extLst>
                </p:cNvPr>
                <p:cNvSpPr/>
                <p:nvPr/>
              </p:nvSpPr>
              <p:spPr>
                <a:xfrm>
                  <a:off x="6718572" y="-968"/>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92" name="Rectangle 491">
                  <a:extLst>
                    <a:ext uri="{FF2B5EF4-FFF2-40B4-BE49-F238E27FC236}">
                      <a16:creationId xmlns:a16="http://schemas.microsoft.com/office/drawing/2014/main" id="{B76A3A3D-9E1D-458F-9244-89F122FC31AB}"/>
                    </a:ext>
                  </a:extLst>
                </p:cNvPr>
                <p:cNvSpPr/>
                <p:nvPr/>
              </p:nvSpPr>
              <p:spPr>
                <a:xfrm>
                  <a:off x="6718572" y="11456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93" name="Rectangle 492">
                  <a:extLst>
                    <a:ext uri="{FF2B5EF4-FFF2-40B4-BE49-F238E27FC236}">
                      <a16:creationId xmlns:a16="http://schemas.microsoft.com/office/drawing/2014/main" id="{A992F8D1-586F-6C99-C59C-2674F08BD0A8}"/>
                    </a:ext>
                  </a:extLst>
                </p:cNvPr>
                <p:cNvSpPr/>
                <p:nvPr/>
              </p:nvSpPr>
              <p:spPr>
                <a:xfrm>
                  <a:off x="6718572" y="23010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grpSp>
          <p:grpSp>
            <p:nvGrpSpPr>
              <p:cNvPr id="483" name="Group 482">
                <a:extLst>
                  <a:ext uri="{FF2B5EF4-FFF2-40B4-BE49-F238E27FC236}">
                    <a16:creationId xmlns:a16="http://schemas.microsoft.com/office/drawing/2014/main" id="{EAF74E02-1B9E-6956-954E-EB6DCEFF7B19}"/>
                  </a:ext>
                </a:extLst>
              </p:cNvPr>
              <p:cNvGrpSpPr/>
              <p:nvPr/>
            </p:nvGrpSpPr>
            <p:grpSpPr>
              <a:xfrm>
                <a:off x="3826867" y="4965850"/>
                <a:ext cx="516322" cy="493279"/>
                <a:chOff x="5652381" y="91367"/>
                <a:chExt cx="494661" cy="463806"/>
              </a:xfrm>
              <a:grpFill/>
            </p:grpSpPr>
            <p:sp>
              <p:nvSpPr>
                <p:cNvPr id="484" name="Rectangle 483">
                  <a:extLst>
                    <a:ext uri="{FF2B5EF4-FFF2-40B4-BE49-F238E27FC236}">
                      <a16:creationId xmlns:a16="http://schemas.microsoft.com/office/drawing/2014/main" id="{1C4B92DF-84F2-30B1-6237-4D43B69B2118}"/>
                    </a:ext>
                  </a:extLst>
                </p:cNvPr>
                <p:cNvSpPr/>
                <p:nvPr/>
              </p:nvSpPr>
              <p:spPr>
                <a:xfrm rot="16200000">
                  <a:off x="5528479" y="215269"/>
                  <a:ext cx="463803"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Could</a:t>
                  </a:r>
                </a:p>
              </p:txBody>
            </p:sp>
            <p:sp>
              <p:nvSpPr>
                <p:cNvPr id="485" name="Rectangle 484">
                  <a:extLst>
                    <a:ext uri="{FF2B5EF4-FFF2-40B4-BE49-F238E27FC236}">
                      <a16:creationId xmlns:a16="http://schemas.microsoft.com/office/drawing/2014/main" id="{73C6DB00-726C-0CBF-EC34-8769C80BA92E}"/>
                    </a:ext>
                  </a:extLst>
                </p:cNvPr>
                <p:cNvSpPr/>
                <p:nvPr/>
              </p:nvSpPr>
              <p:spPr>
                <a:xfrm>
                  <a:off x="5867359" y="91367"/>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86" name="Rectangle 485">
                  <a:extLst>
                    <a:ext uri="{FF2B5EF4-FFF2-40B4-BE49-F238E27FC236}">
                      <a16:creationId xmlns:a16="http://schemas.microsoft.com/office/drawing/2014/main" id="{24D347BE-B2A2-3078-887E-621100AB545F}"/>
                    </a:ext>
                  </a:extLst>
                </p:cNvPr>
                <p:cNvSpPr/>
                <p:nvPr/>
              </p:nvSpPr>
              <p:spPr>
                <a:xfrm>
                  <a:off x="5867359" y="206901"/>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87" name="Rectangle 486">
                  <a:extLst>
                    <a:ext uri="{FF2B5EF4-FFF2-40B4-BE49-F238E27FC236}">
                      <a16:creationId xmlns:a16="http://schemas.microsoft.com/office/drawing/2014/main" id="{CB404DB4-80C7-8F29-41E6-002D3CAA3BD0}"/>
                    </a:ext>
                  </a:extLst>
                </p:cNvPr>
                <p:cNvSpPr/>
                <p:nvPr/>
              </p:nvSpPr>
              <p:spPr>
                <a:xfrm>
                  <a:off x="5867359" y="322435"/>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sp>
              <p:nvSpPr>
                <p:cNvPr id="488" name="Rectangle 487">
                  <a:extLst>
                    <a:ext uri="{FF2B5EF4-FFF2-40B4-BE49-F238E27FC236}">
                      <a16:creationId xmlns:a16="http://schemas.microsoft.com/office/drawing/2014/main" id="{8FC3A056-6DE3-A8CC-8C52-35623D563836}"/>
                    </a:ext>
                  </a:extLst>
                </p:cNvPr>
                <p:cNvSpPr/>
                <p:nvPr/>
              </p:nvSpPr>
              <p:spPr>
                <a:xfrm>
                  <a:off x="5867359" y="437969"/>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endParaRPr>
                </a:p>
              </p:txBody>
            </p:sp>
          </p:grpSp>
        </p:grpSp>
        <p:sp>
          <p:nvSpPr>
            <p:cNvPr id="478" name="TextBox 477">
              <a:extLst>
                <a:ext uri="{FF2B5EF4-FFF2-40B4-BE49-F238E27FC236}">
                  <a16:creationId xmlns:a16="http://schemas.microsoft.com/office/drawing/2014/main" id="{4ECD57EE-3840-B239-FBAB-96168A086F72}"/>
                </a:ext>
              </a:extLst>
            </p:cNvPr>
            <p:cNvSpPr txBox="1"/>
            <p:nvPr/>
          </p:nvSpPr>
          <p:spPr>
            <a:xfrm rot="16200000">
              <a:off x="3387722" y="4660543"/>
              <a:ext cx="1207391" cy="228912"/>
            </a:xfrm>
            <a:prstGeom prst="rect">
              <a:avLst/>
            </a:prstGeom>
            <a:noFill/>
          </p:spPr>
          <p:txBody>
            <a:bodyPr wrap="square" lIns="36000" tIns="36000" rIns="36000" bIns="3600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1">
                      <a:lumMod val="75000"/>
                    </a:schemeClr>
                  </a:solidFill>
                  <a:effectLst/>
                  <a:uLnTx/>
                  <a:uFillTx/>
                  <a:latin typeface="Century Gothic" panose="020F0302020204030204"/>
                  <a:ea typeface="+mn-ea"/>
                  <a:cs typeface="+mn-cs"/>
                </a:rPr>
                <a:t>Prioritized Project Backlog</a:t>
              </a:r>
            </a:p>
          </p:txBody>
        </p:sp>
        <p:pic>
          <p:nvPicPr>
            <p:cNvPr id="479" name="Graphic 95" descr="Arrow: Counter-clockwise curve">
              <a:extLst>
                <a:ext uri="{FF2B5EF4-FFF2-40B4-BE49-F238E27FC236}">
                  <a16:creationId xmlns:a16="http://schemas.microsoft.com/office/drawing/2014/main" id="{4E4977A7-0B72-3FDA-4F68-649BCCE856C9}"/>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flipV="1">
              <a:off x="3595471" y="4157793"/>
              <a:ext cx="358503" cy="365288"/>
            </a:xfrm>
            <a:prstGeom prst="rect">
              <a:avLst/>
            </a:prstGeom>
          </p:spPr>
        </p:pic>
      </p:grpSp>
      <p:pic>
        <p:nvPicPr>
          <p:cNvPr id="502" name="Picture 501">
            <a:extLst>
              <a:ext uri="{FF2B5EF4-FFF2-40B4-BE49-F238E27FC236}">
                <a16:creationId xmlns:a16="http://schemas.microsoft.com/office/drawing/2014/main" id="{2854DED1-FCA8-6A77-2F07-1CEA6AE3A128}"/>
              </a:ext>
            </a:extLst>
          </p:cNvPr>
          <p:cNvPicPr>
            <a:picLocks noChangeAspect="1"/>
          </p:cNvPicPr>
          <p:nvPr/>
        </p:nvPicPr>
        <p:blipFill rotWithShape="1">
          <a:blip r:embed="rId6">
            <a:duotone>
              <a:schemeClr val="accent6">
                <a:shade val="45000"/>
                <a:satMod val="135000"/>
              </a:schemeClr>
              <a:prstClr val="white"/>
            </a:duotone>
          </a:blip>
          <a:srcRect l="14992" r="-1493"/>
          <a:stretch/>
        </p:blipFill>
        <p:spPr>
          <a:xfrm>
            <a:off x="4936738" y="4402428"/>
            <a:ext cx="2204820" cy="386989"/>
          </a:xfrm>
          <a:prstGeom prst="rect">
            <a:avLst/>
          </a:prstGeom>
          <a:solidFill>
            <a:schemeClr val="bg1">
              <a:lumMod val="85000"/>
            </a:schemeClr>
          </a:solidFill>
        </p:spPr>
      </p:pic>
    </p:spTree>
    <p:extLst>
      <p:ext uri="{BB962C8B-B14F-4D97-AF65-F5344CB8AC3E}">
        <p14:creationId xmlns:p14="http://schemas.microsoft.com/office/powerpoint/2010/main" val="1703441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2B198-D1A3-55B2-6AC0-1045C0AF698F}"/>
            </a:ext>
          </a:extLst>
        </p:cNvPr>
        <p:cNvGrpSpPr/>
        <p:nvPr/>
      </p:nvGrpSpPr>
      <p:grpSpPr>
        <a:xfrm>
          <a:off x="0" y="0"/>
          <a:ext cx="0" cy="0"/>
          <a:chOff x="0" y="0"/>
          <a:chExt cx="0" cy="0"/>
        </a:xfrm>
      </p:grpSpPr>
      <p:cxnSp>
        <p:nvCxnSpPr>
          <p:cNvPr id="280" name="Straight Connector 279">
            <a:extLst>
              <a:ext uri="{FF2B5EF4-FFF2-40B4-BE49-F238E27FC236}">
                <a16:creationId xmlns:a16="http://schemas.microsoft.com/office/drawing/2014/main" id="{31FB112B-2B07-4D8B-896A-9770BCBD7353}"/>
              </a:ext>
            </a:extLst>
          </p:cNvPr>
          <p:cNvCxnSpPr>
            <a:cxnSpLocks/>
          </p:cNvCxnSpPr>
          <p:nvPr/>
        </p:nvCxnSpPr>
        <p:spPr>
          <a:xfrm flipH="1">
            <a:off x="7238911" y="2708268"/>
            <a:ext cx="8382"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71" name="TextBox 270">
            <a:extLst>
              <a:ext uri="{FF2B5EF4-FFF2-40B4-BE49-F238E27FC236}">
                <a16:creationId xmlns:a16="http://schemas.microsoft.com/office/drawing/2014/main" id="{9AD7B45D-6B07-7464-3C24-233CD430E8B1}"/>
              </a:ext>
            </a:extLst>
          </p:cNvPr>
          <p:cNvSpPr txBox="1"/>
          <p:nvPr/>
        </p:nvSpPr>
        <p:spPr>
          <a:xfrm>
            <a:off x="5942500" y="6031697"/>
            <a:ext cx="1294487"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Solution (technically) built</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Ready for integration testing</a:t>
            </a:r>
          </a:p>
        </p:txBody>
      </p:sp>
      <p:sp>
        <p:nvSpPr>
          <p:cNvPr id="328" name="TextBox 327">
            <a:extLst>
              <a:ext uri="{FF2B5EF4-FFF2-40B4-BE49-F238E27FC236}">
                <a16:creationId xmlns:a16="http://schemas.microsoft.com/office/drawing/2014/main" id="{1AB20FE7-D6E7-3E65-606F-794DA0FCD8C9}"/>
              </a:ext>
            </a:extLst>
          </p:cNvPr>
          <p:cNvSpPr txBox="1"/>
          <p:nvPr/>
        </p:nvSpPr>
        <p:spPr>
          <a:xfrm>
            <a:off x="4925519" y="4726780"/>
            <a:ext cx="2199456" cy="461665"/>
          </a:xfrm>
          <a:prstGeom prst="rect">
            <a:avLst/>
          </a:prstGeom>
          <a:noFill/>
        </p:spPr>
        <p:txBody>
          <a:bodyPr wrap="square" rIns="36000" rtlCol="0" anchor="b">
            <a:spAutoFit/>
          </a:bodyPr>
          <a:lstStyle/>
          <a:p>
            <a:pPr algn="ctr"/>
            <a:r>
              <a:rPr lang="en-US" sz="800" i="1"/>
              <a:t>Iterative and incremental build</a:t>
            </a:r>
          </a:p>
          <a:p>
            <a:pPr algn="ctr"/>
            <a:r>
              <a:rPr lang="en-US" sz="800" i="1"/>
              <a:t>in sprints of 3 to 6 weeks </a:t>
            </a:r>
            <a:br>
              <a:rPr lang="en-US" sz="800" i="1"/>
            </a:br>
            <a:r>
              <a:rPr lang="en-US" sz="800" i="1"/>
              <a:t>(all sprints of same length)</a:t>
            </a:r>
          </a:p>
        </p:txBody>
      </p:sp>
      <p:sp>
        <p:nvSpPr>
          <p:cNvPr id="9" name="Rectangle: Rounded Corners 8">
            <a:extLst>
              <a:ext uri="{FF2B5EF4-FFF2-40B4-BE49-F238E27FC236}">
                <a16:creationId xmlns:a16="http://schemas.microsoft.com/office/drawing/2014/main" id="{1D459659-D9D8-03B5-17C1-AEA57850AAEB}"/>
              </a:ext>
            </a:extLst>
          </p:cNvPr>
          <p:cNvSpPr/>
          <p:nvPr/>
        </p:nvSpPr>
        <p:spPr>
          <a:xfrm>
            <a:off x="4729821" y="2860709"/>
            <a:ext cx="2507610" cy="582211"/>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0" tIns="0" rIns="0" bIns="0" rtlCol="0" anchor="t">
            <a:spAutoFit/>
          </a:bodyPr>
          <a:lstStyle/>
          <a:p>
            <a:pPr algn="ctr">
              <a:spcAft>
                <a:spcPts val="400"/>
              </a:spcAft>
            </a:pPr>
            <a:r>
              <a:rPr lang="en-GB" sz="1050" b="1">
                <a:solidFill>
                  <a:schemeClr val="tx2"/>
                </a:solidFill>
              </a:rPr>
              <a:t>REA</a:t>
            </a:r>
            <a:endParaRPr lang="en-GB" sz="900">
              <a:solidFill>
                <a:schemeClr val="tx1">
                  <a:lumMod val="75000"/>
                </a:schemeClr>
              </a:solidFill>
            </a:endParaRPr>
          </a:p>
          <a:p>
            <a:pPr algn="ctr"/>
            <a:r>
              <a:rPr lang="en-GB" sz="800">
                <a:solidFill>
                  <a:schemeClr val="tx1">
                    <a:lumMod val="75000"/>
                  </a:schemeClr>
                </a:solidFill>
              </a:rPr>
              <a:t>Build of the solution in sprints </a:t>
            </a:r>
            <a:br>
              <a:rPr lang="en-GB" sz="800">
                <a:solidFill>
                  <a:schemeClr val="tx1">
                    <a:lumMod val="75000"/>
                  </a:schemeClr>
                </a:solidFill>
              </a:rPr>
            </a:br>
            <a:r>
              <a:rPr lang="en-GB" sz="800">
                <a:solidFill>
                  <a:schemeClr val="tx1">
                    <a:lumMod val="75000"/>
                  </a:schemeClr>
                </a:solidFill>
              </a:rPr>
              <a:t>(detailed design, build, test, </a:t>
            </a:r>
            <a:br>
              <a:rPr lang="en-GB" sz="800">
                <a:solidFill>
                  <a:schemeClr val="tx1">
                    <a:lumMod val="75000"/>
                  </a:schemeClr>
                </a:solidFill>
              </a:rPr>
            </a:br>
            <a:r>
              <a:rPr lang="en-GB" sz="800">
                <a:solidFill>
                  <a:schemeClr val="tx1">
                    <a:lumMod val="75000"/>
                  </a:schemeClr>
                </a:solidFill>
              </a:rPr>
              <a:t>show &amp; tell and release)</a:t>
            </a:r>
          </a:p>
        </p:txBody>
      </p:sp>
      <p:pic>
        <p:nvPicPr>
          <p:cNvPr id="461" name="Picture 460">
            <a:extLst>
              <a:ext uri="{FF2B5EF4-FFF2-40B4-BE49-F238E27FC236}">
                <a16:creationId xmlns:a16="http://schemas.microsoft.com/office/drawing/2014/main" id="{E7F60AC3-9E73-3590-DB3A-051E3DED745E}"/>
              </a:ext>
            </a:extLst>
          </p:cNvPr>
          <p:cNvPicPr>
            <a:picLocks noChangeAspect="1"/>
          </p:cNvPicPr>
          <p:nvPr/>
        </p:nvPicPr>
        <p:blipFill rotWithShape="1">
          <a:blip r:embed="rId3"/>
          <a:srcRect l="14992" r="-1493"/>
          <a:stretch/>
        </p:blipFill>
        <p:spPr>
          <a:xfrm>
            <a:off x="4936738" y="4402428"/>
            <a:ext cx="2204820" cy="386989"/>
          </a:xfrm>
          <a:prstGeom prst="rect">
            <a:avLst/>
          </a:prstGeom>
        </p:spPr>
      </p:pic>
      <p:sp>
        <p:nvSpPr>
          <p:cNvPr id="117" name="Rectangle 116">
            <a:extLst>
              <a:ext uri="{FF2B5EF4-FFF2-40B4-BE49-F238E27FC236}">
                <a16:creationId xmlns:a16="http://schemas.microsoft.com/office/drawing/2014/main" id="{B83FFB22-4EB3-0D66-7718-59D64032D3D0}"/>
              </a:ext>
            </a:extLst>
          </p:cNvPr>
          <p:cNvSpPr/>
          <p:nvPr/>
        </p:nvSpPr>
        <p:spPr>
          <a:xfrm>
            <a:off x="1364" y="535696"/>
            <a:ext cx="12190635" cy="914400"/>
          </a:xfrm>
          <a:prstGeom prst="rect">
            <a:avLst/>
          </a:prstGeom>
          <a:gradFill>
            <a:gsLst>
              <a:gs pos="63000">
                <a:schemeClr val="bg1">
                  <a:lumMod val="95000"/>
                </a:schemeClr>
              </a:gs>
              <a:gs pos="13000">
                <a:schemeClr val="bg1">
                  <a:lumMod val="95000"/>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100" name="Rectangle 99">
            <a:extLst>
              <a:ext uri="{FF2B5EF4-FFF2-40B4-BE49-F238E27FC236}">
                <a16:creationId xmlns:a16="http://schemas.microsoft.com/office/drawing/2014/main" id="{3FF2A9AD-13E3-ACF1-1DBC-7EFBB2B03503}"/>
              </a:ext>
            </a:extLst>
          </p:cNvPr>
          <p:cNvSpPr/>
          <p:nvPr/>
        </p:nvSpPr>
        <p:spPr>
          <a:xfrm>
            <a:off x="147484" y="6179574"/>
            <a:ext cx="2492477"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17" name="Title 316">
            <a:extLst>
              <a:ext uri="{FF2B5EF4-FFF2-40B4-BE49-F238E27FC236}">
                <a16:creationId xmlns:a16="http://schemas.microsoft.com/office/drawing/2014/main" id="{5C2740F9-23E3-2EA9-4166-22D335AE7DEF}"/>
              </a:ext>
            </a:extLst>
          </p:cNvPr>
          <p:cNvSpPr>
            <a:spLocks noGrp="1"/>
          </p:cNvSpPr>
          <p:nvPr>
            <p:ph type="ctrTitle"/>
          </p:nvPr>
        </p:nvSpPr>
        <p:spPr/>
        <p:txBody>
          <a:bodyPr/>
          <a:lstStyle/>
          <a:p>
            <a:r>
              <a:rPr lang="nl-BE"/>
              <a:t>project life </a:t>
            </a:r>
            <a:r>
              <a:rPr lang="nl-BE" err="1"/>
              <a:t>cycle</a:t>
            </a:r>
            <a:endParaRPr lang="en-US"/>
          </a:p>
        </p:txBody>
      </p:sp>
      <p:grpSp>
        <p:nvGrpSpPr>
          <p:cNvPr id="212" name="Group 211">
            <a:extLst>
              <a:ext uri="{FF2B5EF4-FFF2-40B4-BE49-F238E27FC236}">
                <a16:creationId xmlns:a16="http://schemas.microsoft.com/office/drawing/2014/main" id="{54F816AE-7A6C-D60E-E784-5E904FE8D87C}"/>
              </a:ext>
            </a:extLst>
          </p:cNvPr>
          <p:cNvGrpSpPr/>
          <p:nvPr/>
        </p:nvGrpSpPr>
        <p:grpSpPr>
          <a:xfrm>
            <a:off x="2381250" y="986748"/>
            <a:ext cx="9691302" cy="361520"/>
            <a:chOff x="1752680" y="1406433"/>
            <a:chExt cx="10319872" cy="361520"/>
          </a:xfrm>
        </p:grpSpPr>
        <p:cxnSp>
          <p:nvCxnSpPr>
            <p:cNvPr id="214" name="Straight Arrow Connector 213">
              <a:extLst>
                <a:ext uri="{FF2B5EF4-FFF2-40B4-BE49-F238E27FC236}">
                  <a16:creationId xmlns:a16="http://schemas.microsoft.com/office/drawing/2014/main" id="{04DD00FA-2005-1AA1-5041-D8D5ECC5D0B3}"/>
                </a:ext>
              </a:extLst>
            </p:cNvPr>
            <p:cNvCxnSpPr>
              <a:cxnSpLocks/>
            </p:cNvCxnSpPr>
            <p:nvPr/>
          </p:nvCxnSpPr>
          <p:spPr>
            <a:xfrm>
              <a:off x="1752680" y="1602550"/>
              <a:ext cx="10319872" cy="0"/>
            </a:xfrm>
            <a:prstGeom prst="straightConnector1">
              <a:avLst/>
            </a:prstGeom>
            <a:ln w="19050">
              <a:solidFill>
                <a:schemeClr val="tx1"/>
              </a:solidFill>
              <a:headEnd type="diamond" w="lg" len="lg"/>
              <a:tailEnd type="triangle" w="lg" len="lg"/>
            </a:ln>
          </p:spPr>
          <p:style>
            <a:lnRef idx="1">
              <a:schemeClr val="accent1"/>
            </a:lnRef>
            <a:fillRef idx="0">
              <a:schemeClr val="accent1"/>
            </a:fillRef>
            <a:effectRef idx="0">
              <a:schemeClr val="accent1"/>
            </a:effectRef>
            <a:fontRef idx="minor">
              <a:schemeClr val="tx1"/>
            </a:fontRef>
          </p:style>
        </p:cxnSp>
        <p:sp>
          <p:nvSpPr>
            <p:cNvPr id="215" name="Arrow: Pentagon 115">
              <a:extLst>
                <a:ext uri="{FF2B5EF4-FFF2-40B4-BE49-F238E27FC236}">
                  <a16:creationId xmlns:a16="http://schemas.microsoft.com/office/drawing/2014/main" id="{9C177C61-E8D9-2AAD-216A-D6FCA656C51A}"/>
                </a:ext>
              </a:extLst>
            </p:cNvPr>
            <p:cNvSpPr/>
            <p:nvPr/>
          </p:nvSpPr>
          <p:spPr>
            <a:xfrm>
              <a:off x="6050080" y="1406433"/>
              <a:ext cx="1725072" cy="361520"/>
            </a:xfrm>
            <a:prstGeom prst="homePlate">
              <a:avLst>
                <a:gd name="adj" fmla="val 0"/>
              </a:avLst>
            </a:prstGeom>
            <a:solidFill>
              <a:schemeClr val="bg1">
                <a:lumMod val="95000"/>
              </a:schemeClr>
            </a:solidFill>
            <a:ln w="19050">
              <a:no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C3C3C"/>
                  </a:solidFill>
                  <a:effectLst/>
                  <a:uLnTx/>
                  <a:uFillTx/>
                  <a:latin typeface="Century Gothic" panose="020F0302020204030204"/>
                  <a:ea typeface="+mn-ea"/>
                  <a:cs typeface="+mn-cs"/>
                </a:rPr>
                <a:t>Monitor and Control</a:t>
              </a:r>
            </a:p>
          </p:txBody>
        </p:sp>
      </p:grpSp>
      <p:cxnSp>
        <p:nvCxnSpPr>
          <p:cNvPr id="281" name="Straight Connector 280">
            <a:extLst>
              <a:ext uri="{FF2B5EF4-FFF2-40B4-BE49-F238E27FC236}">
                <a16:creationId xmlns:a16="http://schemas.microsoft.com/office/drawing/2014/main" id="{597EBDA4-8B09-CBF6-EF18-8E2914648C90}"/>
              </a:ext>
            </a:extLst>
          </p:cNvPr>
          <p:cNvCxnSpPr>
            <a:cxnSpLocks/>
          </p:cNvCxnSpPr>
          <p:nvPr/>
        </p:nvCxnSpPr>
        <p:spPr>
          <a:xfrm>
            <a:off x="2428620"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69" name="TextBox 268">
            <a:extLst>
              <a:ext uri="{FF2B5EF4-FFF2-40B4-BE49-F238E27FC236}">
                <a16:creationId xmlns:a16="http://schemas.microsoft.com/office/drawing/2014/main" id="{A60DBA02-1638-25F4-72E9-DE0024275BC7}"/>
              </a:ext>
            </a:extLst>
          </p:cNvPr>
          <p:cNvSpPr txBox="1"/>
          <p:nvPr/>
        </p:nvSpPr>
        <p:spPr>
          <a:xfrm>
            <a:off x="1529334" y="6031697"/>
            <a:ext cx="897363"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Project approach</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Project plan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Kick-off meeting</a:t>
            </a:r>
          </a:p>
        </p:txBody>
      </p:sp>
      <p:sp>
        <p:nvSpPr>
          <p:cNvPr id="14" name="Rectangle: Rounded Corners 13">
            <a:extLst>
              <a:ext uri="{FF2B5EF4-FFF2-40B4-BE49-F238E27FC236}">
                <a16:creationId xmlns:a16="http://schemas.microsoft.com/office/drawing/2014/main" id="{54D62396-5EF3-168E-3A31-96B68FA236A5}"/>
              </a:ext>
            </a:extLst>
          </p:cNvPr>
          <p:cNvSpPr/>
          <p:nvPr/>
        </p:nvSpPr>
        <p:spPr>
          <a:xfrm>
            <a:off x="1110734" y="2860709"/>
            <a:ext cx="1316405" cy="697627"/>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GB" sz="1000" b="1">
                <a:solidFill>
                  <a:schemeClr val="tx2"/>
                </a:solidFill>
              </a:rPr>
              <a:t>PLAN</a:t>
            </a:r>
            <a:endParaRPr lang="en-GB" sz="1000">
              <a:solidFill>
                <a:schemeClr val="tx1">
                  <a:lumMod val="75000"/>
                </a:schemeClr>
              </a:solidFill>
            </a:endParaRPr>
          </a:p>
          <a:p>
            <a:pPr algn="ctr"/>
            <a:r>
              <a:rPr lang="en-GB" sz="800">
                <a:solidFill>
                  <a:schemeClr val="tx1">
                    <a:lumMod val="75000"/>
                  </a:schemeClr>
                </a:solidFill>
              </a:rPr>
              <a:t>Establish program </a:t>
            </a:r>
            <a:br>
              <a:rPr lang="en-GB" sz="800">
                <a:solidFill>
                  <a:schemeClr val="tx1">
                    <a:lumMod val="75000"/>
                  </a:schemeClr>
                </a:solidFill>
              </a:rPr>
            </a:br>
            <a:r>
              <a:rPr lang="en-GB" sz="800">
                <a:solidFill>
                  <a:schemeClr val="tx1">
                    <a:lumMod val="75000"/>
                  </a:schemeClr>
                </a:solidFill>
              </a:rPr>
              <a:t>or project governance and draw up initial plans​</a:t>
            </a:r>
            <a:endParaRPr lang="en-US" sz="800">
              <a:solidFill>
                <a:schemeClr val="tx1">
                  <a:lumMod val="75000"/>
                </a:schemeClr>
              </a:solidFill>
            </a:endParaRPr>
          </a:p>
        </p:txBody>
      </p:sp>
      <p:cxnSp>
        <p:nvCxnSpPr>
          <p:cNvPr id="287" name="Straight Connector 286">
            <a:extLst>
              <a:ext uri="{FF2B5EF4-FFF2-40B4-BE49-F238E27FC236}">
                <a16:creationId xmlns:a16="http://schemas.microsoft.com/office/drawing/2014/main" id="{5B6C01F8-7752-C4BF-F8E7-98BABC5E1D5A}"/>
              </a:ext>
            </a:extLst>
          </p:cNvPr>
          <p:cNvCxnSpPr>
            <a:cxnSpLocks/>
          </p:cNvCxnSpPr>
          <p:nvPr/>
        </p:nvCxnSpPr>
        <p:spPr>
          <a:xfrm flipH="1">
            <a:off x="1097233" y="2720379"/>
            <a:ext cx="5931"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75" name="TextBox 274">
            <a:extLst>
              <a:ext uri="{FF2B5EF4-FFF2-40B4-BE49-F238E27FC236}">
                <a16:creationId xmlns:a16="http://schemas.microsoft.com/office/drawing/2014/main" id="{93C8E722-45B5-AB34-2C5A-92EBD6CE48EE}"/>
              </a:ext>
            </a:extLst>
          </p:cNvPr>
          <p:cNvSpPr txBox="1"/>
          <p:nvPr/>
        </p:nvSpPr>
        <p:spPr>
          <a:xfrm>
            <a:off x="344956" y="6031697"/>
            <a:ext cx="752277"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Contract</a:t>
            </a:r>
          </a:p>
        </p:txBody>
      </p:sp>
      <p:sp>
        <p:nvSpPr>
          <p:cNvPr id="15" name="Rectangle: Rounded Corners 14">
            <a:extLst>
              <a:ext uri="{FF2B5EF4-FFF2-40B4-BE49-F238E27FC236}">
                <a16:creationId xmlns:a16="http://schemas.microsoft.com/office/drawing/2014/main" id="{07ADAE07-832B-90F8-09CA-EF8E3E18D51C}"/>
              </a:ext>
            </a:extLst>
          </p:cNvPr>
          <p:cNvSpPr/>
          <p:nvPr/>
        </p:nvSpPr>
        <p:spPr>
          <a:xfrm>
            <a:off x="39890" y="2860709"/>
            <a:ext cx="1049771" cy="1074653"/>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US" sz="1000" b="1">
                <a:solidFill>
                  <a:schemeClr val="tx2"/>
                </a:solidFill>
              </a:rPr>
              <a:t>PRE-SALES</a:t>
            </a:r>
            <a:endParaRPr lang="en-US" sz="1000">
              <a:solidFill>
                <a:schemeClr val="tx1">
                  <a:lumMod val="75000"/>
                </a:schemeClr>
              </a:solidFill>
            </a:endParaRPr>
          </a:p>
          <a:p>
            <a:pPr algn="ctr"/>
            <a:r>
              <a:rPr lang="en-US" sz="800">
                <a:solidFill>
                  <a:schemeClr val="tx1">
                    <a:lumMod val="75000"/>
                  </a:schemeClr>
                </a:solidFill>
              </a:rPr>
              <a:t>Phase to understand project or program objectives, solution roadmap and high- level requirements</a:t>
            </a:r>
            <a:r>
              <a:rPr lang="en-US" sz="850">
                <a:solidFill>
                  <a:schemeClr val="tx1">
                    <a:lumMod val="75000"/>
                  </a:schemeClr>
                </a:solidFill>
              </a:rPr>
              <a:t>​</a:t>
            </a:r>
          </a:p>
        </p:txBody>
      </p:sp>
      <p:grpSp>
        <p:nvGrpSpPr>
          <p:cNvPr id="2" name="Group 1">
            <a:extLst>
              <a:ext uri="{FF2B5EF4-FFF2-40B4-BE49-F238E27FC236}">
                <a16:creationId xmlns:a16="http://schemas.microsoft.com/office/drawing/2014/main" id="{9D0B534E-D4E8-B4D4-E0A9-F3EBCD06D1E9}"/>
              </a:ext>
            </a:extLst>
          </p:cNvPr>
          <p:cNvGrpSpPr/>
          <p:nvPr/>
        </p:nvGrpSpPr>
        <p:grpSpPr>
          <a:xfrm>
            <a:off x="2580762" y="4547584"/>
            <a:ext cx="889094" cy="1388894"/>
            <a:chOff x="2580762" y="4642428"/>
            <a:chExt cx="889094" cy="1388894"/>
          </a:xfrm>
        </p:grpSpPr>
        <p:grpSp>
          <p:nvGrpSpPr>
            <p:cNvPr id="209" name="Group 208">
              <a:extLst>
                <a:ext uri="{FF2B5EF4-FFF2-40B4-BE49-F238E27FC236}">
                  <a16:creationId xmlns:a16="http://schemas.microsoft.com/office/drawing/2014/main" id="{0EA56813-35F6-F34E-B3B2-478A895710A0}"/>
                </a:ext>
              </a:extLst>
            </p:cNvPr>
            <p:cNvGrpSpPr/>
            <p:nvPr/>
          </p:nvGrpSpPr>
          <p:grpSpPr>
            <a:xfrm>
              <a:off x="3053106" y="4658615"/>
              <a:ext cx="416750" cy="1346179"/>
              <a:chOff x="2420404" y="3780548"/>
              <a:chExt cx="416750" cy="1346179"/>
            </a:xfrm>
          </p:grpSpPr>
          <p:grpSp>
            <p:nvGrpSpPr>
              <p:cNvPr id="246" name="Group 245">
                <a:extLst>
                  <a:ext uri="{FF2B5EF4-FFF2-40B4-BE49-F238E27FC236}">
                    <a16:creationId xmlns:a16="http://schemas.microsoft.com/office/drawing/2014/main" id="{6F116F15-549C-19E1-A600-0F893733B61F}"/>
                  </a:ext>
                </a:extLst>
              </p:cNvPr>
              <p:cNvGrpSpPr/>
              <p:nvPr/>
            </p:nvGrpSpPr>
            <p:grpSpPr>
              <a:xfrm>
                <a:off x="2422409" y="3780548"/>
                <a:ext cx="414745" cy="288448"/>
                <a:chOff x="5605469" y="98036"/>
                <a:chExt cx="493294" cy="348272"/>
              </a:xfrm>
              <a:solidFill>
                <a:srgbClr val="C00000"/>
              </a:solidFill>
            </p:grpSpPr>
            <p:sp>
              <p:nvSpPr>
                <p:cNvPr id="264" name="Rectangle 263">
                  <a:extLst>
                    <a:ext uri="{FF2B5EF4-FFF2-40B4-BE49-F238E27FC236}">
                      <a16:creationId xmlns:a16="http://schemas.microsoft.com/office/drawing/2014/main" id="{0C44C693-5E62-7D14-2E2F-3D81F14208D3}"/>
                    </a:ext>
                  </a:extLst>
                </p:cNvPr>
                <p:cNvSpPr/>
                <p:nvPr/>
              </p:nvSpPr>
              <p:spPr>
                <a:xfrm rot="16200000">
                  <a:off x="5541737" y="161768"/>
                  <a:ext cx="343463" cy="216000"/>
                </a:xfrm>
                <a:prstGeom prst="rect">
                  <a:avLst/>
                </a:prstGeom>
                <a:solidFill>
                  <a:schemeClr val="accent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rgbClr val="FFFFFF"/>
                      </a:solidFill>
                      <a:effectLst/>
                      <a:uLnTx/>
                      <a:uFillTx/>
                      <a:latin typeface="Century Gothic" panose="020F0302020204030204"/>
                      <a:ea typeface="+mn-ea"/>
                      <a:cs typeface="+mn-cs"/>
                    </a:rPr>
                    <a:t>Must</a:t>
                  </a:r>
                </a:p>
              </p:txBody>
            </p:sp>
            <p:sp>
              <p:nvSpPr>
                <p:cNvPr id="265" name="Rectangle 264">
                  <a:extLst>
                    <a:ext uri="{FF2B5EF4-FFF2-40B4-BE49-F238E27FC236}">
                      <a16:creationId xmlns:a16="http://schemas.microsoft.com/office/drawing/2014/main" id="{74C0A39A-8A4B-F364-EFBC-218E09C680D2}"/>
                    </a:ext>
                  </a:extLst>
                </p:cNvPr>
                <p:cNvSpPr/>
                <p:nvPr/>
              </p:nvSpPr>
              <p:spPr>
                <a:xfrm>
                  <a:off x="5819080" y="98036"/>
                  <a:ext cx="279683" cy="117204"/>
                </a:xfrm>
                <a:prstGeom prst="rect">
                  <a:avLst/>
                </a:prstGeom>
                <a:solidFill>
                  <a:schemeClr val="accent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266" name="Rectangle 265">
                  <a:extLst>
                    <a:ext uri="{FF2B5EF4-FFF2-40B4-BE49-F238E27FC236}">
                      <a16:creationId xmlns:a16="http://schemas.microsoft.com/office/drawing/2014/main" id="{9FE0D7CB-5718-1CBB-22A5-29F5E037EF50}"/>
                    </a:ext>
                  </a:extLst>
                </p:cNvPr>
                <p:cNvSpPr/>
                <p:nvPr/>
              </p:nvSpPr>
              <p:spPr>
                <a:xfrm>
                  <a:off x="5819080" y="213570"/>
                  <a:ext cx="279683" cy="117204"/>
                </a:xfrm>
                <a:prstGeom prst="rect">
                  <a:avLst/>
                </a:prstGeom>
                <a:solidFill>
                  <a:schemeClr val="accent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267" name="Rectangle 266">
                  <a:extLst>
                    <a:ext uri="{FF2B5EF4-FFF2-40B4-BE49-F238E27FC236}">
                      <a16:creationId xmlns:a16="http://schemas.microsoft.com/office/drawing/2014/main" id="{FAF6B4EE-994A-3AAD-4A19-4EEBB27B7084}"/>
                    </a:ext>
                  </a:extLst>
                </p:cNvPr>
                <p:cNvSpPr/>
                <p:nvPr/>
              </p:nvSpPr>
              <p:spPr>
                <a:xfrm>
                  <a:off x="5819080" y="329104"/>
                  <a:ext cx="279683" cy="117204"/>
                </a:xfrm>
                <a:prstGeom prst="rect">
                  <a:avLst/>
                </a:prstGeom>
                <a:solidFill>
                  <a:schemeClr val="accent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nvGrpSpPr>
              <p:cNvPr id="247" name="Group 246">
                <a:extLst>
                  <a:ext uri="{FF2B5EF4-FFF2-40B4-BE49-F238E27FC236}">
                    <a16:creationId xmlns:a16="http://schemas.microsoft.com/office/drawing/2014/main" id="{D26074C3-FA7F-B241-D030-7A194F0CD774}"/>
                  </a:ext>
                </a:extLst>
              </p:cNvPr>
              <p:cNvGrpSpPr/>
              <p:nvPr/>
            </p:nvGrpSpPr>
            <p:grpSpPr>
              <a:xfrm>
                <a:off x="2420404" y="4069954"/>
                <a:ext cx="416750" cy="292758"/>
                <a:chOff x="5603085" y="98036"/>
                <a:chExt cx="495678" cy="353475"/>
              </a:xfrm>
              <a:solidFill>
                <a:srgbClr val="FF4747"/>
              </a:solidFill>
            </p:grpSpPr>
            <p:sp>
              <p:nvSpPr>
                <p:cNvPr id="260" name="Rectangle 259">
                  <a:extLst>
                    <a:ext uri="{FF2B5EF4-FFF2-40B4-BE49-F238E27FC236}">
                      <a16:creationId xmlns:a16="http://schemas.microsoft.com/office/drawing/2014/main" id="{35C7B6C2-62BD-7795-1895-1B5CF850A0DC}"/>
                    </a:ext>
                  </a:extLst>
                </p:cNvPr>
                <p:cNvSpPr/>
                <p:nvPr/>
              </p:nvSpPr>
              <p:spPr>
                <a:xfrm rot="16200000">
                  <a:off x="5534347" y="166774"/>
                  <a:ext cx="353475" cy="216000"/>
                </a:xfrm>
                <a:prstGeom prst="rect">
                  <a:avLst/>
                </a:prstGeom>
                <a:solidFill>
                  <a:schemeClr val="tx2"/>
                </a:solidFill>
                <a:ln>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rgbClr val="FFFFFF"/>
                      </a:solidFill>
                      <a:effectLst/>
                      <a:uLnTx/>
                      <a:uFillTx/>
                      <a:latin typeface="Century Gothic" panose="020F0302020204030204"/>
                      <a:ea typeface="+mn-ea"/>
                      <a:cs typeface="+mn-cs"/>
                    </a:rPr>
                    <a:t>Should</a:t>
                  </a:r>
                </a:p>
              </p:txBody>
            </p:sp>
            <p:sp>
              <p:nvSpPr>
                <p:cNvPr id="261" name="Rectangle 260">
                  <a:extLst>
                    <a:ext uri="{FF2B5EF4-FFF2-40B4-BE49-F238E27FC236}">
                      <a16:creationId xmlns:a16="http://schemas.microsoft.com/office/drawing/2014/main" id="{C2FB61D6-013E-7F83-1D07-7FF1648C7CC1}"/>
                    </a:ext>
                  </a:extLst>
                </p:cNvPr>
                <p:cNvSpPr/>
                <p:nvPr/>
              </p:nvSpPr>
              <p:spPr>
                <a:xfrm>
                  <a:off x="5819080" y="98036"/>
                  <a:ext cx="279683" cy="117204"/>
                </a:xfrm>
                <a:prstGeom prst="rect">
                  <a:avLst/>
                </a:prstGeom>
                <a:solidFill>
                  <a:schemeClr val="tx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262" name="Rectangle 261">
                  <a:extLst>
                    <a:ext uri="{FF2B5EF4-FFF2-40B4-BE49-F238E27FC236}">
                      <a16:creationId xmlns:a16="http://schemas.microsoft.com/office/drawing/2014/main" id="{DA4D007B-2C2C-A7A0-BCEB-CFD278EC14EC}"/>
                    </a:ext>
                  </a:extLst>
                </p:cNvPr>
                <p:cNvSpPr/>
                <p:nvPr/>
              </p:nvSpPr>
              <p:spPr>
                <a:xfrm>
                  <a:off x="5819080" y="213570"/>
                  <a:ext cx="279683" cy="117204"/>
                </a:xfrm>
                <a:prstGeom prst="rect">
                  <a:avLst/>
                </a:prstGeom>
                <a:solidFill>
                  <a:schemeClr val="tx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263" name="Rectangle 262">
                  <a:extLst>
                    <a:ext uri="{FF2B5EF4-FFF2-40B4-BE49-F238E27FC236}">
                      <a16:creationId xmlns:a16="http://schemas.microsoft.com/office/drawing/2014/main" id="{E47554AC-33C9-D08B-8C62-D3D6AD257A9A}"/>
                    </a:ext>
                  </a:extLst>
                </p:cNvPr>
                <p:cNvSpPr/>
                <p:nvPr/>
              </p:nvSpPr>
              <p:spPr>
                <a:xfrm>
                  <a:off x="5819080" y="329104"/>
                  <a:ext cx="279683" cy="117204"/>
                </a:xfrm>
                <a:prstGeom prst="rect">
                  <a:avLst/>
                </a:prstGeom>
                <a:solidFill>
                  <a:schemeClr val="tx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nvGrpSpPr>
              <p:cNvPr id="248" name="Group 247">
                <a:extLst>
                  <a:ext uri="{FF2B5EF4-FFF2-40B4-BE49-F238E27FC236}">
                    <a16:creationId xmlns:a16="http://schemas.microsoft.com/office/drawing/2014/main" id="{B97C0FAD-0B3D-47CC-A53A-91321008847F}"/>
                  </a:ext>
                </a:extLst>
              </p:cNvPr>
              <p:cNvGrpSpPr/>
              <p:nvPr/>
            </p:nvGrpSpPr>
            <p:grpSpPr>
              <a:xfrm>
                <a:off x="2426170" y="4741422"/>
                <a:ext cx="410909" cy="385305"/>
                <a:chOff x="6509524" y="-116502"/>
                <a:chExt cx="488731" cy="465216"/>
              </a:xfrm>
              <a:solidFill>
                <a:srgbClr val="FFC9C9"/>
              </a:solidFill>
            </p:grpSpPr>
            <p:sp>
              <p:nvSpPr>
                <p:cNvPr id="255" name="Rectangle 254">
                  <a:extLst>
                    <a:ext uri="{FF2B5EF4-FFF2-40B4-BE49-F238E27FC236}">
                      <a16:creationId xmlns:a16="http://schemas.microsoft.com/office/drawing/2014/main" id="{5B1CABA0-9ABD-F24E-8537-06982BC6807D}"/>
                    </a:ext>
                  </a:extLst>
                </p:cNvPr>
                <p:cNvSpPr/>
                <p:nvPr/>
              </p:nvSpPr>
              <p:spPr>
                <a:xfrm rot="16200000">
                  <a:off x="6384916" y="8106"/>
                  <a:ext cx="465216" cy="216000"/>
                </a:xfrm>
                <a:prstGeom prst="rect">
                  <a:avLst/>
                </a:prstGeom>
                <a:solidFill>
                  <a:schemeClr val="accent1"/>
                </a:solid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rgbClr val="FFFFFF"/>
                      </a:solidFill>
                      <a:effectLst/>
                      <a:uLnTx/>
                      <a:uFillTx/>
                      <a:latin typeface="Century Gothic" panose="020F0302020204030204"/>
                      <a:ea typeface="+mn-ea"/>
                      <a:cs typeface="+mn-cs"/>
                    </a:rPr>
                    <a:t>Would</a:t>
                  </a:r>
                </a:p>
              </p:txBody>
            </p:sp>
            <p:sp>
              <p:nvSpPr>
                <p:cNvPr id="256" name="Rectangle 255">
                  <a:extLst>
                    <a:ext uri="{FF2B5EF4-FFF2-40B4-BE49-F238E27FC236}">
                      <a16:creationId xmlns:a16="http://schemas.microsoft.com/office/drawing/2014/main" id="{FE0997C5-80A0-1B52-176B-36C5107F3238}"/>
                    </a:ext>
                  </a:extLst>
                </p:cNvPr>
                <p:cNvSpPr/>
                <p:nvPr/>
              </p:nvSpPr>
              <p:spPr>
                <a:xfrm>
                  <a:off x="6718572" y="-116502"/>
                  <a:ext cx="279683" cy="117204"/>
                </a:xfrm>
                <a:prstGeom prst="rect">
                  <a:avLst/>
                </a:prstGeom>
                <a:solidFill>
                  <a:schemeClr val="accent1"/>
                </a:solid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57" name="Rectangle 256">
                  <a:extLst>
                    <a:ext uri="{FF2B5EF4-FFF2-40B4-BE49-F238E27FC236}">
                      <a16:creationId xmlns:a16="http://schemas.microsoft.com/office/drawing/2014/main" id="{64A09384-AB89-C77B-8693-DA9A7DCE9139}"/>
                    </a:ext>
                  </a:extLst>
                </p:cNvPr>
                <p:cNvSpPr/>
                <p:nvPr/>
              </p:nvSpPr>
              <p:spPr>
                <a:xfrm>
                  <a:off x="6718572" y="-968"/>
                  <a:ext cx="279683" cy="117204"/>
                </a:xfrm>
                <a:prstGeom prst="rect">
                  <a:avLst/>
                </a:prstGeom>
                <a:solidFill>
                  <a:schemeClr val="accent1"/>
                </a:solid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58" name="Rectangle 257">
                  <a:extLst>
                    <a:ext uri="{FF2B5EF4-FFF2-40B4-BE49-F238E27FC236}">
                      <a16:creationId xmlns:a16="http://schemas.microsoft.com/office/drawing/2014/main" id="{C326655A-C340-94C2-68BE-E0B12D74EA0B}"/>
                    </a:ext>
                  </a:extLst>
                </p:cNvPr>
                <p:cNvSpPr/>
                <p:nvPr/>
              </p:nvSpPr>
              <p:spPr>
                <a:xfrm>
                  <a:off x="6718572" y="114566"/>
                  <a:ext cx="279683" cy="117204"/>
                </a:xfrm>
                <a:prstGeom prst="rect">
                  <a:avLst/>
                </a:prstGeom>
                <a:solidFill>
                  <a:schemeClr val="accent1"/>
                </a:solid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59" name="Rectangle 258">
                  <a:extLst>
                    <a:ext uri="{FF2B5EF4-FFF2-40B4-BE49-F238E27FC236}">
                      <a16:creationId xmlns:a16="http://schemas.microsoft.com/office/drawing/2014/main" id="{18C5AA15-8E00-94F2-33CE-5BCDC24C8989}"/>
                    </a:ext>
                  </a:extLst>
                </p:cNvPr>
                <p:cNvSpPr/>
                <p:nvPr/>
              </p:nvSpPr>
              <p:spPr>
                <a:xfrm>
                  <a:off x="6718572" y="230100"/>
                  <a:ext cx="279683" cy="117204"/>
                </a:xfrm>
                <a:prstGeom prst="rect">
                  <a:avLst/>
                </a:prstGeom>
                <a:solidFill>
                  <a:schemeClr val="accent1"/>
                </a:solidFill>
                <a:ln>
                  <a:solidFill>
                    <a:schemeClr val="bg1"/>
                  </a:solidFill>
                </a:ln>
              </p:spPr>
              <p:style>
                <a:lnRef idx="0">
                  <a:scrgbClr r="0" g="0" b="0"/>
                </a:lnRef>
                <a:fillRef idx="0">
                  <a:scrgbClr r="0" g="0" b="0"/>
                </a:fillRef>
                <a:effectRef idx="0">
                  <a:scrgbClr r="0" g="0" b="0"/>
                </a:effectRef>
                <a:fontRef idx="minor">
                  <a:schemeClr val="lt1"/>
                </a:fontRef>
              </p:style>
              <p:txBody>
                <a:bodyPr lIns="0" tIns="3600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nvGrpSpPr>
              <p:cNvPr id="249" name="Group 248">
                <a:extLst>
                  <a:ext uri="{FF2B5EF4-FFF2-40B4-BE49-F238E27FC236}">
                    <a16:creationId xmlns:a16="http://schemas.microsoft.com/office/drawing/2014/main" id="{CCB85E4B-B2A5-7F73-6059-4286E66D0022}"/>
                  </a:ext>
                </a:extLst>
              </p:cNvPr>
              <p:cNvGrpSpPr/>
              <p:nvPr/>
            </p:nvGrpSpPr>
            <p:grpSpPr>
              <a:xfrm>
                <a:off x="2421259" y="4359537"/>
                <a:ext cx="415895" cy="384137"/>
                <a:chOff x="5652381" y="91367"/>
                <a:chExt cx="494661" cy="463806"/>
              </a:xfrm>
              <a:solidFill>
                <a:srgbClr val="FF9393"/>
              </a:solidFill>
            </p:grpSpPr>
            <p:sp>
              <p:nvSpPr>
                <p:cNvPr id="250" name="Rectangle 249">
                  <a:extLst>
                    <a:ext uri="{FF2B5EF4-FFF2-40B4-BE49-F238E27FC236}">
                      <a16:creationId xmlns:a16="http://schemas.microsoft.com/office/drawing/2014/main" id="{4D650B7E-C8AC-3A4D-838D-5701C4DB5CA3}"/>
                    </a:ext>
                  </a:extLst>
                </p:cNvPr>
                <p:cNvSpPr/>
                <p:nvPr/>
              </p:nvSpPr>
              <p:spPr>
                <a:xfrm rot="16200000">
                  <a:off x="5528479" y="215269"/>
                  <a:ext cx="463803" cy="216000"/>
                </a:xfrm>
                <a:prstGeom prst="rect">
                  <a:avLst/>
                </a:prstGeom>
                <a:solidFill>
                  <a:schemeClr val="bg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50" b="1" i="0" u="none" strike="noStrike" kern="1200" cap="none" spc="0" normalizeH="0" baseline="0" noProof="0">
                      <a:ln>
                        <a:noFill/>
                      </a:ln>
                      <a:solidFill>
                        <a:srgbClr val="FFFFFF"/>
                      </a:solidFill>
                      <a:effectLst/>
                      <a:uLnTx/>
                      <a:uFillTx/>
                      <a:latin typeface="Century Gothic" panose="020F0302020204030204"/>
                      <a:ea typeface="+mn-ea"/>
                      <a:cs typeface="+mn-cs"/>
                    </a:rPr>
                    <a:t>Could</a:t>
                  </a:r>
                </a:p>
              </p:txBody>
            </p:sp>
            <p:sp>
              <p:nvSpPr>
                <p:cNvPr id="251" name="Rectangle 250">
                  <a:extLst>
                    <a:ext uri="{FF2B5EF4-FFF2-40B4-BE49-F238E27FC236}">
                      <a16:creationId xmlns:a16="http://schemas.microsoft.com/office/drawing/2014/main" id="{7580D3FC-F3AD-2EF1-86C1-30113A72A6DE}"/>
                    </a:ext>
                  </a:extLst>
                </p:cNvPr>
                <p:cNvSpPr/>
                <p:nvPr/>
              </p:nvSpPr>
              <p:spPr>
                <a:xfrm>
                  <a:off x="5867359" y="91367"/>
                  <a:ext cx="279683" cy="117204"/>
                </a:xfrm>
                <a:prstGeom prst="rect">
                  <a:avLst/>
                </a:prstGeom>
                <a:solidFill>
                  <a:schemeClr val="bg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252" name="Rectangle 251">
                  <a:extLst>
                    <a:ext uri="{FF2B5EF4-FFF2-40B4-BE49-F238E27FC236}">
                      <a16:creationId xmlns:a16="http://schemas.microsoft.com/office/drawing/2014/main" id="{1AABFEF3-1391-70A6-C7A6-9F8D6FCD31A5}"/>
                    </a:ext>
                  </a:extLst>
                </p:cNvPr>
                <p:cNvSpPr/>
                <p:nvPr/>
              </p:nvSpPr>
              <p:spPr>
                <a:xfrm>
                  <a:off x="5867359" y="206901"/>
                  <a:ext cx="279683" cy="117204"/>
                </a:xfrm>
                <a:prstGeom prst="rect">
                  <a:avLst/>
                </a:prstGeom>
                <a:solidFill>
                  <a:schemeClr val="bg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253" name="Rectangle 252">
                  <a:extLst>
                    <a:ext uri="{FF2B5EF4-FFF2-40B4-BE49-F238E27FC236}">
                      <a16:creationId xmlns:a16="http://schemas.microsoft.com/office/drawing/2014/main" id="{70A41760-B023-27B0-D4B7-09A2C04D8AA3}"/>
                    </a:ext>
                  </a:extLst>
                </p:cNvPr>
                <p:cNvSpPr/>
                <p:nvPr/>
              </p:nvSpPr>
              <p:spPr>
                <a:xfrm>
                  <a:off x="5867359" y="322435"/>
                  <a:ext cx="279683" cy="117204"/>
                </a:xfrm>
                <a:prstGeom prst="rect">
                  <a:avLst/>
                </a:prstGeom>
                <a:solidFill>
                  <a:schemeClr val="bg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254" name="Rectangle 253">
                  <a:extLst>
                    <a:ext uri="{FF2B5EF4-FFF2-40B4-BE49-F238E27FC236}">
                      <a16:creationId xmlns:a16="http://schemas.microsoft.com/office/drawing/2014/main" id="{BC3F7534-E495-3D28-A0B5-3DB190BDB7CD}"/>
                    </a:ext>
                  </a:extLst>
                </p:cNvPr>
                <p:cNvSpPr/>
                <p:nvPr/>
              </p:nvSpPr>
              <p:spPr>
                <a:xfrm>
                  <a:off x="5867359" y="437969"/>
                  <a:ext cx="279683" cy="117204"/>
                </a:xfrm>
                <a:prstGeom prst="rect">
                  <a:avLst/>
                </a:prstGeom>
                <a:solidFill>
                  <a:schemeClr val="bg2"/>
                </a:solid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sp>
          <p:nvSpPr>
            <p:cNvPr id="210" name="TextBox 209">
              <a:extLst>
                <a:ext uri="{FF2B5EF4-FFF2-40B4-BE49-F238E27FC236}">
                  <a16:creationId xmlns:a16="http://schemas.microsoft.com/office/drawing/2014/main" id="{1297BFF4-1B94-3F63-8BA9-5689B8963570}"/>
                </a:ext>
              </a:extLst>
            </p:cNvPr>
            <p:cNvSpPr txBox="1"/>
            <p:nvPr/>
          </p:nvSpPr>
          <p:spPr>
            <a:xfrm rot="16200000">
              <a:off x="2221465" y="5260869"/>
              <a:ext cx="1372706" cy="168199"/>
            </a:xfrm>
            <a:prstGeom prst="rect">
              <a:avLst/>
            </a:prstGeom>
            <a:noFill/>
          </p:spPr>
          <p:txBody>
            <a:bodyPr wrap="square" lIns="36000" tIns="36000" rIns="36000" bIns="3600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3C3C3C"/>
                  </a:solidFill>
                  <a:effectLst/>
                  <a:uLnTx/>
                  <a:uFillTx/>
                  <a:latin typeface="Century Gothic" panose="020F0302020204030204"/>
                  <a:ea typeface="+mn-ea"/>
                  <a:cs typeface="+mn-cs"/>
                </a:rPr>
                <a:t>Prioritized Blueprint Backlog</a:t>
              </a:r>
            </a:p>
          </p:txBody>
        </p:sp>
        <p:pic>
          <p:nvPicPr>
            <p:cNvPr id="211" name="Graphic 202" descr="Arrow: Counter-clockwise curve">
              <a:extLst>
                <a:ext uri="{FF2B5EF4-FFF2-40B4-BE49-F238E27FC236}">
                  <a16:creationId xmlns:a16="http://schemas.microsoft.com/office/drawing/2014/main" id="{38F23BDF-F4C7-A2F3-EFFB-0743FD15A05F}"/>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flipV="1">
              <a:off x="2580762" y="4642428"/>
              <a:ext cx="288774" cy="284465"/>
            </a:xfrm>
            <a:prstGeom prst="rect">
              <a:avLst/>
            </a:prstGeom>
          </p:spPr>
        </p:pic>
      </p:grpSp>
      <p:grpSp>
        <p:nvGrpSpPr>
          <p:cNvPr id="197" name="Group 196">
            <a:extLst>
              <a:ext uri="{FF2B5EF4-FFF2-40B4-BE49-F238E27FC236}">
                <a16:creationId xmlns:a16="http://schemas.microsoft.com/office/drawing/2014/main" id="{4D38CB0F-0E5C-8968-D276-13A80C0FF43B}"/>
              </a:ext>
            </a:extLst>
          </p:cNvPr>
          <p:cNvGrpSpPr/>
          <p:nvPr/>
        </p:nvGrpSpPr>
        <p:grpSpPr>
          <a:xfrm>
            <a:off x="4132040" y="4178579"/>
            <a:ext cx="517384" cy="1736060"/>
            <a:chOff x="3825805" y="4221882"/>
            <a:chExt cx="517384" cy="1736060"/>
          </a:xfrm>
        </p:grpSpPr>
        <p:grpSp>
          <p:nvGrpSpPr>
            <p:cNvPr id="295" name="Group 294">
              <a:extLst>
                <a:ext uri="{FF2B5EF4-FFF2-40B4-BE49-F238E27FC236}">
                  <a16:creationId xmlns:a16="http://schemas.microsoft.com/office/drawing/2014/main" id="{0400D65D-5934-D358-F163-8DCED189F6B7}"/>
                </a:ext>
              </a:extLst>
            </p:cNvPr>
            <p:cNvGrpSpPr/>
            <p:nvPr/>
          </p:nvGrpSpPr>
          <p:grpSpPr>
            <a:xfrm>
              <a:off x="3828293" y="4221882"/>
              <a:ext cx="514896" cy="370403"/>
              <a:chOff x="5605469" y="98036"/>
              <a:chExt cx="493294" cy="348272"/>
            </a:xfrm>
            <a:solidFill>
              <a:schemeClr val="accent2"/>
            </a:solidFill>
          </p:grpSpPr>
          <p:sp>
            <p:nvSpPr>
              <p:cNvPr id="313" name="Rectangle 312">
                <a:extLst>
                  <a:ext uri="{FF2B5EF4-FFF2-40B4-BE49-F238E27FC236}">
                    <a16:creationId xmlns:a16="http://schemas.microsoft.com/office/drawing/2014/main" id="{187D0F53-0029-DAF0-3F26-F5B22A8305E0}"/>
                  </a:ext>
                </a:extLst>
              </p:cNvPr>
              <p:cNvSpPr/>
              <p:nvPr/>
            </p:nvSpPr>
            <p:spPr>
              <a:xfrm rot="16200000">
                <a:off x="5541737" y="161768"/>
                <a:ext cx="343463"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Century Gothic" panose="020F0302020204030204"/>
                    <a:ea typeface="+mn-ea"/>
                    <a:cs typeface="+mn-cs"/>
                  </a:rPr>
                  <a:t>Must</a:t>
                </a:r>
              </a:p>
            </p:txBody>
          </p:sp>
          <p:sp>
            <p:nvSpPr>
              <p:cNvPr id="314" name="Rectangle 313">
                <a:extLst>
                  <a:ext uri="{FF2B5EF4-FFF2-40B4-BE49-F238E27FC236}">
                    <a16:creationId xmlns:a16="http://schemas.microsoft.com/office/drawing/2014/main" id="{73EFBCA7-20C6-7FCE-E17A-387286E28D29}"/>
                  </a:ext>
                </a:extLst>
              </p:cNvPr>
              <p:cNvSpPr/>
              <p:nvPr/>
            </p:nvSpPr>
            <p:spPr>
              <a:xfrm>
                <a:off x="5819080" y="9803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15" name="Rectangle 314">
                <a:extLst>
                  <a:ext uri="{FF2B5EF4-FFF2-40B4-BE49-F238E27FC236}">
                    <a16:creationId xmlns:a16="http://schemas.microsoft.com/office/drawing/2014/main" id="{E1077EE6-0621-1214-B406-56902CC1C984}"/>
                  </a:ext>
                </a:extLst>
              </p:cNvPr>
              <p:cNvSpPr/>
              <p:nvPr/>
            </p:nvSpPr>
            <p:spPr>
              <a:xfrm>
                <a:off x="5819080" y="21357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16" name="Rectangle 315">
                <a:extLst>
                  <a:ext uri="{FF2B5EF4-FFF2-40B4-BE49-F238E27FC236}">
                    <a16:creationId xmlns:a16="http://schemas.microsoft.com/office/drawing/2014/main" id="{ED87BE8C-E6F3-8D45-0FAB-895481DAE89B}"/>
                  </a:ext>
                </a:extLst>
              </p:cNvPr>
              <p:cNvSpPr/>
              <p:nvPr/>
            </p:nvSpPr>
            <p:spPr>
              <a:xfrm>
                <a:off x="5819080" y="329104"/>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nvGrpSpPr>
            <p:cNvPr id="296" name="Group 295">
              <a:extLst>
                <a:ext uri="{FF2B5EF4-FFF2-40B4-BE49-F238E27FC236}">
                  <a16:creationId xmlns:a16="http://schemas.microsoft.com/office/drawing/2014/main" id="{D6C22FD9-1DAB-DE66-CD84-1404995D130D}"/>
                </a:ext>
              </a:extLst>
            </p:cNvPr>
            <p:cNvGrpSpPr/>
            <p:nvPr/>
          </p:nvGrpSpPr>
          <p:grpSpPr>
            <a:xfrm>
              <a:off x="3825805" y="4593515"/>
              <a:ext cx="517384" cy="375937"/>
              <a:chOff x="5603085" y="98036"/>
              <a:chExt cx="495678" cy="353475"/>
            </a:xfrm>
            <a:solidFill>
              <a:schemeClr val="tx2"/>
            </a:solidFill>
          </p:grpSpPr>
          <p:sp>
            <p:nvSpPr>
              <p:cNvPr id="309" name="Rectangle 308">
                <a:extLst>
                  <a:ext uri="{FF2B5EF4-FFF2-40B4-BE49-F238E27FC236}">
                    <a16:creationId xmlns:a16="http://schemas.microsoft.com/office/drawing/2014/main" id="{7FA21C88-238E-F86F-7060-D1D0C5390031}"/>
                  </a:ext>
                </a:extLst>
              </p:cNvPr>
              <p:cNvSpPr/>
              <p:nvPr/>
            </p:nvSpPr>
            <p:spPr>
              <a:xfrm rot="16200000">
                <a:off x="5534347" y="166774"/>
                <a:ext cx="353475"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Century Gothic" panose="020F0302020204030204"/>
                    <a:ea typeface="+mn-ea"/>
                    <a:cs typeface="+mn-cs"/>
                  </a:rPr>
                  <a:t>Should</a:t>
                </a:r>
              </a:p>
            </p:txBody>
          </p:sp>
          <p:sp>
            <p:nvSpPr>
              <p:cNvPr id="310" name="Rectangle 309">
                <a:extLst>
                  <a:ext uri="{FF2B5EF4-FFF2-40B4-BE49-F238E27FC236}">
                    <a16:creationId xmlns:a16="http://schemas.microsoft.com/office/drawing/2014/main" id="{0CB74F1C-9D09-8A16-C74E-4B3AC2C8E045}"/>
                  </a:ext>
                </a:extLst>
              </p:cNvPr>
              <p:cNvSpPr/>
              <p:nvPr/>
            </p:nvSpPr>
            <p:spPr>
              <a:xfrm>
                <a:off x="5819080" y="9803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11" name="Rectangle 310">
                <a:extLst>
                  <a:ext uri="{FF2B5EF4-FFF2-40B4-BE49-F238E27FC236}">
                    <a16:creationId xmlns:a16="http://schemas.microsoft.com/office/drawing/2014/main" id="{3F0953DB-EED0-D419-306F-67FF3AD2DBC0}"/>
                  </a:ext>
                </a:extLst>
              </p:cNvPr>
              <p:cNvSpPr/>
              <p:nvPr/>
            </p:nvSpPr>
            <p:spPr>
              <a:xfrm>
                <a:off x="5819080" y="21357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12" name="Rectangle 311">
                <a:extLst>
                  <a:ext uri="{FF2B5EF4-FFF2-40B4-BE49-F238E27FC236}">
                    <a16:creationId xmlns:a16="http://schemas.microsoft.com/office/drawing/2014/main" id="{376BD386-FFFD-74CB-9D05-7225A2F8180B}"/>
                  </a:ext>
                </a:extLst>
              </p:cNvPr>
              <p:cNvSpPr/>
              <p:nvPr/>
            </p:nvSpPr>
            <p:spPr>
              <a:xfrm>
                <a:off x="5819080" y="329104"/>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nvGrpSpPr>
            <p:cNvPr id="297" name="Group 296">
              <a:extLst>
                <a:ext uri="{FF2B5EF4-FFF2-40B4-BE49-F238E27FC236}">
                  <a16:creationId xmlns:a16="http://schemas.microsoft.com/office/drawing/2014/main" id="{22EC9BA2-719E-6FC0-A90B-85AC9E2B3472}"/>
                </a:ext>
              </a:extLst>
            </p:cNvPr>
            <p:cNvGrpSpPr/>
            <p:nvPr/>
          </p:nvGrpSpPr>
          <p:grpSpPr>
            <a:xfrm>
              <a:off x="3832963" y="5463164"/>
              <a:ext cx="510133" cy="494778"/>
              <a:chOff x="6509524" y="-116502"/>
              <a:chExt cx="488731" cy="465216"/>
            </a:xfrm>
            <a:solidFill>
              <a:schemeClr val="accent1"/>
            </a:solidFill>
          </p:grpSpPr>
          <p:sp>
            <p:nvSpPr>
              <p:cNvPr id="304" name="Rectangle 303">
                <a:extLst>
                  <a:ext uri="{FF2B5EF4-FFF2-40B4-BE49-F238E27FC236}">
                    <a16:creationId xmlns:a16="http://schemas.microsoft.com/office/drawing/2014/main" id="{A571ED11-58C1-85F3-025C-782D07BBE715}"/>
                  </a:ext>
                </a:extLst>
              </p:cNvPr>
              <p:cNvSpPr/>
              <p:nvPr/>
            </p:nvSpPr>
            <p:spPr>
              <a:xfrm rot="16200000">
                <a:off x="6384916" y="8106"/>
                <a:ext cx="465216"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Century Gothic" panose="020F0302020204030204"/>
                    <a:ea typeface="+mn-ea"/>
                    <a:cs typeface="+mn-cs"/>
                  </a:rPr>
                  <a:t>Would</a:t>
                </a:r>
              </a:p>
            </p:txBody>
          </p:sp>
          <p:sp>
            <p:nvSpPr>
              <p:cNvPr id="305" name="Rectangle 304">
                <a:extLst>
                  <a:ext uri="{FF2B5EF4-FFF2-40B4-BE49-F238E27FC236}">
                    <a16:creationId xmlns:a16="http://schemas.microsoft.com/office/drawing/2014/main" id="{ECD76EE4-8856-7A9F-74C4-4A44829F004B}"/>
                  </a:ext>
                </a:extLst>
              </p:cNvPr>
              <p:cNvSpPr/>
              <p:nvPr/>
            </p:nvSpPr>
            <p:spPr>
              <a:xfrm>
                <a:off x="6718572" y="-116502"/>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06" name="Rectangle 305">
                <a:extLst>
                  <a:ext uri="{FF2B5EF4-FFF2-40B4-BE49-F238E27FC236}">
                    <a16:creationId xmlns:a16="http://schemas.microsoft.com/office/drawing/2014/main" id="{6D093AE6-B48A-FE37-5FBB-D68DABA70B30}"/>
                  </a:ext>
                </a:extLst>
              </p:cNvPr>
              <p:cNvSpPr/>
              <p:nvPr/>
            </p:nvSpPr>
            <p:spPr>
              <a:xfrm>
                <a:off x="6718572" y="-968"/>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07" name="Rectangle 306">
                <a:extLst>
                  <a:ext uri="{FF2B5EF4-FFF2-40B4-BE49-F238E27FC236}">
                    <a16:creationId xmlns:a16="http://schemas.microsoft.com/office/drawing/2014/main" id="{B86E243F-4C89-99C0-C35E-F893465800B7}"/>
                  </a:ext>
                </a:extLst>
              </p:cNvPr>
              <p:cNvSpPr/>
              <p:nvPr/>
            </p:nvSpPr>
            <p:spPr>
              <a:xfrm>
                <a:off x="6718572" y="114566"/>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08" name="Rectangle 307">
                <a:extLst>
                  <a:ext uri="{FF2B5EF4-FFF2-40B4-BE49-F238E27FC236}">
                    <a16:creationId xmlns:a16="http://schemas.microsoft.com/office/drawing/2014/main" id="{B2E47E69-B084-E9A8-6F96-BA273242823C}"/>
                  </a:ext>
                </a:extLst>
              </p:cNvPr>
              <p:cNvSpPr/>
              <p:nvPr/>
            </p:nvSpPr>
            <p:spPr>
              <a:xfrm>
                <a:off x="6718572" y="230100"/>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nvGrpSpPr>
            <p:cNvPr id="298" name="Group 297">
              <a:extLst>
                <a:ext uri="{FF2B5EF4-FFF2-40B4-BE49-F238E27FC236}">
                  <a16:creationId xmlns:a16="http://schemas.microsoft.com/office/drawing/2014/main" id="{04E02337-4D29-FAAB-FE3F-ABB62EA8FB24}"/>
                </a:ext>
              </a:extLst>
            </p:cNvPr>
            <p:cNvGrpSpPr/>
            <p:nvPr/>
          </p:nvGrpSpPr>
          <p:grpSpPr>
            <a:xfrm>
              <a:off x="3826867" y="4965850"/>
              <a:ext cx="516322" cy="493279"/>
              <a:chOff x="5652381" y="91367"/>
              <a:chExt cx="494661" cy="463806"/>
            </a:xfrm>
            <a:solidFill>
              <a:schemeClr val="bg2"/>
            </a:solidFill>
          </p:grpSpPr>
          <p:sp>
            <p:nvSpPr>
              <p:cNvPr id="299" name="Rectangle 298">
                <a:extLst>
                  <a:ext uri="{FF2B5EF4-FFF2-40B4-BE49-F238E27FC236}">
                    <a16:creationId xmlns:a16="http://schemas.microsoft.com/office/drawing/2014/main" id="{9241DDE0-792A-09FE-3DB4-A3D63D716619}"/>
                  </a:ext>
                </a:extLst>
              </p:cNvPr>
              <p:cNvSpPr/>
              <p:nvPr/>
            </p:nvSpPr>
            <p:spPr>
              <a:xfrm rot="16200000">
                <a:off x="5528479" y="215269"/>
                <a:ext cx="463803" cy="216000"/>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Century Gothic" panose="020F0302020204030204"/>
                    <a:ea typeface="+mn-ea"/>
                    <a:cs typeface="+mn-cs"/>
                  </a:rPr>
                  <a:t>Could</a:t>
                </a:r>
              </a:p>
            </p:txBody>
          </p:sp>
          <p:sp>
            <p:nvSpPr>
              <p:cNvPr id="300" name="Rectangle 299">
                <a:extLst>
                  <a:ext uri="{FF2B5EF4-FFF2-40B4-BE49-F238E27FC236}">
                    <a16:creationId xmlns:a16="http://schemas.microsoft.com/office/drawing/2014/main" id="{4EB5F63D-2539-6CD6-DA41-B0B20F7021CF}"/>
                  </a:ext>
                </a:extLst>
              </p:cNvPr>
              <p:cNvSpPr/>
              <p:nvPr/>
            </p:nvSpPr>
            <p:spPr>
              <a:xfrm>
                <a:off x="5867359" y="91367"/>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01" name="Rectangle 300">
                <a:extLst>
                  <a:ext uri="{FF2B5EF4-FFF2-40B4-BE49-F238E27FC236}">
                    <a16:creationId xmlns:a16="http://schemas.microsoft.com/office/drawing/2014/main" id="{9AE1EB77-49BB-027E-3E1D-6DA553DE6BD6}"/>
                  </a:ext>
                </a:extLst>
              </p:cNvPr>
              <p:cNvSpPr/>
              <p:nvPr/>
            </p:nvSpPr>
            <p:spPr>
              <a:xfrm>
                <a:off x="5867359" y="206901"/>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02" name="Rectangle 301">
                <a:extLst>
                  <a:ext uri="{FF2B5EF4-FFF2-40B4-BE49-F238E27FC236}">
                    <a16:creationId xmlns:a16="http://schemas.microsoft.com/office/drawing/2014/main" id="{4DD26122-1D17-DB15-8F7E-7F0698B79D5B}"/>
                  </a:ext>
                </a:extLst>
              </p:cNvPr>
              <p:cNvSpPr/>
              <p:nvPr/>
            </p:nvSpPr>
            <p:spPr>
              <a:xfrm>
                <a:off x="5867359" y="322435"/>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03" name="Rectangle 302">
                <a:extLst>
                  <a:ext uri="{FF2B5EF4-FFF2-40B4-BE49-F238E27FC236}">
                    <a16:creationId xmlns:a16="http://schemas.microsoft.com/office/drawing/2014/main" id="{E6C45205-FA03-B983-F8A1-B8D2D262A52D}"/>
                  </a:ext>
                </a:extLst>
              </p:cNvPr>
              <p:cNvSpPr/>
              <p:nvPr/>
            </p:nvSpPr>
            <p:spPr>
              <a:xfrm>
                <a:off x="5867359" y="437969"/>
                <a:ext cx="279683" cy="117204"/>
              </a:xfrm>
              <a:prstGeom prst="rect">
                <a:avLst/>
              </a:prstGeom>
              <a:grpFill/>
              <a:ln>
                <a:solidFill>
                  <a:schemeClr val="bg1"/>
                </a:solid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grpSp>
      <p:sp>
        <p:nvSpPr>
          <p:cNvPr id="198" name="TextBox 197">
            <a:extLst>
              <a:ext uri="{FF2B5EF4-FFF2-40B4-BE49-F238E27FC236}">
                <a16:creationId xmlns:a16="http://schemas.microsoft.com/office/drawing/2014/main" id="{E2015249-9B14-7B73-4459-969AE1680B77}"/>
              </a:ext>
            </a:extLst>
          </p:cNvPr>
          <p:cNvSpPr txBox="1"/>
          <p:nvPr/>
        </p:nvSpPr>
        <p:spPr>
          <a:xfrm rot="16200000">
            <a:off x="3387722" y="4660543"/>
            <a:ext cx="1207391" cy="228912"/>
          </a:xfrm>
          <a:prstGeom prst="rect">
            <a:avLst/>
          </a:prstGeom>
          <a:noFill/>
        </p:spPr>
        <p:txBody>
          <a:bodyPr wrap="square" lIns="36000" tIns="36000" rIns="36000" bIns="3600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3C3C3C"/>
                </a:solidFill>
                <a:effectLst/>
                <a:uLnTx/>
                <a:uFillTx/>
                <a:latin typeface="Century Gothic" panose="020F0302020204030204"/>
                <a:ea typeface="+mn-ea"/>
                <a:cs typeface="+mn-cs"/>
              </a:rPr>
              <a:t>Prioritized Project Backlog</a:t>
            </a:r>
          </a:p>
        </p:txBody>
      </p:sp>
      <p:pic>
        <p:nvPicPr>
          <p:cNvPr id="199" name="Graphic 95" descr="Arrow: Counter-clockwise curve">
            <a:extLst>
              <a:ext uri="{FF2B5EF4-FFF2-40B4-BE49-F238E27FC236}">
                <a16:creationId xmlns:a16="http://schemas.microsoft.com/office/drawing/2014/main" id="{145DF7DA-9B1C-8FBE-0FAF-BC5433860B5F}"/>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flipV="1">
            <a:off x="3595471" y="4157793"/>
            <a:ext cx="358503" cy="365288"/>
          </a:xfrm>
          <a:prstGeom prst="rect">
            <a:avLst/>
          </a:prstGeom>
        </p:spPr>
      </p:pic>
      <p:cxnSp>
        <p:nvCxnSpPr>
          <p:cNvPr id="282" name="Straight Connector 281">
            <a:extLst>
              <a:ext uri="{FF2B5EF4-FFF2-40B4-BE49-F238E27FC236}">
                <a16:creationId xmlns:a16="http://schemas.microsoft.com/office/drawing/2014/main" id="{D0B1CEE7-6A1C-313E-41CF-4ECFCFDFA334}"/>
              </a:ext>
            </a:extLst>
          </p:cNvPr>
          <p:cNvCxnSpPr>
            <a:cxnSpLocks/>
          </p:cNvCxnSpPr>
          <p:nvPr/>
        </p:nvCxnSpPr>
        <p:spPr>
          <a:xfrm>
            <a:off x="4737391"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D6245569-BEB5-9127-19A8-CE2B41B22292}"/>
              </a:ext>
            </a:extLst>
          </p:cNvPr>
          <p:cNvCxnSpPr>
            <a:cxnSpLocks/>
          </p:cNvCxnSpPr>
          <p:nvPr/>
        </p:nvCxnSpPr>
        <p:spPr>
          <a:xfrm>
            <a:off x="3561834" y="2708269"/>
            <a:ext cx="4347"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68" name="TextBox 267">
            <a:extLst>
              <a:ext uri="{FF2B5EF4-FFF2-40B4-BE49-F238E27FC236}">
                <a16:creationId xmlns:a16="http://schemas.microsoft.com/office/drawing/2014/main" id="{6B537F28-C484-3362-0F39-E36303070CC2}"/>
              </a:ext>
            </a:extLst>
          </p:cNvPr>
          <p:cNvSpPr txBox="1"/>
          <p:nvPr/>
        </p:nvSpPr>
        <p:spPr>
          <a:xfrm>
            <a:off x="3660378" y="6031697"/>
            <a:ext cx="1076376"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Blueprint document</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700" i="1">
                <a:solidFill>
                  <a:srgbClr val="EE7684"/>
                </a:solidFill>
                <a:latin typeface="Century Gothic" panose="020F0302020204030204"/>
              </a:rPr>
              <a:t>Fit-gap list</a:t>
            </a:r>
            <a:endPar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BPML and backlog for realization</a:t>
            </a:r>
          </a:p>
        </p:txBody>
      </p:sp>
      <p:sp>
        <p:nvSpPr>
          <p:cNvPr id="270" name="TextBox 269">
            <a:extLst>
              <a:ext uri="{FF2B5EF4-FFF2-40B4-BE49-F238E27FC236}">
                <a16:creationId xmlns:a16="http://schemas.microsoft.com/office/drawing/2014/main" id="{2E28D2BE-7BB2-98AE-B130-7AACD1ACAFB7}"/>
              </a:ext>
            </a:extLst>
          </p:cNvPr>
          <p:cNvSpPr txBox="1"/>
          <p:nvPr/>
        </p:nvSpPr>
        <p:spPr>
          <a:xfrm>
            <a:off x="2534033" y="6031697"/>
            <a:ext cx="1032148"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Scope baseline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Conceptual design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BPML and backlog for blueprint</a:t>
            </a:r>
          </a:p>
        </p:txBody>
      </p:sp>
      <p:sp>
        <p:nvSpPr>
          <p:cNvPr id="12" name="Rectangle: Rounded Corners 11">
            <a:extLst>
              <a:ext uri="{FF2B5EF4-FFF2-40B4-BE49-F238E27FC236}">
                <a16:creationId xmlns:a16="http://schemas.microsoft.com/office/drawing/2014/main" id="{9A1E147B-F00D-0098-4554-3BBFC43C4511}"/>
              </a:ext>
            </a:extLst>
          </p:cNvPr>
          <p:cNvSpPr/>
          <p:nvPr/>
        </p:nvSpPr>
        <p:spPr>
          <a:xfrm>
            <a:off x="2428619" y="2860709"/>
            <a:ext cx="1138199" cy="1518364"/>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GB" sz="1000" b="1">
                <a:solidFill>
                  <a:schemeClr val="tx2"/>
                </a:solidFill>
              </a:rPr>
              <a:t>DISCOVERY</a:t>
            </a:r>
          </a:p>
          <a:p>
            <a:pPr algn="ctr">
              <a:spcAft>
                <a:spcPts val="400"/>
              </a:spcAft>
            </a:pPr>
            <a:r>
              <a:rPr lang="en-GB" sz="1000" b="1">
                <a:solidFill>
                  <a:schemeClr val="tx2"/>
                </a:solidFill>
              </a:rPr>
              <a:t>CONC. DESIGN</a:t>
            </a:r>
          </a:p>
          <a:p>
            <a:pPr algn="ctr"/>
            <a:r>
              <a:rPr lang="en-GB" sz="800">
                <a:solidFill>
                  <a:schemeClr val="tx1">
                    <a:lumMod val="75000"/>
                  </a:schemeClr>
                </a:solidFill>
              </a:rPr>
              <a:t>Gain knowledge of the customer's business process, make key decisions to steer the project in the right direction and draw up the Business Process Master List (BPML)</a:t>
            </a:r>
          </a:p>
        </p:txBody>
      </p:sp>
      <p:sp>
        <p:nvSpPr>
          <p:cNvPr id="13" name="Rectangle: Rounded Corners 12">
            <a:extLst>
              <a:ext uri="{FF2B5EF4-FFF2-40B4-BE49-F238E27FC236}">
                <a16:creationId xmlns:a16="http://schemas.microsoft.com/office/drawing/2014/main" id="{DA6FCC40-0427-78BE-2BE6-AF24A35A7751}"/>
              </a:ext>
            </a:extLst>
          </p:cNvPr>
          <p:cNvSpPr/>
          <p:nvPr/>
        </p:nvSpPr>
        <p:spPr>
          <a:xfrm>
            <a:off x="3579422" y="2860709"/>
            <a:ext cx="1157969" cy="1066959"/>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400"/>
              </a:spcAft>
            </a:pPr>
            <a:r>
              <a:rPr lang="en-GB" sz="1000" b="1">
                <a:solidFill>
                  <a:schemeClr val="tx2"/>
                </a:solidFill>
              </a:rPr>
              <a:t>F2S / BBP</a:t>
            </a:r>
          </a:p>
          <a:p>
            <a:pPr algn="ctr"/>
            <a:r>
              <a:rPr lang="en-US" sz="800">
                <a:solidFill>
                  <a:schemeClr val="tx1">
                    <a:lumMod val="75000"/>
                  </a:schemeClr>
                </a:solidFill>
              </a:rPr>
              <a:t>Facilitate Fit-to-Standard (F2S) or blueprint (BBP) workshops to design the final solution, and define scope and  backlog for REA</a:t>
            </a:r>
          </a:p>
        </p:txBody>
      </p:sp>
      <p:cxnSp>
        <p:nvCxnSpPr>
          <p:cNvPr id="284" name="Straight Connector 283">
            <a:extLst>
              <a:ext uri="{FF2B5EF4-FFF2-40B4-BE49-F238E27FC236}">
                <a16:creationId xmlns:a16="http://schemas.microsoft.com/office/drawing/2014/main" id="{E06EA662-7BDD-EBF7-70CA-AFF46B57D60C}"/>
              </a:ext>
            </a:extLst>
          </p:cNvPr>
          <p:cNvCxnSpPr>
            <a:cxnSpLocks/>
          </p:cNvCxnSpPr>
          <p:nvPr/>
        </p:nvCxnSpPr>
        <p:spPr>
          <a:xfrm>
            <a:off x="9131619"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72" name="TextBox 271">
            <a:extLst>
              <a:ext uri="{FF2B5EF4-FFF2-40B4-BE49-F238E27FC236}">
                <a16:creationId xmlns:a16="http://schemas.microsoft.com/office/drawing/2014/main" id="{1895A9AC-5021-4AEB-697D-D2D9E9681807}"/>
              </a:ext>
            </a:extLst>
          </p:cNvPr>
          <p:cNvSpPr txBox="1"/>
          <p:nvPr/>
        </p:nvSpPr>
        <p:spPr>
          <a:xfrm>
            <a:off x="7931554" y="6031697"/>
            <a:ext cx="1200064"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Tested solution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Go/No-go</a:t>
            </a:r>
          </a:p>
        </p:txBody>
      </p:sp>
      <p:sp>
        <p:nvSpPr>
          <p:cNvPr id="10" name="Rectangle: Rounded Corners 9">
            <a:extLst>
              <a:ext uri="{FF2B5EF4-FFF2-40B4-BE49-F238E27FC236}">
                <a16:creationId xmlns:a16="http://schemas.microsoft.com/office/drawing/2014/main" id="{43AB268F-B5C4-41F8-27D2-B6CD8BC8D822}"/>
              </a:ext>
            </a:extLst>
          </p:cNvPr>
          <p:cNvSpPr/>
          <p:nvPr/>
        </p:nvSpPr>
        <p:spPr>
          <a:xfrm>
            <a:off x="7238911" y="2916695"/>
            <a:ext cx="1885137" cy="1138773"/>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600"/>
              </a:spcAft>
            </a:pPr>
            <a:r>
              <a:rPr lang="en-GB" sz="1050" b="1">
                <a:solidFill>
                  <a:schemeClr val="tx2"/>
                </a:solidFill>
              </a:rPr>
              <a:t>SIT &amp; BRT</a:t>
            </a:r>
            <a:endParaRPr lang="en-GB" sz="900">
              <a:solidFill>
                <a:schemeClr val="tx1">
                  <a:lumMod val="75000"/>
                </a:schemeClr>
              </a:solidFill>
            </a:endParaRPr>
          </a:p>
          <a:p>
            <a:pPr algn="ctr"/>
            <a:r>
              <a:rPr lang="en-GB" sz="800">
                <a:solidFill>
                  <a:schemeClr val="tx1">
                    <a:lumMod val="75000"/>
                  </a:schemeClr>
                </a:solidFill>
              </a:rPr>
              <a:t>Execute System Integration</a:t>
            </a:r>
          </a:p>
          <a:p>
            <a:pPr algn="ctr"/>
            <a:r>
              <a:rPr lang="en-GB" sz="800">
                <a:solidFill>
                  <a:schemeClr val="tx1">
                    <a:lumMod val="75000"/>
                  </a:schemeClr>
                </a:solidFill>
              </a:rPr>
              <a:t>Testing, Business Readiness Testing (aka User Acceptance Testing) and End-2-end testing, test data migrations (TM), test integrations and prepare for production cutover</a:t>
            </a:r>
          </a:p>
          <a:p>
            <a:pPr algn="ctr"/>
            <a:endParaRPr lang="en-GB" sz="1050" b="1">
              <a:solidFill>
                <a:schemeClr val="tx2"/>
              </a:solidFill>
            </a:endParaRPr>
          </a:p>
        </p:txBody>
      </p:sp>
      <p:sp>
        <p:nvSpPr>
          <p:cNvPr id="35" name="Rectangle: Rounded Corners 34">
            <a:extLst>
              <a:ext uri="{FF2B5EF4-FFF2-40B4-BE49-F238E27FC236}">
                <a16:creationId xmlns:a16="http://schemas.microsoft.com/office/drawing/2014/main" id="{7D38D698-B0BD-0359-B290-B57FAFD00336}"/>
              </a:ext>
            </a:extLst>
          </p:cNvPr>
          <p:cNvSpPr/>
          <p:nvPr/>
        </p:nvSpPr>
        <p:spPr>
          <a:xfrm rot="5400000">
            <a:off x="7398579" y="46312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rgbClr val="3C3C3C"/>
                </a:solidFill>
                <a:latin typeface="Century Gothic" panose="020F0302020204030204"/>
              </a:rPr>
              <a:t>Test </a:t>
            </a:r>
            <a:br>
              <a:rPr lang="en-US" sz="800" b="1">
                <a:solidFill>
                  <a:srgbClr val="3C3C3C"/>
                </a:solidFill>
                <a:latin typeface="Century Gothic" panose="020F0302020204030204"/>
              </a:rPr>
            </a:br>
            <a:r>
              <a:rPr lang="en-US" sz="800" b="1">
                <a:solidFill>
                  <a:srgbClr val="3C3C3C"/>
                </a:solidFill>
                <a:latin typeface="Century Gothic" panose="020F0302020204030204"/>
              </a:rPr>
              <a:t>Migration</a:t>
            </a:r>
          </a:p>
          <a:p>
            <a:pPr algn="ctr"/>
            <a:r>
              <a:rPr lang="en-US" sz="800" b="1">
                <a:solidFill>
                  <a:srgbClr val="3C3C3C"/>
                </a:solidFill>
                <a:latin typeface="Century Gothic" panose="020F0302020204030204"/>
              </a:rPr>
              <a:t>1</a:t>
            </a:r>
          </a:p>
        </p:txBody>
      </p:sp>
      <p:sp>
        <p:nvSpPr>
          <p:cNvPr id="36" name="Rectangle: Rounded Corners 35">
            <a:extLst>
              <a:ext uri="{FF2B5EF4-FFF2-40B4-BE49-F238E27FC236}">
                <a16:creationId xmlns:a16="http://schemas.microsoft.com/office/drawing/2014/main" id="{90E11858-4927-2EC6-3392-3C22FF95F66D}"/>
              </a:ext>
            </a:extLst>
          </p:cNvPr>
          <p:cNvSpPr/>
          <p:nvPr/>
        </p:nvSpPr>
        <p:spPr>
          <a:xfrm rot="5400000">
            <a:off x="7993237" y="46312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rgbClr val="3C3C3C"/>
                </a:solidFill>
                <a:latin typeface="Century Gothic" panose="020F0302020204030204"/>
              </a:rPr>
              <a:t>Test </a:t>
            </a:r>
            <a:br>
              <a:rPr lang="en-US" sz="800" b="1">
                <a:solidFill>
                  <a:srgbClr val="3C3C3C"/>
                </a:solidFill>
                <a:latin typeface="Century Gothic" panose="020F0302020204030204"/>
              </a:rPr>
            </a:br>
            <a:r>
              <a:rPr lang="en-US" sz="800" b="1">
                <a:solidFill>
                  <a:srgbClr val="3C3C3C"/>
                </a:solidFill>
                <a:latin typeface="Century Gothic" panose="020F0302020204030204"/>
              </a:rPr>
              <a:t>Migration</a:t>
            </a:r>
          </a:p>
          <a:p>
            <a:pPr algn="ctr"/>
            <a:r>
              <a:rPr lang="en-US" sz="800" b="1">
                <a:solidFill>
                  <a:srgbClr val="3C3C3C"/>
                </a:solidFill>
                <a:latin typeface="Century Gothic" panose="020F0302020204030204"/>
              </a:rPr>
              <a:t>2</a:t>
            </a:r>
          </a:p>
        </p:txBody>
      </p:sp>
      <p:sp>
        <p:nvSpPr>
          <p:cNvPr id="37" name="Rectangle: Rounded Corners 36">
            <a:extLst>
              <a:ext uri="{FF2B5EF4-FFF2-40B4-BE49-F238E27FC236}">
                <a16:creationId xmlns:a16="http://schemas.microsoft.com/office/drawing/2014/main" id="{9B481BD5-464A-1CA8-FABD-0CC53169A334}"/>
              </a:ext>
            </a:extLst>
          </p:cNvPr>
          <p:cNvSpPr/>
          <p:nvPr/>
        </p:nvSpPr>
        <p:spPr>
          <a:xfrm rot="5400000">
            <a:off x="7398579" y="50975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rgbClr val="3C3C3C"/>
                </a:solidFill>
                <a:latin typeface="Century Gothic" panose="020F0302020204030204"/>
              </a:rPr>
              <a:t>SIT</a:t>
            </a:r>
          </a:p>
          <a:p>
            <a:pPr algn="ctr"/>
            <a:r>
              <a:rPr lang="en-US" sz="800" b="1">
                <a:solidFill>
                  <a:srgbClr val="3C3C3C"/>
                </a:solidFill>
                <a:latin typeface="Century Gothic" panose="020F0302020204030204"/>
              </a:rPr>
              <a:t>1</a:t>
            </a:r>
          </a:p>
        </p:txBody>
      </p:sp>
      <p:sp>
        <p:nvSpPr>
          <p:cNvPr id="38" name="Rectangle: Rounded Corners 37">
            <a:extLst>
              <a:ext uri="{FF2B5EF4-FFF2-40B4-BE49-F238E27FC236}">
                <a16:creationId xmlns:a16="http://schemas.microsoft.com/office/drawing/2014/main" id="{2E28505A-9CDF-33CA-49A9-0CA8F745BF72}"/>
              </a:ext>
            </a:extLst>
          </p:cNvPr>
          <p:cNvSpPr/>
          <p:nvPr/>
        </p:nvSpPr>
        <p:spPr>
          <a:xfrm rot="5400000">
            <a:off x="7993237" y="50975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rgbClr val="3C3C3C"/>
                </a:solidFill>
                <a:latin typeface="Century Gothic" panose="020F0302020204030204"/>
              </a:rPr>
              <a:t>SIT</a:t>
            </a:r>
          </a:p>
          <a:p>
            <a:pPr algn="ctr"/>
            <a:r>
              <a:rPr lang="en-US" sz="800" b="1">
                <a:solidFill>
                  <a:srgbClr val="3C3C3C"/>
                </a:solidFill>
                <a:latin typeface="Century Gothic" panose="020F0302020204030204"/>
              </a:rPr>
              <a:t>2</a:t>
            </a:r>
          </a:p>
        </p:txBody>
      </p:sp>
      <p:sp>
        <p:nvSpPr>
          <p:cNvPr id="39" name="Rectangle: Rounded Corners 38">
            <a:extLst>
              <a:ext uri="{FF2B5EF4-FFF2-40B4-BE49-F238E27FC236}">
                <a16:creationId xmlns:a16="http://schemas.microsoft.com/office/drawing/2014/main" id="{2CE12EE4-A328-5081-C23C-19E53BE98AB2}"/>
              </a:ext>
            </a:extLst>
          </p:cNvPr>
          <p:cNvSpPr/>
          <p:nvPr/>
        </p:nvSpPr>
        <p:spPr>
          <a:xfrm rot="5400000">
            <a:off x="8584403" y="50975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rgbClr val="3C3C3C"/>
                </a:solidFill>
                <a:latin typeface="Century Gothic" panose="020F0302020204030204"/>
              </a:rPr>
              <a:t>UAT</a:t>
            </a:r>
          </a:p>
        </p:txBody>
      </p:sp>
      <p:sp>
        <p:nvSpPr>
          <p:cNvPr id="40" name="Rectangle: Rounded Corners 39">
            <a:extLst>
              <a:ext uri="{FF2B5EF4-FFF2-40B4-BE49-F238E27FC236}">
                <a16:creationId xmlns:a16="http://schemas.microsoft.com/office/drawing/2014/main" id="{9507A2D3-12F7-48C0-D034-BD8E5C63D8E4}"/>
              </a:ext>
            </a:extLst>
          </p:cNvPr>
          <p:cNvSpPr/>
          <p:nvPr/>
        </p:nvSpPr>
        <p:spPr>
          <a:xfrm rot="5400000">
            <a:off x="8584403" y="4631213"/>
            <a:ext cx="432000" cy="55800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rgbClr val="3C3C3C"/>
                </a:solidFill>
                <a:latin typeface="Century Gothic" panose="020F0302020204030204"/>
              </a:rPr>
              <a:t>Test </a:t>
            </a:r>
            <a:br>
              <a:rPr lang="en-US" sz="800" b="1">
                <a:solidFill>
                  <a:srgbClr val="3C3C3C"/>
                </a:solidFill>
                <a:latin typeface="Century Gothic" panose="020F0302020204030204"/>
              </a:rPr>
            </a:br>
            <a:r>
              <a:rPr lang="en-US" sz="800" b="1">
                <a:solidFill>
                  <a:srgbClr val="3C3C3C"/>
                </a:solidFill>
                <a:latin typeface="Century Gothic" panose="020F0302020204030204"/>
              </a:rPr>
              <a:t>Migration</a:t>
            </a:r>
          </a:p>
          <a:p>
            <a:pPr algn="ctr"/>
            <a:r>
              <a:rPr lang="en-US" sz="800" b="1">
                <a:solidFill>
                  <a:srgbClr val="3C3C3C"/>
                </a:solidFill>
                <a:latin typeface="Century Gothic" panose="020F0302020204030204"/>
              </a:rPr>
              <a:t>3</a:t>
            </a:r>
          </a:p>
        </p:txBody>
      </p:sp>
      <p:sp>
        <p:nvSpPr>
          <p:cNvPr id="274" name="TextBox 273">
            <a:extLst>
              <a:ext uri="{FF2B5EF4-FFF2-40B4-BE49-F238E27FC236}">
                <a16:creationId xmlns:a16="http://schemas.microsoft.com/office/drawing/2014/main" id="{1BBA78B8-A0A4-3B97-EA7A-939660AEAA2C}"/>
              </a:ext>
            </a:extLst>
          </p:cNvPr>
          <p:cNvSpPr txBox="1"/>
          <p:nvPr/>
        </p:nvSpPr>
        <p:spPr>
          <a:xfrm>
            <a:off x="9856237" y="6031697"/>
            <a:ext cx="1198227"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Project closing</a:t>
            </a:r>
          </a:p>
        </p:txBody>
      </p:sp>
      <p:cxnSp>
        <p:nvCxnSpPr>
          <p:cNvPr id="286" name="Straight Connector 285">
            <a:extLst>
              <a:ext uri="{FF2B5EF4-FFF2-40B4-BE49-F238E27FC236}">
                <a16:creationId xmlns:a16="http://schemas.microsoft.com/office/drawing/2014/main" id="{A2335719-4A12-5C3D-D28F-436B07A1D426}"/>
              </a:ext>
            </a:extLst>
          </p:cNvPr>
          <p:cNvCxnSpPr>
            <a:cxnSpLocks/>
          </p:cNvCxnSpPr>
          <p:nvPr/>
        </p:nvCxnSpPr>
        <p:spPr>
          <a:xfrm>
            <a:off x="11055946" y="2708269"/>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91" name="Rounded Rectangle 290">
            <a:extLst>
              <a:ext uri="{FF2B5EF4-FFF2-40B4-BE49-F238E27FC236}">
                <a16:creationId xmlns:a16="http://schemas.microsoft.com/office/drawing/2014/main" id="{7669650F-5810-F06D-FDCF-4F0A17F4313A}"/>
              </a:ext>
            </a:extLst>
          </p:cNvPr>
          <p:cNvSpPr/>
          <p:nvPr/>
        </p:nvSpPr>
        <p:spPr>
          <a:xfrm rot="5400000">
            <a:off x="10492236" y="5072752"/>
            <a:ext cx="443717" cy="619240"/>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3C3C3C"/>
                </a:solidFill>
                <a:effectLst/>
                <a:uLnTx/>
                <a:uFillTx/>
                <a:latin typeface="Century Gothic" panose="020F0302020204030204"/>
                <a:ea typeface="+mn-ea"/>
                <a:cs typeface="+mn-cs"/>
              </a:rPr>
              <a:t>Hyper-care</a:t>
            </a:r>
          </a:p>
        </p:txBody>
      </p:sp>
      <p:sp>
        <p:nvSpPr>
          <p:cNvPr id="292" name="Arrow: Pentagon 97">
            <a:extLst>
              <a:ext uri="{FF2B5EF4-FFF2-40B4-BE49-F238E27FC236}">
                <a16:creationId xmlns:a16="http://schemas.microsoft.com/office/drawing/2014/main" id="{39B7DB2C-B49A-65EC-46DC-77160C669CAE}"/>
              </a:ext>
            </a:extLst>
          </p:cNvPr>
          <p:cNvSpPr/>
          <p:nvPr/>
        </p:nvSpPr>
        <p:spPr>
          <a:xfrm>
            <a:off x="11110010" y="5651705"/>
            <a:ext cx="983215" cy="220777"/>
          </a:xfrm>
          <a:prstGeom prst="homePlate">
            <a:avLst>
              <a:gd name="adj" fmla="val 28642"/>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3C3C3C"/>
                </a:solidFill>
                <a:effectLst/>
                <a:uLnTx/>
                <a:uFillTx/>
                <a:latin typeface="Century Gothic" panose="020F0302020204030204"/>
                <a:ea typeface="+mn-ea"/>
                <a:cs typeface="+mn-cs"/>
              </a:rPr>
              <a:t>Run &amp; Accelerate</a:t>
            </a:r>
          </a:p>
        </p:txBody>
      </p:sp>
      <p:sp>
        <p:nvSpPr>
          <p:cNvPr id="7" name="Rectangle: Rounded Corners 6">
            <a:extLst>
              <a:ext uri="{FF2B5EF4-FFF2-40B4-BE49-F238E27FC236}">
                <a16:creationId xmlns:a16="http://schemas.microsoft.com/office/drawing/2014/main" id="{C7FB04E4-9974-B95C-59C2-29449571AF5E}"/>
              </a:ext>
            </a:extLst>
          </p:cNvPr>
          <p:cNvSpPr/>
          <p:nvPr/>
        </p:nvSpPr>
        <p:spPr>
          <a:xfrm>
            <a:off x="11054465" y="2916695"/>
            <a:ext cx="1097644" cy="730969"/>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0" tIns="0" rIns="0" bIns="0" rtlCol="0" anchor="t">
            <a:spAutoFit/>
          </a:bodyPr>
          <a:lstStyle/>
          <a:p>
            <a:pPr algn="ctr">
              <a:spcAft>
                <a:spcPts val="600"/>
              </a:spcAft>
            </a:pPr>
            <a:r>
              <a:rPr lang="en-GB" sz="1050" b="1">
                <a:solidFill>
                  <a:schemeClr val="tx2"/>
                </a:solidFill>
              </a:rPr>
              <a:t>KIR</a:t>
            </a:r>
            <a:endParaRPr lang="en-GB" sz="900">
              <a:solidFill>
                <a:schemeClr val="tx1">
                  <a:lumMod val="75000"/>
                </a:schemeClr>
              </a:solidFill>
            </a:endParaRPr>
          </a:p>
          <a:p>
            <a:pPr algn="ctr"/>
            <a:r>
              <a:rPr lang="en-GB" sz="800">
                <a:solidFill>
                  <a:schemeClr val="tx1">
                    <a:lumMod val="75000"/>
                  </a:schemeClr>
                </a:solidFill>
              </a:rPr>
              <a:t>Keep IT Running; handover </a:t>
            </a:r>
            <a:br>
              <a:rPr lang="en-GB" sz="800">
                <a:solidFill>
                  <a:schemeClr val="tx1">
                    <a:lumMod val="75000"/>
                  </a:schemeClr>
                </a:solidFill>
              </a:rPr>
            </a:br>
            <a:r>
              <a:rPr lang="en-GB" sz="800">
                <a:solidFill>
                  <a:schemeClr val="tx1">
                    <a:lumMod val="75000"/>
                  </a:schemeClr>
                </a:solidFill>
              </a:rPr>
              <a:t>to operations or sustain support</a:t>
            </a:r>
          </a:p>
        </p:txBody>
      </p:sp>
      <p:sp>
        <p:nvSpPr>
          <p:cNvPr id="8" name="Rectangle: Rounded Corners 7">
            <a:extLst>
              <a:ext uri="{FF2B5EF4-FFF2-40B4-BE49-F238E27FC236}">
                <a16:creationId xmlns:a16="http://schemas.microsoft.com/office/drawing/2014/main" id="{EBC8ADAE-1CB9-4F5B-22B1-584065CE6CDB}"/>
              </a:ext>
            </a:extLst>
          </p:cNvPr>
          <p:cNvSpPr/>
          <p:nvPr/>
        </p:nvSpPr>
        <p:spPr>
          <a:xfrm>
            <a:off x="10095488" y="2916370"/>
            <a:ext cx="958980" cy="607859"/>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600"/>
              </a:spcAft>
            </a:pPr>
            <a:r>
              <a:rPr lang="en-GB" sz="1050" b="1">
                <a:solidFill>
                  <a:schemeClr val="tx2"/>
                </a:solidFill>
              </a:rPr>
              <a:t>GOLIVE</a:t>
            </a:r>
            <a:endParaRPr lang="en-GB" sz="900">
              <a:solidFill>
                <a:schemeClr val="tx1">
                  <a:lumMod val="75000"/>
                </a:schemeClr>
              </a:solidFill>
            </a:endParaRPr>
          </a:p>
          <a:p>
            <a:pPr algn="ctr"/>
            <a:r>
              <a:rPr lang="en-GB" sz="800">
                <a:solidFill>
                  <a:schemeClr val="tx1">
                    <a:lumMod val="75000"/>
                  </a:schemeClr>
                </a:solidFill>
              </a:rPr>
              <a:t>Cutover to production and hypercare</a:t>
            </a:r>
          </a:p>
        </p:txBody>
      </p:sp>
      <p:sp>
        <p:nvSpPr>
          <p:cNvPr id="290" name="Rounded Rectangle 289">
            <a:extLst>
              <a:ext uri="{FF2B5EF4-FFF2-40B4-BE49-F238E27FC236}">
                <a16:creationId xmlns:a16="http://schemas.microsoft.com/office/drawing/2014/main" id="{0DD32FE0-84CF-0F26-FFCC-C1A54B96F3AE}"/>
              </a:ext>
            </a:extLst>
          </p:cNvPr>
          <p:cNvSpPr/>
          <p:nvPr/>
        </p:nvSpPr>
        <p:spPr>
          <a:xfrm rot="5400000">
            <a:off x="9865463" y="5091882"/>
            <a:ext cx="443971" cy="581234"/>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Century Gothic" panose="020F0302020204030204"/>
                <a:ea typeface="+mn-ea"/>
                <a:cs typeface="+mn-cs"/>
              </a:rPr>
              <a:t>Cutover </a:t>
            </a:r>
          </a:p>
        </p:txBody>
      </p:sp>
      <p:cxnSp>
        <p:nvCxnSpPr>
          <p:cNvPr id="285" name="Straight Connector 284">
            <a:extLst>
              <a:ext uri="{FF2B5EF4-FFF2-40B4-BE49-F238E27FC236}">
                <a16:creationId xmlns:a16="http://schemas.microsoft.com/office/drawing/2014/main" id="{B111AA6D-48E7-714E-9FA5-4E2628AF8E82}"/>
              </a:ext>
            </a:extLst>
          </p:cNvPr>
          <p:cNvCxnSpPr>
            <a:cxnSpLocks/>
          </p:cNvCxnSpPr>
          <p:nvPr/>
        </p:nvCxnSpPr>
        <p:spPr>
          <a:xfrm>
            <a:off x="10106803" y="2708268"/>
            <a:ext cx="0" cy="3780000"/>
          </a:xfrm>
          <a:prstGeom prst="line">
            <a:avLst/>
          </a:prstGeom>
          <a:ln w="6350">
            <a:solidFill>
              <a:schemeClr val="bg1">
                <a:lumMod val="75000"/>
              </a:schemeClr>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
        <p:nvSpPr>
          <p:cNvPr id="289" name="Rounded Rectangle 288">
            <a:extLst>
              <a:ext uri="{FF2B5EF4-FFF2-40B4-BE49-F238E27FC236}">
                <a16:creationId xmlns:a16="http://schemas.microsoft.com/office/drawing/2014/main" id="{368770E2-AF8B-7265-6A7F-7621BBC85AC5}"/>
              </a:ext>
            </a:extLst>
          </p:cNvPr>
          <p:cNvSpPr/>
          <p:nvPr/>
        </p:nvSpPr>
        <p:spPr>
          <a:xfrm rot="5400000">
            <a:off x="9371662" y="4505452"/>
            <a:ext cx="443971" cy="821496"/>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3C3C3C"/>
                </a:solidFill>
                <a:effectLst/>
                <a:uLnTx/>
                <a:uFillTx/>
                <a:latin typeface="Century Gothic" panose="020F0302020204030204"/>
                <a:ea typeface="+mn-ea"/>
                <a:cs typeface="+mn-cs"/>
              </a:rPr>
              <a:t>Final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3C3C3C"/>
                </a:solidFill>
                <a:effectLst/>
                <a:uLnTx/>
                <a:uFillTx/>
                <a:latin typeface="Century Gothic" panose="020F0302020204030204"/>
                <a:ea typeface="+mn-ea"/>
                <a:cs typeface="+mn-cs"/>
              </a:rPr>
              <a:t>Prep</a:t>
            </a:r>
          </a:p>
        </p:txBody>
      </p:sp>
      <p:sp>
        <p:nvSpPr>
          <p:cNvPr id="273" name="TextBox 272">
            <a:extLst>
              <a:ext uri="{FF2B5EF4-FFF2-40B4-BE49-F238E27FC236}">
                <a16:creationId xmlns:a16="http://schemas.microsoft.com/office/drawing/2014/main" id="{F2DA79DE-6554-B46E-0143-C3133D479805}"/>
              </a:ext>
            </a:extLst>
          </p:cNvPr>
          <p:cNvSpPr txBox="1"/>
          <p:nvPr/>
        </p:nvSpPr>
        <p:spPr>
          <a:xfrm>
            <a:off x="9459463" y="6031697"/>
            <a:ext cx="645858" cy="412482"/>
          </a:xfrm>
          <a:prstGeom prst="rect">
            <a:avLst/>
          </a:prstGeom>
          <a:noFill/>
        </p:spPr>
        <p:txBody>
          <a:bodyPr wrap="square" lIns="36000" tIns="36000" rIns="36000" bIns="3600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EE7684"/>
                </a:solidFill>
                <a:effectLst/>
                <a:uLnTx/>
                <a:uFillTx/>
                <a:latin typeface="Century Gothic" panose="020F0302020204030204"/>
                <a:ea typeface="+mn-ea"/>
                <a:cs typeface="+mn-cs"/>
              </a:rPr>
              <a:t>Cut-over</a:t>
            </a:r>
          </a:p>
        </p:txBody>
      </p:sp>
      <p:sp>
        <p:nvSpPr>
          <p:cNvPr id="6" name="Rectangle: Rounded Corners 5">
            <a:extLst>
              <a:ext uri="{FF2B5EF4-FFF2-40B4-BE49-F238E27FC236}">
                <a16:creationId xmlns:a16="http://schemas.microsoft.com/office/drawing/2014/main" id="{1CA2038B-7F59-2216-F375-7413D5D49BED}"/>
              </a:ext>
            </a:extLst>
          </p:cNvPr>
          <p:cNvSpPr/>
          <p:nvPr/>
        </p:nvSpPr>
        <p:spPr>
          <a:xfrm>
            <a:off x="9131618" y="2916695"/>
            <a:ext cx="973705" cy="1015663"/>
          </a:xfrm>
          <a:prstGeom prst="roundRect">
            <a:avLst>
              <a:gd name="adj" fmla="val 0"/>
            </a:avLst>
          </a:prstGeom>
          <a:noFill/>
          <a:ln>
            <a:noFill/>
          </a:ln>
        </p:spPr>
        <p:style>
          <a:lnRef idx="3">
            <a:schemeClr val="lt1"/>
          </a:lnRef>
          <a:fillRef idx="1">
            <a:schemeClr val="accent1"/>
          </a:fillRef>
          <a:effectRef idx="1">
            <a:schemeClr val="accent1"/>
          </a:effectRef>
          <a:fontRef idx="minor">
            <a:schemeClr val="lt1"/>
          </a:fontRef>
        </p:style>
        <p:txBody>
          <a:bodyPr wrap="square" lIns="54000" tIns="0" rIns="54000" bIns="0" rtlCol="0" anchor="t">
            <a:spAutoFit/>
          </a:bodyPr>
          <a:lstStyle/>
          <a:p>
            <a:pPr algn="ctr">
              <a:spcAft>
                <a:spcPts val="600"/>
              </a:spcAft>
            </a:pPr>
            <a:r>
              <a:rPr lang="en-GB" sz="1050" b="1">
                <a:solidFill>
                  <a:schemeClr val="tx2"/>
                </a:solidFill>
              </a:rPr>
              <a:t>FPREP</a:t>
            </a:r>
            <a:endParaRPr lang="en-GB" sz="900">
              <a:solidFill>
                <a:schemeClr val="tx1">
                  <a:lumMod val="75000"/>
                </a:schemeClr>
              </a:solidFill>
            </a:endParaRPr>
          </a:p>
          <a:p>
            <a:pPr algn="ctr"/>
            <a:r>
              <a:rPr lang="en-GB" sz="800">
                <a:solidFill>
                  <a:schemeClr val="tx1">
                    <a:lumMod val="75000"/>
                  </a:schemeClr>
                </a:solidFill>
              </a:rPr>
              <a:t>Prepare </a:t>
            </a:r>
            <a:br>
              <a:rPr lang="en-GB" sz="800">
                <a:solidFill>
                  <a:schemeClr val="tx1">
                    <a:lumMod val="75000"/>
                  </a:schemeClr>
                </a:solidFill>
              </a:rPr>
            </a:br>
            <a:r>
              <a:rPr lang="en-GB" sz="800">
                <a:solidFill>
                  <a:schemeClr val="tx1">
                    <a:lumMod val="75000"/>
                  </a:schemeClr>
                </a:solidFill>
              </a:rPr>
              <a:t>Go live </a:t>
            </a:r>
            <a:br>
              <a:rPr lang="en-GB" sz="800">
                <a:solidFill>
                  <a:schemeClr val="tx1">
                    <a:lumMod val="75000"/>
                  </a:schemeClr>
                </a:solidFill>
              </a:rPr>
            </a:br>
            <a:r>
              <a:rPr lang="en-GB" sz="800">
                <a:solidFill>
                  <a:schemeClr val="tx1">
                    <a:lumMod val="75000"/>
                  </a:schemeClr>
                </a:solidFill>
              </a:rPr>
              <a:t>and start production cutover</a:t>
            </a:r>
          </a:p>
          <a:p>
            <a:pPr algn="ctr"/>
            <a:endParaRPr lang="en-GB" sz="1050" b="1">
              <a:solidFill>
                <a:schemeClr val="tx2"/>
              </a:solidFill>
            </a:endParaRPr>
          </a:p>
        </p:txBody>
      </p:sp>
      <p:sp>
        <p:nvSpPr>
          <p:cNvPr id="193" name="TextBox 192">
            <a:extLst>
              <a:ext uri="{FF2B5EF4-FFF2-40B4-BE49-F238E27FC236}">
                <a16:creationId xmlns:a16="http://schemas.microsoft.com/office/drawing/2014/main" id="{2100386B-B912-EB56-1209-7012AC8B7709}"/>
              </a:ext>
            </a:extLst>
          </p:cNvPr>
          <p:cNvSpPr txBox="1"/>
          <p:nvPr/>
        </p:nvSpPr>
        <p:spPr>
          <a:xfrm rot="16200000">
            <a:off x="9790386" y="3930852"/>
            <a:ext cx="615692" cy="234286"/>
          </a:xfrm>
          <a:prstGeom prst="rect">
            <a:avLst/>
          </a:prstGeom>
          <a:solidFill>
            <a:schemeClr val="bg1"/>
          </a:solidFill>
        </p:spPr>
        <p:txBody>
          <a:bodyPr wrap="square" lIns="36000" tIns="36000" rIns="36000" b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3C3C3C"/>
                </a:solidFill>
                <a:effectLst/>
                <a:uLnTx/>
                <a:uFillTx/>
                <a:latin typeface="Century Gothic" panose="020F0302020204030204"/>
                <a:ea typeface="+mn-ea"/>
                <a:cs typeface="+mn-cs"/>
              </a:rPr>
              <a:t>Go Live</a:t>
            </a:r>
          </a:p>
        </p:txBody>
      </p:sp>
      <p:sp>
        <p:nvSpPr>
          <p:cNvPr id="213" name="5-Point Star 266">
            <a:extLst>
              <a:ext uri="{FF2B5EF4-FFF2-40B4-BE49-F238E27FC236}">
                <a16:creationId xmlns:a16="http://schemas.microsoft.com/office/drawing/2014/main" id="{45B331DF-7F6F-B967-C9D6-3FF2058EC88D}"/>
              </a:ext>
            </a:extLst>
          </p:cNvPr>
          <p:cNvSpPr>
            <a:spLocks noChangeAspect="1"/>
          </p:cNvSpPr>
          <p:nvPr/>
        </p:nvSpPr>
        <p:spPr>
          <a:xfrm>
            <a:off x="9968472" y="4343251"/>
            <a:ext cx="274694" cy="274320"/>
          </a:xfrm>
          <a:prstGeom prst="star5">
            <a:avLst/>
          </a:prstGeom>
          <a:solidFill>
            <a:schemeClr val="accent3"/>
          </a:solidFill>
          <a:ln>
            <a:solidFill>
              <a:schemeClr val="bg1"/>
            </a:solidFill>
          </a:ln>
          <a:effectLst>
            <a:outerShdw blurRad="63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5" name="Group 4">
            <a:extLst>
              <a:ext uri="{FF2B5EF4-FFF2-40B4-BE49-F238E27FC236}">
                <a16:creationId xmlns:a16="http://schemas.microsoft.com/office/drawing/2014/main" id="{4DF2A286-1533-A5B4-B006-9AE09FC572A5}"/>
              </a:ext>
            </a:extLst>
          </p:cNvPr>
          <p:cNvGrpSpPr/>
          <p:nvPr/>
        </p:nvGrpSpPr>
        <p:grpSpPr>
          <a:xfrm>
            <a:off x="16635" y="2331445"/>
            <a:ext cx="12175365" cy="412400"/>
            <a:chOff x="16634" y="2318770"/>
            <a:chExt cx="12175366" cy="412400"/>
          </a:xfrm>
        </p:grpSpPr>
        <p:sp>
          <p:nvSpPr>
            <p:cNvPr id="11" name="5-Point Star 266">
              <a:extLst>
                <a:ext uri="{FF2B5EF4-FFF2-40B4-BE49-F238E27FC236}">
                  <a16:creationId xmlns:a16="http://schemas.microsoft.com/office/drawing/2014/main" id="{8C2A5309-980E-EA5E-BD07-BA7F5CD922D3}"/>
                </a:ext>
              </a:extLst>
            </p:cNvPr>
            <p:cNvSpPr/>
            <p:nvPr/>
          </p:nvSpPr>
          <p:spPr>
            <a:xfrm>
              <a:off x="10245460" y="2354711"/>
              <a:ext cx="228912" cy="228912"/>
            </a:xfrm>
            <a:prstGeom prst="star5">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6" name="Arrow: Chevron 23">
              <a:extLst>
                <a:ext uri="{FF2B5EF4-FFF2-40B4-BE49-F238E27FC236}">
                  <a16:creationId xmlns:a16="http://schemas.microsoft.com/office/drawing/2014/main" id="{091E55D5-7B81-288E-65EB-3FA276D77CF2}"/>
                </a:ext>
              </a:extLst>
            </p:cNvPr>
            <p:cNvSpPr/>
            <p:nvPr/>
          </p:nvSpPr>
          <p:spPr>
            <a:xfrm>
              <a:off x="9137893" y="2318771"/>
              <a:ext cx="1071767" cy="409690"/>
            </a:xfrm>
            <a:prstGeom prst="chevron">
              <a:avLst>
                <a:gd name="adj" fmla="val 24644"/>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Final </a:t>
              </a:r>
              <a:b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b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a:t>
              </a:r>
            </a:p>
          </p:txBody>
        </p:sp>
        <p:sp>
          <p:nvSpPr>
            <p:cNvPr id="17" name="Arrow: Chevron 22">
              <a:extLst>
                <a:ext uri="{FF2B5EF4-FFF2-40B4-BE49-F238E27FC236}">
                  <a16:creationId xmlns:a16="http://schemas.microsoft.com/office/drawing/2014/main" id="{4EF5F46F-6F48-B7D6-30CA-96AA1A530733}"/>
                </a:ext>
              </a:extLst>
            </p:cNvPr>
            <p:cNvSpPr/>
            <p:nvPr/>
          </p:nvSpPr>
          <p:spPr>
            <a:xfrm>
              <a:off x="4738710" y="2318771"/>
              <a:ext cx="2670399" cy="409690"/>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Realization</a:t>
              </a:r>
            </a:p>
          </p:txBody>
        </p:sp>
        <p:sp>
          <p:nvSpPr>
            <p:cNvPr id="18" name="Arrow: Chevron 288">
              <a:extLst>
                <a:ext uri="{FF2B5EF4-FFF2-40B4-BE49-F238E27FC236}">
                  <a16:creationId xmlns:a16="http://schemas.microsoft.com/office/drawing/2014/main" id="{E5FCC373-80EC-54C7-3C54-28114C3521D1}"/>
                </a:ext>
              </a:extLst>
            </p:cNvPr>
            <p:cNvSpPr/>
            <p:nvPr/>
          </p:nvSpPr>
          <p:spPr>
            <a:xfrm>
              <a:off x="1728137" y="2318771"/>
              <a:ext cx="801206"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13716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Plan</a:t>
              </a:r>
            </a:p>
          </p:txBody>
        </p:sp>
        <p:sp>
          <p:nvSpPr>
            <p:cNvPr id="19" name="Arrow: Pentagon 14">
              <a:extLst>
                <a:ext uri="{FF2B5EF4-FFF2-40B4-BE49-F238E27FC236}">
                  <a16:creationId xmlns:a16="http://schemas.microsoft.com/office/drawing/2014/main" id="{26D43004-5C36-0D9C-DDCD-2EEEB834315F}"/>
                </a:ext>
              </a:extLst>
            </p:cNvPr>
            <p:cNvSpPr/>
            <p:nvPr/>
          </p:nvSpPr>
          <p:spPr>
            <a:xfrm>
              <a:off x="1105365" y="2319075"/>
              <a:ext cx="733360" cy="408495"/>
            </a:xfrm>
            <a:prstGeom prst="homePlate">
              <a:avLst>
                <a:gd name="adj" fmla="val 17926"/>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9144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a:t>
              </a:r>
            </a:p>
          </p:txBody>
        </p:sp>
        <p:sp>
          <p:nvSpPr>
            <p:cNvPr id="20" name="Rectangle 19">
              <a:extLst>
                <a:ext uri="{FF2B5EF4-FFF2-40B4-BE49-F238E27FC236}">
                  <a16:creationId xmlns:a16="http://schemas.microsoft.com/office/drawing/2014/main" id="{4ACD796C-B248-448E-033C-87AD11D0CCF7}"/>
                </a:ext>
              </a:extLst>
            </p:cNvPr>
            <p:cNvSpPr/>
            <p:nvPr/>
          </p:nvSpPr>
          <p:spPr>
            <a:xfrm>
              <a:off x="16634" y="2320770"/>
              <a:ext cx="1088730" cy="410400"/>
            </a:xfrm>
            <a:prstGeom prst="rect">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Pre-Project</a:t>
              </a:r>
            </a:p>
          </p:txBody>
        </p:sp>
        <p:sp>
          <p:nvSpPr>
            <p:cNvPr id="21" name="Arrow: Chevron 284">
              <a:extLst>
                <a:ext uri="{FF2B5EF4-FFF2-40B4-BE49-F238E27FC236}">
                  <a16:creationId xmlns:a16="http://schemas.microsoft.com/office/drawing/2014/main" id="{E4A79037-796B-45AF-EE2D-0167C191ECA4}"/>
                </a:ext>
              </a:extLst>
            </p:cNvPr>
            <p:cNvSpPr/>
            <p:nvPr/>
          </p:nvSpPr>
          <p:spPr>
            <a:xfrm>
              <a:off x="3196912" y="2318771"/>
              <a:ext cx="1636843"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432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Blueprint</a:t>
              </a:r>
            </a:p>
          </p:txBody>
        </p:sp>
        <p:sp>
          <p:nvSpPr>
            <p:cNvPr id="22" name="Arrow: Chevron 287">
              <a:extLst>
                <a:ext uri="{FF2B5EF4-FFF2-40B4-BE49-F238E27FC236}">
                  <a16:creationId xmlns:a16="http://schemas.microsoft.com/office/drawing/2014/main" id="{E4F23F47-BAA0-BD92-07F8-E5F22D8DD8F9}"/>
                </a:ext>
              </a:extLst>
            </p:cNvPr>
            <p:cNvSpPr/>
            <p:nvPr/>
          </p:nvSpPr>
          <p:spPr>
            <a:xfrm>
              <a:off x="2428620" y="2318771"/>
              <a:ext cx="1227452"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Inception</a:t>
              </a:r>
            </a:p>
          </p:txBody>
        </p:sp>
        <p:sp>
          <p:nvSpPr>
            <p:cNvPr id="23" name="Arrow: Chevron 274">
              <a:extLst>
                <a:ext uri="{FF2B5EF4-FFF2-40B4-BE49-F238E27FC236}">
                  <a16:creationId xmlns:a16="http://schemas.microsoft.com/office/drawing/2014/main" id="{9C55051F-3681-19D1-E613-65162CF611BB}"/>
                </a:ext>
              </a:extLst>
            </p:cNvPr>
            <p:cNvSpPr/>
            <p:nvPr/>
          </p:nvSpPr>
          <p:spPr>
            <a:xfrm>
              <a:off x="8191233" y="2318771"/>
              <a:ext cx="1049421" cy="409690"/>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000" b="1">
                  <a:solidFill>
                    <a:srgbClr val="999999">
                      <a:lumMod val="50000"/>
                    </a:srgbClr>
                  </a:solidFill>
                  <a:latin typeface="Century Gothic" panose="020F0302020204030204"/>
                </a:rPr>
                <a:t>BRT</a:t>
              </a:r>
              <a:endPar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endParaRPr>
            </a:p>
          </p:txBody>
        </p:sp>
        <p:sp>
          <p:nvSpPr>
            <p:cNvPr id="24" name="Arrow: Chevron 273">
              <a:extLst>
                <a:ext uri="{FF2B5EF4-FFF2-40B4-BE49-F238E27FC236}">
                  <a16:creationId xmlns:a16="http://schemas.microsoft.com/office/drawing/2014/main" id="{625CAECA-24AD-1FC0-D8E3-FFD8C40E4401}"/>
                </a:ext>
              </a:extLst>
            </p:cNvPr>
            <p:cNvSpPr/>
            <p:nvPr/>
          </p:nvSpPr>
          <p:spPr>
            <a:xfrm>
              <a:off x="7245741" y="2318770"/>
              <a:ext cx="1046604"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SIT</a:t>
              </a:r>
            </a:p>
          </p:txBody>
        </p:sp>
        <p:sp>
          <p:nvSpPr>
            <p:cNvPr id="25" name="Arrow: Chevron 26">
              <a:extLst>
                <a:ext uri="{FF2B5EF4-FFF2-40B4-BE49-F238E27FC236}">
                  <a16:creationId xmlns:a16="http://schemas.microsoft.com/office/drawing/2014/main" id="{3C4889DD-5EAF-1DE4-BB66-12AACBAA1C43}"/>
                </a:ext>
              </a:extLst>
            </p:cNvPr>
            <p:cNvSpPr/>
            <p:nvPr/>
          </p:nvSpPr>
          <p:spPr>
            <a:xfrm>
              <a:off x="11064849" y="2318771"/>
              <a:ext cx="1127151" cy="409689"/>
            </a:xfrm>
            <a:prstGeom prst="chevron">
              <a:avLst>
                <a:gd name="adj" fmla="val 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Operate</a:t>
              </a:r>
            </a:p>
          </p:txBody>
        </p:sp>
        <p:sp>
          <p:nvSpPr>
            <p:cNvPr id="26" name="Arrow: Chevron 25">
              <a:extLst>
                <a:ext uri="{FF2B5EF4-FFF2-40B4-BE49-F238E27FC236}">
                  <a16:creationId xmlns:a16="http://schemas.microsoft.com/office/drawing/2014/main" id="{776DF163-69C9-5F1F-803B-8E2F5D880652}"/>
                </a:ext>
              </a:extLst>
            </p:cNvPr>
            <p:cNvSpPr/>
            <p:nvPr/>
          </p:nvSpPr>
          <p:spPr>
            <a:xfrm>
              <a:off x="10106803" y="2318771"/>
              <a:ext cx="1049421" cy="409689"/>
            </a:xfrm>
            <a:prstGeom prst="chevron">
              <a:avLst>
                <a:gd name="adj" fmla="val 24644"/>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Go Live &amp; Hypercare</a:t>
              </a:r>
            </a:p>
          </p:txBody>
        </p:sp>
      </p:grpSp>
      <p:grpSp>
        <p:nvGrpSpPr>
          <p:cNvPr id="27" name="Group 26">
            <a:extLst>
              <a:ext uri="{FF2B5EF4-FFF2-40B4-BE49-F238E27FC236}">
                <a16:creationId xmlns:a16="http://schemas.microsoft.com/office/drawing/2014/main" id="{EB35354D-B468-C1C7-4216-D36B665570D3}"/>
              </a:ext>
            </a:extLst>
          </p:cNvPr>
          <p:cNvGrpSpPr/>
          <p:nvPr/>
        </p:nvGrpSpPr>
        <p:grpSpPr>
          <a:xfrm>
            <a:off x="14299" y="1362494"/>
            <a:ext cx="12177701" cy="964154"/>
            <a:chOff x="14299" y="1362494"/>
            <a:chExt cx="12177701" cy="964154"/>
          </a:xfrm>
        </p:grpSpPr>
        <p:sp>
          <p:nvSpPr>
            <p:cNvPr id="28" name="Arrow: Chevron 283">
              <a:extLst>
                <a:ext uri="{FF2B5EF4-FFF2-40B4-BE49-F238E27FC236}">
                  <a16:creationId xmlns:a16="http://schemas.microsoft.com/office/drawing/2014/main" id="{581D3E0E-1D5D-36CB-7A68-5311428C0B6D}"/>
                </a:ext>
              </a:extLst>
            </p:cNvPr>
            <p:cNvSpPr/>
            <p:nvPr/>
          </p:nvSpPr>
          <p:spPr>
            <a:xfrm>
              <a:off x="10914976" y="1362494"/>
              <a:ext cx="1277024" cy="964154"/>
            </a:xfrm>
            <a:prstGeom prst="chevron">
              <a:avLst>
                <a:gd name="adj" fmla="val 0"/>
              </a:avLst>
            </a:prstGeom>
            <a:gradFill>
              <a:gsLst>
                <a:gs pos="1000">
                  <a:schemeClr val="accent3"/>
                </a:gs>
                <a:gs pos="99000">
                  <a:schemeClr val="accent3">
                    <a:lumMod val="75000"/>
                  </a:schemeClr>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20040" tIns="59436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Run</a:t>
              </a:r>
            </a:p>
          </p:txBody>
        </p:sp>
        <p:sp>
          <p:nvSpPr>
            <p:cNvPr id="29" name="Arrow: Chevron 278">
              <a:extLst>
                <a:ext uri="{FF2B5EF4-FFF2-40B4-BE49-F238E27FC236}">
                  <a16:creationId xmlns:a16="http://schemas.microsoft.com/office/drawing/2014/main" id="{74C0A1B8-B840-55D1-2457-0FE2F459E571}"/>
                </a:ext>
              </a:extLst>
            </p:cNvPr>
            <p:cNvSpPr/>
            <p:nvPr/>
          </p:nvSpPr>
          <p:spPr>
            <a:xfrm>
              <a:off x="2419454" y="1362494"/>
              <a:ext cx="2604691" cy="964154"/>
            </a:xfrm>
            <a:prstGeom prst="chevron">
              <a:avLst>
                <a:gd name="adj" fmla="val 29545"/>
              </a:avLst>
            </a:prstGeom>
            <a:gradFill>
              <a:gsLst>
                <a:gs pos="100000">
                  <a:schemeClr val="bg2"/>
                </a:gs>
                <a:gs pos="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Explore</a:t>
              </a:r>
            </a:p>
          </p:txBody>
        </p:sp>
        <p:sp>
          <p:nvSpPr>
            <p:cNvPr id="30" name="Arrow: Chevron 279">
              <a:extLst>
                <a:ext uri="{FF2B5EF4-FFF2-40B4-BE49-F238E27FC236}">
                  <a16:creationId xmlns:a16="http://schemas.microsoft.com/office/drawing/2014/main" id="{1020A390-4E87-F0AF-8951-C2BE9E7931A0}"/>
                </a:ext>
              </a:extLst>
            </p:cNvPr>
            <p:cNvSpPr/>
            <p:nvPr/>
          </p:nvSpPr>
          <p:spPr>
            <a:xfrm>
              <a:off x="4738710" y="1362494"/>
              <a:ext cx="4669608" cy="964154"/>
            </a:xfrm>
            <a:prstGeom prst="chevron">
              <a:avLst>
                <a:gd name="adj" fmla="val 28502"/>
              </a:avLst>
            </a:prstGeom>
            <a:gradFill>
              <a:gsLst>
                <a:gs pos="15000">
                  <a:srgbClr val="D76570"/>
                </a:gs>
                <a:gs pos="0">
                  <a:schemeClr val="bg2"/>
                </a:gs>
                <a:gs pos="100000">
                  <a:schemeClr val="accent4"/>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Execute</a:t>
              </a:r>
            </a:p>
          </p:txBody>
        </p:sp>
        <p:sp>
          <p:nvSpPr>
            <p:cNvPr id="31" name="Arrow: Chevron 282">
              <a:extLst>
                <a:ext uri="{FF2B5EF4-FFF2-40B4-BE49-F238E27FC236}">
                  <a16:creationId xmlns:a16="http://schemas.microsoft.com/office/drawing/2014/main" id="{18045CD6-5814-DE1C-4DF3-1E58CFE45759}"/>
                </a:ext>
              </a:extLst>
            </p:cNvPr>
            <p:cNvSpPr/>
            <p:nvPr/>
          </p:nvSpPr>
          <p:spPr>
            <a:xfrm>
              <a:off x="9131619" y="1362494"/>
              <a:ext cx="2197119" cy="964154"/>
            </a:xfrm>
            <a:prstGeom prst="chevron">
              <a:avLst>
                <a:gd name="adj" fmla="val 27951"/>
              </a:avLst>
            </a:prstGeom>
            <a:gradFill>
              <a:gsLst>
                <a:gs pos="13000">
                  <a:srgbClr val="9BA7C7"/>
                </a:gs>
                <a:gs pos="1000">
                  <a:schemeClr val="accent4"/>
                </a:gs>
                <a:gs pos="99000">
                  <a:schemeClr val="accent3"/>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144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Deploy</a:t>
              </a:r>
            </a:p>
          </p:txBody>
        </p:sp>
        <p:grpSp>
          <p:nvGrpSpPr>
            <p:cNvPr id="32" name="Group 31">
              <a:extLst>
                <a:ext uri="{FF2B5EF4-FFF2-40B4-BE49-F238E27FC236}">
                  <a16:creationId xmlns:a16="http://schemas.microsoft.com/office/drawing/2014/main" id="{5968548D-CBE3-203F-5080-3B9EAC55C790}"/>
                </a:ext>
              </a:extLst>
            </p:cNvPr>
            <p:cNvGrpSpPr/>
            <p:nvPr/>
          </p:nvGrpSpPr>
          <p:grpSpPr>
            <a:xfrm>
              <a:off x="3412619" y="1490179"/>
              <a:ext cx="471791" cy="471791"/>
              <a:chOff x="2800393" y="1942177"/>
              <a:chExt cx="471791" cy="471791"/>
            </a:xfrm>
          </p:grpSpPr>
          <p:sp>
            <p:nvSpPr>
              <p:cNvPr id="112" name="Oval 111">
                <a:extLst>
                  <a:ext uri="{FF2B5EF4-FFF2-40B4-BE49-F238E27FC236}">
                    <a16:creationId xmlns:a16="http://schemas.microsoft.com/office/drawing/2014/main" id="{CFD3288A-D836-72BA-E2D5-0C2954C2BF8E}"/>
                  </a:ext>
                </a:extLst>
              </p:cNvPr>
              <p:cNvSpPr/>
              <p:nvPr/>
            </p:nvSpPr>
            <p:spPr>
              <a:xfrm>
                <a:off x="2800393"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113" name="Graphic 330">
                <a:extLst>
                  <a:ext uri="{FF2B5EF4-FFF2-40B4-BE49-F238E27FC236}">
                    <a16:creationId xmlns:a16="http://schemas.microsoft.com/office/drawing/2014/main" id="{B388C822-D964-D69A-B083-7230E294EAD0}"/>
                  </a:ext>
                </a:extLst>
              </p:cNvPr>
              <p:cNvGrpSpPr/>
              <p:nvPr/>
            </p:nvGrpSpPr>
            <p:grpSpPr>
              <a:xfrm>
                <a:off x="2905403" y="2047213"/>
                <a:ext cx="261773" cy="261748"/>
                <a:chOff x="2905403" y="2047213"/>
                <a:chExt cx="261773" cy="261748"/>
              </a:xfrm>
            </p:grpSpPr>
            <p:sp>
              <p:nvSpPr>
                <p:cNvPr id="114" name="Freeform 170">
                  <a:extLst>
                    <a:ext uri="{FF2B5EF4-FFF2-40B4-BE49-F238E27FC236}">
                      <a16:creationId xmlns:a16="http://schemas.microsoft.com/office/drawing/2014/main" id="{C3582139-214C-0A3B-BEBC-ACF429E92C5C}"/>
                    </a:ext>
                  </a:extLst>
                </p:cNvPr>
                <p:cNvSpPr/>
                <p:nvPr/>
              </p:nvSpPr>
              <p:spPr>
                <a:xfrm>
                  <a:off x="2905403" y="2197919"/>
                  <a:ext cx="111010" cy="111042"/>
                </a:xfrm>
                <a:custGeom>
                  <a:avLst/>
                  <a:gdLst>
                    <a:gd name="connsiteX0" fmla="*/ 12535 w 111010"/>
                    <a:gd name="connsiteY0" fmla="*/ 111042 h 111042"/>
                    <a:gd name="connsiteX1" fmla="*/ 0 w 111010"/>
                    <a:gd name="connsiteY1" fmla="*/ 98495 h 111042"/>
                    <a:gd name="connsiteX2" fmla="*/ 3662 w 111010"/>
                    <a:gd name="connsiteY2" fmla="*/ 89645 h 111042"/>
                    <a:gd name="connsiteX3" fmla="*/ 88890 w 111010"/>
                    <a:gd name="connsiteY3" fmla="*/ 4449 h 111042"/>
                    <a:gd name="connsiteX4" fmla="*/ 106562 w 111010"/>
                    <a:gd name="connsiteY4" fmla="*/ 2960 h 111042"/>
                    <a:gd name="connsiteX5" fmla="*/ 108051 w 111010"/>
                    <a:gd name="connsiteY5" fmla="*/ 20632 h 111042"/>
                    <a:gd name="connsiteX6" fmla="*/ 106587 w 111010"/>
                    <a:gd name="connsiteY6" fmla="*/ 22100 h 111042"/>
                    <a:gd name="connsiteX7" fmla="*/ 21407 w 111010"/>
                    <a:gd name="connsiteY7" fmla="*/ 107327 h 111042"/>
                    <a:gd name="connsiteX8" fmla="*/ 12535 w 111010"/>
                    <a:gd name="connsiteY8" fmla="*/ 111042 h 11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010" h="111042">
                      <a:moveTo>
                        <a:pt x="12535" y="111042"/>
                      </a:moveTo>
                      <a:cubicBezTo>
                        <a:pt x="5609" y="111039"/>
                        <a:pt x="-3" y="105422"/>
                        <a:pt x="0" y="98495"/>
                      </a:cubicBezTo>
                      <a:cubicBezTo>
                        <a:pt x="2" y="95177"/>
                        <a:pt x="1318" y="91995"/>
                        <a:pt x="3662" y="89645"/>
                      </a:cubicBezTo>
                      <a:lnTo>
                        <a:pt x="88890" y="4449"/>
                      </a:lnTo>
                      <a:cubicBezTo>
                        <a:pt x="93358" y="-842"/>
                        <a:pt x="101270" y="-1509"/>
                        <a:pt x="106562" y="2960"/>
                      </a:cubicBezTo>
                      <a:cubicBezTo>
                        <a:pt x="111853" y="7429"/>
                        <a:pt x="112520" y="15340"/>
                        <a:pt x="108051" y="20632"/>
                      </a:cubicBezTo>
                      <a:cubicBezTo>
                        <a:pt x="107604" y="21161"/>
                        <a:pt x="107115" y="21651"/>
                        <a:pt x="106587" y="22100"/>
                      </a:cubicBezTo>
                      <a:lnTo>
                        <a:pt x="21407" y="107327"/>
                      </a:lnTo>
                      <a:cubicBezTo>
                        <a:pt x="19061" y="109696"/>
                        <a:pt x="15868" y="111033"/>
                        <a:pt x="12535" y="111042"/>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5" name="Freeform 171">
                  <a:extLst>
                    <a:ext uri="{FF2B5EF4-FFF2-40B4-BE49-F238E27FC236}">
                      <a16:creationId xmlns:a16="http://schemas.microsoft.com/office/drawing/2014/main" id="{F2C5FD0E-562E-D2FB-0BC7-F3628380D994}"/>
                    </a:ext>
                  </a:extLst>
                </p:cNvPr>
                <p:cNvSpPr/>
                <p:nvPr/>
              </p:nvSpPr>
              <p:spPr>
                <a:xfrm>
                  <a:off x="2964682" y="2047213"/>
                  <a:ext cx="202495" cy="202495"/>
                </a:xfrm>
                <a:custGeom>
                  <a:avLst/>
                  <a:gdLst>
                    <a:gd name="connsiteX0" fmla="*/ 101263 w 202495"/>
                    <a:gd name="connsiteY0" fmla="*/ 202495 h 202495"/>
                    <a:gd name="connsiteX1" fmla="*/ 0 w 202495"/>
                    <a:gd name="connsiteY1" fmla="*/ 101263 h 202495"/>
                    <a:gd name="connsiteX2" fmla="*/ 101232 w 202495"/>
                    <a:gd name="connsiteY2" fmla="*/ 0 h 202495"/>
                    <a:gd name="connsiteX3" fmla="*/ 202495 w 202495"/>
                    <a:gd name="connsiteY3" fmla="*/ 101232 h 202495"/>
                    <a:gd name="connsiteX4" fmla="*/ 202495 w 202495"/>
                    <a:gd name="connsiteY4" fmla="*/ 101248 h 202495"/>
                    <a:gd name="connsiteX5" fmla="*/ 101263 w 202495"/>
                    <a:gd name="connsiteY5" fmla="*/ 202495 h 202495"/>
                    <a:gd name="connsiteX6" fmla="*/ 101263 w 202495"/>
                    <a:gd name="connsiteY6" fmla="*/ 25096 h 202495"/>
                    <a:gd name="connsiteX7" fmla="*/ 25081 w 202495"/>
                    <a:gd name="connsiteY7" fmla="*/ 101248 h 202495"/>
                    <a:gd name="connsiteX8" fmla="*/ 101232 w 202495"/>
                    <a:gd name="connsiteY8" fmla="*/ 177430 h 202495"/>
                    <a:gd name="connsiteX9" fmla="*/ 177415 w 202495"/>
                    <a:gd name="connsiteY9" fmla="*/ 101279 h 202495"/>
                    <a:gd name="connsiteX10" fmla="*/ 177415 w 202495"/>
                    <a:gd name="connsiteY10" fmla="*/ 101248 h 202495"/>
                    <a:gd name="connsiteX11" fmla="*/ 101263 w 202495"/>
                    <a:gd name="connsiteY11" fmla="*/ 25049 h 202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495" h="202495">
                      <a:moveTo>
                        <a:pt x="101263" y="202495"/>
                      </a:moveTo>
                      <a:cubicBezTo>
                        <a:pt x="45346" y="202505"/>
                        <a:pt x="9" y="157181"/>
                        <a:pt x="0" y="101263"/>
                      </a:cubicBezTo>
                      <a:cubicBezTo>
                        <a:pt x="-9" y="45346"/>
                        <a:pt x="45314" y="9"/>
                        <a:pt x="101232" y="0"/>
                      </a:cubicBezTo>
                      <a:cubicBezTo>
                        <a:pt x="157149" y="-9"/>
                        <a:pt x="202486" y="45314"/>
                        <a:pt x="202495" y="101232"/>
                      </a:cubicBezTo>
                      <a:cubicBezTo>
                        <a:pt x="202495" y="101237"/>
                        <a:pt x="202495" y="101242"/>
                        <a:pt x="202495" y="101248"/>
                      </a:cubicBezTo>
                      <a:cubicBezTo>
                        <a:pt x="202434" y="157134"/>
                        <a:pt x="157149" y="202426"/>
                        <a:pt x="101263" y="202495"/>
                      </a:cubicBezTo>
                      <a:close/>
                      <a:moveTo>
                        <a:pt x="101263" y="25096"/>
                      </a:moveTo>
                      <a:cubicBezTo>
                        <a:pt x="59197" y="25088"/>
                        <a:pt x="25089" y="59182"/>
                        <a:pt x="25081" y="101248"/>
                      </a:cubicBezTo>
                      <a:cubicBezTo>
                        <a:pt x="25072" y="143313"/>
                        <a:pt x="59166" y="177421"/>
                        <a:pt x="101232" y="177430"/>
                      </a:cubicBezTo>
                      <a:cubicBezTo>
                        <a:pt x="143298" y="177440"/>
                        <a:pt x="177405" y="143345"/>
                        <a:pt x="177415" y="101279"/>
                      </a:cubicBezTo>
                      <a:cubicBezTo>
                        <a:pt x="177415" y="101268"/>
                        <a:pt x="177415" y="101258"/>
                        <a:pt x="177415" y="101248"/>
                      </a:cubicBezTo>
                      <a:cubicBezTo>
                        <a:pt x="177388" y="59194"/>
                        <a:pt x="143317" y="25101"/>
                        <a:pt x="101263" y="2504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6" name="Freeform 172">
                  <a:extLst>
                    <a:ext uri="{FF2B5EF4-FFF2-40B4-BE49-F238E27FC236}">
                      <a16:creationId xmlns:a16="http://schemas.microsoft.com/office/drawing/2014/main" id="{F9AA120E-5D19-B073-4431-8119F5AB6A2B}"/>
                    </a:ext>
                  </a:extLst>
                </p:cNvPr>
                <p:cNvSpPr/>
                <p:nvPr/>
              </p:nvSpPr>
              <p:spPr>
                <a:xfrm>
                  <a:off x="3052606" y="2106356"/>
                  <a:ext cx="25080" cy="84208"/>
                </a:xfrm>
                <a:custGeom>
                  <a:avLst/>
                  <a:gdLst>
                    <a:gd name="connsiteX0" fmla="*/ 12540 w 25080"/>
                    <a:gd name="connsiteY0" fmla="*/ 84208 h 84208"/>
                    <a:gd name="connsiteX1" fmla="*/ 0 w 25080"/>
                    <a:gd name="connsiteY1" fmla="*/ 71668 h 84208"/>
                    <a:gd name="connsiteX2" fmla="*/ 0 w 25080"/>
                    <a:gd name="connsiteY2" fmla="*/ 12540 h 84208"/>
                    <a:gd name="connsiteX3" fmla="*/ 12540 w 25080"/>
                    <a:gd name="connsiteY3" fmla="*/ 0 h 84208"/>
                    <a:gd name="connsiteX4" fmla="*/ 25081 w 25080"/>
                    <a:gd name="connsiteY4" fmla="*/ 12540 h 84208"/>
                    <a:gd name="connsiteX5" fmla="*/ 25081 w 25080"/>
                    <a:gd name="connsiteY5" fmla="*/ 71668 h 84208"/>
                    <a:gd name="connsiteX6" fmla="*/ 12540 w 25080"/>
                    <a:gd name="connsiteY6" fmla="*/ 84208 h 84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80" h="84208">
                      <a:moveTo>
                        <a:pt x="12540" y="84208"/>
                      </a:moveTo>
                      <a:cubicBezTo>
                        <a:pt x="5615" y="84208"/>
                        <a:pt x="0" y="78594"/>
                        <a:pt x="0" y="71668"/>
                      </a:cubicBezTo>
                      <a:lnTo>
                        <a:pt x="0" y="12540"/>
                      </a:lnTo>
                      <a:cubicBezTo>
                        <a:pt x="0" y="5614"/>
                        <a:pt x="5615" y="0"/>
                        <a:pt x="12540" y="0"/>
                      </a:cubicBezTo>
                      <a:cubicBezTo>
                        <a:pt x="19466" y="0"/>
                        <a:pt x="25081" y="5614"/>
                        <a:pt x="25081" y="12540"/>
                      </a:cubicBezTo>
                      <a:lnTo>
                        <a:pt x="25081" y="71668"/>
                      </a:lnTo>
                      <a:cubicBezTo>
                        <a:pt x="25081" y="78594"/>
                        <a:pt x="19466" y="84208"/>
                        <a:pt x="12540" y="84208"/>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8" name="Freeform 173">
                  <a:extLst>
                    <a:ext uri="{FF2B5EF4-FFF2-40B4-BE49-F238E27FC236}">
                      <a16:creationId xmlns:a16="http://schemas.microsoft.com/office/drawing/2014/main" id="{5B71A5DB-9439-72E5-6D67-56853FB03ED2}"/>
                    </a:ext>
                  </a:extLst>
                </p:cNvPr>
                <p:cNvSpPr/>
                <p:nvPr/>
              </p:nvSpPr>
              <p:spPr>
                <a:xfrm>
                  <a:off x="3023826" y="2135121"/>
                  <a:ext cx="84224" cy="25080"/>
                </a:xfrm>
                <a:custGeom>
                  <a:avLst/>
                  <a:gdLst>
                    <a:gd name="connsiteX0" fmla="*/ 71684 w 84224"/>
                    <a:gd name="connsiteY0" fmla="*/ 25081 h 25080"/>
                    <a:gd name="connsiteX1" fmla="*/ 12540 w 84224"/>
                    <a:gd name="connsiteY1" fmla="*/ 25081 h 25080"/>
                    <a:gd name="connsiteX2" fmla="*/ 0 w 84224"/>
                    <a:gd name="connsiteY2" fmla="*/ 12540 h 25080"/>
                    <a:gd name="connsiteX3" fmla="*/ 12540 w 84224"/>
                    <a:gd name="connsiteY3" fmla="*/ 0 h 25080"/>
                    <a:gd name="connsiteX4" fmla="*/ 71684 w 84224"/>
                    <a:gd name="connsiteY4" fmla="*/ 0 h 25080"/>
                    <a:gd name="connsiteX5" fmla="*/ 84224 w 84224"/>
                    <a:gd name="connsiteY5" fmla="*/ 12540 h 25080"/>
                    <a:gd name="connsiteX6" fmla="*/ 71684 w 8422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224" h="25080">
                      <a:moveTo>
                        <a:pt x="71684" y="25081"/>
                      </a:moveTo>
                      <a:lnTo>
                        <a:pt x="12540" y="25081"/>
                      </a:lnTo>
                      <a:cubicBezTo>
                        <a:pt x="5614" y="25081"/>
                        <a:pt x="0" y="19466"/>
                        <a:pt x="0" y="12540"/>
                      </a:cubicBezTo>
                      <a:cubicBezTo>
                        <a:pt x="0" y="5614"/>
                        <a:pt x="5614" y="0"/>
                        <a:pt x="12540" y="0"/>
                      </a:cubicBezTo>
                      <a:lnTo>
                        <a:pt x="71684" y="0"/>
                      </a:lnTo>
                      <a:cubicBezTo>
                        <a:pt x="78609" y="0"/>
                        <a:pt x="84224" y="5614"/>
                        <a:pt x="84224" y="12540"/>
                      </a:cubicBezTo>
                      <a:cubicBezTo>
                        <a:pt x="84224" y="19466"/>
                        <a:pt x="78609" y="25081"/>
                        <a:pt x="71684"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33" name="Group 32">
              <a:extLst>
                <a:ext uri="{FF2B5EF4-FFF2-40B4-BE49-F238E27FC236}">
                  <a16:creationId xmlns:a16="http://schemas.microsoft.com/office/drawing/2014/main" id="{EC3FDDDC-D63E-BDB9-360E-0E89955B9693}"/>
                </a:ext>
              </a:extLst>
            </p:cNvPr>
            <p:cNvGrpSpPr/>
            <p:nvPr/>
          </p:nvGrpSpPr>
          <p:grpSpPr>
            <a:xfrm>
              <a:off x="6823926" y="1490179"/>
              <a:ext cx="471791" cy="471791"/>
              <a:chOff x="6457678" y="1942177"/>
              <a:chExt cx="471791" cy="471791"/>
            </a:xfrm>
          </p:grpSpPr>
          <p:sp>
            <p:nvSpPr>
              <p:cNvPr id="91" name="Oval 90">
                <a:extLst>
                  <a:ext uri="{FF2B5EF4-FFF2-40B4-BE49-F238E27FC236}">
                    <a16:creationId xmlns:a16="http://schemas.microsoft.com/office/drawing/2014/main" id="{46627E2B-4969-6F90-ED41-738202CF95E7}"/>
                  </a:ext>
                </a:extLst>
              </p:cNvPr>
              <p:cNvSpPr/>
              <p:nvPr/>
            </p:nvSpPr>
            <p:spPr>
              <a:xfrm>
                <a:off x="6457678"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92" name="Group 91">
                <a:extLst>
                  <a:ext uri="{FF2B5EF4-FFF2-40B4-BE49-F238E27FC236}">
                    <a16:creationId xmlns:a16="http://schemas.microsoft.com/office/drawing/2014/main" id="{0FDC6E62-26BD-1725-B16D-7CCC071CE5BC}"/>
                  </a:ext>
                </a:extLst>
              </p:cNvPr>
              <p:cNvGrpSpPr/>
              <p:nvPr/>
            </p:nvGrpSpPr>
            <p:grpSpPr>
              <a:xfrm>
                <a:off x="6566257" y="2048749"/>
                <a:ext cx="254558" cy="258644"/>
                <a:chOff x="6566257" y="2048749"/>
                <a:chExt cx="254558" cy="258644"/>
              </a:xfrm>
            </p:grpSpPr>
            <p:grpSp>
              <p:nvGrpSpPr>
                <p:cNvPr id="93" name="Graphic 332">
                  <a:extLst>
                    <a:ext uri="{FF2B5EF4-FFF2-40B4-BE49-F238E27FC236}">
                      <a16:creationId xmlns:a16="http://schemas.microsoft.com/office/drawing/2014/main" id="{F92DED06-9039-6DD6-5917-31816850F548}"/>
                    </a:ext>
                  </a:extLst>
                </p:cNvPr>
                <p:cNvGrpSpPr/>
                <p:nvPr/>
              </p:nvGrpSpPr>
              <p:grpSpPr>
                <a:xfrm>
                  <a:off x="6566257" y="2086119"/>
                  <a:ext cx="135075" cy="185001"/>
                  <a:chOff x="6566257" y="2086119"/>
                  <a:chExt cx="135075" cy="185001"/>
                </a:xfrm>
              </p:grpSpPr>
              <p:sp>
                <p:nvSpPr>
                  <p:cNvPr id="108" name="Freeform 164">
                    <a:extLst>
                      <a:ext uri="{FF2B5EF4-FFF2-40B4-BE49-F238E27FC236}">
                        <a16:creationId xmlns:a16="http://schemas.microsoft.com/office/drawing/2014/main" id="{5C434DF8-4E46-0268-03D2-C74634A2B3E5}"/>
                      </a:ext>
                    </a:extLst>
                  </p:cNvPr>
                  <p:cNvSpPr/>
                  <p:nvPr/>
                </p:nvSpPr>
                <p:spPr>
                  <a:xfrm>
                    <a:off x="6566257" y="2086119"/>
                    <a:ext cx="135075" cy="131501"/>
                  </a:xfrm>
                  <a:custGeom>
                    <a:avLst/>
                    <a:gdLst>
                      <a:gd name="connsiteX0" fmla="*/ 92814 w 135075"/>
                      <a:gd name="connsiteY0" fmla="*/ 131501 h 131501"/>
                      <a:gd name="connsiteX1" fmla="*/ 80275 w 135075"/>
                      <a:gd name="connsiteY1" fmla="*/ 118959 h 131501"/>
                      <a:gd name="connsiteX2" fmla="*/ 88409 w 135075"/>
                      <a:gd name="connsiteY2" fmla="*/ 107220 h 131501"/>
                      <a:gd name="connsiteX3" fmla="*/ 109994 w 135075"/>
                      <a:gd name="connsiteY3" fmla="*/ 66088 h 131501"/>
                      <a:gd name="connsiteX4" fmla="*/ 67545 w 135075"/>
                      <a:gd name="connsiteY4" fmla="*/ 25081 h 131501"/>
                      <a:gd name="connsiteX5" fmla="*/ 25081 w 135075"/>
                      <a:gd name="connsiteY5" fmla="*/ 66088 h 131501"/>
                      <a:gd name="connsiteX6" fmla="*/ 47481 w 135075"/>
                      <a:gd name="connsiteY6" fmla="*/ 107016 h 131501"/>
                      <a:gd name="connsiteX7" fmla="*/ 53935 w 135075"/>
                      <a:gd name="connsiteY7" fmla="*/ 123535 h 131501"/>
                      <a:gd name="connsiteX8" fmla="*/ 38358 w 135075"/>
                      <a:gd name="connsiteY8" fmla="*/ 130357 h 131501"/>
                      <a:gd name="connsiteX9" fmla="*/ 0 w 135075"/>
                      <a:gd name="connsiteY9" fmla="*/ 66088 h 131501"/>
                      <a:gd name="connsiteX10" fmla="*/ 67545 w 135075"/>
                      <a:gd name="connsiteY10" fmla="*/ 0 h 131501"/>
                      <a:gd name="connsiteX11" fmla="*/ 135075 w 135075"/>
                      <a:gd name="connsiteY11" fmla="*/ 66088 h 131501"/>
                      <a:gd name="connsiteX12" fmla="*/ 97219 w 135075"/>
                      <a:gd name="connsiteY12" fmla="*/ 130702 h 131501"/>
                      <a:gd name="connsiteX13" fmla="*/ 92814 w 135075"/>
                      <a:gd name="connsiteY13" fmla="*/ 131501 h 131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5075" h="131501">
                        <a:moveTo>
                          <a:pt x="92814" y="131501"/>
                        </a:moveTo>
                        <a:cubicBezTo>
                          <a:pt x="85888" y="131501"/>
                          <a:pt x="80274" y="125886"/>
                          <a:pt x="80275" y="118959"/>
                        </a:cubicBezTo>
                        <a:cubicBezTo>
                          <a:pt x="80275" y="113733"/>
                          <a:pt x="83517" y="109056"/>
                          <a:pt x="88409" y="107220"/>
                        </a:cubicBezTo>
                        <a:cubicBezTo>
                          <a:pt x="109994" y="99116"/>
                          <a:pt x="109994" y="74302"/>
                          <a:pt x="109994" y="66088"/>
                        </a:cubicBezTo>
                        <a:cubicBezTo>
                          <a:pt x="109994" y="42324"/>
                          <a:pt x="92140" y="25081"/>
                          <a:pt x="67545" y="25081"/>
                        </a:cubicBezTo>
                        <a:cubicBezTo>
                          <a:pt x="42951" y="25081"/>
                          <a:pt x="25081" y="42324"/>
                          <a:pt x="25081" y="66088"/>
                        </a:cubicBezTo>
                        <a:cubicBezTo>
                          <a:pt x="25081" y="80760"/>
                          <a:pt x="28968" y="99774"/>
                          <a:pt x="47481" y="107016"/>
                        </a:cubicBezTo>
                        <a:cubicBezTo>
                          <a:pt x="53825" y="109795"/>
                          <a:pt x="56714" y="117191"/>
                          <a:pt x="53935" y="123535"/>
                        </a:cubicBezTo>
                        <a:cubicBezTo>
                          <a:pt x="51313" y="129520"/>
                          <a:pt x="44535" y="132489"/>
                          <a:pt x="38358" y="130357"/>
                        </a:cubicBezTo>
                        <a:cubicBezTo>
                          <a:pt x="13669" y="120701"/>
                          <a:pt x="0" y="97862"/>
                          <a:pt x="0" y="66088"/>
                        </a:cubicBezTo>
                        <a:cubicBezTo>
                          <a:pt x="0" y="28467"/>
                          <a:pt x="29031" y="0"/>
                          <a:pt x="67545" y="0"/>
                        </a:cubicBezTo>
                        <a:cubicBezTo>
                          <a:pt x="106060" y="0"/>
                          <a:pt x="135075" y="28467"/>
                          <a:pt x="135075" y="66088"/>
                        </a:cubicBezTo>
                        <a:cubicBezTo>
                          <a:pt x="135075" y="98598"/>
                          <a:pt x="121641" y="121547"/>
                          <a:pt x="97219" y="130702"/>
                        </a:cubicBezTo>
                        <a:cubicBezTo>
                          <a:pt x="95809" y="131224"/>
                          <a:pt x="94318" y="131495"/>
                          <a:pt x="92814" y="13150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9" name="Freeform 165">
                    <a:extLst>
                      <a:ext uri="{FF2B5EF4-FFF2-40B4-BE49-F238E27FC236}">
                        <a16:creationId xmlns:a16="http://schemas.microsoft.com/office/drawing/2014/main" id="{F9A3F076-D737-11B5-AEBF-6501B7F4515D}"/>
                      </a:ext>
                    </a:extLst>
                  </p:cNvPr>
                  <p:cNvSpPr/>
                  <p:nvPr/>
                </p:nvSpPr>
                <p:spPr>
                  <a:xfrm>
                    <a:off x="6601417" y="2210096"/>
                    <a:ext cx="64864" cy="25080"/>
                  </a:xfrm>
                  <a:custGeom>
                    <a:avLst/>
                    <a:gdLst>
                      <a:gd name="connsiteX0" fmla="*/ 52325 w 64864"/>
                      <a:gd name="connsiteY0" fmla="*/ 25081 h 25080"/>
                      <a:gd name="connsiteX1" fmla="*/ 12540 w 64864"/>
                      <a:gd name="connsiteY1" fmla="*/ 25081 h 25080"/>
                      <a:gd name="connsiteX2" fmla="*/ 0 w 64864"/>
                      <a:gd name="connsiteY2" fmla="*/ 12540 h 25080"/>
                      <a:gd name="connsiteX3" fmla="*/ 12540 w 64864"/>
                      <a:gd name="connsiteY3" fmla="*/ 0 h 25080"/>
                      <a:gd name="connsiteX4" fmla="*/ 52325 w 64864"/>
                      <a:gd name="connsiteY4" fmla="*/ 0 h 25080"/>
                      <a:gd name="connsiteX5" fmla="*/ 64865 w 64864"/>
                      <a:gd name="connsiteY5" fmla="*/ 12540 h 25080"/>
                      <a:gd name="connsiteX6" fmla="*/ 52325 w 6486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64" h="25080">
                        <a:moveTo>
                          <a:pt x="52325" y="25081"/>
                        </a:moveTo>
                        <a:lnTo>
                          <a:pt x="12540" y="25081"/>
                        </a:lnTo>
                        <a:cubicBezTo>
                          <a:pt x="5614" y="25081"/>
                          <a:pt x="0" y="19466"/>
                          <a:pt x="0" y="12540"/>
                        </a:cubicBezTo>
                        <a:cubicBezTo>
                          <a:pt x="0" y="5615"/>
                          <a:pt x="5614" y="0"/>
                          <a:pt x="12540" y="0"/>
                        </a:cubicBezTo>
                        <a:lnTo>
                          <a:pt x="52325" y="0"/>
                        </a:lnTo>
                        <a:cubicBezTo>
                          <a:pt x="59250" y="0"/>
                          <a:pt x="64865" y="5615"/>
                          <a:pt x="64865" y="12540"/>
                        </a:cubicBezTo>
                        <a:cubicBezTo>
                          <a:pt x="64865" y="19466"/>
                          <a:pt x="59250" y="25081"/>
                          <a:pt x="52325"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0" name="Freeform 166">
                    <a:extLst>
                      <a:ext uri="{FF2B5EF4-FFF2-40B4-BE49-F238E27FC236}">
                        <a16:creationId xmlns:a16="http://schemas.microsoft.com/office/drawing/2014/main" id="{F9A397D3-C1C4-72CB-C2B4-C024C56E84E6}"/>
                      </a:ext>
                    </a:extLst>
                  </p:cNvPr>
                  <p:cNvSpPr/>
                  <p:nvPr/>
                </p:nvSpPr>
                <p:spPr>
                  <a:xfrm>
                    <a:off x="6601417" y="2246040"/>
                    <a:ext cx="63846" cy="25080"/>
                  </a:xfrm>
                  <a:custGeom>
                    <a:avLst/>
                    <a:gdLst>
                      <a:gd name="connsiteX0" fmla="*/ 51306 w 63846"/>
                      <a:gd name="connsiteY0" fmla="*/ 25081 h 25080"/>
                      <a:gd name="connsiteX1" fmla="*/ 12540 w 63846"/>
                      <a:gd name="connsiteY1" fmla="*/ 25081 h 25080"/>
                      <a:gd name="connsiteX2" fmla="*/ 0 w 63846"/>
                      <a:gd name="connsiteY2" fmla="*/ 12540 h 25080"/>
                      <a:gd name="connsiteX3" fmla="*/ 12540 w 63846"/>
                      <a:gd name="connsiteY3" fmla="*/ 0 h 25080"/>
                      <a:gd name="connsiteX4" fmla="*/ 51306 w 63846"/>
                      <a:gd name="connsiteY4" fmla="*/ 0 h 25080"/>
                      <a:gd name="connsiteX5" fmla="*/ 63846 w 63846"/>
                      <a:gd name="connsiteY5" fmla="*/ 12540 h 25080"/>
                      <a:gd name="connsiteX6" fmla="*/ 51306 w 63846"/>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846" h="25080">
                        <a:moveTo>
                          <a:pt x="51306" y="25081"/>
                        </a:moveTo>
                        <a:lnTo>
                          <a:pt x="12540" y="25081"/>
                        </a:lnTo>
                        <a:cubicBezTo>
                          <a:pt x="5614" y="25081"/>
                          <a:pt x="0" y="19466"/>
                          <a:pt x="0" y="12540"/>
                        </a:cubicBezTo>
                        <a:cubicBezTo>
                          <a:pt x="0" y="5615"/>
                          <a:pt x="5614" y="0"/>
                          <a:pt x="12540" y="0"/>
                        </a:cubicBezTo>
                        <a:lnTo>
                          <a:pt x="51306" y="0"/>
                        </a:lnTo>
                        <a:cubicBezTo>
                          <a:pt x="58232" y="0"/>
                          <a:pt x="63846" y="5615"/>
                          <a:pt x="63846" y="12540"/>
                        </a:cubicBezTo>
                        <a:cubicBezTo>
                          <a:pt x="63846" y="19466"/>
                          <a:pt x="58232" y="25081"/>
                          <a:pt x="51306"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1" name="Freeform 167">
                    <a:extLst>
                      <a:ext uri="{FF2B5EF4-FFF2-40B4-BE49-F238E27FC236}">
                        <a16:creationId xmlns:a16="http://schemas.microsoft.com/office/drawing/2014/main" id="{9CEE38A7-49D1-690E-67B8-4A4EEB9E3363}"/>
                      </a:ext>
                    </a:extLst>
                  </p:cNvPr>
                  <p:cNvSpPr/>
                  <p:nvPr/>
                </p:nvSpPr>
                <p:spPr>
                  <a:xfrm>
                    <a:off x="6597059" y="2192744"/>
                    <a:ext cx="73564" cy="78377"/>
                  </a:xfrm>
                  <a:custGeom>
                    <a:avLst/>
                    <a:gdLst>
                      <a:gd name="connsiteX0" fmla="*/ 61024 w 73564"/>
                      <a:gd name="connsiteY0" fmla="*/ 78377 h 78377"/>
                      <a:gd name="connsiteX1" fmla="*/ 12540 w 73564"/>
                      <a:gd name="connsiteY1" fmla="*/ 78377 h 78377"/>
                      <a:gd name="connsiteX2" fmla="*/ 0 w 73564"/>
                      <a:gd name="connsiteY2" fmla="*/ 65837 h 78377"/>
                      <a:gd name="connsiteX3" fmla="*/ 0 w 73564"/>
                      <a:gd name="connsiteY3" fmla="*/ 12540 h 78377"/>
                      <a:gd name="connsiteX4" fmla="*/ 12540 w 73564"/>
                      <a:gd name="connsiteY4" fmla="*/ 0 h 78377"/>
                      <a:gd name="connsiteX5" fmla="*/ 25081 w 73564"/>
                      <a:gd name="connsiteY5" fmla="*/ 12540 h 78377"/>
                      <a:gd name="connsiteX6" fmla="*/ 25081 w 73564"/>
                      <a:gd name="connsiteY6" fmla="*/ 53296 h 78377"/>
                      <a:gd name="connsiteX7" fmla="*/ 48484 w 73564"/>
                      <a:gd name="connsiteY7" fmla="*/ 53296 h 78377"/>
                      <a:gd name="connsiteX8" fmla="*/ 48484 w 73564"/>
                      <a:gd name="connsiteY8" fmla="*/ 13308 h 78377"/>
                      <a:gd name="connsiteX9" fmla="*/ 61024 w 73564"/>
                      <a:gd name="connsiteY9" fmla="*/ 768 h 78377"/>
                      <a:gd name="connsiteX10" fmla="*/ 73565 w 73564"/>
                      <a:gd name="connsiteY10" fmla="*/ 13308 h 78377"/>
                      <a:gd name="connsiteX11" fmla="*/ 73565 w 73564"/>
                      <a:gd name="connsiteY11" fmla="*/ 65837 h 78377"/>
                      <a:gd name="connsiteX12" fmla="*/ 61024 w 73564"/>
                      <a:gd name="connsiteY12" fmla="*/ 78377 h 7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564" h="78377">
                        <a:moveTo>
                          <a:pt x="61024" y="78377"/>
                        </a:moveTo>
                        <a:lnTo>
                          <a:pt x="12540" y="78377"/>
                        </a:lnTo>
                        <a:cubicBezTo>
                          <a:pt x="5614" y="78377"/>
                          <a:pt x="0" y="72762"/>
                          <a:pt x="0" y="65837"/>
                        </a:cubicBezTo>
                        <a:lnTo>
                          <a:pt x="0" y="12540"/>
                        </a:lnTo>
                        <a:cubicBezTo>
                          <a:pt x="0" y="5615"/>
                          <a:pt x="5614" y="0"/>
                          <a:pt x="12540" y="0"/>
                        </a:cubicBezTo>
                        <a:cubicBezTo>
                          <a:pt x="19466" y="0"/>
                          <a:pt x="25081" y="5615"/>
                          <a:pt x="25081" y="12540"/>
                        </a:cubicBezTo>
                        <a:lnTo>
                          <a:pt x="25081" y="53296"/>
                        </a:lnTo>
                        <a:lnTo>
                          <a:pt x="48484" y="53296"/>
                        </a:lnTo>
                        <a:lnTo>
                          <a:pt x="48484" y="13308"/>
                        </a:lnTo>
                        <a:cubicBezTo>
                          <a:pt x="48484" y="6383"/>
                          <a:pt x="54099" y="768"/>
                          <a:pt x="61024" y="768"/>
                        </a:cubicBezTo>
                        <a:cubicBezTo>
                          <a:pt x="67950" y="768"/>
                          <a:pt x="73565" y="6383"/>
                          <a:pt x="73565" y="13308"/>
                        </a:cubicBezTo>
                        <a:lnTo>
                          <a:pt x="73565" y="65837"/>
                        </a:lnTo>
                        <a:cubicBezTo>
                          <a:pt x="73565" y="72762"/>
                          <a:pt x="67950" y="78377"/>
                          <a:pt x="61024" y="7837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94" name="Freeform 151">
                  <a:extLst>
                    <a:ext uri="{FF2B5EF4-FFF2-40B4-BE49-F238E27FC236}">
                      <a16:creationId xmlns:a16="http://schemas.microsoft.com/office/drawing/2014/main" id="{AB2550B4-719A-F229-5790-846440334897}"/>
                    </a:ext>
                  </a:extLst>
                </p:cNvPr>
                <p:cNvSpPr/>
                <p:nvPr/>
              </p:nvSpPr>
              <p:spPr>
                <a:xfrm>
                  <a:off x="6621779" y="2048749"/>
                  <a:ext cx="180740" cy="115668"/>
                </a:xfrm>
                <a:custGeom>
                  <a:avLst/>
                  <a:gdLst>
                    <a:gd name="connsiteX0" fmla="*/ 138054 w 180740"/>
                    <a:gd name="connsiteY0" fmla="*/ 115669 h 115668"/>
                    <a:gd name="connsiteX1" fmla="*/ 125513 w 180740"/>
                    <a:gd name="connsiteY1" fmla="*/ 103129 h 115668"/>
                    <a:gd name="connsiteX2" fmla="*/ 125513 w 180740"/>
                    <a:gd name="connsiteY2" fmla="*/ 25081 h 115668"/>
                    <a:gd name="connsiteX3" fmla="*/ 25081 w 180740"/>
                    <a:gd name="connsiteY3" fmla="*/ 25081 h 115668"/>
                    <a:gd name="connsiteX4" fmla="*/ 25081 w 180740"/>
                    <a:gd name="connsiteY4" fmla="*/ 49754 h 115668"/>
                    <a:gd name="connsiteX5" fmla="*/ 12540 w 180740"/>
                    <a:gd name="connsiteY5" fmla="*/ 62294 h 115668"/>
                    <a:gd name="connsiteX6" fmla="*/ 0 w 180740"/>
                    <a:gd name="connsiteY6" fmla="*/ 49754 h 115668"/>
                    <a:gd name="connsiteX7" fmla="*/ 0 w 180740"/>
                    <a:gd name="connsiteY7" fmla="*/ 12540 h 115668"/>
                    <a:gd name="connsiteX8" fmla="*/ 12540 w 180740"/>
                    <a:gd name="connsiteY8" fmla="*/ 0 h 115668"/>
                    <a:gd name="connsiteX9" fmla="*/ 138054 w 180740"/>
                    <a:gd name="connsiteY9" fmla="*/ 0 h 115668"/>
                    <a:gd name="connsiteX10" fmla="*/ 150594 w 180740"/>
                    <a:gd name="connsiteY10" fmla="*/ 12540 h 115668"/>
                    <a:gd name="connsiteX11" fmla="*/ 150594 w 180740"/>
                    <a:gd name="connsiteY11" fmla="*/ 72844 h 115668"/>
                    <a:gd name="connsiteX12" fmla="*/ 158792 w 180740"/>
                    <a:gd name="connsiteY12" fmla="*/ 64724 h 115668"/>
                    <a:gd name="connsiteX13" fmla="*/ 176491 w 180740"/>
                    <a:gd name="connsiteY13" fmla="*/ 63608 h 115668"/>
                    <a:gd name="connsiteX14" fmla="*/ 177607 w 180740"/>
                    <a:gd name="connsiteY14" fmla="*/ 81308 h 115668"/>
                    <a:gd name="connsiteX15" fmla="*/ 176458 w 180740"/>
                    <a:gd name="connsiteY15" fmla="*/ 82453 h 115668"/>
                    <a:gd name="connsiteX16" fmla="*/ 146926 w 180740"/>
                    <a:gd name="connsiteY16" fmla="*/ 111985 h 115668"/>
                    <a:gd name="connsiteX17" fmla="*/ 138054 w 180740"/>
                    <a:gd name="connsiteY17" fmla="*/ 115669 h 11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740" h="115668">
                      <a:moveTo>
                        <a:pt x="138054" y="115669"/>
                      </a:moveTo>
                      <a:cubicBezTo>
                        <a:pt x="131128" y="115669"/>
                        <a:pt x="125513" y="110055"/>
                        <a:pt x="125513" y="103129"/>
                      </a:cubicBezTo>
                      <a:lnTo>
                        <a:pt x="125513" y="25081"/>
                      </a:lnTo>
                      <a:lnTo>
                        <a:pt x="25081" y="25081"/>
                      </a:lnTo>
                      <a:lnTo>
                        <a:pt x="25081" y="49754"/>
                      </a:lnTo>
                      <a:cubicBezTo>
                        <a:pt x="25081" y="56680"/>
                        <a:pt x="19466" y="62294"/>
                        <a:pt x="12540" y="62294"/>
                      </a:cubicBezTo>
                      <a:cubicBezTo>
                        <a:pt x="5614" y="62294"/>
                        <a:pt x="0" y="56680"/>
                        <a:pt x="0" y="49754"/>
                      </a:cubicBezTo>
                      <a:lnTo>
                        <a:pt x="0" y="12540"/>
                      </a:lnTo>
                      <a:cubicBezTo>
                        <a:pt x="0" y="5615"/>
                        <a:pt x="5614" y="0"/>
                        <a:pt x="12540" y="0"/>
                      </a:cubicBezTo>
                      <a:lnTo>
                        <a:pt x="138054" y="0"/>
                      </a:lnTo>
                      <a:cubicBezTo>
                        <a:pt x="144979" y="0"/>
                        <a:pt x="150594" y="5615"/>
                        <a:pt x="150594" y="12540"/>
                      </a:cubicBezTo>
                      <a:lnTo>
                        <a:pt x="150594" y="72844"/>
                      </a:lnTo>
                      <a:lnTo>
                        <a:pt x="158792" y="64724"/>
                      </a:lnTo>
                      <a:cubicBezTo>
                        <a:pt x="163371" y="59528"/>
                        <a:pt x="171296" y="59029"/>
                        <a:pt x="176491" y="63608"/>
                      </a:cubicBezTo>
                      <a:cubicBezTo>
                        <a:pt x="181688" y="68188"/>
                        <a:pt x="182188" y="76112"/>
                        <a:pt x="177607" y="81308"/>
                      </a:cubicBezTo>
                      <a:cubicBezTo>
                        <a:pt x="177250" y="81714"/>
                        <a:pt x="176866" y="82096"/>
                        <a:pt x="176458" y="82453"/>
                      </a:cubicBezTo>
                      <a:lnTo>
                        <a:pt x="146926" y="111985"/>
                      </a:lnTo>
                      <a:cubicBezTo>
                        <a:pt x="144574" y="114342"/>
                        <a:pt x="141383" y="115667"/>
                        <a:pt x="138054" y="115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95" name="Freeform 152">
                  <a:extLst>
                    <a:ext uri="{FF2B5EF4-FFF2-40B4-BE49-F238E27FC236}">
                      <a16:creationId xmlns:a16="http://schemas.microsoft.com/office/drawing/2014/main" id="{4A02EF51-5D4E-5887-7B62-AB70BE77CDF6}"/>
                    </a:ext>
                  </a:extLst>
                </p:cNvPr>
                <p:cNvSpPr/>
                <p:nvPr/>
              </p:nvSpPr>
              <p:spPr>
                <a:xfrm>
                  <a:off x="6602514" y="2254254"/>
                  <a:ext cx="62701" cy="53139"/>
                </a:xfrm>
                <a:custGeom>
                  <a:avLst/>
                  <a:gdLst>
                    <a:gd name="connsiteX0" fmla="*/ 31351 w 62701"/>
                    <a:gd name="connsiteY0" fmla="*/ 53140 h 53139"/>
                    <a:gd name="connsiteX1" fmla="*/ 0 w 62701"/>
                    <a:gd name="connsiteY1" fmla="*/ 21789 h 53139"/>
                    <a:gd name="connsiteX2" fmla="*/ 0 w 62701"/>
                    <a:gd name="connsiteY2" fmla="*/ 12540 h 53139"/>
                    <a:gd name="connsiteX3" fmla="*/ 12540 w 62701"/>
                    <a:gd name="connsiteY3" fmla="*/ 0 h 53139"/>
                    <a:gd name="connsiteX4" fmla="*/ 25081 w 62701"/>
                    <a:gd name="connsiteY4" fmla="*/ 12540 h 53139"/>
                    <a:gd name="connsiteX5" fmla="*/ 25081 w 62701"/>
                    <a:gd name="connsiteY5" fmla="*/ 21789 h 53139"/>
                    <a:gd name="connsiteX6" fmla="*/ 31351 w 62701"/>
                    <a:gd name="connsiteY6" fmla="*/ 28059 h 53139"/>
                    <a:gd name="connsiteX7" fmla="*/ 37621 w 62701"/>
                    <a:gd name="connsiteY7" fmla="*/ 21789 h 53139"/>
                    <a:gd name="connsiteX8" fmla="*/ 37621 w 62701"/>
                    <a:gd name="connsiteY8" fmla="*/ 12540 h 53139"/>
                    <a:gd name="connsiteX9" fmla="*/ 50161 w 62701"/>
                    <a:gd name="connsiteY9" fmla="*/ 0 h 53139"/>
                    <a:gd name="connsiteX10" fmla="*/ 62702 w 62701"/>
                    <a:gd name="connsiteY10" fmla="*/ 12540 h 53139"/>
                    <a:gd name="connsiteX11" fmla="*/ 62702 w 62701"/>
                    <a:gd name="connsiteY11" fmla="*/ 21789 h 53139"/>
                    <a:gd name="connsiteX12" fmla="*/ 31351 w 62701"/>
                    <a:gd name="connsiteY12" fmla="*/ 53140 h 5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701" h="53139">
                      <a:moveTo>
                        <a:pt x="31351" y="53140"/>
                      </a:moveTo>
                      <a:cubicBezTo>
                        <a:pt x="14036" y="53140"/>
                        <a:pt x="0" y="39104"/>
                        <a:pt x="0" y="21789"/>
                      </a:cubicBezTo>
                      <a:lnTo>
                        <a:pt x="0" y="12540"/>
                      </a:lnTo>
                      <a:cubicBezTo>
                        <a:pt x="0" y="5615"/>
                        <a:pt x="5614" y="0"/>
                        <a:pt x="12540" y="0"/>
                      </a:cubicBezTo>
                      <a:cubicBezTo>
                        <a:pt x="19466" y="0"/>
                        <a:pt x="25081" y="5615"/>
                        <a:pt x="25081" y="12540"/>
                      </a:cubicBezTo>
                      <a:lnTo>
                        <a:pt x="25081" y="21789"/>
                      </a:lnTo>
                      <a:cubicBezTo>
                        <a:pt x="25081" y="25252"/>
                        <a:pt x="27888" y="28059"/>
                        <a:pt x="31351" y="28059"/>
                      </a:cubicBezTo>
                      <a:cubicBezTo>
                        <a:pt x="34814" y="28059"/>
                        <a:pt x="37621" y="25252"/>
                        <a:pt x="37621" y="21789"/>
                      </a:cubicBezTo>
                      <a:lnTo>
                        <a:pt x="37621" y="12540"/>
                      </a:lnTo>
                      <a:cubicBezTo>
                        <a:pt x="37621" y="5615"/>
                        <a:pt x="43235" y="0"/>
                        <a:pt x="50161" y="0"/>
                      </a:cubicBezTo>
                      <a:cubicBezTo>
                        <a:pt x="57087" y="0"/>
                        <a:pt x="62702" y="5615"/>
                        <a:pt x="62702" y="12540"/>
                      </a:cubicBezTo>
                      <a:lnTo>
                        <a:pt x="62702" y="21789"/>
                      </a:lnTo>
                      <a:cubicBezTo>
                        <a:pt x="62702" y="39104"/>
                        <a:pt x="48665" y="53140"/>
                        <a:pt x="31351" y="53140"/>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96" name="Graphic 332">
                  <a:extLst>
                    <a:ext uri="{FF2B5EF4-FFF2-40B4-BE49-F238E27FC236}">
                      <a16:creationId xmlns:a16="http://schemas.microsoft.com/office/drawing/2014/main" id="{1FE15283-9903-A1BE-4341-5A1B6D5671BE}"/>
                    </a:ext>
                  </a:extLst>
                </p:cNvPr>
                <p:cNvGrpSpPr/>
                <p:nvPr/>
              </p:nvGrpSpPr>
              <p:grpSpPr>
                <a:xfrm>
                  <a:off x="6698915" y="2181138"/>
                  <a:ext cx="121900" cy="126255"/>
                  <a:chOff x="6698915" y="2181138"/>
                  <a:chExt cx="121900" cy="126255"/>
                </a:xfrm>
                <a:solidFill>
                  <a:srgbClr val="EF463C"/>
                </a:solidFill>
              </p:grpSpPr>
              <p:sp>
                <p:nvSpPr>
                  <p:cNvPr id="98" name="Freeform 155">
                    <a:extLst>
                      <a:ext uri="{FF2B5EF4-FFF2-40B4-BE49-F238E27FC236}">
                        <a16:creationId xmlns:a16="http://schemas.microsoft.com/office/drawing/2014/main" id="{F9DA3BE7-1519-9D05-58FB-1B8356B51A9B}"/>
                      </a:ext>
                    </a:extLst>
                  </p:cNvPr>
                  <p:cNvSpPr/>
                  <p:nvPr/>
                </p:nvSpPr>
                <p:spPr>
                  <a:xfrm>
                    <a:off x="6734527" y="2181138"/>
                    <a:ext cx="31221" cy="47157"/>
                  </a:xfrm>
                  <a:custGeom>
                    <a:avLst/>
                    <a:gdLst>
                      <a:gd name="connsiteX0" fmla="*/ 18675 w 31221"/>
                      <a:gd name="connsiteY0" fmla="*/ 47157 h 47157"/>
                      <a:gd name="connsiteX1" fmla="*/ 6589 w 31221"/>
                      <a:gd name="connsiteY1" fmla="*/ 37971 h 47157"/>
                      <a:gd name="connsiteX2" fmla="*/ 460 w 31221"/>
                      <a:gd name="connsiteY2" fmla="*/ 15900 h 47157"/>
                      <a:gd name="connsiteX3" fmla="*/ 9191 w 31221"/>
                      <a:gd name="connsiteY3" fmla="*/ 460 h 47157"/>
                      <a:gd name="connsiteX4" fmla="*/ 24632 w 31221"/>
                      <a:gd name="connsiteY4" fmla="*/ 9191 h 47157"/>
                      <a:gd name="connsiteX5" fmla="*/ 30761 w 31221"/>
                      <a:gd name="connsiteY5" fmla="*/ 31262 h 47157"/>
                      <a:gd name="connsiteX6" fmla="*/ 22034 w 31221"/>
                      <a:gd name="connsiteY6" fmla="*/ 46701 h 47157"/>
                      <a:gd name="connsiteX7" fmla="*/ 22030 w 31221"/>
                      <a:gd name="connsiteY7" fmla="*/ 46703 h 47157"/>
                      <a:gd name="connsiteX8" fmla="*/ 18675 w 31221"/>
                      <a:gd name="connsiteY8" fmla="*/ 47157 h 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21" h="47157">
                        <a:moveTo>
                          <a:pt x="18675" y="47157"/>
                        </a:moveTo>
                        <a:cubicBezTo>
                          <a:pt x="13040" y="47159"/>
                          <a:pt x="8097" y="43401"/>
                          <a:pt x="6589" y="37971"/>
                        </a:cubicBezTo>
                        <a:lnTo>
                          <a:pt x="460" y="15900"/>
                        </a:lnTo>
                        <a:cubicBezTo>
                          <a:pt x="-1393" y="9226"/>
                          <a:pt x="2517" y="2313"/>
                          <a:pt x="9191" y="460"/>
                        </a:cubicBezTo>
                        <a:cubicBezTo>
                          <a:pt x="15866" y="-1393"/>
                          <a:pt x="22779" y="2517"/>
                          <a:pt x="24632" y="9191"/>
                        </a:cubicBezTo>
                        <a:lnTo>
                          <a:pt x="30761" y="31262"/>
                        </a:lnTo>
                        <a:cubicBezTo>
                          <a:pt x="32614" y="37935"/>
                          <a:pt x="28707" y="44848"/>
                          <a:pt x="22034" y="46701"/>
                        </a:cubicBezTo>
                        <a:cubicBezTo>
                          <a:pt x="22033" y="46701"/>
                          <a:pt x="22031" y="46703"/>
                          <a:pt x="22030" y="46703"/>
                        </a:cubicBezTo>
                        <a:cubicBezTo>
                          <a:pt x="20935" y="46997"/>
                          <a:pt x="19808" y="47151"/>
                          <a:pt x="18675" y="47157"/>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99" name="Freeform 156">
                    <a:extLst>
                      <a:ext uri="{FF2B5EF4-FFF2-40B4-BE49-F238E27FC236}">
                        <a16:creationId xmlns:a16="http://schemas.microsoft.com/office/drawing/2014/main" id="{73011E05-CAA7-1525-97EE-F2A1BA2EF216}"/>
                      </a:ext>
                    </a:extLst>
                  </p:cNvPr>
                  <p:cNvSpPr/>
                  <p:nvPr/>
                </p:nvSpPr>
                <p:spPr>
                  <a:xfrm>
                    <a:off x="6762486" y="2187024"/>
                    <a:ext cx="36918" cy="44563"/>
                  </a:xfrm>
                  <a:custGeom>
                    <a:avLst/>
                    <a:gdLst>
                      <a:gd name="connsiteX0" fmla="*/ 12536 w 36918"/>
                      <a:gd name="connsiteY0" fmla="*/ 44564 h 44563"/>
                      <a:gd name="connsiteX1" fmla="*/ 0 w 36918"/>
                      <a:gd name="connsiteY1" fmla="*/ 32019 h 44563"/>
                      <a:gd name="connsiteX2" fmla="*/ 1829 w 36918"/>
                      <a:gd name="connsiteY2" fmla="*/ 25502 h 44563"/>
                      <a:gd name="connsiteX3" fmla="*/ 13774 w 36918"/>
                      <a:gd name="connsiteY3" fmla="*/ 5845 h 44563"/>
                      <a:gd name="connsiteX4" fmla="*/ 31073 w 36918"/>
                      <a:gd name="connsiteY4" fmla="*/ 1939 h 44563"/>
                      <a:gd name="connsiteX5" fmla="*/ 35202 w 36918"/>
                      <a:gd name="connsiteY5" fmla="*/ 18872 h 44563"/>
                      <a:gd name="connsiteX6" fmla="*/ 23258 w 36918"/>
                      <a:gd name="connsiteY6" fmla="*/ 38529 h 44563"/>
                      <a:gd name="connsiteX7" fmla="*/ 12536 w 36918"/>
                      <a:gd name="connsiteY7" fmla="*/ 44564 h 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18" h="44563">
                        <a:moveTo>
                          <a:pt x="12536" y="44564"/>
                        </a:moveTo>
                        <a:cubicBezTo>
                          <a:pt x="5610" y="44561"/>
                          <a:pt x="-2" y="38944"/>
                          <a:pt x="0" y="32019"/>
                        </a:cubicBezTo>
                        <a:cubicBezTo>
                          <a:pt x="2" y="29719"/>
                          <a:pt x="635" y="27465"/>
                          <a:pt x="1829" y="25502"/>
                        </a:cubicBezTo>
                        <a:lnTo>
                          <a:pt x="13774" y="5845"/>
                        </a:lnTo>
                        <a:cubicBezTo>
                          <a:pt x="17472" y="-10"/>
                          <a:pt x="25217" y="-1759"/>
                          <a:pt x="31073" y="1939"/>
                        </a:cubicBezTo>
                        <a:cubicBezTo>
                          <a:pt x="36787" y="5549"/>
                          <a:pt x="38613" y="13037"/>
                          <a:pt x="35202" y="18872"/>
                        </a:cubicBezTo>
                        <a:lnTo>
                          <a:pt x="23258" y="38529"/>
                        </a:lnTo>
                        <a:cubicBezTo>
                          <a:pt x="20985" y="42277"/>
                          <a:pt x="16918" y="44564"/>
                          <a:pt x="12536" y="4456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1" name="Freeform 157">
                    <a:extLst>
                      <a:ext uri="{FF2B5EF4-FFF2-40B4-BE49-F238E27FC236}">
                        <a16:creationId xmlns:a16="http://schemas.microsoft.com/office/drawing/2014/main" id="{74ED18CC-838B-74F6-7900-67E2576F3300}"/>
                      </a:ext>
                    </a:extLst>
                  </p:cNvPr>
                  <p:cNvSpPr/>
                  <p:nvPr/>
                </p:nvSpPr>
                <p:spPr>
                  <a:xfrm>
                    <a:off x="6779022" y="2221060"/>
                    <a:ext cx="41793" cy="28475"/>
                  </a:xfrm>
                  <a:custGeom>
                    <a:avLst/>
                    <a:gdLst>
                      <a:gd name="connsiteX0" fmla="*/ 12522 w 41793"/>
                      <a:gd name="connsiteY0" fmla="*/ 28475 h 28475"/>
                      <a:gd name="connsiteX1" fmla="*/ 0 w 41793"/>
                      <a:gd name="connsiteY1" fmla="*/ 15916 h 28475"/>
                      <a:gd name="connsiteX2" fmla="*/ 10045 w 41793"/>
                      <a:gd name="connsiteY2" fmla="*/ 3646 h 28475"/>
                      <a:gd name="connsiteX3" fmla="*/ 26880 w 41793"/>
                      <a:gd name="connsiteY3" fmla="*/ 228 h 28475"/>
                      <a:gd name="connsiteX4" fmla="*/ 41565 w 41793"/>
                      <a:gd name="connsiteY4" fmla="*/ 10173 h 28475"/>
                      <a:gd name="connsiteX5" fmla="*/ 31865 w 41793"/>
                      <a:gd name="connsiteY5" fmla="*/ 24807 h 28475"/>
                      <a:gd name="connsiteX6" fmla="*/ 15030 w 41793"/>
                      <a:gd name="connsiteY6" fmla="*/ 28225 h 28475"/>
                      <a:gd name="connsiteX7" fmla="*/ 12522 w 41793"/>
                      <a:gd name="connsiteY7" fmla="*/ 28475 h 2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93" h="28475">
                        <a:moveTo>
                          <a:pt x="12522" y="28475"/>
                        </a:moveTo>
                        <a:cubicBezTo>
                          <a:pt x="5596" y="28464"/>
                          <a:pt x="-11" y="22842"/>
                          <a:pt x="0" y="15916"/>
                        </a:cubicBezTo>
                        <a:cubicBezTo>
                          <a:pt x="9" y="9960"/>
                          <a:pt x="4207" y="4831"/>
                          <a:pt x="10045" y="3646"/>
                        </a:cubicBezTo>
                        <a:lnTo>
                          <a:pt x="26880" y="228"/>
                        </a:lnTo>
                        <a:cubicBezTo>
                          <a:pt x="33682" y="-1081"/>
                          <a:pt x="40256" y="3371"/>
                          <a:pt x="41565" y="10173"/>
                        </a:cubicBezTo>
                        <a:cubicBezTo>
                          <a:pt x="42855" y="16877"/>
                          <a:pt x="38544" y="23384"/>
                          <a:pt x="31865" y="24807"/>
                        </a:cubicBezTo>
                        <a:lnTo>
                          <a:pt x="15030" y="28225"/>
                        </a:lnTo>
                        <a:cubicBezTo>
                          <a:pt x="14205" y="28394"/>
                          <a:pt x="13363" y="28477"/>
                          <a:pt x="12522" y="2847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2" name="Freeform 158">
                    <a:extLst>
                      <a:ext uri="{FF2B5EF4-FFF2-40B4-BE49-F238E27FC236}">
                        <a16:creationId xmlns:a16="http://schemas.microsoft.com/office/drawing/2014/main" id="{FE0E1062-A55B-F25D-1A22-722FFF95951C}"/>
                      </a:ext>
                    </a:extLst>
                  </p:cNvPr>
                  <p:cNvSpPr/>
                  <p:nvPr/>
                </p:nvSpPr>
                <p:spPr>
                  <a:xfrm>
                    <a:off x="6774727" y="2247949"/>
                    <a:ext cx="41840" cy="35226"/>
                  </a:xfrm>
                  <a:custGeom>
                    <a:avLst/>
                    <a:gdLst>
                      <a:gd name="connsiteX0" fmla="*/ 29357 w 41840"/>
                      <a:gd name="connsiteY0" fmla="*/ 35226 h 35226"/>
                      <a:gd name="connsiteX1" fmla="*/ 22883 w 41840"/>
                      <a:gd name="connsiteY1" fmla="*/ 33408 h 35226"/>
                      <a:gd name="connsiteX2" fmla="*/ 5390 w 41840"/>
                      <a:gd name="connsiteY2" fmla="*/ 22843 h 35226"/>
                      <a:gd name="connsiteX3" fmla="*/ 2240 w 41840"/>
                      <a:gd name="connsiteY3" fmla="*/ 5390 h 35226"/>
                      <a:gd name="connsiteX4" fmla="*/ 18385 w 41840"/>
                      <a:gd name="connsiteY4" fmla="*/ 1446 h 35226"/>
                      <a:gd name="connsiteX5" fmla="*/ 35878 w 41840"/>
                      <a:gd name="connsiteY5" fmla="*/ 12011 h 35226"/>
                      <a:gd name="connsiteX6" fmla="*/ 39973 w 41840"/>
                      <a:gd name="connsiteY6" fmla="*/ 29267 h 35226"/>
                      <a:gd name="connsiteX7" fmla="*/ 29357 w 41840"/>
                      <a:gd name="connsiteY7" fmla="*/ 35226 h 3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40" h="35226">
                        <a:moveTo>
                          <a:pt x="29357" y="35226"/>
                        </a:moveTo>
                        <a:cubicBezTo>
                          <a:pt x="27073" y="35222"/>
                          <a:pt x="24835" y="34592"/>
                          <a:pt x="22883" y="33408"/>
                        </a:cubicBezTo>
                        <a:lnTo>
                          <a:pt x="5390" y="22843"/>
                        </a:lnTo>
                        <a:cubicBezTo>
                          <a:pt x="-299" y="18893"/>
                          <a:pt x="-1710" y="11080"/>
                          <a:pt x="2240" y="5390"/>
                        </a:cubicBezTo>
                        <a:cubicBezTo>
                          <a:pt x="5852" y="186"/>
                          <a:pt x="12779" y="-1506"/>
                          <a:pt x="18385" y="1446"/>
                        </a:cubicBezTo>
                        <a:lnTo>
                          <a:pt x="35878" y="12011"/>
                        </a:lnTo>
                        <a:cubicBezTo>
                          <a:pt x="41774" y="15645"/>
                          <a:pt x="43608" y="23371"/>
                          <a:pt x="39973" y="29267"/>
                        </a:cubicBezTo>
                        <a:cubicBezTo>
                          <a:pt x="37701" y="32954"/>
                          <a:pt x="33687" y="35206"/>
                          <a:pt x="29357" y="3522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3" name="Freeform 159">
                    <a:extLst>
                      <a:ext uri="{FF2B5EF4-FFF2-40B4-BE49-F238E27FC236}">
                        <a16:creationId xmlns:a16="http://schemas.microsoft.com/office/drawing/2014/main" id="{3A7DB5C4-090F-C96A-5CE5-6CC92FE9F5C1}"/>
                      </a:ext>
                    </a:extLst>
                  </p:cNvPr>
                  <p:cNvSpPr/>
                  <p:nvPr/>
                </p:nvSpPr>
                <p:spPr>
                  <a:xfrm>
                    <a:off x="6753280" y="2265531"/>
                    <a:ext cx="29214" cy="41862"/>
                  </a:xfrm>
                  <a:custGeom>
                    <a:avLst/>
                    <a:gdLst>
                      <a:gd name="connsiteX0" fmla="*/ 16585 w 29214"/>
                      <a:gd name="connsiteY0" fmla="*/ 41863 h 41862"/>
                      <a:gd name="connsiteX1" fmla="*/ 4405 w 29214"/>
                      <a:gd name="connsiteY1" fmla="*/ 32269 h 41862"/>
                      <a:gd name="connsiteX2" fmla="*/ 423 w 29214"/>
                      <a:gd name="connsiteY2" fmla="*/ 15763 h 41862"/>
                      <a:gd name="connsiteX3" fmla="*/ 9324 w 29214"/>
                      <a:gd name="connsiteY3" fmla="*/ 423 h 41862"/>
                      <a:gd name="connsiteX4" fmla="*/ 24664 w 29214"/>
                      <a:gd name="connsiteY4" fmla="*/ 9325 h 41862"/>
                      <a:gd name="connsiteX5" fmla="*/ 24799 w 29214"/>
                      <a:gd name="connsiteY5" fmla="*/ 9885 h 41862"/>
                      <a:gd name="connsiteX6" fmla="*/ 28858 w 29214"/>
                      <a:gd name="connsiteY6" fmla="*/ 26375 h 41862"/>
                      <a:gd name="connsiteX7" fmla="*/ 19626 w 29214"/>
                      <a:gd name="connsiteY7" fmla="*/ 41518 h 41862"/>
                      <a:gd name="connsiteX8" fmla="*/ 19626 w 29214"/>
                      <a:gd name="connsiteY8" fmla="*/ 41518 h 41862"/>
                      <a:gd name="connsiteX9" fmla="*/ 16585 w 29214"/>
                      <a:gd name="connsiteY9" fmla="*/ 41863 h 41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214" h="41862">
                        <a:moveTo>
                          <a:pt x="16585" y="41863"/>
                        </a:moveTo>
                        <a:cubicBezTo>
                          <a:pt x="10797" y="41858"/>
                          <a:pt x="5765" y="37894"/>
                          <a:pt x="4405" y="32269"/>
                        </a:cubicBezTo>
                        <a:lnTo>
                          <a:pt x="423" y="15763"/>
                        </a:lnTo>
                        <a:cubicBezTo>
                          <a:pt x="-1354" y="9070"/>
                          <a:pt x="2630" y="2202"/>
                          <a:pt x="9324" y="423"/>
                        </a:cubicBezTo>
                        <a:cubicBezTo>
                          <a:pt x="16019" y="-1354"/>
                          <a:pt x="22886" y="2632"/>
                          <a:pt x="24664" y="9325"/>
                        </a:cubicBezTo>
                        <a:cubicBezTo>
                          <a:pt x="24712" y="9510"/>
                          <a:pt x="24758" y="9697"/>
                          <a:pt x="24799" y="9885"/>
                        </a:cubicBezTo>
                        <a:lnTo>
                          <a:pt x="28858" y="26375"/>
                        </a:lnTo>
                        <a:cubicBezTo>
                          <a:pt x="30490" y="33106"/>
                          <a:pt x="26357" y="39886"/>
                          <a:pt x="19626" y="41518"/>
                        </a:cubicBezTo>
                        <a:cubicBezTo>
                          <a:pt x="19626" y="41518"/>
                          <a:pt x="19626" y="41518"/>
                          <a:pt x="19626" y="41518"/>
                        </a:cubicBezTo>
                        <a:cubicBezTo>
                          <a:pt x="18629" y="41753"/>
                          <a:pt x="17608" y="41869"/>
                          <a:pt x="16585" y="41863"/>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4" name="Freeform 160">
                    <a:extLst>
                      <a:ext uri="{FF2B5EF4-FFF2-40B4-BE49-F238E27FC236}">
                        <a16:creationId xmlns:a16="http://schemas.microsoft.com/office/drawing/2014/main" id="{6F40E6E1-1E88-6A67-4E94-08FE885FD608}"/>
                      </a:ext>
                    </a:extLst>
                  </p:cNvPr>
                  <p:cNvSpPr/>
                  <p:nvPr/>
                </p:nvSpPr>
                <p:spPr>
                  <a:xfrm>
                    <a:off x="6720312" y="2259509"/>
                    <a:ext cx="35042" cy="42194"/>
                  </a:xfrm>
                  <a:custGeom>
                    <a:avLst/>
                    <a:gdLst>
                      <a:gd name="connsiteX0" fmla="*/ 12497 w 35042"/>
                      <a:gd name="connsiteY0" fmla="*/ 42195 h 42194"/>
                      <a:gd name="connsiteX1" fmla="*/ 0 w 35042"/>
                      <a:gd name="connsiteY1" fmla="*/ 29611 h 42194"/>
                      <a:gd name="connsiteX2" fmla="*/ 1680 w 35042"/>
                      <a:gd name="connsiteY2" fmla="*/ 23384 h 42194"/>
                      <a:gd name="connsiteX3" fmla="*/ 11666 w 35042"/>
                      <a:gd name="connsiteY3" fmla="*/ 6220 h 42194"/>
                      <a:gd name="connsiteX4" fmla="*/ 28822 w 35042"/>
                      <a:gd name="connsiteY4" fmla="*/ 1713 h 42194"/>
                      <a:gd name="connsiteX5" fmla="*/ 33329 w 35042"/>
                      <a:gd name="connsiteY5" fmla="*/ 18870 h 42194"/>
                      <a:gd name="connsiteX6" fmla="*/ 23344 w 35042"/>
                      <a:gd name="connsiteY6" fmla="*/ 35972 h 42194"/>
                      <a:gd name="connsiteX7" fmla="*/ 12497 w 35042"/>
                      <a:gd name="connsiteY7" fmla="*/ 42195 h 4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42" h="42194">
                        <a:moveTo>
                          <a:pt x="12497" y="42195"/>
                        </a:moveTo>
                        <a:cubicBezTo>
                          <a:pt x="5571" y="42170"/>
                          <a:pt x="-23" y="36536"/>
                          <a:pt x="0" y="29611"/>
                        </a:cubicBezTo>
                        <a:cubicBezTo>
                          <a:pt x="8" y="27424"/>
                          <a:pt x="588" y="25278"/>
                          <a:pt x="1680" y="23384"/>
                        </a:cubicBezTo>
                        <a:lnTo>
                          <a:pt x="11666" y="6220"/>
                        </a:lnTo>
                        <a:cubicBezTo>
                          <a:pt x="15158" y="238"/>
                          <a:pt x="22841" y="-1779"/>
                          <a:pt x="28822" y="1713"/>
                        </a:cubicBezTo>
                        <a:cubicBezTo>
                          <a:pt x="34804" y="5206"/>
                          <a:pt x="36822" y="12888"/>
                          <a:pt x="33329" y="18870"/>
                        </a:cubicBezTo>
                        <a:lnTo>
                          <a:pt x="23344" y="35972"/>
                        </a:lnTo>
                        <a:cubicBezTo>
                          <a:pt x="21095" y="39829"/>
                          <a:pt x="16962" y="42200"/>
                          <a:pt x="12497" y="4219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5" name="Freeform 161">
                    <a:extLst>
                      <a:ext uri="{FF2B5EF4-FFF2-40B4-BE49-F238E27FC236}">
                        <a16:creationId xmlns:a16="http://schemas.microsoft.com/office/drawing/2014/main" id="{D73FFF3C-0D67-4E30-F993-BD119FFAF6C9}"/>
                      </a:ext>
                    </a:extLst>
                  </p:cNvPr>
                  <p:cNvSpPr/>
                  <p:nvPr/>
                </p:nvSpPr>
                <p:spPr>
                  <a:xfrm>
                    <a:off x="6698915" y="2238810"/>
                    <a:ext cx="43578" cy="30116"/>
                  </a:xfrm>
                  <a:custGeom>
                    <a:avLst/>
                    <a:gdLst>
                      <a:gd name="connsiteX0" fmla="*/ 12528 w 43578"/>
                      <a:gd name="connsiteY0" fmla="*/ 30116 h 30116"/>
                      <a:gd name="connsiteX1" fmla="*/ 0 w 43578"/>
                      <a:gd name="connsiteY1" fmla="*/ 17563 h 30116"/>
                      <a:gd name="connsiteX2" fmla="*/ 9252 w 43578"/>
                      <a:gd name="connsiteY2" fmla="*/ 5475 h 30116"/>
                      <a:gd name="connsiteX3" fmla="*/ 27921 w 43578"/>
                      <a:gd name="connsiteY3" fmla="*/ 396 h 30116"/>
                      <a:gd name="connsiteX4" fmla="*/ 43183 w 43578"/>
                      <a:gd name="connsiteY4" fmla="*/ 9429 h 30116"/>
                      <a:gd name="connsiteX5" fmla="*/ 34489 w 43578"/>
                      <a:gd name="connsiteY5" fmla="*/ 24599 h 30116"/>
                      <a:gd name="connsiteX6" fmla="*/ 15820 w 43578"/>
                      <a:gd name="connsiteY6" fmla="*/ 29677 h 30116"/>
                      <a:gd name="connsiteX7" fmla="*/ 12528 w 43578"/>
                      <a:gd name="connsiteY7" fmla="*/ 30116 h 3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8" h="30116">
                        <a:moveTo>
                          <a:pt x="12528" y="30116"/>
                        </a:moveTo>
                        <a:cubicBezTo>
                          <a:pt x="5602" y="30110"/>
                          <a:pt x="-7" y="24489"/>
                          <a:pt x="0" y="17563"/>
                        </a:cubicBezTo>
                        <a:cubicBezTo>
                          <a:pt x="6" y="11909"/>
                          <a:pt x="3795" y="6957"/>
                          <a:pt x="9252" y="5475"/>
                        </a:cubicBezTo>
                        <a:lnTo>
                          <a:pt x="27921" y="396"/>
                        </a:lnTo>
                        <a:cubicBezTo>
                          <a:pt x="34630" y="-1324"/>
                          <a:pt x="41463" y="2720"/>
                          <a:pt x="43183" y="9429"/>
                        </a:cubicBezTo>
                        <a:cubicBezTo>
                          <a:pt x="44869" y="16005"/>
                          <a:pt x="41015" y="22729"/>
                          <a:pt x="34489" y="24599"/>
                        </a:cubicBezTo>
                        <a:lnTo>
                          <a:pt x="15820" y="29677"/>
                        </a:lnTo>
                        <a:cubicBezTo>
                          <a:pt x="14747" y="29969"/>
                          <a:pt x="13640" y="30116"/>
                          <a:pt x="12528" y="3011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6" name="Freeform 162">
                    <a:extLst>
                      <a:ext uri="{FF2B5EF4-FFF2-40B4-BE49-F238E27FC236}">
                        <a16:creationId xmlns:a16="http://schemas.microsoft.com/office/drawing/2014/main" id="{84B66568-4DDD-8353-8B21-22430558090E}"/>
                      </a:ext>
                    </a:extLst>
                  </p:cNvPr>
                  <p:cNvSpPr/>
                  <p:nvPr/>
                </p:nvSpPr>
                <p:spPr>
                  <a:xfrm>
                    <a:off x="6703187" y="2203941"/>
                    <a:ext cx="43000" cy="36753"/>
                  </a:xfrm>
                  <a:custGeom>
                    <a:avLst/>
                    <a:gdLst>
                      <a:gd name="connsiteX0" fmla="*/ 30436 w 43000"/>
                      <a:gd name="connsiteY0" fmla="*/ 36754 h 36753"/>
                      <a:gd name="connsiteX1" fmla="*/ 23602 w 43000"/>
                      <a:gd name="connsiteY1" fmla="*/ 34716 h 36753"/>
                      <a:gd name="connsiteX2" fmla="*/ 5700 w 43000"/>
                      <a:gd name="connsiteY2" fmla="*/ 23053 h 36753"/>
                      <a:gd name="connsiteX3" fmla="*/ 2032 w 43000"/>
                      <a:gd name="connsiteY3" fmla="*/ 5701 h 36753"/>
                      <a:gd name="connsiteX4" fmla="*/ 19385 w 43000"/>
                      <a:gd name="connsiteY4" fmla="*/ 2033 h 36753"/>
                      <a:gd name="connsiteX5" fmla="*/ 37286 w 43000"/>
                      <a:gd name="connsiteY5" fmla="*/ 13695 h 36753"/>
                      <a:gd name="connsiteX6" fmla="*/ 40976 w 43000"/>
                      <a:gd name="connsiteY6" fmla="*/ 31042 h 36753"/>
                      <a:gd name="connsiteX7" fmla="*/ 30436 w 43000"/>
                      <a:gd name="connsiteY7" fmla="*/ 36754 h 36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000" h="36753">
                        <a:moveTo>
                          <a:pt x="30436" y="36754"/>
                        </a:moveTo>
                        <a:cubicBezTo>
                          <a:pt x="28008" y="36751"/>
                          <a:pt x="25635" y="36042"/>
                          <a:pt x="23602" y="34716"/>
                        </a:cubicBezTo>
                        <a:lnTo>
                          <a:pt x="5700" y="23053"/>
                        </a:lnTo>
                        <a:cubicBezTo>
                          <a:pt x="-104" y="19274"/>
                          <a:pt x="-1746" y="11505"/>
                          <a:pt x="2032" y="5701"/>
                        </a:cubicBezTo>
                        <a:cubicBezTo>
                          <a:pt x="5811" y="-104"/>
                          <a:pt x="13581" y="-1747"/>
                          <a:pt x="19385" y="2033"/>
                        </a:cubicBezTo>
                        <a:lnTo>
                          <a:pt x="37286" y="13695"/>
                        </a:lnTo>
                        <a:cubicBezTo>
                          <a:pt x="43096" y="17467"/>
                          <a:pt x="44748" y="25232"/>
                          <a:pt x="40976" y="31042"/>
                        </a:cubicBezTo>
                        <a:cubicBezTo>
                          <a:pt x="38660" y="34611"/>
                          <a:pt x="34691" y="36762"/>
                          <a:pt x="30436" y="3675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7" name="Freeform 163">
                    <a:extLst>
                      <a:ext uri="{FF2B5EF4-FFF2-40B4-BE49-F238E27FC236}">
                        <a16:creationId xmlns:a16="http://schemas.microsoft.com/office/drawing/2014/main" id="{BA4A64FC-89B5-321B-CB01-DF791D20CB4C}"/>
                      </a:ext>
                    </a:extLst>
                  </p:cNvPr>
                  <p:cNvSpPr/>
                  <p:nvPr/>
                </p:nvSpPr>
                <p:spPr>
                  <a:xfrm>
                    <a:off x="6717310" y="2202400"/>
                    <a:ext cx="85595" cy="85587"/>
                  </a:xfrm>
                  <a:custGeom>
                    <a:avLst/>
                    <a:gdLst>
                      <a:gd name="connsiteX0" fmla="*/ 42727 w 85595"/>
                      <a:gd name="connsiteY0" fmla="*/ 85588 h 85587"/>
                      <a:gd name="connsiteX1" fmla="*/ 0 w 85595"/>
                      <a:gd name="connsiteY1" fmla="*/ 42727 h 85587"/>
                      <a:gd name="connsiteX2" fmla="*/ 42860 w 85595"/>
                      <a:gd name="connsiteY2" fmla="*/ 0 h 85587"/>
                      <a:gd name="connsiteX3" fmla="*/ 84455 w 85595"/>
                      <a:gd name="connsiteY3" fmla="*/ 33013 h 85587"/>
                      <a:gd name="connsiteX4" fmla="*/ 84455 w 85595"/>
                      <a:gd name="connsiteY4" fmla="*/ 33013 h 85587"/>
                      <a:gd name="connsiteX5" fmla="*/ 52586 w 85595"/>
                      <a:gd name="connsiteY5" fmla="*/ 84444 h 85587"/>
                      <a:gd name="connsiteX6" fmla="*/ 42727 w 85595"/>
                      <a:gd name="connsiteY6" fmla="*/ 85588 h 85587"/>
                      <a:gd name="connsiteX7" fmla="*/ 42883 w 85595"/>
                      <a:gd name="connsiteY7" fmla="*/ 25049 h 85587"/>
                      <a:gd name="connsiteX8" fmla="*/ 38808 w 85595"/>
                      <a:gd name="connsiteY8" fmla="*/ 25520 h 85587"/>
                      <a:gd name="connsiteX9" fmla="*/ 25664 w 85595"/>
                      <a:gd name="connsiteY9" fmla="*/ 46818 h 85587"/>
                      <a:gd name="connsiteX10" fmla="*/ 46962 w 85595"/>
                      <a:gd name="connsiteY10" fmla="*/ 59963 h 85587"/>
                      <a:gd name="connsiteX11" fmla="*/ 60126 w 85595"/>
                      <a:gd name="connsiteY11" fmla="*/ 38750 h 85587"/>
                      <a:gd name="connsiteX12" fmla="*/ 60126 w 85595"/>
                      <a:gd name="connsiteY12" fmla="*/ 38750 h 85587"/>
                      <a:gd name="connsiteX13" fmla="*/ 42883 w 85595"/>
                      <a:gd name="connsiteY13" fmla="*/ 25049 h 8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595" h="85587">
                        <a:moveTo>
                          <a:pt x="42727" y="85588"/>
                        </a:moveTo>
                        <a:cubicBezTo>
                          <a:pt x="19093" y="85550"/>
                          <a:pt x="-38" y="66362"/>
                          <a:pt x="0" y="42727"/>
                        </a:cubicBezTo>
                        <a:cubicBezTo>
                          <a:pt x="36" y="19093"/>
                          <a:pt x="19226" y="-38"/>
                          <a:pt x="42860" y="0"/>
                        </a:cubicBezTo>
                        <a:cubicBezTo>
                          <a:pt x="62702" y="31"/>
                          <a:pt x="79920" y="13697"/>
                          <a:pt x="84455" y="33013"/>
                        </a:cubicBezTo>
                        <a:lnTo>
                          <a:pt x="84455" y="33013"/>
                        </a:lnTo>
                        <a:cubicBezTo>
                          <a:pt x="89850" y="56015"/>
                          <a:pt x="75585" y="79036"/>
                          <a:pt x="52586" y="84444"/>
                        </a:cubicBezTo>
                        <a:cubicBezTo>
                          <a:pt x="49354" y="85202"/>
                          <a:pt x="46047" y="85586"/>
                          <a:pt x="42727" y="85588"/>
                        </a:cubicBezTo>
                        <a:close/>
                        <a:moveTo>
                          <a:pt x="42883" y="25049"/>
                        </a:moveTo>
                        <a:cubicBezTo>
                          <a:pt x="41512" y="25051"/>
                          <a:pt x="40143" y="25209"/>
                          <a:pt x="38808" y="25520"/>
                        </a:cubicBezTo>
                        <a:cubicBezTo>
                          <a:pt x="29296" y="27771"/>
                          <a:pt x="23411" y="37308"/>
                          <a:pt x="25664" y="46818"/>
                        </a:cubicBezTo>
                        <a:cubicBezTo>
                          <a:pt x="27915" y="56330"/>
                          <a:pt x="37450" y="62214"/>
                          <a:pt x="46962" y="59963"/>
                        </a:cubicBezTo>
                        <a:cubicBezTo>
                          <a:pt x="56439" y="57719"/>
                          <a:pt x="62322" y="48238"/>
                          <a:pt x="60126" y="38750"/>
                        </a:cubicBezTo>
                        <a:lnTo>
                          <a:pt x="60126" y="38750"/>
                        </a:lnTo>
                        <a:cubicBezTo>
                          <a:pt x="58252" y="30736"/>
                          <a:pt x="51113" y="25065"/>
                          <a:pt x="42883" y="25049"/>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97" name="Freeform 154">
                  <a:extLst>
                    <a:ext uri="{FF2B5EF4-FFF2-40B4-BE49-F238E27FC236}">
                      <a16:creationId xmlns:a16="http://schemas.microsoft.com/office/drawing/2014/main" id="{321AD43C-206C-FEA7-BB4A-F717DA330F5B}"/>
                    </a:ext>
                  </a:extLst>
                </p:cNvPr>
                <p:cNvSpPr/>
                <p:nvPr/>
              </p:nvSpPr>
              <p:spPr>
                <a:xfrm>
                  <a:off x="6717586" y="2109858"/>
                  <a:ext cx="54608" cy="54606"/>
                </a:xfrm>
                <a:custGeom>
                  <a:avLst/>
                  <a:gdLst>
                    <a:gd name="connsiteX0" fmla="*/ 42074 w 54608"/>
                    <a:gd name="connsiteY0" fmla="*/ 54607 h 54606"/>
                    <a:gd name="connsiteX1" fmla="*/ 33202 w 54608"/>
                    <a:gd name="connsiteY1" fmla="*/ 50939 h 54606"/>
                    <a:gd name="connsiteX2" fmla="*/ 3669 w 54608"/>
                    <a:gd name="connsiteY2" fmla="*/ 21406 h 54606"/>
                    <a:gd name="connsiteX3" fmla="*/ 3677 w 54608"/>
                    <a:gd name="connsiteY3" fmla="*/ 3669 h 54606"/>
                    <a:gd name="connsiteX4" fmla="*/ 21414 w 54608"/>
                    <a:gd name="connsiteY4" fmla="*/ 3677 h 54606"/>
                    <a:gd name="connsiteX5" fmla="*/ 50931 w 54608"/>
                    <a:gd name="connsiteY5" fmla="*/ 33194 h 54606"/>
                    <a:gd name="connsiteX6" fmla="*/ 50940 w 54608"/>
                    <a:gd name="connsiteY6" fmla="*/ 50929 h 54606"/>
                    <a:gd name="connsiteX7" fmla="*/ 42074 w 54608"/>
                    <a:gd name="connsiteY7" fmla="*/ 54607 h 5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608" h="54606">
                      <a:moveTo>
                        <a:pt x="42074" y="54607"/>
                      </a:moveTo>
                      <a:cubicBezTo>
                        <a:pt x="38748" y="54609"/>
                        <a:pt x="35556" y="53290"/>
                        <a:pt x="33202" y="50939"/>
                      </a:cubicBezTo>
                      <a:lnTo>
                        <a:pt x="3669" y="21406"/>
                      </a:lnTo>
                      <a:cubicBezTo>
                        <a:pt x="-1226" y="16506"/>
                        <a:pt x="-1223" y="8565"/>
                        <a:pt x="3677" y="3669"/>
                      </a:cubicBezTo>
                      <a:cubicBezTo>
                        <a:pt x="8577" y="-1226"/>
                        <a:pt x="16519" y="-1223"/>
                        <a:pt x="21414" y="3677"/>
                      </a:cubicBezTo>
                      <a:lnTo>
                        <a:pt x="50931" y="33194"/>
                      </a:lnTo>
                      <a:cubicBezTo>
                        <a:pt x="55831" y="38089"/>
                        <a:pt x="55836" y="46029"/>
                        <a:pt x="50940" y="50929"/>
                      </a:cubicBezTo>
                      <a:cubicBezTo>
                        <a:pt x="48590" y="53282"/>
                        <a:pt x="45401" y="54605"/>
                        <a:pt x="42074" y="5460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34" name="Group 33">
              <a:extLst>
                <a:ext uri="{FF2B5EF4-FFF2-40B4-BE49-F238E27FC236}">
                  <a16:creationId xmlns:a16="http://schemas.microsoft.com/office/drawing/2014/main" id="{55AB804B-AAE0-5DC2-B68B-F635FFC49BE6}"/>
                </a:ext>
              </a:extLst>
            </p:cNvPr>
            <p:cNvGrpSpPr/>
            <p:nvPr/>
          </p:nvGrpSpPr>
          <p:grpSpPr>
            <a:xfrm>
              <a:off x="9961728" y="1490179"/>
              <a:ext cx="471791" cy="471791"/>
              <a:chOff x="9817805" y="1942177"/>
              <a:chExt cx="471791" cy="471791"/>
            </a:xfrm>
          </p:grpSpPr>
          <p:sp>
            <p:nvSpPr>
              <p:cNvPr id="84" name="Oval 83">
                <a:extLst>
                  <a:ext uri="{FF2B5EF4-FFF2-40B4-BE49-F238E27FC236}">
                    <a16:creationId xmlns:a16="http://schemas.microsoft.com/office/drawing/2014/main" id="{BC6BBC29-F2A2-C280-2C47-2016D2D5FD69}"/>
                  </a:ext>
                </a:extLst>
              </p:cNvPr>
              <p:cNvSpPr/>
              <p:nvPr/>
            </p:nvSpPr>
            <p:spPr>
              <a:xfrm>
                <a:off x="9817805"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85" name="Graphic 334">
                <a:extLst>
                  <a:ext uri="{FF2B5EF4-FFF2-40B4-BE49-F238E27FC236}">
                    <a16:creationId xmlns:a16="http://schemas.microsoft.com/office/drawing/2014/main" id="{11D1E1AF-C079-9D92-AED7-1FF2626AB17E}"/>
                  </a:ext>
                </a:extLst>
              </p:cNvPr>
              <p:cNvGrpSpPr/>
              <p:nvPr/>
            </p:nvGrpSpPr>
            <p:grpSpPr>
              <a:xfrm>
                <a:off x="9951565" y="2036935"/>
                <a:ext cx="204378" cy="282424"/>
                <a:chOff x="9951565" y="2036935"/>
                <a:chExt cx="204378" cy="282424"/>
              </a:xfrm>
            </p:grpSpPr>
            <p:sp>
              <p:nvSpPr>
                <p:cNvPr id="86" name="Freeform 143">
                  <a:extLst>
                    <a:ext uri="{FF2B5EF4-FFF2-40B4-BE49-F238E27FC236}">
                      <a16:creationId xmlns:a16="http://schemas.microsoft.com/office/drawing/2014/main" id="{AA43BF23-A404-5B7C-2387-6AC6BEBB748B}"/>
                    </a:ext>
                  </a:extLst>
                </p:cNvPr>
                <p:cNvSpPr/>
                <p:nvPr/>
              </p:nvSpPr>
              <p:spPr>
                <a:xfrm>
                  <a:off x="10075099" y="2179856"/>
                  <a:ext cx="80844" cy="136661"/>
                </a:xfrm>
                <a:custGeom>
                  <a:avLst/>
                  <a:gdLst>
                    <a:gd name="connsiteX0" fmla="*/ 56016 w 80844"/>
                    <a:gd name="connsiteY0" fmla="*/ 136661 h 136661"/>
                    <a:gd name="connsiteX1" fmla="*/ 24749 w 80844"/>
                    <a:gd name="connsiteY1" fmla="*/ 114256 h 136661"/>
                    <a:gd name="connsiteX2" fmla="*/ 1674 w 80844"/>
                    <a:gd name="connsiteY2" fmla="*/ 91516 h 136661"/>
                    <a:gd name="connsiteX3" fmla="*/ 2510 w 80844"/>
                    <a:gd name="connsiteY3" fmla="*/ 77136 h 136661"/>
                    <a:gd name="connsiteX4" fmla="*/ 28762 w 80844"/>
                    <a:gd name="connsiteY4" fmla="*/ 12261 h 136661"/>
                    <a:gd name="connsiteX5" fmla="*/ 43141 w 80844"/>
                    <a:gd name="connsiteY5" fmla="*/ 55 h 136661"/>
                    <a:gd name="connsiteX6" fmla="*/ 50331 w 80844"/>
                    <a:gd name="connsiteY6" fmla="*/ 2897 h 136661"/>
                    <a:gd name="connsiteX7" fmla="*/ 79759 w 80844"/>
                    <a:gd name="connsiteY7" fmla="*/ 46371 h 136661"/>
                    <a:gd name="connsiteX8" fmla="*/ 76749 w 80844"/>
                    <a:gd name="connsiteY8" fmla="*/ 92017 h 136661"/>
                    <a:gd name="connsiteX9" fmla="*/ 67720 w 80844"/>
                    <a:gd name="connsiteY9" fmla="*/ 130642 h 136661"/>
                    <a:gd name="connsiteX10" fmla="*/ 57688 w 80844"/>
                    <a:gd name="connsiteY10" fmla="*/ 136494 h 136661"/>
                    <a:gd name="connsiteX11" fmla="*/ 56016 w 80844"/>
                    <a:gd name="connsiteY11" fmla="*/ 136661 h 136661"/>
                    <a:gd name="connsiteX12" fmla="*/ 30768 w 80844"/>
                    <a:gd name="connsiteY12" fmla="*/ 83156 h 136661"/>
                    <a:gd name="connsiteX13" fmla="*/ 48324 w 80844"/>
                    <a:gd name="connsiteY13" fmla="*/ 99374 h 136661"/>
                    <a:gd name="connsiteX14" fmla="*/ 54009 w 80844"/>
                    <a:gd name="connsiteY14" fmla="*/ 53728 h 136661"/>
                    <a:gd name="connsiteX15" fmla="*/ 49662 w 80844"/>
                    <a:gd name="connsiteY15" fmla="*/ 43194 h 136661"/>
                    <a:gd name="connsiteX16" fmla="*/ 30768 w 80844"/>
                    <a:gd name="connsiteY16" fmla="*/ 83156 h 136661"/>
                    <a:gd name="connsiteX17" fmla="*/ 30768 w 80844"/>
                    <a:gd name="connsiteY17" fmla="*/ 83156 h 136661"/>
                    <a:gd name="connsiteX18" fmla="*/ 24247 w 80844"/>
                    <a:gd name="connsiteY18" fmla="*/ 92686 h 136661"/>
                    <a:gd name="connsiteX19" fmla="*/ 24247 w 80844"/>
                    <a:gd name="connsiteY19" fmla="*/ 92686 h 136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0844" h="136661">
                      <a:moveTo>
                        <a:pt x="56016" y="136661"/>
                      </a:moveTo>
                      <a:cubicBezTo>
                        <a:pt x="50498" y="136661"/>
                        <a:pt x="45984" y="133651"/>
                        <a:pt x="24749" y="114256"/>
                      </a:cubicBezTo>
                      <a:cubicBezTo>
                        <a:pt x="3179" y="94526"/>
                        <a:pt x="2510" y="93188"/>
                        <a:pt x="1674" y="91516"/>
                      </a:cubicBezTo>
                      <a:cubicBezTo>
                        <a:pt x="-834" y="87001"/>
                        <a:pt x="-499" y="81484"/>
                        <a:pt x="2510" y="77136"/>
                      </a:cubicBezTo>
                      <a:cubicBezTo>
                        <a:pt x="17726" y="55901"/>
                        <a:pt x="27089" y="32827"/>
                        <a:pt x="28762" y="12261"/>
                      </a:cubicBezTo>
                      <a:cubicBezTo>
                        <a:pt x="29430" y="4904"/>
                        <a:pt x="35784" y="-614"/>
                        <a:pt x="43141" y="55"/>
                      </a:cubicBezTo>
                      <a:cubicBezTo>
                        <a:pt x="45816" y="222"/>
                        <a:pt x="48324" y="1225"/>
                        <a:pt x="50331" y="2897"/>
                      </a:cubicBezTo>
                      <a:cubicBezTo>
                        <a:pt x="64209" y="14100"/>
                        <a:pt x="74408" y="29316"/>
                        <a:pt x="79759" y="46371"/>
                      </a:cubicBezTo>
                      <a:cubicBezTo>
                        <a:pt x="80762" y="49547"/>
                        <a:pt x="82601" y="56236"/>
                        <a:pt x="76749" y="92017"/>
                      </a:cubicBezTo>
                      <a:cubicBezTo>
                        <a:pt x="71064" y="125793"/>
                        <a:pt x="68891" y="129137"/>
                        <a:pt x="67720" y="130642"/>
                      </a:cubicBezTo>
                      <a:cubicBezTo>
                        <a:pt x="65379" y="133986"/>
                        <a:pt x="61701" y="136159"/>
                        <a:pt x="57688" y="136494"/>
                      </a:cubicBezTo>
                      <a:cubicBezTo>
                        <a:pt x="57019" y="136494"/>
                        <a:pt x="56518" y="136661"/>
                        <a:pt x="56016" y="136661"/>
                      </a:cubicBezTo>
                      <a:close/>
                      <a:moveTo>
                        <a:pt x="30768" y="83156"/>
                      </a:moveTo>
                      <a:cubicBezTo>
                        <a:pt x="35784" y="87837"/>
                        <a:pt x="42305" y="94024"/>
                        <a:pt x="48324" y="99374"/>
                      </a:cubicBezTo>
                      <a:cubicBezTo>
                        <a:pt x="51501" y="82320"/>
                        <a:pt x="54845" y="59747"/>
                        <a:pt x="54009" y="53728"/>
                      </a:cubicBezTo>
                      <a:cubicBezTo>
                        <a:pt x="52839" y="50049"/>
                        <a:pt x="51501" y="46538"/>
                        <a:pt x="49662" y="43194"/>
                      </a:cubicBezTo>
                      <a:cubicBezTo>
                        <a:pt x="45148" y="57239"/>
                        <a:pt x="38794" y="70615"/>
                        <a:pt x="30768" y="83156"/>
                      </a:cubicBezTo>
                      <a:lnTo>
                        <a:pt x="30768" y="83156"/>
                      </a:lnTo>
                      <a:close/>
                      <a:moveTo>
                        <a:pt x="24247" y="92686"/>
                      </a:moveTo>
                      <a:lnTo>
                        <a:pt x="24247" y="92686"/>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7" name="Freeform 144">
                  <a:extLst>
                    <a:ext uri="{FF2B5EF4-FFF2-40B4-BE49-F238E27FC236}">
                      <a16:creationId xmlns:a16="http://schemas.microsoft.com/office/drawing/2014/main" id="{AD311F92-6103-6B51-A4A8-BDB56EF1A80A}"/>
                    </a:ext>
                  </a:extLst>
                </p:cNvPr>
                <p:cNvSpPr/>
                <p:nvPr/>
              </p:nvSpPr>
              <p:spPr>
                <a:xfrm>
                  <a:off x="9951565" y="2182212"/>
                  <a:ext cx="80901" cy="136478"/>
                </a:xfrm>
                <a:custGeom>
                  <a:avLst/>
                  <a:gdLst>
                    <a:gd name="connsiteX0" fmla="*/ 24718 w 80901"/>
                    <a:gd name="connsiteY0" fmla="*/ 136479 h 136478"/>
                    <a:gd name="connsiteX1" fmla="*/ 23214 w 80901"/>
                    <a:gd name="connsiteY1" fmla="*/ 136479 h 136478"/>
                    <a:gd name="connsiteX2" fmla="*/ 13181 w 80901"/>
                    <a:gd name="connsiteY2" fmla="*/ 130627 h 136478"/>
                    <a:gd name="connsiteX3" fmla="*/ 4152 w 80901"/>
                    <a:gd name="connsiteY3" fmla="*/ 92003 h 136478"/>
                    <a:gd name="connsiteX4" fmla="*/ 1143 w 80901"/>
                    <a:gd name="connsiteY4" fmla="*/ 46356 h 136478"/>
                    <a:gd name="connsiteX5" fmla="*/ 1143 w 80901"/>
                    <a:gd name="connsiteY5" fmla="*/ 46356 h 136478"/>
                    <a:gd name="connsiteX6" fmla="*/ 30571 w 80901"/>
                    <a:gd name="connsiteY6" fmla="*/ 2882 h 136478"/>
                    <a:gd name="connsiteX7" fmla="*/ 49297 w 80901"/>
                    <a:gd name="connsiteY7" fmla="*/ 5056 h 136478"/>
                    <a:gd name="connsiteX8" fmla="*/ 52140 w 80901"/>
                    <a:gd name="connsiteY8" fmla="*/ 12246 h 136478"/>
                    <a:gd name="connsiteX9" fmla="*/ 78391 w 80901"/>
                    <a:gd name="connsiteY9" fmla="*/ 77121 h 136478"/>
                    <a:gd name="connsiteX10" fmla="*/ 79227 w 80901"/>
                    <a:gd name="connsiteY10" fmla="*/ 91501 h 136478"/>
                    <a:gd name="connsiteX11" fmla="*/ 56153 w 80901"/>
                    <a:gd name="connsiteY11" fmla="*/ 114241 h 136478"/>
                    <a:gd name="connsiteX12" fmla="*/ 24718 w 80901"/>
                    <a:gd name="connsiteY12" fmla="*/ 136479 h 136478"/>
                    <a:gd name="connsiteX13" fmla="*/ 26725 w 80901"/>
                    <a:gd name="connsiteY13" fmla="*/ 53545 h 136478"/>
                    <a:gd name="connsiteX14" fmla="*/ 32410 w 80901"/>
                    <a:gd name="connsiteY14" fmla="*/ 99192 h 136478"/>
                    <a:gd name="connsiteX15" fmla="*/ 49966 w 80901"/>
                    <a:gd name="connsiteY15" fmla="*/ 82973 h 136478"/>
                    <a:gd name="connsiteX16" fmla="*/ 31072 w 80901"/>
                    <a:gd name="connsiteY16" fmla="*/ 43012 h 136478"/>
                    <a:gd name="connsiteX17" fmla="*/ 26725 w 80901"/>
                    <a:gd name="connsiteY17" fmla="*/ 53545 h 136478"/>
                    <a:gd name="connsiteX18" fmla="*/ 56487 w 80901"/>
                    <a:gd name="connsiteY18" fmla="*/ 92671 h 136478"/>
                    <a:gd name="connsiteX19" fmla="*/ 56487 w 80901"/>
                    <a:gd name="connsiteY19" fmla="*/ 92671 h 136478"/>
                    <a:gd name="connsiteX20" fmla="*/ 26558 w 80901"/>
                    <a:gd name="connsiteY20" fmla="*/ 53880 h 136478"/>
                    <a:gd name="connsiteX21" fmla="*/ 26558 w 80901"/>
                    <a:gd name="connsiteY21" fmla="*/ 53880 h 136478"/>
                    <a:gd name="connsiteX22" fmla="*/ 26558 w 80901"/>
                    <a:gd name="connsiteY22" fmla="*/ 53880 h 136478"/>
                    <a:gd name="connsiteX23" fmla="*/ 13850 w 80901"/>
                    <a:gd name="connsiteY23" fmla="*/ 50034 h 136478"/>
                    <a:gd name="connsiteX24" fmla="*/ 13850 w 80901"/>
                    <a:gd name="connsiteY24" fmla="*/ 50034 h 13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0901" h="136478">
                      <a:moveTo>
                        <a:pt x="24718" y="136479"/>
                      </a:moveTo>
                      <a:cubicBezTo>
                        <a:pt x="24217" y="136479"/>
                        <a:pt x="23715" y="136479"/>
                        <a:pt x="23214" y="136479"/>
                      </a:cubicBezTo>
                      <a:cubicBezTo>
                        <a:pt x="19201" y="136145"/>
                        <a:pt x="15522" y="133971"/>
                        <a:pt x="13181" y="130627"/>
                      </a:cubicBezTo>
                      <a:cubicBezTo>
                        <a:pt x="12011" y="128955"/>
                        <a:pt x="9837" y="125778"/>
                        <a:pt x="4152" y="92003"/>
                      </a:cubicBezTo>
                      <a:cubicBezTo>
                        <a:pt x="-1867" y="56221"/>
                        <a:pt x="139" y="49533"/>
                        <a:pt x="1143" y="46356"/>
                      </a:cubicBezTo>
                      <a:lnTo>
                        <a:pt x="1143" y="46356"/>
                      </a:lnTo>
                      <a:cubicBezTo>
                        <a:pt x="6493" y="29301"/>
                        <a:pt x="16693" y="14085"/>
                        <a:pt x="30571" y="2882"/>
                      </a:cubicBezTo>
                      <a:cubicBezTo>
                        <a:pt x="36423" y="-1632"/>
                        <a:pt x="44783" y="-796"/>
                        <a:pt x="49297" y="5056"/>
                      </a:cubicBezTo>
                      <a:cubicBezTo>
                        <a:pt x="50969" y="7063"/>
                        <a:pt x="51973" y="9571"/>
                        <a:pt x="52140" y="12246"/>
                      </a:cubicBezTo>
                      <a:cubicBezTo>
                        <a:pt x="53812" y="32812"/>
                        <a:pt x="63175" y="55886"/>
                        <a:pt x="78391" y="77121"/>
                      </a:cubicBezTo>
                      <a:cubicBezTo>
                        <a:pt x="81401" y="81301"/>
                        <a:pt x="81735" y="86986"/>
                        <a:pt x="79227" y="91501"/>
                      </a:cubicBezTo>
                      <a:cubicBezTo>
                        <a:pt x="78391" y="93006"/>
                        <a:pt x="77555" y="94343"/>
                        <a:pt x="56153" y="114241"/>
                      </a:cubicBezTo>
                      <a:cubicBezTo>
                        <a:pt x="34751" y="133469"/>
                        <a:pt x="30236" y="136479"/>
                        <a:pt x="24718" y="136479"/>
                      </a:cubicBezTo>
                      <a:close/>
                      <a:moveTo>
                        <a:pt x="26725" y="53545"/>
                      </a:moveTo>
                      <a:cubicBezTo>
                        <a:pt x="25889" y="59565"/>
                        <a:pt x="29400" y="82137"/>
                        <a:pt x="32410" y="99192"/>
                      </a:cubicBezTo>
                      <a:cubicBezTo>
                        <a:pt x="38262" y="93842"/>
                        <a:pt x="44950" y="87655"/>
                        <a:pt x="49966" y="82973"/>
                      </a:cubicBezTo>
                      <a:cubicBezTo>
                        <a:pt x="41940" y="70600"/>
                        <a:pt x="35587" y="57057"/>
                        <a:pt x="31072" y="43012"/>
                      </a:cubicBezTo>
                      <a:cubicBezTo>
                        <a:pt x="29233" y="46356"/>
                        <a:pt x="27728" y="49867"/>
                        <a:pt x="26725" y="53545"/>
                      </a:cubicBezTo>
                      <a:close/>
                      <a:moveTo>
                        <a:pt x="56487" y="92671"/>
                      </a:moveTo>
                      <a:lnTo>
                        <a:pt x="56487" y="92671"/>
                      </a:lnTo>
                      <a:close/>
                      <a:moveTo>
                        <a:pt x="26558" y="53880"/>
                      </a:moveTo>
                      <a:lnTo>
                        <a:pt x="26558" y="53880"/>
                      </a:lnTo>
                      <a:lnTo>
                        <a:pt x="26558" y="53880"/>
                      </a:lnTo>
                      <a:close/>
                      <a:moveTo>
                        <a:pt x="13850" y="50034"/>
                      </a:moveTo>
                      <a:lnTo>
                        <a:pt x="13850" y="50034"/>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8" name="Freeform 145">
                  <a:extLst>
                    <a:ext uri="{FF2B5EF4-FFF2-40B4-BE49-F238E27FC236}">
                      <a16:creationId xmlns:a16="http://schemas.microsoft.com/office/drawing/2014/main" id="{6BE9E516-DE7F-0B81-FE33-89826D4EA959}"/>
                    </a:ext>
                  </a:extLst>
                </p:cNvPr>
                <p:cNvSpPr/>
                <p:nvPr/>
              </p:nvSpPr>
              <p:spPr>
                <a:xfrm>
                  <a:off x="9976589" y="2036935"/>
                  <a:ext cx="153728" cy="247979"/>
                </a:xfrm>
                <a:custGeom>
                  <a:avLst/>
                  <a:gdLst>
                    <a:gd name="connsiteX0" fmla="*/ 107040 w 153728"/>
                    <a:gd name="connsiteY0" fmla="*/ 247980 h 247979"/>
                    <a:gd name="connsiteX1" fmla="*/ 46847 w 153728"/>
                    <a:gd name="connsiteY1" fmla="*/ 247980 h 247979"/>
                    <a:gd name="connsiteX2" fmla="*/ 36814 w 153728"/>
                    <a:gd name="connsiteY2" fmla="*/ 243465 h 247979"/>
                    <a:gd name="connsiteX3" fmla="*/ 1200 w 153728"/>
                    <a:gd name="connsiteY3" fmla="*/ 167053 h 247979"/>
                    <a:gd name="connsiteX4" fmla="*/ 11734 w 153728"/>
                    <a:gd name="connsiteY4" fmla="*/ 92814 h 247979"/>
                    <a:gd name="connsiteX5" fmla="*/ 42834 w 153728"/>
                    <a:gd name="connsiteY5" fmla="*/ 32286 h 247979"/>
                    <a:gd name="connsiteX6" fmla="*/ 76442 w 153728"/>
                    <a:gd name="connsiteY6" fmla="*/ 16 h 247979"/>
                    <a:gd name="connsiteX7" fmla="*/ 100018 w 153728"/>
                    <a:gd name="connsiteY7" fmla="*/ 18241 h 247979"/>
                    <a:gd name="connsiteX8" fmla="*/ 111053 w 153728"/>
                    <a:gd name="connsiteY8" fmla="*/ 31952 h 247979"/>
                    <a:gd name="connsiteX9" fmla="*/ 111221 w 153728"/>
                    <a:gd name="connsiteY9" fmla="*/ 32119 h 247979"/>
                    <a:gd name="connsiteX10" fmla="*/ 152854 w 153728"/>
                    <a:gd name="connsiteY10" fmla="*/ 166217 h 247979"/>
                    <a:gd name="connsiteX11" fmla="*/ 152687 w 153728"/>
                    <a:gd name="connsiteY11" fmla="*/ 167053 h 247979"/>
                    <a:gd name="connsiteX12" fmla="*/ 117240 w 153728"/>
                    <a:gd name="connsiteY12" fmla="*/ 243131 h 247979"/>
                    <a:gd name="connsiteX13" fmla="*/ 107040 w 153728"/>
                    <a:gd name="connsiteY13" fmla="*/ 247980 h 247979"/>
                    <a:gd name="connsiteX14" fmla="*/ 53368 w 153728"/>
                    <a:gd name="connsiteY14" fmla="*/ 221227 h 247979"/>
                    <a:gd name="connsiteX15" fmla="*/ 100352 w 153728"/>
                    <a:gd name="connsiteY15" fmla="*/ 221227 h 247979"/>
                    <a:gd name="connsiteX16" fmla="*/ 126269 w 153728"/>
                    <a:gd name="connsiteY16" fmla="*/ 163040 h 247979"/>
                    <a:gd name="connsiteX17" fmla="*/ 89818 w 153728"/>
                    <a:gd name="connsiteY17" fmla="*/ 48170 h 247979"/>
                    <a:gd name="connsiteX18" fmla="*/ 76776 w 153728"/>
                    <a:gd name="connsiteY18" fmla="*/ 31952 h 247979"/>
                    <a:gd name="connsiteX19" fmla="*/ 64403 w 153728"/>
                    <a:gd name="connsiteY19" fmla="*/ 48003 h 247979"/>
                    <a:gd name="connsiteX20" fmla="*/ 27618 w 153728"/>
                    <a:gd name="connsiteY20" fmla="*/ 162706 h 247979"/>
                    <a:gd name="connsiteX21" fmla="*/ 53368 w 153728"/>
                    <a:gd name="connsiteY21" fmla="*/ 221227 h 247979"/>
                    <a:gd name="connsiteX22" fmla="*/ 139478 w 153728"/>
                    <a:gd name="connsiteY22" fmla="*/ 164712 h 247979"/>
                    <a:gd name="connsiteX23" fmla="*/ 139478 w 153728"/>
                    <a:gd name="connsiteY23" fmla="*/ 164712 h 247979"/>
                    <a:gd name="connsiteX24" fmla="*/ 139478 w 153728"/>
                    <a:gd name="connsiteY24" fmla="*/ 164712 h 247979"/>
                    <a:gd name="connsiteX25" fmla="*/ 83130 w 153728"/>
                    <a:gd name="connsiteY25" fmla="*/ 24929 h 247979"/>
                    <a:gd name="connsiteX26" fmla="*/ 83130 w 153728"/>
                    <a:gd name="connsiteY26" fmla="*/ 24929 h 247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3728" h="247979">
                      <a:moveTo>
                        <a:pt x="107040" y="247980"/>
                      </a:moveTo>
                      <a:lnTo>
                        <a:pt x="46847" y="247980"/>
                      </a:lnTo>
                      <a:cubicBezTo>
                        <a:pt x="43001" y="247980"/>
                        <a:pt x="39323" y="246308"/>
                        <a:pt x="36814" y="243465"/>
                      </a:cubicBezTo>
                      <a:cubicBezTo>
                        <a:pt x="35644" y="242128"/>
                        <a:pt x="8222" y="210359"/>
                        <a:pt x="1200" y="167053"/>
                      </a:cubicBezTo>
                      <a:cubicBezTo>
                        <a:pt x="-2980" y="141471"/>
                        <a:pt x="4544" y="112544"/>
                        <a:pt x="11734" y="92814"/>
                      </a:cubicBezTo>
                      <a:cubicBezTo>
                        <a:pt x="19760" y="70409"/>
                        <a:pt x="31464" y="47669"/>
                        <a:pt x="42834" y="32286"/>
                      </a:cubicBezTo>
                      <a:cubicBezTo>
                        <a:pt x="65908" y="183"/>
                        <a:pt x="71091" y="16"/>
                        <a:pt x="76442" y="16"/>
                      </a:cubicBezTo>
                      <a:cubicBezTo>
                        <a:pt x="84133" y="-319"/>
                        <a:pt x="88982" y="4697"/>
                        <a:pt x="100018" y="18241"/>
                      </a:cubicBezTo>
                      <a:cubicBezTo>
                        <a:pt x="105703" y="25096"/>
                        <a:pt x="110719" y="31784"/>
                        <a:pt x="111053" y="31952"/>
                      </a:cubicBezTo>
                      <a:cubicBezTo>
                        <a:pt x="111053" y="31952"/>
                        <a:pt x="111221" y="32119"/>
                        <a:pt x="111221" y="32119"/>
                      </a:cubicBezTo>
                      <a:cubicBezTo>
                        <a:pt x="129446" y="56698"/>
                        <a:pt x="159208" y="106692"/>
                        <a:pt x="152854" y="166217"/>
                      </a:cubicBezTo>
                      <a:cubicBezTo>
                        <a:pt x="152854" y="166551"/>
                        <a:pt x="152854" y="166719"/>
                        <a:pt x="152687" y="167053"/>
                      </a:cubicBezTo>
                      <a:cubicBezTo>
                        <a:pt x="145665" y="208520"/>
                        <a:pt x="118410" y="241793"/>
                        <a:pt x="117240" y="243131"/>
                      </a:cubicBezTo>
                      <a:cubicBezTo>
                        <a:pt x="114732" y="246141"/>
                        <a:pt x="111053" y="247980"/>
                        <a:pt x="107040" y="247980"/>
                      </a:cubicBezTo>
                      <a:close/>
                      <a:moveTo>
                        <a:pt x="53368" y="221227"/>
                      </a:moveTo>
                      <a:lnTo>
                        <a:pt x="100352" y="221227"/>
                      </a:lnTo>
                      <a:cubicBezTo>
                        <a:pt x="107208" y="211697"/>
                        <a:pt x="121754" y="188790"/>
                        <a:pt x="126269" y="163040"/>
                      </a:cubicBezTo>
                      <a:cubicBezTo>
                        <a:pt x="131452" y="112879"/>
                        <a:pt x="105703" y="69573"/>
                        <a:pt x="89818" y="48170"/>
                      </a:cubicBezTo>
                      <a:cubicBezTo>
                        <a:pt x="85638" y="42653"/>
                        <a:pt x="80622" y="36633"/>
                        <a:pt x="76776" y="31952"/>
                      </a:cubicBezTo>
                      <a:cubicBezTo>
                        <a:pt x="73098" y="36299"/>
                        <a:pt x="68583" y="42318"/>
                        <a:pt x="64403" y="48003"/>
                      </a:cubicBezTo>
                      <a:cubicBezTo>
                        <a:pt x="45676" y="73084"/>
                        <a:pt x="21933" y="128261"/>
                        <a:pt x="27618" y="162706"/>
                      </a:cubicBezTo>
                      <a:cubicBezTo>
                        <a:pt x="31966" y="189626"/>
                        <a:pt x="46512" y="212031"/>
                        <a:pt x="53368" y="221227"/>
                      </a:cubicBezTo>
                      <a:close/>
                      <a:moveTo>
                        <a:pt x="139478" y="164712"/>
                      </a:moveTo>
                      <a:lnTo>
                        <a:pt x="139478" y="164712"/>
                      </a:lnTo>
                      <a:lnTo>
                        <a:pt x="139478" y="164712"/>
                      </a:lnTo>
                      <a:close/>
                      <a:moveTo>
                        <a:pt x="83130" y="24929"/>
                      </a:moveTo>
                      <a:lnTo>
                        <a:pt x="83130" y="24929"/>
                      </a:ln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9" name="Freeform 146">
                  <a:extLst>
                    <a:ext uri="{FF2B5EF4-FFF2-40B4-BE49-F238E27FC236}">
                      <a16:creationId xmlns:a16="http://schemas.microsoft.com/office/drawing/2014/main" id="{779E2E37-3E67-C19D-5530-06626051E3DD}"/>
                    </a:ext>
                  </a:extLst>
                </p:cNvPr>
                <p:cNvSpPr/>
                <p:nvPr/>
              </p:nvSpPr>
              <p:spPr>
                <a:xfrm>
                  <a:off x="10038985" y="2195628"/>
                  <a:ext cx="26752" cy="123731"/>
                </a:xfrm>
                <a:custGeom>
                  <a:avLst/>
                  <a:gdLst>
                    <a:gd name="connsiteX0" fmla="*/ 13376 w 26752"/>
                    <a:gd name="connsiteY0" fmla="*/ 123731 h 123731"/>
                    <a:gd name="connsiteX1" fmla="*/ 0 w 26752"/>
                    <a:gd name="connsiteY1" fmla="*/ 110355 h 123731"/>
                    <a:gd name="connsiteX2" fmla="*/ 0 w 26752"/>
                    <a:gd name="connsiteY2" fmla="*/ 13376 h 123731"/>
                    <a:gd name="connsiteX3" fmla="*/ 13376 w 26752"/>
                    <a:gd name="connsiteY3" fmla="*/ 0 h 123731"/>
                    <a:gd name="connsiteX4" fmla="*/ 26753 w 26752"/>
                    <a:gd name="connsiteY4" fmla="*/ 13376 h 123731"/>
                    <a:gd name="connsiteX5" fmla="*/ 26753 w 26752"/>
                    <a:gd name="connsiteY5" fmla="*/ 110355 h 123731"/>
                    <a:gd name="connsiteX6" fmla="*/ 13376 w 26752"/>
                    <a:gd name="connsiteY6" fmla="*/ 123731 h 12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52" h="123731">
                      <a:moveTo>
                        <a:pt x="13376" y="123731"/>
                      </a:moveTo>
                      <a:cubicBezTo>
                        <a:pt x="6019" y="123731"/>
                        <a:pt x="0" y="117712"/>
                        <a:pt x="0" y="110355"/>
                      </a:cubicBezTo>
                      <a:lnTo>
                        <a:pt x="0" y="13376"/>
                      </a:lnTo>
                      <a:cubicBezTo>
                        <a:pt x="0" y="6019"/>
                        <a:pt x="6019" y="0"/>
                        <a:pt x="13376" y="0"/>
                      </a:cubicBezTo>
                      <a:cubicBezTo>
                        <a:pt x="20733" y="0"/>
                        <a:pt x="26753" y="6019"/>
                        <a:pt x="26753" y="13376"/>
                      </a:cubicBezTo>
                      <a:lnTo>
                        <a:pt x="26753" y="110355"/>
                      </a:lnTo>
                      <a:cubicBezTo>
                        <a:pt x="26753" y="117712"/>
                        <a:pt x="20733" y="123731"/>
                        <a:pt x="13376" y="123731"/>
                      </a:cubicBez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90" name="Freeform 147">
                  <a:extLst>
                    <a:ext uri="{FF2B5EF4-FFF2-40B4-BE49-F238E27FC236}">
                      <a16:creationId xmlns:a16="http://schemas.microsoft.com/office/drawing/2014/main" id="{338DDF18-BE13-CE91-5699-1C952A5B3D9D}"/>
                    </a:ext>
                  </a:extLst>
                </p:cNvPr>
                <p:cNvSpPr/>
                <p:nvPr/>
              </p:nvSpPr>
              <p:spPr>
                <a:xfrm>
                  <a:off x="10019590" y="2116540"/>
                  <a:ext cx="68386" cy="68386"/>
                </a:xfrm>
                <a:custGeom>
                  <a:avLst/>
                  <a:gdLst>
                    <a:gd name="connsiteX0" fmla="*/ 34277 w 68386"/>
                    <a:gd name="connsiteY0" fmla="*/ 68387 h 68386"/>
                    <a:gd name="connsiteX1" fmla="*/ 0 w 68386"/>
                    <a:gd name="connsiteY1" fmla="*/ 34277 h 68386"/>
                    <a:gd name="connsiteX2" fmla="*/ 34110 w 68386"/>
                    <a:gd name="connsiteY2" fmla="*/ 0 h 68386"/>
                    <a:gd name="connsiteX3" fmla="*/ 68387 w 68386"/>
                    <a:gd name="connsiteY3" fmla="*/ 34110 h 68386"/>
                    <a:gd name="connsiteX4" fmla="*/ 68387 w 68386"/>
                    <a:gd name="connsiteY4" fmla="*/ 34110 h 68386"/>
                    <a:gd name="connsiteX5" fmla="*/ 34277 w 68386"/>
                    <a:gd name="connsiteY5" fmla="*/ 68387 h 68386"/>
                    <a:gd name="connsiteX6" fmla="*/ 34277 w 68386"/>
                    <a:gd name="connsiteY6" fmla="*/ 26753 h 68386"/>
                    <a:gd name="connsiteX7" fmla="*/ 26753 w 68386"/>
                    <a:gd name="connsiteY7" fmla="*/ 34110 h 68386"/>
                    <a:gd name="connsiteX8" fmla="*/ 34110 w 68386"/>
                    <a:gd name="connsiteY8" fmla="*/ 41634 h 68386"/>
                    <a:gd name="connsiteX9" fmla="*/ 41634 w 68386"/>
                    <a:gd name="connsiteY9" fmla="*/ 34277 h 68386"/>
                    <a:gd name="connsiteX10" fmla="*/ 41634 w 68386"/>
                    <a:gd name="connsiteY10" fmla="*/ 34277 h 68386"/>
                    <a:gd name="connsiteX11" fmla="*/ 34277 w 68386"/>
                    <a:gd name="connsiteY11" fmla="*/ 26753 h 6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386" h="68386">
                      <a:moveTo>
                        <a:pt x="34277" y="68387"/>
                      </a:moveTo>
                      <a:cubicBezTo>
                        <a:pt x="15383" y="68387"/>
                        <a:pt x="0" y="53004"/>
                        <a:pt x="0" y="34277"/>
                      </a:cubicBezTo>
                      <a:cubicBezTo>
                        <a:pt x="0" y="15550"/>
                        <a:pt x="15383" y="0"/>
                        <a:pt x="34110" y="0"/>
                      </a:cubicBezTo>
                      <a:cubicBezTo>
                        <a:pt x="52837" y="0"/>
                        <a:pt x="68387" y="15216"/>
                        <a:pt x="68387" y="34110"/>
                      </a:cubicBezTo>
                      <a:cubicBezTo>
                        <a:pt x="68387" y="34110"/>
                        <a:pt x="68387" y="34110"/>
                        <a:pt x="68387" y="34110"/>
                      </a:cubicBezTo>
                      <a:cubicBezTo>
                        <a:pt x="68387" y="53004"/>
                        <a:pt x="53004" y="68387"/>
                        <a:pt x="34277" y="68387"/>
                      </a:cubicBezTo>
                      <a:close/>
                      <a:moveTo>
                        <a:pt x="34277" y="26753"/>
                      </a:moveTo>
                      <a:cubicBezTo>
                        <a:pt x="30097" y="26753"/>
                        <a:pt x="26753" y="30097"/>
                        <a:pt x="26753" y="34110"/>
                      </a:cubicBezTo>
                      <a:cubicBezTo>
                        <a:pt x="26753" y="38290"/>
                        <a:pt x="30097" y="41634"/>
                        <a:pt x="34110" y="41634"/>
                      </a:cubicBezTo>
                      <a:cubicBezTo>
                        <a:pt x="38290" y="41634"/>
                        <a:pt x="41634" y="38290"/>
                        <a:pt x="41634" y="34277"/>
                      </a:cubicBezTo>
                      <a:cubicBezTo>
                        <a:pt x="41634" y="34277"/>
                        <a:pt x="41634" y="34277"/>
                        <a:pt x="41634" y="34277"/>
                      </a:cubicBezTo>
                      <a:cubicBezTo>
                        <a:pt x="41634" y="30097"/>
                        <a:pt x="38290" y="26753"/>
                        <a:pt x="34277" y="26753"/>
                      </a:cubicBez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42" name="Group 41">
              <a:extLst>
                <a:ext uri="{FF2B5EF4-FFF2-40B4-BE49-F238E27FC236}">
                  <a16:creationId xmlns:a16="http://schemas.microsoft.com/office/drawing/2014/main" id="{9CC210E4-4015-0944-B52B-3986827A2504}"/>
                </a:ext>
              </a:extLst>
            </p:cNvPr>
            <p:cNvGrpSpPr/>
            <p:nvPr/>
          </p:nvGrpSpPr>
          <p:grpSpPr>
            <a:xfrm>
              <a:off x="11473610" y="1490179"/>
              <a:ext cx="471791" cy="471791"/>
              <a:chOff x="11473610" y="1942177"/>
              <a:chExt cx="471791" cy="471791"/>
            </a:xfrm>
          </p:grpSpPr>
          <p:sp>
            <p:nvSpPr>
              <p:cNvPr id="68" name="Oval 67">
                <a:extLst>
                  <a:ext uri="{FF2B5EF4-FFF2-40B4-BE49-F238E27FC236}">
                    <a16:creationId xmlns:a16="http://schemas.microsoft.com/office/drawing/2014/main" id="{638E5DAA-F9C0-D0E8-700C-9A53E9D5B776}"/>
                  </a:ext>
                </a:extLst>
              </p:cNvPr>
              <p:cNvSpPr/>
              <p:nvPr/>
            </p:nvSpPr>
            <p:spPr>
              <a:xfrm>
                <a:off x="11473610"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69" name="Group 68">
                <a:extLst>
                  <a:ext uri="{FF2B5EF4-FFF2-40B4-BE49-F238E27FC236}">
                    <a16:creationId xmlns:a16="http://schemas.microsoft.com/office/drawing/2014/main" id="{958A842F-29F4-31E7-05DA-0C4B2E934A24}"/>
                  </a:ext>
                </a:extLst>
              </p:cNvPr>
              <p:cNvGrpSpPr/>
              <p:nvPr/>
            </p:nvGrpSpPr>
            <p:grpSpPr>
              <a:xfrm>
                <a:off x="11570793" y="2043116"/>
                <a:ext cx="277520" cy="269933"/>
                <a:chOff x="11570793" y="2043116"/>
                <a:chExt cx="277520" cy="269933"/>
              </a:xfrm>
            </p:grpSpPr>
            <p:sp>
              <p:nvSpPr>
                <p:cNvPr id="70" name="Freeform 127">
                  <a:extLst>
                    <a:ext uri="{FF2B5EF4-FFF2-40B4-BE49-F238E27FC236}">
                      <a16:creationId xmlns:a16="http://schemas.microsoft.com/office/drawing/2014/main" id="{0C0EEE22-68C5-263C-51B4-D4E88F9FEDEF}"/>
                    </a:ext>
                  </a:extLst>
                </p:cNvPr>
                <p:cNvSpPr/>
                <p:nvPr/>
              </p:nvSpPr>
              <p:spPr>
                <a:xfrm>
                  <a:off x="11570793" y="2043116"/>
                  <a:ext cx="179741" cy="226257"/>
                </a:xfrm>
                <a:custGeom>
                  <a:avLst/>
                  <a:gdLst>
                    <a:gd name="connsiteX0" fmla="*/ 41995 w 179741"/>
                    <a:gd name="connsiteY0" fmla="*/ 226257 h 226257"/>
                    <a:gd name="connsiteX1" fmla="*/ 31425 w 179741"/>
                    <a:gd name="connsiteY1" fmla="*/ 221343 h 226257"/>
                    <a:gd name="connsiteX2" fmla="*/ 48307 w 179741"/>
                    <a:gd name="connsiteY2" fmla="*/ 31424 h 226257"/>
                    <a:gd name="connsiteX3" fmla="*/ 168886 w 179741"/>
                    <a:gd name="connsiteY3" fmla="*/ 4375 h 226257"/>
                    <a:gd name="connsiteX4" fmla="*/ 179422 w 179741"/>
                    <a:gd name="connsiteY4" fmla="*/ 20793 h 226257"/>
                    <a:gd name="connsiteX5" fmla="*/ 163005 w 179741"/>
                    <a:gd name="connsiteY5" fmla="*/ 31329 h 226257"/>
                    <a:gd name="connsiteX6" fmla="*/ 161989 w 179741"/>
                    <a:gd name="connsiteY6" fmla="*/ 31067 h 226257"/>
                    <a:gd name="connsiteX7" fmla="*/ 31017 w 179741"/>
                    <a:gd name="connsiteY7" fmla="*/ 107371 h 226257"/>
                    <a:gd name="connsiteX8" fmla="*/ 52548 w 179741"/>
                    <a:gd name="connsiteY8" fmla="*/ 203600 h 226257"/>
                    <a:gd name="connsiteX9" fmla="*/ 50841 w 179741"/>
                    <a:gd name="connsiteY9" fmla="*/ 223033 h 226257"/>
                    <a:gd name="connsiteX10" fmla="*/ 41995 w 179741"/>
                    <a:gd name="connsiteY10" fmla="*/ 226257 h 22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41" h="226257">
                      <a:moveTo>
                        <a:pt x="41995" y="226257"/>
                      </a:moveTo>
                      <a:cubicBezTo>
                        <a:pt x="37919" y="226261"/>
                        <a:pt x="34050" y="224462"/>
                        <a:pt x="31425" y="221343"/>
                      </a:cubicBezTo>
                      <a:cubicBezTo>
                        <a:pt x="-16358" y="164236"/>
                        <a:pt x="-8799" y="79207"/>
                        <a:pt x="48307" y="31424"/>
                      </a:cubicBezTo>
                      <a:cubicBezTo>
                        <a:pt x="81759" y="3434"/>
                        <a:pt x="126684" y="-6644"/>
                        <a:pt x="168886" y="4375"/>
                      </a:cubicBezTo>
                      <a:cubicBezTo>
                        <a:pt x="176330" y="5999"/>
                        <a:pt x="181046" y="13350"/>
                        <a:pt x="179422" y="20793"/>
                      </a:cubicBezTo>
                      <a:cubicBezTo>
                        <a:pt x="177798" y="28236"/>
                        <a:pt x="170447" y="32954"/>
                        <a:pt x="163005" y="31329"/>
                      </a:cubicBezTo>
                      <a:cubicBezTo>
                        <a:pt x="162663" y="31255"/>
                        <a:pt x="162324" y="31167"/>
                        <a:pt x="161989" y="31067"/>
                      </a:cubicBezTo>
                      <a:cubicBezTo>
                        <a:pt x="104751" y="15971"/>
                        <a:pt x="46113" y="50133"/>
                        <a:pt x="31017" y="107371"/>
                      </a:cubicBezTo>
                      <a:cubicBezTo>
                        <a:pt x="22136" y="141041"/>
                        <a:pt x="30166" y="176925"/>
                        <a:pt x="52548" y="203600"/>
                      </a:cubicBezTo>
                      <a:cubicBezTo>
                        <a:pt x="57443" y="209439"/>
                        <a:pt x="56678" y="218140"/>
                        <a:pt x="50841" y="223033"/>
                      </a:cubicBezTo>
                      <a:cubicBezTo>
                        <a:pt x="48361" y="225113"/>
                        <a:pt x="45231" y="226254"/>
                        <a:pt x="41995" y="226257"/>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1" name="Freeform 128">
                  <a:extLst>
                    <a:ext uri="{FF2B5EF4-FFF2-40B4-BE49-F238E27FC236}">
                      <a16:creationId xmlns:a16="http://schemas.microsoft.com/office/drawing/2014/main" id="{AF8D2F23-FED8-A6BA-2038-16E7D36177F7}"/>
                    </a:ext>
                  </a:extLst>
                </p:cNvPr>
                <p:cNvSpPr/>
                <p:nvPr/>
              </p:nvSpPr>
              <p:spPr>
                <a:xfrm>
                  <a:off x="11594873" y="2243457"/>
                  <a:ext cx="54073" cy="54073"/>
                </a:xfrm>
                <a:custGeom>
                  <a:avLst/>
                  <a:gdLst>
                    <a:gd name="connsiteX0" fmla="*/ 27054 w 54073"/>
                    <a:gd name="connsiteY0" fmla="*/ 54074 h 54073"/>
                    <a:gd name="connsiteX1" fmla="*/ 0 w 54073"/>
                    <a:gd name="connsiteY1" fmla="*/ 27054 h 54073"/>
                    <a:gd name="connsiteX2" fmla="*/ 27020 w 54073"/>
                    <a:gd name="connsiteY2" fmla="*/ 0 h 54073"/>
                    <a:gd name="connsiteX3" fmla="*/ 54074 w 54073"/>
                    <a:gd name="connsiteY3" fmla="*/ 27020 h 54073"/>
                    <a:gd name="connsiteX4" fmla="*/ 54074 w 54073"/>
                    <a:gd name="connsiteY4" fmla="*/ 27037 h 54073"/>
                    <a:gd name="connsiteX5" fmla="*/ 27054 w 54073"/>
                    <a:gd name="connsiteY5" fmla="*/ 54074 h 54073"/>
                    <a:gd name="connsiteX6" fmla="*/ 27054 w 54073"/>
                    <a:gd name="connsiteY6" fmla="*/ 26485 h 54073"/>
                    <a:gd name="connsiteX7" fmla="*/ 26486 w 54073"/>
                    <a:gd name="connsiteY7" fmla="*/ 27020 h 54073"/>
                    <a:gd name="connsiteX8" fmla="*/ 26485 w 54073"/>
                    <a:gd name="connsiteY8" fmla="*/ 27037 h 54073"/>
                    <a:gd name="connsiteX9" fmla="*/ 26947 w 54073"/>
                    <a:gd name="connsiteY9" fmla="*/ 27696 h 54073"/>
                    <a:gd name="connsiteX10" fmla="*/ 27606 w 54073"/>
                    <a:gd name="connsiteY10" fmla="*/ 27234 h 54073"/>
                    <a:gd name="connsiteX11" fmla="*/ 27606 w 54073"/>
                    <a:gd name="connsiteY11" fmla="*/ 27037 h 54073"/>
                    <a:gd name="connsiteX12" fmla="*/ 27054 w 54073"/>
                    <a:gd name="connsiteY12"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073" h="54073">
                      <a:moveTo>
                        <a:pt x="27054" y="54074"/>
                      </a:moveTo>
                      <a:cubicBezTo>
                        <a:pt x="12122" y="54084"/>
                        <a:pt x="9" y="41987"/>
                        <a:pt x="0" y="27054"/>
                      </a:cubicBezTo>
                      <a:cubicBezTo>
                        <a:pt x="-9" y="12122"/>
                        <a:pt x="12088" y="10"/>
                        <a:pt x="27020" y="0"/>
                      </a:cubicBezTo>
                      <a:cubicBezTo>
                        <a:pt x="41952" y="-10"/>
                        <a:pt x="54064" y="12087"/>
                        <a:pt x="54074" y="27020"/>
                      </a:cubicBezTo>
                      <a:cubicBezTo>
                        <a:pt x="54074" y="27025"/>
                        <a:pt x="54074" y="27032"/>
                        <a:pt x="54074" y="27037"/>
                      </a:cubicBezTo>
                      <a:cubicBezTo>
                        <a:pt x="54064" y="41959"/>
                        <a:pt x="41976" y="54055"/>
                        <a:pt x="27054" y="54074"/>
                      </a:cubicBezTo>
                      <a:close/>
                      <a:moveTo>
                        <a:pt x="27054" y="26485"/>
                      </a:moveTo>
                      <a:cubicBezTo>
                        <a:pt x="26750" y="26475"/>
                        <a:pt x="26495" y="26715"/>
                        <a:pt x="26486" y="27020"/>
                      </a:cubicBezTo>
                      <a:cubicBezTo>
                        <a:pt x="26485" y="27025"/>
                        <a:pt x="26485" y="27032"/>
                        <a:pt x="26485" y="27037"/>
                      </a:cubicBezTo>
                      <a:cubicBezTo>
                        <a:pt x="26431" y="27346"/>
                        <a:pt x="26637" y="27642"/>
                        <a:pt x="26947" y="27696"/>
                      </a:cubicBezTo>
                      <a:cubicBezTo>
                        <a:pt x="27256" y="27751"/>
                        <a:pt x="27552" y="27544"/>
                        <a:pt x="27606" y="27234"/>
                      </a:cubicBezTo>
                      <a:cubicBezTo>
                        <a:pt x="27618" y="27170"/>
                        <a:pt x="27618" y="27103"/>
                        <a:pt x="27606" y="27037"/>
                      </a:cubicBezTo>
                      <a:cubicBezTo>
                        <a:pt x="27606" y="26732"/>
                        <a:pt x="27359" y="26485"/>
                        <a:pt x="27054"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2" name="Freeform 129">
                  <a:extLst>
                    <a:ext uri="{FF2B5EF4-FFF2-40B4-BE49-F238E27FC236}">
                      <a16:creationId xmlns:a16="http://schemas.microsoft.com/office/drawing/2014/main" id="{AE89BD24-EE53-98F5-321F-2281A905BBB6}"/>
                    </a:ext>
                  </a:extLst>
                </p:cNvPr>
                <p:cNvSpPr/>
                <p:nvPr/>
              </p:nvSpPr>
              <p:spPr>
                <a:xfrm>
                  <a:off x="11669487" y="2086914"/>
                  <a:ext cx="178826" cy="226135"/>
                </a:xfrm>
                <a:custGeom>
                  <a:avLst/>
                  <a:gdLst>
                    <a:gd name="connsiteX0" fmla="*/ 44069 w 178826"/>
                    <a:gd name="connsiteY0" fmla="*/ 226136 h 226135"/>
                    <a:gd name="connsiteX1" fmla="*/ 9842 w 178826"/>
                    <a:gd name="connsiteY1" fmla="*/ 221739 h 226135"/>
                    <a:gd name="connsiteX2" fmla="*/ 583 w 178826"/>
                    <a:gd name="connsiteY2" fmla="*/ 204568 h 226135"/>
                    <a:gd name="connsiteX3" fmla="*/ 16739 w 178826"/>
                    <a:gd name="connsiteY3" fmla="*/ 195047 h 226135"/>
                    <a:gd name="connsiteX4" fmla="*/ 147712 w 178826"/>
                    <a:gd name="connsiteY4" fmla="*/ 118743 h 226135"/>
                    <a:gd name="connsiteX5" fmla="*/ 126180 w 178826"/>
                    <a:gd name="connsiteY5" fmla="*/ 22514 h 226135"/>
                    <a:gd name="connsiteX6" fmla="*/ 128151 w 178826"/>
                    <a:gd name="connsiteY6" fmla="*/ 3105 h 226135"/>
                    <a:gd name="connsiteX7" fmla="*/ 147303 w 178826"/>
                    <a:gd name="connsiteY7" fmla="*/ 4771 h 226135"/>
                    <a:gd name="connsiteX8" fmla="*/ 130681 w 178826"/>
                    <a:gd name="connsiteY8" fmla="*/ 194616 h 226135"/>
                    <a:gd name="connsiteX9" fmla="*/ 44069 w 178826"/>
                    <a:gd name="connsiteY9" fmla="*/ 226136 h 22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8826" h="226135">
                      <a:moveTo>
                        <a:pt x="44069" y="226136"/>
                      </a:moveTo>
                      <a:cubicBezTo>
                        <a:pt x="32519" y="226134"/>
                        <a:pt x="21017" y="224656"/>
                        <a:pt x="9842" y="221739"/>
                      </a:cubicBezTo>
                      <a:cubicBezTo>
                        <a:pt x="2543" y="219554"/>
                        <a:pt x="-1602" y="211866"/>
                        <a:pt x="583" y="204568"/>
                      </a:cubicBezTo>
                      <a:cubicBezTo>
                        <a:pt x="2651" y="197659"/>
                        <a:pt x="9693" y="193509"/>
                        <a:pt x="16739" y="195047"/>
                      </a:cubicBezTo>
                      <a:cubicBezTo>
                        <a:pt x="73977" y="210143"/>
                        <a:pt x="132615" y="175981"/>
                        <a:pt x="147712" y="118743"/>
                      </a:cubicBezTo>
                      <a:cubicBezTo>
                        <a:pt x="156592" y="85073"/>
                        <a:pt x="148563" y="49188"/>
                        <a:pt x="126180" y="22514"/>
                      </a:cubicBezTo>
                      <a:cubicBezTo>
                        <a:pt x="121364" y="16610"/>
                        <a:pt x="122247" y="7921"/>
                        <a:pt x="128151" y="3105"/>
                      </a:cubicBezTo>
                      <a:cubicBezTo>
                        <a:pt x="133934" y="-1612"/>
                        <a:pt x="142421" y="-874"/>
                        <a:pt x="147303" y="4771"/>
                      </a:cubicBezTo>
                      <a:cubicBezTo>
                        <a:pt x="195137" y="61785"/>
                        <a:pt x="187695" y="146780"/>
                        <a:pt x="130681" y="194616"/>
                      </a:cubicBezTo>
                      <a:cubicBezTo>
                        <a:pt x="106413" y="214976"/>
                        <a:pt x="75748" y="226136"/>
                        <a:pt x="44069" y="226136"/>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3" name="Freeform 130">
                  <a:extLst>
                    <a:ext uri="{FF2B5EF4-FFF2-40B4-BE49-F238E27FC236}">
                      <a16:creationId xmlns:a16="http://schemas.microsoft.com/office/drawing/2014/main" id="{2755B96B-9348-07D0-1AE3-25E6AD8CA3A9}"/>
                    </a:ext>
                  </a:extLst>
                </p:cNvPr>
                <p:cNvSpPr/>
                <p:nvPr/>
              </p:nvSpPr>
              <p:spPr>
                <a:xfrm>
                  <a:off x="11770096" y="2058595"/>
                  <a:ext cx="54074" cy="54073"/>
                </a:xfrm>
                <a:custGeom>
                  <a:avLst/>
                  <a:gdLst>
                    <a:gd name="connsiteX0" fmla="*/ 26985 w 54074"/>
                    <a:gd name="connsiteY0" fmla="*/ 54074 h 54073"/>
                    <a:gd name="connsiteX1" fmla="*/ 0 w 54074"/>
                    <a:gd name="connsiteY1" fmla="*/ 26985 h 54073"/>
                    <a:gd name="connsiteX2" fmla="*/ 27089 w 54074"/>
                    <a:gd name="connsiteY2" fmla="*/ 0 h 54073"/>
                    <a:gd name="connsiteX3" fmla="*/ 54074 w 54074"/>
                    <a:gd name="connsiteY3" fmla="*/ 27054 h 54073"/>
                    <a:gd name="connsiteX4" fmla="*/ 26985 w 54074"/>
                    <a:gd name="connsiteY4" fmla="*/ 54074 h 54073"/>
                    <a:gd name="connsiteX5" fmla="*/ 26985 w 54074"/>
                    <a:gd name="connsiteY5" fmla="*/ 26485 h 54073"/>
                    <a:gd name="connsiteX6" fmla="*/ 26434 w 54074"/>
                    <a:gd name="connsiteY6" fmla="*/ 27054 h 54073"/>
                    <a:gd name="connsiteX7" fmla="*/ 27092 w 54074"/>
                    <a:gd name="connsiteY7" fmla="*/ 27516 h 54073"/>
                    <a:gd name="connsiteX8" fmla="*/ 27554 w 54074"/>
                    <a:gd name="connsiteY8" fmla="*/ 27054 h 54073"/>
                    <a:gd name="connsiteX9" fmla="*/ 26985 w 54074"/>
                    <a:gd name="connsiteY9"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74" h="54073">
                      <a:moveTo>
                        <a:pt x="26985" y="54074"/>
                      </a:moveTo>
                      <a:cubicBezTo>
                        <a:pt x="12053" y="54045"/>
                        <a:pt x="-29" y="41917"/>
                        <a:pt x="0" y="26985"/>
                      </a:cubicBezTo>
                      <a:cubicBezTo>
                        <a:pt x="29" y="12053"/>
                        <a:pt x="12156" y="-29"/>
                        <a:pt x="27089" y="0"/>
                      </a:cubicBezTo>
                      <a:cubicBezTo>
                        <a:pt x="42007" y="29"/>
                        <a:pt x="54083" y="12135"/>
                        <a:pt x="54074" y="27054"/>
                      </a:cubicBezTo>
                      <a:cubicBezTo>
                        <a:pt x="54055" y="41996"/>
                        <a:pt x="41926" y="54093"/>
                        <a:pt x="26985" y="54074"/>
                      </a:cubicBezTo>
                      <a:close/>
                      <a:moveTo>
                        <a:pt x="26985" y="26485"/>
                      </a:moveTo>
                      <a:cubicBezTo>
                        <a:pt x="26678" y="26494"/>
                        <a:pt x="26434" y="26746"/>
                        <a:pt x="26434" y="27054"/>
                      </a:cubicBezTo>
                      <a:cubicBezTo>
                        <a:pt x="26489" y="27364"/>
                        <a:pt x="26784" y="27570"/>
                        <a:pt x="27092" y="27516"/>
                      </a:cubicBezTo>
                      <a:cubicBezTo>
                        <a:pt x="27328" y="27474"/>
                        <a:pt x="27513" y="27290"/>
                        <a:pt x="27554" y="27054"/>
                      </a:cubicBezTo>
                      <a:cubicBezTo>
                        <a:pt x="27554" y="26740"/>
                        <a:pt x="27299" y="26485"/>
                        <a:pt x="26985"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74" name="Graphic 336">
                  <a:extLst>
                    <a:ext uri="{FF2B5EF4-FFF2-40B4-BE49-F238E27FC236}">
                      <a16:creationId xmlns:a16="http://schemas.microsoft.com/office/drawing/2014/main" id="{DAD9BCF2-8E8A-5596-10DB-30F5AA66490D}"/>
                    </a:ext>
                  </a:extLst>
                </p:cNvPr>
                <p:cNvGrpSpPr/>
                <p:nvPr/>
              </p:nvGrpSpPr>
              <p:grpSpPr>
                <a:xfrm>
                  <a:off x="11642426" y="2109389"/>
                  <a:ext cx="134189" cy="138120"/>
                  <a:chOff x="11642426" y="2109389"/>
                  <a:chExt cx="134189" cy="138120"/>
                </a:xfrm>
                <a:solidFill>
                  <a:srgbClr val="EF463C"/>
                </a:solidFill>
              </p:grpSpPr>
              <p:sp>
                <p:nvSpPr>
                  <p:cNvPr id="75" name="Freeform 132">
                    <a:extLst>
                      <a:ext uri="{FF2B5EF4-FFF2-40B4-BE49-F238E27FC236}">
                        <a16:creationId xmlns:a16="http://schemas.microsoft.com/office/drawing/2014/main" id="{70A32249-AA94-C406-3CF3-04976FCF4F3E}"/>
                      </a:ext>
                    </a:extLst>
                  </p:cNvPr>
                  <p:cNvSpPr/>
                  <p:nvPr/>
                </p:nvSpPr>
                <p:spPr>
                  <a:xfrm>
                    <a:off x="11681787" y="2109389"/>
                    <a:ext cx="34081" cy="51112"/>
                  </a:xfrm>
                  <a:custGeom>
                    <a:avLst/>
                    <a:gdLst>
                      <a:gd name="connsiteX0" fmla="*/ 20338 w 34081"/>
                      <a:gd name="connsiteY0" fmla="*/ 51112 h 51112"/>
                      <a:gd name="connsiteX1" fmla="*/ 7060 w 34081"/>
                      <a:gd name="connsiteY1" fmla="*/ 41008 h 51112"/>
                      <a:gd name="connsiteX2" fmla="*/ 318 w 34081"/>
                      <a:gd name="connsiteY2" fmla="*/ 16730 h 51112"/>
                      <a:gd name="connsiteX3" fmla="*/ 10864 w 34081"/>
                      <a:gd name="connsiteY3" fmla="*/ 317 h 51112"/>
                      <a:gd name="connsiteX4" fmla="*/ 26855 w 34081"/>
                      <a:gd name="connsiteY4" fmla="*/ 9350 h 51112"/>
                      <a:gd name="connsiteX5" fmla="*/ 33580 w 34081"/>
                      <a:gd name="connsiteY5" fmla="*/ 33628 h 51112"/>
                      <a:gd name="connsiteX6" fmla="*/ 24028 w 34081"/>
                      <a:gd name="connsiteY6" fmla="*/ 50578 h 51112"/>
                      <a:gd name="connsiteX7" fmla="*/ 20338 w 34081"/>
                      <a:gd name="connsiteY7" fmla="*/ 51112 h 51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081" h="51112">
                        <a:moveTo>
                          <a:pt x="20338" y="51112"/>
                        </a:moveTo>
                        <a:cubicBezTo>
                          <a:pt x="14146" y="51106"/>
                          <a:pt x="8717" y="46974"/>
                          <a:pt x="7060" y="41008"/>
                        </a:cubicBezTo>
                        <a:lnTo>
                          <a:pt x="318" y="16730"/>
                        </a:lnTo>
                        <a:cubicBezTo>
                          <a:pt x="-1302" y="9286"/>
                          <a:pt x="3420" y="1938"/>
                          <a:pt x="10864" y="317"/>
                        </a:cubicBezTo>
                        <a:cubicBezTo>
                          <a:pt x="17715" y="-1174"/>
                          <a:pt x="24595" y="2712"/>
                          <a:pt x="26855" y="9350"/>
                        </a:cubicBezTo>
                        <a:lnTo>
                          <a:pt x="33580" y="33628"/>
                        </a:lnTo>
                        <a:cubicBezTo>
                          <a:pt x="35601" y="40944"/>
                          <a:pt x="31332" y="48518"/>
                          <a:pt x="24028" y="50578"/>
                        </a:cubicBezTo>
                        <a:cubicBezTo>
                          <a:pt x="22826" y="50916"/>
                          <a:pt x="21586" y="51096"/>
                          <a:pt x="20338" y="51112"/>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6" name="Freeform 133">
                    <a:extLst>
                      <a:ext uri="{FF2B5EF4-FFF2-40B4-BE49-F238E27FC236}">
                        <a16:creationId xmlns:a16="http://schemas.microsoft.com/office/drawing/2014/main" id="{70B040A2-BC59-2235-211C-AF1CE71C5689}"/>
                      </a:ext>
                    </a:extLst>
                  </p:cNvPr>
                  <p:cNvSpPr/>
                  <p:nvPr/>
                </p:nvSpPr>
                <p:spPr>
                  <a:xfrm>
                    <a:off x="11712355" y="2115152"/>
                    <a:ext cx="40560" cy="48969"/>
                  </a:xfrm>
                  <a:custGeom>
                    <a:avLst/>
                    <a:gdLst>
                      <a:gd name="connsiteX0" fmla="*/ 13789 w 40560"/>
                      <a:gd name="connsiteY0" fmla="*/ 48970 h 48969"/>
                      <a:gd name="connsiteX1" fmla="*/ 0 w 40560"/>
                      <a:gd name="connsiteY1" fmla="*/ 35170 h 48969"/>
                      <a:gd name="connsiteX2" fmla="*/ 2012 w 40560"/>
                      <a:gd name="connsiteY2" fmla="*/ 28002 h 48969"/>
                      <a:gd name="connsiteX3" fmla="*/ 15134 w 40560"/>
                      <a:gd name="connsiteY3" fmla="*/ 6379 h 48969"/>
                      <a:gd name="connsiteX4" fmla="*/ 34182 w 40560"/>
                      <a:gd name="connsiteY4" fmla="*/ 2165 h 48969"/>
                      <a:gd name="connsiteX5" fmla="*/ 38722 w 40560"/>
                      <a:gd name="connsiteY5" fmla="*/ 20674 h 48969"/>
                      <a:gd name="connsiteX6" fmla="*/ 25600 w 40560"/>
                      <a:gd name="connsiteY6" fmla="*/ 42331 h 48969"/>
                      <a:gd name="connsiteX7" fmla="*/ 13789 w 40560"/>
                      <a:gd name="connsiteY7" fmla="*/ 48970 h 4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60" h="48969">
                        <a:moveTo>
                          <a:pt x="13789" y="48970"/>
                        </a:moveTo>
                        <a:cubicBezTo>
                          <a:pt x="6170" y="48967"/>
                          <a:pt x="-3" y="42788"/>
                          <a:pt x="0" y="35170"/>
                        </a:cubicBezTo>
                        <a:cubicBezTo>
                          <a:pt x="1" y="32641"/>
                          <a:pt x="697" y="30162"/>
                          <a:pt x="2012" y="28002"/>
                        </a:cubicBezTo>
                        <a:lnTo>
                          <a:pt x="15134" y="6379"/>
                        </a:lnTo>
                        <a:cubicBezTo>
                          <a:pt x="19231" y="-44"/>
                          <a:pt x="27757" y="-1931"/>
                          <a:pt x="34182" y="2165"/>
                        </a:cubicBezTo>
                        <a:cubicBezTo>
                          <a:pt x="40398" y="6130"/>
                          <a:pt x="42398" y="14282"/>
                          <a:pt x="38722" y="20674"/>
                        </a:cubicBezTo>
                        <a:lnTo>
                          <a:pt x="25600" y="42331"/>
                        </a:lnTo>
                        <a:cubicBezTo>
                          <a:pt x="23096" y="46458"/>
                          <a:pt x="18616" y="48976"/>
                          <a:pt x="13789" y="4897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7" name="Freeform 134">
                    <a:extLst>
                      <a:ext uri="{FF2B5EF4-FFF2-40B4-BE49-F238E27FC236}">
                        <a16:creationId xmlns:a16="http://schemas.microsoft.com/office/drawing/2014/main" id="{F1325951-E13F-A4D8-E51A-0008BC528D02}"/>
                      </a:ext>
                    </a:extLst>
                  </p:cNvPr>
                  <p:cNvSpPr/>
                  <p:nvPr/>
                </p:nvSpPr>
                <p:spPr>
                  <a:xfrm>
                    <a:off x="11730312" y="2152481"/>
                    <a:ext cx="46303" cy="31384"/>
                  </a:xfrm>
                  <a:custGeom>
                    <a:avLst/>
                    <a:gdLst>
                      <a:gd name="connsiteX0" fmla="*/ 13954 w 46303"/>
                      <a:gd name="connsiteY0" fmla="*/ 31384 h 31384"/>
                      <a:gd name="connsiteX1" fmla="*/ 1 w 46303"/>
                      <a:gd name="connsiteY1" fmla="*/ 17750 h 31384"/>
                      <a:gd name="connsiteX2" fmla="*/ 11230 w 46303"/>
                      <a:gd name="connsiteY2" fmla="*/ 4037 h 31384"/>
                      <a:gd name="connsiteX3" fmla="*/ 29749 w 46303"/>
                      <a:gd name="connsiteY3" fmla="*/ 278 h 31384"/>
                      <a:gd name="connsiteX4" fmla="*/ 46026 w 46303"/>
                      <a:gd name="connsiteY4" fmla="*/ 11072 h 31384"/>
                      <a:gd name="connsiteX5" fmla="*/ 35232 w 46303"/>
                      <a:gd name="connsiteY5" fmla="*/ 27349 h 31384"/>
                      <a:gd name="connsiteX6" fmla="*/ 16713 w 46303"/>
                      <a:gd name="connsiteY6" fmla="*/ 31108 h 31384"/>
                      <a:gd name="connsiteX7" fmla="*/ 13954 w 46303"/>
                      <a:gd name="connsiteY7" fmla="*/ 31384 h 3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303" h="31384">
                        <a:moveTo>
                          <a:pt x="13954" y="31384"/>
                        </a:moveTo>
                        <a:cubicBezTo>
                          <a:pt x="6336" y="31472"/>
                          <a:pt x="89" y="25368"/>
                          <a:pt x="1" y="17750"/>
                        </a:cubicBezTo>
                        <a:cubicBezTo>
                          <a:pt x="-77" y="11061"/>
                          <a:pt x="4657" y="5280"/>
                          <a:pt x="11230" y="4037"/>
                        </a:cubicBezTo>
                        <a:lnTo>
                          <a:pt x="29749" y="278"/>
                        </a:lnTo>
                        <a:cubicBezTo>
                          <a:pt x="37224" y="-1237"/>
                          <a:pt x="44512" y="3596"/>
                          <a:pt x="46026" y="11072"/>
                        </a:cubicBezTo>
                        <a:cubicBezTo>
                          <a:pt x="47540" y="18547"/>
                          <a:pt x="42707" y="25835"/>
                          <a:pt x="35232" y="27349"/>
                        </a:cubicBezTo>
                        <a:lnTo>
                          <a:pt x="16713" y="31108"/>
                        </a:lnTo>
                        <a:cubicBezTo>
                          <a:pt x="15804" y="31292"/>
                          <a:pt x="14880" y="31385"/>
                          <a:pt x="13954" y="3138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8" name="Freeform 135">
                    <a:extLst>
                      <a:ext uri="{FF2B5EF4-FFF2-40B4-BE49-F238E27FC236}">
                        <a16:creationId xmlns:a16="http://schemas.microsoft.com/office/drawing/2014/main" id="{664B7924-0319-3250-D564-EBD41564718E}"/>
                      </a:ext>
                    </a:extLst>
                  </p:cNvPr>
                  <p:cNvSpPr/>
                  <p:nvPr/>
                </p:nvSpPr>
                <p:spPr>
                  <a:xfrm>
                    <a:off x="11725062" y="2181654"/>
                    <a:ext cx="46842" cy="39214"/>
                  </a:xfrm>
                  <a:custGeom>
                    <a:avLst/>
                    <a:gdLst>
                      <a:gd name="connsiteX0" fmla="*/ 33016 w 46842"/>
                      <a:gd name="connsiteY0" fmla="*/ 39215 h 39214"/>
                      <a:gd name="connsiteX1" fmla="*/ 25895 w 46842"/>
                      <a:gd name="connsiteY1" fmla="*/ 37232 h 39214"/>
                      <a:gd name="connsiteX2" fmla="*/ 6669 w 46842"/>
                      <a:gd name="connsiteY2" fmla="*/ 25610 h 39214"/>
                      <a:gd name="connsiteX3" fmla="*/ 1987 w 46842"/>
                      <a:gd name="connsiteY3" fmla="*/ 6669 h 39214"/>
                      <a:gd name="connsiteX4" fmla="*/ 20929 w 46842"/>
                      <a:gd name="connsiteY4" fmla="*/ 1987 h 39214"/>
                      <a:gd name="connsiteX5" fmla="*/ 40172 w 46842"/>
                      <a:gd name="connsiteY5" fmla="*/ 13609 h 39214"/>
                      <a:gd name="connsiteX6" fmla="*/ 44858 w 46842"/>
                      <a:gd name="connsiteY6" fmla="*/ 32545 h 39214"/>
                      <a:gd name="connsiteX7" fmla="*/ 33016 w 46842"/>
                      <a:gd name="connsiteY7" fmla="*/ 39215 h 3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842" h="39214">
                        <a:moveTo>
                          <a:pt x="33016" y="39215"/>
                        </a:moveTo>
                        <a:cubicBezTo>
                          <a:pt x="30505" y="39215"/>
                          <a:pt x="28043" y="38529"/>
                          <a:pt x="25895" y="37232"/>
                        </a:cubicBezTo>
                        <a:lnTo>
                          <a:pt x="6669" y="25610"/>
                        </a:lnTo>
                        <a:cubicBezTo>
                          <a:pt x="145" y="21672"/>
                          <a:pt x="-1951" y="13192"/>
                          <a:pt x="1987" y="6669"/>
                        </a:cubicBezTo>
                        <a:cubicBezTo>
                          <a:pt x="5925" y="145"/>
                          <a:pt x="14406" y="-1951"/>
                          <a:pt x="20929" y="1987"/>
                        </a:cubicBezTo>
                        <a:lnTo>
                          <a:pt x="40172" y="13609"/>
                        </a:lnTo>
                        <a:cubicBezTo>
                          <a:pt x="46695" y="17544"/>
                          <a:pt x="48793" y="26022"/>
                          <a:pt x="44858" y="32545"/>
                        </a:cubicBezTo>
                        <a:cubicBezTo>
                          <a:pt x="42355" y="36694"/>
                          <a:pt x="37860" y="39225"/>
                          <a:pt x="33016" y="3921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9" name="Freeform 136">
                    <a:extLst>
                      <a:ext uri="{FF2B5EF4-FFF2-40B4-BE49-F238E27FC236}">
                        <a16:creationId xmlns:a16="http://schemas.microsoft.com/office/drawing/2014/main" id="{9FA13332-19A8-A73B-E1F6-4B8D753C1856}"/>
                      </a:ext>
                    </a:extLst>
                  </p:cNvPr>
                  <p:cNvSpPr/>
                  <p:nvPr/>
                </p:nvSpPr>
                <p:spPr>
                  <a:xfrm>
                    <a:off x="11702289" y="2201764"/>
                    <a:ext cx="31987" cy="45745"/>
                  </a:xfrm>
                  <a:custGeom>
                    <a:avLst/>
                    <a:gdLst>
                      <a:gd name="connsiteX0" fmla="*/ 18182 w 31987"/>
                      <a:gd name="connsiteY0" fmla="*/ 45745 h 45745"/>
                      <a:gd name="connsiteX1" fmla="*/ 4784 w 31987"/>
                      <a:gd name="connsiteY1" fmla="*/ 35192 h 45745"/>
                      <a:gd name="connsiteX2" fmla="*/ 387 w 31987"/>
                      <a:gd name="connsiteY2" fmla="*/ 17036 h 45745"/>
                      <a:gd name="connsiteX3" fmla="*/ 10569 w 31987"/>
                      <a:gd name="connsiteY3" fmla="*/ 388 h 45745"/>
                      <a:gd name="connsiteX4" fmla="*/ 27217 w 31987"/>
                      <a:gd name="connsiteY4" fmla="*/ 10570 h 45745"/>
                      <a:gd name="connsiteX5" fmla="*/ 31597 w 31987"/>
                      <a:gd name="connsiteY5" fmla="*/ 28709 h 45745"/>
                      <a:gd name="connsiteX6" fmla="*/ 21437 w 31987"/>
                      <a:gd name="connsiteY6" fmla="*/ 45362 h 45745"/>
                      <a:gd name="connsiteX7" fmla="*/ 21424 w 31987"/>
                      <a:gd name="connsiteY7" fmla="*/ 45366 h 45745"/>
                      <a:gd name="connsiteX8" fmla="*/ 18182 w 31987"/>
                      <a:gd name="connsiteY8" fmla="*/ 45745 h 4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87" h="45745">
                        <a:moveTo>
                          <a:pt x="18182" y="45745"/>
                        </a:moveTo>
                        <a:cubicBezTo>
                          <a:pt x="11816" y="45740"/>
                          <a:pt x="6280" y="41379"/>
                          <a:pt x="4784" y="35192"/>
                        </a:cubicBezTo>
                        <a:lnTo>
                          <a:pt x="387" y="17036"/>
                        </a:lnTo>
                        <a:cubicBezTo>
                          <a:pt x="-1398" y="9626"/>
                          <a:pt x="3160" y="2174"/>
                          <a:pt x="10569" y="388"/>
                        </a:cubicBezTo>
                        <a:cubicBezTo>
                          <a:pt x="17978" y="-1399"/>
                          <a:pt x="25432" y="3160"/>
                          <a:pt x="27217" y="10570"/>
                        </a:cubicBezTo>
                        <a:lnTo>
                          <a:pt x="31597" y="28709"/>
                        </a:lnTo>
                        <a:cubicBezTo>
                          <a:pt x="33390" y="36113"/>
                          <a:pt x="28842" y="43569"/>
                          <a:pt x="21437" y="45362"/>
                        </a:cubicBezTo>
                        <a:cubicBezTo>
                          <a:pt x="21432" y="45364"/>
                          <a:pt x="21428" y="45364"/>
                          <a:pt x="21424" y="45366"/>
                        </a:cubicBezTo>
                        <a:cubicBezTo>
                          <a:pt x="20362" y="45618"/>
                          <a:pt x="19274" y="45745"/>
                          <a:pt x="18182" y="4574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0" name="Freeform 137">
                    <a:extLst>
                      <a:ext uri="{FF2B5EF4-FFF2-40B4-BE49-F238E27FC236}">
                        <a16:creationId xmlns:a16="http://schemas.microsoft.com/office/drawing/2014/main" id="{23E0FC90-C97B-279B-9D77-C5C0D2904D76}"/>
                      </a:ext>
                    </a:extLst>
                  </p:cNvPr>
                  <p:cNvSpPr/>
                  <p:nvPr/>
                </p:nvSpPr>
                <p:spPr>
                  <a:xfrm>
                    <a:off x="11665963" y="2194759"/>
                    <a:ext cx="38617" cy="46490"/>
                  </a:xfrm>
                  <a:custGeom>
                    <a:avLst/>
                    <a:gdLst>
                      <a:gd name="connsiteX0" fmla="*/ 13746 w 38617"/>
                      <a:gd name="connsiteY0" fmla="*/ 46490 h 46490"/>
                      <a:gd name="connsiteX1" fmla="*/ 0 w 38617"/>
                      <a:gd name="connsiteY1" fmla="*/ 32648 h 46490"/>
                      <a:gd name="connsiteX2" fmla="*/ 1848 w 38617"/>
                      <a:gd name="connsiteY2" fmla="*/ 25799 h 46490"/>
                      <a:gd name="connsiteX3" fmla="*/ 12815 w 38617"/>
                      <a:gd name="connsiteY3" fmla="*/ 7004 h 46490"/>
                      <a:gd name="connsiteX4" fmla="*/ 31613 w 38617"/>
                      <a:gd name="connsiteY4" fmla="*/ 1791 h 46490"/>
                      <a:gd name="connsiteX5" fmla="*/ 36827 w 38617"/>
                      <a:gd name="connsiteY5" fmla="*/ 20590 h 46490"/>
                      <a:gd name="connsiteX6" fmla="*/ 36645 w 38617"/>
                      <a:gd name="connsiteY6" fmla="*/ 20902 h 46490"/>
                      <a:gd name="connsiteX7" fmla="*/ 25678 w 38617"/>
                      <a:gd name="connsiteY7" fmla="*/ 39714 h 46490"/>
                      <a:gd name="connsiteX8" fmla="*/ 13746 w 38617"/>
                      <a:gd name="connsiteY8" fmla="*/ 46490 h 46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17" h="46490">
                        <a:moveTo>
                          <a:pt x="13746" y="46490"/>
                        </a:moveTo>
                        <a:cubicBezTo>
                          <a:pt x="6128" y="46463"/>
                          <a:pt x="-27" y="40266"/>
                          <a:pt x="0" y="32648"/>
                        </a:cubicBezTo>
                        <a:cubicBezTo>
                          <a:pt x="9" y="30242"/>
                          <a:pt x="646" y="27882"/>
                          <a:pt x="1848" y="25799"/>
                        </a:cubicBezTo>
                        <a:lnTo>
                          <a:pt x="12815" y="7004"/>
                        </a:lnTo>
                        <a:cubicBezTo>
                          <a:pt x="16566" y="373"/>
                          <a:pt x="24983" y="-1961"/>
                          <a:pt x="31613" y="1791"/>
                        </a:cubicBezTo>
                        <a:cubicBezTo>
                          <a:pt x="38244" y="5542"/>
                          <a:pt x="40578" y="13958"/>
                          <a:pt x="36827" y="20590"/>
                        </a:cubicBezTo>
                        <a:cubicBezTo>
                          <a:pt x="36767" y="20695"/>
                          <a:pt x="36707" y="20798"/>
                          <a:pt x="36645" y="20902"/>
                        </a:cubicBezTo>
                        <a:lnTo>
                          <a:pt x="25678" y="39714"/>
                        </a:lnTo>
                        <a:cubicBezTo>
                          <a:pt x="23186" y="43932"/>
                          <a:pt x="18644" y="46511"/>
                          <a:pt x="13746" y="4649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1" name="Freeform 138">
                    <a:extLst>
                      <a:ext uri="{FF2B5EF4-FFF2-40B4-BE49-F238E27FC236}">
                        <a16:creationId xmlns:a16="http://schemas.microsoft.com/office/drawing/2014/main" id="{EFCA3AC3-2BE3-7910-8F22-E5E6A7E20B49}"/>
                      </a:ext>
                    </a:extLst>
                  </p:cNvPr>
                  <p:cNvSpPr/>
                  <p:nvPr/>
                </p:nvSpPr>
                <p:spPr>
                  <a:xfrm>
                    <a:off x="11642426" y="2171965"/>
                    <a:ext cx="48292" cy="33233"/>
                  </a:xfrm>
                  <a:custGeom>
                    <a:avLst/>
                    <a:gdLst>
                      <a:gd name="connsiteX0" fmla="*/ 13781 w 48292"/>
                      <a:gd name="connsiteY0" fmla="*/ 33230 h 33233"/>
                      <a:gd name="connsiteX1" fmla="*/ 0 w 48292"/>
                      <a:gd name="connsiteY1" fmla="*/ 19422 h 33233"/>
                      <a:gd name="connsiteX2" fmla="*/ 10177 w 48292"/>
                      <a:gd name="connsiteY2" fmla="*/ 6124 h 33233"/>
                      <a:gd name="connsiteX3" fmla="*/ 30696 w 48292"/>
                      <a:gd name="connsiteY3" fmla="*/ 537 h 33233"/>
                      <a:gd name="connsiteX4" fmla="*/ 47756 w 48292"/>
                      <a:gd name="connsiteY4" fmla="*/ 9999 h 33233"/>
                      <a:gd name="connsiteX5" fmla="*/ 38294 w 48292"/>
                      <a:gd name="connsiteY5" fmla="*/ 27059 h 33233"/>
                      <a:gd name="connsiteX6" fmla="*/ 37921 w 48292"/>
                      <a:gd name="connsiteY6" fmla="*/ 27160 h 33233"/>
                      <a:gd name="connsiteX7" fmla="*/ 17402 w 48292"/>
                      <a:gd name="connsiteY7" fmla="*/ 32833 h 33233"/>
                      <a:gd name="connsiteX8" fmla="*/ 13781 w 48292"/>
                      <a:gd name="connsiteY8" fmla="*/ 33230 h 3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92" h="33233">
                        <a:moveTo>
                          <a:pt x="13781" y="33230"/>
                        </a:moveTo>
                        <a:cubicBezTo>
                          <a:pt x="6162" y="33223"/>
                          <a:pt x="-8" y="27040"/>
                          <a:pt x="0" y="19422"/>
                        </a:cubicBezTo>
                        <a:cubicBezTo>
                          <a:pt x="6" y="13201"/>
                          <a:pt x="4174" y="7755"/>
                          <a:pt x="10177" y="6124"/>
                        </a:cubicBezTo>
                        <a:lnTo>
                          <a:pt x="30696" y="537"/>
                        </a:lnTo>
                        <a:cubicBezTo>
                          <a:pt x="38020" y="-1561"/>
                          <a:pt x="45658" y="2675"/>
                          <a:pt x="47756" y="9999"/>
                        </a:cubicBezTo>
                        <a:cubicBezTo>
                          <a:pt x="49854" y="17323"/>
                          <a:pt x="45618" y="24961"/>
                          <a:pt x="38294" y="27059"/>
                        </a:cubicBezTo>
                        <a:cubicBezTo>
                          <a:pt x="38170" y="27094"/>
                          <a:pt x="38046" y="27128"/>
                          <a:pt x="37921" y="27160"/>
                        </a:cubicBezTo>
                        <a:lnTo>
                          <a:pt x="17402" y="32833"/>
                        </a:lnTo>
                        <a:cubicBezTo>
                          <a:pt x="16217" y="33124"/>
                          <a:pt x="15000" y="33257"/>
                          <a:pt x="13781" y="3323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2" name="Freeform 139">
                    <a:extLst>
                      <a:ext uri="{FF2B5EF4-FFF2-40B4-BE49-F238E27FC236}">
                        <a16:creationId xmlns:a16="http://schemas.microsoft.com/office/drawing/2014/main" id="{6C963460-BA5F-6CFE-63CC-675C1F86F477}"/>
                      </a:ext>
                    </a:extLst>
                  </p:cNvPr>
                  <p:cNvSpPr/>
                  <p:nvPr/>
                </p:nvSpPr>
                <p:spPr>
                  <a:xfrm>
                    <a:off x="11647198" y="2133707"/>
                    <a:ext cx="47286" cy="40433"/>
                  </a:xfrm>
                  <a:custGeom>
                    <a:avLst/>
                    <a:gdLst>
                      <a:gd name="connsiteX0" fmla="*/ 33390 w 47286"/>
                      <a:gd name="connsiteY0" fmla="*/ 40434 h 40433"/>
                      <a:gd name="connsiteX1" fmla="*/ 25872 w 47286"/>
                      <a:gd name="connsiteY1" fmla="*/ 38192 h 40433"/>
                      <a:gd name="connsiteX2" fmla="*/ 6267 w 47286"/>
                      <a:gd name="connsiteY2" fmla="*/ 25363 h 40433"/>
                      <a:gd name="connsiteX3" fmla="*/ 2240 w 47286"/>
                      <a:gd name="connsiteY3" fmla="*/ 6267 h 40433"/>
                      <a:gd name="connsiteX4" fmla="*/ 21337 w 47286"/>
                      <a:gd name="connsiteY4" fmla="*/ 2240 h 40433"/>
                      <a:gd name="connsiteX5" fmla="*/ 41028 w 47286"/>
                      <a:gd name="connsiteY5" fmla="*/ 15086 h 40433"/>
                      <a:gd name="connsiteX6" fmla="*/ 45043 w 47286"/>
                      <a:gd name="connsiteY6" fmla="*/ 34177 h 40433"/>
                      <a:gd name="connsiteX7" fmla="*/ 33476 w 47286"/>
                      <a:gd name="connsiteY7" fmla="*/ 40434 h 4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286" h="40433">
                        <a:moveTo>
                          <a:pt x="33390" y="40434"/>
                        </a:moveTo>
                        <a:cubicBezTo>
                          <a:pt x="30720" y="40430"/>
                          <a:pt x="28108" y="39651"/>
                          <a:pt x="25872" y="38192"/>
                        </a:cubicBezTo>
                        <a:lnTo>
                          <a:pt x="6267" y="25363"/>
                        </a:lnTo>
                        <a:cubicBezTo>
                          <a:pt x="-119" y="21202"/>
                          <a:pt x="-1921" y="12652"/>
                          <a:pt x="2240" y="6267"/>
                        </a:cubicBezTo>
                        <a:cubicBezTo>
                          <a:pt x="6402" y="-119"/>
                          <a:pt x="14952" y="-1921"/>
                          <a:pt x="21337" y="2240"/>
                        </a:cubicBezTo>
                        <a:lnTo>
                          <a:pt x="41028" y="15086"/>
                        </a:lnTo>
                        <a:cubicBezTo>
                          <a:pt x="47409" y="19249"/>
                          <a:pt x="49206" y="27797"/>
                          <a:pt x="45043" y="34177"/>
                        </a:cubicBezTo>
                        <a:cubicBezTo>
                          <a:pt x="42494" y="38085"/>
                          <a:pt x="38142" y="40439"/>
                          <a:pt x="33476" y="4043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3" name="Freeform 140">
                    <a:extLst>
                      <a:ext uri="{FF2B5EF4-FFF2-40B4-BE49-F238E27FC236}">
                        <a16:creationId xmlns:a16="http://schemas.microsoft.com/office/drawing/2014/main" id="{094A587B-422D-43E7-3C2E-6FE37EABDBEC}"/>
                      </a:ext>
                    </a:extLst>
                  </p:cNvPr>
                  <p:cNvSpPr/>
                  <p:nvPr/>
                </p:nvSpPr>
                <p:spPr>
                  <a:xfrm>
                    <a:off x="11662660" y="2132016"/>
                    <a:ext cx="94148" cy="94146"/>
                  </a:xfrm>
                  <a:custGeom>
                    <a:avLst/>
                    <a:gdLst>
                      <a:gd name="connsiteX0" fmla="*/ 47086 w 94148"/>
                      <a:gd name="connsiteY0" fmla="*/ 94147 h 94146"/>
                      <a:gd name="connsiteX1" fmla="*/ 0 w 94148"/>
                      <a:gd name="connsiteY1" fmla="*/ 47086 h 94146"/>
                      <a:gd name="connsiteX2" fmla="*/ 47061 w 94148"/>
                      <a:gd name="connsiteY2" fmla="*/ 0 h 94146"/>
                      <a:gd name="connsiteX3" fmla="*/ 92900 w 94148"/>
                      <a:gd name="connsiteY3" fmla="*/ 36314 h 94146"/>
                      <a:gd name="connsiteX4" fmla="*/ 92900 w 94148"/>
                      <a:gd name="connsiteY4" fmla="*/ 36314 h 94146"/>
                      <a:gd name="connsiteX5" fmla="*/ 57755 w 94148"/>
                      <a:gd name="connsiteY5" fmla="*/ 92910 h 94146"/>
                      <a:gd name="connsiteX6" fmla="*/ 47086 w 94148"/>
                      <a:gd name="connsiteY6" fmla="*/ 94147 h 94146"/>
                      <a:gd name="connsiteX7" fmla="*/ 47086 w 94148"/>
                      <a:gd name="connsiteY7" fmla="*/ 27589 h 94146"/>
                      <a:gd name="connsiteX8" fmla="*/ 42620 w 94148"/>
                      <a:gd name="connsiteY8" fmla="*/ 28106 h 94146"/>
                      <a:gd name="connsiteX9" fmla="*/ 28110 w 94148"/>
                      <a:gd name="connsiteY9" fmla="*/ 51531 h 94146"/>
                      <a:gd name="connsiteX10" fmla="*/ 51535 w 94148"/>
                      <a:gd name="connsiteY10" fmla="*/ 66041 h 94146"/>
                      <a:gd name="connsiteX11" fmla="*/ 66043 w 94148"/>
                      <a:gd name="connsiteY11" fmla="*/ 42671 h 94146"/>
                      <a:gd name="connsiteX12" fmla="*/ 66036 w 94148"/>
                      <a:gd name="connsiteY12" fmla="*/ 42642 h 94146"/>
                      <a:gd name="connsiteX13" fmla="*/ 66036 w 94148"/>
                      <a:gd name="connsiteY13" fmla="*/ 42642 h 94146"/>
                      <a:gd name="connsiteX14" fmla="*/ 47086 w 94148"/>
                      <a:gd name="connsiteY14" fmla="*/ 27589 h 9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148" h="94146">
                        <a:moveTo>
                          <a:pt x="47086" y="94147"/>
                        </a:moveTo>
                        <a:cubicBezTo>
                          <a:pt x="21088" y="94154"/>
                          <a:pt x="7" y="73084"/>
                          <a:pt x="0" y="47086"/>
                        </a:cubicBezTo>
                        <a:cubicBezTo>
                          <a:pt x="-7" y="21088"/>
                          <a:pt x="21063" y="7"/>
                          <a:pt x="47061" y="0"/>
                        </a:cubicBezTo>
                        <a:cubicBezTo>
                          <a:pt x="68919" y="-6"/>
                          <a:pt x="87905" y="15035"/>
                          <a:pt x="92900" y="36314"/>
                        </a:cubicBezTo>
                        <a:lnTo>
                          <a:pt x="92900" y="36314"/>
                        </a:lnTo>
                        <a:cubicBezTo>
                          <a:pt x="98823" y="61647"/>
                          <a:pt x="83089" y="86986"/>
                          <a:pt x="57755" y="92910"/>
                        </a:cubicBezTo>
                        <a:cubicBezTo>
                          <a:pt x="54257" y="93728"/>
                          <a:pt x="50678" y="94143"/>
                          <a:pt x="47086" y="94147"/>
                        </a:cubicBezTo>
                        <a:close/>
                        <a:moveTo>
                          <a:pt x="47086" y="27589"/>
                        </a:moveTo>
                        <a:cubicBezTo>
                          <a:pt x="45582" y="27592"/>
                          <a:pt x="44084" y="27766"/>
                          <a:pt x="42620" y="28106"/>
                        </a:cubicBezTo>
                        <a:cubicBezTo>
                          <a:pt x="32145" y="30568"/>
                          <a:pt x="25648" y="41055"/>
                          <a:pt x="28110" y="51531"/>
                        </a:cubicBezTo>
                        <a:cubicBezTo>
                          <a:pt x="30572" y="62006"/>
                          <a:pt x="41059" y="68503"/>
                          <a:pt x="51535" y="66041"/>
                        </a:cubicBezTo>
                        <a:cubicBezTo>
                          <a:pt x="61994" y="63594"/>
                          <a:pt x="68490" y="53131"/>
                          <a:pt x="66043" y="42671"/>
                        </a:cubicBezTo>
                        <a:cubicBezTo>
                          <a:pt x="66041" y="42662"/>
                          <a:pt x="66038" y="42652"/>
                          <a:pt x="66036" y="42642"/>
                        </a:cubicBezTo>
                        <a:lnTo>
                          <a:pt x="66036" y="42642"/>
                        </a:lnTo>
                        <a:cubicBezTo>
                          <a:pt x="63973" y="33838"/>
                          <a:pt x="56129" y="27606"/>
                          <a:pt x="47086" y="27589"/>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sp>
          <p:nvSpPr>
            <p:cNvPr id="43" name="Arrow: Pentagon 277">
              <a:extLst>
                <a:ext uri="{FF2B5EF4-FFF2-40B4-BE49-F238E27FC236}">
                  <a16:creationId xmlns:a16="http://schemas.microsoft.com/office/drawing/2014/main" id="{05DBF8D0-6333-04BE-F59A-CB5C82997BB7}"/>
                </a:ext>
              </a:extLst>
            </p:cNvPr>
            <p:cNvSpPr/>
            <p:nvPr/>
          </p:nvSpPr>
          <p:spPr>
            <a:xfrm>
              <a:off x="1075577" y="1362494"/>
              <a:ext cx="1643664" cy="964154"/>
            </a:xfrm>
            <a:prstGeom prst="homePlate">
              <a:avLst>
                <a:gd name="adj" fmla="val 30009"/>
              </a:avLst>
            </a:prstGeom>
            <a:gradFill>
              <a:gsLst>
                <a:gs pos="0">
                  <a:schemeClr val="tx2"/>
                </a:gs>
                <a:gs pos="9900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21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Initiate</a:t>
              </a:r>
            </a:p>
          </p:txBody>
        </p:sp>
        <p:sp>
          <p:nvSpPr>
            <p:cNvPr id="44" name="Arrow: Pentagon 277">
              <a:extLst>
                <a:ext uri="{FF2B5EF4-FFF2-40B4-BE49-F238E27FC236}">
                  <a16:creationId xmlns:a16="http://schemas.microsoft.com/office/drawing/2014/main" id="{E0010423-4E83-63B4-97AF-A3344FDFDDC3}"/>
                </a:ext>
              </a:extLst>
            </p:cNvPr>
            <p:cNvSpPr/>
            <p:nvPr/>
          </p:nvSpPr>
          <p:spPr>
            <a:xfrm>
              <a:off x="14299" y="1362494"/>
              <a:ext cx="1376502" cy="964154"/>
            </a:xfrm>
            <a:prstGeom prst="homePlate">
              <a:avLst>
                <a:gd name="adj" fmla="val 30009"/>
              </a:avLst>
            </a:prstGeom>
            <a:gradFill>
              <a:gsLst>
                <a:gs pos="0">
                  <a:schemeClr val="bg2">
                    <a:lumMod val="50000"/>
                  </a:schemeClr>
                </a:gs>
                <a:gs pos="10000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Discover</a:t>
              </a:r>
            </a:p>
          </p:txBody>
        </p:sp>
        <p:grpSp>
          <p:nvGrpSpPr>
            <p:cNvPr id="45" name="Group 44">
              <a:extLst>
                <a:ext uri="{FF2B5EF4-FFF2-40B4-BE49-F238E27FC236}">
                  <a16:creationId xmlns:a16="http://schemas.microsoft.com/office/drawing/2014/main" id="{C4A6B76F-D87F-1C41-790E-EA22E02F5D82}"/>
                </a:ext>
              </a:extLst>
            </p:cNvPr>
            <p:cNvGrpSpPr/>
            <p:nvPr/>
          </p:nvGrpSpPr>
          <p:grpSpPr>
            <a:xfrm>
              <a:off x="433241" y="1484737"/>
              <a:ext cx="471791" cy="471791"/>
              <a:chOff x="1650814" y="1570462"/>
              <a:chExt cx="471791" cy="471791"/>
            </a:xfrm>
          </p:grpSpPr>
          <p:sp>
            <p:nvSpPr>
              <p:cNvPr id="56" name="Oval 55">
                <a:extLst>
                  <a:ext uri="{FF2B5EF4-FFF2-40B4-BE49-F238E27FC236}">
                    <a16:creationId xmlns:a16="http://schemas.microsoft.com/office/drawing/2014/main" id="{90A3339D-275A-BEF6-D181-AA9B09428F4A}"/>
                  </a:ext>
                </a:extLst>
              </p:cNvPr>
              <p:cNvSpPr/>
              <p:nvPr/>
            </p:nvSpPr>
            <p:spPr>
              <a:xfrm>
                <a:off x="1650814"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57" name="Graphic 43">
                <a:extLst>
                  <a:ext uri="{FF2B5EF4-FFF2-40B4-BE49-F238E27FC236}">
                    <a16:creationId xmlns:a16="http://schemas.microsoft.com/office/drawing/2014/main" id="{B48BA61D-1297-3503-0817-70635DDCB330}"/>
                  </a:ext>
                </a:extLst>
              </p:cNvPr>
              <p:cNvGrpSpPr/>
              <p:nvPr/>
            </p:nvGrpSpPr>
            <p:grpSpPr>
              <a:xfrm>
                <a:off x="1750604" y="1669584"/>
                <a:ext cx="272210" cy="273546"/>
                <a:chOff x="1759940" y="1793479"/>
                <a:chExt cx="449934" cy="452143"/>
              </a:xfrm>
            </p:grpSpPr>
            <p:sp>
              <p:nvSpPr>
                <p:cNvPr id="58" name="Freeform: Shape 57">
                  <a:extLst>
                    <a:ext uri="{FF2B5EF4-FFF2-40B4-BE49-F238E27FC236}">
                      <a16:creationId xmlns:a16="http://schemas.microsoft.com/office/drawing/2014/main" id="{43ADE7DE-A198-81E2-9348-79E8A3CDC2A1}"/>
                    </a:ext>
                  </a:extLst>
                </p:cNvPr>
                <p:cNvSpPr/>
                <p:nvPr/>
              </p:nvSpPr>
              <p:spPr>
                <a:xfrm>
                  <a:off x="1759940"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0" y="43107"/>
                        <a:pt x="0" y="33458"/>
                        <a:pt x="0" y="21554"/>
                      </a:cubicBezTo>
                      <a:cubicBezTo>
                        <a:pt x="0" y="9650"/>
                        <a:pt x="9650" y="0"/>
                        <a:pt x="21554" y="0"/>
                      </a:cubicBezTo>
                      <a:lnTo>
                        <a:pt x="61967" y="0"/>
                      </a:lnTo>
                      <a:cubicBezTo>
                        <a:pt x="73871" y="0"/>
                        <a:pt x="83521" y="9650"/>
                        <a:pt x="83521" y="21554"/>
                      </a:cubicBezTo>
                      <a:cubicBezTo>
                        <a:pt x="83521" y="33458"/>
                        <a:pt x="73871" y="43107"/>
                        <a:pt x="61967" y="43107"/>
                      </a:cubicBezTo>
                      <a:close/>
                    </a:path>
                  </a:pathLst>
                </a:custGeom>
                <a:solidFill>
                  <a:srgbClr val="EF463C"/>
                </a:solidFill>
                <a:ln w="2667" cap="flat">
                  <a:noFill/>
                  <a:prstDash val="solid"/>
                  <a:miter/>
                </a:ln>
              </p:spPr>
              <p:txBody>
                <a:bodyPr rtlCol="0" anchor="ctr"/>
                <a:lstStyle/>
                <a:p>
                  <a:endParaRPr lang="en-MY"/>
                </a:p>
              </p:txBody>
            </p:sp>
            <p:grpSp>
              <p:nvGrpSpPr>
                <p:cNvPr id="59" name="Graphic 43">
                  <a:extLst>
                    <a:ext uri="{FF2B5EF4-FFF2-40B4-BE49-F238E27FC236}">
                      <a16:creationId xmlns:a16="http://schemas.microsoft.com/office/drawing/2014/main" id="{DC2B2C7B-41A8-7D23-BD03-805112C6ACF1}"/>
                    </a:ext>
                  </a:extLst>
                </p:cNvPr>
                <p:cNvGrpSpPr/>
                <p:nvPr/>
              </p:nvGrpSpPr>
              <p:grpSpPr>
                <a:xfrm>
                  <a:off x="1853403" y="1895374"/>
                  <a:ext cx="263656" cy="350248"/>
                  <a:chOff x="1853403" y="1895374"/>
                  <a:chExt cx="263656" cy="350248"/>
                </a:xfrm>
              </p:grpSpPr>
              <p:sp>
                <p:nvSpPr>
                  <p:cNvPr id="64" name="Freeform: Shape 63">
                    <a:extLst>
                      <a:ext uri="{FF2B5EF4-FFF2-40B4-BE49-F238E27FC236}">
                        <a16:creationId xmlns:a16="http://schemas.microsoft.com/office/drawing/2014/main" id="{EB339479-7331-01B3-0ABE-C0191640DF69}"/>
                      </a:ext>
                    </a:extLst>
                  </p:cNvPr>
                  <p:cNvSpPr/>
                  <p:nvPr/>
                </p:nvSpPr>
                <p:spPr>
                  <a:xfrm>
                    <a:off x="1853403" y="1895374"/>
                    <a:ext cx="263656" cy="256435"/>
                  </a:xfrm>
                  <a:custGeom>
                    <a:avLst/>
                    <a:gdLst>
                      <a:gd name="connsiteX0" fmla="*/ 182506 w 263656"/>
                      <a:gd name="connsiteY0" fmla="*/ 256436 h 256435"/>
                      <a:gd name="connsiteX1" fmla="*/ 160954 w 263656"/>
                      <a:gd name="connsiteY1" fmla="*/ 234879 h 256435"/>
                      <a:gd name="connsiteX2" fmla="*/ 174936 w 263656"/>
                      <a:gd name="connsiteY2" fmla="*/ 214702 h 256435"/>
                      <a:gd name="connsiteX3" fmla="*/ 220549 w 263656"/>
                      <a:gd name="connsiteY3" fmla="*/ 128891 h 256435"/>
                      <a:gd name="connsiteX4" fmla="*/ 131828 w 263656"/>
                      <a:gd name="connsiteY4" fmla="*/ 43107 h 256435"/>
                      <a:gd name="connsiteX5" fmla="*/ 43107 w 263656"/>
                      <a:gd name="connsiteY5" fmla="*/ 128891 h 256435"/>
                      <a:gd name="connsiteX6" fmla="*/ 90310 w 263656"/>
                      <a:gd name="connsiteY6" fmla="*/ 214271 h 256435"/>
                      <a:gd name="connsiteX7" fmla="*/ 103140 w 263656"/>
                      <a:gd name="connsiteY7" fmla="*/ 241922 h 256435"/>
                      <a:gd name="connsiteX8" fmla="*/ 75490 w 263656"/>
                      <a:gd name="connsiteY8" fmla="*/ 254752 h 256435"/>
                      <a:gd name="connsiteX9" fmla="*/ 74630 w 263656"/>
                      <a:gd name="connsiteY9" fmla="*/ 254415 h 256435"/>
                      <a:gd name="connsiteX10" fmla="*/ 0 w 263656"/>
                      <a:gd name="connsiteY10" fmla="*/ 128891 h 256435"/>
                      <a:gd name="connsiteX11" fmla="*/ 131828 w 263656"/>
                      <a:gd name="connsiteY11" fmla="*/ 0 h 256435"/>
                      <a:gd name="connsiteX12" fmla="*/ 263656 w 263656"/>
                      <a:gd name="connsiteY12" fmla="*/ 128891 h 256435"/>
                      <a:gd name="connsiteX13" fmla="*/ 190077 w 263656"/>
                      <a:gd name="connsiteY13" fmla="*/ 255062 h 256435"/>
                      <a:gd name="connsiteX14" fmla="*/ 182506 w 263656"/>
                      <a:gd name="connsiteY14" fmla="*/ 256436 h 25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656" h="256435">
                        <a:moveTo>
                          <a:pt x="182506" y="256436"/>
                        </a:moveTo>
                        <a:cubicBezTo>
                          <a:pt x="170603" y="256436"/>
                          <a:pt x="160953" y="246785"/>
                          <a:pt x="160954" y="234879"/>
                        </a:cubicBezTo>
                        <a:cubicBezTo>
                          <a:pt x="160955" y="225897"/>
                          <a:pt x="166527" y="217857"/>
                          <a:pt x="174936" y="214702"/>
                        </a:cubicBezTo>
                        <a:cubicBezTo>
                          <a:pt x="205192" y="203360"/>
                          <a:pt x="220549" y="174478"/>
                          <a:pt x="220549" y="128891"/>
                        </a:cubicBezTo>
                        <a:cubicBezTo>
                          <a:pt x="220549" y="79183"/>
                          <a:pt x="183234" y="43107"/>
                          <a:pt x="131828" y="43107"/>
                        </a:cubicBezTo>
                        <a:cubicBezTo>
                          <a:pt x="80422" y="43107"/>
                          <a:pt x="43107" y="79183"/>
                          <a:pt x="43107" y="128891"/>
                        </a:cubicBezTo>
                        <a:cubicBezTo>
                          <a:pt x="43107" y="159417"/>
                          <a:pt x="51190" y="198941"/>
                          <a:pt x="90310" y="214271"/>
                        </a:cubicBezTo>
                        <a:cubicBezTo>
                          <a:pt x="101488" y="218364"/>
                          <a:pt x="107233" y="230744"/>
                          <a:pt x="103140" y="241922"/>
                        </a:cubicBezTo>
                        <a:cubicBezTo>
                          <a:pt x="99048" y="253100"/>
                          <a:pt x="86669" y="258844"/>
                          <a:pt x="75490" y="254752"/>
                        </a:cubicBezTo>
                        <a:cubicBezTo>
                          <a:pt x="75201" y="254644"/>
                          <a:pt x="74914" y="254533"/>
                          <a:pt x="74630" y="254415"/>
                        </a:cubicBezTo>
                        <a:cubicBezTo>
                          <a:pt x="26511" y="235555"/>
                          <a:pt x="0" y="191020"/>
                          <a:pt x="0" y="128891"/>
                        </a:cubicBezTo>
                        <a:cubicBezTo>
                          <a:pt x="0" y="55393"/>
                          <a:pt x="56579" y="0"/>
                          <a:pt x="131828" y="0"/>
                        </a:cubicBezTo>
                        <a:cubicBezTo>
                          <a:pt x="207078" y="0"/>
                          <a:pt x="263656" y="55474"/>
                          <a:pt x="263656" y="128891"/>
                        </a:cubicBezTo>
                        <a:cubicBezTo>
                          <a:pt x="263656" y="210364"/>
                          <a:pt x="223647" y="242480"/>
                          <a:pt x="190077" y="255062"/>
                        </a:cubicBezTo>
                        <a:cubicBezTo>
                          <a:pt x="187655" y="255970"/>
                          <a:pt x="185093" y="256436"/>
                          <a:pt x="182506" y="256436"/>
                        </a:cubicBezTo>
                        <a:close/>
                      </a:path>
                    </a:pathLst>
                  </a:custGeom>
                  <a:solidFill>
                    <a:srgbClr val="C42828"/>
                  </a:solidFill>
                  <a:ln w="2667" cap="flat">
                    <a:noFill/>
                    <a:prstDash val="solid"/>
                    <a:miter/>
                  </a:ln>
                </p:spPr>
                <p:txBody>
                  <a:bodyPr rtlCol="0" anchor="ctr"/>
                  <a:lstStyle/>
                  <a:p>
                    <a:endParaRPr lang="en-MY"/>
                  </a:p>
                </p:txBody>
              </p:sp>
              <p:sp>
                <p:nvSpPr>
                  <p:cNvPr id="65" name="Freeform: Shape 64">
                    <a:extLst>
                      <a:ext uri="{FF2B5EF4-FFF2-40B4-BE49-F238E27FC236}">
                        <a16:creationId xmlns:a16="http://schemas.microsoft.com/office/drawing/2014/main" id="{1079E4F1-7C35-2389-BE67-45DD43517AB8}"/>
                      </a:ext>
                    </a:extLst>
                  </p:cNvPr>
                  <p:cNvSpPr/>
                  <p:nvPr/>
                </p:nvSpPr>
                <p:spPr>
                  <a:xfrm>
                    <a:off x="1923883" y="2151082"/>
                    <a:ext cx="122883" cy="43107"/>
                  </a:xfrm>
                  <a:custGeom>
                    <a:avLst/>
                    <a:gdLst>
                      <a:gd name="connsiteX0" fmla="*/ 101330 w 122883"/>
                      <a:gd name="connsiteY0" fmla="*/ 43107 h 43107"/>
                      <a:gd name="connsiteX1" fmla="*/ 21554 w 122883"/>
                      <a:gd name="connsiteY1" fmla="*/ 43107 h 43107"/>
                      <a:gd name="connsiteX2" fmla="*/ 0 w 122883"/>
                      <a:gd name="connsiteY2" fmla="*/ 21554 h 43107"/>
                      <a:gd name="connsiteX3" fmla="*/ 21554 w 122883"/>
                      <a:gd name="connsiteY3" fmla="*/ 0 h 43107"/>
                      <a:gd name="connsiteX4" fmla="*/ 101330 w 122883"/>
                      <a:gd name="connsiteY4" fmla="*/ 0 h 43107"/>
                      <a:gd name="connsiteX5" fmla="*/ 122883 w 122883"/>
                      <a:gd name="connsiteY5" fmla="*/ 21554 h 43107"/>
                      <a:gd name="connsiteX6" fmla="*/ 101330 w 122883"/>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883" h="43107">
                        <a:moveTo>
                          <a:pt x="101330" y="43107"/>
                        </a:moveTo>
                        <a:lnTo>
                          <a:pt x="21554" y="43107"/>
                        </a:lnTo>
                        <a:cubicBezTo>
                          <a:pt x="9650" y="43107"/>
                          <a:pt x="0" y="33457"/>
                          <a:pt x="0" y="21554"/>
                        </a:cubicBezTo>
                        <a:cubicBezTo>
                          <a:pt x="0" y="9651"/>
                          <a:pt x="9650" y="0"/>
                          <a:pt x="21554" y="0"/>
                        </a:cubicBezTo>
                        <a:lnTo>
                          <a:pt x="101330" y="0"/>
                        </a:lnTo>
                        <a:cubicBezTo>
                          <a:pt x="113233" y="0"/>
                          <a:pt x="122883" y="9651"/>
                          <a:pt x="122883" y="21554"/>
                        </a:cubicBezTo>
                        <a:cubicBezTo>
                          <a:pt x="122883" y="33457"/>
                          <a:pt x="113233" y="43107"/>
                          <a:pt x="101330" y="43107"/>
                        </a:cubicBezTo>
                        <a:close/>
                      </a:path>
                    </a:pathLst>
                  </a:custGeom>
                  <a:solidFill>
                    <a:srgbClr val="EF463C"/>
                  </a:solidFill>
                  <a:ln w="2667" cap="flat">
                    <a:noFill/>
                    <a:prstDash val="solid"/>
                    <a:miter/>
                  </a:ln>
                </p:spPr>
                <p:txBody>
                  <a:bodyPr rtlCol="0" anchor="ctr"/>
                  <a:lstStyle/>
                  <a:p>
                    <a:endParaRPr lang="en-MY"/>
                  </a:p>
                </p:txBody>
              </p:sp>
              <p:sp>
                <p:nvSpPr>
                  <p:cNvPr id="66" name="Freeform: Shape 65">
                    <a:extLst>
                      <a:ext uri="{FF2B5EF4-FFF2-40B4-BE49-F238E27FC236}">
                        <a16:creationId xmlns:a16="http://schemas.microsoft.com/office/drawing/2014/main" id="{101AA921-686E-4013-C980-AFD1DB39D8BD}"/>
                      </a:ext>
                    </a:extLst>
                  </p:cNvPr>
                  <p:cNvSpPr/>
                  <p:nvPr/>
                </p:nvSpPr>
                <p:spPr>
                  <a:xfrm>
                    <a:off x="1923883" y="2202515"/>
                    <a:ext cx="120835" cy="43107"/>
                  </a:xfrm>
                  <a:custGeom>
                    <a:avLst/>
                    <a:gdLst>
                      <a:gd name="connsiteX0" fmla="*/ 99282 w 120835"/>
                      <a:gd name="connsiteY0" fmla="*/ 43107 h 43107"/>
                      <a:gd name="connsiteX1" fmla="*/ 21554 w 120835"/>
                      <a:gd name="connsiteY1" fmla="*/ 43107 h 43107"/>
                      <a:gd name="connsiteX2" fmla="*/ 0 w 120835"/>
                      <a:gd name="connsiteY2" fmla="*/ 21554 h 43107"/>
                      <a:gd name="connsiteX3" fmla="*/ 21554 w 120835"/>
                      <a:gd name="connsiteY3" fmla="*/ 0 h 43107"/>
                      <a:gd name="connsiteX4" fmla="*/ 99282 w 120835"/>
                      <a:gd name="connsiteY4" fmla="*/ 0 h 43107"/>
                      <a:gd name="connsiteX5" fmla="*/ 120836 w 120835"/>
                      <a:gd name="connsiteY5" fmla="*/ 21554 h 43107"/>
                      <a:gd name="connsiteX6" fmla="*/ 99282 w 120835"/>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35" h="43107">
                        <a:moveTo>
                          <a:pt x="99282" y="43107"/>
                        </a:moveTo>
                        <a:lnTo>
                          <a:pt x="21554" y="43107"/>
                        </a:lnTo>
                        <a:cubicBezTo>
                          <a:pt x="9650" y="43107"/>
                          <a:pt x="0" y="33457"/>
                          <a:pt x="0" y="21554"/>
                        </a:cubicBezTo>
                        <a:cubicBezTo>
                          <a:pt x="0" y="9651"/>
                          <a:pt x="9650" y="0"/>
                          <a:pt x="21554" y="0"/>
                        </a:cubicBezTo>
                        <a:lnTo>
                          <a:pt x="99282" y="0"/>
                        </a:lnTo>
                        <a:cubicBezTo>
                          <a:pt x="111185" y="0"/>
                          <a:pt x="120836" y="9651"/>
                          <a:pt x="120836" y="21554"/>
                        </a:cubicBezTo>
                        <a:cubicBezTo>
                          <a:pt x="120836" y="33457"/>
                          <a:pt x="111185" y="43107"/>
                          <a:pt x="99282" y="43107"/>
                        </a:cubicBezTo>
                        <a:close/>
                      </a:path>
                    </a:pathLst>
                  </a:custGeom>
                  <a:solidFill>
                    <a:srgbClr val="EF463C"/>
                  </a:solidFill>
                  <a:ln w="2667" cap="flat">
                    <a:noFill/>
                    <a:prstDash val="solid"/>
                    <a:miter/>
                  </a:ln>
                </p:spPr>
                <p:txBody>
                  <a:bodyPr rtlCol="0" anchor="ctr"/>
                  <a:lstStyle/>
                  <a:p>
                    <a:endParaRPr lang="en-MY"/>
                  </a:p>
                </p:txBody>
              </p:sp>
              <p:sp>
                <p:nvSpPr>
                  <p:cNvPr id="67" name="Freeform: Shape 66">
                    <a:extLst>
                      <a:ext uri="{FF2B5EF4-FFF2-40B4-BE49-F238E27FC236}">
                        <a16:creationId xmlns:a16="http://schemas.microsoft.com/office/drawing/2014/main" id="{15E76825-10C6-0883-F942-E0A2FDCB21EC}"/>
                      </a:ext>
                    </a:extLst>
                  </p:cNvPr>
                  <p:cNvSpPr/>
                  <p:nvPr/>
                </p:nvSpPr>
                <p:spPr>
                  <a:xfrm>
                    <a:off x="1915154" y="2109268"/>
                    <a:ext cx="140341" cy="136354"/>
                  </a:xfrm>
                  <a:custGeom>
                    <a:avLst/>
                    <a:gdLst>
                      <a:gd name="connsiteX0" fmla="*/ 118788 w 140341"/>
                      <a:gd name="connsiteY0" fmla="*/ 136354 h 136354"/>
                      <a:gd name="connsiteX1" fmla="*/ 21554 w 140341"/>
                      <a:gd name="connsiteY1" fmla="*/ 136354 h 136354"/>
                      <a:gd name="connsiteX2" fmla="*/ 0 w 140341"/>
                      <a:gd name="connsiteY2" fmla="*/ 114801 h 136354"/>
                      <a:gd name="connsiteX3" fmla="*/ 0 w 140341"/>
                      <a:gd name="connsiteY3" fmla="*/ 21554 h 136354"/>
                      <a:gd name="connsiteX4" fmla="*/ 21554 w 140341"/>
                      <a:gd name="connsiteY4" fmla="*/ 0 h 136354"/>
                      <a:gd name="connsiteX5" fmla="*/ 43107 w 140341"/>
                      <a:gd name="connsiteY5" fmla="*/ 21554 h 136354"/>
                      <a:gd name="connsiteX6" fmla="*/ 43107 w 140341"/>
                      <a:gd name="connsiteY6" fmla="*/ 93247 h 136354"/>
                      <a:gd name="connsiteX7" fmla="*/ 97234 w 140341"/>
                      <a:gd name="connsiteY7" fmla="*/ 93247 h 136354"/>
                      <a:gd name="connsiteX8" fmla="*/ 97234 w 140341"/>
                      <a:gd name="connsiteY8" fmla="*/ 22955 h 136354"/>
                      <a:gd name="connsiteX9" fmla="*/ 118788 w 140341"/>
                      <a:gd name="connsiteY9" fmla="*/ 1401 h 136354"/>
                      <a:gd name="connsiteX10" fmla="*/ 140342 w 140341"/>
                      <a:gd name="connsiteY10" fmla="*/ 22955 h 136354"/>
                      <a:gd name="connsiteX11" fmla="*/ 140342 w 140341"/>
                      <a:gd name="connsiteY11" fmla="*/ 114801 h 136354"/>
                      <a:gd name="connsiteX12" fmla="*/ 118788 w 140341"/>
                      <a:gd name="connsiteY12" fmla="*/ 136354 h 13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341" h="136354">
                        <a:moveTo>
                          <a:pt x="118788" y="136354"/>
                        </a:moveTo>
                        <a:lnTo>
                          <a:pt x="21554" y="136354"/>
                        </a:lnTo>
                        <a:cubicBezTo>
                          <a:pt x="9650" y="136354"/>
                          <a:pt x="0" y="126704"/>
                          <a:pt x="0" y="114801"/>
                        </a:cubicBezTo>
                        <a:lnTo>
                          <a:pt x="0" y="21554"/>
                        </a:lnTo>
                        <a:cubicBezTo>
                          <a:pt x="0" y="9651"/>
                          <a:pt x="9650" y="0"/>
                          <a:pt x="21554" y="0"/>
                        </a:cubicBezTo>
                        <a:cubicBezTo>
                          <a:pt x="33458" y="0"/>
                          <a:pt x="43107" y="9651"/>
                          <a:pt x="43107" y="21554"/>
                        </a:cubicBezTo>
                        <a:lnTo>
                          <a:pt x="43107" y="93247"/>
                        </a:lnTo>
                        <a:lnTo>
                          <a:pt x="97234" y="93247"/>
                        </a:lnTo>
                        <a:lnTo>
                          <a:pt x="97234" y="22955"/>
                        </a:lnTo>
                        <a:cubicBezTo>
                          <a:pt x="97234" y="11052"/>
                          <a:pt x="106885" y="1401"/>
                          <a:pt x="118788" y="1401"/>
                        </a:cubicBezTo>
                        <a:cubicBezTo>
                          <a:pt x="130691" y="1401"/>
                          <a:pt x="140342" y="11052"/>
                          <a:pt x="140342" y="22955"/>
                        </a:cubicBezTo>
                        <a:lnTo>
                          <a:pt x="140342" y="114801"/>
                        </a:lnTo>
                        <a:cubicBezTo>
                          <a:pt x="140342" y="126704"/>
                          <a:pt x="130691" y="136354"/>
                          <a:pt x="118788" y="136354"/>
                        </a:cubicBezTo>
                        <a:close/>
                      </a:path>
                    </a:pathLst>
                  </a:custGeom>
                  <a:solidFill>
                    <a:srgbClr val="C42828"/>
                  </a:solidFill>
                  <a:ln w="2667" cap="flat">
                    <a:noFill/>
                    <a:prstDash val="solid"/>
                    <a:miter/>
                  </a:ln>
                </p:spPr>
                <p:txBody>
                  <a:bodyPr rtlCol="0" anchor="ctr"/>
                  <a:lstStyle/>
                  <a:p>
                    <a:endParaRPr lang="en-MY"/>
                  </a:p>
                </p:txBody>
              </p:sp>
            </p:grpSp>
            <p:sp>
              <p:nvSpPr>
                <p:cNvPr id="60" name="Freeform: Shape 59">
                  <a:extLst>
                    <a:ext uri="{FF2B5EF4-FFF2-40B4-BE49-F238E27FC236}">
                      <a16:creationId xmlns:a16="http://schemas.microsoft.com/office/drawing/2014/main" id="{BAEBABD0-9690-BC5D-B512-97A155DC6D5E}"/>
                    </a:ext>
                  </a:extLst>
                </p:cNvPr>
                <p:cNvSpPr/>
                <p:nvPr/>
              </p:nvSpPr>
              <p:spPr>
                <a:xfrm>
                  <a:off x="2078461" y="1845892"/>
                  <a:ext cx="77396" cy="77393"/>
                </a:xfrm>
                <a:custGeom>
                  <a:avLst/>
                  <a:gdLst>
                    <a:gd name="connsiteX0" fmla="*/ 21543 w 77396"/>
                    <a:gd name="connsiteY0" fmla="*/ 77394 h 77393"/>
                    <a:gd name="connsiteX1" fmla="*/ 0 w 77396"/>
                    <a:gd name="connsiteY1" fmla="*/ 55830 h 77393"/>
                    <a:gd name="connsiteX2" fmla="*/ 6321 w 77396"/>
                    <a:gd name="connsiteY2" fmla="*/ 40591 h 77393"/>
                    <a:gd name="connsiteX3" fmla="*/ 40591 w 77396"/>
                    <a:gd name="connsiteY3" fmla="*/ 6320 h 77393"/>
                    <a:gd name="connsiteX4" fmla="*/ 71076 w 77396"/>
                    <a:gd name="connsiteY4" fmla="*/ 6307 h 77393"/>
                    <a:gd name="connsiteX5" fmla="*/ 71090 w 77396"/>
                    <a:gd name="connsiteY5" fmla="*/ 36792 h 77393"/>
                    <a:gd name="connsiteX6" fmla="*/ 36792 w 77396"/>
                    <a:gd name="connsiteY6" fmla="*/ 71089 h 77393"/>
                    <a:gd name="connsiteX7" fmla="*/ 21543 w 77396"/>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6" h="77393">
                      <a:moveTo>
                        <a:pt x="21543" y="77394"/>
                      </a:moveTo>
                      <a:cubicBezTo>
                        <a:pt x="9640" y="77388"/>
                        <a:pt x="-5" y="67734"/>
                        <a:pt x="0" y="55830"/>
                      </a:cubicBezTo>
                      <a:cubicBezTo>
                        <a:pt x="3" y="50113"/>
                        <a:pt x="2277" y="44631"/>
                        <a:pt x="6321" y="40591"/>
                      </a:cubicBezTo>
                      <a:lnTo>
                        <a:pt x="40591" y="6320"/>
                      </a:lnTo>
                      <a:cubicBezTo>
                        <a:pt x="49005" y="-2101"/>
                        <a:pt x="62654" y="-2108"/>
                        <a:pt x="71076" y="6307"/>
                      </a:cubicBezTo>
                      <a:cubicBezTo>
                        <a:pt x="79498" y="14722"/>
                        <a:pt x="79504" y="28370"/>
                        <a:pt x="71090" y="36792"/>
                      </a:cubicBezTo>
                      <a:lnTo>
                        <a:pt x="36792" y="71089"/>
                      </a:lnTo>
                      <a:cubicBezTo>
                        <a:pt x="32746" y="75130"/>
                        <a:pt x="27260" y="77398"/>
                        <a:pt x="21543" y="77394"/>
                      </a:cubicBezTo>
                      <a:close/>
                    </a:path>
                  </a:pathLst>
                </a:custGeom>
                <a:solidFill>
                  <a:srgbClr val="EF463C"/>
                </a:solidFill>
                <a:ln w="2667" cap="flat">
                  <a:noFill/>
                  <a:prstDash val="solid"/>
                  <a:miter/>
                </a:ln>
              </p:spPr>
              <p:txBody>
                <a:bodyPr rtlCol="0" anchor="ctr"/>
                <a:lstStyle/>
                <a:p>
                  <a:endParaRPr lang="en-MY"/>
                </a:p>
              </p:txBody>
            </p:sp>
            <p:sp>
              <p:nvSpPr>
                <p:cNvPr id="61" name="Freeform: Shape 60">
                  <a:extLst>
                    <a:ext uri="{FF2B5EF4-FFF2-40B4-BE49-F238E27FC236}">
                      <a16:creationId xmlns:a16="http://schemas.microsoft.com/office/drawing/2014/main" id="{0A5AA91D-A05C-08A0-93D4-6B660B29EF70}"/>
                    </a:ext>
                  </a:extLst>
                </p:cNvPr>
                <p:cNvSpPr/>
                <p:nvPr/>
              </p:nvSpPr>
              <p:spPr>
                <a:xfrm>
                  <a:off x="1811694" y="1845165"/>
                  <a:ext cx="77397" cy="77393"/>
                </a:xfrm>
                <a:custGeom>
                  <a:avLst/>
                  <a:gdLst>
                    <a:gd name="connsiteX0" fmla="*/ 55854 w 77397"/>
                    <a:gd name="connsiteY0" fmla="*/ 77394 h 77393"/>
                    <a:gd name="connsiteX1" fmla="*/ 40604 w 77397"/>
                    <a:gd name="connsiteY1" fmla="*/ 71089 h 77393"/>
                    <a:gd name="connsiteX2" fmla="*/ 6307 w 77397"/>
                    <a:gd name="connsiteY2" fmla="*/ 36792 h 77393"/>
                    <a:gd name="connsiteX3" fmla="*/ 6320 w 77397"/>
                    <a:gd name="connsiteY3" fmla="*/ 6307 h 77393"/>
                    <a:gd name="connsiteX4" fmla="*/ 36805 w 77397"/>
                    <a:gd name="connsiteY4" fmla="*/ 6320 h 77393"/>
                    <a:gd name="connsiteX5" fmla="*/ 71103 w 77397"/>
                    <a:gd name="connsiteY5" fmla="*/ 40618 h 77393"/>
                    <a:gd name="connsiteX6" fmla="*/ 71066 w 77397"/>
                    <a:gd name="connsiteY6" fmla="*/ 71099 h 77393"/>
                    <a:gd name="connsiteX7" fmla="*/ 55854 w 77397"/>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7" h="77393">
                      <a:moveTo>
                        <a:pt x="55854" y="77394"/>
                      </a:moveTo>
                      <a:cubicBezTo>
                        <a:pt x="50135" y="77398"/>
                        <a:pt x="44650" y="75130"/>
                        <a:pt x="40604" y="71089"/>
                      </a:cubicBezTo>
                      <a:lnTo>
                        <a:pt x="6307" y="36792"/>
                      </a:lnTo>
                      <a:cubicBezTo>
                        <a:pt x="-2108" y="28370"/>
                        <a:pt x="-2101" y="14722"/>
                        <a:pt x="6320" y="6307"/>
                      </a:cubicBezTo>
                      <a:cubicBezTo>
                        <a:pt x="14742" y="-2108"/>
                        <a:pt x="28391" y="-2101"/>
                        <a:pt x="36805" y="6320"/>
                      </a:cubicBezTo>
                      <a:lnTo>
                        <a:pt x="71103" y="40618"/>
                      </a:lnTo>
                      <a:cubicBezTo>
                        <a:pt x="79510" y="49045"/>
                        <a:pt x="79493" y="62692"/>
                        <a:pt x="71066" y="71099"/>
                      </a:cubicBezTo>
                      <a:cubicBezTo>
                        <a:pt x="67028" y="75128"/>
                        <a:pt x="61558" y="77391"/>
                        <a:pt x="55854" y="77394"/>
                      </a:cubicBezTo>
                      <a:close/>
                    </a:path>
                  </a:pathLst>
                </a:custGeom>
                <a:solidFill>
                  <a:srgbClr val="EF463C"/>
                </a:solidFill>
                <a:ln w="2667" cap="flat">
                  <a:noFill/>
                  <a:prstDash val="solid"/>
                  <a:miter/>
                </a:ln>
              </p:spPr>
              <p:txBody>
                <a:bodyPr rtlCol="0" anchor="ctr"/>
                <a:lstStyle/>
                <a:p>
                  <a:endParaRPr lang="en-MY"/>
                </a:p>
              </p:txBody>
            </p:sp>
            <p:sp>
              <p:nvSpPr>
                <p:cNvPr id="62" name="Freeform: Shape 61">
                  <a:extLst>
                    <a:ext uri="{FF2B5EF4-FFF2-40B4-BE49-F238E27FC236}">
                      <a16:creationId xmlns:a16="http://schemas.microsoft.com/office/drawing/2014/main" id="{628C4EDC-37FE-461B-C14D-32064338EC59}"/>
                    </a:ext>
                  </a:extLst>
                </p:cNvPr>
                <p:cNvSpPr/>
                <p:nvPr/>
              </p:nvSpPr>
              <p:spPr>
                <a:xfrm>
                  <a:off x="1964108" y="1793479"/>
                  <a:ext cx="43107" cy="91603"/>
                </a:xfrm>
                <a:custGeom>
                  <a:avLst/>
                  <a:gdLst>
                    <a:gd name="connsiteX0" fmla="*/ 21554 w 43107"/>
                    <a:gd name="connsiteY0" fmla="*/ 91603 h 91603"/>
                    <a:gd name="connsiteX1" fmla="*/ 0 w 43107"/>
                    <a:gd name="connsiteY1" fmla="*/ 70050 h 91603"/>
                    <a:gd name="connsiteX2" fmla="*/ 0 w 43107"/>
                    <a:gd name="connsiteY2" fmla="*/ 21554 h 91603"/>
                    <a:gd name="connsiteX3" fmla="*/ 21554 w 43107"/>
                    <a:gd name="connsiteY3" fmla="*/ 0 h 91603"/>
                    <a:gd name="connsiteX4" fmla="*/ 43107 w 43107"/>
                    <a:gd name="connsiteY4" fmla="*/ 21554 h 91603"/>
                    <a:gd name="connsiteX5" fmla="*/ 43107 w 43107"/>
                    <a:gd name="connsiteY5" fmla="*/ 70050 h 91603"/>
                    <a:gd name="connsiteX6" fmla="*/ 21554 w 43107"/>
                    <a:gd name="connsiteY6" fmla="*/ 91603 h 91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107" h="91603">
                      <a:moveTo>
                        <a:pt x="21554" y="91603"/>
                      </a:moveTo>
                      <a:cubicBezTo>
                        <a:pt x="9650" y="91603"/>
                        <a:pt x="0" y="81954"/>
                        <a:pt x="0" y="70050"/>
                      </a:cubicBezTo>
                      <a:lnTo>
                        <a:pt x="0" y="21554"/>
                      </a:lnTo>
                      <a:cubicBezTo>
                        <a:pt x="0" y="9650"/>
                        <a:pt x="9650" y="0"/>
                        <a:pt x="21554" y="0"/>
                      </a:cubicBezTo>
                      <a:cubicBezTo>
                        <a:pt x="33458" y="0"/>
                        <a:pt x="43107" y="9650"/>
                        <a:pt x="43107" y="21554"/>
                      </a:cubicBezTo>
                      <a:lnTo>
                        <a:pt x="43107" y="70050"/>
                      </a:lnTo>
                      <a:cubicBezTo>
                        <a:pt x="43107" y="81954"/>
                        <a:pt x="33458" y="91603"/>
                        <a:pt x="21554" y="91603"/>
                      </a:cubicBezTo>
                      <a:close/>
                    </a:path>
                  </a:pathLst>
                </a:custGeom>
                <a:solidFill>
                  <a:srgbClr val="EF463C"/>
                </a:solidFill>
                <a:ln w="2667" cap="flat">
                  <a:noFill/>
                  <a:prstDash val="solid"/>
                  <a:miter/>
                </a:ln>
              </p:spPr>
              <p:txBody>
                <a:bodyPr rtlCol="0" anchor="ctr"/>
                <a:lstStyle/>
                <a:p>
                  <a:endParaRPr lang="en-MY"/>
                </a:p>
              </p:txBody>
            </p:sp>
            <p:sp>
              <p:nvSpPr>
                <p:cNvPr id="63" name="Freeform: Shape 62">
                  <a:extLst>
                    <a:ext uri="{FF2B5EF4-FFF2-40B4-BE49-F238E27FC236}">
                      <a16:creationId xmlns:a16="http://schemas.microsoft.com/office/drawing/2014/main" id="{EFD241EA-4AC8-D92A-1597-F2164981CDE0}"/>
                    </a:ext>
                  </a:extLst>
                </p:cNvPr>
                <p:cNvSpPr/>
                <p:nvPr/>
              </p:nvSpPr>
              <p:spPr>
                <a:xfrm>
                  <a:off x="2126354"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1" y="43107"/>
                        <a:pt x="0" y="33458"/>
                        <a:pt x="0" y="21554"/>
                      </a:cubicBezTo>
                      <a:cubicBezTo>
                        <a:pt x="0" y="9650"/>
                        <a:pt x="9651" y="0"/>
                        <a:pt x="21554" y="0"/>
                      </a:cubicBezTo>
                      <a:lnTo>
                        <a:pt x="61967" y="0"/>
                      </a:lnTo>
                      <a:cubicBezTo>
                        <a:pt x="73870" y="0"/>
                        <a:pt x="83521" y="9650"/>
                        <a:pt x="83521" y="21554"/>
                      </a:cubicBezTo>
                      <a:cubicBezTo>
                        <a:pt x="83521" y="33458"/>
                        <a:pt x="73870" y="43107"/>
                        <a:pt x="61967" y="43107"/>
                      </a:cubicBezTo>
                      <a:close/>
                    </a:path>
                  </a:pathLst>
                </a:custGeom>
                <a:solidFill>
                  <a:srgbClr val="EF463C"/>
                </a:solidFill>
                <a:ln w="2667" cap="flat">
                  <a:noFill/>
                  <a:prstDash val="solid"/>
                  <a:miter/>
                </a:ln>
              </p:spPr>
              <p:txBody>
                <a:bodyPr rtlCol="0" anchor="ctr"/>
                <a:lstStyle/>
                <a:p>
                  <a:endParaRPr lang="en-MY"/>
                </a:p>
              </p:txBody>
            </p:sp>
          </p:grpSp>
        </p:grpSp>
        <p:grpSp>
          <p:nvGrpSpPr>
            <p:cNvPr id="46" name="Group 45">
              <a:extLst>
                <a:ext uri="{FF2B5EF4-FFF2-40B4-BE49-F238E27FC236}">
                  <a16:creationId xmlns:a16="http://schemas.microsoft.com/office/drawing/2014/main" id="{91F3A089-062F-CCEC-1C0E-761DD103897C}"/>
                </a:ext>
              </a:extLst>
            </p:cNvPr>
            <p:cNvGrpSpPr/>
            <p:nvPr/>
          </p:nvGrpSpPr>
          <p:grpSpPr>
            <a:xfrm>
              <a:off x="1650814" y="1484737"/>
              <a:ext cx="471791" cy="471791"/>
              <a:chOff x="433241" y="1570462"/>
              <a:chExt cx="471791" cy="471791"/>
            </a:xfrm>
          </p:grpSpPr>
          <p:sp>
            <p:nvSpPr>
              <p:cNvPr id="47" name="Oval 46">
                <a:extLst>
                  <a:ext uri="{FF2B5EF4-FFF2-40B4-BE49-F238E27FC236}">
                    <a16:creationId xmlns:a16="http://schemas.microsoft.com/office/drawing/2014/main" id="{18E90EB2-C8E0-87F2-1642-4CB900CD7864}"/>
                  </a:ext>
                </a:extLst>
              </p:cNvPr>
              <p:cNvSpPr/>
              <p:nvPr/>
            </p:nvSpPr>
            <p:spPr>
              <a:xfrm>
                <a:off x="433241"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48" name="Group 47">
                <a:extLst>
                  <a:ext uri="{FF2B5EF4-FFF2-40B4-BE49-F238E27FC236}">
                    <a16:creationId xmlns:a16="http://schemas.microsoft.com/office/drawing/2014/main" id="{C97E148D-28D0-3DD7-9D23-561CDFD02F46}"/>
                  </a:ext>
                </a:extLst>
              </p:cNvPr>
              <p:cNvGrpSpPr/>
              <p:nvPr/>
            </p:nvGrpSpPr>
            <p:grpSpPr>
              <a:xfrm>
                <a:off x="543450" y="1674683"/>
                <a:ext cx="251373" cy="260212"/>
                <a:chOff x="738790" y="2040956"/>
                <a:chExt cx="251373" cy="260212"/>
              </a:xfrm>
            </p:grpSpPr>
            <p:sp>
              <p:nvSpPr>
                <p:cNvPr id="49" name="Freeform 176">
                  <a:extLst>
                    <a:ext uri="{FF2B5EF4-FFF2-40B4-BE49-F238E27FC236}">
                      <a16:creationId xmlns:a16="http://schemas.microsoft.com/office/drawing/2014/main" id="{734BAE63-6BAB-4BAF-13CA-DD53A1E63C79}"/>
                    </a:ext>
                  </a:extLst>
                </p:cNvPr>
                <p:cNvSpPr/>
                <p:nvPr/>
              </p:nvSpPr>
              <p:spPr>
                <a:xfrm>
                  <a:off x="738790" y="2134679"/>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4"/>
                        <a:pt x="5614" y="0"/>
                        <a:pt x="12540" y="0"/>
                      </a:cubicBezTo>
                      <a:lnTo>
                        <a:pt x="65163" y="0"/>
                      </a:lnTo>
                      <a:cubicBezTo>
                        <a:pt x="72089" y="0"/>
                        <a:pt x="77703" y="5614"/>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0" name="Freeform 177">
                  <a:extLst>
                    <a:ext uri="{FF2B5EF4-FFF2-40B4-BE49-F238E27FC236}">
                      <a16:creationId xmlns:a16="http://schemas.microsoft.com/office/drawing/2014/main" id="{1BAD5969-6B01-5E99-B815-72C6CA20E377}"/>
                    </a:ext>
                  </a:extLst>
                </p:cNvPr>
                <p:cNvSpPr/>
                <p:nvPr/>
              </p:nvSpPr>
              <p:spPr>
                <a:xfrm>
                  <a:off x="738790" y="2223465"/>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5"/>
                        <a:pt x="5614" y="0"/>
                        <a:pt x="12540" y="0"/>
                      </a:cubicBezTo>
                      <a:lnTo>
                        <a:pt x="65163" y="0"/>
                      </a:lnTo>
                      <a:cubicBezTo>
                        <a:pt x="72089" y="0"/>
                        <a:pt x="77703" y="5615"/>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1" name="Freeform 178">
                  <a:extLst>
                    <a:ext uri="{FF2B5EF4-FFF2-40B4-BE49-F238E27FC236}">
                      <a16:creationId xmlns:a16="http://schemas.microsoft.com/office/drawing/2014/main" id="{4D9512F9-DB88-A923-AF51-A97EA93F7C0D}"/>
                    </a:ext>
                  </a:extLst>
                </p:cNvPr>
                <p:cNvSpPr/>
                <p:nvPr/>
              </p:nvSpPr>
              <p:spPr>
                <a:xfrm>
                  <a:off x="791413" y="2082057"/>
                  <a:ext cx="86732" cy="104006"/>
                </a:xfrm>
                <a:custGeom>
                  <a:avLst/>
                  <a:gdLst>
                    <a:gd name="connsiteX0" fmla="*/ 74192 w 86732"/>
                    <a:gd name="connsiteY0" fmla="*/ 104006 h 104006"/>
                    <a:gd name="connsiteX1" fmla="*/ 12540 w 86732"/>
                    <a:gd name="connsiteY1" fmla="*/ 104006 h 104006"/>
                    <a:gd name="connsiteX2" fmla="*/ 0 w 86732"/>
                    <a:gd name="connsiteY2" fmla="*/ 91466 h 104006"/>
                    <a:gd name="connsiteX3" fmla="*/ 12540 w 86732"/>
                    <a:gd name="connsiteY3" fmla="*/ 78926 h 104006"/>
                    <a:gd name="connsiteX4" fmla="*/ 61651 w 86732"/>
                    <a:gd name="connsiteY4" fmla="*/ 78926 h 104006"/>
                    <a:gd name="connsiteX5" fmla="*/ 61651 w 86732"/>
                    <a:gd name="connsiteY5" fmla="*/ 12540 h 104006"/>
                    <a:gd name="connsiteX6" fmla="*/ 74192 w 86732"/>
                    <a:gd name="connsiteY6" fmla="*/ 0 h 104006"/>
                    <a:gd name="connsiteX7" fmla="*/ 86732 w 86732"/>
                    <a:gd name="connsiteY7" fmla="*/ 12540 h 104006"/>
                    <a:gd name="connsiteX8" fmla="*/ 86732 w 86732"/>
                    <a:gd name="connsiteY8" fmla="*/ 91466 h 104006"/>
                    <a:gd name="connsiteX9" fmla="*/ 74192 w 86732"/>
                    <a:gd name="connsiteY9" fmla="*/ 104006 h 10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732" h="104006">
                      <a:moveTo>
                        <a:pt x="74192" y="104006"/>
                      </a:moveTo>
                      <a:lnTo>
                        <a:pt x="12540" y="104006"/>
                      </a:lnTo>
                      <a:cubicBezTo>
                        <a:pt x="5614" y="104006"/>
                        <a:pt x="0" y="98392"/>
                        <a:pt x="0" y="91466"/>
                      </a:cubicBezTo>
                      <a:cubicBezTo>
                        <a:pt x="0" y="84540"/>
                        <a:pt x="5614" y="78926"/>
                        <a:pt x="12540" y="78926"/>
                      </a:cubicBezTo>
                      <a:lnTo>
                        <a:pt x="61651" y="78926"/>
                      </a:lnTo>
                      <a:lnTo>
                        <a:pt x="61651" y="12540"/>
                      </a:lnTo>
                      <a:cubicBezTo>
                        <a:pt x="61651" y="5614"/>
                        <a:pt x="67266" y="0"/>
                        <a:pt x="74192" y="0"/>
                      </a:cubicBezTo>
                      <a:cubicBezTo>
                        <a:pt x="81118" y="0"/>
                        <a:pt x="86732" y="5614"/>
                        <a:pt x="86732" y="12540"/>
                      </a:cubicBezTo>
                      <a:lnTo>
                        <a:pt x="86732" y="91466"/>
                      </a:lnTo>
                      <a:cubicBezTo>
                        <a:pt x="86732" y="98392"/>
                        <a:pt x="81118" y="104006"/>
                        <a:pt x="74192" y="104006"/>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2" name="Freeform 179">
                  <a:extLst>
                    <a:ext uri="{FF2B5EF4-FFF2-40B4-BE49-F238E27FC236}">
                      <a16:creationId xmlns:a16="http://schemas.microsoft.com/office/drawing/2014/main" id="{5FB646E1-72EA-9C18-71EE-DC181D108ABD}"/>
                    </a:ext>
                  </a:extLst>
                </p:cNvPr>
                <p:cNvSpPr/>
                <p:nvPr/>
              </p:nvSpPr>
              <p:spPr>
                <a:xfrm>
                  <a:off x="853064" y="2160983"/>
                  <a:ext cx="62701" cy="25080"/>
                </a:xfrm>
                <a:custGeom>
                  <a:avLst/>
                  <a:gdLst>
                    <a:gd name="connsiteX0" fmla="*/ 50161 w 62701"/>
                    <a:gd name="connsiteY0" fmla="*/ 25081 h 25080"/>
                    <a:gd name="connsiteX1" fmla="*/ 12540 w 62701"/>
                    <a:gd name="connsiteY1" fmla="*/ 25081 h 25080"/>
                    <a:gd name="connsiteX2" fmla="*/ 0 w 62701"/>
                    <a:gd name="connsiteY2" fmla="*/ 12540 h 25080"/>
                    <a:gd name="connsiteX3" fmla="*/ 12540 w 62701"/>
                    <a:gd name="connsiteY3" fmla="*/ 0 h 25080"/>
                    <a:gd name="connsiteX4" fmla="*/ 50161 w 62701"/>
                    <a:gd name="connsiteY4" fmla="*/ 0 h 25080"/>
                    <a:gd name="connsiteX5" fmla="*/ 62702 w 62701"/>
                    <a:gd name="connsiteY5" fmla="*/ 12540 h 25080"/>
                    <a:gd name="connsiteX6" fmla="*/ 50161 w 62701"/>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01" h="25080">
                      <a:moveTo>
                        <a:pt x="50161" y="25081"/>
                      </a:moveTo>
                      <a:lnTo>
                        <a:pt x="12540" y="25081"/>
                      </a:lnTo>
                      <a:cubicBezTo>
                        <a:pt x="5614" y="25081"/>
                        <a:pt x="0" y="19466"/>
                        <a:pt x="0" y="12540"/>
                      </a:cubicBezTo>
                      <a:cubicBezTo>
                        <a:pt x="0" y="5614"/>
                        <a:pt x="5614" y="0"/>
                        <a:pt x="12540" y="0"/>
                      </a:cubicBezTo>
                      <a:lnTo>
                        <a:pt x="50161" y="0"/>
                      </a:lnTo>
                      <a:cubicBezTo>
                        <a:pt x="57087" y="0"/>
                        <a:pt x="62702" y="5614"/>
                        <a:pt x="62702" y="12540"/>
                      </a:cubicBezTo>
                      <a:cubicBezTo>
                        <a:pt x="62702" y="19466"/>
                        <a:pt x="57087" y="25081"/>
                        <a:pt x="50161"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3" name="Freeform 180">
                  <a:extLst>
                    <a:ext uri="{FF2B5EF4-FFF2-40B4-BE49-F238E27FC236}">
                      <a16:creationId xmlns:a16="http://schemas.microsoft.com/office/drawing/2014/main" id="{85623701-8F32-4BA3-6860-88F4CBDD212C}"/>
                    </a:ext>
                  </a:extLst>
                </p:cNvPr>
                <p:cNvSpPr/>
                <p:nvPr/>
              </p:nvSpPr>
              <p:spPr>
                <a:xfrm>
                  <a:off x="791413" y="2198196"/>
                  <a:ext cx="161550" cy="76668"/>
                </a:xfrm>
                <a:custGeom>
                  <a:avLst/>
                  <a:gdLst>
                    <a:gd name="connsiteX0" fmla="*/ 149011 w 161550"/>
                    <a:gd name="connsiteY0" fmla="*/ 76669 h 76668"/>
                    <a:gd name="connsiteX1" fmla="*/ 12540 w 161550"/>
                    <a:gd name="connsiteY1" fmla="*/ 76669 h 76668"/>
                    <a:gd name="connsiteX2" fmla="*/ 0 w 161550"/>
                    <a:gd name="connsiteY2" fmla="*/ 64128 h 76668"/>
                    <a:gd name="connsiteX3" fmla="*/ 12540 w 161550"/>
                    <a:gd name="connsiteY3" fmla="*/ 51588 h 76668"/>
                    <a:gd name="connsiteX4" fmla="*/ 136470 w 161550"/>
                    <a:gd name="connsiteY4" fmla="*/ 51588 h 76668"/>
                    <a:gd name="connsiteX5" fmla="*/ 136470 w 161550"/>
                    <a:gd name="connsiteY5" fmla="*/ 12540 h 76668"/>
                    <a:gd name="connsiteX6" fmla="*/ 149011 w 161550"/>
                    <a:gd name="connsiteY6" fmla="*/ 0 h 76668"/>
                    <a:gd name="connsiteX7" fmla="*/ 161551 w 161550"/>
                    <a:gd name="connsiteY7" fmla="*/ 12540 h 76668"/>
                    <a:gd name="connsiteX8" fmla="*/ 161551 w 161550"/>
                    <a:gd name="connsiteY8" fmla="*/ 64128 h 76668"/>
                    <a:gd name="connsiteX9" fmla="*/ 149011 w 161550"/>
                    <a:gd name="connsiteY9" fmla="*/ 76669 h 7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550" h="76668">
                      <a:moveTo>
                        <a:pt x="149011" y="76669"/>
                      </a:moveTo>
                      <a:lnTo>
                        <a:pt x="12540" y="76669"/>
                      </a:lnTo>
                      <a:cubicBezTo>
                        <a:pt x="5614" y="76669"/>
                        <a:pt x="0" y="71054"/>
                        <a:pt x="0" y="64128"/>
                      </a:cubicBezTo>
                      <a:cubicBezTo>
                        <a:pt x="0" y="57203"/>
                        <a:pt x="5614" y="51588"/>
                        <a:pt x="12540" y="51588"/>
                      </a:cubicBezTo>
                      <a:lnTo>
                        <a:pt x="136470" y="51588"/>
                      </a:lnTo>
                      <a:lnTo>
                        <a:pt x="136470" y="12540"/>
                      </a:lnTo>
                      <a:cubicBezTo>
                        <a:pt x="136470" y="5615"/>
                        <a:pt x="142085" y="0"/>
                        <a:pt x="149011" y="0"/>
                      </a:cubicBezTo>
                      <a:cubicBezTo>
                        <a:pt x="155936" y="0"/>
                        <a:pt x="161551" y="5615"/>
                        <a:pt x="161551" y="12540"/>
                      </a:cubicBezTo>
                      <a:lnTo>
                        <a:pt x="161551" y="64128"/>
                      </a:lnTo>
                      <a:cubicBezTo>
                        <a:pt x="161551" y="71054"/>
                        <a:pt x="155936" y="76669"/>
                        <a:pt x="149011" y="76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4" name="Freeform 181">
                  <a:extLst>
                    <a:ext uri="{FF2B5EF4-FFF2-40B4-BE49-F238E27FC236}">
                      <a16:creationId xmlns:a16="http://schemas.microsoft.com/office/drawing/2014/main" id="{E7391E23-1A50-B3C1-1F65-677AF861EE16}"/>
                    </a:ext>
                  </a:extLst>
                </p:cNvPr>
                <p:cNvSpPr/>
                <p:nvPr/>
              </p:nvSpPr>
              <p:spPr>
                <a:xfrm>
                  <a:off x="890683" y="2123775"/>
                  <a:ext cx="99480" cy="99501"/>
                </a:xfrm>
                <a:custGeom>
                  <a:avLst/>
                  <a:gdLst>
                    <a:gd name="connsiteX0" fmla="*/ 49740 w 99480"/>
                    <a:gd name="connsiteY0" fmla="*/ 99502 h 99501"/>
                    <a:gd name="connsiteX1" fmla="*/ 40868 w 99480"/>
                    <a:gd name="connsiteY1" fmla="*/ 95834 h 99501"/>
                    <a:gd name="connsiteX2" fmla="*/ 3670 w 99480"/>
                    <a:gd name="connsiteY2" fmla="*/ 58620 h 99501"/>
                    <a:gd name="connsiteX3" fmla="*/ 3670 w 99480"/>
                    <a:gd name="connsiteY3" fmla="*/ 40891 h 99501"/>
                    <a:gd name="connsiteX4" fmla="*/ 40868 w 99480"/>
                    <a:gd name="connsiteY4" fmla="*/ 3678 h 99501"/>
                    <a:gd name="connsiteX5" fmla="*/ 58603 w 99480"/>
                    <a:gd name="connsiteY5" fmla="*/ 3668 h 99501"/>
                    <a:gd name="connsiteX6" fmla="*/ 58613 w 99480"/>
                    <a:gd name="connsiteY6" fmla="*/ 3678 h 99501"/>
                    <a:gd name="connsiteX7" fmla="*/ 95811 w 99480"/>
                    <a:gd name="connsiteY7" fmla="*/ 40891 h 99501"/>
                    <a:gd name="connsiteX8" fmla="*/ 95811 w 99480"/>
                    <a:gd name="connsiteY8" fmla="*/ 58620 h 99501"/>
                    <a:gd name="connsiteX9" fmla="*/ 58613 w 99480"/>
                    <a:gd name="connsiteY9" fmla="*/ 95834 h 99501"/>
                    <a:gd name="connsiteX10" fmla="*/ 49740 w 99480"/>
                    <a:gd name="connsiteY10" fmla="*/ 99502 h 99501"/>
                    <a:gd name="connsiteX11" fmla="*/ 30272 w 99480"/>
                    <a:gd name="connsiteY11" fmla="*/ 49748 h 99501"/>
                    <a:gd name="connsiteX12" fmla="*/ 49740 w 99480"/>
                    <a:gd name="connsiteY12" fmla="*/ 69233 h 99501"/>
                    <a:gd name="connsiteX13" fmla="*/ 69209 w 99480"/>
                    <a:gd name="connsiteY13" fmla="*/ 49748 h 99501"/>
                    <a:gd name="connsiteX14" fmla="*/ 49740 w 99480"/>
                    <a:gd name="connsiteY14" fmla="*/ 30279 h 9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480" h="99501">
                      <a:moveTo>
                        <a:pt x="49740" y="99502"/>
                      </a:moveTo>
                      <a:cubicBezTo>
                        <a:pt x="46414" y="99505"/>
                        <a:pt x="43223" y="98185"/>
                        <a:pt x="40868" y="95834"/>
                      </a:cubicBezTo>
                      <a:lnTo>
                        <a:pt x="3670" y="58620"/>
                      </a:lnTo>
                      <a:cubicBezTo>
                        <a:pt x="-1223" y="53724"/>
                        <a:pt x="-1223" y="45788"/>
                        <a:pt x="3670" y="40891"/>
                      </a:cubicBezTo>
                      <a:lnTo>
                        <a:pt x="40868" y="3678"/>
                      </a:lnTo>
                      <a:cubicBezTo>
                        <a:pt x="45762" y="-1222"/>
                        <a:pt x="53703" y="-1227"/>
                        <a:pt x="58603" y="3668"/>
                      </a:cubicBezTo>
                      <a:cubicBezTo>
                        <a:pt x="58607" y="3671"/>
                        <a:pt x="58610" y="3675"/>
                        <a:pt x="58613" y="3678"/>
                      </a:cubicBezTo>
                      <a:lnTo>
                        <a:pt x="95811" y="40891"/>
                      </a:lnTo>
                      <a:cubicBezTo>
                        <a:pt x="100704" y="45788"/>
                        <a:pt x="100704" y="53724"/>
                        <a:pt x="95811" y="58620"/>
                      </a:cubicBezTo>
                      <a:lnTo>
                        <a:pt x="58613" y="95834"/>
                      </a:lnTo>
                      <a:cubicBezTo>
                        <a:pt x="56258" y="98185"/>
                        <a:pt x="53067" y="99505"/>
                        <a:pt x="49740" y="99502"/>
                      </a:cubicBezTo>
                      <a:close/>
                      <a:moveTo>
                        <a:pt x="30272" y="49748"/>
                      </a:moveTo>
                      <a:lnTo>
                        <a:pt x="49740" y="69233"/>
                      </a:lnTo>
                      <a:lnTo>
                        <a:pt x="69209" y="49748"/>
                      </a:lnTo>
                      <a:lnTo>
                        <a:pt x="49740" y="30279"/>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5" name="Freeform 182">
                  <a:extLst>
                    <a:ext uri="{FF2B5EF4-FFF2-40B4-BE49-F238E27FC236}">
                      <a16:creationId xmlns:a16="http://schemas.microsoft.com/office/drawing/2014/main" id="{82B66412-47CC-D425-BA8C-6E24D4A0E1BF}"/>
                    </a:ext>
                  </a:extLst>
                </p:cNvPr>
                <p:cNvSpPr/>
                <p:nvPr/>
              </p:nvSpPr>
              <p:spPr>
                <a:xfrm>
                  <a:off x="786397" y="2040956"/>
                  <a:ext cx="158321" cy="66181"/>
                </a:xfrm>
                <a:custGeom>
                  <a:avLst/>
                  <a:gdLst>
                    <a:gd name="connsiteX0" fmla="*/ 145781 w 158321"/>
                    <a:gd name="connsiteY0" fmla="*/ 66182 h 66181"/>
                    <a:gd name="connsiteX1" fmla="*/ 12540 w 158321"/>
                    <a:gd name="connsiteY1" fmla="*/ 66182 h 66181"/>
                    <a:gd name="connsiteX2" fmla="*/ 0 w 158321"/>
                    <a:gd name="connsiteY2" fmla="*/ 53641 h 66181"/>
                    <a:gd name="connsiteX3" fmla="*/ 0 w 158321"/>
                    <a:gd name="connsiteY3" fmla="*/ 12540 h 66181"/>
                    <a:gd name="connsiteX4" fmla="*/ 12540 w 158321"/>
                    <a:gd name="connsiteY4" fmla="*/ 0 h 66181"/>
                    <a:gd name="connsiteX5" fmla="*/ 145781 w 158321"/>
                    <a:gd name="connsiteY5" fmla="*/ 0 h 66181"/>
                    <a:gd name="connsiteX6" fmla="*/ 158322 w 158321"/>
                    <a:gd name="connsiteY6" fmla="*/ 12540 h 66181"/>
                    <a:gd name="connsiteX7" fmla="*/ 158322 w 158321"/>
                    <a:gd name="connsiteY7" fmla="*/ 53641 h 66181"/>
                    <a:gd name="connsiteX8" fmla="*/ 145781 w 158321"/>
                    <a:gd name="connsiteY8" fmla="*/ 66182 h 66181"/>
                    <a:gd name="connsiteX9" fmla="*/ 25081 w 158321"/>
                    <a:gd name="connsiteY9" fmla="*/ 41101 h 66181"/>
                    <a:gd name="connsiteX10" fmla="*/ 133241 w 158321"/>
                    <a:gd name="connsiteY10" fmla="*/ 41101 h 66181"/>
                    <a:gd name="connsiteX11" fmla="*/ 133241 w 158321"/>
                    <a:gd name="connsiteY11" fmla="*/ 25081 h 66181"/>
                    <a:gd name="connsiteX12" fmla="*/ 25081 w 158321"/>
                    <a:gd name="connsiteY12" fmla="*/ 25081 h 6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321" h="66181">
                      <a:moveTo>
                        <a:pt x="145781" y="66182"/>
                      </a:moveTo>
                      <a:lnTo>
                        <a:pt x="12540" y="66182"/>
                      </a:lnTo>
                      <a:cubicBezTo>
                        <a:pt x="5614" y="66182"/>
                        <a:pt x="0" y="60567"/>
                        <a:pt x="0" y="53641"/>
                      </a:cubicBezTo>
                      <a:lnTo>
                        <a:pt x="0" y="12540"/>
                      </a:lnTo>
                      <a:cubicBezTo>
                        <a:pt x="0" y="5614"/>
                        <a:pt x="5614" y="0"/>
                        <a:pt x="12540" y="0"/>
                      </a:cubicBezTo>
                      <a:lnTo>
                        <a:pt x="145781" y="0"/>
                      </a:lnTo>
                      <a:cubicBezTo>
                        <a:pt x="152707" y="0"/>
                        <a:pt x="158322" y="5614"/>
                        <a:pt x="158322" y="12540"/>
                      </a:cubicBezTo>
                      <a:lnTo>
                        <a:pt x="158322" y="53641"/>
                      </a:lnTo>
                      <a:cubicBezTo>
                        <a:pt x="158322" y="60567"/>
                        <a:pt x="152707" y="66182"/>
                        <a:pt x="145781" y="66182"/>
                      </a:cubicBezTo>
                      <a:close/>
                      <a:moveTo>
                        <a:pt x="25081" y="41101"/>
                      </a:moveTo>
                      <a:lnTo>
                        <a:pt x="133241" y="41101"/>
                      </a:lnTo>
                      <a:lnTo>
                        <a:pt x="133241" y="25081"/>
                      </a:lnTo>
                      <a:lnTo>
                        <a:pt x="25081" y="25081"/>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41" name="Group 40">
            <a:extLst>
              <a:ext uri="{FF2B5EF4-FFF2-40B4-BE49-F238E27FC236}">
                <a16:creationId xmlns:a16="http://schemas.microsoft.com/office/drawing/2014/main" id="{0DDD94EF-6A76-03CE-1775-1E14CC1037C6}"/>
              </a:ext>
            </a:extLst>
          </p:cNvPr>
          <p:cNvGrpSpPr/>
          <p:nvPr/>
        </p:nvGrpSpPr>
        <p:grpSpPr>
          <a:xfrm>
            <a:off x="10667997" y="-3"/>
            <a:ext cx="1143475" cy="828677"/>
            <a:chOff x="10667997" y="-3"/>
            <a:chExt cx="1143475" cy="828677"/>
          </a:xfrm>
        </p:grpSpPr>
        <p:sp>
          <p:nvSpPr>
            <p:cNvPr id="448" name="Round Same-side Corner of Rectangle 3">
              <a:extLst>
                <a:ext uri="{FF2B5EF4-FFF2-40B4-BE49-F238E27FC236}">
                  <a16:creationId xmlns:a16="http://schemas.microsoft.com/office/drawing/2014/main" id="{27267A36-8F71-853C-96C8-1BB554A6DB69}"/>
                </a:ext>
              </a:extLst>
            </p:cNvPr>
            <p:cNvSpPr/>
            <p:nvPr/>
          </p:nvSpPr>
          <p:spPr>
            <a:xfrm rot="10800000">
              <a:off x="10667997" y="-3"/>
              <a:ext cx="1143475" cy="828677"/>
            </a:xfrm>
            <a:prstGeom prst="round2SameRect">
              <a:avLst/>
            </a:prstGeom>
            <a:solidFill>
              <a:schemeClr val="bg1"/>
            </a:solidFill>
            <a:ln>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449" name="Picture 448">
              <a:extLst>
                <a:ext uri="{FF2B5EF4-FFF2-40B4-BE49-F238E27FC236}">
                  <a16:creationId xmlns:a16="http://schemas.microsoft.com/office/drawing/2014/main" id="{CE8DD491-2986-6EA2-556B-32179649CE32}"/>
                </a:ext>
              </a:extLst>
            </p:cNvPr>
            <p:cNvPicPr>
              <a:picLocks noChangeAspect="1"/>
            </p:cNvPicPr>
            <p:nvPr/>
          </p:nvPicPr>
          <p:blipFill>
            <a:blip r:embed="rId6" cstate="email">
              <a:extLst>
                <a:ext uri="{28A0092B-C50C-407E-A947-70E740481C1C}">
                  <a14:useLocalDpi xmlns:a14="http://schemas.microsoft.com/office/drawing/2010/main"/>
                </a:ext>
              </a:extLst>
            </a:blip>
            <a:srcRect/>
            <a:stretch/>
          </p:blipFill>
          <p:spPr>
            <a:xfrm>
              <a:off x="10957794" y="135851"/>
              <a:ext cx="563880" cy="563880"/>
            </a:xfrm>
            <a:prstGeom prst="rect">
              <a:avLst/>
            </a:prstGeom>
          </p:spPr>
        </p:pic>
      </p:grpSp>
      <p:sp>
        <p:nvSpPr>
          <p:cNvPr id="450" name="Rectangle: Rounded Corners 449">
            <a:extLst>
              <a:ext uri="{FF2B5EF4-FFF2-40B4-BE49-F238E27FC236}">
                <a16:creationId xmlns:a16="http://schemas.microsoft.com/office/drawing/2014/main" id="{D086B9E9-B503-28CF-9644-DCDBC6415F09}"/>
              </a:ext>
            </a:extLst>
          </p:cNvPr>
          <p:cNvSpPr/>
          <p:nvPr/>
        </p:nvSpPr>
        <p:spPr>
          <a:xfrm rot="5400000">
            <a:off x="9671694" y="4520463"/>
            <a:ext cx="220778" cy="2483261"/>
          </a:xfrm>
          <a:prstGeom prst="roundRect">
            <a:avLst/>
          </a:prstGeom>
          <a:solidFill>
            <a:schemeClr val="accent6"/>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a:r>
              <a:rPr lang="en-US" sz="800" b="1">
                <a:solidFill>
                  <a:srgbClr val="3C3C3C"/>
                </a:solidFill>
                <a:latin typeface="Century Gothic" panose="020F0302020204030204"/>
              </a:rPr>
              <a:t>Transition to support organization</a:t>
            </a:r>
          </a:p>
        </p:txBody>
      </p:sp>
    </p:spTree>
    <p:extLst>
      <p:ext uri="{BB962C8B-B14F-4D97-AF65-F5344CB8AC3E}">
        <p14:creationId xmlns:p14="http://schemas.microsoft.com/office/powerpoint/2010/main" val="151000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4" name="Rectangle 723">
            <a:extLst>
              <a:ext uri="{FF2B5EF4-FFF2-40B4-BE49-F238E27FC236}">
                <a16:creationId xmlns:a16="http://schemas.microsoft.com/office/drawing/2014/main" id="{8C5DFCE0-9B1F-6868-197B-3F62E78C1828}"/>
              </a:ext>
            </a:extLst>
          </p:cNvPr>
          <p:cNvSpPr/>
          <p:nvPr/>
        </p:nvSpPr>
        <p:spPr>
          <a:xfrm>
            <a:off x="1364" y="535696"/>
            <a:ext cx="12190635" cy="914400"/>
          </a:xfrm>
          <a:prstGeom prst="rect">
            <a:avLst/>
          </a:prstGeom>
          <a:gradFill>
            <a:gsLst>
              <a:gs pos="63000">
                <a:schemeClr val="bg1">
                  <a:lumMod val="95000"/>
                </a:schemeClr>
              </a:gs>
              <a:gs pos="13000">
                <a:schemeClr val="bg1">
                  <a:lumMod val="95000"/>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6" name="Title 5">
            <a:extLst>
              <a:ext uri="{FF2B5EF4-FFF2-40B4-BE49-F238E27FC236}">
                <a16:creationId xmlns:a16="http://schemas.microsoft.com/office/drawing/2014/main" id="{90A9A899-875F-4BBE-9063-F9C6572335C6}"/>
              </a:ext>
            </a:extLst>
          </p:cNvPr>
          <p:cNvSpPr>
            <a:spLocks noGrp="1"/>
          </p:cNvSpPr>
          <p:nvPr>
            <p:ph type="ctrTitle"/>
          </p:nvPr>
        </p:nvSpPr>
        <p:spPr/>
        <p:txBody>
          <a:bodyPr/>
          <a:lstStyle/>
          <a:p>
            <a:r>
              <a:rPr lang="en-US"/>
              <a:t>outcomes</a:t>
            </a:r>
          </a:p>
        </p:txBody>
      </p:sp>
      <p:sp>
        <p:nvSpPr>
          <p:cNvPr id="223" name="Rectangle: Rounded Corners 222">
            <a:extLst>
              <a:ext uri="{FF2B5EF4-FFF2-40B4-BE49-F238E27FC236}">
                <a16:creationId xmlns:a16="http://schemas.microsoft.com/office/drawing/2014/main" id="{98824FD1-BA94-69EF-EC81-5851C584A7E0}"/>
              </a:ext>
            </a:extLst>
          </p:cNvPr>
          <p:cNvSpPr/>
          <p:nvPr/>
        </p:nvSpPr>
        <p:spPr>
          <a:xfrm>
            <a:off x="9195699" y="3112596"/>
            <a:ext cx="1770646" cy="1354217"/>
          </a:xfrm>
          <a:prstGeom prst="roundRect">
            <a:avLst>
              <a:gd name="adj" fmla="val 0"/>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wrap="square" lIns="0" tIns="0" rIns="0" bIns="0" rtlCol="0" anchor="t">
            <a:spAutoFit/>
          </a:bodyPr>
          <a:lstStyle/>
          <a:p>
            <a:pPr>
              <a:spcAft>
                <a:spcPts val="600"/>
              </a:spcAft>
            </a:pPr>
            <a:r>
              <a:rPr lang="en-GB" sz="1100" b="1">
                <a:solidFill>
                  <a:schemeClr val="tx2"/>
                </a:solidFill>
              </a:rPr>
              <a:t>Deploy</a:t>
            </a:r>
          </a:p>
          <a:p>
            <a:pPr>
              <a:spcAft>
                <a:spcPts val="600"/>
              </a:spcAft>
            </a:pPr>
            <a:r>
              <a:rPr lang="en-US" sz="800">
                <a:solidFill>
                  <a:schemeClr val="tx1"/>
                </a:solidFill>
              </a:rPr>
              <a:t>At the end of the Deploy phase, the business is ready to start using the solutions. They have validated the processes, and the organization has been trained in the new system.</a:t>
            </a:r>
            <a:br>
              <a:rPr lang="en-US" sz="800">
                <a:solidFill>
                  <a:schemeClr val="tx1"/>
                </a:solidFill>
              </a:rPr>
            </a:br>
            <a:r>
              <a:rPr lang="en-US" sz="800">
                <a:solidFill>
                  <a:schemeClr val="tx1"/>
                </a:solidFill>
              </a:rPr>
              <a:t>The affected sites are ready with any new equipment or processes. The go-live happens!</a:t>
            </a:r>
          </a:p>
        </p:txBody>
      </p:sp>
      <p:sp>
        <p:nvSpPr>
          <p:cNvPr id="224" name="Rectangle: Rounded Corners 223">
            <a:extLst>
              <a:ext uri="{FF2B5EF4-FFF2-40B4-BE49-F238E27FC236}">
                <a16:creationId xmlns:a16="http://schemas.microsoft.com/office/drawing/2014/main" id="{F6F816FD-1F14-6FBD-7932-EBDE738CEA2C}"/>
              </a:ext>
            </a:extLst>
          </p:cNvPr>
          <p:cNvSpPr/>
          <p:nvPr/>
        </p:nvSpPr>
        <p:spPr>
          <a:xfrm>
            <a:off x="11112649" y="3112596"/>
            <a:ext cx="985465" cy="1354217"/>
          </a:xfrm>
          <a:prstGeom prst="roundRect">
            <a:avLst>
              <a:gd name="adj" fmla="val 0"/>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wrap="square" lIns="0" tIns="0" rIns="0" bIns="0" rtlCol="0" anchor="t">
            <a:spAutoFit/>
          </a:bodyPr>
          <a:lstStyle/>
          <a:p>
            <a:pPr>
              <a:spcAft>
                <a:spcPts val="600"/>
              </a:spcAft>
            </a:pPr>
            <a:r>
              <a:rPr lang="en-GB" sz="1100" b="1">
                <a:solidFill>
                  <a:schemeClr val="tx2"/>
                </a:solidFill>
              </a:rPr>
              <a:t>Run</a:t>
            </a:r>
          </a:p>
          <a:p>
            <a:pPr>
              <a:spcAft>
                <a:spcPts val="600"/>
              </a:spcAft>
            </a:pPr>
            <a:r>
              <a:rPr lang="en-US" sz="800">
                <a:solidFill>
                  <a:schemeClr val="tx1"/>
                </a:solidFill>
              </a:rPr>
              <a:t>The Go live and hypercare are closed. The operation and support of the system is now transferred to the support organization.</a:t>
            </a:r>
          </a:p>
        </p:txBody>
      </p:sp>
      <p:sp>
        <p:nvSpPr>
          <p:cNvPr id="225" name="Rectangle: Rounded Corners 224">
            <a:extLst>
              <a:ext uri="{FF2B5EF4-FFF2-40B4-BE49-F238E27FC236}">
                <a16:creationId xmlns:a16="http://schemas.microsoft.com/office/drawing/2014/main" id="{978E3E35-F6CC-6FCA-4EF3-61970594EC9E}"/>
              </a:ext>
            </a:extLst>
          </p:cNvPr>
          <p:cNvSpPr/>
          <p:nvPr/>
        </p:nvSpPr>
        <p:spPr>
          <a:xfrm>
            <a:off x="4787334" y="3112596"/>
            <a:ext cx="4256818" cy="738664"/>
          </a:xfrm>
          <a:prstGeom prst="roundRect">
            <a:avLst>
              <a:gd name="adj" fmla="val 0"/>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wrap="square" lIns="0" tIns="0" rIns="0" bIns="0" rtlCol="0" anchor="t">
            <a:spAutoFit/>
          </a:bodyPr>
          <a:lstStyle/>
          <a:p>
            <a:pPr>
              <a:spcAft>
                <a:spcPts val="600"/>
              </a:spcAft>
            </a:pPr>
            <a:r>
              <a:rPr lang="en-GB" sz="1100" b="1">
                <a:solidFill>
                  <a:schemeClr val="tx2"/>
                </a:solidFill>
              </a:rPr>
              <a:t>Execute</a:t>
            </a:r>
          </a:p>
          <a:p>
            <a:pPr>
              <a:spcAft>
                <a:spcPts val="600"/>
              </a:spcAft>
            </a:pPr>
            <a:r>
              <a:rPr lang="en-US" sz="800">
                <a:solidFill>
                  <a:schemeClr val="tx1"/>
                </a:solidFill>
              </a:rPr>
              <a:t>At the end of the Execute phase, you will have an integrated solution that is built to meet the defined scope. You will have undergone system integration testing, and data migration loads. In addition, the teams are ready to execute training and change activity to prepare the organization for the upcoming deployments.</a:t>
            </a:r>
          </a:p>
        </p:txBody>
      </p:sp>
      <p:sp>
        <p:nvSpPr>
          <p:cNvPr id="226" name="Rectangle: Rounded Corners 225">
            <a:extLst>
              <a:ext uri="{FF2B5EF4-FFF2-40B4-BE49-F238E27FC236}">
                <a16:creationId xmlns:a16="http://schemas.microsoft.com/office/drawing/2014/main" id="{5A61DA5E-4C86-C376-1000-D4CF2C342C71}"/>
              </a:ext>
            </a:extLst>
          </p:cNvPr>
          <p:cNvSpPr/>
          <p:nvPr/>
        </p:nvSpPr>
        <p:spPr>
          <a:xfrm>
            <a:off x="2489910" y="3112596"/>
            <a:ext cx="2143569" cy="1107996"/>
          </a:xfrm>
          <a:prstGeom prst="roundRect">
            <a:avLst>
              <a:gd name="adj" fmla="val 0"/>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wrap="square" lIns="0" tIns="0" rIns="0" bIns="0" rtlCol="0" anchor="t">
            <a:spAutoFit/>
          </a:bodyPr>
          <a:lstStyle/>
          <a:p>
            <a:pPr>
              <a:spcAft>
                <a:spcPts val="600"/>
              </a:spcAft>
            </a:pPr>
            <a:r>
              <a:rPr lang="en-GB" sz="1100" b="1">
                <a:solidFill>
                  <a:schemeClr val="tx2"/>
                </a:solidFill>
              </a:rPr>
              <a:t>Explore</a:t>
            </a:r>
          </a:p>
          <a:p>
            <a:pPr>
              <a:spcAft>
                <a:spcPts val="600"/>
              </a:spcAft>
            </a:pPr>
            <a:r>
              <a:rPr lang="en-US" sz="800">
                <a:solidFill>
                  <a:schemeClr val="tx1"/>
                </a:solidFill>
              </a:rPr>
              <a:t>A completed confirmation of the scope, and a high-level design that provide the necessary clarity around the detailed configuration and build activity that must be undertaken, including data transformation, and organizational change impacts.</a:t>
            </a:r>
          </a:p>
        </p:txBody>
      </p:sp>
      <p:sp>
        <p:nvSpPr>
          <p:cNvPr id="227" name="Rectangle: Rounded Corners 226">
            <a:extLst>
              <a:ext uri="{FF2B5EF4-FFF2-40B4-BE49-F238E27FC236}">
                <a16:creationId xmlns:a16="http://schemas.microsoft.com/office/drawing/2014/main" id="{5F02720D-8E8B-7A48-8B67-71C848388D73}"/>
              </a:ext>
            </a:extLst>
          </p:cNvPr>
          <p:cNvSpPr/>
          <p:nvPr/>
        </p:nvSpPr>
        <p:spPr>
          <a:xfrm>
            <a:off x="1161367" y="3112596"/>
            <a:ext cx="1160883" cy="2169825"/>
          </a:xfrm>
          <a:prstGeom prst="roundRect">
            <a:avLst>
              <a:gd name="adj" fmla="val 0"/>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wrap="square" lIns="0" tIns="0" rIns="0" bIns="0" rtlCol="0" anchor="t">
            <a:spAutoFit/>
          </a:bodyPr>
          <a:lstStyle/>
          <a:p>
            <a:pPr>
              <a:spcAft>
                <a:spcPts val="600"/>
              </a:spcAft>
            </a:pPr>
            <a:r>
              <a:rPr lang="en-GB" sz="1100" b="1">
                <a:solidFill>
                  <a:schemeClr val="tx2"/>
                </a:solidFill>
              </a:rPr>
              <a:t>Initiate</a:t>
            </a:r>
          </a:p>
          <a:p>
            <a:pPr>
              <a:spcAft>
                <a:spcPts val="600"/>
              </a:spcAft>
            </a:pPr>
            <a:r>
              <a:rPr lang="en-US" sz="800">
                <a:solidFill>
                  <a:schemeClr val="tx1"/>
                </a:solidFill>
              </a:rPr>
              <a:t>Mobilize the project team and establish project governance and ways of working. This phase also ensured that the scope has been decomposed, and the Explore phase is ready to go. </a:t>
            </a:r>
          </a:p>
          <a:p>
            <a:pPr>
              <a:spcAft>
                <a:spcPts val="600"/>
              </a:spcAft>
            </a:pPr>
            <a:r>
              <a:rPr lang="en-US" sz="800">
                <a:solidFill>
                  <a:schemeClr val="tx1"/>
                </a:solidFill>
              </a:rPr>
              <a:t>The project team and business are aware of how the next phase will be conducted and what the expectations are for them.</a:t>
            </a:r>
          </a:p>
        </p:txBody>
      </p:sp>
      <p:sp>
        <p:nvSpPr>
          <p:cNvPr id="228" name="Rectangle: Rounded Corners 227">
            <a:extLst>
              <a:ext uri="{FF2B5EF4-FFF2-40B4-BE49-F238E27FC236}">
                <a16:creationId xmlns:a16="http://schemas.microsoft.com/office/drawing/2014/main" id="{D41AF510-859F-D556-B507-DDBE0C6D2FCD}"/>
              </a:ext>
            </a:extLst>
          </p:cNvPr>
          <p:cNvSpPr/>
          <p:nvPr/>
        </p:nvSpPr>
        <p:spPr>
          <a:xfrm>
            <a:off x="93885" y="3112596"/>
            <a:ext cx="905489" cy="1231106"/>
          </a:xfrm>
          <a:prstGeom prst="roundRect">
            <a:avLst>
              <a:gd name="adj" fmla="val 0"/>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wrap="square" lIns="0" tIns="0" rIns="0" bIns="0" rtlCol="0" anchor="t">
            <a:spAutoFit/>
          </a:bodyPr>
          <a:lstStyle/>
          <a:p>
            <a:pPr>
              <a:spcAft>
                <a:spcPts val="600"/>
              </a:spcAft>
            </a:pPr>
            <a:r>
              <a:rPr lang="en-GB" sz="1100" b="1">
                <a:solidFill>
                  <a:schemeClr val="tx2"/>
                </a:solidFill>
              </a:rPr>
              <a:t>Pre-project</a:t>
            </a:r>
          </a:p>
          <a:p>
            <a:pPr>
              <a:spcAft>
                <a:spcPts val="600"/>
              </a:spcAft>
            </a:pPr>
            <a:r>
              <a:rPr lang="en-US" sz="800">
                <a:solidFill>
                  <a:schemeClr val="tx1"/>
                </a:solidFill>
              </a:rPr>
              <a:t>Determine the business value, benefits and project scope to plan the project in detail with achievable and clear outcomes.</a:t>
            </a:r>
          </a:p>
        </p:txBody>
      </p:sp>
      <p:sp>
        <p:nvSpPr>
          <p:cNvPr id="240" name="Rectangle: Rounded Corners 239">
            <a:extLst>
              <a:ext uri="{FF2B5EF4-FFF2-40B4-BE49-F238E27FC236}">
                <a16:creationId xmlns:a16="http://schemas.microsoft.com/office/drawing/2014/main" id="{1D49E2BC-DC0E-AC30-F9BE-4C5DDC51369D}"/>
              </a:ext>
            </a:extLst>
          </p:cNvPr>
          <p:cNvSpPr/>
          <p:nvPr/>
        </p:nvSpPr>
        <p:spPr>
          <a:xfrm>
            <a:off x="93885" y="2889598"/>
            <a:ext cx="612000" cy="180000"/>
          </a:xfrm>
          <a:prstGeom prst="roundRect">
            <a:avLst>
              <a:gd name="adj" fmla="val 50000"/>
            </a:avLst>
          </a:prstGeom>
          <a:solidFill>
            <a:schemeClr val="accent2"/>
          </a:solidFill>
          <a:ln>
            <a:noFill/>
          </a:ln>
          <a:effectLst>
            <a:outerShdw blurRad="101600" dist="38100" dir="2700000" algn="tl" rotWithShape="0">
              <a:prstClr val="black">
                <a:alpha val="15000"/>
              </a:prstClr>
            </a:outerShdw>
          </a:effectLst>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en-MY" sz="800" b="1"/>
              <a:t>Outcome</a:t>
            </a:r>
          </a:p>
        </p:txBody>
      </p:sp>
      <p:sp>
        <p:nvSpPr>
          <p:cNvPr id="247" name="Rectangle: Rounded Corners 246">
            <a:extLst>
              <a:ext uri="{FF2B5EF4-FFF2-40B4-BE49-F238E27FC236}">
                <a16:creationId xmlns:a16="http://schemas.microsoft.com/office/drawing/2014/main" id="{F2838608-0B37-E2DE-1525-471691CFEBF2}"/>
              </a:ext>
            </a:extLst>
          </p:cNvPr>
          <p:cNvSpPr/>
          <p:nvPr/>
        </p:nvSpPr>
        <p:spPr>
          <a:xfrm>
            <a:off x="1161368" y="2889598"/>
            <a:ext cx="612000" cy="180000"/>
          </a:xfrm>
          <a:prstGeom prst="roundRect">
            <a:avLst>
              <a:gd name="adj" fmla="val 50000"/>
            </a:avLst>
          </a:prstGeom>
          <a:solidFill>
            <a:schemeClr val="accent2"/>
          </a:solidFill>
          <a:ln>
            <a:noFill/>
          </a:ln>
          <a:effectLst>
            <a:outerShdw blurRad="101600" dist="38100" dir="2700000" algn="tl" rotWithShape="0">
              <a:prstClr val="black">
                <a:alpha val="15000"/>
              </a:prstClr>
            </a:outerShdw>
          </a:effectLst>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en-MY" sz="800" b="1"/>
              <a:t>Outcome</a:t>
            </a:r>
          </a:p>
        </p:txBody>
      </p:sp>
      <p:sp>
        <p:nvSpPr>
          <p:cNvPr id="248" name="Rectangle: Rounded Corners 247">
            <a:extLst>
              <a:ext uri="{FF2B5EF4-FFF2-40B4-BE49-F238E27FC236}">
                <a16:creationId xmlns:a16="http://schemas.microsoft.com/office/drawing/2014/main" id="{4B496BC4-598E-A2C5-48B1-FC2FB9A9F1DF}"/>
              </a:ext>
            </a:extLst>
          </p:cNvPr>
          <p:cNvSpPr/>
          <p:nvPr/>
        </p:nvSpPr>
        <p:spPr>
          <a:xfrm>
            <a:off x="2489911" y="2889598"/>
            <a:ext cx="612000" cy="180000"/>
          </a:xfrm>
          <a:prstGeom prst="roundRect">
            <a:avLst>
              <a:gd name="adj" fmla="val 50000"/>
            </a:avLst>
          </a:prstGeom>
          <a:solidFill>
            <a:schemeClr val="accent2"/>
          </a:solidFill>
          <a:ln>
            <a:noFill/>
          </a:ln>
          <a:effectLst>
            <a:outerShdw blurRad="101600" dist="38100" dir="2700000" algn="tl" rotWithShape="0">
              <a:prstClr val="black">
                <a:alpha val="15000"/>
              </a:prstClr>
            </a:outerShdw>
          </a:effectLst>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en-MY" sz="800" b="1"/>
              <a:t>Outcome</a:t>
            </a:r>
          </a:p>
        </p:txBody>
      </p:sp>
      <p:sp>
        <p:nvSpPr>
          <p:cNvPr id="249" name="Rectangle: Rounded Corners 248">
            <a:extLst>
              <a:ext uri="{FF2B5EF4-FFF2-40B4-BE49-F238E27FC236}">
                <a16:creationId xmlns:a16="http://schemas.microsoft.com/office/drawing/2014/main" id="{C6A2F043-E42B-DB1B-AD7F-8ABDA1D8BCD6}"/>
              </a:ext>
            </a:extLst>
          </p:cNvPr>
          <p:cNvSpPr/>
          <p:nvPr/>
        </p:nvSpPr>
        <p:spPr>
          <a:xfrm>
            <a:off x="4787335" y="2889598"/>
            <a:ext cx="612000" cy="180000"/>
          </a:xfrm>
          <a:prstGeom prst="roundRect">
            <a:avLst>
              <a:gd name="adj" fmla="val 50000"/>
            </a:avLst>
          </a:prstGeom>
          <a:solidFill>
            <a:schemeClr val="accent2"/>
          </a:solidFill>
          <a:ln>
            <a:noFill/>
          </a:ln>
          <a:effectLst>
            <a:outerShdw blurRad="101600" dist="38100" dir="2700000" algn="tl" rotWithShape="0">
              <a:prstClr val="black">
                <a:alpha val="15000"/>
              </a:prstClr>
            </a:outerShdw>
          </a:effectLst>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en-MY" sz="800" b="1"/>
              <a:t>Outcome</a:t>
            </a:r>
          </a:p>
        </p:txBody>
      </p:sp>
      <p:sp>
        <p:nvSpPr>
          <p:cNvPr id="250" name="Rectangle: Rounded Corners 249">
            <a:extLst>
              <a:ext uri="{FF2B5EF4-FFF2-40B4-BE49-F238E27FC236}">
                <a16:creationId xmlns:a16="http://schemas.microsoft.com/office/drawing/2014/main" id="{27F29544-8B50-2642-5CF4-CDFD7434D767}"/>
              </a:ext>
            </a:extLst>
          </p:cNvPr>
          <p:cNvSpPr/>
          <p:nvPr/>
        </p:nvSpPr>
        <p:spPr>
          <a:xfrm>
            <a:off x="9195699" y="2889598"/>
            <a:ext cx="612000" cy="180000"/>
          </a:xfrm>
          <a:prstGeom prst="roundRect">
            <a:avLst>
              <a:gd name="adj" fmla="val 50000"/>
            </a:avLst>
          </a:prstGeom>
          <a:solidFill>
            <a:schemeClr val="accent2"/>
          </a:solidFill>
          <a:ln>
            <a:noFill/>
          </a:ln>
          <a:effectLst>
            <a:outerShdw blurRad="101600" dist="38100" dir="2700000" algn="tl" rotWithShape="0">
              <a:prstClr val="black">
                <a:alpha val="15000"/>
              </a:prstClr>
            </a:outerShdw>
          </a:effectLst>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en-MY" sz="800" b="1"/>
              <a:t>Outcome</a:t>
            </a:r>
          </a:p>
        </p:txBody>
      </p:sp>
      <p:sp>
        <p:nvSpPr>
          <p:cNvPr id="251" name="Rectangle: Rounded Corners 250">
            <a:extLst>
              <a:ext uri="{FF2B5EF4-FFF2-40B4-BE49-F238E27FC236}">
                <a16:creationId xmlns:a16="http://schemas.microsoft.com/office/drawing/2014/main" id="{15F7284F-3AEA-22B1-F5A8-A10DEC643789}"/>
              </a:ext>
            </a:extLst>
          </p:cNvPr>
          <p:cNvSpPr/>
          <p:nvPr/>
        </p:nvSpPr>
        <p:spPr>
          <a:xfrm>
            <a:off x="11112650" y="2889598"/>
            <a:ext cx="612000" cy="180000"/>
          </a:xfrm>
          <a:prstGeom prst="roundRect">
            <a:avLst>
              <a:gd name="adj" fmla="val 50000"/>
            </a:avLst>
          </a:prstGeom>
          <a:solidFill>
            <a:schemeClr val="accent2"/>
          </a:solidFill>
          <a:ln>
            <a:noFill/>
          </a:ln>
          <a:effectLst>
            <a:outerShdw blurRad="101600" dist="38100" dir="2700000" algn="tl" rotWithShape="0">
              <a:prstClr val="black">
                <a:alpha val="15000"/>
              </a:prstClr>
            </a:outerShdw>
          </a:effectLst>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en-MY" sz="800" b="1"/>
              <a:t>Outcome</a:t>
            </a:r>
          </a:p>
        </p:txBody>
      </p:sp>
      <p:cxnSp>
        <p:nvCxnSpPr>
          <p:cNvPr id="618" name="Straight Connector 617">
            <a:extLst>
              <a:ext uri="{FF2B5EF4-FFF2-40B4-BE49-F238E27FC236}">
                <a16:creationId xmlns:a16="http://schemas.microsoft.com/office/drawing/2014/main" id="{2386C422-B4F3-FBAB-B764-A5990527B170}"/>
              </a:ext>
            </a:extLst>
          </p:cNvPr>
          <p:cNvCxnSpPr>
            <a:cxnSpLocks/>
          </p:cNvCxnSpPr>
          <p:nvPr/>
        </p:nvCxnSpPr>
        <p:spPr>
          <a:xfrm>
            <a:off x="11064849" y="2735512"/>
            <a:ext cx="0" cy="2840535"/>
          </a:xfrm>
          <a:prstGeom prst="line">
            <a:avLst/>
          </a:prstGeom>
          <a:ln w="12700" cap="rnd">
            <a:solidFill>
              <a:schemeClr val="tx1"/>
            </a:solidFill>
            <a:prstDash val="sysDot"/>
            <a:round/>
            <a:tailEnd type="diamond"/>
          </a:ln>
        </p:spPr>
        <p:style>
          <a:lnRef idx="1">
            <a:schemeClr val="accent1"/>
          </a:lnRef>
          <a:fillRef idx="0">
            <a:schemeClr val="accent1"/>
          </a:fillRef>
          <a:effectRef idx="0">
            <a:schemeClr val="accent1"/>
          </a:effectRef>
          <a:fontRef idx="minor">
            <a:schemeClr val="tx1"/>
          </a:fontRef>
        </p:style>
      </p:cxnSp>
      <p:cxnSp>
        <p:nvCxnSpPr>
          <p:cNvPr id="619" name="Straight Connector 618">
            <a:extLst>
              <a:ext uri="{FF2B5EF4-FFF2-40B4-BE49-F238E27FC236}">
                <a16:creationId xmlns:a16="http://schemas.microsoft.com/office/drawing/2014/main" id="{5AC5E9A6-AAEE-92BE-C8D6-01F3C98DBAF2}"/>
              </a:ext>
            </a:extLst>
          </p:cNvPr>
          <p:cNvCxnSpPr>
            <a:cxnSpLocks/>
          </p:cNvCxnSpPr>
          <p:nvPr/>
        </p:nvCxnSpPr>
        <p:spPr>
          <a:xfrm>
            <a:off x="2428620" y="2735512"/>
            <a:ext cx="0" cy="2840535"/>
          </a:xfrm>
          <a:prstGeom prst="line">
            <a:avLst/>
          </a:prstGeom>
          <a:ln w="12700" cap="rnd">
            <a:solidFill>
              <a:schemeClr val="tx1"/>
            </a:solidFill>
            <a:prstDash val="sysDot"/>
            <a:round/>
            <a:tailEnd type="diamond"/>
          </a:ln>
        </p:spPr>
        <p:style>
          <a:lnRef idx="1">
            <a:schemeClr val="accent1"/>
          </a:lnRef>
          <a:fillRef idx="0">
            <a:schemeClr val="accent1"/>
          </a:fillRef>
          <a:effectRef idx="0">
            <a:schemeClr val="accent1"/>
          </a:effectRef>
          <a:fontRef idx="minor">
            <a:schemeClr val="tx1"/>
          </a:fontRef>
        </p:style>
      </p:cxnSp>
      <p:cxnSp>
        <p:nvCxnSpPr>
          <p:cNvPr id="620" name="Straight Connector 619">
            <a:extLst>
              <a:ext uri="{FF2B5EF4-FFF2-40B4-BE49-F238E27FC236}">
                <a16:creationId xmlns:a16="http://schemas.microsoft.com/office/drawing/2014/main" id="{0DBD63AB-CEDA-E3FC-F955-CEB1EF01DB43}"/>
              </a:ext>
            </a:extLst>
          </p:cNvPr>
          <p:cNvCxnSpPr>
            <a:cxnSpLocks/>
          </p:cNvCxnSpPr>
          <p:nvPr/>
        </p:nvCxnSpPr>
        <p:spPr>
          <a:xfrm>
            <a:off x="4739853" y="2735512"/>
            <a:ext cx="0" cy="2840535"/>
          </a:xfrm>
          <a:prstGeom prst="line">
            <a:avLst/>
          </a:prstGeom>
          <a:ln w="12700" cap="rnd">
            <a:solidFill>
              <a:schemeClr val="tx1"/>
            </a:solidFill>
            <a:prstDash val="sysDot"/>
            <a:round/>
            <a:tailEnd type="diamond"/>
          </a:ln>
        </p:spPr>
        <p:style>
          <a:lnRef idx="1">
            <a:schemeClr val="accent1"/>
          </a:lnRef>
          <a:fillRef idx="0">
            <a:schemeClr val="accent1"/>
          </a:fillRef>
          <a:effectRef idx="0">
            <a:schemeClr val="accent1"/>
          </a:effectRef>
          <a:fontRef idx="minor">
            <a:schemeClr val="tx1"/>
          </a:fontRef>
        </p:style>
      </p:cxnSp>
      <p:cxnSp>
        <p:nvCxnSpPr>
          <p:cNvPr id="621" name="Straight Connector 620">
            <a:extLst>
              <a:ext uri="{FF2B5EF4-FFF2-40B4-BE49-F238E27FC236}">
                <a16:creationId xmlns:a16="http://schemas.microsoft.com/office/drawing/2014/main" id="{E058E558-0A5B-9AE5-5214-98228C838638}"/>
              </a:ext>
            </a:extLst>
          </p:cNvPr>
          <p:cNvCxnSpPr>
            <a:cxnSpLocks/>
          </p:cNvCxnSpPr>
          <p:nvPr/>
        </p:nvCxnSpPr>
        <p:spPr>
          <a:xfrm>
            <a:off x="9150527" y="2735512"/>
            <a:ext cx="0" cy="2840535"/>
          </a:xfrm>
          <a:prstGeom prst="line">
            <a:avLst/>
          </a:prstGeom>
          <a:ln w="12700" cap="rnd">
            <a:solidFill>
              <a:schemeClr val="tx1"/>
            </a:solidFill>
            <a:prstDash val="sysDot"/>
            <a:round/>
            <a:tailEnd type="diamond"/>
          </a:ln>
        </p:spPr>
        <p:style>
          <a:lnRef idx="1">
            <a:schemeClr val="accent1"/>
          </a:lnRef>
          <a:fillRef idx="0">
            <a:schemeClr val="accent1"/>
          </a:fillRef>
          <a:effectRef idx="0">
            <a:schemeClr val="accent1"/>
          </a:effectRef>
          <a:fontRef idx="minor">
            <a:schemeClr val="tx1"/>
          </a:fontRef>
        </p:style>
      </p:cxnSp>
      <p:cxnSp>
        <p:nvCxnSpPr>
          <p:cNvPr id="622" name="Straight Connector 621">
            <a:extLst>
              <a:ext uri="{FF2B5EF4-FFF2-40B4-BE49-F238E27FC236}">
                <a16:creationId xmlns:a16="http://schemas.microsoft.com/office/drawing/2014/main" id="{35836A2F-FA69-408D-7356-4435C3C33C12}"/>
              </a:ext>
            </a:extLst>
          </p:cNvPr>
          <p:cNvCxnSpPr>
            <a:cxnSpLocks/>
          </p:cNvCxnSpPr>
          <p:nvPr/>
        </p:nvCxnSpPr>
        <p:spPr>
          <a:xfrm flipH="1">
            <a:off x="1094411" y="2735512"/>
            <a:ext cx="5667" cy="2840535"/>
          </a:xfrm>
          <a:prstGeom prst="line">
            <a:avLst/>
          </a:prstGeom>
          <a:ln w="12700" cap="rnd">
            <a:solidFill>
              <a:schemeClr val="tx1"/>
            </a:solidFill>
            <a:prstDash val="sysDot"/>
            <a:round/>
            <a:tailEnd type="diamond"/>
          </a:ln>
        </p:spPr>
        <p:style>
          <a:lnRef idx="1">
            <a:schemeClr val="accent1"/>
          </a:lnRef>
          <a:fillRef idx="0">
            <a:schemeClr val="accent1"/>
          </a:fillRef>
          <a:effectRef idx="0">
            <a:schemeClr val="accent1"/>
          </a:effectRef>
          <a:fontRef idx="minor">
            <a:schemeClr val="tx1"/>
          </a:fontRef>
        </p:style>
      </p:cxnSp>
      <p:grpSp>
        <p:nvGrpSpPr>
          <p:cNvPr id="624" name="Group 623">
            <a:extLst>
              <a:ext uri="{FF2B5EF4-FFF2-40B4-BE49-F238E27FC236}">
                <a16:creationId xmlns:a16="http://schemas.microsoft.com/office/drawing/2014/main" id="{DC2D8497-71E5-0444-E4D4-D15E8221D2C4}"/>
              </a:ext>
            </a:extLst>
          </p:cNvPr>
          <p:cNvGrpSpPr/>
          <p:nvPr/>
        </p:nvGrpSpPr>
        <p:grpSpPr>
          <a:xfrm>
            <a:off x="2428620" y="986748"/>
            <a:ext cx="9643932" cy="361520"/>
            <a:chOff x="1752680" y="1406433"/>
            <a:chExt cx="10319872" cy="361520"/>
          </a:xfrm>
        </p:grpSpPr>
        <p:cxnSp>
          <p:nvCxnSpPr>
            <p:cNvPr id="625" name="Straight Arrow Connector 624">
              <a:extLst>
                <a:ext uri="{FF2B5EF4-FFF2-40B4-BE49-F238E27FC236}">
                  <a16:creationId xmlns:a16="http://schemas.microsoft.com/office/drawing/2014/main" id="{92F381AF-C252-41EA-7AD9-CB07720AF4E8}"/>
                </a:ext>
              </a:extLst>
            </p:cNvPr>
            <p:cNvCxnSpPr>
              <a:cxnSpLocks/>
            </p:cNvCxnSpPr>
            <p:nvPr/>
          </p:nvCxnSpPr>
          <p:spPr>
            <a:xfrm>
              <a:off x="1752680" y="1602550"/>
              <a:ext cx="10319872" cy="0"/>
            </a:xfrm>
            <a:prstGeom prst="straightConnector1">
              <a:avLst/>
            </a:prstGeom>
            <a:ln w="19050">
              <a:solidFill>
                <a:schemeClr val="tx1"/>
              </a:solidFill>
              <a:headEnd type="diamond" w="lg" len="lg"/>
              <a:tailEnd type="triangle" w="lg" len="lg"/>
            </a:ln>
          </p:spPr>
          <p:style>
            <a:lnRef idx="1">
              <a:schemeClr val="accent1"/>
            </a:lnRef>
            <a:fillRef idx="0">
              <a:schemeClr val="accent1"/>
            </a:fillRef>
            <a:effectRef idx="0">
              <a:schemeClr val="accent1"/>
            </a:effectRef>
            <a:fontRef idx="minor">
              <a:schemeClr val="tx1"/>
            </a:fontRef>
          </p:style>
        </p:cxnSp>
        <p:sp>
          <p:nvSpPr>
            <p:cNvPr id="626" name="Arrow: Pentagon 115">
              <a:extLst>
                <a:ext uri="{FF2B5EF4-FFF2-40B4-BE49-F238E27FC236}">
                  <a16:creationId xmlns:a16="http://schemas.microsoft.com/office/drawing/2014/main" id="{574D08E2-6F4A-F9D0-2533-72B6C7A7B0BD}"/>
                </a:ext>
              </a:extLst>
            </p:cNvPr>
            <p:cNvSpPr/>
            <p:nvPr/>
          </p:nvSpPr>
          <p:spPr>
            <a:xfrm>
              <a:off x="6050080" y="1406433"/>
              <a:ext cx="1725072" cy="361520"/>
            </a:xfrm>
            <a:prstGeom prst="homePlate">
              <a:avLst>
                <a:gd name="adj" fmla="val 0"/>
              </a:avLst>
            </a:prstGeom>
            <a:solidFill>
              <a:schemeClr val="bg1">
                <a:lumMod val="95000"/>
              </a:schemeClr>
            </a:solidFill>
            <a:ln w="19050">
              <a:no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C3C3C"/>
                  </a:solidFill>
                  <a:effectLst/>
                  <a:uLnTx/>
                  <a:uFillTx/>
                  <a:latin typeface="Century Gothic" panose="020F0302020204030204"/>
                  <a:ea typeface="+mn-ea"/>
                  <a:cs typeface="+mn-cs"/>
                </a:rPr>
                <a:t>Monitor and Control</a:t>
              </a:r>
            </a:p>
          </p:txBody>
        </p:sp>
      </p:grpSp>
      <p:grpSp>
        <p:nvGrpSpPr>
          <p:cNvPr id="16" name="Group 15">
            <a:extLst>
              <a:ext uri="{FF2B5EF4-FFF2-40B4-BE49-F238E27FC236}">
                <a16:creationId xmlns:a16="http://schemas.microsoft.com/office/drawing/2014/main" id="{02EFBD97-EFFA-8D2B-8171-19FA9BA162B3}"/>
              </a:ext>
            </a:extLst>
          </p:cNvPr>
          <p:cNvGrpSpPr/>
          <p:nvPr/>
        </p:nvGrpSpPr>
        <p:grpSpPr>
          <a:xfrm>
            <a:off x="0" y="1362494"/>
            <a:ext cx="12192000" cy="964154"/>
            <a:chOff x="-16254" y="1362494"/>
            <a:chExt cx="12208254" cy="964154"/>
          </a:xfrm>
        </p:grpSpPr>
        <p:sp>
          <p:nvSpPr>
            <p:cNvPr id="17" name="Arrow: Chevron 283">
              <a:extLst>
                <a:ext uri="{FF2B5EF4-FFF2-40B4-BE49-F238E27FC236}">
                  <a16:creationId xmlns:a16="http://schemas.microsoft.com/office/drawing/2014/main" id="{2CC9C3A7-9009-F4C1-524C-52E17D31CF37}"/>
                </a:ext>
              </a:extLst>
            </p:cNvPr>
            <p:cNvSpPr/>
            <p:nvPr/>
          </p:nvSpPr>
          <p:spPr>
            <a:xfrm>
              <a:off x="10914976" y="1362494"/>
              <a:ext cx="1277024" cy="964154"/>
            </a:xfrm>
            <a:prstGeom prst="chevron">
              <a:avLst>
                <a:gd name="adj" fmla="val 0"/>
              </a:avLst>
            </a:prstGeom>
            <a:gradFill>
              <a:gsLst>
                <a:gs pos="1000">
                  <a:schemeClr val="accent3"/>
                </a:gs>
                <a:gs pos="99000">
                  <a:schemeClr val="accent3">
                    <a:lumMod val="75000"/>
                  </a:schemeClr>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20040" tIns="59436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Run</a:t>
              </a:r>
            </a:p>
          </p:txBody>
        </p:sp>
        <p:sp>
          <p:nvSpPr>
            <p:cNvPr id="18" name="Arrow: Chevron 278">
              <a:extLst>
                <a:ext uri="{FF2B5EF4-FFF2-40B4-BE49-F238E27FC236}">
                  <a16:creationId xmlns:a16="http://schemas.microsoft.com/office/drawing/2014/main" id="{74C5C8C5-DF68-F543-8BDA-8FB4D6568E09}"/>
                </a:ext>
              </a:extLst>
            </p:cNvPr>
            <p:cNvSpPr/>
            <p:nvPr/>
          </p:nvSpPr>
          <p:spPr>
            <a:xfrm>
              <a:off x="2419454" y="1362494"/>
              <a:ext cx="2604691" cy="964154"/>
            </a:xfrm>
            <a:prstGeom prst="chevron">
              <a:avLst>
                <a:gd name="adj" fmla="val 29545"/>
              </a:avLst>
            </a:prstGeom>
            <a:gradFill>
              <a:gsLst>
                <a:gs pos="100000">
                  <a:schemeClr val="bg2"/>
                </a:gs>
                <a:gs pos="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Explore</a:t>
              </a:r>
            </a:p>
          </p:txBody>
        </p:sp>
        <p:sp>
          <p:nvSpPr>
            <p:cNvPr id="19" name="Arrow: Chevron 279">
              <a:extLst>
                <a:ext uri="{FF2B5EF4-FFF2-40B4-BE49-F238E27FC236}">
                  <a16:creationId xmlns:a16="http://schemas.microsoft.com/office/drawing/2014/main" id="{3946CB19-2020-167D-4645-D54BC8DB409F}"/>
                </a:ext>
              </a:extLst>
            </p:cNvPr>
            <p:cNvSpPr/>
            <p:nvPr/>
          </p:nvSpPr>
          <p:spPr>
            <a:xfrm>
              <a:off x="4738710" y="1362494"/>
              <a:ext cx="4669608" cy="964154"/>
            </a:xfrm>
            <a:prstGeom prst="chevron">
              <a:avLst>
                <a:gd name="adj" fmla="val 28502"/>
              </a:avLst>
            </a:prstGeom>
            <a:gradFill>
              <a:gsLst>
                <a:gs pos="15000">
                  <a:srgbClr val="D76570"/>
                </a:gs>
                <a:gs pos="0">
                  <a:schemeClr val="bg2"/>
                </a:gs>
                <a:gs pos="100000">
                  <a:schemeClr val="accent4"/>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Execute</a:t>
              </a:r>
            </a:p>
          </p:txBody>
        </p:sp>
        <p:sp>
          <p:nvSpPr>
            <p:cNvPr id="20" name="Arrow: Chevron 282">
              <a:extLst>
                <a:ext uri="{FF2B5EF4-FFF2-40B4-BE49-F238E27FC236}">
                  <a16:creationId xmlns:a16="http://schemas.microsoft.com/office/drawing/2014/main" id="{A03A3F0C-83B2-3DFB-E39E-180E457EF4A1}"/>
                </a:ext>
              </a:extLst>
            </p:cNvPr>
            <p:cNvSpPr/>
            <p:nvPr/>
          </p:nvSpPr>
          <p:spPr>
            <a:xfrm>
              <a:off x="9131619" y="1362494"/>
              <a:ext cx="2197119" cy="964154"/>
            </a:xfrm>
            <a:prstGeom prst="chevron">
              <a:avLst>
                <a:gd name="adj" fmla="val 27951"/>
              </a:avLst>
            </a:prstGeom>
            <a:gradFill>
              <a:gsLst>
                <a:gs pos="13000">
                  <a:srgbClr val="9BA7C7"/>
                </a:gs>
                <a:gs pos="1000">
                  <a:schemeClr val="accent4"/>
                </a:gs>
                <a:gs pos="99000">
                  <a:schemeClr val="accent3"/>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144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Deploy</a:t>
              </a:r>
            </a:p>
          </p:txBody>
        </p:sp>
        <p:grpSp>
          <p:nvGrpSpPr>
            <p:cNvPr id="21" name="Group 20">
              <a:extLst>
                <a:ext uri="{FF2B5EF4-FFF2-40B4-BE49-F238E27FC236}">
                  <a16:creationId xmlns:a16="http://schemas.microsoft.com/office/drawing/2014/main" id="{438A8A74-0408-AE01-68F0-266C056AD755}"/>
                </a:ext>
              </a:extLst>
            </p:cNvPr>
            <p:cNvGrpSpPr/>
            <p:nvPr/>
          </p:nvGrpSpPr>
          <p:grpSpPr>
            <a:xfrm>
              <a:off x="3412619" y="1490179"/>
              <a:ext cx="471791" cy="471791"/>
              <a:chOff x="2800393" y="1942177"/>
              <a:chExt cx="471791" cy="471791"/>
            </a:xfrm>
          </p:grpSpPr>
          <p:sp>
            <p:nvSpPr>
              <p:cNvPr id="608" name="Oval 607">
                <a:extLst>
                  <a:ext uri="{FF2B5EF4-FFF2-40B4-BE49-F238E27FC236}">
                    <a16:creationId xmlns:a16="http://schemas.microsoft.com/office/drawing/2014/main" id="{4188A3E3-9186-5278-A1B2-2A986DB766BB}"/>
                  </a:ext>
                </a:extLst>
              </p:cNvPr>
              <p:cNvSpPr/>
              <p:nvPr/>
            </p:nvSpPr>
            <p:spPr>
              <a:xfrm>
                <a:off x="2800393"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609" name="Graphic 330">
                <a:extLst>
                  <a:ext uri="{FF2B5EF4-FFF2-40B4-BE49-F238E27FC236}">
                    <a16:creationId xmlns:a16="http://schemas.microsoft.com/office/drawing/2014/main" id="{AF92CFC5-7754-9EF2-D597-CC6661D51220}"/>
                  </a:ext>
                </a:extLst>
              </p:cNvPr>
              <p:cNvGrpSpPr/>
              <p:nvPr/>
            </p:nvGrpSpPr>
            <p:grpSpPr>
              <a:xfrm>
                <a:off x="2905403" y="2047213"/>
                <a:ext cx="261773" cy="261748"/>
                <a:chOff x="2905403" y="2047213"/>
                <a:chExt cx="261773" cy="261748"/>
              </a:xfrm>
            </p:grpSpPr>
            <p:sp>
              <p:nvSpPr>
                <p:cNvPr id="610" name="Freeform 170">
                  <a:extLst>
                    <a:ext uri="{FF2B5EF4-FFF2-40B4-BE49-F238E27FC236}">
                      <a16:creationId xmlns:a16="http://schemas.microsoft.com/office/drawing/2014/main" id="{7AC8F049-D517-7000-89CE-4AFD65496BFA}"/>
                    </a:ext>
                  </a:extLst>
                </p:cNvPr>
                <p:cNvSpPr/>
                <p:nvPr/>
              </p:nvSpPr>
              <p:spPr>
                <a:xfrm>
                  <a:off x="2905403" y="2197919"/>
                  <a:ext cx="111010" cy="111042"/>
                </a:xfrm>
                <a:custGeom>
                  <a:avLst/>
                  <a:gdLst>
                    <a:gd name="connsiteX0" fmla="*/ 12535 w 111010"/>
                    <a:gd name="connsiteY0" fmla="*/ 111042 h 111042"/>
                    <a:gd name="connsiteX1" fmla="*/ 0 w 111010"/>
                    <a:gd name="connsiteY1" fmla="*/ 98495 h 111042"/>
                    <a:gd name="connsiteX2" fmla="*/ 3662 w 111010"/>
                    <a:gd name="connsiteY2" fmla="*/ 89645 h 111042"/>
                    <a:gd name="connsiteX3" fmla="*/ 88890 w 111010"/>
                    <a:gd name="connsiteY3" fmla="*/ 4449 h 111042"/>
                    <a:gd name="connsiteX4" fmla="*/ 106562 w 111010"/>
                    <a:gd name="connsiteY4" fmla="*/ 2960 h 111042"/>
                    <a:gd name="connsiteX5" fmla="*/ 108051 w 111010"/>
                    <a:gd name="connsiteY5" fmla="*/ 20632 h 111042"/>
                    <a:gd name="connsiteX6" fmla="*/ 106587 w 111010"/>
                    <a:gd name="connsiteY6" fmla="*/ 22100 h 111042"/>
                    <a:gd name="connsiteX7" fmla="*/ 21407 w 111010"/>
                    <a:gd name="connsiteY7" fmla="*/ 107327 h 111042"/>
                    <a:gd name="connsiteX8" fmla="*/ 12535 w 111010"/>
                    <a:gd name="connsiteY8" fmla="*/ 111042 h 11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010" h="111042">
                      <a:moveTo>
                        <a:pt x="12535" y="111042"/>
                      </a:moveTo>
                      <a:cubicBezTo>
                        <a:pt x="5609" y="111039"/>
                        <a:pt x="-3" y="105422"/>
                        <a:pt x="0" y="98495"/>
                      </a:cubicBezTo>
                      <a:cubicBezTo>
                        <a:pt x="2" y="95177"/>
                        <a:pt x="1318" y="91995"/>
                        <a:pt x="3662" y="89645"/>
                      </a:cubicBezTo>
                      <a:lnTo>
                        <a:pt x="88890" y="4449"/>
                      </a:lnTo>
                      <a:cubicBezTo>
                        <a:pt x="93358" y="-842"/>
                        <a:pt x="101270" y="-1509"/>
                        <a:pt x="106562" y="2960"/>
                      </a:cubicBezTo>
                      <a:cubicBezTo>
                        <a:pt x="111853" y="7429"/>
                        <a:pt x="112520" y="15340"/>
                        <a:pt x="108051" y="20632"/>
                      </a:cubicBezTo>
                      <a:cubicBezTo>
                        <a:pt x="107604" y="21161"/>
                        <a:pt x="107115" y="21651"/>
                        <a:pt x="106587" y="22100"/>
                      </a:cubicBezTo>
                      <a:lnTo>
                        <a:pt x="21407" y="107327"/>
                      </a:lnTo>
                      <a:cubicBezTo>
                        <a:pt x="19061" y="109696"/>
                        <a:pt x="15868" y="111033"/>
                        <a:pt x="12535" y="111042"/>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11" name="Freeform 171">
                  <a:extLst>
                    <a:ext uri="{FF2B5EF4-FFF2-40B4-BE49-F238E27FC236}">
                      <a16:creationId xmlns:a16="http://schemas.microsoft.com/office/drawing/2014/main" id="{1534EFAF-474A-0FE6-FD9B-59CB4C8E73D2}"/>
                    </a:ext>
                  </a:extLst>
                </p:cNvPr>
                <p:cNvSpPr/>
                <p:nvPr/>
              </p:nvSpPr>
              <p:spPr>
                <a:xfrm>
                  <a:off x="2964682" y="2047213"/>
                  <a:ext cx="202495" cy="202495"/>
                </a:xfrm>
                <a:custGeom>
                  <a:avLst/>
                  <a:gdLst>
                    <a:gd name="connsiteX0" fmla="*/ 101263 w 202495"/>
                    <a:gd name="connsiteY0" fmla="*/ 202495 h 202495"/>
                    <a:gd name="connsiteX1" fmla="*/ 0 w 202495"/>
                    <a:gd name="connsiteY1" fmla="*/ 101263 h 202495"/>
                    <a:gd name="connsiteX2" fmla="*/ 101232 w 202495"/>
                    <a:gd name="connsiteY2" fmla="*/ 0 h 202495"/>
                    <a:gd name="connsiteX3" fmla="*/ 202495 w 202495"/>
                    <a:gd name="connsiteY3" fmla="*/ 101232 h 202495"/>
                    <a:gd name="connsiteX4" fmla="*/ 202495 w 202495"/>
                    <a:gd name="connsiteY4" fmla="*/ 101248 h 202495"/>
                    <a:gd name="connsiteX5" fmla="*/ 101263 w 202495"/>
                    <a:gd name="connsiteY5" fmla="*/ 202495 h 202495"/>
                    <a:gd name="connsiteX6" fmla="*/ 101263 w 202495"/>
                    <a:gd name="connsiteY6" fmla="*/ 25096 h 202495"/>
                    <a:gd name="connsiteX7" fmla="*/ 25081 w 202495"/>
                    <a:gd name="connsiteY7" fmla="*/ 101248 h 202495"/>
                    <a:gd name="connsiteX8" fmla="*/ 101232 w 202495"/>
                    <a:gd name="connsiteY8" fmla="*/ 177430 h 202495"/>
                    <a:gd name="connsiteX9" fmla="*/ 177415 w 202495"/>
                    <a:gd name="connsiteY9" fmla="*/ 101279 h 202495"/>
                    <a:gd name="connsiteX10" fmla="*/ 177415 w 202495"/>
                    <a:gd name="connsiteY10" fmla="*/ 101248 h 202495"/>
                    <a:gd name="connsiteX11" fmla="*/ 101263 w 202495"/>
                    <a:gd name="connsiteY11" fmla="*/ 25049 h 202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495" h="202495">
                      <a:moveTo>
                        <a:pt x="101263" y="202495"/>
                      </a:moveTo>
                      <a:cubicBezTo>
                        <a:pt x="45346" y="202505"/>
                        <a:pt x="9" y="157181"/>
                        <a:pt x="0" y="101263"/>
                      </a:cubicBezTo>
                      <a:cubicBezTo>
                        <a:pt x="-9" y="45346"/>
                        <a:pt x="45314" y="9"/>
                        <a:pt x="101232" y="0"/>
                      </a:cubicBezTo>
                      <a:cubicBezTo>
                        <a:pt x="157149" y="-9"/>
                        <a:pt x="202486" y="45314"/>
                        <a:pt x="202495" y="101232"/>
                      </a:cubicBezTo>
                      <a:cubicBezTo>
                        <a:pt x="202495" y="101237"/>
                        <a:pt x="202495" y="101242"/>
                        <a:pt x="202495" y="101248"/>
                      </a:cubicBezTo>
                      <a:cubicBezTo>
                        <a:pt x="202434" y="157134"/>
                        <a:pt x="157149" y="202426"/>
                        <a:pt x="101263" y="202495"/>
                      </a:cubicBezTo>
                      <a:close/>
                      <a:moveTo>
                        <a:pt x="101263" y="25096"/>
                      </a:moveTo>
                      <a:cubicBezTo>
                        <a:pt x="59197" y="25088"/>
                        <a:pt x="25089" y="59182"/>
                        <a:pt x="25081" y="101248"/>
                      </a:cubicBezTo>
                      <a:cubicBezTo>
                        <a:pt x="25072" y="143313"/>
                        <a:pt x="59166" y="177421"/>
                        <a:pt x="101232" y="177430"/>
                      </a:cubicBezTo>
                      <a:cubicBezTo>
                        <a:pt x="143298" y="177440"/>
                        <a:pt x="177405" y="143345"/>
                        <a:pt x="177415" y="101279"/>
                      </a:cubicBezTo>
                      <a:cubicBezTo>
                        <a:pt x="177415" y="101268"/>
                        <a:pt x="177415" y="101258"/>
                        <a:pt x="177415" y="101248"/>
                      </a:cubicBezTo>
                      <a:cubicBezTo>
                        <a:pt x="177388" y="59194"/>
                        <a:pt x="143317" y="25101"/>
                        <a:pt x="101263" y="2504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12" name="Freeform 172">
                  <a:extLst>
                    <a:ext uri="{FF2B5EF4-FFF2-40B4-BE49-F238E27FC236}">
                      <a16:creationId xmlns:a16="http://schemas.microsoft.com/office/drawing/2014/main" id="{0189AA9D-8A4D-B46A-4C7C-BA90E12E6F92}"/>
                    </a:ext>
                  </a:extLst>
                </p:cNvPr>
                <p:cNvSpPr/>
                <p:nvPr/>
              </p:nvSpPr>
              <p:spPr>
                <a:xfrm>
                  <a:off x="3052606" y="2106356"/>
                  <a:ext cx="25080" cy="84208"/>
                </a:xfrm>
                <a:custGeom>
                  <a:avLst/>
                  <a:gdLst>
                    <a:gd name="connsiteX0" fmla="*/ 12540 w 25080"/>
                    <a:gd name="connsiteY0" fmla="*/ 84208 h 84208"/>
                    <a:gd name="connsiteX1" fmla="*/ 0 w 25080"/>
                    <a:gd name="connsiteY1" fmla="*/ 71668 h 84208"/>
                    <a:gd name="connsiteX2" fmla="*/ 0 w 25080"/>
                    <a:gd name="connsiteY2" fmla="*/ 12540 h 84208"/>
                    <a:gd name="connsiteX3" fmla="*/ 12540 w 25080"/>
                    <a:gd name="connsiteY3" fmla="*/ 0 h 84208"/>
                    <a:gd name="connsiteX4" fmla="*/ 25081 w 25080"/>
                    <a:gd name="connsiteY4" fmla="*/ 12540 h 84208"/>
                    <a:gd name="connsiteX5" fmla="*/ 25081 w 25080"/>
                    <a:gd name="connsiteY5" fmla="*/ 71668 h 84208"/>
                    <a:gd name="connsiteX6" fmla="*/ 12540 w 25080"/>
                    <a:gd name="connsiteY6" fmla="*/ 84208 h 84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80" h="84208">
                      <a:moveTo>
                        <a:pt x="12540" y="84208"/>
                      </a:moveTo>
                      <a:cubicBezTo>
                        <a:pt x="5615" y="84208"/>
                        <a:pt x="0" y="78594"/>
                        <a:pt x="0" y="71668"/>
                      </a:cubicBezTo>
                      <a:lnTo>
                        <a:pt x="0" y="12540"/>
                      </a:lnTo>
                      <a:cubicBezTo>
                        <a:pt x="0" y="5614"/>
                        <a:pt x="5615" y="0"/>
                        <a:pt x="12540" y="0"/>
                      </a:cubicBezTo>
                      <a:cubicBezTo>
                        <a:pt x="19466" y="0"/>
                        <a:pt x="25081" y="5614"/>
                        <a:pt x="25081" y="12540"/>
                      </a:cubicBezTo>
                      <a:lnTo>
                        <a:pt x="25081" y="71668"/>
                      </a:lnTo>
                      <a:cubicBezTo>
                        <a:pt x="25081" y="78594"/>
                        <a:pt x="19466" y="84208"/>
                        <a:pt x="12540" y="84208"/>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13" name="Freeform 173">
                  <a:extLst>
                    <a:ext uri="{FF2B5EF4-FFF2-40B4-BE49-F238E27FC236}">
                      <a16:creationId xmlns:a16="http://schemas.microsoft.com/office/drawing/2014/main" id="{162D6D8F-FFCC-9186-2669-E788D030346C}"/>
                    </a:ext>
                  </a:extLst>
                </p:cNvPr>
                <p:cNvSpPr/>
                <p:nvPr/>
              </p:nvSpPr>
              <p:spPr>
                <a:xfrm>
                  <a:off x="3023826" y="2135121"/>
                  <a:ext cx="84224" cy="25080"/>
                </a:xfrm>
                <a:custGeom>
                  <a:avLst/>
                  <a:gdLst>
                    <a:gd name="connsiteX0" fmla="*/ 71684 w 84224"/>
                    <a:gd name="connsiteY0" fmla="*/ 25081 h 25080"/>
                    <a:gd name="connsiteX1" fmla="*/ 12540 w 84224"/>
                    <a:gd name="connsiteY1" fmla="*/ 25081 h 25080"/>
                    <a:gd name="connsiteX2" fmla="*/ 0 w 84224"/>
                    <a:gd name="connsiteY2" fmla="*/ 12540 h 25080"/>
                    <a:gd name="connsiteX3" fmla="*/ 12540 w 84224"/>
                    <a:gd name="connsiteY3" fmla="*/ 0 h 25080"/>
                    <a:gd name="connsiteX4" fmla="*/ 71684 w 84224"/>
                    <a:gd name="connsiteY4" fmla="*/ 0 h 25080"/>
                    <a:gd name="connsiteX5" fmla="*/ 84224 w 84224"/>
                    <a:gd name="connsiteY5" fmla="*/ 12540 h 25080"/>
                    <a:gd name="connsiteX6" fmla="*/ 71684 w 8422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224" h="25080">
                      <a:moveTo>
                        <a:pt x="71684" y="25081"/>
                      </a:moveTo>
                      <a:lnTo>
                        <a:pt x="12540" y="25081"/>
                      </a:lnTo>
                      <a:cubicBezTo>
                        <a:pt x="5614" y="25081"/>
                        <a:pt x="0" y="19466"/>
                        <a:pt x="0" y="12540"/>
                      </a:cubicBezTo>
                      <a:cubicBezTo>
                        <a:pt x="0" y="5614"/>
                        <a:pt x="5614" y="0"/>
                        <a:pt x="12540" y="0"/>
                      </a:cubicBezTo>
                      <a:lnTo>
                        <a:pt x="71684" y="0"/>
                      </a:lnTo>
                      <a:cubicBezTo>
                        <a:pt x="78609" y="0"/>
                        <a:pt x="84224" y="5614"/>
                        <a:pt x="84224" y="12540"/>
                      </a:cubicBezTo>
                      <a:cubicBezTo>
                        <a:pt x="84224" y="19466"/>
                        <a:pt x="78609" y="25081"/>
                        <a:pt x="71684"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22" name="Group 21">
              <a:extLst>
                <a:ext uri="{FF2B5EF4-FFF2-40B4-BE49-F238E27FC236}">
                  <a16:creationId xmlns:a16="http://schemas.microsoft.com/office/drawing/2014/main" id="{814A3816-5943-48EB-7962-BB7116A815D8}"/>
                </a:ext>
              </a:extLst>
            </p:cNvPr>
            <p:cNvGrpSpPr/>
            <p:nvPr/>
          </p:nvGrpSpPr>
          <p:grpSpPr>
            <a:xfrm>
              <a:off x="6823926" y="1490179"/>
              <a:ext cx="471791" cy="471791"/>
              <a:chOff x="6457678" y="1942177"/>
              <a:chExt cx="471791" cy="471791"/>
            </a:xfrm>
          </p:grpSpPr>
          <p:sp>
            <p:nvSpPr>
              <p:cNvPr id="588" name="Oval 587">
                <a:extLst>
                  <a:ext uri="{FF2B5EF4-FFF2-40B4-BE49-F238E27FC236}">
                    <a16:creationId xmlns:a16="http://schemas.microsoft.com/office/drawing/2014/main" id="{9A834DE1-59A5-4D52-6890-A2B1D2808971}"/>
                  </a:ext>
                </a:extLst>
              </p:cNvPr>
              <p:cNvSpPr/>
              <p:nvPr/>
            </p:nvSpPr>
            <p:spPr>
              <a:xfrm>
                <a:off x="6457678"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589" name="Group 588">
                <a:extLst>
                  <a:ext uri="{FF2B5EF4-FFF2-40B4-BE49-F238E27FC236}">
                    <a16:creationId xmlns:a16="http://schemas.microsoft.com/office/drawing/2014/main" id="{C4C2847D-C5BB-6B6F-201E-F7099D4AD47B}"/>
                  </a:ext>
                </a:extLst>
              </p:cNvPr>
              <p:cNvGrpSpPr/>
              <p:nvPr/>
            </p:nvGrpSpPr>
            <p:grpSpPr>
              <a:xfrm>
                <a:off x="6566257" y="2048749"/>
                <a:ext cx="254558" cy="258644"/>
                <a:chOff x="6566257" y="2048749"/>
                <a:chExt cx="254558" cy="258644"/>
              </a:xfrm>
            </p:grpSpPr>
            <p:grpSp>
              <p:nvGrpSpPr>
                <p:cNvPr id="590" name="Graphic 332">
                  <a:extLst>
                    <a:ext uri="{FF2B5EF4-FFF2-40B4-BE49-F238E27FC236}">
                      <a16:creationId xmlns:a16="http://schemas.microsoft.com/office/drawing/2014/main" id="{F961CEAF-F8FE-2D38-C3FF-5999778DFC21}"/>
                    </a:ext>
                  </a:extLst>
                </p:cNvPr>
                <p:cNvGrpSpPr/>
                <p:nvPr/>
              </p:nvGrpSpPr>
              <p:grpSpPr>
                <a:xfrm>
                  <a:off x="6566257" y="2086119"/>
                  <a:ext cx="135075" cy="185001"/>
                  <a:chOff x="6566257" y="2086119"/>
                  <a:chExt cx="135075" cy="185001"/>
                </a:xfrm>
              </p:grpSpPr>
              <p:sp>
                <p:nvSpPr>
                  <p:cNvPr id="604" name="Freeform 164">
                    <a:extLst>
                      <a:ext uri="{FF2B5EF4-FFF2-40B4-BE49-F238E27FC236}">
                        <a16:creationId xmlns:a16="http://schemas.microsoft.com/office/drawing/2014/main" id="{54344ECC-0586-7647-9B6B-77F6E5F71D0A}"/>
                      </a:ext>
                    </a:extLst>
                  </p:cNvPr>
                  <p:cNvSpPr/>
                  <p:nvPr/>
                </p:nvSpPr>
                <p:spPr>
                  <a:xfrm>
                    <a:off x="6566257" y="2086119"/>
                    <a:ext cx="135075" cy="131501"/>
                  </a:xfrm>
                  <a:custGeom>
                    <a:avLst/>
                    <a:gdLst>
                      <a:gd name="connsiteX0" fmla="*/ 92814 w 135075"/>
                      <a:gd name="connsiteY0" fmla="*/ 131501 h 131501"/>
                      <a:gd name="connsiteX1" fmla="*/ 80275 w 135075"/>
                      <a:gd name="connsiteY1" fmla="*/ 118959 h 131501"/>
                      <a:gd name="connsiteX2" fmla="*/ 88409 w 135075"/>
                      <a:gd name="connsiteY2" fmla="*/ 107220 h 131501"/>
                      <a:gd name="connsiteX3" fmla="*/ 109994 w 135075"/>
                      <a:gd name="connsiteY3" fmla="*/ 66088 h 131501"/>
                      <a:gd name="connsiteX4" fmla="*/ 67545 w 135075"/>
                      <a:gd name="connsiteY4" fmla="*/ 25081 h 131501"/>
                      <a:gd name="connsiteX5" fmla="*/ 25081 w 135075"/>
                      <a:gd name="connsiteY5" fmla="*/ 66088 h 131501"/>
                      <a:gd name="connsiteX6" fmla="*/ 47481 w 135075"/>
                      <a:gd name="connsiteY6" fmla="*/ 107016 h 131501"/>
                      <a:gd name="connsiteX7" fmla="*/ 53935 w 135075"/>
                      <a:gd name="connsiteY7" fmla="*/ 123535 h 131501"/>
                      <a:gd name="connsiteX8" fmla="*/ 38358 w 135075"/>
                      <a:gd name="connsiteY8" fmla="*/ 130357 h 131501"/>
                      <a:gd name="connsiteX9" fmla="*/ 0 w 135075"/>
                      <a:gd name="connsiteY9" fmla="*/ 66088 h 131501"/>
                      <a:gd name="connsiteX10" fmla="*/ 67545 w 135075"/>
                      <a:gd name="connsiteY10" fmla="*/ 0 h 131501"/>
                      <a:gd name="connsiteX11" fmla="*/ 135075 w 135075"/>
                      <a:gd name="connsiteY11" fmla="*/ 66088 h 131501"/>
                      <a:gd name="connsiteX12" fmla="*/ 97219 w 135075"/>
                      <a:gd name="connsiteY12" fmla="*/ 130702 h 131501"/>
                      <a:gd name="connsiteX13" fmla="*/ 92814 w 135075"/>
                      <a:gd name="connsiteY13" fmla="*/ 131501 h 131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5075" h="131501">
                        <a:moveTo>
                          <a:pt x="92814" y="131501"/>
                        </a:moveTo>
                        <a:cubicBezTo>
                          <a:pt x="85888" y="131501"/>
                          <a:pt x="80274" y="125886"/>
                          <a:pt x="80275" y="118959"/>
                        </a:cubicBezTo>
                        <a:cubicBezTo>
                          <a:pt x="80275" y="113733"/>
                          <a:pt x="83517" y="109056"/>
                          <a:pt x="88409" y="107220"/>
                        </a:cubicBezTo>
                        <a:cubicBezTo>
                          <a:pt x="109994" y="99116"/>
                          <a:pt x="109994" y="74302"/>
                          <a:pt x="109994" y="66088"/>
                        </a:cubicBezTo>
                        <a:cubicBezTo>
                          <a:pt x="109994" y="42324"/>
                          <a:pt x="92140" y="25081"/>
                          <a:pt x="67545" y="25081"/>
                        </a:cubicBezTo>
                        <a:cubicBezTo>
                          <a:pt x="42951" y="25081"/>
                          <a:pt x="25081" y="42324"/>
                          <a:pt x="25081" y="66088"/>
                        </a:cubicBezTo>
                        <a:cubicBezTo>
                          <a:pt x="25081" y="80760"/>
                          <a:pt x="28968" y="99774"/>
                          <a:pt x="47481" y="107016"/>
                        </a:cubicBezTo>
                        <a:cubicBezTo>
                          <a:pt x="53825" y="109795"/>
                          <a:pt x="56714" y="117191"/>
                          <a:pt x="53935" y="123535"/>
                        </a:cubicBezTo>
                        <a:cubicBezTo>
                          <a:pt x="51313" y="129520"/>
                          <a:pt x="44535" y="132489"/>
                          <a:pt x="38358" y="130357"/>
                        </a:cubicBezTo>
                        <a:cubicBezTo>
                          <a:pt x="13669" y="120701"/>
                          <a:pt x="0" y="97862"/>
                          <a:pt x="0" y="66088"/>
                        </a:cubicBezTo>
                        <a:cubicBezTo>
                          <a:pt x="0" y="28467"/>
                          <a:pt x="29031" y="0"/>
                          <a:pt x="67545" y="0"/>
                        </a:cubicBezTo>
                        <a:cubicBezTo>
                          <a:pt x="106060" y="0"/>
                          <a:pt x="135075" y="28467"/>
                          <a:pt x="135075" y="66088"/>
                        </a:cubicBezTo>
                        <a:cubicBezTo>
                          <a:pt x="135075" y="98598"/>
                          <a:pt x="121641" y="121547"/>
                          <a:pt x="97219" y="130702"/>
                        </a:cubicBezTo>
                        <a:cubicBezTo>
                          <a:pt x="95809" y="131224"/>
                          <a:pt x="94318" y="131495"/>
                          <a:pt x="92814" y="13150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05" name="Freeform 165">
                    <a:extLst>
                      <a:ext uri="{FF2B5EF4-FFF2-40B4-BE49-F238E27FC236}">
                        <a16:creationId xmlns:a16="http://schemas.microsoft.com/office/drawing/2014/main" id="{F93D26CD-427F-8466-C6CD-EEE0BDD23F6B}"/>
                      </a:ext>
                    </a:extLst>
                  </p:cNvPr>
                  <p:cNvSpPr/>
                  <p:nvPr/>
                </p:nvSpPr>
                <p:spPr>
                  <a:xfrm>
                    <a:off x="6601417" y="2210096"/>
                    <a:ext cx="64864" cy="25080"/>
                  </a:xfrm>
                  <a:custGeom>
                    <a:avLst/>
                    <a:gdLst>
                      <a:gd name="connsiteX0" fmla="*/ 52325 w 64864"/>
                      <a:gd name="connsiteY0" fmla="*/ 25081 h 25080"/>
                      <a:gd name="connsiteX1" fmla="*/ 12540 w 64864"/>
                      <a:gd name="connsiteY1" fmla="*/ 25081 h 25080"/>
                      <a:gd name="connsiteX2" fmla="*/ 0 w 64864"/>
                      <a:gd name="connsiteY2" fmla="*/ 12540 h 25080"/>
                      <a:gd name="connsiteX3" fmla="*/ 12540 w 64864"/>
                      <a:gd name="connsiteY3" fmla="*/ 0 h 25080"/>
                      <a:gd name="connsiteX4" fmla="*/ 52325 w 64864"/>
                      <a:gd name="connsiteY4" fmla="*/ 0 h 25080"/>
                      <a:gd name="connsiteX5" fmla="*/ 64865 w 64864"/>
                      <a:gd name="connsiteY5" fmla="*/ 12540 h 25080"/>
                      <a:gd name="connsiteX6" fmla="*/ 52325 w 6486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64" h="25080">
                        <a:moveTo>
                          <a:pt x="52325" y="25081"/>
                        </a:moveTo>
                        <a:lnTo>
                          <a:pt x="12540" y="25081"/>
                        </a:lnTo>
                        <a:cubicBezTo>
                          <a:pt x="5614" y="25081"/>
                          <a:pt x="0" y="19466"/>
                          <a:pt x="0" y="12540"/>
                        </a:cubicBezTo>
                        <a:cubicBezTo>
                          <a:pt x="0" y="5615"/>
                          <a:pt x="5614" y="0"/>
                          <a:pt x="12540" y="0"/>
                        </a:cubicBezTo>
                        <a:lnTo>
                          <a:pt x="52325" y="0"/>
                        </a:lnTo>
                        <a:cubicBezTo>
                          <a:pt x="59250" y="0"/>
                          <a:pt x="64865" y="5615"/>
                          <a:pt x="64865" y="12540"/>
                        </a:cubicBezTo>
                        <a:cubicBezTo>
                          <a:pt x="64865" y="19466"/>
                          <a:pt x="59250" y="25081"/>
                          <a:pt x="52325"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06" name="Freeform 166">
                    <a:extLst>
                      <a:ext uri="{FF2B5EF4-FFF2-40B4-BE49-F238E27FC236}">
                        <a16:creationId xmlns:a16="http://schemas.microsoft.com/office/drawing/2014/main" id="{39F74369-9569-6254-9F58-230C74F5188D}"/>
                      </a:ext>
                    </a:extLst>
                  </p:cNvPr>
                  <p:cNvSpPr/>
                  <p:nvPr/>
                </p:nvSpPr>
                <p:spPr>
                  <a:xfrm>
                    <a:off x="6601417" y="2246040"/>
                    <a:ext cx="63846" cy="25080"/>
                  </a:xfrm>
                  <a:custGeom>
                    <a:avLst/>
                    <a:gdLst>
                      <a:gd name="connsiteX0" fmla="*/ 51306 w 63846"/>
                      <a:gd name="connsiteY0" fmla="*/ 25081 h 25080"/>
                      <a:gd name="connsiteX1" fmla="*/ 12540 w 63846"/>
                      <a:gd name="connsiteY1" fmla="*/ 25081 h 25080"/>
                      <a:gd name="connsiteX2" fmla="*/ 0 w 63846"/>
                      <a:gd name="connsiteY2" fmla="*/ 12540 h 25080"/>
                      <a:gd name="connsiteX3" fmla="*/ 12540 w 63846"/>
                      <a:gd name="connsiteY3" fmla="*/ 0 h 25080"/>
                      <a:gd name="connsiteX4" fmla="*/ 51306 w 63846"/>
                      <a:gd name="connsiteY4" fmla="*/ 0 h 25080"/>
                      <a:gd name="connsiteX5" fmla="*/ 63846 w 63846"/>
                      <a:gd name="connsiteY5" fmla="*/ 12540 h 25080"/>
                      <a:gd name="connsiteX6" fmla="*/ 51306 w 63846"/>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846" h="25080">
                        <a:moveTo>
                          <a:pt x="51306" y="25081"/>
                        </a:moveTo>
                        <a:lnTo>
                          <a:pt x="12540" y="25081"/>
                        </a:lnTo>
                        <a:cubicBezTo>
                          <a:pt x="5614" y="25081"/>
                          <a:pt x="0" y="19466"/>
                          <a:pt x="0" y="12540"/>
                        </a:cubicBezTo>
                        <a:cubicBezTo>
                          <a:pt x="0" y="5615"/>
                          <a:pt x="5614" y="0"/>
                          <a:pt x="12540" y="0"/>
                        </a:cubicBezTo>
                        <a:lnTo>
                          <a:pt x="51306" y="0"/>
                        </a:lnTo>
                        <a:cubicBezTo>
                          <a:pt x="58232" y="0"/>
                          <a:pt x="63846" y="5615"/>
                          <a:pt x="63846" y="12540"/>
                        </a:cubicBezTo>
                        <a:cubicBezTo>
                          <a:pt x="63846" y="19466"/>
                          <a:pt x="58232" y="25081"/>
                          <a:pt x="51306"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07" name="Freeform 167">
                    <a:extLst>
                      <a:ext uri="{FF2B5EF4-FFF2-40B4-BE49-F238E27FC236}">
                        <a16:creationId xmlns:a16="http://schemas.microsoft.com/office/drawing/2014/main" id="{F9D6CB78-298B-6CA2-FEFB-763DF4E13ED2}"/>
                      </a:ext>
                    </a:extLst>
                  </p:cNvPr>
                  <p:cNvSpPr/>
                  <p:nvPr/>
                </p:nvSpPr>
                <p:spPr>
                  <a:xfrm>
                    <a:off x="6597059" y="2192744"/>
                    <a:ext cx="73564" cy="78377"/>
                  </a:xfrm>
                  <a:custGeom>
                    <a:avLst/>
                    <a:gdLst>
                      <a:gd name="connsiteX0" fmla="*/ 61024 w 73564"/>
                      <a:gd name="connsiteY0" fmla="*/ 78377 h 78377"/>
                      <a:gd name="connsiteX1" fmla="*/ 12540 w 73564"/>
                      <a:gd name="connsiteY1" fmla="*/ 78377 h 78377"/>
                      <a:gd name="connsiteX2" fmla="*/ 0 w 73564"/>
                      <a:gd name="connsiteY2" fmla="*/ 65837 h 78377"/>
                      <a:gd name="connsiteX3" fmla="*/ 0 w 73564"/>
                      <a:gd name="connsiteY3" fmla="*/ 12540 h 78377"/>
                      <a:gd name="connsiteX4" fmla="*/ 12540 w 73564"/>
                      <a:gd name="connsiteY4" fmla="*/ 0 h 78377"/>
                      <a:gd name="connsiteX5" fmla="*/ 25081 w 73564"/>
                      <a:gd name="connsiteY5" fmla="*/ 12540 h 78377"/>
                      <a:gd name="connsiteX6" fmla="*/ 25081 w 73564"/>
                      <a:gd name="connsiteY6" fmla="*/ 53296 h 78377"/>
                      <a:gd name="connsiteX7" fmla="*/ 48484 w 73564"/>
                      <a:gd name="connsiteY7" fmla="*/ 53296 h 78377"/>
                      <a:gd name="connsiteX8" fmla="*/ 48484 w 73564"/>
                      <a:gd name="connsiteY8" fmla="*/ 13308 h 78377"/>
                      <a:gd name="connsiteX9" fmla="*/ 61024 w 73564"/>
                      <a:gd name="connsiteY9" fmla="*/ 768 h 78377"/>
                      <a:gd name="connsiteX10" fmla="*/ 73565 w 73564"/>
                      <a:gd name="connsiteY10" fmla="*/ 13308 h 78377"/>
                      <a:gd name="connsiteX11" fmla="*/ 73565 w 73564"/>
                      <a:gd name="connsiteY11" fmla="*/ 65837 h 78377"/>
                      <a:gd name="connsiteX12" fmla="*/ 61024 w 73564"/>
                      <a:gd name="connsiteY12" fmla="*/ 78377 h 7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564" h="78377">
                        <a:moveTo>
                          <a:pt x="61024" y="78377"/>
                        </a:moveTo>
                        <a:lnTo>
                          <a:pt x="12540" y="78377"/>
                        </a:lnTo>
                        <a:cubicBezTo>
                          <a:pt x="5614" y="78377"/>
                          <a:pt x="0" y="72762"/>
                          <a:pt x="0" y="65837"/>
                        </a:cubicBezTo>
                        <a:lnTo>
                          <a:pt x="0" y="12540"/>
                        </a:lnTo>
                        <a:cubicBezTo>
                          <a:pt x="0" y="5615"/>
                          <a:pt x="5614" y="0"/>
                          <a:pt x="12540" y="0"/>
                        </a:cubicBezTo>
                        <a:cubicBezTo>
                          <a:pt x="19466" y="0"/>
                          <a:pt x="25081" y="5615"/>
                          <a:pt x="25081" y="12540"/>
                        </a:cubicBezTo>
                        <a:lnTo>
                          <a:pt x="25081" y="53296"/>
                        </a:lnTo>
                        <a:lnTo>
                          <a:pt x="48484" y="53296"/>
                        </a:lnTo>
                        <a:lnTo>
                          <a:pt x="48484" y="13308"/>
                        </a:lnTo>
                        <a:cubicBezTo>
                          <a:pt x="48484" y="6383"/>
                          <a:pt x="54099" y="768"/>
                          <a:pt x="61024" y="768"/>
                        </a:cubicBezTo>
                        <a:cubicBezTo>
                          <a:pt x="67950" y="768"/>
                          <a:pt x="73565" y="6383"/>
                          <a:pt x="73565" y="13308"/>
                        </a:cubicBezTo>
                        <a:lnTo>
                          <a:pt x="73565" y="65837"/>
                        </a:lnTo>
                        <a:cubicBezTo>
                          <a:pt x="73565" y="72762"/>
                          <a:pt x="67950" y="78377"/>
                          <a:pt x="61024" y="7837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591" name="Freeform 151">
                  <a:extLst>
                    <a:ext uri="{FF2B5EF4-FFF2-40B4-BE49-F238E27FC236}">
                      <a16:creationId xmlns:a16="http://schemas.microsoft.com/office/drawing/2014/main" id="{5B6A12AD-F05E-1744-8F62-3BCBD80EDAA3}"/>
                    </a:ext>
                  </a:extLst>
                </p:cNvPr>
                <p:cNvSpPr/>
                <p:nvPr/>
              </p:nvSpPr>
              <p:spPr>
                <a:xfrm>
                  <a:off x="6621779" y="2048749"/>
                  <a:ext cx="180740" cy="115668"/>
                </a:xfrm>
                <a:custGeom>
                  <a:avLst/>
                  <a:gdLst>
                    <a:gd name="connsiteX0" fmla="*/ 138054 w 180740"/>
                    <a:gd name="connsiteY0" fmla="*/ 115669 h 115668"/>
                    <a:gd name="connsiteX1" fmla="*/ 125513 w 180740"/>
                    <a:gd name="connsiteY1" fmla="*/ 103129 h 115668"/>
                    <a:gd name="connsiteX2" fmla="*/ 125513 w 180740"/>
                    <a:gd name="connsiteY2" fmla="*/ 25081 h 115668"/>
                    <a:gd name="connsiteX3" fmla="*/ 25081 w 180740"/>
                    <a:gd name="connsiteY3" fmla="*/ 25081 h 115668"/>
                    <a:gd name="connsiteX4" fmla="*/ 25081 w 180740"/>
                    <a:gd name="connsiteY4" fmla="*/ 49754 h 115668"/>
                    <a:gd name="connsiteX5" fmla="*/ 12540 w 180740"/>
                    <a:gd name="connsiteY5" fmla="*/ 62294 h 115668"/>
                    <a:gd name="connsiteX6" fmla="*/ 0 w 180740"/>
                    <a:gd name="connsiteY6" fmla="*/ 49754 h 115668"/>
                    <a:gd name="connsiteX7" fmla="*/ 0 w 180740"/>
                    <a:gd name="connsiteY7" fmla="*/ 12540 h 115668"/>
                    <a:gd name="connsiteX8" fmla="*/ 12540 w 180740"/>
                    <a:gd name="connsiteY8" fmla="*/ 0 h 115668"/>
                    <a:gd name="connsiteX9" fmla="*/ 138054 w 180740"/>
                    <a:gd name="connsiteY9" fmla="*/ 0 h 115668"/>
                    <a:gd name="connsiteX10" fmla="*/ 150594 w 180740"/>
                    <a:gd name="connsiteY10" fmla="*/ 12540 h 115668"/>
                    <a:gd name="connsiteX11" fmla="*/ 150594 w 180740"/>
                    <a:gd name="connsiteY11" fmla="*/ 72844 h 115668"/>
                    <a:gd name="connsiteX12" fmla="*/ 158792 w 180740"/>
                    <a:gd name="connsiteY12" fmla="*/ 64724 h 115668"/>
                    <a:gd name="connsiteX13" fmla="*/ 176491 w 180740"/>
                    <a:gd name="connsiteY13" fmla="*/ 63608 h 115668"/>
                    <a:gd name="connsiteX14" fmla="*/ 177607 w 180740"/>
                    <a:gd name="connsiteY14" fmla="*/ 81308 h 115668"/>
                    <a:gd name="connsiteX15" fmla="*/ 176458 w 180740"/>
                    <a:gd name="connsiteY15" fmla="*/ 82453 h 115668"/>
                    <a:gd name="connsiteX16" fmla="*/ 146926 w 180740"/>
                    <a:gd name="connsiteY16" fmla="*/ 111985 h 115668"/>
                    <a:gd name="connsiteX17" fmla="*/ 138054 w 180740"/>
                    <a:gd name="connsiteY17" fmla="*/ 115669 h 11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740" h="115668">
                      <a:moveTo>
                        <a:pt x="138054" y="115669"/>
                      </a:moveTo>
                      <a:cubicBezTo>
                        <a:pt x="131128" y="115669"/>
                        <a:pt x="125513" y="110055"/>
                        <a:pt x="125513" y="103129"/>
                      </a:cubicBezTo>
                      <a:lnTo>
                        <a:pt x="125513" y="25081"/>
                      </a:lnTo>
                      <a:lnTo>
                        <a:pt x="25081" y="25081"/>
                      </a:lnTo>
                      <a:lnTo>
                        <a:pt x="25081" y="49754"/>
                      </a:lnTo>
                      <a:cubicBezTo>
                        <a:pt x="25081" y="56680"/>
                        <a:pt x="19466" y="62294"/>
                        <a:pt x="12540" y="62294"/>
                      </a:cubicBezTo>
                      <a:cubicBezTo>
                        <a:pt x="5614" y="62294"/>
                        <a:pt x="0" y="56680"/>
                        <a:pt x="0" y="49754"/>
                      </a:cubicBezTo>
                      <a:lnTo>
                        <a:pt x="0" y="12540"/>
                      </a:lnTo>
                      <a:cubicBezTo>
                        <a:pt x="0" y="5615"/>
                        <a:pt x="5614" y="0"/>
                        <a:pt x="12540" y="0"/>
                      </a:cubicBezTo>
                      <a:lnTo>
                        <a:pt x="138054" y="0"/>
                      </a:lnTo>
                      <a:cubicBezTo>
                        <a:pt x="144979" y="0"/>
                        <a:pt x="150594" y="5615"/>
                        <a:pt x="150594" y="12540"/>
                      </a:cubicBezTo>
                      <a:lnTo>
                        <a:pt x="150594" y="72844"/>
                      </a:lnTo>
                      <a:lnTo>
                        <a:pt x="158792" y="64724"/>
                      </a:lnTo>
                      <a:cubicBezTo>
                        <a:pt x="163371" y="59528"/>
                        <a:pt x="171296" y="59029"/>
                        <a:pt x="176491" y="63608"/>
                      </a:cubicBezTo>
                      <a:cubicBezTo>
                        <a:pt x="181688" y="68188"/>
                        <a:pt x="182188" y="76112"/>
                        <a:pt x="177607" y="81308"/>
                      </a:cubicBezTo>
                      <a:cubicBezTo>
                        <a:pt x="177250" y="81714"/>
                        <a:pt x="176866" y="82096"/>
                        <a:pt x="176458" y="82453"/>
                      </a:cubicBezTo>
                      <a:lnTo>
                        <a:pt x="146926" y="111985"/>
                      </a:lnTo>
                      <a:cubicBezTo>
                        <a:pt x="144574" y="114342"/>
                        <a:pt x="141383" y="115667"/>
                        <a:pt x="138054" y="115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2" name="Freeform 152">
                  <a:extLst>
                    <a:ext uri="{FF2B5EF4-FFF2-40B4-BE49-F238E27FC236}">
                      <a16:creationId xmlns:a16="http://schemas.microsoft.com/office/drawing/2014/main" id="{94013CCE-DFF1-A2A1-162F-82D3A46BC894}"/>
                    </a:ext>
                  </a:extLst>
                </p:cNvPr>
                <p:cNvSpPr/>
                <p:nvPr/>
              </p:nvSpPr>
              <p:spPr>
                <a:xfrm>
                  <a:off x="6602514" y="2254254"/>
                  <a:ext cx="62701" cy="53139"/>
                </a:xfrm>
                <a:custGeom>
                  <a:avLst/>
                  <a:gdLst>
                    <a:gd name="connsiteX0" fmla="*/ 31351 w 62701"/>
                    <a:gd name="connsiteY0" fmla="*/ 53140 h 53139"/>
                    <a:gd name="connsiteX1" fmla="*/ 0 w 62701"/>
                    <a:gd name="connsiteY1" fmla="*/ 21789 h 53139"/>
                    <a:gd name="connsiteX2" fmla="*/ 0 w 62701"/>
                    <a:gd name="connsiteY2" fmla="*/ 12540 h 53139"/>
                    <a:gd name="connsiteX3" fmla="*/ 12540 w 62701"/>
                    <a:gd name="connsiteY3" fmla="*/ 0 h 53139"/>
                    <a:gd name="connsiteX4" fmla="*/ 25081 w 62701"/>
                    <a:gd name="connsiteY4" fmla="*/ 12540 h 53139"/>
                    <a:gd name="connsiteX5" fmla="*/ 25081 w 62701"/>
                    <a:gd name="connsiteY5" fmla="*/ 21789 h 53139"/>
                    <a:gd name="connsiteX6" fmla="*/ 31351 w 62701"/>
                    <a:gd name="connsiteY6" fmla="*/ 28059 h 53139"/>
                    <a:gd name="connsiteX7" fmla="*/ 37621 w 62701"/>
                    <a:gd name="connsiteY7" fmla="*/ 21789 h 53139"/>
                    <a:gd name="connsiteX8" fmla="*/ 37621 w 62701"/>
                    <a:gd name="connsiteY8" fmla="*/ 12540 h 53139"/>
                    <a:gd name="connsiteX9" fmla="*/ 50161 w 62701"/>
                    <a:gd name="connsiteY9" fmla="*/ 0 h 53139"/>
                    <a:gd name="connsiteX10" fmla="*/ 62702 w 62701"/>
                    <a:gd name="connsiteY10" fmla="*/ 12540 h 53139"/>
                    <a:gd name="connsiteX11" fmla="*/ 62702 w 62701"/>
                    <a:gd name="connsiteY11" fmla="*/ 21789 h 53139"/>
                    <a:gd name="connsiteX12" fmla="*/ 31351 w 62701"/>
                    <a:gd name="connsiteY12" fmla="*/ 53140 h 5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701" h="53139">
                      <a:moveTo>
                        <a:pt x="31351" y="53140"/>
                      </a:moveTo>
                      <a:cubicBezTo>
                        <a:pt x="14036" y="53140"/>
                        <a:pt x="0" y="39104"/>
                        <a:pt x="0" y="21789"/>
                      </a:cubicBezTo>
                      <a:lnTo>
                        <a:pt x="0" y="12540"/>
                      </a:lnTo>
                      <a:cubicBezTo>
                        <a:pt x="0" y="5615"/>
                        <a:pt x="5614" y="0"/>
                        <a:pt x="12540" y="0"/>
                      </a:cubicBezTo>
                      <a:cubicBezTo>
                        <a:pt x="19466" y="0"/>
                        <a:pt x="25081" y="5615"/>
                        <a:pt x="25081" y="12540"/>
                      </a:cubicBezTo>
                      <a:lnTo>
                        <a:pt x="25081" y="21789"/>
                      </a:lnTo>
                      <a:cubicBezTo>
                        <a:pt x="25081" y="25252"/>
                        <a:pt x="27888" y="28059"/>
                        <a:pt x="31351" y="28059"/>
                      </a:cubicBezTo>
                      <a:cubicBezTo>
                        <a:pt x="34814" y="28059"/>
                        <a:pt x="37621" y="25252"/>
                        <a:pt x="37621" y="21789"/>
                      </a:cubicBezTo>
                      <a:lnTo>
                        <a:pt x="37621" y="12540"/>
                      </a:lnTo>
                      <a:cubicBezTo>
                        <a:pt x="37621" y="5615"/>
                        <a:pt x="43235" y="0"/>
                        <a:pt x="50161" y="0"/>
                      </a:cubicBezTo>
                      <a:cubicBezTo>
                        <a:pt x="57087" y="0"/>
                        <a:pt x="62702" y="5615"/>
                        <a:pt x="62702" y="12540"/>
                      </a:cubicBezTo>
                      <a:lnTo>
                        <a:pt x="62702" y="21789"/>
                      </a:lnTo>
                      <a:cubicBezTo>
                        <a:pt x="62702" y="39104"/>
                        <a:pt x="48665" y="53140"/>
                        <a:pt x="31351" y="53140"/>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593" name="Graphic 332">
                  <a:extLst>
                    <a:ext uri="{FF2B5EF4-FFF2-40B4-BE49-F238E27FC236}">
                      <a16:creationId xmlns:a16="http://schemas.microsoft.com/office/drawing/2014/main" id="{06594F9E-A407-89E4-12C4-E6AF36D56801}"/>
                    </a:ext>
                  </a:extLst>
                </p:cNvPr>
                <p:cNvGrpSpPr/>
                <p:nvPr/>
              </p:nvGrpSpPr>
              <p:grpSpPr>
                <a:xfrm>
                  <a:off x="6698915" y="2181138"/>
                  <a:ext cx="121900" cy="126255"/>
                  <a:chOff x="6698915" y="2181138"/>
                  <a:chExt cx="121900" cy="126255"/>
                </a:xfrm>
                <a:solidFill>
                  <a:srgbClr val="EF463C"/>
                </a:solidFill>
              </p:grpSpPr>
              <p:sp>
                <p:nvSpPr>
                  <p:cNvPr id="595" name="Freeform 155">
                    <a:extLst>
                      <a:ext uri="{FF2B5EF4-FFF2-40B4-BE49-F238E27FC236}">
                        <a16:creationId xmlns:a16="http://schemas.microsoft.com/office/drawing/2014/main" id="{EE2C0E56-9CFE-5EB3-ED01-ADA34408ADB3}"/>
                      </a:ext>
                    </a:extLst>
                  </p:cNvPr>
                  <p:cNvSpPr/>
                  <p:nvPr/>
                </p:nvSpPr>
                <p:spPr>
                  <a:xfrm>
                    <a:off x="6734527" y="2181138"/>
                    <a:ext cx="31221" cy="47157"/>
                  </a:xfrm>
                  <a:custGeom>
                    <a:avLst/>
                    <a:gdLst>
                      <a:gd name="connsiteX0" fmla="*/ 18675 w 31221"/>
                      <a:gd name="connsiteY0" fmla="*/ 47157 h 47157"/>
                      <a:gd name="connsiteX1" fmla="*/ 6589 w 31221"/>
                      <a:gd name="connsiteY1" fmla="*/ 37971 h 47157"/>
                      <a:gd name="connsiteX2" fmla="*/ 460 w 31221"/>
                      <a:gd name="connsiteY2" fmla="*/ 15900 h 47157"/>
                      <a:gd name="connsiteX3" fmla="*/ 9191 w 31221"/>
                      <a:gd name="connsiteY3" fmla="*/ 460 h 47157"/>
                      <a:gd name="connsiteX4" fmla="*/ 24632 w 31221"/>
                      <a:gd name="connsiteY4" fmla="*/ 9191 h 47157"/>
                      <a:gd name="connsiteX5" fmla="*/ 30761 w 31221"/>
                      <a:gd name="connsiteY5" fmla="*/ 31262 h 47157"/>
                      <a:gd name="connsiteX6" fmla="*/ 22034 w 31221"/>
                      <a:gd name="connsiteY6" fmla="*/ 46701 h 47157"/>
                      <a:gd name="connsiteX7" fmla="*/ 22030 w 31221"/>
                      <a:gd name="connsiteY7" fmla="*/ 46703 h 47157"/>
                      <a:gd name="connsiteX8" fmla="*/ 18675 w 31221"/>
                      <a:gd name="connsiteY8" fmla="*/ 47157 h 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21" h="47157">
                        <a:moveTo>
                          <a:pt x="18675" y="47157"/>
                        </a:moveTo>
                        <a:cubicBezTo>
                          <a:pt x="13040" y="47159"/>
                          <a:pt x="8097" y="43401"/>
                          <a:pt x="6589" y="37971"/>
                        </a:cubicBezTo>
                        <a:lnTo>
                          <a:pt x="460" y="15900"/>
                        </a:lnTo>
                        <a:cubicBezTo>
                          <a:pt x="-1393" y="9226"/>
                          <a:pt x="2517" y="2313"/>
                          <a:pt x="9191" y="460"/>
                        </a:cubicBezTo>
                        <a:cubicBezTo>
                          <a:pt x="15866" y="-1393"/>
                          <a:pt x="22779" y="2517"/>
                          <a:pt x="24632" y="9191"/>
                        </a:cubicBezTo>
                        <a:lnTo>
                          <a:pt x="30761" y="31262"/>
                        </a:lnTo>
                        <a:cubicBezTo>
                          <a:pt x="32614" y="37935"/>
                          <a:pt x="28707" y="44848"/>
                          <a:pt x="22034" y="46701"/>
                        </a:cubicBezTo>
                        <a:cubicBezTo>
                          <a:pt x="22033" y="46701"/>
                          <a:pt x="22031" y="46703"/>
                          <a:pt x="22030" y="46703"/>
                        </a:cubicBezTo>
                        <a:cubicBezTo>
                          <a:pt x="20935" y="46997"/>
                          <a:pt x="19808" y="47151"/>
                          <a:pt x="18675" y="47157"/>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6" name="Freeform 156">
                    <a:extLst>
                      <a:ext uri="{FF2B5EF4-FFF2-40B4-BE49-F238E27FC236}">
                        <a16:creationId xmlns:a16="http://schemas.microsoft.com/office/drawing/2014/main" id="{89FFEE48-E7BD-9CFF-1E81-EA0B8C616D22}"/>
                      </a:ext>
                    </a:extLst>
                  </p:cNvPr>
                  <p:cNvSpPr/>
                  <p:nvPr/>
                </p:nvSpPr>
                <p:spPr>
                  <a:xfrm>
                    <a:off x="6762486" y="2187024"/>
                    <a:ext cx="36918" cy="44563"/>
                  </a:xfrm>
                  <a:custGeom>
                    <a:avLst/>
                    <a:gdLst>
                      <a:gd name="connsiteX0" fmla="*/ 12536 w 36918"/>
                      <a:gd name="connsiteY0" fmla="*/ 44564 h 44563"/>
                      <a:gd name="connsiteX1" fmla="*/ 0 w 36918"/>
                      <a:gd name="connsiteY1" fmla="*/ 32019 h 44563"/>
                      <a:gd name="connsiteX2" fmla="*/ 1829 w 36918"/>
                      <a:gd name="connsiteY2" fmla="*/ 25502 h 44563"/>
                      <a:gd name="connsiteX3" fmla="*/ 13774 w 36918"/>
                      <a:gd name="connsiteY3" fmla="*/ 5845 h 44563"/>
                      <a:gd name="connsiteX4" fmla="*/ 31073 w 36918"/>
                      <a:gd name="connsiteY4" fmla="*/ 1939 h 44563"/>
                      <a:gd name="connsiteX5" fmla="*/ 35202 w 36918"/>
                      <a:gd name="connsiteY5" fmla="*/ 18872 h 44563"/>
                      <a:gd name="connsiteX6" fmla="*/ 23258 w 36918"/>
                      <a:gd name="connsiteY6" fmla="*/ 38529 h 44563"/>
                      <a:gd name="connsiteX7" fmla="*/ 12536 w 36918"/>
                      <a:gd name="connsiteY7" fmla="*/ 44564 h 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18" h="44563">
                        <a:moveTo>
                          <a:pt x="12536" y="44564"/>
                        </a:moveTo>
                        <a:cubicBezTo>
                          <a:pt x="5610" y="44561"/>
                          <a:pt x="-2" y="38944"/>
                          <a:pt x="0" y="32019"/>
                        </a:cubicBezTo>
                        <a:cubicBezTo>
                          <a:pt x="2" y="29719"/>
                          <a:pt x="635" y="27465"/>
                          <a:pt x="1829" y="25502"/>
                        </a:cubicBezTo>
                        <a:lnTo>
                          <a:pt x="13774" y="5845"/>
                        </a:lnTo>
                        <a:cubicBezTo>
                          <a:pt x="17472" y="-10"/>
                          <a:pt x="25217" y="-1759"/>
                          <a:pt x="31073" y="1939"/>
                        </a:cubicBezTo>
                        <a:cubicBezTo>
                          <a:pt x="36787" y="5549"/>
                          <a:pt x="38613" y="13037"/>
                          <a:pt x="35202" y="18872"/>
                        </a:cubicBezTo>
                        <a:lnTo>
                          <a:pt x="23258" y="38529"/>
                        </a:lnTo>
                        <a:cubicBezTo>
                          <a:pt x="20985" y="42277"/>
                          <a:pt x="16918" y="44564"/>
                          <a:pt x="12536" y="4456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7" name="Freeform 157">
                    <a:extLst>
                      <a:ext uri="{FF2B5EF4-FFF2-40B4-BE49-F238E27FC236}">
                        <a16:creationId xmlns:a16="http://schemas.microsoft.com/office/drawing/2014/main" id="{1A8B2F4D-F4BE-F72D-4A1B-A3854AE718AA}"/>
                      </a:ext>
                    </a:extLst>
                  </p:cNvPr>
                  <p:cNvSpPr/>
                  <p:nvPr/>
                </p:nvSpPr>
                <p:spPr>
                  <a:xfrm>
                    <a:off x="6779022" y="2221060"/>
                    <a:ext cx="41793" cy="28475"/>
                  </a:xfrm>
                  <a:custGeom>
                    <a:avLst/>
                    <a:gdLst>
                      <a:gd name="connsiteX0" fmla="*/ 12522 w 41793"/>
                      <a:gd name="connsiteY0" fmla="*/ 28475 h 28475"/>
                      <a:gd name="connsiteX1" fmla="*/ 0 w 41793"/>
                      <a:gd name="connsiteY1" fmla="*/ 15916 h 28475"/>
                      <a:gd name="connsiteX2" fmla="*/ 10045 w 41793"/>
                      <a:gd name="connsiteY2" fmla="*/ 3646 h 28475"/>
                      <a:gd name="connsiteX3" fmla="*/ 26880 w 41793"/>
                      <a:gd name="connsiteY3" fmla="*/ 228 h 28475"/>
                      <a:gd name="connsiteX4" fmla="*/ 41565 w 41793"/>
                      <a:gd name="connsiteY4" fmla="*/ 10173 h 28475"/>
                      <a:gd name="connsiteX5" fmla="*/ 31865 w 41793"/>
                      <a:gd name="connsiteY5" fmla="*/ 24807 h 28475"/>
                      <a:gd name="connsiteX6" fmla="*/ 15030 w 41793"/>
                      <a:gd name="connsiteY6" fmla="*/ 28225 h 28475"/>
                      <a:gd name="connsiteX7" fmla="*/ 12522 w 41793"/>
                      <a:gd name="connsiteY7" fmla="*/ 28475 h 2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93" h="28475">
                        <a:moveTo>
                          <a:pt x="12522" y="28475"/>
                        </a:moveTo>
                        <a:cubicBezTo>
                          <a:pt x="5596" y="28464"/>
                          <a:pt x="-11" y="22842"/>
                          <a:pt x="0" y="15916"/>
                        </a:cubicBezTo>
                        <a:cubicBezTo>
                          <a:pt x="9" y="9960"/>
                          <a:pt x="4207" y="4831"/>
                          <a:pt x="10045" y="3646"/>
                        </a:cubicBezTo>
                        <a:lnTo>
                          <a:pt x="26880" y="228"/>
                        </a:lnTo>
                        <a:cubicBezTo>
                          <a:pt x="33682" y="-1081"/>
                          <a:pt x="40256" y="3371"/>
                          <a:pt x="41565" y="10173"/>
                        </a:cubicBezTo>
                        <a:cubicBezTo>
                          <a:pt x="42855" y="16877"/>
                          <a:pt x="38544" y="23384"/>
                          <a:pt x="31865" y="24807"/>
                        </a:cubicBezTo>
                        <a:lnTo>
                          <a:pt x="15030" y="28225"/>
                        </a:lnTo>
                        <a:cubicBezTo>
                          <a:pt x="14205" y="28394"/>
                          <a:pt x="13363" y="28477"/>
                          <a:pt x="12522" y="2847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8" name="Freeform 158">
                    <a:extLst>
                      <a:ext uri="{FF2B5EF4-FFF2-40B4-BE49-F238E27FC236}">
                        <a16:creationId xmlns:a16="http://schemas.microsoft.com/office/drawing/2014/main" id="{3878AABC-71AA-59D9-0B47-2092262AE713}"/>
                      </a:ext>
                    </a:extLst>
                  </p:cNvPr>
                  <p:cNvSpPr/>
                  <p:nvPr/>
                </p:nvSpPr>
                <p:spPr>
                  <a:xfrm>
                    <a:off x="6774727" y="2247949"/>
                    <a:ext cx="41840" cy="35226"/>
                  </a:xfrm>
                  <a:custGeom>
                    <a:avLst/>
                    <a:gdLst>
                      <a:gd name="connsiteX0" fmla="*/ 29357 w 41840"/>
                      <a:gd name="connsiteY0" fmla="*/ 35226 h 35226"/>
                      <a:gd name="connsiteX1" fmla="*/ 22883 w 41840"/>
                      <a:gd name="connsiteY1" fmla="*/ 33408 h 35226"/>
                      <a:gd name="connsiteX2" fmla="*/ 5390 w 41840"/>
                      <a:gd name="connsiteY2" fmla="*/ 22843 h 35226"/>
                      <a:gd name="connsiteX3" fmla="*/ 2240 w 41840"/>
                      <a:gd name="connsiteY3" fmla="*/ 5390 h 35226"/>
                      <a:gd name="connsiteX4" fmla="*/ 18385 w 41840"/>
                      <a:gd name="connsiteY4" fmla="*/ 1446 h 35226"/>
                      <a:gd name="connsiteX5" fmla="*/ 35878 w 41840"/>
                      <a:gd name="connsiteY5" fmla="*/ 12011 h 35226"/>
                      <a:gd name="connsiteX6" fmla="*/ 39973 w 41840"/>
                      <a:gd name="connsiteY6" fmla="*/ 29267 h 35226"/>
                      <a:gd name="connsiteX7" fmla="*/ 29357 w 41840"/>
                      <a:gd name="connsiteY7" fmla="*/ 35226 h 3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40" h="35226">
                        <a:moveTo>
                          <a:pt x="29357" y="35226"/>
                        </a:moveTo>
                        <a:cubicBezTo>
                          <a:pt x="27073" y="35222"/>
                          <a:pt x="24835" y="34592"/>
                          <a:pt x="22883" y="33408"/>
                        </a:cubicBezTo>
                        <a:lnTo>
                          <a:pt x="5390" y="22843"/>
                        </a:lnTo>
                        <a:cubicBezTo>
                          <a:pt x="-299" y="18893"/>
                          <a:pt x="-1710" y="11080"/>
                          <a:pt x="2240" y="5390"/>
                        </a:cubicBezTo>
                        <a:cubicBezTo>
                          <a:pt x="5852" y="186"/>
                          <a:pt x="12779" y="-1506"/>
                          <a:pt x="18385" y="1446"/>
                        </a:cubicBezTo>
                        <a:lnTo>
                          <a:pt x="35878" y="12011"/>
                        </a:lnTo>
                        <a:cubicBezTo>
                          <a:pt x="41774" y="15645"/>
                          <a:pt x="43608" y="23371"/>
                          <a:pt x="39973" y="29267"/>
                        </a:cubicBezTo>
                        <a:cubicBezTo>
                          <a:pt x="37701" y="32954"/>
                          <a:pt x="33687" y="35206"/>
                          <a:pt x="29357" y="3522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9" name="Freeform 159">
                    <a:extLst>
                      <a:ext uri="{FF2B5EF4-FFF2-40B4-BE49-F238E27FC236}">
                        <a16:creationId xmlns:a16="http://schemas.microsoft.com/office/drawing/2014/main" id="{CDA5EC76-172B-72FD-C982-FD294C4502F2}"/>
                      </a:ext>
                    </a:extLst>
                  </p:cNvPr>
                  <p:cNvSpPr/>
                  <p:nvPr/>
                </p:nvSpPr>
                <p:spPr>
                  <a:xfrm>
                    <a:off x="6753280" y="2265531"/>
                    <a:ext cx="29214" cy="41862"/>
                  </a:xfrm>
                  <a:custGeom>
                    <a:avLst/>
                    <a:gdLst>
                      <a:gd name="connsiteX0" fmla="*/ 16585 w 29214"/>
                      <a:gd name="connsiteY0" fmla="*/ 41863 h 41862"/>
                      <a:gd name="connsiteX1" fmla="*/ 4405 w 29214"/>
                      <a:gd name="connsiteY1" fmla="*/ 32269 h 41862"/>
                      <a:gd name="connsiteX2" fmla="*/ 423 w 29214"/>
                      <a:gd name="connsiteY2" fmla="*/ 15763 h 41862"/>
                      <a:gd name="connsiteX3" fmla="*/ 9324 w 29214"/>
                      <a:gd name="connsiteY3" fmla="*/ 423 h 41862"/>
                      <a:gd name="connsiteX4" fmla="*/ 24664 w 29214"/>
                      <a:gd name="connsiteY4" fmla="*/ 9325 h 41862"/>
                      <a:gd name="connsiteX5" fmla="*/ 24799 w 29214"/>
                      <a:gd name="connsiteY5" fmla="*/ 9885 h 41862"/>
                      <a:gd name="connsiteX6" fmla="*/ 28858 w 29214"/>
                      <a:gd name="connsiteY6" fmla="*/ 26375 h 41862"/>
                      <a:gd name="connsiteX7" fmla="*/ 19626 w 29214"/>
                      <a:gd name="connsiteY7" fmla="*/ 41518 h 41862"/>
                      <a:gd name="connsiteX8" fmla="*/ 19626 w 29214"/>
                      <a:gd name="connsiteY8" fmla="*/ 41518 h 41862"/>
                      <a:gd name="connsiteX9" fmla="*/ 16585 w 29214"/>
                      <a:gd name="connsiteY9" fmla="*/ 41863 h 41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214" h="41862">
                        <a:moveTo>
                          <a:pt x="16585" y="41863"/>
                        </a:moveTo>
                        <a:cubicBezTo>
                          <a:pt x="10797" y="41858"/>
                          <a:pt x="5765" y="37894"/>
                          <a:pt x="4405" y="32269"/>
                        </a:cubicBezTo>
                        <a:lnTo>
                          <a:pt x="423" y="15763"/>
                        </a:lnTo>
                        <a:cubicBezTo>
                          <a:pt x="-1354" y="9070"/>
                          <a:pt x="2630" y="2202"/>
                          <a:pt x="9324" y="423"/>
                        </a:cubicBezTo>
                        <a:cubicBezTo>
                          <a:pt x="16019" y="-1354"/>
                          <a:pt x="22886" y="2632"/>
                          <a:pt x="24664" y="9325"/>
                        </a:cubicBezTo>
                        <a:cubicBezTo>
                          <a:pt x="24712" y="9510"/>
                          <a:pt x="24758" y="9697"/>
                          <a:pt x="24799" y="9885"/>
                        </a:cubicBezTo>
                        <a:lnTo>
                          <a:pt x="28858" y="26375"/>
                        </a:lnTo>
                        <a:cubicBezTo>
                          <a:pt x="30490" y="33106"/>
                          <a:pt x="26357" y="39886"/>
                          <a:pt x="19626" y="41518"/>
                        </a:cubicBezTo>
                        <a:cubicBezTo>
                          <a:pt x="19626" y="41518"/>
                          <a:pt x="19626" y="41518"/>
                          <a:pt x="19626" y="41518"/>
                        </a:cubicBezTo>
                        <a:cubicBezTo>
                          <a:pt x="18629" y="41753"/>
                          <a:pt x="17608" y="41869"/>
                          <a:pt x="16585" y="41863"/>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00" name="Freeform 160">
                    <a:extLst>
                      <a:ext uri="{FF2B5EF4-FFF2-40B4-BE49-F238E27FC236}">
                        <a16:creationId xmlns:a16="http://schemas.microsoft.com/office/drawing/2014/main" id="{EE1EFA0F-713E-E465-10F9-603C5DAED32A}"/>
                      </a:ext>
                    </a:extLst>
                  </p:cNvPr>
                  <p:cNvSpPr/>
                  <p:nvPr/>
                </p:nvSpPr>
                <p:spPr>
                  <a:xfrm>
                    <a:off x="6720312" y="2259509"/>
                    <a:ext cx="35042" cy="42194"/>
                  </a:xfrm>
                  <a:custGeom>
                    <a:avLst/>
                    <a:gdLst>
                      <a:gd name="connsiteX0" fmla="*/ 12497 w 35042"/>
                      <a:gd name="connsiteY0" fmla="*/ 42195 h 42194"/>
                      <a:gd name="connsiteX1" fmla="*/ 0 w 35042"/>
                      <a:gd name="connsiteY1" fmla="*/ 29611 h 42194"/>
                      <a:gd name="connsiteX2" fmla="*/ 1680 w 35042"/>
                      <a:gd name="connsiteY2" fmla="*/ 23384 h 42194"/>
                      <a:gd name="connsiteX3" fmla="*/ 11666 w 35042"/>
                      <a:gd name="connsiteY3" fmla="*/ 6220 h 42194"/>
                      <a:gd name="connsiteX4" fmla="*/ 28822 w 35042"/>
                      <a:gd name="connsiteY4" fmla="*/ 1713 h 42194"/>
                      <a:gd name="connsiteX5" fmla="*/ 33329 w 35042"/>
                      <a:gd name="connsiteY5" fmla="*/ 18870 h 42194"/>
                      <a:gd name="connsiteX6" fmla="*/ 23344 w 35042"/>
                      <a:gd name="connsiteY6" fmla="*/ 35972 h 42194"/>
                      <a:gd name="connsiteX7" fmla="*/ 12497 w 35042"/>
                      <a:gd name="connsiteY7" fmla="*/ 42195 h 4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42" h="42194">
                        <a:moveTo>
                          <a:pt x="12497" y="42195"/>
                        </a:moveTo>
                        <a:cubicBezTo>
                          <a:pt x="5571" y="42170"/>
                          <a:pt x="-23" y="36536"/>
                          <a:pt x="0" y="29611"/>
                        </a:cubicBezTo>
                        <a:cubicBezTo>
                          <a:pt x="8" y="27424"/>
                          <a:pt x="588" y="25278"/>
                          <a:pt x="1680" y="23384"/>
                        </a:cubicBezTo>
                        <a:lnTo>
                          <a:pt x="11666" y="6220"/>
                        </a:lnTo>
                        <a:cubicBezTo>
                          <a:pt x="15158" y="238"/>
                          <a:pt x="22841" y="-1779"/>
                          <a:pt x="28822" y="1713"/>
                        </a:cubicBezTo>
                        <a:cubicBezTo>
                          <a:pt x="34804" y="5206"/>
                          <a:pt x="36822" y="12888"/>
                          <a:pt x="33329" y="18870"/>
                        </a:cubicBezTo>
                        <a:lnTo>
                          <a:pt x="23344" y="35972"/>
                        </a:lnTo>
                        <a:cubicBezTo>
                          <a:pt x="21095" y="39829"/>
                          <a:pt x="16962" y="42200"/>
                          <a:pt x="12497" y="4219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01" name="Freeform 161">
                    <a:extLst>
                      <a:ext uri="{FF2B5EF4-FFF2-40B4-BE49-F238E27FC236}">
                        <a16:creationId xmlns:a16="http://schemas.microsoft.com/office/drawing/2014/main" id="{E62626B5-14C6-05F2-4648-4DDC046072F5}"/>
                      </a:ext>
                    </a:extLst>
                  </p:cNvPr>
                  <p:cNvSpPr/>
                  <p:nvPr/>
                </p:nvSpPr>
                <p:spPr>
                  <a:xfrm>
                    <a:off x="6698915" y="2238810"/>
                    <a:ext cx="43578" cy="30116"/>
                  </a:xfrm>
                  <a:custGeom>
                    <a:avLst/>
                    <a:gdLst>
                      <a:gd name="connsiteX0" fmla="*/ 12528 w 43578"/>
                      <a:gd name="connsiteY0" fmla="*/ 30116 h 30116"/>
                      <a:gd name="connsiteX1" fmla="*/ 0 w 43578"/>
                      <a:gd name="connsiteY1" fmla="*/ 17563 h 30116"/>
                      <a:gd name="connsiteX2" fmla="*/ 9252 w 43578"/>
                      <a:gd name="connsiteY2" fmla="*/ 5475 h 30116"/>
                      <a:gd name="connsiteX3" fmla="*/ 27921 w 43578"/>
                      <a:gd name="connsiteY3" fmla="*/ 396 h 30116"/>
                      <a:gd name="connsiteX4" fmla="*/ 43183 w 43578"/>
                      <a:gd name="connsiteY4" fmla="*/ 9429 h 30116"/>
                      <a:gd name="connsiteX5" fmla="*/ 34489 w 43578"/>
                      <a:gd name="connsiteY5" fmla="*/ 24599 h 30116"/>
                      <a:gd name="connsiteX6" fmla="*/ 15820 w 43578"/>
                      <a:gd name="connsiteY6" fmla="*/ 29677 h 30116"/>
                      <a:gd name="connsiteX7" fmla="*/ 12528 w 43578"/>
                      <a:gd name="connsiteY7" fmla="*/ 30116 h 3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8" h="30116">
                        <a:moveTo>
                          <a:pt x="12528" y="30116"/>
                        </a:moveTo>
                        <a:cubicBezTo>
                          <a:pt x="5602" y="30110"/>
                          <a:pt x="-7" y="24489"/>
                          <a:pt x="0" y="17563"/>
                        </a:cubicBezTo>
                        <a:cubicBezTo>
                          <a:pt x="6" y="11909"/>
                          <a:pt x="3795" y="6957"/>
                          <a:pt x="9252" y="5475"/>
                        </a:cubicBezTo>
                        <a:lnTo>
                          <a:pt x="27921" y="396"/>
                        </a:lnTo>
                        <a:cubicBezTo>
                          <a:pt x="34630" y="-1324"/>
                          <a:pt x="41463" y="2720"/>
                          <a:pt x="43183" y="9429"/>
                        </a:cubicBezTo>
                        <a:cubicBezTo>
                          <a:pt x="44869" y="16005"/>
                          <a:pt x="41015" y="22729"/>
                          <a:pt x="34489" y="24599"/>
                        </a:cubicBezTo>
                        <a:lnTo>
                          <a:pt x="15820" y="29677"/>
                        </a:lnTo>
                        <a:cubicBezTo>
                          <a:pt x="14747" y="29969"/>
                          <a:pt x="13640" y="30116"/>
                          <a:pt x="12528" y="3011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02" name="Freeform 162">
                    <a:extLst>
                      <a:ext uri="{FF2B5EF4-FFF2-40B4-BE49-F238E27FC236}">
                        <a16:creationId xmlns:a16="http://schemas.microsoft.com/office/drawing/2014/main" id="{D46E63E1-74A0-C50E-2F47-8711F28E9F61}"/>
                      </a:ext>
                    </a:extLst>
                  </p:cNvPr>
                  <p:cNvSpPr/>
                  <p:nvPr/>
                </p:nvSpPr>
                <p:spPr>
                  <a:xfrm>
                    <a:off x="6703187" y="2203941"/>
                    <a:ext cx="43000" cy="36753"/>
                  </a:xfrm>
                  <a:custGeom>
                    <a:avLst/>
                    <a:gdLst>
                      <a:gd name="connsiteX0" fmla="*/ 30436 w 43000"/>
                      <a:gd name="connsiteY0" fmla="*/ 36754 h 36753"/>
                      <a:gd name="connsiteX1" fmla="*/ 23602 w 43000"/>
                      <a:gd name="connsiteY1" fmla="*/ 34716 h 36753"/>
                      <a:gd name="connsiteX2" fmla="*/ 5700 w 43000"/>
                      <a:gd name="connsiteY2" fmla="*/ 23053 h 36753"/>
                      <a:gd name="connsiteX3" fmla="*/ 2032 w 43000"/>
                      <a:gd name="connsiteY3" fmla="*/ 5701 h 36753"/>
                      <a:gd name="connsiteX4" fmla="*/ 19385 w 43000"/>
                      <a:gd name="connsiteY4" fmla="*/ 2033 h 36753"/>
                      <a:gd name="connsiteX5" fmla="*/ 37286 w 43000"/>
                      <a:gd name="connsiteY5" fmla="*/ 13695 h 36753"/>
                      <a:gd name="connsiteX6" fmla="*/ 40976 w 43000"/>
                      <a:gd name="connsiteY6" fmla="*/ 31042 h 36753"/>
                      <a:gd name="connsiteX7" fmla="*/ 30436 w 43000"/>
                      <a:gd name="connsiteY7" fmla="*/ 36754 h 36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000" h="36753">
                        <a:moveTo>
                          <a:pt x="30436" y="36754"/>
                        </a:moveTo>
                        <a:cubicBezTo>
                          <a:pt x="28008" y="36751"/>
                          <a:pt x="25635" y="36042"/>
                          <a:pt x="23602" y="34716"/>
                        </a:cubicBezTo>
                        <a:lnTo>
                          <a:pt x="5700" y="23053"/>
                        </a:lnTo>
                        <a:cubicBezTo>
                          <a:pt x="-104" y="19274"/>
                          <a:pt x="-1746" y="11505"/>
                          <a:pt x="2032" y="5701"/>
                        </a:cubicBezTo>
                        <a:cubicBezTo>
                          <a:pt x="5811" y="-104"/>
                          <a:pt x="13581" y="-1747"/>
                          <a:pt x="19385" y="2033"/>
                        </a:cubicBezTo>
                        <a:lnTo>
                          <a:pt x="37286" y="13695"/>
                        </a:lnTo>
                        <a:cubicBezTo>
                          <a:pt x="43096" y="17467"/>
                          <a:pt x="44748" y="25232"/>
                          <a:pt x="40976" y="31042"/>
                        </a:cubicBezTo>
                        <a:cubicBezTo>
                          <a:pt x="38660" y="34611"/>
                          <a:pt x="34691" y="36762"/>
                          <a:pt x="30436" y="3675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03" name="Freeform 163">
                    <a:extLst>
                      <a:ext uri="{FF2B5EF4-FFF2-40B4-BE49-F238E27FC236}">
                        <a16:creationId xmlns:a16="http://schemas.microsoft.com/office/drawing/2014/main" id="{9251AD24-6229-A7F2-B37C-C06AE788A014}"/>
                      </a:ext>
                    </a:extLst>
                  </p:cNvPr>
                  <p:cNvSpPr/>
                  <p:nvPr/>
                </p:nvSpPr>
                <p:spPr>
                  <a:xfrm>
                    <a:off x="6717310" y="2202400"/>
                    <a:ext cx="85595" cy="85587"/>
                  </a:xfrm>
                  <a:custGeom>
                    <a:avLst/>
                    <a:gdLst>
                      <a:gd name="connsiteX0" fmla="*/ 42727 w 85595"/>
                      <a:gd name="connsiteY0" fmla="*/ 85588 h 85587"/>
                      <a:gd name="connsiteX1" fmla="*/ 0 w 85595"/>
                      <a:gd name="connsiteY1" fmla="*/ 42727 h 85587"/>
                      <a:gd name="connsiteX2" fmla="*/ 42860 w 85595"/>
                      <a:gd name="connsiteY2" fmla="*/ 0 h 85587"/>
                      <a:gd name="connsiteX3" fmla="*/ 84455 w 85595"/>
                      <a:gd name="connsiteY3" fmla="*/ 33013 h 85587"/>
                      <a:gd name="connsiteX4" fmla="*/ 84455 w 85595"/>
                      <a:gd name="connsiteY4" fmla="*/ 33013 h 85587"/>
                      <a:gd name="connsiteX5" fmla="*/ 52586 w 85595"/>
                      <a:gd name="connsiteY5" fmla="*/ 84444 h 85587"/>
                      <a:gd name="connsiteX6" fmla="*/ 42727 w 85595"/>
                      <a:gd name="connsiteY6" fmla="*/ 85588 h 85587"/>
                      <a:gd name="connsiteX7" fmla="*/ 42883 w 85595"/>
                      <a:gd name="connsiteY7" fmla="*/ 25049 h 85587"/>
                      <a:gd name="connsiteX8" fmla="*/ 38808 w 85595"/>
                      <a:gd name="connsiteY8" fmla="*/ 25520 h 85587"/>
                      <a:gd name="connsiteX9" fmla="*/ 25664 w 85595"/>
                      <a:gd name="connsiteY9" fmla="*/ 46818 h 85587"/>
                      <a:gd name="connsiteX10" fmla="*/ 46962 w 85595"/>
                      <a:gd name="connsiteY10" fmla="*/ 59963 h 85587"/>
                      <a:gd name="connsiteX11" fmla="*/ 60126 w 85595"/>
                      <a:gd name="connsiteY11" fmla="*/ 38750 h 85587"/>
                      <a:gd name="connsiteX12" fmla="*/ 60126 w 85595"/>
                      <a:gd name="connsiteY12" fmla="*/ 38750 h 85587"/>
                      <a:gd name="connsiteX13" fmla="*/ 42883 w 85595"/>
                      <a:gd name="connsiteY13" fmla="*/ 25049 h 8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595" h="85587">
                        <a:moveTo>
                          <a:pt x="42727" y="85588"/>
                        </a:moveTo>
                        <a:cubicBezTo>
                          <a:pt x="19093" y="85550"/>
                          <a:pt x="-38" y="66362"/>
                          <a:pt x="0" y="42727"/>
                        </a:cubicBezTo>
                        <a:cubicBezTo>
                          <a:pt x="36" y="19093"/>
                          <a:pt x="19226" y="-38"/>
                          <a:pt x="42860" y="0"/>
                        </a:cubicBezTo>
                        <a:cubicBezTo>
                          <a:pt x="62702" y="31"/>
                          <a:pt x="79920" y="13697"/>
                          <a:pt x="84455" y="33013"/>
                        </a:cubicBezTo>
                        <a:lnTo>
                          <a:pt x="84455" y="33013"/>
                        </a:lnTo>
                        <a:cubicBezTo>
                          <a:pt x="89850" y="56015"/>
                          <a:pt x="75585" y="79036"/>
                          <a:pt x="52586" y="84444"/>
                        </a:cubicBezTo>
                        <a:cubicBezTo>
                          <a:pt x="49354" y="85202"/>
                          <a:pt x="46047" y="85586"/>
                          <a:pt x="42727" y="85588"/>
                        </a:cubicBezTo>
                        <a:close/>
                        <a:moveTo>
                          <a:pt x="42883" y="25049"/>
                        </a:moveTo>
                        <a:cubicBezTo>
                          <a:pt x="41512" y="25051"/>
                          <a:pt x="40143" y="25209"/>
                          <a:pt x="38808" y="25520"/>
                        </a:cubicBezTo>
                        <a:cubicBezTo>
                          <a:pt x="29296" y="27771"/>
                          <a:pt x="23411" y="37308"/>
                          <a:pt x="25664" y="46818"/>
                        </a:cubicBezTo>
                        <a:cubicBezTo>
                          <a:pt x="27915" y="56330"/>
                          <a:pt x="37450" y="62214"/>
                          <a:pt x="46962" y="59963"/>
                        </a:cubicBezTo>
                        <a:cubicBezTo>
                          <a:pt x="56439" y="57719"/>
                          <a:pt x="62322" y="48238"/>
                          <a:pt x="60126" y="38750"/>
                        </a:cubicBezTo>
                        <a:lnTo>
                          <a:pt x="60126" y="38750"/>
                        </a:lnTo>
                        <a:cubicBezTo>
                          <a:pt x="58252" y="30736"/>
                          <a:pt x="51113" y="25065"/>
                          <a:pt x="42883" y="25049"/>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594" name="Freeform 154">
                  <a:extLst>
                    <a:ext uri="{FF2B5EF4-FFF2-40B4-BE49-F238E27FC236}">
                      <a16:creationId xmlns:a16="http://schemas.microsoft.com/office/drawing/2014/main" id="{52BA1B00-AF78-E55B-974C-91F0BF7E2347}"/>
                    </a:ext>
                  </a:extLst>
                </p:cNvPr>
                <p:cNvSpPr/>
                <p:nvPr/>
              </p:nvSpPr>
              <p:spPr>
                <a:xfrm>
                  <a:off x="6717586" y="2109858"/>
                  <a:ext cx="54608" cy="54606"/>
                </a:xfrm>
                <a:custGeom>
                  <a:avLst/>
                  <a:gdLst>
                    <a:gd name="connsiteX0" fmla="*/ 42074 w 54608"/>
                    <a:gd name="connsiteY0" fmla="*/ 54607 h 54606"/>
                    <a:gd name="connsiteX1" fmla="*/ 33202 w 54608"/>
                    <a:gd name="connsiteY1" fmla="*/ 50939 h 54606"/>
                    <a:gd name="connsiteX2" fmla="*/ 3669 w 54608"/>
                    <a:gd name="connsiteY2" fmla="*/ 21406 h 54606"/>
                    <a:gd name="connsiteX3" fmla="*/ 3677 w 54608"/>
                    <a:gd name="connsiteY3" fmla="*/ 3669 h 54606"/>
                    <a:gd name="connsiteX4" fmla="*/ 21414 w 54608"/>
                    <a:gd name="connsiteY4" fmla="*/ 3677 h 54606"/>
                    <a:gd name="connsiteX5" fmla="*/ 50931 w 54608"/>
                    <a:gd name="connsiteY5" fmla="*/ 33194 h 54606"/>
                    <a:gd name="connsiteX6" fmla="*/ 50940 w 54608"/>
                    <a:gd name="connsiteY6" fmla="*/ 50929 h 54606"/>
                    <a:gd name="connsiteX7" fmla="*/ 42074 w 54608"/>
                    <a:gd name="connsiteY7" fmla="*/ 54607 h 5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608" h="54606">
                      <a:moveTo>
                        <a:pt x="42074" y="54607"/>
                      </a:moveTo>
                      <a:cubicBezTo>
                        <a:pt x="38748" y="54609"/>
                        <a:pt x="35556" y="53290"/>
                        <a:pt x="33202" y="50939"/>
                      </a:cubicBezTo>
                      <a:lnTo>
                        <a:pt x="3669" y="21406"/>
                      </a:lnTo>
                      <a:cubicBezTo>
                        <a:pt x="-1226" y="16506"/>
                        <a:pt x="-1223" y="8565"/>
                        <a:pt x="3677" y="3669"/>
                      </a:cubicBezTo>
                      <a:cubicBezTo>
                        <a:pt x="8577" y="-1226"/>
                        <a:pt x="16519" y="-1223"/>
                        <a:pt x="21414" y="3677"/>
                      </a:cubicBezTo>
                      <a:lnTo>
                        <a:pt x="50931" y="33194"/>
                      </a:lnTo>
                      <a:cubicBezTo>
                        <a:pt x="55831" y="38089"/>
                        <a:pt x="55836" y="46029"/>
                        <a:pt x="50940" y="50929"/>
                      </a:cubicBezTo>
                      <a:cubicBezTo>
                        <a:pt x="48590" y="53282"/>
                        <a:pt x="45401" y="54605"/>
                        <a:pt x="42074" y="5460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23" name="Group 22">
              <a:extLst>
                <a:ext uri="{FF2B5EF4-FFF2-40B4-BE49-F238E27FC236}">
                  <a16:creationId xmlns:a16="http://schemas.microsoft.com/office/drawing/2014/main" id="{E3AC7A71-7645-3446-E241-39643DE2E36C}"/>
                </a:ext>
              </a:extLst>
            </p:cNvPr>
            <p:cNvGrpSpPr/>
            <p:nvPr/>
          </p:nvGrpSpPr>
          <p:grpSpPr>
            <a:xfrm>
              <a:off x="9961728" y="1490179"/>
              <a:ext cx="471791" cy="471791"/>
              <a:chOff x="9817805" y="1942177"/>
              <a:chExt cx="471791" cy="471791"/>
            </a:xfrm>
          </p:grpSpPr>
          <p:sp>
            <p:nvSpPr>
              <p:cNvPr id="581" name="Oval 580">
                <a:extLst>
                  <a:ext uri="{FF2B5EF4-FFF2-40B4-BE49-F238E27FC236}">
                    <a16:creationId xmlns:a16="http://schemas.microsoft.com/office/drawing/2014/main" id="{951BFE82-8E5E-4429-CC0A-599030144FE6}"/>
                  </a:ext>
                </a:extLst>
              </p:cNvPr>
              <p:cNvSpPr/>
              <p:nvPr/>
            </p:nvSpPr>
            <p:spPr>
              <a:xfrm>
                <a:off x="9817805"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582" name="Graphic 334">
                <a:extLst>
                  <a:ext uri="{FF2B5EF4-FFF2-40B4-BE49-F238E27FC236}">
                    <a16:creationId xmlns:a16="http://schemas.microsoft.com/office/drawing/2014/main" id="{F2E80F59-0129-602D-79FF-92862CB15CD9}"/>
                  </a:ext>
                </a:extLst>
              </p:cNvPr>
              <p:cNvGrpSpPr/>
              <p:nvPr/>
            </p:nvGrpSpPr>
            <p:grpSpPr>
              <a:xfrm>
                <a:off x="9951565" y="2036935"/>
                <a:ext cx="204378" cy="282424"/>
                <a:chOff x="9951565" y="2036935"/>
                <a:chExt cx="204378" cy="282424"/>
              </a:xfrm>
            </p:grpSpPr>
            <p:sp>
              <p:nvSpPr>
                <p:cNvPr id="583" name="Freeform 143">
                  <a:extLst>
                    <a:ext uri="{FF2B5EF4-FFF2-40B4-BE49-F238E27FC236}">
                      <a16:creationId xmlns:a16="http://schemas.microsoft.com/office/drawing/2014/main" id="{0455D847-4B69-5BE7-3150-D2EEB73D76B5}"/>
                    </a:ext>
                  </a:extLst>
                </p:cNvPr>
                <p:cNvSpPr/>
                <p:nvPr/>
              </p:nvSpPr>
              <p:spPr>
                <a:xfrm>
                  <a:off x="10075099" y="2179856"/>
                  <a:ext cx="80844" cy="136661"/>
                </a:xfrm>
                <a:custGeom>
                  <a:avLst/>
                  <a:gdLst>
                    <a:gd name="connsiteX0" fmla="*/ 56016 w 80844"/>
                    <a:gd name="connsiteY0" fmla="*/ 136661 h 136661"/>
                    <a:gd name="connsiteX1" fmla="*/ 24749 w 80844"/>
                    <a:gd name="connsiteY1" fmla="*/ 114256 h 136661"/>
                    <a:gd name="connsiteX2" fmla="*/ 1674 w 80844"/>
                    <a:gd name="connsiteY2" fmla="*/ 91516 h 136661"/>
                    <a:gd name="connsiteX3" fmla="*/ 2510 w 80844"/>
                    <a:gd name="connsiteY3" fmla="*/ 77136 h 136661"/>
                    <a:gd name="connsiteX4" fmla="*/ 28762 w 80844"/>
                    <a:gd name="connsiteY4" fmla="*/ 12261 h 136661"/>
                    <a:gd name="connsiteX5" fmla="*/ 43141 w 80844"/>
                    <a:gd name="connsiteY5" fmla="*/ 55 h 136661"/>
                    <a:gd name="connsiteX6" fmla="*/ 50331 w 80844"/>
                    <a:gd name="connsiteY6" fmla="*/ 2897 h 136661"/>
                    <a:gd name="connsiteX7" fmla="*/ 79759 w 80844"/>
                    <a:gd name="connsiteY7" fmla="*/ 46371 h 136661"/>
                    <a:gd name="connsiteX8" fmla="*/ 76749 w 80844"/>
                    <a:gd name="connsiteY8" fmla="*/ 92017 h 136661"/>
                    <a:gd name="connsiteX9" fmla="*/ 67720 w 80844"/>
                    <a:gd name="connsiteY9" fmla="*/ 130642 h 136661"/>
                    <a:gd name="connsiteX10" fmla="*/ 57688 w 80844"/>
                    <a:gd name="connsiteY10" fmla="*/ 136494 h 136661"/>
                    <a:gd name="connsiteX11" fmla="*/ 56016 w 80844"/>
                    <a:gd name="connsiteY11" fmla="*/ 136661 h 136661"/>
                    <a:gd name="connsiteX12" fmla="*/ 30768 w 80844"/>
                    <a:gd name="connsiteY12" fmla="*/ 83156 h 136661"/>
                    <a:gd name="connsiteX13" fmla="*/ 48324 w 80844"/>
                    <a:gd name="connsiteY13" fmla="*/ 99374 h 136661"/>
                    <a:gd name="connsiteX14" fmla="*/ 54009 w 80844"/>
                    <a:gd name="connsiteY14" fmla="*/ 53728 h 136661"/>
                    <a:gd name="connsiteX15" fmla="*/ 49662 w 80844"/>
                    <a:gd name="connsiteY15" fmla="*/ 43194 h 136661"/>
                    <a:gd name="connsiteX16" fmla="*/ 30768 w 80844"/>
                    <a:gd name="connsiteY16" fmla="*/ 83156 h 136661"/>
                    <a:gd name="connsiteX17" fmla="*/ 30768 w 80844"/>
                    <a:gd name="connsiteY17" fmla="*/ 83156 h 136661"/>
                    <a:gd name="connsiteX18" fmla="*/ 24247 w 80844"/>
                    <a:gd name="connsiteY18" fmla="*/ 92686 h 136661"/>
                    <a:gd name="connsiteX19" fmla="*/ 24247 w 80844"/>
                    <a:gd name="connsiteY19" fmla="*/ 92686 h 136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0844" h="136661">
                      <a:moveTo>
                        <a:pt x="56016" y="136661"/>
                      </a:moveTo>
                      <a:cubicBezTo>
                        <a:pt x="50498" y="136661"/>
                        <a:pt x="45984" y="133651"/>
                        <a:pt x="24749" y="114256"/>
                      </a:cubicBezTo>
                      <a:cubicBezTo>
                        <a:pt x="3179" y="94526"/>
                        <a:pt x="2510" y="93188"/>
                        <a:pt x="1674" y="91516"/>
                      </a:cubicBezTo>
                      <a:cubicBezTo>
                        <a:pt x="-834" y="87001"/>
                        <a:pt x="-499" y="81484"/>
                        <a:pt x="2510" y="77136"/>
                      </a:cubicBezTo>
                      <a:cubicBezTo>
                        <a:pt x="17726" y="55901"/>
                        <a:pt x="27089" y="32827"/>
                        <a:pt x="28762" y="12261"/>
                      </a:cubicBezTo>
                      <a:cubicBezTo>
                        <a:pt x="29430" y="4904"/>
                        <a:pt x="35784" y="-614"/>
                        <a:pt x="43141" y="55"/>
                      </a:cubicBezTo>
                      <a:cubicBezTo>
                        <a:pt x="45816" y="222"/>
                        <a:pt x="48324" y="1225"/>
                        <a:pt x="50331" y="2897"/>
                      </a:cubicBezTo>
                      <a:cubicBezTo>
                        <a:pt x="64209" y="14100"/>
                        <a:pt x="74408" y="29316"/>
                        <a:pt x="79759" y="46371"/>
                      </a:cubicBezTo>
                      <a:cubicBezTo>
                        <a:pt x="80762" y="49547"/>
                        <a:pt x="82601" y="56236"/>
                        <a:pt x="76749" y="92017"/>
                      </a:cubicBezTo>
                      <a:cubicBezTo>
                        <a:pt x="71064" y="125793"/>
                        <a:pt x="68891" y="129137"/>
                        <a:pt x="67720" y="130642"/>
                      </a:cubicBezTo>
                      <a:cubicBezTo>
                        <a:pt x="65379" y="133986"/>
                        <a:pt x="61701" y="136159"/>
                        <a:pt x="57688" y="136494"/>
                      </a:cubicBezTo>
                      <a:cubicBezTo>
                        <a:pt x="57019" y="136494"/>
                        <a:pt x="56518" y="136661"/>
                        <a:pt x="56016" y="136661"/>
                      </a:cubicBezTo>
                      <a:close/>
                      <a:moveTo>
                        <a:pt x="30768" y="83156"/>
                      </a:moveTo>
                      <a:cubicBezTo>
                        <a:pt x="35784" y="87837"/>
                        <a:pt x="42305" y="94024"/>
                        <a:pt x="48324" y="99374"/>
                      </a:cubicBezTo>
                      <a:cubicBezTo>
                        <a:pt x="51501" y="82320"/>
                        <a:pt x="54845" y="59747"/>
                        <a:pt x="54009" y="53728"/>
                      </a:cubicBezTo>
                      <a:cubicBezTo>
                        <a:pt x="52839" y="50049"/>
                        <a:pt x="51501" y="46538"/>
                        <a:pt x="49662" y="43194"/>
                      </a:cubicBezTo>
                      <a:cubicBezTo>
                        <a:pt x="45148" y="57239"/>
                        <a:pt x="38794" y="70615"/>
                        <a:pt x="30768" y="83156"/>
                      </a:cubicBezTo>
                      <a:lnTo>
                        <a:pt x="30768" y="83156"/>
                      </a:lnTo>
                      <a:close/>
                      <a:moveTo>
                        <a:pt x="24247" y="92686"/>
                      </a:moveTo>
                      <a:lnTo>
                        <a:pt x="24247" y="92686"/>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84" name="Freeform 144">
                  <a:extLst>
                    <a:ext uri="{FF2B5EF4-FFF2-40B4-BE49-F238E27FC236}">
                      <a16:creationId xmlns:a16="http://schemas.microsoft.com/office/drawing/2014/main" id="{478C93AD-75F1-2441-E345-3AADF1B6B6BD}"/>
                    </a:ext>
                  </a:extLst>
                </p:cNvPr>
                <p:cNvSpPr/>
                <p:nvPr/>
              </p:nvSpPr>
              <p:spPr>
                <a:xfrm>
                  <a:off x="9951565" y="2182212"/>
                  <a:ext cx="80901" cy="136478"/>
                </a:xfrm>
                <a:custGeom>
                  <a:avLst/>
                  <a:gdLst>
                    <a:gd name="connsiteX0" fmla="*/ 24718 w 80901"/>
                    <a:gd name="connsiteY0" fmla="*/ 136479 h 136478"/>
                    <a:gd name="connsiteX1" fmla="*/ 23214 w 80901"/>
                    <a:gd name="connsiteY1" fmla="*/ 136479 h 136478"/>
                    <a:gd name="connsiteX2" fmla="*/ 13181 w 80901"/>
                    <a:gd name="connsiteY2" fmla="*/ 130627 h 136478"/>
                    <a:gd name="connsiteX3" fmla="*/ 4152 w 80901"/>
                    <a:gd name="connsiteY3" fmla="*/ 92003 h 136478"/>
                    <a:gd name="connsiteX4" fmla="*/ 1143 w 80901"/>
                    <a:gd name="connsiteY4" fmla="*/ 46356 h 136478"/>
                    <a:gd name="connsiteX5" fmla="*/ 1143 w 80901"/>
                    <a:gd name="connsiteY5" fmla="*/ 46356 h 136478"/>
                    <a:gd name="connsiteX6" fmla="*/ 30571 w 80901"/>
                    <a:gd name="connsiteY6" fmla="*/ 2882 h 136478"/>
                    <a:gd name="connsiteX7" fmla="*/ 49297 w 80901"/>
                    <a:gd name="connsiteY7" fmla="*/ 5056 h 136478"/>
                    <a:gd name="connsiteX8" fmla="*/ 52140 w 80901"/>
                    <a:gd name="connsiteY8" fmla="*/ 12246 h 136478"/>
                    <a:gd name="connsiteX9" fmla="*/ 78391 w 80901"/>
                    <a:gd name="connsiteY9" fmla="*/ 77121 h 136478"/>
                    <a:gd name="connsiteX10" fmla="*/ 79227 w 80901"/>
                    <a:gd name="connsiteY10" fmla="*/ 91501 h 136478"/>
                    <a:gd name="connsiteX11" fmla="*/ 56153 w 80901"/>
                    <a:gd name="connsiteY11" fmla="*/ 114241 h 136478"/>
                    <a:gd name="connsiteX12" fmla="*/ 24718 w 80901"/>
                    <a:gd name="connsiteY12" fmla="*/ 136479 h 136478"/>
                    <a:gd name="connsiteX13" fmla="*/ 26725 w 80901"/>
                    <a:gd name="connsiteY13" fmla="*/ 53545 h 136478"/>
                    <a:gd name="connsiteX14" fmla="*/ 32410 w 80901"/>
                    <a:gd name="connsiteY14" fmla="*/ 99192 h 136478"/>
                    <a:gd name="connsiteX15" fmla="*/ 49966 w 80901"/>
                    <a:gd name="connsiteY15" fmla="*/ 82973 h 136478"/>
                    <a:gd name="connsiteX16" fmla="*/ 31072 w 80901"/>
                    <a:gd name="connsiteY16" fmla="*/ 43012 h 136478"/>
                    <a:gd name="connsiteX17" fmla="*/ 26725 w 80901"/>
                    <a:gd name="connsiteY17" fmla="*/ 53545 h 136478"/>
                    <a:gd name="connsiteX18" fmla="*/ 56487 w 80901"/>
                    <a:gd name="connsiteY18" fmla="*/ 92671 h 136478"/>
                    <a:gd name="connsiteX19" fmla="*/ 56487 w 80901"/>
                    <a:gd name="connsiteY19" fmla="*/ 92671 h 136478"/>
                    <a:gd name="connsiteX20" fmla="*/ 26558 w 80901"/>
                    <a:gd name="connsiteY20" fmla="*/ 53880 h 136478"/>
                    <a:gd name="connsiteX21" fmla="*/ 26558 w 80901"/>
                    <a:gd name="connsiteY21" fmla="*/ 53880 h 136478"/>
                    <a:gd name="connsiteX22" fmla="*/ 26558 w 80901"/>
                    <a:gd name="connsiteY22" fmla="*/ 53880 h 136478"/>
                    <a:gd name="connsiteX23" fmla="*/ 13850 w 80901"/>
                    <a:gd name="connsiteY23" fmla="*/ 50034 h 136478"/>
                    <a:gd name="connsiteX24" fmla="*/ 13850 w 80901"/>
                    <a:gd name="connsiteY24" fmla="*/ 50034 h 13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0901" h="136478">
                      <a:moveTo>
                        <a:pt x="24718" y="136479"/>
                      </a:moveTo>
                      <a:cubicBezTo>
                        <a:pt x="24217" y="136479"/>
                        <a:pt x="23715" y="136479"/>
                        <a:pt x="23214" y="136479"/>
                      </a:cubicBezTo>
                      <a:cubicBezTo>
                        <a:pt x="19201" y="136145"/>
                        <a:pt x="15522" y="133971"/>
                        <a:pt x="13181" y="130627"/>
                      </a:cubicBezTo>
                      <a:cubicBezTo>
                        <a:pt x="12011" y="128955"/>
                        <a:pt x="9837" y="125778"/>
                        <a:pt x="4152" y="92003"/>
                      </a:cubicBezTo>
                      <a:cubicBezTo>
                        <a:pt x="-1867" y="56221"/>
                        <a:pt x="139" y="49533"/>
                        <a:pt x="1143" y="46356"/>
                      </a:cubicBezTo>
                      <a:lnTo>
                        <a:pt x="1143" y="46356"/>
                      </a:lnTo>
                      <a:cubicBezTo>
                        <a:pt x="6493" y="29301"/>
                        <a:pt x="16693" y="14085"/>
                        <a:pt x="30571" y="2882"/>
                      </a:cubicBezTo>
                      <a:cubicBezTo>
                        <a:pt x="36423" y="-1632"/>
                        <a:pt x="44783" y="-796"/>
                        <a:pt x="49297" y="5056"/>
                      </a:cubicBezTo>
                      <a:cubicBezTo>
                        <a:pt x="50969" y="7063"/>
                        <a:pt x="51973" y="9571"/>
                        <a:pt x="52140" y="12246"/>
                      </a:cubicBezTo>
                      <a:cubicBezTo>
                        <a:pt x="53812" y="32812"/>
                        <a:pt x="63175" y="55886"/>
                        <a:pt x="78391" y="77121"/>
                      </a:cubicBezTo>
                      <a:cubicBezTo>
                        <a:pt x="81401" y="81301"/>
                        <a:pt x="81735" y="86986"/>
                        <a:pt x="79227" y="91501"/>
                      </a:cubicBezTo>
                      <a:cubicBezTo>
                        <a:pt x="78391" y="93006"/>
                        <a:pt x="77555" y="94343"/>
                        <a:pt x="56153" y="114241"/>
                      </a:cubicBezTo>
                      <a:cubicBezTo>
                        <a:pt x="34751" y="133469"/>
                        <a:pt x="30236" y="136479"/>
                        <a:pt x="24718" y="136479"/>
                      </a:cubicBezTo>
                      <a:close/>
                      <a:moveTo>
                        <a:pt x="26725" y="53545"/>
                      </a:moveTo>
                      <a:cubicBezTo>
                        <a:pt x="25889" y="59565"/>
                        <a:pt x="29400" y="82137"/>
                        <a:pt x="32410" y="99192"/>
                      </a:cubicBezTo>
                      <a:cubicBezTo>
                        <a:pt x="38262" y="93842"/>
                        <a:pt x="44950" y="87655"/>
                        <a:pt x="49966" y="82973"/>
                      </a:cubicBezTo>
                      <a:cubicBezTo>
                        <a:pt x="41940" y="70600"/>
                        <a:pt x="35587" y="57057"/>
                        <a:pt x="31072" y="43012"/>
                      </a:cubicBezTo>
                      <a:cubicBezTo>
                        <a:pt x="29233" y="46356"/>
                        <a:pt x="27728" y="49867"/>
                        <a:pt x="26725" y="53545"/>
                      </a:cubicBezTo>
                      <a:close/>
                      <a:moveTo>
                        <a:pt x="56487" y="92671"/>
                      </a:moveTo>
                      <a:lnTo>
                        <a:pt x="56487" y="92671"/>
                      </a:lnTo>
                      <a:close/>
                      <a:moveTo>
                        <a:pt x="26558" y="53880"/>
                      </a:moveTo>
                      <a:lnTo>
                        <a:pt x="26558" y="53880"/>
                      </a:lnTo>
                      <a:lnTo>
                        <a:pt x="26558" y="53880"/>
                      </a:lnTo>
                      <a:close/>
                      <a:moveTo>
                        <a:pt x="13850" y="50034"/>
                      </a:moveTo>
                      <a:lnTo>
                        <a:pt x="13850" y="50034"/>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85" name="Freeform 145">
                  <a:extLst>
                    <a:ext uri="{FF2B5EF4-FFF2-40B4-BE49-F238E27FC236}">
                      <a16:creationId xmlns:a16="http://schemas.microsoft.com/office/drawing/2014/main" id="{F6B387D4-E964-0188-1DC3-DF1334628713}"/>
                    </a:ext>
                  </a:extLst>
                </p:cNvPr>
                <p:cNvSpPr/>
                <p:nvPr/>
              </p:nvSpPr>
              <p:spPr>
                <a:xfrm>
                  <a:off x="9976589" y="2036935"/>
                  <a:ext cx="153728" cy="247979"/>
                </a:xfrm>
                <a:custGeom>
                  <a:avLst/>
                  <a:gdLst>
                    <a:gd name="connsiteX0" fmla="*/ 107040 w 153728"/>
                    <a:gd name="connsiteY0" fmla="*/ 247980 h 247979"/>
                    <a:gd name="connsiteX1" fmla="*/ 46847 w 153728"/>
                    <a:gd name="connsiteY1" fmla="*/ 247980 h 247979"/>
                    <a:gd name="connsiteX2" fmla="*/ 36814 w 153728"/>
                    <a:gd name="connsiteY2" fmla="*/ 243465 h 247979"/>
                    <a:gd name="connsiteX3" fmla="*/ 1200 w 153728"/>
                    <a:gd name="connsiteY3" fmla="*/ 167053 h 247979"/>
                    <a:gd name="connsiteX4" fmla="*/ 11734 w 153728"/>
                    <a:gd name="connsiteY4" fmla="*/ 92814 h 247979"/>
                    <a:gd name="connsiteX5" fmla="*/ 42834 w 153728"/>
                    <a:gd name="connsiteY5" fmla="*/ 32286 h 247979"/>
                    <a:gd name="connsiteX6" fmla="*/ 76442 w 153728"/>
                    <a:gd name="connsiteY6" fmla="*/ 16 h 247979"/>
                    <a:gd name="connsiteX7" fmla="*/ 100018 w 153728"/>
                    <a:gd name="connsiteY7" fmla="*/ 18241 h 247979"/>
                    <a:gd name="connsiteX8" fmla="*/ 111053 w 153728"/>
                    <a:gd name="connsiteY8" fmla="*/ 31952 h 247979"/>
                    <a:gd name="connsiteX9" fmla="*/ 111221 w 153728"/>
                    <a:gd name="connsiteY9" fmla="*/ 32119 h 247979"/>
                    <a:gd name="connsiteX10" fmla="*/ 152854 w 153728"/>
                    <a:gd name="connsiteY10" fmla="*/ 166217 h 247979"/>
                    <a:gd name="connsiteX11" fmla="*/ 152687 w 153728"/>
                    <a:gd name="connsiteY11" fmla="*/ 167053 h 247979"/>
                    <a:gd name="connsiteX12" fmla="*/ 117240 w 153728"/>
                    <a:gd name="connsiteY12" fmla="*/ 243131 h 247979"/>
                    <a:gd name="connsiteX13" fmla="*/ 107040 w 153728"/>
                    <a:gd name="connsiteY13" fmla="*/ 247980 h 247979"/>
                    <a:gd name="connsiteX14" fmla="*/ 53368 w 153728"/>
                    <a:gd name="connsiteY14" fmla="*/ 221227 h 247979"/>
                    <a:gd name="connsiteX15" fmla="*/ 100352 w 153728"/>
                    <a:gd name="connsiteY15" fmla="*/ 221227 h 247979"/>
                    <a:gd name="connsiteX16" fmla="*/ 126269 w 153728"/>
                    <a:gd name="connsiteY16" fmla="*/ 163040 h 247979"/>
                    <a:gd name="connsiteX17" fmla="*/ 89818 w 153728"/>
                    <a:gd name="connsiteY17" fmla="*/ 48170 h 247979"/>
                    <a:gd name="connsiteX18" fmla="*/ 76776 w 153728"/>
                    <a:gd name="connsiteY18" fmla="*/ 31952 h 247979"/>
                    <a:gd name="connsiteX19" fmla="*/ 64403 w 153728"/>
                    <a:gd name="connsiteY19" fmla="*/ 48003 h 247979"/>
                    <a:gd name="connsiteX20" fmla="*/ 27618 w 153728"/>
                    <a:gd name="connsiteY20" fmla="*/ 162706 h 247979"/>
                    <a:gd name="connsiteX21" fmla="*/ 53368 w 153728"/>
                    <a:gd name="connsiteY21" fmla="*/ 221227 h 247979"/>
                    <a:gd name="connsiteX22" fmla="*/ 139478 w 153728"/>
                    <a:gd name="connsiteY22" fmla="*/ 164712 h 247979"/>
                    <a:gd name="connsiteX23" fmla="*/ 139478 w 153728"/>
                    <a:gd name="connsiteY23" fmla="*/ 164712 h 247979"/>
                    <a:gd name="connsiteX24" fmla="*/ 139478 w 153728"/>
                    <a:gd name="connsiteY24" fmla="*/ 164712 h 247979"/>
                    <a:gd name="connsiteX25" fmla="*/ 83130 w 153728"/>
                    <a:gd name="connsiteY25" fmla="*/ 24929 h 247979"/>
                    <a:gd name="connsiteX26" fmla="*/ 83130 w 153728"/>
                    <a:gd name="connsiteY26" fmla="*/ 24929 h 247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3728" h="247979">
                      <a:moveTo>
                        <a:pt x="107040" y="247980"/>
                      </a:moveTo>
                      <a:lnTo>
                        <a:pt x="46847" y="247980"/>
                      </a:lnTo>
                      <a:cubicBezTo>
                        <a:pt x="43001" y="247980"/>
                        <a:pt x="39323" y="246308"/>
                        <a:pt x="36814" y="243465"/>
                      </a:cubicBezTo>
                      <a:cubicBezTo>
                        <a:pt x="35644" y="242128"/>
                        <a:pt x="8222" y="210359"/>
                        <a:pt x="1200" y="167053"/>
                      </a:cubicBezTo>
                      <a:cubicBezTo>
                        <a:pt x="-2980" y="141471"/>
                        <a:pt x="4544" y="112544"/>
                        <a:pt x="11734" y="92814"/>
                      </a:cubicBezTo>
                      <a:cubicBezTo>
                        <a:pt x="19760" y="70409"/>
                        <a:pt x="31464" y="47669"/>
                        <a:pt x="42834" y="32286"/>
                      </a:cubicBezTo>
                      <a:cubicBezTo>
                        <a:pt x="65908" y="183"/>
                        <a:pt x="71091" y="16"/>
                        <a:pt x="76442" y="16"/>
                      </a:cubicBezTo>
                      <a:cubicBezTo>
                        <a:pt x="84133" y="-319"/>
                        <a:pt x="88982" y="4697"/>
                        <a:pt x="100018" y="18241"/>
                      </a:cubicBezTo>
                      <a:cubicBezTo>
                        <a:pt x="105703" y="25096"/>
                        <a:pt x="110719" y="31784"/>
                        <a:pt x="111053" y="31952"/>
                      </a:cubicBezTo>
                      <a:cubicBezTo>
                        <a:pt x="111053" y="31952"/>
                        <a:pt x="111221" y="32119"/>
                        <a:pt x="111221" y="32119"/>
                      </a:cubicBezTo>
                      <a:cubicBezTo>
                        <a:pt x="129446" y="56698"/>
                        <a:pt x="159208" y="106692"/>
                        <a:pt x="152854" y="166217"/>
                      </a:cubicBezTo>
                      <a:cubicBezTo>
                        <a:pt x="152854" y="166551"/>
                        <a:pt x="152854" y="166719"/>
                        <a:pt x="152687" y="167053"/>
                      </a:cubicBezTo>
                      <a:cubicBezTo>
                        <a:pt x="145665" y="208520"/>
                        <a:pt x="118410" y="241793"/>
                        <a:pt x="117240" y="243131"/>
                      </a:cubicBezTo>
                      <a:cubicBezTo>
                        <a:pt x="114732" y="246141"/>
                        <a:pt x="111053" y="247980"/>
                        <a:pt x="107040" y="247980"/>
                      </a:cubicBezTo>
                      <a:close/>
                      <a:moveTo>
                        <a:pt x="53368" y="221227"/>
                      </a:moveTo>
                      <a:lnTo>
                        <a:pt x="100352" y="221227"/>
                      </a:lnTo>
                      <a:cubicBezTo>
                        <a:pt x="107208" y="211697"/>
                        <a:pt x="121754" y="188790"/>
                        <a:pt x="126269" y="163040"/>
                      </a:cubicBezTo>
                      <a:cubicBezTo>
                        <a:pt x="131452" y="112879"/>
                        <a:pt x="105703" y="69573"/>
                        <a:pt x="89818" y="48170"/>
                      </a:cubicBezTo>
                      <a:cubicBezTo>
                        <a:pt x="85638" y="42653"/>
                        <a:pt x="80622" y="36633"/>
                        <a:pt x="76776" y="31952"/>
                      </a:cubicBezTo>
                      <a:cubicBezTo>
                        <a:pt x="73098" y="36299"/>
                        <a:pt x="68583" y="42318"/>
                        <a:pt x="64403" y="48003"/>
                      </a:cubicBezTo>
                      <a:cubicBezTo>
                        <a:pt x="45676" y="73084"/>
                        <a:pt x="21933" y="128261"/>
                        <a:pt x="27618" y="162706"/>
                      </a:cubicBezTo>
                      <a:cubicBezTo>
                        <a:pt x="31966" y="189626"/>
                        <a:pt x="46512" y="212031"/>
                        <a:pt x="53368" y="221227"/>
                      </a:cubicBezTo>
                      <a:close/>
                      <a:moveTo>
                        <a:pt x="139478" y="164712"/>
                      </a:moveTo>
                      <a:lnTo>
                        <a:pt x="139478" y="164712"/>
                      </a:lnTo>
                      <a:lnTo>
                        <a:pt x="139478" y="164712"/>
                      </a:lnTo>
                      <a:close/>
                      <a:moveTo>
                        <a:pt x="83130" y="24929"/>
                      </a:moveTo>
                      <a:lnTo>
                        <a:pt x="83130" y="24929"/>
                      </a:ln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86" name="Freeform 146">
                  <a:extLst>
                    <a:ext uri="{FF2B5EF4-FFF2-40B4-BE49-F238E27FC236}">
                      <a16:creationId xmlns:a16="http://schemas.microsoft.com/office/drawing/2014/main" id="{6B5AAC5D-E3E8-AD39-C582-B87ECAF1CA0D}"/>
                    </a:ext>
                  </a:extLst>
                </p:cNvPr>
                <p:cNvSpPr/>
                <p:nvPr/>
              </p:nvSpPr>
              <p:spPr>
                <a:xfrm>
                  <a:off x="10038985" y="2195628"/>
                  <a:ext cx="26752" cy="123731"/>
                </a:xfrm>
                <a:custGeom>
                  <a:avLst/>
                  <a:gdLst>
                    <a:gd name="connsiteX0" fmla="*/ 13376 w 26752"/>
                    <a:gd name="connsiteY0" fmla="*/ 123731 h 123731"/>
                    <a:gd name="connsiteX1" fmla="*/ 0 w 26752"/>
                    <a:gd name="connsiteY1" fmla="*/ 110355 h 123731"/>
                    <a:gd name="connsiteX2" fmla="*/ 0 w 26752"/>
                    <a:gd name="connsiteY2" fmla="*/ 13376 h 123731"/>
                    <a:gd name="connsiteX3" fmla="*/ 13376 w 26752"/>
                    <a:gd name="connsiteY3" fmla="*/ 0 h 123731"/>
                    <a:gd name="connsiteX4" fmla="*/ 26753 w 26752"/>
                    <a:gd name="connsiteY4" fmla="*/ 13376 h 123731"/>
                    <a:gd name="connsiteX5" fmla="*/ 26753 w 26752"/>
                    <a:gd name="connsiteY5" fmla="*/ 110355 h 123731"/>
                    <a:gd name="connsiteX6" fmla="*/ 13376 w 26752"/>
                    <a:gd name="connsiteY6" fmla="*/ 123731 h 12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52" h="123731">
                      <a:moveTo>
                        <a:pt x="13376" y="123731"/>
                      </a:moveTo>
                      <a:cubicBezTo>
                        <a:pt x="6019" y="123731"/>
                        <a:pt x="0" y="117712"/>
                        <a:pt x="0" y="110355"/>
                      </a:cubicBezTo>
                      <a:lnTo>
                        <a:pt x="0" y="13376"/>
                      </a:lnTo>
                      <a:cubicBezTo>
                        <a:pt x="0" y="6019"/>
                        <a:pt x="6019" y="0"/>
                        <a:pt x="13376" y="0"/>
                      </a:cubicBezTo>
                      <a:cubicBezTo>
                        <a:pt x="20733" y="0"/>
                        <a:pt x="26753" y="6019"/>
                        <a:pt x="26753" y="13376"/>
                      </a:cubicBezTo>
                      <a:lnTo>
                        <a:pt x="26753" y="110355"/>
                      </a:lnTo>
                      <a:cubicBezTo>
                        <a:pt x="26753" y="117712"/>
                        <a:pt x="20733" y="123731"/>
                        <a:pt x="13376" y="123731"/>
                      </a:cubicBez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87" name="Freeform 147">
                  <a:extLst>
                    <a:ext uri="{FF2B5EF4-FFF2-40B4-BE49-F238E27FC236}">
                      <a16:creationId xmlns:a16="http://schemas.microsoft.com/office/drawing/2014/main" id="{324288C0-A1CA-1019-AFAE-FD8C18B9E70E}"/>
                    </a:ext>
                  </a:extLst>
                </p:cNvPr>
                <p:cNvSpPr/>
                <p:nvPr/>
              </p:nvSpPr>
              <p:spPr>
                <a:xfrm>
                  <a:off x="10019590" y="2116540"/>
                  <a:ext cx="68386" cy="68386"/>
                </a:xfrm>
                <a:custGeom>
                  <a:avLst/>
                  <a:gdLst>
                    <a:gd name="connsiteX0" fmla="*/ 34277 w 68386"/>
                    <a:gd name="connsiteY0" fmla="*/ 68387 h 68386"/>
                    <a:gd name="connsiteX1" fmla="*/ 0 w 68386"/>
                    <a:gd name="connsiteY1" fmla="*/ 34277 h 68386"/>
                    <a:gd name="connsiteX2" fmla="*/ 34110 w 68386"/>
                    <a:gd name="connsiteY2" fmla="*/ 0 h 68386"/>
                    <a:gd name="connsiteX3" fmla="*/ 68387 w 68386"/>
                    <a:gd name="connsiteY3" fmla="*/ 34110 h 68386"/>
                    <a:gd name="connsiteX4" fmla="*/ 68387 w 68386"/>
                    <a:gd name="connsiteY4" fmla="*/ 34110 h 68386"/>
                    <a:gd name="connsiteX5" fmla="*/ 34277 w 68386"/>
                    <a:gd name="connsiteY5" fmla="*/ 68387 h 68386"/>
                    <a:gd name="connsiteX6" fmla="*/ 34277 w 68386"/>
                    <a:gd name="connsiteY6" fmla="*/ 26753 h 68386"/>
                    <a:gd name="connsiteX7" fmla="*/ 26753 w 68386"/>
                    <a:gd name="connsiteY7" fmla="*/ 34110 h 68386"/>
                    <a:gd name="connsiteX8" fmla="*/ 34110 w 68386"/>
                    <a:gd name="connsiteY8" fmla="*/ 41634 h 68386"/>
                    <a:gd name="connsiteX9" fmla="*/ 41634 w 68386"/>
                    <a:gd name="connsiteY9" fmla="*/ 34277 h 68386"/>
                    <a:gd name="connsiteX10" fmla="*/ 41634 w 68386"/>
                    <a:gd name="connsiteY10" fmla="*/ 34277 h 68386"/>
                    <a:gd name="connsiteX11" fmla="*/ 34277 w 68386"/>
                    <a:gd name="connsiteY11" fmla="*/ 26753 h 6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386" h="68386">
                      <a:moveTo>
                        <a:pt x="34277" y="68387"/>
                      </a:moveTo>
                      <a:cubicBezTo>
                        <a:pt x="15383" y="68387"/>
                        <a:pt x="0" y="53004"/>
                        <a:pt x="0" y="34277"/>
                      </a:cubicBezTo>
                      <a:cubicBezTo>
                        <a:pt x="0" y="15550"/>
                        <a:pt x="15383" y="0"/>
                        <a:pt x="34110" y="0"/>
                      </a:cubicBezTo>
                      <a:cubicBezTo>
                        <a:pt x="52837" y="0"/>
                        <a:pt x="68387" y="15216"/>
                        <a:pt x="68387" y="34110"/>
                      </a:cubicBezTo>
                      <a:cubicBezTo>
                        <a:pt x="68387" y="34110"/>
                        <a:pt x="68387" y="34110"/>
                        <a:pt x="68387" y="34110"/>
                      </a:cubicBezTo>
                      <a:cubicBezTo>
                        <a:pt x="68387" y="53004"/>
                        <a:pt x="53004" y="68387"/>
                        <a:pt x="34277" y="68387"/>
                      </a:cubicBezTo>
                      <a:close/>
                      <a:moveTo>
                        <a:pt x="34277" y="26753"/>
                      </a:moveTo>
                      <a:cubicBezTo>
                        <a:pt x="30097" y="26753"/>
                        <a:pt x="26753" y="30097"/>
                        <a:pt x="26753" y="34110"/>
                      </a:cubicBezTo>
                      <a:cubicBezTo>
                        <a:pt x="26753" y="38290"/>
                        <a:pt x="30097" y="41634"/>
                        <a:pt x="34110" y="41634"/>
                      </a:cubicBezTo>
                      <a:cubicBezTo>
                        <a:pt x="38290" y="41634"/>
                        <a:pt x="41634" y="38290"/>
                        <a:pt x="41634" y="34277"/>
                      </a:cubicBezTo>
                      <a:cubicBezTo>
                        <a:pt x="41634" y="34277"/>
                        <a:pt x="41634" y="34277"/>
                        <a:pt x="41634" y="34277"/>
                      </a:cubicBezTo>
                      <a:cubicBezTo>
                        <a:pt x="41634" y="30097"/>
                        <a:pt x="38290" y="26753"/>
                        <a:pt x="34277" y="26753"/>
                      </a:cubicBez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24" name="Group 23">
              <a:extLst>
                <a:ext uri="{FF2B5EF4-FFF2-40B4-BE49-F238E27FC236}">
                  <a16:creationId xmlns:a16="http://schemas.microsoft.com/office/drawing/2014/main" id="{E9CEF346-E80D-0A53-08A5-6DF1BF099FFC}"/>
                </a:ext>
              </a:extLst>
            </p:cNvPr>
            <p:cNvGrpSpPr/>
            <p:nvPr/>
          </p:nvGrpSpPr>
          <p:grpSpPr>
            <a:xfrm>
              <a:off x="11473610" y="1490179"/>
              <a:ext cx="471791" cy="471791"/>
              <a:chOff x="11473610" y="1942177"/>
              <a:chExt cx="471791" cy="471791"/>
            </a:xfrm>
          </p:grpSpPr>
          <p:sp>
            <p:nvSpPr>
              <p:cNvPr id="53" name="Oval 52">
                <a:extLst>
                  <a:ext uri="{FF2B5EF4-FFF2-40B4-BE49-F238E27FC236}">
                    <a16:creationId xmlns:a16="http://schemas.microsoft.com/office/drawing/2014/main" id="{152BEC2D-E68A-63AB-E84C-7530B3353FD9}"/>
                  </a:ext>
                </a:extLst>
              </p:cNvPr>
              <p:cNvSpPr/>
              <p:nvPr/>
            </p:nvSpPr>
            <p:spPr>
              <a:xfrm>
                <a:off x="11473610"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54" name="Group 53">
                <a:extLst>
                  <a:ext uri="{FF2B5EF4-FFF2-40B4-BE49-F238E27FC236}">
                    <a16:creationId xmlns:a16="http://schemas.microsoft.com/office/drawing/2014/main" id="{0B7CF550-4284-D2C3-25C5-DA3DEBCC8E05}"/>
                  </a:ext>
                </a:extLst>
              </p:cNvPr>
              <p:cNvGrpSpPr/>
              <p:nvPr/>
            </p:nvGrpSpPr>
            <p:grpSpPr>
              <a:xfrm>
                <a:off x="11570793" y="2043116"/>
                <a:ext cx="277520" cy="269933"/>
                <a:chOff x="11570793" y="2043116"/>
                <a:chExt cx="277520" cy="269933"/>
              </a:xfrm>
            </p:grpSpPr>
            <p:sp>
              <p:nvSpPr>
                <p:cNvPr id="55" name="Freeform 127">
                  <a:extLst>
                    <a:ext uri="{FF2B5EF4-FFF2-40B4-BE49-F238E27FC236}">
                      <a16:creationId xmlns:a16="http://schemas.microsoft.com/office/drawing/2014/main" id="{B0745AC8-E7B6-46BF-2AFD-D29C400E26DD}"/>
                    </a:ext>
                  </a:extLst>
                </p:cNvPr>
                <p:cNvSpPr/>
                <p:nvPr/>
              </p:nvSpPr>
              <p:spPr>
                <a:xfrm>
                  <a:off x="11570793" y="2043116"/>
                  <a:ext cx="179741" cy="226257"/>
                </a:xfrm>
                <a:custGeom>
                  <a:avLst/>
                  <a:gdLst>
                    <a:gd name="connsiteX0" fmla="*/ 41995 w 179741"/>
                    <a:gd name="connsiteY0" fmla="*/ 226257 h 226257"/>
                    <a:gd name="connsiteX1" fmla="*/ 31425 w 179741"/>
                    <a:gd name="connsiteY1" fmla="*/ 221343 h 226257"/>
                    <a:gd name="connsiteX2" fmla="*/ 48307 w 179741"/>
                    <a:gd name="connsiteY2" fmla="*/ 31424 h 226257"/>
                    <a:gd name="connsiteX3" fmla="*/ 168886 w 179741"/>
                    <a:gd name="connsiteY3" fmla="*/ 4375 h 226257"/>
                    <a:gd name="connsiteX4" fmla="*/ 179422 w 179741"/>
                    <a:gd name="connsiteY4" fmla="*/ 20793 h 226257"/>
                    <a:gd name="connsiteX5" fmla="*/ 163005 w 179741"/>
                    <a:gd name="connsiteY5" fmla="*/ 31329 h 226257"/>
                    <a:gd name="connsiteX6" fmla="*/ 161989 w 179741"/>
                    <a:gd name="connsiteY6" fmla="*/ 31067 h 226257"/>
                    <a:gd name="connsiteX7" fmla="*/ 31017 w 179741"/>
                    <a:gd name="connsiteY7" fmla="*/ 107371 h 226257"/>
                    <a:gd name="connsiteX8" fmla="*/ 52548 w 179741"/>
                    <a:gd name="connsiteY8" fmla="*/ 203600 h 226257"/>
                    <a:gd name="connsiteX9" fmla="*/ 50841 w 179741"/>
                    <a:gd name="connsiteY9" fmla="*/ 223033 h 226257"/>
                    <a:gd name="connsiteX10" fmla="*/ 41995 w 179741"/>
                    <a:gd name="connsiteY10" fmla="*/ 226257 h 22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41" h="226257">
                      <a:moveTo>
                        <a:pt x="41995" y="226257"/>
                      </a:moveTo>
                      <a:cubicBezTo>
                        <a:pt x="37919" y="226261"/>
                        <a:pt x="34050" y="224462"/>
                        <a:pt x="31425" y="221343"/>
                      </a:cubicBezTo>
                      <a:cubicBezTo>
                        <a:pt x="-16358" y="164236"/>
                        <a:pt x="-8799" y="79207"/>
                        <a:pt x="48307" y="31424"/>
                      </a:cubicBezTo>
                      <a:cubicBezTo>
                        <a:pt x="81759" y="3434"/>
                        <a:pt x="126684" y="-6644"/>
                        <a:pt x="168886" y="4375"/>
                      </a:cubicBezTo>
                      <a:cubicBezTo>
                        <a:pt x="176330" y="5999"/>
                        <a:pt x="181046" y="13350"/>
                        <a:pt x="179422" y="20793"/>
                      </a:cubicBezTo>
                      <a:cubicBezTo>
                        <a:pt x="177798" y="28236"/>
                        <a:pt x="170447" y="32954"/>
                        <a:pt x="163005" y="31329"/>
                      </a:cubicBezTo>
                      <a:cubicBezTo>
                        <a:pt x="162663" y="31255"/>
                        <a:pt x="162324" y="31167"/>
                        <a:pt x="161989" y="31067"/>
                      </a:cubicBezTo>
                      <a:cubicBezTo>
                        <a:pt x="104751" y="15971"/>
                        <a:pt x="46113" y="50133"/>
                        <a:pt x="31017" y="107371"/>
                      </a:cubicBezTo>
                      <a:cubicBezTo>
                        <a:pt x="22136" y="141041"/>
                        <a:pt x="30166" y="176925"/>
                        <a:pt x="52548" y="203600"/>
                      </a:cubicBezTo>
                      <a:cubicBezTo>
                        <a:pt x="57443" y="209439"/>
                        <a:pt x="56678" y="218140"/>
                        <a:pt x="50841" y="223033"/>
                      </a:cubicBezTo>
                      <a:cubicBezTo>
                        <a:pt x="48361" y="225113"/>
                        <a:pt x="45231" y="226254"/>
                        <a:pt x="41995" y="226257"/>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6" name="Freeform 128">
                  <a:extLst>
                    <a:ext uri="{FF2B5EF4-FFF2-40B4-BE49-F238E27FC236}">
                      <a16:creationId xmlns:a16="http://schemas.microsoft.com/office/drawing/2014/main" id="{C718AC03-2317-D9D2-957F-6DC74B32767F}"/>
                    </a:ext>
                  </a:extLst>
                </p:cNvPr>
                <p:cNvSpPr/>
                <p:nvPr/>
              </p:nvSpPr>
              <p:spPr>
                <a:xfrm>
                  <a:off x="11594873" y="2243457"/>
                  <a:ext cx="54073" cy="54073"/>
                </a:xfrm>
                <a:custGeom>
                  <a:avLst/>
                  <a:gdLst>
                    <a:gd name="connsiteX0" fmla="*/ 27054 w 54073"/>
                    <a:gd name="connsiteY0" fmla="*/ 54074 h 54073"/>
                    <a:gd name="connsiteX1" fmla="*/ 0 w 54073"/>
                    <a:gd name="connsiteY1" fmla="*/ 27054 h 54073"/>
                    <a:gd name="connsiteX2" fmla="*/ 27020 w 54073"/>
                    <a:gd name="connsiteY2" fmla="*/ 0 h 54073"/>
                    <a:gd name="connsiteX3" fmla="*/ 54074 w 54073"/>
                    <a:gd name="connsiteY3" fmla="*/ 27020 h 54073"/>
                    <a:gd name="connsiteX4" fmla="*/ 54074 w 54073"/>
                    <a:gd name="connsiteY4" fmla="*/ 27037 h 54073"/>
                    <a:gd name="connsiteX5" fmla="*/ 27054 w 54073"/>
                    <a:gd name="connsiteY5" fmla="*/ 54074 h 54073"/>
                    <a:gd name="connsiteX6" fmla="*/ 27054 w 54073"/>
                    <a:gd name="connsiteY6" fmla="*/ 26485 h 54073"/>
                    <a:gd name="connsiteX7" fmla="*/ 26486 w 54073"/>
                    <a:gd name="connsiteY7" fmla="*/ 27020 h 54073"/>
                    <a:gd name="connsiteX8" fmla="*/ 26485 w 54073"/>
                    <a:gd name="connsiteY8" fmla="*/ 27037 h 54073"/>
                    <a:gd name="connsiteX9" fmla="*/ 26947 w 54073"/>
                    <a:gd name="connsiteY9" fmla="*/ 27696 h 54073"/>
                    <a:gd name="connsiteX10" fmla="*/ 27606 w 54073"/>
                    <a:gd name="connsiteY10" fmla="*/ 27234 h 54073"/>
                    <a:gd name="connsiteX11" fmla="*/ 27606 w 54073"/>
                    <a:gd name="connsiteY11" fmla="*/ 27037 h 54073"/>
                    <a:gd name="connsiteX12" fmla="*/ 27054 w 54073"/>
                    <a:gd name="connsiteY12"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073" h="54073">
                      <a:moveTo>
                        <a:pt x="27054" y="54074"/>
                      </a:moveTo>
                      <a:cubicBezTo>
                        <a:pt x="12122" y="54084"/>
                        <a:pt x="9" y="41987"/>
                        <a:pt x="0" y="27054"/>
                      </a:cubicBezTo>
                      <a:cubicBezTo>
                        <a:pt x="-9" y="12122"/>
                        <a:pt x="12088" y="10"/>
                        <a:pt x="27020" y="0"/>
                      </a:cubicBezTo>
                      <a:cubicBezTo>
                        <a:pt x="41952" y="-10"/>
                        <a:pt x="54064" y="12087"/>
                        <a:pt x="54074" y="27020"/>
                      </a:cubicBezTo>
                      <a:cubicBezTo>
                        <a:pt x="54074" y="27025"/>
                        <a:pt x="54074" y="27032"/>
                        <a:pt x="54074" y="27037"/>
                      </a:cubicBezTo>
                      <a:cubicBezTo>
                        <a:pt x="54064" y="41959"/>
                        <a:pt x="41976" y="54055"/>
                        <a:pt x="27054" y="54074"/>
                      </a:cubicBezTo>
                      <a:close/>
                      <a:moveTo>
                        <a:pt x="27054" y="26485"/>
                      </a:moveTo>
                      <a:cubicBezTo>
                        <a:pt x="26750" y="26475"/>
                        <a:pt x="26495" y="26715"/>
                        <a:pt x="26486" y="27020"/>
                      </a:cubicBezTo>
                      <a:cubicBezTo>
                        <a:pt x="26485" y="27025"/>
                        <a:pt x="26485" y="27032"/>
                        <a:pt x="26485" y="27037"/>
                      </a:cubicBezTo>
                      <a:cubicBezTo>
                        <a:pt x="26431" y="27346"/>
                        <a:pt x="26637" y="27642"/>
                        <a:pt x="26947" y="27696"/>
                      </a:cubicBezTo>
                      <a:cubicBezTo>
                        <a:pt x="27256" y="27751"/>
                        <a:pt x="27552" y="27544"/>
                        <a:pt x="27606" y="27234"/>
                      </a:cubicBezTo>
                      <a:cubicBezTo>
                        <a:pt x="27618" y="27170"/>
                        <a:pt x="27618" y="27103"/>
                        <a:pt x="27606" y="27037"/>
                      </a:cubicBezTo>
                      <a:cubicBezTo>
                        <a:pt x="27606" y="26732"/>
                        <a:pt x="27359" y="26485"/>
                        <a:pt x="27054"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7" name="Freeform 129">
                  <a:extLst>
                    <a:ext uri="{FF2B5EF4-FFF2-40B4-BE49-F238E27FC236}">
                      <a16:creationId xmlns:a16="http://schemas.microsoft.com/office/drawing/2014/main" id="{263C31DE-FE1F-D7C9-4CA6-C1E60B5CA3B3}"/>
                    </a:ext>
                  </a:extLst>
                </p:cNvPr>
                <p:cNvSpPr/>
                <p:nvPr/>
              </p:nvSpPr>
              <p:spPr>
                <a:xfrm>
                  <a:off x="11669487" y="2086914"/>
                  <a:ext cx="178826" cy="226135"/>
                </a:xfrm>
                <a:custGeom>
                  <a:avLst/>
                  <a:gdLst>
                    <a:gd name="connsiteX0" fmla="*/ 44069 w 178826"/>
                    <a:gd name="connsiteY0" fmla="*/ 226136 h 226135"/>
                    <a:gd name="connsiteX1" fmla="*/ 9842 w 178826"/>
                    <a:gd name="connsiteY1" fmla="*/ 221739 h 226135"/>
                    <a:gd name="connsiteX2" fmla="*/ 583 w 178826"/>
                    <a:gd name="connsiteY2" fmla="*/ 204568 h 226135"/>
                    <a:gd name="connsiteX3" fmla="*/ 16739 w 178826"/>
                    <a:gd name="connsiteY3" fmla="*/ 195047 h 226135"/>
                    <a:gd name="connsiteX4" fmla="*/ 147712 w 178826"/>
                    <a:gd name="connsiteY4" fmla="*/ 118743 h 226135"/>
                    <a:gd name="connsiteX5" fmla="*/ 126180 w 178826"/>
                    <a:gd name="connsiteY5" fmla="*/ 22514 h 226135"/>
                    <a:gd name="connsiteX6" fmla="*/ 128151 w 178826"/>
                    <a:gd name="connsiteY6" fmla="*/ 3105 h 226135"/>
                    <a:gd name="connsiteX7" fmla="*/ 147303 w 178826"/>
                    <a:gd name="connsiteY7" fmla="*/ 4771 h 226135"/>
                    <a:gd name="connsiteX8" fmla="*/ 130681 w 178826"/>
                    <a:gd name="connsiteY8" fmla="*/ 194616 h 226135"/>
                    <a:gd name="connsiteX9" fmla="*/ 44069 w 178826"/>
                    <a:gd name="connsiteY9" fmla="*/ 226136 h 22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8826" h="226135">
                      <a:moveTo>
                        <a:pt x="44069" y="226136"/>
                      </a:moveTo>
                      <a:cubicBezTo>
                        <a:pt x="32519" y="226134"/>
                        <a:pt x="21017" y="224656"/>
                        <a:pt x="9842" y="221739"/>
                      </a:cubicBezTo>
                      <a:cubicBezTo>
                        <a:pt x="2543" y="219554"/>
                        <a:pt x="-1602" y="211866"/>
                        <a:pt x="583" y="204568"/>
                      </a:cubicBezTo>
                      <a:cubicBezTo>
                        <a:pt x="2651" y="197659"/>
                        <a:pt x="9693" y="193509"/>
                        <a:pt x="16739" y="195047"/>
                      </a:cubicBezTo>
                      <a:cubicBezTo>
                        <a:pt x="73977" y="210143"/>
                        <a:pt x="132615" y="175981"/>
                        <a:pt x="147712" y="118743"/>
                      </a:cubicBezTo>
                      <a:cubicBezTo>
                        <a:pt x="156592" y="85073"/>
                        <a:pt x="148563" y="49188"/>
                        <a:pt x="126180" y="22514"/>
                      </a:cubicBezTo>
                      <a:cubicBezTo>
                        <a:pt x="121364" y="16610"/>
                        <a:pt x="122247" y="7921"/>
                        <a:pt x="128151" y="3105"/>
                      </a:cubicBezTo>
                      <a:cubicBezTo>
                        <a:pt x="133934" y="-1612"/>
                        <a:pt x="142421" y="-874"/>
                        <a:pt x="147303" y="4771"/>
                      </a:cubicBezTo>
                      <a:cubicBezTo>
                        <a:pt x="195137" y="61785"/>
                        <a:pt x="187695" y="146780"/>
                        <a:pt x="130681" y="194616"/>
                      </a:cubicBezTo>
                      <a:cubicBezTo>
                        <a:pt x="106413" y="214976"/>
                        <a:pt x="75748" y="226136"/>
                        <a:pt x="44069" y="226136"/>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8" name="Freeform 130">
                  <a:extLst>
                    <a:ext uri="{FF2B5EF4-FFF2-40B4-BE49-F238E27FC236}">
                      <a16:creationId xmlns:a16="http://schemas.microsoft.com/office/drawing/2014/main" id="{A54C7DA4-527D-C8C5-2780-ED7CFC5FEC8D}"/>
                    </a:ext>
                  </a:extLst>
                </p:cNvPr>
                <p:cNvSpPr/>
                <p:nvPr/>
              </p:nvSpPr>
              <p:spPr>
                <a:xfrm>
                  <a:off x="11770096" y="2058595"/>
                  <a:ext cx="54074" cy="54073"/>
                </a:xfrm>
                <a:custGeom>
                  <a:avLst/>
                  <a:gdLst>
                    <a:gd name="connsiteX0" fmla="*/ 26985 w 54074"/>
                    <a:gd name="connsiteY0" fmla="*/ 54074 h 54073"/>
                    <a:gd name="connsiteX1" fmla="*/ 0 w 54074"/>
                    <a:gd name="connsiteY1" fmla="*/ 26985 h 54073"/>
                    <a:gd name="connsiteX2" fmla="*/ 27089 w 54074"/>
                    <a:gd name="connsiteY2" fmla="*/ 0 h 54073"/>
                    <a:gd name="connsiteX3" fmla="*/ 54074 w 54074"/>
                    <a:gd name="connsiteY3" fmla="*/ 27054 h 54073"/>
                    <a:gd name="connsiteX4" fmla="*/ 26985 w 54074"/>
                    <a:gd name="connsiteY4" fmla="*/ 54074 h 54073"/>
                    <a:gd name="connsiteX5" fmla="*/ 26985 w 54074"/>
                    <a:gd name="connsiteY5" fmla="*/ 26485 h 54073"/>
                    <a:gd name="connsiteX6" fmla="*/ 26434 w 54074"/>
                    <a:gd name="connsiteY6" fmla="*/ 27054 h 54073"/>
                    <a:gd name="connsiteX7" fmla="*/ 27092 w 54074"/>
                    <a:gd name="connsiteY7" fmla="*/ 27516 h 54073"/>
                    <a:gd name="connsiteX8" fmla="*/ 27554 w 54074"/>
                    <a:gd name="connsiteY8" fmla="*/ 27054 h 54073"/>
                    <a:gd name="connsiteX9" fmla="*/ 26985 w 54074"/>
                    <a:gd name="connsiteY9"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74" h="54073">
                      <a:moveTo>
                        <a:pt x="26985" y="54074"/>
                      </a:moveTo>
                      <a:cubicBezTo>
                        <a:pt x="12053" y="54045"/>
                        <a:pt x="-29" y="41917"/>
                        <a:pt x="0" y="26985"/>
                      </a:cubicBezTo>
                      <a:cubicBezTo>
                        <a:pt x="29" y="12053"/>
                        <a:pt x="12156" y="-29"/>
                        <a:pt x="27089" y="0"/>
                      </a:cubicBezTo>
                      <a:cubicBezTo>
                        <a:pt x="42007" y="29"/>
                        <a:pt x="54083" y="12135"/>
                        <a:pt x="54074" y="27054"/>
                      </a:cubicBezTo>
                      <a:cubicBezTo>
                        <a:pt x="54055" y="41996"/>
                        <a:pt x="41926" y="54093"/>
                        <a:pt x="26985" y="54074"/>
                      </a:cubicBezTo>
                      <a:close/>
                      <a:moveTo>
                        <a:pt x="26985" y="26485"/>
                      </a:moveTo>
                      <a:cubicBezTo>
                        <a:pt x="26678" y="26494"/>
                        <a:pt x="26434" y="26746"/>
                        <a:pt x="26434" y="27054"/>
                      </a:cubicBezTo>
                      <a:cubicBezTo>
                        <a:pt x="26489" y="27364"/>
                        <a:pt x="26784" y="27570"/>
                        <a:pt x="27092" y="27516"/>
                      </a:cubicBezTo>
                      <a:cubicBezTo>
                        <a:pt x="27328" y="27474"/>
                        <a:pt x="27513" y="27290"/>
                        <a:pt x="27554" y="27054"/>
                      </a:cubicBezTo>
                      <a:cubicBezTo>
                        <a:pt x="27554" y="26740"/>
                        <a:pt x="27299" y="26485"/>
                        <a:pt x="26985"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59" name="Graphic 336">
                  <a:extLst>
                    <a:ext uri="{FF2B5EF4-FFF2-40B4-BE49-F238E27FC236}">
                      <a16:creationId xmlns:a16="http://schemas.microsoft.com/office/drawing/2014/main" id="{38E9DF92-15D0-83AC-7222-963185C61C68}"/>
                    </a:ext>
                  </a:extLst>
                </p:cNvPr>
                <p:cNvGrpSpPr/>
                <p:nvPr/>
              </p:nvGrpSpPr>
              <p:grpSpPr>
                <a:xfrm>
                  <a:off x="11642426" y="2109389"/>
                  <a:ext cx="134189" cy="138120"/>
                  <a:chOff x="11642426" y="2109389"/>
                  <a:chExt cx="134189" cy="138120"/>
                </a:xfrm>
                <a:solidFill>
                  <a:srgbClr val="EF463C"/>
                </a:solidFill>
              </p:grpSpPr>
              <p:sp>
                <p:nvSpPr>
                  <p:cNvPr id="60" name="Freeform 132">
                    <a:extLst>
                      <a:ext uri="{FF2B5EF4-FFF2-40B4-BE49-F238E27FC236}">
                        <a16:creationId xmlns:a16="http://schemas.microsoft.com/office/drawing/2014/main" id="{71E53C64-A562-9CE3-22D4-14F3AFCDAC08}"/>
                      </a:ext>
                    </a:extLst>
                  </p:cNvPr>
                  <p:cNvSpPr/>
                  <p:nvPr/>
                </p:nvSpPr>
                <p:spPr>
                  <a:xfrm>
                    <a:off x="11681787" y="2109389"/>
                    <a:ext cx="34081" cy="51112"/>
                  </a:xfrm>
                  <a:custGeom>
                    <a:avLst/>
                    <a:gdLst>
                      <a:gd name="connsiteX0" fmla="*/ 20338 w 34081"/>
                      <a:gd name="connsiteY0" fmla="*/ 51112 h 51112"/>
                      <a:gd name="connsiteX1" fmla="*/ 7060 w 34081"/>
                      <a:gd name="connsiteY1" fmla="*/ 41008 h 51112"/>
                      <a:gd name="connsiteX2" fmla="*/ 318 w 34081"/>
                      <a:gd name="connsiteY2" fmla="*/ 16730 h 51112"/>
                      <a:gd name="connsiteX3" fmla="*/ 10864 w 34081"/>
                      <a:gd name="connsiteY3" fmla="*/ 317 h 51112"/>
                      <a:gd name="connsiteX4" fmla="*/ 26855 w 34081"/>
                      <a:gd name="connsiteY4" fmla="*/ 9350 h 51112"/>
                      <a:gd name="connsiteX5" fmla="*/ 33580 w 34081"/>
                      <a:gd name="connsiteY5" fmla="*/ 33628 h 51112"/>
                      <a:gd name="connsiteX6" fmla="*/ 24028 w 34081"/>
                      <a:gd name="connsiteY6" fmla="*/ 50578 h 51112"/>
                      <a:gd name="connsiteX7" fmla="*/ 20338 w 34081"/>
                      <a:gd name="connsiteY7" fmla="*/ 51112 h 51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081" h="51112">
                        <a:moveTo>
                          <a:pt x="20338" y="51112"/>
                        </a:moveTo>
                        <a:cubicBezTo>
                          <a:pt x="14146" y="51106"/>
                          <a:pt x="8717" y="46974"/>
                          <a:pt x="7060" y="41008"/>
                        </a:cubicBezTo>
                        <a:lnTo>
                          <a:pt x="318" y="16730"/>
                        </a:lnTo>
                        <a:cubicBezTo>
                          <a:pt x="-1302" y="9286"/>
                          <a:pt x="3420" y="1938"/>
                          <a:pt x="10864" y="317"/>
                        </a:cubicBezTo>
                        <a:cubicBezTo>
                          <a:pt x="17715" y="-1174"/>
                          <a:pt x="24595" y="2712"/>
                          <a:pt x="26855" y="9350"/>
                        </a:cubicBezTo>
                        <a:lnTo>
                          <a:pt x="33580" y="33628"/>
                        </a:lnTo>
                        <a:cubicBezTo>
                          <a:pt x="35601" y="40944"/>
                          <a:pt x="31332" y="48518"/>
                          <a:pt x="24028" y="50578"/>
                        </a:cubicBezTo>
                        <a:cubicBezTo>
                          <a:pt x="22826" y="50916"/>
                          <a:pt x="21586" y="51096"/>
                          <a:pt x="20338" y="51112"/>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1" name="Freeform 133">
                    <a:extLst>
                      <a:ext uri="{FF2B5EF4-FFF2-40B4-BE49-F238E27FC236}">
                        <a16:creationId xmlns:a16="http://schemas.microsoft.com/office/drawing/2014/main" id="{AD577E0C-A3EB-7B0C-89E6-B0AD0ADD589F}"/>
                      </a:ext>
                    </a:extLst>
                  </p:cNvPr>
                  <p:cNvSpPr/>
                  <p:nvPr/>
                </p:nvSpPr>
                <p:spPr>
                  <a:xfrm>
                    <a:off x="11712355" y="2115152"/>
                    <a:ext cx="40560" cy="48969"/>
                  </a:xfrm>
                  <a:custGeom>
                    <a:avLst/>
                    <a:gdLst>
                      <a:gd name="connsiteX0" fmla="*/ 13789 w 40560"/>
                      <a:gd name="connsiteY0" fmla="*/ 48970 h 48969"/>
                      <a:gd name="connsiteX1" fmla="*/ 0 w 40560"/>
                      <a:gd name="connsiteY1" fmla="*/ 35170 h 48969"/>
                      <a:gd name="connsiteX2" fmla="*/ 2012 w 40560"/>
                      <a:gd name="connsiteY2" fmla="*/ 28002 h 48969"/>
                      <a:gd name="connsiteX3" fmla="*/ 15134 w 40560"/>
                      <a:gd name="connsiteY3" fmla="*/ 6379 h 48969"/>
                      <a:gd name="connsiteX4" fmla="*/ 34182 w 40560"/>
                      <a:gd name="connsiteY4" fmla="*/ 2165 h 48969"/>
                      <a:gd name="connsiteX5" fmla="*/ 38722 w 40560"/>
                      <a:gd name="connsiteY5" fmla="*/ 20674 h 48969"/>
                      <a:gd name="connsiteX6" fmla="*/ 25600 w 40560"/>
                      <a:gd name="connsiteY6" fmla="*/ 42331 h 48969"/>
                      <a:gd name="connsiteX7" fmla="*/ 13789 w 40560"/>
                      <a:gd name="connsiteY7" fmla="*/ 48970 h 4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60" h="48969">
                        <a:moveTo>
                          <a:pt x="13789" y="48970"/>
                        </a:moveTo>
                        <a:cubicBezTo>
                          <a:pt x="6170" y="48967"/>
                          <a:pt x="-3" y="42788"/>
                          <a:pt x="0" y="35170"/>
                        </a:cubicBezTo>
                        <a:cubicBezTo>
                          <a:pt x="1" y="32641"/>
                          <a:pt x="697" y="30162"/>
                          <a:pt x="2012" y="28002"/>
                        </a:cubicBezTo>
                        <a:lnTo>
                          <a:pt x="15134" y="6379"/>
                        </a:lnTo>
                        <a:cubicBezTo>
                          <a:pt x="19231" y="-44"/>
                          <a:pt x="27757" y="-1931"/>
                          <a:pt x="34182" y="2165"/>
                        </a:cubicBezTo>
                        <a:cubicBezTo>
                          <a:pt x="40398" y="6130"/>
                          <a:pt x="42398" y="14282"/>
                          <a:pt x="38722" y="20674"/>
                        </a:cubicBezTo>
                        <a:lnTo>
                          <a:pt x="25600" y="42331"/>
                        </a:lnTo>
                        <a:cubicBezTo>
                          <a:pt x="23096" y="46458"/>
                          <a:pt x="18616" y="48976"/>
                          <a:pt x="13789" y="4897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2" name="Freeform 134">
                    <a:extLst>
                      <a:ext uri="{FF2B5EF4-FFF2-40B4-BE49-F238E27FC236}">
                        <a16:creationId xmlns:a16="http://schemas.microsoft.com/office/drawing/2014/main" id="{003F81C8-2CAA-6A85-3070-07DD3FEC0EB9}"/>
                      </a:ext>
                    </a:extLst>
                  </p:cNvPr>
                  <p:cNvSpPr/>
                  <p:nvPr/>
                </p:nvSpPr>
                <p:spPr>
                  <a:xfrm>
                    <a:off x="11730312" y="2152481"/>
                    <a:ext cx="46303" cy="31384"/>
                  </a:xfrm>
                  <a:custGeom>
                    <a:avLst/>
                    <a:gdLst>
                      <a:gd name="connsiteX0" fmla="*/ 13954 w 46303"/>
                      <a:gd name="connsiteY0" fmla="*/ 31384 h 31384"/>
                      <a:gd name="connsiteX1" fmla="*/ 1 w 46303"/>
                      <a:gd name="connsiteY1" fmla="*/ 17750 h 31384"/>
                      <a:gd name="connsiteX2" fmla="*/ 11230 w 46303"/>
                      <a:gd name="connsiteY2" fmla="*/ 4037 h 31384"/>
                      <a:gd name="connsiteX3" fmla="*/ 29749 w 46303"/>
                      <a:gd name="connsiteY3" fmla="*/ 278 h 31384"/>
                      <a:gd name="connsiteX4" fmla="*/ 46026 w 46303"/>
                      <a:gd name="connsiteY4" fmla="*/ 11072 h 31384"/>
                      <a:gd name="connsiteX5" fmla="*/ 35232 w 46303"/>
                      <a:gd name="connsiteY5" fmla="*/ 27349 h 31384"/>
                      <a:gd name="connsiteX6" fmla="*/ 16713 w 46303"/>
                      <a:gd name="connsiteY6" fmla="*/ 31108 h 31384"/>
                      <a:gd name="connsiteX7" fmla="*/ 13954 w 46303"/>
                      <a:gd name="connsiteY7" fmla="*/ 31384 h 3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303" h="31384">
                        <a:moveTo>
                          <a:pt x="13954" y="31384"/>
                        </a:moveTo>
                        <a:cubicBezTo>
                          <a:pt x="6336" y="31472"/>
                          <a:pt x="89" y="25368"/>
                          <a:pt x="1" y="17750"/>
                        </a:cubicBezTo>
                        <a:cubicBezTo>
                          <a:pt x="-77" y="11061"/>
                          <a:pt x="4657" y="5280"/>
                          <a:pt x="11230" y="4037"/>
                        </a:cubicBezTo>
                        <a:lnTo>
                          <a:pt x="29749" y="278"/>
                        </a:lnTo>
                        <a:cubicBezTo>
                          <a:pt x="37224" y="-1237"/>
                          <a:pt x="44512" y="3596"/>
                          <a:pt x="46026" y="11072"/>
                        </a:cubicBezTo>
                        <a:cubicBezTo>
                          <a:pt x="47540" y="18547"/>
                          <a:pt x="42707" y="25835"/>
                          <a:pt x="35232" y="27349"/>
                        </a:cubicBezTo>
                        <a:lnTo>
                          <a:pt x="16713" y="31108"/>
                        </a:lnTo>
                        <a:cubicBezTo>
                          <a:pt x="15804" y="31292"/>
                          <a:pt x="14880" y="31385"/>
                          <a:pt x="13954" y="3138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3" name="Freeform 135">
                    <a:extLst>
                      <a:ext uri="{FF2B5EF4-FFF2-40B4-BE49-F238E27FC236}">
                        <a16:creationId xmlns:a16="http://schemas.microsoft.com/office/drawing/2014/main" id="{FA09E7BB-020F-9EBD-04F8-0A1C74A9748B}"/>
                      </a:ext>
                    </a:extLst>
                  </p:cNvPr>
                  <p:cNvSpPr/>
                  <p:nvPr/>
                </p:nvSpPr>
                <p:spPr>
                  <a:xfrm>
                    <a:off x="11725062" y="2181654"/>
                    <a:ext cx="46842" cy="39214"/>
                  </a:xfrm>
                  <a:custGeom>
                    <a:avLst/>
                    <a:gdLst>
                      <a:gd name="connsiteX0" fmla="*/ 33016 w 46842"/>
                      <a:gd name="connsiteY0" fmla="*/ 39215 h 39214"/>
                      <a:gd name="connsiteX1" fmla="*/ 25895 w 46842"/>
                      <a:gd name="connsiteY1" fmla="*/ 37232 h 39214"/>
                      <a:gd name="connsiteX2" fmla="*/ 6669 w 46842"/>
                      <a:gd name="connsiteY2" fmla="*/ 25610 h 39214"/>
                      <a:gd name="connsiteX3" fmla="*/ 1987 w 46842"/>
                      <a:gd name="connsiteY3" fmla="*/ 6669 h 39214"/>
                      <a:gd name="connsiteX4" fmla="*/ 20929 w 46842"/>
                      <a:gd name="connsiteY4" fmla="*/ 1987 h 39214"/>
                      <a:gd name="connsiteX5" fmla="*/ 40172 w 46842"/>
                      <a:gd name="connsiteY5" fmla="*/ 13609 h 39214"/>
                      <a:gd name="connsiteX6" fmla="*/ 44858 w 46842"/>
                      <a:gd name="connsiteY6" fmla="*/ 32545 h 39214"/>
                      <a:gd name="connsiteX7" fmla="*/ 33016 w 46842"/>
                      <a:gd name="connsiteY7" fmla="*/ 39215 h 3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842" h="39214">
                        <a:moveTo>
                          <a:pt x="33016" y="39215"/>
                        </a:moveTo>
                        <a:cubicBezTo>
                          <a:pt x="30505" y="39215"/>
                          <a:pt x="28043" y="38529"/>
                          <a:pt x="25895" y="37232"/>
                        </a:cubicBezTo>
                        <a:lnTo>
                          <a:pt x="6669" y="25610"/>
                        </a:lnTo>
                        <a:cubicBezTo>
                          <a:pt x="145" y="21672"/>
                          <a:pt x="-1951" y="13192"/>
                          <a:pt x="1987" y="6669"/>
                        </a:cubicBezTo>
                        <a:cubicBezTo>
                          <a:pt x="5925" y="145"/>
                          <a:pt x="14406" y="-1951"/>
                          <a:pt x="20929" y="1987"/>
                        </a:cubicBezTo>
                        <a:lnTo>
                          <a:pt x="40172" y="13609"/>
                        </a:lnTo>
                        <a:cubicBezTo>
                          <a:pt x="46695" y="17544"/>
                          <a:pt x="48793" y="26022"/>
                          <a:pt x="44858" y="32545"/>
                        </a:cubicBezTo>
                        <a:cubicBezTo>
                          <a:pt x="42355" y="36694"/>
                          <a:pt x="37860" y="39225"/>
                          <a:pt x="33016" y="3921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76" name="Freeform 136">
                    <a:extLst>
                      <a:ext uri="{FF2B5EF4-FFF2-40B4-BE49-F238E27FC236}">
                        <a16:creationId xmlns:a16="http://schemas.microsoft.com/office/drawing/2014/main" id="{954403EF-C57F-4A39-7E78-40CF1D153FD4}"/>
                      </a:ext>
                    </a:extLst>
                  </p:cNvPr>
                  <p:cNvSpPr/>
                  <p:nvPr/>
                </p:nvSpPr>
                <p:spPr>
                  <a:xfrm>
                    <a:off x="11702289" y="2201764"/>
                    <a:ext cx="31987" cy="45745"/>
                  </a:xfrm>
                  <a:custGeom>
                    <a:avLst/>
                    <a:gdLst>
                      <a:gd name="connsiteX0" fmla="*/ 18182 w 31987"/>
                      <a:gd name="connsiteY0" fmla="*/ 45745 h 45745"/>
                      <a:gd name="connsiteX1" fmla="*/ 4784 w 31987"/>
                      <a:gd name="connsiteY1" fmla="*/ 35192 h 45745"/>
                      <a:gd name="connsiteX2" fmla="*/ 387 w 31987"/>
                      <a:gd name="connsiteY2" fmla="*/ 17036 h 45745"/>
                      <a:gd name="connsiteX3" fmla="*/ 10569 w 31987"/>
                      <a:gd name="connsiteY3" fmla="*/ 388 h 45745"/>
                      <a:gd name="connsiteX4" fmla="*/ 27217 w 31987"/>
                      <a:gd name="connsiteY4" fmla="*/ 10570 h 45745"/>
                      <a:gd name="connsiteX5" fmla="*/ 31597 w 31987"/>
                      <a:gd name="connsiteY5" fmla="*/ 28709 h 45745"/>
                      <a:gd name="connsiteX6" fmla="*/ 21437 w 31987"/>
                      <a:gd name="connsiteY6" fmla="*/ 45362 h 45745"/>
                      <a:gd name="connsiteX7" fmla="*/ 21424 w 31987"/>
                      <a:gd name="connsiteY7" fmla="*/ 45366 h 45745"/>
                      <a:gd name="connsiteX8" fmla="*/ 18182 w 31987"/>
                      <a:gd name="connsiteY8" fmla="*/ 45745 h 4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87" h="45745">
                        <a:moveTo>
                          <a:pt x="18182" y="45745"/>
                        </a:moveTo>
                        <a:cubicBezTo>
                          <a:pt x="11816" y="45740"/>
                          <a:pt x="6280" y="41379"/>
                          <a:pt x="4784" y="35192"/>
                        </a:cubicBezTo>
                        <a:lnTo>
                          <a:pt x="387" y="17036"/>
                        </a:lnTo>
                        <a:cubicBezTo>
                          <a:pt x="-1398" y="9626"/>
                          <a:pt x="3160" y="2174"/>
                          <a:pt x="10569" y="388"/>
                        </a:cubicBezTo>
                        <a:cubicBezTo>
                          <a:pt x="17978" y="-1399"/>
                          <a:pt x="25432" y="3160"/>
                          <a:pt x="27217" y="10570"/>
                        </a:cubicBezTo>
                        <a:lnTo>
                          <a:pt x="31597" y="28709"/>
                        </a:lnTo>
                        <a:cubicBezTo>
                          <a:pt x="33390" y="36113"/>
                          <a:pt x="28842" y="43569"/>
                          <a:pt x="21437" y="45362"/>
                        </a:cubicBezTo>
                        <a:cubicBezTo>
                          <a:pt x="21432" y="45364"/>
                          <a:pt x="21428" y="45364"/>
                          <a:pt x="21424" y="45366"/>
                        </a:cubicBezTo>
                        <a:cubicBezTo>
                          <a:pt x="20362" y="45618"/>
                          <a:pt x="19274" y="45745"/>
                          <a:pt x="18182" y="4574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77" name="Freeform 137">
                    <a:extLst>
                      <a:ext uri="{FF2B5EF4-FFF2-40B4-BE49-F238E27FC236}">
                        <a16:creationId xmlns:a16="http://schemas.microsoft.com/office/drawing/2014/main" id="{746E4649-06D0-78FA-8E40-3B7880B8654B}"/>
                      </a:ext>
                    </a:extLst>
                  </p:cNvPr>
                  <p:cNvSpPr/>
                  <p:nvPr/>
                </p:nvSpPr>
                <p:spPr>
                  <a:xfrm>
                    <a:off x="11665963" y="2194759"/>
                    <a:ext cx="38617" cy="46490"/>
                  </a:xfrm>
                  <a:custGeom>
                    <a:avLst/>
                    <a:gdLst>
                      <a:gd name="connsiteX0" fmla="*/ 13746 w 38617"/>
                      <a:gd name="connsiteY0" fmla="*/ 46490 h 46490"/>
                      <a:gd name="connsiteX1" fmla="*/ 0 w 38617"/>
                      <a:gd name="connsiteY1" fmla="*/ 32648 h 46490"/>
                      <a:gd name="connsiteX2" fmla="*/ 1848 w 38617"/>
                      <a:gd name="connsiteY2" fmla="*/ 25799 h 46490"/>
                      <a:gd name="connsiteX3" fmla="*/ 12815 w 38617"/>
                      <a:gd name="connsiteY3" fmla="*/ 7004 h 46490"/>
                      <a:gd name="connsiteX4" fmla="*/ 31613 w 38617"/>
                      <a:gd name="connsiteY4" fmla="*/ 1791 h 46490"/>
                      <a:gd name="connsiteX5" fmla="*/ 36827 w 38617"/>
                      <a:gd name="connsiteY5" fmla="*/ 20590 h 46490"/>
                      <a:gd name="connsiteX6" fmla="*/ 36645 w 38617"/>
                      <a:gd name="connsiteY6" fmla="*/ 20902 h 46490"/>
                      <a:gd name="connsiteX7" fmla="*/ 25678 w 38617"/>
                      <a:gd name="connsiteY7" fmla="*/ 39714 h 46490"/>
                      <a:gd name="connsiteX8" fmla="*/ 13746 w 38617"/>
                      <a:gd name="connsiteY8" fmla="*/ 46490 h 46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17" h="46490">
                        <a:moveTo>
                          <a:pt x="13746" y="46490"/>
                        </a:moveTo>
                        <a:cubicBezTo>
                          <a:pt x="6128" y="46463"/>
                          <a:pt x="-27" y="40266"/>
                          <a:pt x="0" y="32648"/>
                        </a:cubicBezTo>
                        <a:cubicBezTo>
                          <a:pt x="9" y="30242"/>
                          <a:pt x="646" y="27882"/>
                          <a:pt x="1848" y="25799"/>
                        </a:cubicBezTo>
                        <a:lnTo>
                          <a:pt x="12815" y="7004"/>
                        </a:lnTo>
                        <a:cubicBezTo>
                          <a:pt x="16566" y="373"/>
                          <a:pt x="24983" y="-1961"/>
                          <a:pt x="31613" y="1791"/>
                        </a:cubicBezTo>
                        <a:cubicBezTo>
                          <a:pt x="38244" y="5542"/>
                          <a:pt x="40578" y="13958"/>
                          <a:pt x="36827" y="20590"/>
                        </a:cubicBezTo>
                        <a:cubicBezTo>
                          <a:pt x="36767" y="20695"/>
                          <a:pt x="36707" y="20798"/>
                          <a:pt x="36645" y="20902"/>
                        </a:cubicBezTo>
                        <a:lnTo>
                          <a:pt x="25678" y="39714"/>
                        </a:lnTo>
                        <a:cubicBezTo>
                          <a:pt x="23186" y="43932"/>
                          <a:pt x="18644" y="46511"/>
                          <a:pt x="13746" y="4649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78" name="Freeform 138">
                    <a:extLst>
                      <a:ext uri="{FF2B5EF4-FFF2-40B4-BE49-F238E27FC236}">
                        <a16:creationId xmlns:a16="http://schemas.microsoft.com/office/drawing/2014/main" id="{9762A8CB-5EAE-0039-0653-C8D2219D0242}"/>
                      </a:ext>
                    </a:extLst>
                  </p:cNvPr>
                  <p:cNvSpPr/>
                  <p:nvPr/>
                </p:nvSpPr>
                <p:spPr>
                  <a:xfrm>
                    <a:off x="11642426" y="2171965"/>
                    <a:ext cx="48292" cy="33233"/>
                  </a:xfrm>
                  <a:custGeom>
                    <a:avLst/>
                    <a:gdLst>
                      <a:gd name="connsiteX0" fmla="*/ 13781 w 48292"/>
                      <a:gd name="connsiteY0" fmla="*/ 33230 h 33233"/>
                      <a:gd name="connsiteX1" fmla="*/ 0 w 48292"/>
                      <a:gd name="connsiteY1" fmla="*/ 19422 h 33233"/>
                      <a:gd name="connsiteX2" fmla="*/ 10177 w 48292"/>
                      <a:gd name="connsiteY2" fmla="*/ 6124 h 33233"/>
                      <a:gd name="connsiteX3" fmla="*/ 30696 w 48292"/>
                      <a:gd name="connsiteY3" fmla="*/ 537 h 33233"/>
                      <a:gd name="connsiteX4" fmla="*/ 47756 w 48292"/>
                      <a:gd name="connsiteY4" fmla="*/ 9999 h 33233"/>
                      <a:gd name="connsiteX5" fmla="*/ 38294 w 48292"/>
                      <a:gd name="connsiteY5" fmla="*/ 27059 h 33233"/>
                      <a:gd name="connsiteX6" fmla="*/ 37921 w 48292"/>
                      <a:gd name="connsiteY6" fmla="*/ 27160 h 33233"/>
                      <a:gd name="connsiteX7" fmla="*/ 17402 w 48292"/>
                      <a:gd name="connsiteY7" fmla="*/ 32833 h 33233"/>
                      <a:gd name="connsiteX8" fmla="*/ 13781 w 48292"/>
                      <a:gd name="connsiteY8" fmla="*/ 33230 h 3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92" h="33233">
                        <a:moveTo>
                          <a:pt x="13781" y="33230"/>
                        </a:moveTo>
                        <a:cubicBezTo>
                          <a:pt x="6162" y="33223"/>
                          <a:pt x="-8" y="27040"/>
                          <a:pt x="0" y="19422"/>
                        </a:cubicBezTo>
                        <a:cubicBezTo>
                          <a:pt x="6" y="13201"/>
                          <a:pt x="4174" y="7755"/>
                          <a:pt x="10177" y="6124"/>
                        </a:cubicBezTo>
                        <a:lnTo>
                          <a:pt x="30696" y="537"/>
                        </a:lnTo>
                        <a:cubicBezTo>
                          <a:pt x="38020" y="-1561"/>
                          <a:pt x="45658" y="2675"/>
                          <a:pt x="47756" y="9999"/>
                        </a:cubicBezTo>
                        <a:cubicBezTo>
                          <a:pt x="49854" y="17323"/>
                          <a:pt x="45618" y="24961"/>
                          <a:pt x="38294" y="27059"/>
                        </a:cubicBezTo>
                        <a:cubicBezTo>
                          <a:pt x="38170" y="27094"/>
                          <a:pt x="38046" y="27128"/>
                          <a:pt x="37921" y="27160"/>
                        </a:cubicBezTo>
                        <a:lnTo>
                          <a:pt x="17402" y="32833"/>
                        </a:lnTo>
                        <a:cubicBezTo>
                          <a:pt x="16217" y="33124"/>
                          <a:pt x="15000" y="33257"/>
                          <a:pt x="13781" y="3323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79" name="Freeform 139">
                    <a:extLst>
                      <a:ext uri="{FF2B5EF4-FFF2-40B4-BE49-F238E27FC236}">
                        <a16:creationId xmlns:a16="http://schemas.microsoft.com/office/drawing/2014/main" id="{11C4A051-0153-F2BD-CEE9-CBA764DD7014}"/>
                      </a:ext>
                    </a:extLst>
                  </p:cNvPr>
                  <p:cNvSpPr/>
                  <p:nvPr/>
                </p:nvSpPr>
                <p:spPr>
                  <a:xfrm>
                    <a:off x="11647198" y="2133707"/>
                    <a:ext cx="47286" cy="40433"/>
                  </a:xfrm>
                  <a:custGeom>
                    <a:avLst/>
                    <a:gdLst>
                      <a:gd name="connsiteX0" fmla="*/ 33390 w 47286"/>
                      <a:gd name="connsiteY0" fmla="*/ 40434 h 40433"/>
                      <a:gd name="connsiteX1" fmla="*/ 25872 w 47286"/>
                      <a:gd name="connsiteY1" fmla="*/ 38192 h 40433"/>
                      <a:gd name="connsiteX2" fmla="*/ 6267 w 47286"/>
                      <a:gd name="connsiteY2" fmla="*/ 25363 h 40433"/>
                      <a:gd name="connsiteX3" fmla="*/ 2240 w 47286"/>
                      <a:gd name="connsiteY3" fmla="*/ 6267 h 40433"/>
                      <a:gd name="connsiteX4" fmla="*/ 21337 w 47286"/>
                      <a:gd name="connsiteY4" fmla="*/ 2240 h 40433"/>
                      <a:gd name="connsiteX5" fmla="*/ 41028 w 47286"/>
                      <a:gd name="connsiteY5" fmla="*/ 15086 h 40433"/>
                      <a:gd name="connsiteX6" fmla="*/ 45043 w 47286"/>
                      <a:gd name="connsiteY6" fmla="*/ 34177 h 40433"/>
                      <a:gd name="connsiteX7" fmla="*/ 33476 w 47286"/>
                      <a:gd name="connsiteY7" fmla="*/ 40434 h 4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286" h="40433">
                        <a:moveTo>
                          <a:pt x="33390" y="40434"/>
                        </a:moveTo>
                        <a:cubicBezTo>
                          <a:pt x="30720" y="40430"/>
                          <a:pt x="28108" y="39651"/>
                          <a:pt x="25872" y="38192"/>
                        </a:cubicBezTo>
                        <a:lnTo>
                          <a:pt x="6267" y="25363"/>
                        </a:lnTo>
                        <a:cubicBezTo>
                          <a:pt x="-119" y="21202"/>
                          <a:pt x="-1921" y="12652"/>
                          <a:pt x="2240" y="6267"/>
                        </a:cubicBezTo>
                        <a:cubicBezTo>
                          <a:pt x="6402" y="-119"/>
                          <a:pt x="14952" y="-1921"/>
                          <a:pt x="21337" y="2240"/>
                        </a:cubicBezTo>
                        <a:lnTo>
                          <a:pt x="41028" y="15086"/>
                        </a:lnTo>
                        <a:cubicBezTo>
                          <a:pt x="47409" y="19249"/>
                          <a:pt x="49206" y="27797"/>
                          <a:pt x="45043" y="34177"/>
                        </a:cubicBezTo>
                        <a:cubicBezTo>
                          <a:pt x="42494" y="38085"/>
                          <a:pt x="38142" y="40439"/>
                          <a:pt x="33476" y="4043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80" name="Freeform 140">
                    <a:extLst>
                      <a:ext uri="{FF2B5EF4-FFF2-40B4-BE49-F238E27FC236}">
                        <a16:creationId xmlns:a16="http://schemas.microsoft.com/office/drawing/2014/main" id="{4B6E22EC-0661-EA5B-D41D-6E147CC62E98}"/>
                      </a:ext>
                    </a:extLst>
                  </p:cNvPr>
                  <p:cNvSpPr/>
                  <p:nvPr/>
                </p:nvSpPr>
                <p:spPr>
                  <a:xfrm>
                    <a:off x="11662660" y="2132016"/>
                    <a:ext cx="94148" cy="94146"/>
                  </a:xfrm>
                  <a:custGeom>
                    <a:avLst/>
                    <a:gdLst>
                      <a:gd name="connsiteX0" fmla="*/ 47086 w 94148"/>
                      <a:gd name="connsiteY0" fmla="*/ 94147 h 94146"/>
                      <a:gd name="connsiteX1" fmla="*/ 0 w 94148"/>
                      <a:gd name="connsiteY1" fmla="*/ 47086 h 94146"/>
                      <a:gd name="connsiteX2" fmla="*/ 47061 w 94148"/>
                      <a:gd name="connsiteY2" fmla="*/ 0 h 94146"/>
                      <a:gd name="connsiteX3" fmla="*/ 92900 w 94148"/>
                      <a:gd name="connsiteY3" fmla="*/ 36314 h 94146"/>
                      <a:gd name="connsiteX4" fmla="*/ 92900 w 94148"/>
                      <a:gd name="connsiteY4" fmla="*/ 36314 h 94146"/>
                      <a:gd name="connsiteX5" fmla="*/ 57755 w 94148"/>
                      <a:gd name="connsiteY5" fmla="*/ 92910 h 94146"/>
                      <a:gd name="connsiteX6" fmla="*/ 47086 w 94148"/>
                      <a:gd name="connsiteY6" fmla="*/ 94147 h 94146"/>
                      <a:gd name="connsiteX7" fmla="*/ 47086 w 94148"/>
                      <a:gd name="connsiteY7" fmla="*/ 27589 h 94146"/>
                      <a:gd name="connsiteX8" fmla="*/ 42620 w 94148"/>
                      <a:gd name="connsiteY8" fmla="*/ 28106 h 94146"/>
                      <a:gd name="connsiteX9" fmla="*/ 28110 w 94148"/>
                      <a:gd name="connsiteY9" fmla="*/ 51531 h 94146"/>
                      <a:gd name="connsiteX10" fmla="*/ 51535 w 94148"/>
                      <a:gd name="connsiteY10" fmla="*/ 66041 h 94146"/>
                      <a:gd name="connsiteX11" fmla="*/ 66043 w 94148"/>
                      <a:gd name="connsiteY11" fmla="*/ 42671 h 94146"/>
                      <a:gd name="connsiteX12" fmla="*/ 66036 w 94148"/>
                      <a:gd name="connsiteY12" fmla="*/ 42642 h 94146"/>
                      <a:gd name="connsiteX13" fmla="*/ 66036 w 94148"/>
                      <a:gd name="connsiteY13" fmla="*/ 42642 h 94146"/>
                      <a:gd name="connsiteX14" fmla="*/ 47086 w 94148"/>
                      <a:gd name="connsiteY14" fmla="*/ 27589 h 9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148" h="94146">
                        <a:moveTo>
                          <a:pt x="47086" y="94147"/>
                        </a:moveTo>
                        <a:cubicBezTo>
                          <a:pt x="21088" y="94154"/>
                          <a:pt x="7" y="73084"/>
                          <a:pt x="0" y="47086"/>
                        </a:cubicBezTo>
                        <a:cubicBezTo>
                          <a:pt x="-7" y="21088"/>
                          <a:pt x="21063" y="7"/>
                          <a:pt x="47061" y="0"/>
                        </a:cubicBezTo>
                        <a:cubicBezTo>
                          <a:pt x="68919" y="-6"/>
                          <a:pt x="87905" y="15035"/>
                          <a:pt x="92900" y="36314"/>
                        </a:cubicBezTo>
                        <a:lnTo>
                          <a:pt x="92900" y="36314"/>
                        </a:lnTo>
                        <a:cubicBezTo>
                          <a:pt x="98823" y="61647"/>
                          <a:pt x="83089" y="86986"/>
                          <a:pt x="57755" y="92910"/>
                        </a:cubicBezTo>
                        <a:cubicBezTo>
                          <a:pt x="54257" y="93728"/>
                          <a:pt x="50678" y="94143"/>
                          <a:pt x="47086" y="94147"/>
                        </a:cubicBezTo>
                        <a:close/>
                        <a:moveTo>
                          <a:pt x="47086" y="27589"/>
                        </a:moveTo>
                        <a:cubicBezTo>
                          <a:pt x="45582" y="27592"/>
                          <a:pt x="44084" y="27766"/>
                          <a:pt x="42620" y="28106"/>
                        </a:cubicBezTo>
                        <a:cubicBezTo>
                          <a:pt x="32145" y="30568"/>
                          <a:pt x="25648" y="41055"/>
                          <a:pt x="28110" y="51531"/>
                        </a:cubicBezTo>
                        <a:cubicBezTo>
                          <a:pt x="30572" y="62006"/>
                          <a:pt x="41059" y="68503"/>
                          <a:pt x="51535" y="66041"/>
                        </a:cubicBezTo>
                        <a:cubicBezTo>
                          <a:pt x="61994" y="63594"/>
                          <a:pt x="68490" y="53131"/>
                          <a:pt x="66043" y="42671"/>
                        </a:cubicBezTo>
                        <a:cubicBezTo>
                          <a:pt x="66041" y="42662"/>
                          <a:pt x="66038" y="42652"/>
                          <a:pt x="66036" y="42642"/>
                        </a:cubicBezTo>
                        <a:lnTo>
                          <a:pt x="66036" y="42642"/>
                        </a:lnTo>
                        <a:cubicBezTo>
                          <a:pt x="63973" y="33838"/>
                          <a:pt x="56129" y="27606"/>
                          <a:pt x="47086" y="27589"/>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sp>
          <p:nvSpPr>
            <p:cNvPr id="25" name="Arrow: Pentagon 277">
              <a:extLst>
                <a:ext uri="{FF2B5EF4-FFF2-40B4-BE49-F238E27FC236}">
                  <a16:creationId xmlns:a16="http://schemas.microsoft.com/office/drawing/2014/main" id="{37236019-6C19-FE2A-0941-1BDE936FA87B}"/>
                </a:ext>
              </a:extLst>
            </p:cNvPr>
            <p:cNvSpPr/>
            <p:nvPr/>
          </p:nvSpPr>
          <p:spPr>
            <a:xfrm>
              <a:off x="1075577" y="1362494"/>
              <a:ext cx="1643664" cy="964154"/>
            </a:xfrm>
            <a:prstGeom prst="homePlate">
              <a:avLst>
                <a:gd name="adj" fmla="val 30009"/>
              </a:avLst>
            </a:prstGeom>
            <a:gradFill>
              <a:gsLst>
                <a:gs pos="0">
                  <a:schemeClr val="tx2"/>
                </a:gs>
                <a:gs pos="9900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21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Initiate</a:t>
              </a:r>
            </a:p>
          </p:txBody>
        </p:sp>
        <p:sp>
          <p:nvSpPr>
            <p:cNvPr id="26" name="Arrow: Pentagon 277">
              <a:extLst>
                <a:ext uri="{FF2B5EF4-FFF2-40B4-BE49-F238E27FC236}">
                  <a16:creationId xmlns:a16="http://schemas.microsoft.com/office/drawing/2014/main" id="{8517E207-D4CA-D3D1-ECE9-3F6FD689E18D}"/>
                </a:ext>
              </a:extLst>
            </p:cNvPr>
            <p:cNvSpPr/>
            <p:nvPr/>
          </p:nvSpPr>
          <p:spPr>
            <a:xfrm>
              <a:off x="-16254" y="1362494"/>
              <a:ext cx="1407055" cy="964154"/>
            </a:xfrm>
            <a:prstGeom prst="homePlate">
              <a:avLst>
                <a:gd name="adj" fmla="val 30009"/>
              </a:avLst>
            </a:prstGeom>
            <a:gradFill>
              <a:gsLst>
                <a:gs pos="0">
                  <a:schemeClr val="bg2">
                    <a:lumMod val="50000"/>
                  </a:schemeClr>
                </a:gs>
                <a:gs pos="10000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Discover</a:t>
              </a:r>
            </a:p>
          </p:txBody>
        </p:sp>
        <p:grpSp>
          <p:nvGrpSpPr>
            <p:cNvPr id="27" name="Group 26">
              <a:extLst>
                <a:ext uri="{FF2B5EF4-FFF2-40B4-BE49-F238E27FC236}">
                  <a16:creationId xmlns:a16="http://schemas.microsoft.com/office/drawing/2014/main" id="{244EDB44-4F58-C153-93C0-36D4569AC2B2}"/>
                </a:ext>
              </a:extLst>
            </p:cNvPr>
            <p:cNvGrpSpPr/>
            <p:nvPr/>
          </p:nvGrpSpPr>
          <p:grpSpPr>
            <a:xfrm>
              <a:off x="433241" y="1484737"/>
              <a:ext cx="471791" cy="471791"/>
              <a:chOff x="1650814" y="1570462"/>
              <a:chExt cx="471791" cy="471791"/>
            </a:xfrm>
          </p:grpSpPr>
          <p:sp>
            <p:nvSpPr>
              <p:cNvPr id="41" name="Oval 40">
                <a:extLst>
                  <a:ext uri="{FF2B5EF4-FFF2-40B4-BE49-F238E27FC236}">
                    <a16:creationId xmlns:a16="http://schemas.microsoft.com/office/drawing/2014/main" id="{C1472DE7-14D8-B0F3-1DFD-2FC7F6368B4D}"/>
                  </a:ext>
                </a:extLst>
              </p:cNvPr>
              <p:cNvSpPr/>
              <p:nvPr/>
            </p:nvSpPr>
            <p:spPr>
              <a:xfrm>
                <a:off x="1650814"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42" name="Graphic 43">
                <a:extLst>
                  <a:ext uri="{FF2B5EF4-FFF2-40B4-BE49-F238E27FC236}">
                    <a16:creationId xmlns:a16="http://schemas.microsoft.com/office/drawing/2014/main" id="{E7358868-C4FF-DB2D-C6FE-60EE51444DDE}"/>
                  </a:ext>
                </a:extLst>
              </p:cNvPr>
              <p:cNvGrpSpPr/>
              <p:nvPr/>
            </p:nvGrpSpPr>
            <p:grpSpPr>
              <a:xfrm>
                <a:off x="1750604" y="1669584"/>
                <a:ext cx="272210" cy="273546"/>
                <a:chOff x="1759940" y="1793479"/>
                <a:chExt cx="449934" cy="452143"/>
              </a:xfrm>
            </p:grpSpPr>
            <p:sp>
              <p:nvSpPr>
                <p:cNvPr id="43" name="Freeform: Shape 42">
                  <a:extLst>
                    <a:ext uri="{FF2B5EF4-FFF2-40B4-BE49-F238E27FC236}">
                      <a16:creationId xmlns:a16="http://schemas.microsoft.com/office/drawing/2014/main" id="{66323BB0-0ED8-C3C7-C789-AC1E367AC3D7}"/>
                    </a:ext>
                  </a:extLst>
                </p:cNvPr>
                <p:cNvSpPr/>
                <p:nvPr/>
              </p:nvSpPr>
              <p:spPr>
                <a:xfrm>
                  <a:off x="1759940"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0" y="43107"/>
                        <a:pt x="0" y="33458"/>
                        <a:pt x="0" y="21554"/>
                      </a:cubicBezTo>
                      <a:cubicBezTo>
                        <a:pt x="0" y="9650"/>
                        <a:pt x="9650" y="0"/>
                        <a:pt x="21554" y="0"/>
                      </a:cubicBezTo>
                      <a:lnTo>
                        <a:pt x="61967" y="0"/>
                      </a:lnTo>
                      <a:cubicBezTo>
                        <a:pt x="73871" y="0"/>
                        <a:pt x="83521" y="9650"/>
                        <a:pt x="83521" y="21554"/>
                      </a:cubicBezTo>
                      <a:cubicBezTo>
                        <a:pt x="83521" y="33458"/>
                        <a:pt x="73871" y="43107"/>
                        <a:pt x="61967" y="43107"/>
                      </a:cubicBezTo>
                      <a:close/>
                    </a:path>
                  </a:pathLst>
                </a:custGeom>
                <a:solidFill>
                  <a:srgbClr val="EF463C"/>
                </a:solidFill>
                <a:ln w="2667" cap="flat">
                  <a:noFill/>
                  <a:prstDash val="solid"/>
                  <a:miter/>
                </a:ln>
              </p:spPr>
              <p:txBody>
                <a:bodyPr rtlCol="0" anchor="ctr"/>
                <a:lstStyle/>
                <a:p>
                  <a:endParaRPr lang="en-MY"/>
                </a:p>
              </p:txBody>
            </p:sp>
            <p:grpSp>
              <p:nvGrpSpPr>
                <p:cNvPr id="44" name="Graphic 43">
                  <a:extLst>
                    <a:ext uri="{FF2B5EF4-FFF2-40B4-BE49-F238E27FC236}">
                      <a16:creationId xmlns:a16="http://schemas.microsoft.com/office/drawing/2014/main" id="{0B32D9E3-894F-3473-82CD-E884B18EFE14}"/>
                    </a:ext>
                  </a:extLst>
                </p:cNvPr>
                <p:cNvGrpSpPr/>
                <p:nvPr/>
              </p:nvGrpSpPr>
              <p:grpSpPr>
                <a:xfrm>
                  <a:off x="1853403" y="1895374"/>
                  <a:ext cx="263656" cy="350248"/>
                  <a:chOff x="1853403" y="1895374"/>
                  <a:chExt cx="263656" cy="350248"/>
                </a:xfrm>
              </p:grpSpPr>
              <p:sp>
                <p:nvSpPr>
                  <p:cNvPr id="49" name="Freeform: Shape 48">
                    <a:extLst>
                      <a:ext uri="{FF2B5EF4-FFF2-40B4-BE49-F238E27FC236}">
                        <a16:creationId xmlns:a16="http://schemas.microsoft.com/office/drawing/2014/main" id="{6C6CF1C5-EF7C-48FC-5D0F-718E5C7A33E5}"/>
                      </a:ext>
                    </a:extLst>
                  </p:cNvPr>
                  <p:cNvSpPr/>
                  <p:nvPr/>
                </p:nvSpPr>
                <p:spPr>
                  <a:xfrm>
                    <a:off x="1853403" y="1895374"/>
                    <a:ext cx="263656" cy="256435"/>
                  </a:xfrm>
                  <a:custGeom>
                    <a:avLst/>
                    <a:gdLst>
                      <a:gd name="connsiteX0" fmla="*/ 182506 w 263656"/>
                      <a:gd name="connsiteY0" fmla="*/ 256436 h 256435"/>
                      <a:gd name="connsiteX1" fmla="*/ 160954 w 263656"/>
                      <a:gd name="connsiteY1" fmla="*/ 234879 h 256435"/>
                      <a:gd name="connsiteX2" fmla="*/ 174936 w 263656"/>
                      <a:gd name="connsiteY2" fmla="*/ 214702 h 256435"/>
                      <a:gd name="connsiteX3" fmla="*/ 220549 w 263656"/>
                      <a:gd name="connsiteY3" fmla="*/ 128891 h 256435"/>
                      <a:gd name="connsiteX4" fmla="*/ 131828 w 263656"/>
                      <a:gd name="connsiteY4" fmla="*/ 43107 h 256435"/>
                      <a:gd name="connsiteX5" fmla="*/ 43107 w 263656"/>
                      <a:gd name="connsiteY5" fmla="*/ 128891 h 256435"/>
                      <a:gd name="connsiteX6" fmla="*/ 90310 w 263656"/>
                      <a:gd name="connsiteY6" fmla="*/ 214271 h 256435"/>
                      <a:gd name="connsiteX7" fmla="*/ 103140 w 263656"/>
                      <a:gd name="connsiteY7" fmla="*/ 241922 h 256435"/>
                      <a:gd name="connsiteX8" fmla="*/ 75490 w 263656"/>
                      <a:gd name="connsiteY8" fmla="*/ 254752 h 256435"/>
                      <a:gd name="connsiteX9" fmla="*/ 74630 w 263656"/>
                      <a:gd name="connsiteY9" fmla="*/ 254415 h 256435"/>
                      <a:gd name="connsiteX10" fmla="*/ 0 w 263656"/>
                      <a:gd name="connsiteY10" fmla="*/ 128891 h 256435"/>
                      <a:gd name="connsiteX11" fmla="*/ 131828 w 263656"/>
                      <a:gd name="connsiteY11" fmla="*/ 0 h 256435"/>
                      <a:gd name="connsiteX12" fmla="*/ 263656 w 263656"/>
                      <a:gd name="connsiteY12" fmla="*/ 128891 h 256435"/>
                      <a:gd name="connsiteX13" fmla="*/ 190077 w 263656"/>
                      <a:gd name="connsiteY13" fmla="*/ 255062 h 256435"/>
                      <a:gd name="connsiteX14" fmla="*/ 182506 w 263656"/>
                      <a:gd name="connsiteY14" fmla="*/ 256436 h 25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656" h="256435">
                        <a:moveTo>
                          <a:pt x="182506" y="256436"/>
                        </a:moveTo>
                        <a:cubicBezTo>
                          <a:pt x="170603" y="256436"/>
                          <a:pt x="160953" y="246785"/>
                          <a:pt x="160954" y="234879"/>
                        </a:cubicBezTo>
                        <a:cubicBezTo>
                          <a:pt x="160955" y="225897"/>
                          <a:pt x="166527" y="217857"/>
                          <a:pt x="174936" y="214702"/>
                        </a:cubicBezTo>
                        <a:cubicBezTo>
                          <a:pt x="205192" y="203360"/>
                          <a:pt x="220549" y="174478"/>
                          <a:pt x="220549" y="128891"/>
                        </a:cubicBezTo>
                        <a:cubicBezTo>
                          <a:pt x="220549" y="79183"/>
                          <a:pt x="183234" y="43107"/>
                          <a:pt x="131828" y="43107"/>
                        </a:cubicBezTo>
                        <a:cubicBezTo>
                          <a:pt x="80422" y="43107"/>
                          <a:pt x="43107" y="79183"/>
                          <a:pt x="43107" y="128891"/>
                        </a:cubicBezTo>
                        <a:cubicBezTo>
                          <a:pt x="43107" y="159417"/>
                          <a:pt x="51190" y="198941"/>
                          <a:pt x="90310" y="214271"/>
                        </a:cubicBezTo>
                        <a:cubicBezTo>
                          <a:pt x="101488" y="218364"/>
                          <a:pt x="107233" y="230744"/>
                          <a:pt x="103140" y="241922"/>
                        </a:cubicBezTo>
                        <a:cubicBezTo>
                          <a:pt x="99048" y="253100"/>
                          <a:pt x="86669" y="258844"/>
                          <a:pt x="75490" y="254752"/>
                        </a:cubicBezTo>
                        <a:cubicBezTo>
                          <a:pt x="75201" y="254644"/>
                          <a:pt x="74914" y="254533"/>
                          <a:pt x="74630" y="254415"/>
                        </a:cubicBezTo>
                        <a:cubicBezTo>
                          <a:pt x="26511" y="235555"/>
                          <a:pt x="0" y="191020"/>
                          <a:pt x="0" y="128891"/>
                        </a:cubicBezTo>
                        <a:cubicBezTo>
                          <a:pt x="0" y="55393"/>
                          <a:pt x="56579" y="0"/>
                          <a:pt x="131828" y="0"/>
                        </a:cubicBezTo>
                        <a:cubicBezTo>
                          <a:pt x="207078" y="0"/>
                          <a:pt x="263656" y="55474"/>
                          <a:pt x="263656" y="128891"/>
                        </a:cubicBezTo>
                        <a:cubicBezTo>
                          <a:pt x="263656" y="210364"/>
                          <a:pt x="223647" y="242480"/>
                          <a:pt x="190077" y="255062"/>
                        </a:cubicBezTo>
                        <a:cubicBezTo>
                          <a:pt x="187655" y="255970"/>
                          <a:pt x="185093" y="256436"/>
                          <a:pt x="182506" y="256436"/>
                        </a:cubicBezTo>
                        <a:close/>
                      </a:path>
                    </a:pathLst>
                  </a:custGeom>
                  <a:solidFill>
                    <a:srgbClr val="C42828"/>
                  </a:solidFill>
                  <a:ln w="2667" cap="flat">
                    <a:noFill/>
                    <a:prstDash val="solid"/>
                    <a:miter/>
                  </a:ln>
                </p:spPr>
                <p:txBody>
                  <a:bodyPr rtlCol="0" anchor="ctr"/>
                  <a:lstStyle/>
                  <a:p>
                    <a:endParaRPr lang="en-MY"/>
                  </a:p>
                </p:txBody>
              </p:sp>
              <p:sp>
                <p:nvSpPr>
                  <p:cNvPr id="50" name="Freeform: Shape 49">
                    <a:extLst>
                      <a:ext uri="{FF2B5EF4-FFF2-40B4-BE49-F238E27FC236}">
                        <a16:creationId xmlns:a16="http://schemas.microsoft.com/office/drawing/2014/main" id="{440576EF-C287-DC61-0232-0F7C8BB29036}"/>
                      </a:ext>
                    </a:extLst>
                  </p:cNvPr>
                  <p:cNvSpPr/>
                  <p:nvPr/>
                </p:nvSpPr>
                <p:spPr>
                  <a:xfrm>
                    <a:off x="1923883" y="2151082"/>
                    <a:ext cx="122883" cy="43107"/>
                  </a:xfrm>
                  <a:custGeom>
                    <a:avLst/>
                    <a:gdLst>
                      <a:gd name="connsiteX0" fmla="*/ 101330 w 122883"/>
                      <a:gd name="connsiteY0" fmla="*/ 43107 h 43107"/>
                      <a:gd name="connsiteX1" fmla="*/ 21554 w 122883"/>
                      <a:gd name="connsiteY1" fmla="*/ 43107 h 43107"/>
                      <a:gd name="connsiteX2" fmla="*/ 0 w 122883"/>
                      <a:gd name="connsiteY2" fmla="*/ 21554 h 43107"/>
                      <a:gd name="connsiteX3" fmla="*/ 21554 w 122883"/>
                      <a:gd name="connsiteY3" fmla="*/ 0 h 43107"/>
                      <a:gd name="connsiteX4" fmla="*/ 101330 w 122883"/>
                      <a:gd name="connsiteY4" fmla="*/ 0 h 43107"/>
                      <a:gd name="connsiteX5" fmla="*/ 122883 w 122883"/>
                      <a:gd name="connsiteY5" fmla="*/ 21554 h 43107"/>
                      <a:gd name="connsiteX6" fmla="*/ 101330 w 122883"/>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883" h="43107">
                        <a:moveTo>
                          <a:pt x="101330" y="43107"/>
                        </a:moveTo>
                        <a:lnTo>
                          <a:pt x="21554" y="43107"/>
                        </a:lnTo>
                        <a:cubicBezTo>
                          <a:pt x="9650" y="43107"/>
                          <a:pt x="0" y="33457"/>
                          <a:pt x="0" y="21554"/>
                        </a:cubicBezTo>
                        <a:cubicBezTo>
                          <a:pt x="0" y="9651"/>
                          <a:pt x="9650" y="0"/>
                          <a:pt x="21554" y="0"/>
                        </a:cubicBezTo>
                        <a:lnTo>
                          <a:pt x="101330" y="0"/>
                        </a:lnTo>
                        <a:cubicBezTo>
                          <a:pt x="113233" y="0"/>
                          <a:pt x="122883" y="9651"/>
                          <a:pt x="122883" y="21554"/>
                        </a:cubicBezTo>
                        <a:cubicBezTo>
                          <a:pt x="122883" y="33457"/>
                          <a:pt x="113233" y="43107"/>
                          <a:pt x="101330" y="43107"/>
                        </a:cubicBezTo>
                        <a:close/>
                      </a:path>
                    </a:pathLst>
                  </a:custGeom>
                  <a:solidFill>
                    <a:srgbClr val="EF463C"/>
                  </a:solidFill>
                  <a:ln w="2667" cap="flat">
                    <a:noFill/>
                    <a:prstDash val="solid"/>
                    <a:miter/>
                  </a:ln>
                </p:spPr>
                <p:txBody>
                  <a:bodyPr rtlCol="0" anchor="ctr"/>
                  <a:lstStyle/>
                  <a:p>
                    <a:endParaRPr lang="en-MY"/>
                  </a:p>
                </p:txBody>
              </p:sp>
              <p:sp>
                <p:nvSpPr>
                  <p:cNvPr id="51" name="Freeform: Shape 50">
                    <a:extLst>
                      <a:ext uri="{FF2B5EF4-FFF2-40B4-BE49-F238E27FC236}">
                        <a16:creationId xmlns:a16="http://schemas.microsoft.com/office/drawing/2014/main" id="{F94FF22D-1CB2-B4D9-299B-50C8FD3BD8A2}"/>
                      </a:ext>
                    </a:extLst>
                  </p:cNvPr>
                  <p:cNvSpPr/>
                  <p:nvPr/>
                </p:nvSpPr>
                <p:spPr>
                  <a:xfrm>
                    <a:off x="1923883" y="2202515"/>
                    <a:ext cx="120835" cy="43107"/>
                  </a:xfrm>
                  <a:custGeom>
                    <a:avLst/>
                    <a:gdLst>
                      <a:gd name="connsiteX0" fmla="*/ 99282 w 120835"/>
                      <a:gd name="connsiteY0" fmla="*/ 43107 h 43107"/>
                      <a:gd name="connsiteX1" fmla="*/ 21554 w 120835"/>
                      <a:gd name="connsiteY1" fmla="*/ 43107 h 43107"/>
                      <a:gd name="connsiteX2" fmla="*/ 0 w 120835"/>
                      <a:gd name="connsiteY2" fmla="*/ 21554 h 43107"/>
                      <a:gd name="connsiteX3" fmla="*/ 21554 w 120835"/>
                      <a:gd name="connsiteY3" fmla="*/ 0 h 43107"/>
                      <a:gd name="connsiteX4" fmla="*/ 99282 w 120835"/>
                      <a:gd name="connsiteY4" fmla="*/ 0 h 43107"/>
                      <a:gd name="connsiteX5" fmla="*/ 120836 w 120835"/>
                      <a:gd name="connsiteY5" fmla="*/ 21554 h 43107"/>
                      <a:gd name="connsiteX6" fmla="*/ 99282 w 120835"/>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35" h="43107">
                        <a:moveTo>
                          <a:pt x="99282" y="43107"/>
                        </a:moveTo>
                        <a:lnTo>
                          <a:pt x="21554" y="43107"/>
                        </a:lnTo>
                        <a:cubicBezTo>
                          <a:pt x="9650" y="43107"/>
                          <a:pt x="0" y="33457"/>
                          <a:pt x="0" y="21554"/>
                        </a:cubicBezTo>
                        <a:cubicBezTo>
                          <a:pt x="0" y="9651"/>
                          <a:pt x="9650" y="0"/>
                          <a:pt x="21554" y="0"/>
                        </a:cubicBezTo>
                        <a:lnTo>
                          <a:pt x="99282" y="0"/>
                        </a:lnTo>
                        <a:cubicBezTo>
                          <a:pt x="111185" y="0"/>
                          <a:pt x="120836" y="9651"/>
                          <a:pt x="120836" y="21554"/>
                        </a:cubicBezTo>
                        <a:cubicBezTo>
                          <a:pt x="120836" y="33457"/>
                          <a:pt x="111185" y="43107"/>
                          <a:pt x="99282" y="43107"/>
                        </a:cubicBezTo>
                        <a:close/>
                      </a:path>
                    </a:pathLst>
                  </a:custGeom>
                  <a:solidFill>
                    <a:srgbClr val="EF463C"/>
                  </a:solidFill>
                  <a:ln w="2667" cap="flat">
                    <a:noFill/>
                    <a:prstDash val="solid"/>
                    <a:miter/>
                  </a:ln>
                </p:spPr>
                <p:txBody>
                  <a:bodyPr rtlCol="0" anchor="ctr"/>
                  <a:lstStyle/>
                  <a:p>
                    <a:endParaRPr lang="en-MY"/>
                  </a:p>
                </p:txBody>
              </p:sp>
              <p:sp>
                <p:nvSpPr>
                  <p:cNvPr id="52" name="Freeform: Shape 51">
                    <a:extLst>
                      <a:ext uri="{FF2B5EF4-FFF2-40B4-BE49-F238E27FC236}">
                        <a16:creationId xmlns:a16="http://schemas.microsoft.com/office/drawing/2014/main" id="{B03FFC5E-634D-A1B6-2170-6373709BB6B2}"/>
                      </a:ext>
                    </a:extLst>
                  </p:cNvPr>
                  <p:cNvSpPr/>
                  <p:nvPr/>
                </p:nvSpPr>
                <p:spPr>
                  <a:xfrm>
                    <a:off x="1915154" y="2109268"/>
                    <a:ext cx="140341" cy="136354"/>
                  </a:xfrm>
                  <a:custGeom>
                    <a:avLst/>
                    <a:gdLst>
                      <a:gd name="connsiteX0" fmla="*/ 118788 w 140341"/>
                      <a:gd name="connsiteY0" fmla="*/ 136354 h 136354"/>
                      <a:gd name="connsiteX1" fmla="*/ 21554 w 140341"/>
                      <a:gd name="connsiteY1" fmla="*/ 136354 h 136354"/>
                      <a:gd name="connsiteX2" fmla="*/ 0 w 140341"/>
                      <a:gd name="connsiteY2" fmla="*/ 114801 h 136354"/>
                      <a:gd name="connsiteX3" fmla="*/ 0 w 140341"/>
                      <a:gd name="connsiteY3" fmla="*/ 21554 h 136354"/>
                      <a:gd name="connsiteX4" fmla="*/ 21554 w 140341"/>
                      <a:gd name="connsiteY4" fmla="*/ 0 h 136354"/>
                      <a:gd name="connsiteX5" fmla="*/ 43107 w 140341"/>
                      <a:gd name="connsiteY5" fmla="*/ 21554 h 136354"/>
                      <a:gd name="connsiteX6" fmla="*/ 43107 w 140341"/>
                      <a:gd name="connsiteY6" fmla="*/ 93247 h 136354"/>
                      <a:gd name="connsiteX7" fmla="*/ 97234 w 140341"/>
                      <a:gd name="connsiteY7" fmla="*/ 93247 h 136354"/>
                      <a:gd name="connsiteX8" fmla="*/ 97234 w 140341"/>
                      <a:gd name="connsiteY8" fmla="*/ 22955 h 136354"/>
                      <a:gd name="connsiteX9" fmla="*/ 118788 w 140341"/>
                      <a:gd name="connsiteY9" fmla="*/ 1401 h 136354"/>
                      <a:gd name="connsiteX10" fmla="*/ 140342 w 140341"/>
                      <a:gd name="connsiteY10" fmla="*/ 22955 h 136354"/>
                      <a:gd name="connsiteX11" fmla="*/ 140342 w 140341"/>
                      <a:gd name="connsiteY11" fmla="*/ 114801 h 136354"/>
                      <a:gd name="connsiteX12" fmla="*/ 118788 w 140341"/>
                      <a:gd name="connsiteY12" fmla="*/ 136354 h 13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341" h="136354">
                        <a:moveTo>
                          <a:pt x="118788" y="136354"/>
                        </a:moveTo>
                        <a:lnTo>
                          <a:pt x="21554" y="136354"/>
                        </a:lnTo>
                        <a:cubicBezTo>
                          <a:pt x="9650" y="136354"/>
                          <a:pt x="0" y="126704"/>
                          <a:pt x="0" y="114801"/>
                        </a:cubicBezTo>
                        <a:lnTo>
                          <a:pt x="0" y="21554"/>
                        </a:lnTo>
                        <a:cubicBezTo>
                          <a:pt x="0" y="9651"/>
                          <a:pt x="9650" y="0"/>
                          <a:pt x="21554" y="0"/>
                        </a:cubicBezTo>
                        <a:cubicBezTo>
                          <a:pt x="33458" y="0"/>
                          <a:pt x="43107" y="9651"/>
                          <a:pt x="43107" y="21554"/>
                        </a:cubicBezTo>
                        <a:lnTo>
                          <a:pt x="43107" y="93247"/>
                        </a:lnTo>
                        <a:lnTo>
                          <a:pt x="97234" y="93247"/>
                        </a:lnTo>
                        <a:lnTo>
                          <a:pt x="97234" y="22955"/>
                        </a:lnTo>
                        <a:cubicBezTo>
                          <a:pt x="97234" y="11052"/>
                          <a:pt x="106885" y="1401"/>
                          <a:pt x="118788" y="1401"/>
                        </a:cubicBezTo>
                        <a:cubicBezTo>
                          <a:pt x="130691" y="1401"/>
                          <a:pt x="140342" y="11052"/>
                          <a:pt x="140342" y="22955"/>
                        </a:cubicBezTo>
                        <a:lnTo>
                          <a:pt x="140342" y="114801"/>
                        </a:lnTo>
                        <a:cubicBezTo>
                          <a:pt x="140342" y="126704"/>
                          <a:pt x="130691" y="136354"/>
                          <a:pt x="118788" y="136354"/>
                        </a:cubicBezTo>
                        <a:close/>
                      </a:path>
                    </a:pathLst>
                  </a:custGeom>
                  <a:solidFill>
                    <a:srgbClr val="C42828"/>
                  </a:solidFill>
                  <a:ln w="2667" cap="flat">
                    <a:noFill/>
                    <a:prstDash val="solid"/>
                    <a:miter/>
                  </a:ln>
                </p:spPr>
                <p:txBody>
                  <a:bodyPr rtlCol="0" anchor="ctr"/>
                  <a:lstStyle/>
                  <a:p>
                    <a:endParaRPr lang="en-MY"/>
                  </a:p>
                </p:txBody>
              </p:sp>
            </p:grpSp>
            <p:sp>
              <p:nvSpPr>
                <p:cNvPr id="45" name="Freeform: Shape 44">
                  <a:extLst>
                    <a:ext uri="{FF2B5EF4-FFF2-40B4-BE49-F238E27FC236}">
                      <a16:creationId xmlns:a16="http://schemas.microsoft.com/office/drawing/2014/main" id="{19788CA7-41AC-4850-207B-47266C6E89D6}"/>
                    </a:ext>
                  </a:extLst>
                </p:cNvPr>
                <p:cNvSpPr/>
                <p:nvPr/>
              </p:nvSpPr>
              <p:spPr>
                <a:xfrm>
                  <a:off x="2078461" y="1845892"/>
                  <a:ext cx="77396" cy="77393"/>
                </a:xfrm>
                <a:custGeom>
                  <a:avLst/>
                  <a:gdLst>
                    <a:gd name="connsiteX0" fmla="*/ 21543 w 77396"/>
                    <a:gd name="connsiteY0" fmla="*/ 77394 h 77393"/>
                    <a:gd name="connsiteX1" fmla="*/ 0 w 77396"/>
                    <a:gd name="connsiteY1" fmla="*/ 55830 h 77393"/>
                    <a:gd name="connsiteX2" fmla="*/ 6321 w 77396"/>
                    <a:gd name="connsiteY2" fmla="*/ 40591 h 77393"/>
                    <a:gd name="connsiteX3" fmla="*/ 40591 w 77396"/>
                    <a:gd name="connsiteY3" fmla="*/ 6320 h 77393"/>
                    <a:gd name="connsiteX4" fmla="*/ 71076 w 77396"/>
                    <a:gd name="connsiteY4" fmla="*/ 6307 h 77393"/>
                    <a:gd name="connsiteX5" fmla="*/ 71090 w 77396"/>
                    <a:gd name="connsiteY5" fmla="*/ 36792 h 77393"/>
                    <a:gd name="connsiteX6" fmla="*/ 36792 w 77396"/>
                    <a:gd name="connsiteY6" fmla="*/ 71089 h 77393"/>
                    <a:gd name="connsiteX7" fmla="*/ 21543 w 77396"/>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6" h="77393">
                      <a:moveTo>
                        <a:pt x="21543" y="77394"/>
                      </a:moveTo>
                      <a:cubicBezTo>
                        <a:pt x="9640" y="77388"/>
                        <a:pt x="-5" y="67734"/>
                        <a:pt x="0" y="55830"/>
                      </a:cubicBezTo>
                      <a:cubicBezTo>
                        <a:pt x="3" y="50113"/>
                        <a:pt x="2277" y="44631"/>
                        <a:pt x="6321" y="40591"/>
                      </a:cubicBezTo>
                      <a:lnTo>
                        <a:pt x="40591" y="6320"/>
                      </a:lnTo>
                      <a:cubicBezTo>
                        <a:pt x="49005" y="-2101"/>
                        <a:pt x="62654" y="-2108"/>
                        <a:pt x="71076" y="6307"/>
                      </a:cubicBezTo>
                      <a:cubicBezTo>
                        <a:pt x="79498" y="14722"/>
                        <a:pt x="79504" y="28370"/>
                        <a:pt x="71090" y="36792"/>
                      </a:cubicBezTo>
                      <a:lnTo>
                        <a:pt x="36792" y="71089"/>
                      </a:lnTo>
                      <a:cubicBezTo>
                        <a:pt x="32746" y="75130"/>
                        <a:pt x="27260" y="77398"/>
                        <a:pt x="21543" y="77394"/>
                      </a:cubicBezTo>
                      <a:close/>
                    </a:path>
                  </a:pathLst>
                </a:custGeom>
                <a:solidFill>
                  <a:srgbClr val="EF463C"/>
                </a:solidFill>
                <a:ln w="2667" cap="flat">
                  <a:noFill/>
                  <a:prstDash val="solid"/>
                  <a:miter/>
                </a:ln>
              </p:spPr>
              <p:txBody>
                <a:bodyPr rtlCol="0" anchor="ctr"/>
                <a:lstStyle/>
                <a:p>
                  <a:endParaRPr lang="en-MY"/>
                </a:p>
              </p:txBody>
            </p:sp>
            <p:sp>
              <p:nvSpPr>
                <p:cNvPr id="46" name="Freeform: Shape 45">
                  <a:extLst>
                    <a:ext uri="{FF2B5EF4-FFF2-40B4-BE49-F238E27FC236}">
                      <a16:creationId xmlns:a16="http://schemas.microsoft.com/office/drawing/2014/main" id="{30A344A0-D545-50D1-8820-4FD4359241F6}"/>
                    </a:ext>
                  </a:extLst>
                </p:cNvPr>
                <p:cNvSpPr/>
                <p:nvPr/>
              </p:nvSpPr>
              <p:spPr>
                <a:xfrm>
                  <a:off x="1811694" y="1845165"/>
                  <a:ext cx="77397" cy="77393"/>
                </a:xfrm>
                <a:custGeom>
                  <a:avLst/>
                  <a:gdLst>
                    <a:gd name="connsiteX0" fmla="*/ 55854 w 77397"/>
                    <a:gd name="connsiteY0" fmla="*/ 77394 h 77393"/>
                    <a:gd name="connsiteX1" fmla="*/ 40604 w 77397"/>
                    <a:gd name="connsiteY1" fmla="*/ 71089 h 77393"/>
                    <a:gd name="connsiteX2" fmla="*/ 6307 w 77397"/>
                    <a:gd name="connsiteY2" fmla="*/ 36792 h 77393"/>
                    <a:gd name="connsiteX3" fmla="*/ 6320 w 77397"/>
                    <a:gd name="connsiteY3" fmla="*/ 6307 h 77393"/>
                    <a:gd name="connsiteX4" fmla="*/ 36805 w 77397"/>
                    <a:gd name="connsiteY4" fmla="*/ 6320 h 77393"/>
                    <a:gd name="connsiteX5" fmla="*/ 71103 w 77397"/>
                    <a:gd name="connsiteY5" fmla="*/ 40618 h 77393"/>
                    <a:gd name="connsiteX6" fmla="*/ 71066 w 77397"/>
                    <a:gd name="connsiteY6" fmla="*/ 71099 h 77393"/>
                    <a:gd name="connsiteX7" fmla="*/ 55854 w 77397"/>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7" h="77393">
                      <a:moveTo>
                        <a:pt x="55854" y="77394"/>
                      </a:moveTo>
                      <a:cubicBezTo>
                        <a:pt x="50135" y="77398"/>
                        <a:pt x="44650" y="75130"/>
                        <a:pt x="40604" y="71089"/>
                      </a:cubicBezTo>
                      <a:lnTo>
                        <a:pt x="6307" y="36792"/>
                      </a:lnTo>
                      <a:cubicBezTo>
                        <a:pt x="-2108" y="28370"/>
                        <a:pt x="-2101" y="14722"/>
                        <a:pt x="6320" y="6307"/>
                      </a:cubicBezTo>
                      <a:cubicBezTo>
                        <a:pt x="14742" y="-2108"/>
                        <a:pt x="28391" y="-2101"/>
                        <a:pt x="36805" y="6320"/>
                      </a:cubicBezTo>
                      <a:lnTo>
                        <a:pt x="71103" y="40618"/>
                      </a:lnTo>
                      <a:cubicBezTo>
                        <a:pt x="79510" y="49045"/>
                        <a:pt x="79493" y="62692"/>
                        <a:pt x="71066" y="71099"/>
                      </a:cubicBezTo>
                      <a:cubicBezTo>
                        <a:pt x="67028" y="75128"/>
                        <a:pt x="61558" y="77391"/>
                        <a:pt x="55854" y="77394"/>
                      </a:cubicBezTo>
                      <a:close/>
                    </a:path>
                  </a:pathLst>
                </a:custGeom>
                <a:solidFill>
                  <a:srgbClr val="EF463C"/>
                </a:solidFill>
                <a:ln w="2667" cap="flat">
                  <a:noFill/>
                  <a:prstDash val="solid"/>
                  <a:miter/>
                </a:ln>
              </p:spPr>
              <p:txBody>
                <a:bodyPr rtlCol="0" anchor="ctr"/>
                <a:lstStyle/>
                <a:p>
                  <a:endParaRPr lang="en-MY"/>
                </a:p>
              </p:txBody>
            </p:sp>
            <p:sp>
              <p:nvSpPr>
                <p:cNvPr id="47" name="Freeform: Shape 46">
                  <a:extLst>
                    <a:ext uri="{FF2B5EF4-FFF2-40B4-BE49-F238E27FC236}">
                      <a16:creationId xmlns:a16="http://schemas.microsoft.com/office/drawing/2014/main" id="{AD3B21A0-DFA4-4833-C787-FF69666D2DE3}"/>
                    </a:ext>
                  </a:extLst>
                </p:cNvPr>
                <p:cNvSpPr/>
                <p:nvPr/>
              </p:nvSpPr>
              <p:spPr>
                <a:xfrm>
                  <a:off x="1964108" y="1793479"/>
                  <a:ext cx="43107" cy="91603"/>
                </a:xfrm>
                <a:custGeom>
                  <a:avLst/>
                  <a:gdLst>
                    <a:gd name="connsiteX0" fmla="*/ 21554 w 43107"/>
                    <a:gd name="connsiteY0" fmla="*/ 91603 h 91603"/>
                    <a:gd name="connsiteX1" fmla="*/ 0 w 43107"/>
                    <a:gd name="connsiteY1" fmla="*/ 70050 h 91603"/>
                    <a:gd name="connsiteX2" fmla="*/ 0 w 43107"/>
                    <a:gd name="connsiteY2" fmla="*/ 21554 h 91603"/>
                    <a:gd name="connsiteX3" fmla="*/ 21554 w 43107"/>
                    <a:gd name="connsiteY3" fmla="*/ 0 h 91603"/>
                    <a:gd name="connsiteX4" fmla="*/ 43107 w 43107"/>
                    <a:gd name="connsiteY4" fmla="*/ 21554 h 91603"/>
                    <a:gd name="connsiteX5" fmla="*/ 43107 w 43107"/>
                    <a:gd name="connsiteY5" fmla="*/ 70050 h 91603"/>
                    <a:gd name="connsiteX6" fmla="*/ 21554 w 43107"/>
                    <a:gd name="connsiteY6" fmla="*/ 91603 h 91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107" h="91603">
                      <a:moveTo>
                        <a:pt x="21554" y="91603"/>
                      </a:moveTo>
                      <a:cubicBezTo>
                        <a:pt x="9650" y="91603"/>
                        <a:pt x="0" y="81954"/>
                        <a:pt x="0" y="70050"/>
                      </a:cubicBezTo>
                      <a:lnTo>
                        <a:pt x="0" y="21554"/>
                      </a:lnTo>
                      <a:cubicBezTo>
                        <a:pt x="0" y="9650"/>
                        <a:pt x="9650" y="0"/>
                        <a:pt x="21554" y="0"/>
                      </a:cubicBezTo>
                      <a:cubicBezTo>
                        <a:pt x="33458" y="0"/>
                        <a:pt x="43107" y="9650"/>
                        <a:pt x="43107" y="21554"/>
                      </a:cubicBezTo>
                      <a:lnTo>
                        <a:pt x="43107" y="70050"/>
                      </a:lnTo>
                      <a:cubicBezTo>
                        <a:pt x="43107" y="81954"/>
                        <a:pt x="33458" y="91603"/>
                        <a:pt x="21554" y="91603"/>
                      </a:cubicBezTo>
                      <a:close/>
                    </a:path>
                  </a:pathLst>
                </a:custGeom>
                <a:solidFill>
                  <a:srgbClr val="EF463C"/>
                </a:solidFill>
                <a:ln w="2667" cap="flat">
                  <a:noFill/>
                  <a:prstDash val="solid"/>
                  <a:miter/>
                </a:ln>
              </p:spPr>
              <p:txBody>
                <a:bodyPr rtlCol="0" anchor="ctr"/>
                <a:lstStyle/>
                <a:p>
                  <a:endParaRPr lang="en-MY"/>
                </a:p>
              </p:txBody>
            </p:sp>
            <p:sp>
              <p:nvSpPr>
                <p:cNvPr id="48" name="Freeform: Shape 47">
                  <a:extLst>
                    <a:ext uri="{FF2B5EF4-FFF2-40B4-BE49-F238E27FC236}">
                      <a16:creationId xmlns:a16="http://schemas.microsoft.com/office/drawing/2014/main" id="{74958C48-9846-5653-57D3-C466D2DF182B}"/>
                    </a:ext>
                  </a:extLst>
                </p:cNvPr>
                <p:cNvSpPr/>
                <p:nvPr/>
              </p:nvSpPr>
              <p:spPr>
                <a:xfrm>
                  <a:off x="2126354"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1" y="43107"/>
                        <a:pt x="0" y="33458"/>
                        <a:pt x="0" y="21554"/>
                      </a:cubicBezTo>
                      <a:cubicBezTo>
                        <a:pt x="0" y="9650"/>
                        <a:pt x="9651" y="0"/>
                        <a:pt x="21554" y="0"/>
                      </a:cubicBezTo>
                      <a:lnTo>
                        <a:pt x="61967" y="0"/>
                      </a:lnTo>
                      <a:cubicBezTo>
                        <a:pt x="73870" y="0"/>
                        <a:pt x="83521" y="9650"/>
                        <a:pt x="83521" y="21554"/>
                      </a:cubicBezTo>
                      <a:cubicBezTo>
                        <a:pt x="83521" y="33458"/>
                        <a:pt x="73870" y="43107"/>
                        <a:pt x="61967" y="43107"/>
                      </a:cubicBezTo>
                      <a:close/>
                    </a:path>
                  </a:pathLst>
                </a:custGeom>
                <a:solidFill>
                  <a:srgbClr val="EF463C"/>
                </a:solidFill>
                <a:ln w="2667" cap="flat">
                  <a:noFill/>
                  <a:prstDash val="solid"/>
                  <a:miter/>
                </a:ln>
              </p:spPr>
              <p:txBody>
                <a:bodyPr rtlCol="0" anchor="ctr"/>
                <a:lstStyle/>
                <a:p>
                  <a:endParaRPr lang="en-MY"/>
                </a:p>
              </p:txBody>
            </p:sp>
          </p:grpSp>
        </p:grpSp>
        <p:grpSp>
          <p:nvGrpSpPr>
            <p:cNvPr id="28" name="Group 27">
              <a:extLst>
                <a:ext uri="{FF2B5EF4-FFF2-40B4-BE49-F238E27FC236}">
                  <a16:creationId xmlns:a16="http://schemas.microsoft.com/office/drawing/2014/main" id="{C5ED3BB7-2785-D98B-DB90-ABF85DC8F457}"/>
                </a:ext>
              </a:extLst>
            </p:cNvPr>
            <p:cNvGrpSpPr/>
            <p:nvPr/>
          </p:nvGrpSpPr>
          <p:grpSpPr>
            <a:xfrm>
              <a:off x="1650814" y="1484737"/>
              <a:ext cx="471791" cy="471791"/>
              <a:chOff x="433241" y="1570462"/>
              <a:chExt cx="471791" cy="471791"/>
            </a:xfrm>
          </p:grpSpPr>
          <p:sp>
            <p:nvSpPr>
              <p:cNvPr id="29" name="Oval 28">
                <a:extLst>
                  <a:ext uri="{FF2B5EF4-FFF2-40B4-BE49-F238E27FC236}">
                    <a16:creationId xmlns:a16="http://schemas.microsoft.com/office/drawing/2014/main" id="{5EFD28C3-E89F-B15C-744F-FFBAEF5F17FF}"/>
                  </a:ext>
                </a:extLst>
              </p:cNvPr>
              <p:cNvSpPr/>
              <p:nvPr/>
            </p:nvSpPr>
            <p:spPr>
              <a:xfrm>
                <a:off x="433241"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30" name="Group 29">
                <a:extLst>
                  <a:ext uri="{FF2B5EF4-FFF2-40B4-BE49-F238E27FC236}">
                    <a16:creationId xmlns:a16="http://schemas.microsoft.com/office/drawing/2014/main" id="{44864B27-9ABC-0608-C79D-AA0CE37DB40F}"/>
                  </a:ext>
                </a:extLst>
              </p:cNvPr>
              <p:cNvGrpSpPr/>
              <p:nvPr/>
            </p:nvGrpSpPr>
            <p:grpSpPr>
              <a:xfrm>
                <a:off x="543450" y="1674683"/>
                <a:ext cx="251373" cy="260212"/>
                <a:chOff x="738790" y="2040956"/>
                <a:chExt cx="251373" cy="260212"/>
              </a:xfrm>
            </p:grpSpPr>
            <p:sp>
              <p:nvSpPr>
                <p:cNvPr id="31" name="Freeform 176">
                  <a:extLst>
                    <a:ext uri="{FF2B5EF4-FFF2-40B4-BE49-F238E27FC236}">
                      <a16:creationId xmlns:a16="http://schemas.microsoft.com/office/drawing/2014/main" id="{795B51AC-BE8A-510B-BE74-ECF16E25ECCC}"/>
                    </a:ext>
                  </a:extLst>
                </p:cNvPr>
                <p:cNvSpPr/>
                <p:nvPr/>
              </p:nvSpPr>
              <p:spPr>
                <a:xfrm>
                  <a:off x="738790" y="2134679"/>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4"/>
                        <a:pt x="5614" y="0"/>
                        <a:pt x="12540" y="0"/>
                      </a:cubicBezTo>
                      <a:lnTo>
                        <a:pt x="65163" y="0"/>
                      </a:lnTo>
                      <a:cubicBezTo>
                        <a:pt x="72089" y="0"/>
                        <a:pt x="77703" y="5614"/>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5" name="Freeform 177">
                  <a:extLst>
                    <a:ext uri="{FF2B5EF4-FFF2-40B4-BE49-F238E27FC236}">
                      <a16:creationId xmlns:a16="http://schemas.microsoft.com/office/drawing/2014/main" id="{A75EB823-51CB-72E1-30CC-10C5428B80AA}"/>
                    </a:ext>
                  </a:extLst>
                </p:cNvPr>
                <p:cNvSpPr/>
                <p:nvPr/>
              </p:nvSpPr>
              <p:spPr>
                <a:xfrm>
                  <a:off x="738790" y="2223465"/>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5"/>
                        <a:pt x="5614" y="0"/>
                        <a:pt x="12540" y="0"/>
                      </a:cubicBezTo>
                      <a:lnTo>
                        <a:pt x="65163" y="0"/>
                      </a:lnTo>
                      <a:cubicBezTo>
                        <a:pt x="72089" y="0"/>
                        <a:pt x="77703" y="5615"/>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6" name="Freeform 178">
                  <a:extLst>
                    <a:ext uri="{FF2B5EF4-FFF2-40B4-BE49-F238E27FC236}">
                      <a16:creationId xmlns:a16="http://schemas.microsoft.com/office/drawing/2014/main" id="{8176D0F8-3D85-A79F-7EF3-846B4CF112BF}"/>
                    </a:ext>
                  </a:extLst>
                </p:cNvPr>
                <p:cNvSpPr/>
                <p:nvPr/>
              </p:nvSpPr>
              <p:spPr>
                <a:xfrm>
                  <a:off x="791413" y="2082057"/>
                  <a:ext cx="86732" cy="104006"/>
                </a:xfrm>
                <a:custGeom>
                  <a:avLst/>
                  <a:gdLst>
                    <a:gd name="connsiteX0" fmla="*/ 74192 w 86732"/>
                    <a:gd name="connsiteY0" fmla="*/ 104006 h 104006"/>
                    <a:gd name="connsiteX1" fmla="*/ 12540 w 86732"/>
                    <a:gd name="connsiteY1" fmla="*/ 104006 h 104006"/>
                    <a:gd name="connsiteX2" fmla="*/ 0 w 86732"/>
                    <a:gd name="connsiteY2" fmla="*/ 91466 h 104006"/>
                    <a:gd name="connsiteX3" fmla="*/ 12540 w 86732"/>
                    <a:gd name="connsiteY3" fmla="*/ 78926 h 104006"/>
                    <a:gd name="connsiteX4" fmla="*/ 61651 w 86732"/>
                    <a:gd name="connsiteY4" fmla="*/ 78926 h 104006"/>
                    <a:gd name="connsiteX5" fmla="*/ 61651 w 86732"/>
                    <a:gd name="connsiteY5" fmla="*/ 12540 h 104006"/>
                    <a:gd name="connsiteX6" fmla="*/ 74192 w 86732"/>
                    <a:gd name="connsiteY6" fmla="*/ 0 h 104006"/>
                    <a:gd name="connsiteX7" fmla="*/ 86732 w 86732"/>
                    <a:gd name="connsiteY7" fmla="*/ 12540 h 104006"/>
                    <a:gd name="connsiteX8" fmla="*/ 86732 w 86732"/>
                    <a:gd name="connsiteY8" fmla="*/ 91466 h 104006"/>
                    <a:gd name="connsiteX9" fmla="*/ 74192 w 86732"/>
                    <a:gd name="connsiteY9" fmla="*/ 104006 h 10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732" h="104006">
                      <a:moveTo>
                        <a:pt x="74192" y="104006"/>
                      </a:moveTo>
                      <a:lnTo>
                        <a:pt x="12540" y="104006"/>
                      </a:lnTo>
                      <a:cubicBezTo>
                        <a:pt x="5614" y="104006"/>
                        <a:pt x="0" y="98392"/>
                        <a:pt x="0" y="91466"/>
                      </a:cubicBezTo>
                      <a:cubicBezTo>
                        <a:pt x="0" y="84540"/>
                        <a:pt x="5614" y="78926"/>
                        <a:pt x="12540" y="78926"/>
                      </a:cubicBezTo>
                      <a:lnTo>
                        <a:pt x="61651" y="78926"/>
                      </a:lnTo>
                      <a:lnTo>
                        <a:pt x="61651" y="12540"/>
                      </a:lnTo>
                      <a:cubicBezTo>
                        <a:pt x="61651" y="5614"/>
                        <a:pt x="67266" y="0"/>
                        <a:pt x="74192" y="0"/>
                      </a:cubicBezTo>
                      <a:cubicBezTo>
                        <a:pt x="81118" y="0"/>
                        <a:pt x="86732" y="5614"/>
                        <a:pt x="86732" y="12540"/>
                      </a:cubicBezTo>
                      <a:lnTo>
                        <a:pt x="86732" y="91466"/>
                      </a:lnTo>
                      <a:cubicBezTo>
                        <a:pt x="86732" y="98392"/>
                        <a:pt x="81118" y="104006"/>
                        <a:pt x="74192" y="104006"/>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7" name="Freeform 179">
                  <a:extLst>
                    <a:ext uri="{FF2B5EF4-FFF2-40B4-BE49-F238E27FC236}">
                      <a16:creationId xmlns:a16="http://schemas.microsoft.com/office/drawing/2014/main" id="{D9A86ABF-CA15-F979-4A37-044B1BB715C8}"/>
                    </a:ext>
                  </a:extLst>
                </p:cNvPr>
                <p:cNvSpPr/>
                <p:nvPr/>
              </p:nvSpPr>
              <p:spPr>
                <a:xfrm>
                  <a:off x="853064" y="2160983"/>
                  <a:ext cx="62701" cy="25080"/>
                </a:xfrm>
                <a:custGeom>
                  <a:avLst/>
                  <a:gdLst>
                    <a:gd name="connsiteX0" fmla="*/ 50161 w 62701"/>
                    <a:gd name="connsiteY0" fmla="*/ 25081 h 25080"/>
                    <a:gd name="connsiteX1" fmla="*/ 12540 w 62701"/>
                    <a:gd name="connsiteY1" fmla="*/ 25081 h 25080"/>
                    <a:gd name="connsiteX2" fmla="*/ 0 w 62701"/>
                    <a:gd name="connsiteY2" fmla="*/ 12540 h 25080"/>
                    <a:gd name="connsiteX3" fmla="*/ 12540 w 62701"/>
                    <a:gd name="connsiteY3" fmla="*/ 0 h 25080"/>
                    <a:gd name="connsiteX4" fmla="*/ 50161 w 62701"/>
                    <a:gd name="connsiteY4" fmla="*/ 0 h 25080"/>
                    <a:gd name="connsiteX5" fmla="*/ 62702 w 62701"/>
                    <a:gd name="connsiteY5" fmla="*/ 12540 h 25080"/>
                    <a:gd name="connsiteX6" fmla="*/ 50161 w 62701"/>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01" h="25080">
                      <a:moveTo>
                        <a:pt x="50161" y="25081"/>
                      </a:moveTo>
                      <a:lnTo>
                        <a:pt x="12540" y="25081"/>
                      </a:lnTo>
                      <a:cubicBezTo>
                        <a:pt x="5614" y="25081"/>
                        <a:pt x="0" y="19466"/>
                        <a:pt x="0" y="12540"/>
                      </a:cubicBezTo>
                      <a:cubicBezTo>
                        <a:pt x="0" y="5614"/>
                        <a:pt x="5614" y="0"/>
                        <a:pt x="12540" y="0"/>
                      </a:cubicBezTo>
                      <a:lnTo>
                        <a:pt x="50161" y="0"/>
                      </a:lnTo>
                      <a:cubicBezTo>
                        <a:pt x="57087" y="0"/>
                        <a:pt x="62702" y="5614"/>
                        <a:pt x="62702" y="12540"/>
                      </a:cubicBezTo>
                      <a:cubicBezTo>
                        <a:pt x="62702" y="19466"/>
                        <a:pt x="57087" y="25081"/>
                        <a:pt x="50161"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8" name="Freeform 180">
                  <a:extLst>
                    <a:ext uri="{FF2B5EF4-FFF2-40B4-BE49-F238E27FC236}">
                      <a16:creationId xmlns:a16="http://schemas.microsoft.com/office/drawing/2014/main" id="{CA55F66A-022B-3916-99C9-DA216D62CC22}"/>
                    </a:ext>
                  </a:extLst>
                </p:cNvPr>
                <p:cNvSpPr/>
                <p:nvPr/>
              </p:nvSpPr>
              <p:spPr>
                <a:xfrm>
                  <a:off x="791413" y="2198196"/>
                  <a:ext cx="161550" cy="76668"/>
                </a:xfrm>
                <a:custGeom>
                  <a:avLst/>
                  <a:gdLst>
                    <a:gd name="connsiteX0" fmla="*/ 149011 w 161550"/>
                    <a:gd name="connsiteY0" fmla="*/ 76669 h 76668"/>
                    <a:gd name="connsiteX1" fmla="*/ 12540 w 161550"/>
                    <a:gd name="connsiteY1" fmla="*/ 76669 h 76668"/>
                    <a:gd name="connsiteX2" fmla="*/ 0 w 161550"/>
                    <a:gd name="connsiteY2" fmla="*/ 64128 h 76668"/>
                    <a:gd name="connsiteX3" fmla="*/ 12540 w 161550"/>
                    <a:gd name="connsiteY3" fmla="*/ 51588 h 76668"/>
                    <a:gd name="connsiteX4" fmla="*/ 136470 w 161550"/>
                    <a:gd name="connsiteY4" fmla="*/ 51588 h 76668"/>
                    <a:gd name="connsiteX5" fmla="*/ 136470 w 161550"/>
                    <a:gd name="connsiteY5" fmla="*/ 12540 h 76668"/>
                    <a:gd name="connsiteX6" fmla="*/ 149011 w 161550"/>
                    <a:gd name="connsiteY6" fmla="*/ 0 h 76668"/>
                    <a:gd name="connsiteX7" fmla="*/ 161551 w 161550"/>
                    <a:gd name="connsiteY7" fmla="*/ 12540 h 76668"/>
                    <a:gd name="connsiteX8" fmla="*/ 161551 w 161550"/>
                    <a:gd name="connsiteY8" fmla="*/ 64128 h 76668"/>
                    <a:gd name="connsiteX9" fmla="*/ 149011 w 161550"/>
                    <a:gd name="connsiteY9" fmla="*/ 76669 h 7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550" h="76668">
                      <a:moveTo>
                        <a:pt x="149011" y="76669"/>
                      </a:moveTo>
                      <a:lnTo>
                        <a:pt x="12540" y="76669"/>
                      </a:lnTo>
                      <a:cubicBezTo>
                        <a:pt x="5614" y="76669"/>
                        <a:pt x="0" y="71054"/>
                        <a:pt x="0" y="64128"/>
                      </a:cubicBezTo>
                      <a:cubicBezTo>
                        <a:pt x="0" y="57203"/>
                        <a:pt x="5614" y="51588"/>
                        <a:pt x="12540" y="51588"/>
                      </a:cubicBezTo>
                      <a:lnTo>
                        <a:pt x="136470" y="51588"/>
                      </a:lnTo>
                      <a:lnTo>
                        <a:pt x="136470" y="12540"/>
                      </a:lnTo>
                      <a:cubicBezTo>
                        <a:pt x="136470" y="5615"/>
                        <a:pt x="142085" y="0"/>
                        <a:pt x="149011" y="0"/>
                      </a:cubicBezTo>
                      <a:cubicBezTo>
                        <a:pt x="155936" y="0"/>
                        <a:pt x="161551" y="5615"/>
                        <a:pt x="161551" y="12540"/>
                      </a:cubicBezTo>
                      <a:lnTo>
                        <a:pt x="161551" y="64128"/>
                      </a:lnTo>
                      <a:cubicBezTo>
                        <a:pt x="161551" y="71054"/>
                        <a:pt x="155936" y="76669"/>
                        <a:pt x="149011" y="76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9" name="Freeform 181">
                  <a:extLst>
                    <a:ext uri="{FF2B5EF4-FFF2-40B4-BE49-F238E27FC236}">
                      <a16:creationId xmlns:a16="http://schemas.microsoft.com/office/drawing/2014/main" id="{B6BA260A-EFA3-8842-7AFB-C4ECD7B45970}"/>
                    </a:ext>
                  </a:extLst>
                </p:cNvPr>
                <p:cNvSpPr/>
                <p:nvPr/>
              </p:nvSpPr>
              <p:spPr>
                <a:xfrm>
                  <a:off x="890683" y="2123775"/>
                  <a:ext cx="99480" cy="99501"/>
                </a:xfrm>
                <a:custGeom>
                  <a:avLst/>
                  <a:gdLst>
                    <a:gd name="connsiteX0" fmla="*/ 49740 w 99480"/>
                    <a:gd name="connsiteY0" fmla="*/ 99502 h 99501"/>
                    <a:gd name="connsiteX1" fmla="*/ 40868 w 99480"/>
                    <a:gd name="connsiteY1" fmla="*/ 95834 h 99501"/>
                    <a:gd name="connsiteX2" fmla="*/ 3670 w 99480"/>
                    <a:gd name="connsiteY2" fmla="*/ 58620 h 99501"/>
                    <a:gd name="connsiteX3" fmla="*/ 3670 w 99480"/>
                    <a:gd name="connsiteY3" fmla="*/ 40891 h 99501"/>
                    <a:gd name="connsiteX4" fmla="*/ 40868 w 99480"/>
                    <a:gd name="connsiteY4" fmla="*/ 3678 h 99501"/>
                    <a:gd name="connsiteX5" fmla="*/ 58603 w 99480"/>
                    <a:gd name="connsiteY5" fmla="*/ 3668 h 99501"/>
                    <a:gd name="connsiteX6" fmla="*/ 58613 w 99480"/>
                    <a:gd name="connsiteY6" fmla="*/ 3678 h 99501"/>
                    <a:gd name="connsiteX7" fmla="*/ 95811 w 99480"/>
                    <a:gd name="connsiteY7" fmla="*/ 40891 h 99501"/>
                    <a:gd name="connsiteX8" fmla="*/ 95811 w 99480"/>
                    <a:gd name="connsiteY8" fmla="*/ 58620 h 99501"/>
                    <a:gd name="connsiteX9" fmla="*/ 58613 w 99480"/>
                    <a:gd name="connsiteY9" fmla="*/ 95834 h 99501"/>
                    <a:gd name="connsiteX10" fmla="*/ 49740 w 99480"/>
                    <a:gd name="connsiteY10" fmla="*/ 99502 h 99501"/>
                    <a:gd name="connsiteX11" fmla="*/ 30272 w 99480"/>
                    <a:gd name="connsiteY11" fmla="*/ 49748 h 99501"/>
                    <a:gd name="connsiteX12" fmla="*/ 49740 w 99480"/>
                    <a:gd name="connsiteY12" fmla="*/ 69233 h 99501"/>
                    <a:gd name="connsiteX13" fmla="*/ 69209 w 99480"/>
                    <a:gd name="connsiteY13" fmla="*/ 49748 h 99501"/>
                    <a:gd name="connsiteX14" fmla="*/ 49740 w 99480"/>
                    <a:gd name="connsiteY14" fmla="*/ 30279 h 9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480" h="99501">
                      <a:moveTo>
                        <a:pt x="49740" y="99502"/>
                      </a:moveTo>
                      <a:cubicBezTo>
                        <a:pt x="46414" y="99505"/>
                        <a:pt x="43223" y="98185"/>
                        <a:pt x="40868" y="95834"/>
                      </a:cubicBezTo>
                      <a:lnTo>
                        <a:pt x="3670" y="58620"/>
                      </a:lnTo>
                      <a:cubicBezTo>
                        <a:pt x="-1223" y="53724"/>
                        <a:pt x="-1223" y="45788"/>
                        <a:pt x="3670" y="40891"/>
                      </a:cubicBezTo>
                      <a:lnTo>
                        <a:pt x="40868" y="3678"/>
                      </a:lnTo>
                      <a:cubicBezTo>
                        <a:pt x="45762" y="-1222"/>
                        <a:pt x="53703" y="-1227"/>
                        <a:pt x="58603" y="3668"/>
                      </a:cubicBezTo>
                      <a:cubicBezTo>
                        <a:pt x="58607" y="3671"/>
                        <a:pt x="58610" y="3675"/>
                        <a:pt x="58613" y="3678"/>
                      </a:cubicBezTo>
                      <a:lnTo>
                        <a:pt x="95811" y="40891"/>
                      </a:lnTo>
                      <a:cubicBezTo>
                        <a:pt x="100704" y="45788"/>
                        <a:pt x="100704" y="53724"/>
                        <a:pt x="95811" y="58620"/>
                      </a:cubicBezTo>
                      <a:lnTo>
                        <a:pt x="58613" y="95834"/>
                      </a:lnTo>
                      <a:cubicBezTo>
                        <a:pt x="56258" y="98185"/>
                        <a:pt x="53067" y="99505"/>
                        <a:pt x="49740" y="99502"/>
                      </a:cubicBezTo>
                      <a:close/>
                      <a:moveTo>
                        <a:pt x="30272" y="49748"/>
                      </a:moveTo>
                      <a:lnTo>
                        <a:pt x="49740" y="69233"/>
                      </a:lnTo>
                      <a:lnTo>
                        <a:pt x="69209" y="49748"/>
                      </a:lnTo>
                      <a:lnTo>
                        <a:pt x="49740" y="30279"/>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0" name="Freeform 182">
                  <a:extLst>
                    <a:ext uri="{FF2B5EF4-FFF2-40B4-BE49-F238E27FC236}">
                      <a16:creationId xmlns:a16="http://schemas.microsoft.com/office/drawing/2014/main" id="{6769D0E8-94A7-1E3C-454E-019D626D27E8}"/>
                    </a:ext>
                  </a:extLst>
                </p:cNvPr>
                <p:cNvSpPr/>
                <p:nvPr/>
              </p:nvSpPr>
              <p:spPr>
                <a:xfrm>
                  <a:off x="786397" y="2040956"/>
                  <a:ext cx="158321" cy="66181"/>
                </a:xfrm>
                <a:custGeom>
                  <a:avLst/>
                  <a:gdLst>
                    <a:gd name="connsiteX0" fmla="*/ 145781 w 158321"/>
                    <a:gd name="connsiteY0" fmla="*/ 66182 h 66181"/>
                    <a:gd name="connsiteX1" fmla="*/ 12540 w 158321"/>
                    <a:gd name="connsiteY1" fmla="*/ 66182 h 66181"/>
                    <a:gd name="connsiteX2" fmla="*/ 0 w 158321"/>
                    <a:gd name="connsiteY2" fmla="*/ 53641 h 66181"/>
                    <a:gd name="connsiteX3" fmla="*/ 0 w 158321"/>
                    <a:gd name="connsiteY3" fmla="*/ 12540 h 66181"/>
                    <a:gd name="connsiteX4" fmla="*/ 12540 w 158321"/>
                    <a:gd name="connsiteY4" fmla="*/ 0 h 66181"/>
                    <a:gd name="connsiteX5" fmla="*/ 145781 w 158321"/>
                    <a:gd name="connsiteY5" fmla="*/ 0 h 66181"/>
                    <a:gd name="connsiteX6" fmla="*/ 158322 w 158321"/>
                    <a:gd name="connsiteY6" fmla="*/ 12540 h 66181"/>
                    <a:gd name="connsiteX7" fmla="*/ 158322 w 158321"/>
                    <a:gd name="connsiteY7" fmla="*/ 53641 h 66181"/>
                    <a:gd name="connsiteX8" fmla="*/ 145781 w 158321"/>
                    <a:gd name="connsiteY8" fmla="*/ 66182 h 66181"/>
                    <a:gd name="connsiteX9" fmla="*/ 25081 w 158321"/>
                    <a:gd name="connsiteY9" fmla="*/ 41101 h 66181"/>
                    <a:gd name="connsiteX10" fmla="*/ 133241 w 158321"/>
                    <a:gd name="connsiteY10" fmla="*/ 41101 h 66181"/>
                    <a:gd name="connsiteX11" fmla="*/ 133241 w 158321"/>
                    <a:gd name="connsiteY11" fmla="*/ 25081 h 66181"/>
                    <a:gd name="connsiteX12" fmla="*/ 25081 w 158321"/>
                    <a:gd name="connsiteY12" fmla="*/ 25081 h 6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321" h="66181">
                      <a:moveTo>
                        <a:pt x="145781" y="66182"/>
                      </a:moveTo>
                      <a:lnTo>
                        <a:pt x="12540" y="66182"/>
                      </a:lnTo>
                      <a:cubicBezTo>
                        <a:pt x="5614" y="66182"/>
                        <a:pt x="0" y="60567"/>
                        <a:pt x="0" y="53641"/>
                      </a:cubicBezTo>
                      <a:lnTo>
                        <a:pt x="0" y="12540"/>
                      </a:lnTo>
                      <a:cubicBezTo>
                        <a:pt x="0" y="5614"/>
                        <a:pt x="5614" y="0"/>
                        <a:pt x="12540" y="0"/>
                      </a:cubicBezTo>
                      <a:lnTo>
                        <a:pt x="145781" y="0"/>
                      </a:lnTo>
                      <a:cubicBezTo>
                        <a:pt x="152707" y="0"/>
                        <a:pt x="158322" y="5614"/>
                        <a:pt x="158322" y="12540"/>
                      </a:cubicBezTo>
                      <a:lnTo>
                        <a:pt x="158322" y="53641"/>
                      </a:lnTo>
                      <a:cubicBezTo>
                        <a:pt x="158322" y="60567"/>
                        <a:pt x="152707" y="66182"/>
                        <a:pt x="145781" y="66182"/>
                      </a:cubicBezTo>
                      <a:close/>
                      <a:moveTo>
                        <a:pt x="25081" y="41101"/>
                      </a:moveTo>
                      <a:lnTo>
                        <a:pt x="133241" y="41101"/>
                      </a:lnTo>
                      <a:lnTo>
                        <a:pt x="133241" y="25081"/>
                      </a:lnTo>
                      <a:lnTo>
                        <a:pt x="25081" y="25081"/>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614" name="Group 613">
            <a:extLst>
              <a:ext uri="{FF2B5EF4-FFF2-40B4-BE49-F238E27FC236}">
                <a16:creationId xmlns:a16="http://schemas.microsoft.com/office/drawing/2014/main" id="{656B081B-CB5B-22DA-2245-4285FC238D65}"/>
              </a:ext>
            </a:extLst>
          </p:cNvPr>
          <p:cNvGrpSpPr/>
          <p:nvPr/>
        </p:nvGrpSpPr>
        <p:grpSpPr>
          <a:xfrm>
            <a:off x="10667997" y="-3"/>
            <a:ext cx="1143475" cy="828677"/>
            <a:chOff x="10667997" y="-3"/>
            <a:chExt cx="1143475" cy="828677"/>
          </a:xfrm>
        </p:grpSpPr>
        <p:sp>
          <p:nvSpPr>
            <p:cNvPr id="615" name="Round Same-side Corner of Rectangle 3">
              <a:extLst>
                <a:ext uri="{FF2B5EF4-FFF2-40B4-BE49-F238E27FC236}">
                  <a16:creationId xmlns:a16="http://schemas.microsoft.com/office/drawing/2014/main" id="{315DF44A-2855-9937-A95B-CA5AA58AC3EB}"/>
                </a:ext>
              </a:extLst>
            </p:cNvPr>
            <p:cNvSpPr/>
            <p:nvPr/>
          </p:nvSpPr>
          <p:spPr>
            <a:xfrm rot="10800000">
              <a:off x="10667997" y="-3"/>
              <a:ext cx="1143475" cy="828677"/>
            </a:xfrm>
            <a:prstGeom prst="round2SameRect">
              <a:avLst/>
            </a:prstGeom>
            <a:solidFill>
              <a:schemeClr val="bg1"/>
            </a:solidFill>
            <a:ln>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616" name="Picture 615">
              <a:extLst>
                <a:ext uri="{FF2B5EF4-FFF2-40B4-BE49-F238E27FC236}">
                  <a16:creationId xmlns:a16="http://schemas.microsoft.com/office/drawing/2014/main" id="{0F3382CC-E4BA-99E3-A2C2-2969821F966A}"/>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0957794" y="135851"/>
              <a:ext cx="563880" cy="563880"/>
            </a:xfrm>
            <a:prstGeom prst="rect">
              <a:avLst/>
            </a:prstGeom>
          </p:spPr>
        </p:pic>
      </p:grpSp>
      <p:grpSp>
        <p:nvGrpSpPr>
          <p:cNvPr id="32" name="Group 31">
            <a:extLst>
              <a:ext uri="{FF2B5EF4-FFF2-40B4-BE49-F238E27FC236}">
                <a16:creationId xmlns:a16="http://schemas.microsoft.com/office/drawing/2014/main" id="{787B0F82-0B3E-BA1D-4404-C439325C89AC}"/>
              </a:ext>
            </a:extLst>
          </p:cNvPr>
          <p:cNvGrpSpPr/>
          <p:nvPr/>
        </p:nvGrpSpPr>
        <p:grpSpPr>
          <a:xfrm>
            <a:off x="1" y="2318770"/>
            <a:ext cx="12191999" cy="412400"/>
            <a:chOff x="-16253" y="2318770"/>
            <a:chExt cx="12208253" cy="412400"/>
          </a:xfrm>
        </p:grpSpPr>
        <p:sp>
          <p:nvSpPr>
            <p:cNvPr id="33" name="5-Point Star 266">
              <a:extLst>
                <a:ext uri="{FF2B5EF4-FFF2-40B4-BE49-F238E27FC236}">
                  <a16:creationId xmlns:a16="http://schemas.microsoft.com/office/drawing/2014/main" id="{23A70A62-1C16-F5DC-6DCA-DBADBC020D3F}"/>
                </a:ext>
              </a:extLst>
            </p:cNvPr>
            <p:cNvSpPr/>
            <p:nvPr/>
          </p:nvSpPr>
          <p:spPr>
            <a:xfrm>
              <a:off x="10245460" y="2354711"/>
              <a:ext cx="228912" cy="228912"/>
            </a:xfrm>
            <a:prstGeom prst="star5">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4" name="Arrow: Chevron 23">
              <a:extLst>
                <a:ext uri="{FF2B5EF4-FFF2-40B4-BE49-F238E27FC236}">
                  <a16:creationId xmlns:a16="http://schemas.microsoft.com/office/drawing/2014/main" id="{618A1D9A-F2BD-14BC-E639-975CFD6ACC14}"/>
                </a:ext>
              </a:extLst>
            </p:cNvPr>
            <p:cNvSpPr/>
            <p:nvPr/>
          </p:nvSpPr>
          <p:spPr>
            <a:xfrm>
              <a:off x="9137893" y="2318771"/>
              <a:ext cx="1071767" cy="409690"/>
            </a:xfrm>
            <a:prstGeom prst="chevron">
              <a:avLst>
                <a:gd name="adj" fmla="val 24644"/>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Final </a:t>
              </a:r>
              <a:b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b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a:t>
              </a:r>
            </a:p>
          </p:txBody>
        </p:sp>
        <p:sp>
          <p:nvSpPr>
            <p:cNvPr id="617" name="Arrow: Chevron 22">
              <a:extLst>
                <a:ext uri="{FF2B5EF4-FFF2-40B4-BE49-F238E27FC236}">
                  <a16:creationId xmlns:a16="http://schemas.microsoft.com/office/drawing/2014/main" id="{21568F42-C9BC-8DA8-BC0A-48FC0E7F3DE6}"/>
                </a:ext>
              </a:extLst>
            </p:cNvPr>
            <p:cNvSpPr/>
            <p:nvPr/>
          </p:nvSpPr>
          <p:spPr>
            <a:xfrm>
              <a:off x="4738710" y="2318771"/>
              <a:ext cx="2670399" cy="409690"/>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Realization</a:t>
              </a:r>
            </a:p>
          </p:txBody>
        </p:sp>
        <p:sp>
          <p:nvSpPr>
            <p:cNvPr id="623" name="Arrow: Chevron 288">
              <a:extLst>
                <a:ext uri="{FF2B5EF4-FFF2-40B4-BE49-F238E27FC236}">
                  <a16:creationId xmlns:a16="http://schemas.microsoft.com/office/drawing/2014/main" id="{D062DB38-89C1-E1E5-1C15-A05DE2A1A1E3}"/>
                </a:ext>
              </a:extLst>
            </p:cNvPr>
            <p:cNvSpPr/>
            <p:nvPr/>
          </p:nvSpPr>
          <p:spPr>
            <a:xfrm>
              <a:off x="1728137" y="2318771"/>
              <a:ext cx="801206"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13716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Plan</a:t>
              </a:r>
            </a:p>
          </p:txBody>
        </p:sp>
        <p:sp>
          <p:nvSpPr>
            <p:cNvPr id="627" name="Arrow: Pentagon 14">
              <a:extLst>
                <a:ext uri="{FF2B5EF4-FFF2-40B4-BE49-F238E27FC236}">
                  <a16:creationId xmlns:a16="http://schemas.microsoft.com/office/drawing/2014/main" id="{7082496A-3572-EDD6-D17F-42F871ACE03C}"/>
                </a:ext>
              </a:extLst>
            </p:cNvPr>
            <p:cNvSpPr/>
            <p:nvPr/>
          </p:nvSpPr>
          <p:spPr>
            <a:xfrm>
              <a:off x="1105365" y="2319075"/>
              <a:ext cx="733360" cy="408495"/>
            </a:xfrm>
            <a:prstGeom prst="homePlate">
              <a:avLst>
                <a:gd name="adj" fmla="val 17926"/>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9144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a:t>
              </a:r>
            </a:p>
          </p:txBody>
        </p:sp>
        <p:sp>
          <p:nvSpPr>
            <p:cNvPr id="628" name="Rectangle 627">
              <a:extLst>
                <a:ext uri="{FF2B5EF4-FFF2-40B4-BE49-F238E27FC236}">
                  <a16:creationId xmlns:a16="http://schemas.microsoft.com/office/drawing/2014/main" id="{C5AF9472-B8EF-1636-560E-962CD39998E9}"/>
                </a:ext>
              </a:extLst>
            </p:cNvPr>
            <p:cNvSpPr/>
            <p:nvPr/>
          </p:nvSpPr>
          <p:spPr>
            <a:xfrm>
              <a:off x="-16253" y="2320770"/>
              <a:ext cx="1121618" cy="410400"/>
            </a:xfrm>
            <a:prstGeom prst="rect">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Pre-Project</a:t>
              </a:r>
            </a:p>
          </p:txBody>
        </p:sp>
        <p:sp>
          <p:nvSpPr>
            <p:cNvPr id="629" name="Arrow: Chevron 284">
              <a:extLst>
                <a:ext uri="{FF2B5EF4-FFF2-40B4-BE49-F238E27FC236}">
                  <a16:creationId xmlns:a16="http://schemas.microsoft.com/office/drawing/2014/main" id="{40360C8B-561A-D943-804C-6C396DAACAEC}"/>
                </a:ext>
              </a:extLst>
            </p:cNvPr>
            <p:cNvSpPr/>
            <p:nvPr/>
          </p:nvSpPr>
          <p:spPr>
            <a:xfrm>
              <a:off x="3196912" y="2318771"/>
              <a:ext cx="1636843"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432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Blueprint</a:t>
              </a:r>
            </a:p>
          </p:txBody>
        </p:sp>
        <p:sp>
          <p:nvSpPr>
            <p:cNvPr id="630" name="Arrow: Chevron 287">
              <a:extLst>
                <a:ext uri="{FF2B5EF4-FFF2-40B4-BE49-F238E27FC236}">
                  <a16:creationId xmlns:a16="http://schemas.microsoft.com/office/drawing/2014/main" id="{180DEED3-DDF8-3BA0-50F8-53C5635FCB44}"/>
                </a:ext>
              </a:extLst>
            </p:cNvPr>
            <p:cNvSpPr/>
            <p:nvPr/>
          </p:nvSpPr>
          <p:spPr>
            <a:xfrm>
              <a:off x="2428620" y="2318771"/>
              <a:ext cx="1227452"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Inception</a:t>
              </a:r>
            </a:p>
          </p:txBody>
        </p:sp>
        <p:sp>
          <p:nvSpPr>
            <p:cNvPr id="631" name="Arrow: Chevron 274">
              <a:extLst>
                <a:ext uri="{FF2B5EF4-FFF2-40B4-BE49-F238E27FC236}">
                  <a16:creationId xmlns:a16="http://schemas.microsoft.com/office/drawing/2014/main" id="{A9526668-8D72-051F-560B-24CAD12067A9}"/>
                </a:ext>
              </a:extLst>
            </p:cNvPr>
            <p:cNvSpPr/>
            <p:nvPr/>
          </p:nvSpPr>
          <p:spPr>
            <a:xfrm>
              <a:off x="8191233" y="2318771"/>
              <a:ext cx="1049421" cy="409690"/>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000" b="1">
                  <a:solidFill>
                    <a:srgbClr val="999999">
                      <a:lumMod val="50000"/>
                    </a:srgbClr>
                  </a:solidFill>
                  <a:latin typeface="Century Gothic" panose="020F0302020204030204"/>
                </a:rPr>
                <a:t>BRT</a:t>
              </a:r>
              <a:endPar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endParaRPr>
            </a:p>
          </p:txBody>
        </p:sp>
        <p:sp>
          <p:nvSpPr>
            <p:cNvPr id="632" name="Arrow: Chevron 273">
              <a:extLst>
                <a:ext uri="{FF2B5EF4-FFF2-40B4-BE49-F238E27FC236}">
                  <a16:creationId xmlns:a16="http://schemas.microsoft.com/office/drawing/2014/main" id="{31597F72-0453-06D3-8DA4-4413E0865BE8}"/>
                </a:ext>
              </a:extLst>
            </p:cNvPr>
            <p:cNvSpPr/>
            <p:nvPr/>
          </p:nvSpPr>
          <p:spPr>
            <a:xfrm>
              <a:off x="7245741" y="2318770"/>
              <a:ext cx="1046604"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SIT</a:t>
              </a:r>
            </a:p>
          </p:txBody>
        </p:sp>
        <p:sp>
          <p:nvSpPr>
            <p:cNvPr id="633" name="Arrow: Chevron 26">
              <a:extLst>
                <a:ext uri="{FF2B5EF4-FFF2-40B4-BE49-F238E27FC236}">
                  <a16:creationId xmlns:a16="http://schemas.microsoft.com/office/drawing/2014/main" id="{C7F2B5C4-C963-92E9-CE57-C58E53DE8F5D}"/>
                </a:ext>
              </a:extLst>
            </p:cNvPr>
            <p:cNvSpPr/>
            <p:nvPr/>
          </p:nvSpPr>
          <p:spPr>
            <a:xfrm>
              <a:off x="11064849" y="2318771"/>
              <a:ext cx="1127151" cy="409689"/>
            </a:xfrm>
            <a:prstGeom prst="chevron">
              <a:avLst>
                <a:gd name="adj" fmla="val 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Operate</a:t>
              </a:r>
            </a:p>
          </p:txBody>
        </p:sp>
        <p:sp>
          <p:nvSpPr>
            <p:cNvPr id="634" name="Arrow: Chevron 633">
              <a:extLst>
                <a:ext uri="{FF2B5EF4-FFF2-40B4-BE49-F238E27FC236}">
                  <a16:creationId xmlns:a16="http://schemas.microsoft.com/office/drawing/2014/main" id="{32821FBA-2D33-EE8F-DC35-B02AEF0A6F95}"/>
                </a:ext>
              </a:extLst>
            </p:cNvPr>
            <p:cNvSpPr/>
            <p:nvPr/>
          </p:nvSpPr>
          <p:spPr>
            <a:xfrm>
              <a:off x="10106803" y="2318771"/>
              <a:ext cx="1049421" cy="409689"/>
            </a:xfrm>
            <a:prstGeom prst="chevron">
              <a:avLst>
                <a:gd name="adj" fmla="val 24644"/>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Go Live &amp; Hypercare</a:t>
              </a:r>
            </a:p>
          </p:txBody>
        </p:sp>
      </p:grpSp>
    </p:spTree>
    <p:extLst>
      <p:ext uri="{BB962C8B-B14F-4D97-AF65-F5344CB8AC3E}">
        <p14:creationId xmlns:p14="http://schemas.microsoft.com/office/powerpoint/2010/main" val="7561775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 name="Rectangle 595">
            <a:extLst>
              <a:ext uri="{FF2B5EF4-FFF2-40B4-BE49-F238E27FC236}">
                <a16:creationId xmlns:a16="http://schemas.microsoft.com/office/drawing/2014/main" id="{AEA25FD8-1D29-ACF6-7BD6-3C918415D043}"/>
              </a:ext>
            </a:extLst>
          </p:cNvPr>
          <p:cNvSpPr/>
          <p:nvPr/>
        </p:nvSpPr>
        <p:spPr>
          <a:xfrm>
            <a:off x="1364" y="535696"/>
            <a:ext cx="12190635" cy="914400"/>
          </a:xfrm>
          <a:prstGeom prst="rect">
            <a:avLst/>
          </a:prstGeom>
          <a:gradFill>
            <a:gsLst>
              <a:gs pos="63000">
                <a:schemeClr val="bg1">
                  <a:lumMod val="95000"/>
                </a:schemeClr>
              </a:gs>
              <a:gs pos="13000">
                <a:schemeClr val="bg1">
                  <a:lumMod val="95000"/>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611" name="Rectangle 610">
            <a:extLst>
              <a:ext uri="{FF2B5EF4-FFF2-40B4-BE49-F238E27FC236}">
                <a16:creationId xmlns:a16="http://schemas.microsoft.com/office/drawing/2014/main" id="{9C0AA8B9-A128-06D7-37E8-4A382B9F3ECD}"/>
              </a:ext>
            </a:extLst>
          </p:cNvPr>
          <p:cNvSpPr/>
          <p:nvPr/>
        </p:nvSpPr>
        <p:spPr>
          <a:xfrm>
            <a:off x="147484" y="6179574"/>
            <a:ext cx="2492477"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6" name="Title 5">
            <a:extLst>
              <a:ext uri="{FF2B5EF4-FFF2-40B4-BE49-F238E27FC236}">
                <a16:creationId xmlns:a16="http://schemas.microsoft.com/office/drawing/2014/main" id="{90A9A899-875F-4BBE-9063-F9C6572335C6}"/>
              </a:ext>
            </a:extLst>
          </p:cNvPr>
          <p:cNvSpPr>
            <a:spLocks noGrp="1"/>
          </p:cNvSpPr>
          <p:nvPr>
            <p:ph type="ctrTitle"/>
          </p:nvPr>
        </p:nvSpPr>
        <p:spPr/>
        <p:txBody>
          <a:bodyPr/>
          <a:lstStyle/>
          <a:p>
            <a:r>
              <a:rPr lang="en-US"/>
              <a:t>key activities</a:t>
            </a:r>
          </a:p>
        </p:txBody>
      </p:sp>
      <p:sp>
        <p:nvSpPr>
          <p:cNvPr id="222" name="Rectangle: Rounded Corners 221">
            <a:extLst>
              <a:ext uri="{FF2B5EF4-FFF2-40B4-BE49-F238E27FC236}">
                <a16:creationId xmlns:a16="http://schemas.microsoft.com/office/drawing/2014/main" id="{7B14DDF9-3E96-0252-19C0-C787F4879BFE}"/>
              </a:ext>
            </a:extLst>
          </p:cNvPr>
          <p:cNvSpPr/>
          <p:nvPr/>
        </p:nvSpPr>
        <p:spPr>
          <a:xfrm>
            <a:off x="1105365" y="2890744"/>
            <a:ext cx="1264554" cy="3444533"/>
          </a:xfrm>
          <a:prstGeom prst="roundRect">
            <a:avLst>
              <a:gd name="adj" fmla="val 0"/>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wrap="square" lIns="36000" tIns="0" rIns="0" bIns="0" rtlCol="0" anchor="t">
            <a:spAutoFit/>
          </a:bodyPr>
          <a:lstStyle/>
          <a:p>
            <a:pPr>
              <a:spcAft>
                <a:spcPts val="300"/>
              </a:spcAft>
            </a:pPr>
            <a:r>
              <a:rPr lang="en-GB" sz="900" b="1">
                <a:solidFill>
                  <a:schemeClr val="tx2"/>
                </a:solidFill>
              </a:rPr>
              <a:t>Preparation</a:t>
            </a:r>
          </a:p>
          <a:p>
            <a:pPr marL="72000" indent="-72000">
              <a:spcAft>
                <a:spcPts val="200"/>
              </a:spcAft>
              <a:buClr>
                <a:schemeClr val="tx2"/>
              </a:buClr>
              <a:buFont typeface="Arial" panose="020B0604020202020204" pitchFamily="34" charset="0"/>
              <a:buChar char="•"/>
            </a:pPr>
            <a:r>
              <a:rPr lang="en-US" sz="750">
                <a:solidFill>
                  <a:schemeClr val="tx1"/>
                </a:solidFill>
              </a:rPr>
              <a:t>Onboard team members effectively</a:t>
            </a:r>
          </a:p>
          <a:p>
            <a:pPr marL="72000" indent="-72000">
              <a:spcAft>
                <a:spcPts val="200"/>
              </a:spcAft>
              <a:buClr>
                <a:schemeClr val="tx2"/>
              </a:buClr>
              <a:buFont typeface="Arial" panose="020B0604020202020204" pitchFamily="34" charset="0"/>
              <a:buChar char="•"/>
            </a:pPr>
            <a:r>
              <a:rPr lang="en-US" sz="750">
                <a:solidFill>
                  <a:schemeClr val="tx1"/>
                </a:solidFill>
              </a:rPr>
              <a:t>Establish project governance structure, roles and processes</a:t>
            </a:r>
          </a:p>
          <a:p>
            <a:pPr marL="72000" indent="-72000">
              <a:spcAft>
                <a:spcPts val="200"/>
              </a:spcAft>
              <a:buClr>
                <a:schemeClr val="tx2"/>
              </a:buClr>
              <a:buFont typeface="Arial" panose="020B0604020202020204" pitchFamily="34" charset="0"/>
              <a:buChar char="•"/>
            </a:pPr>
            <a:r>
              <a:rPr lang="en-US" sz="750">
                <a:solidFill>
                  <a:schemeClr val="tx1"/>
                </a:solidFill>
              </a:rPr>
              <a:t>Setup project procedures and tools</a:t>
            </a:r>
          </a:p>
          <a:p>
            <a:pPr marL="72000" indent="-72000">
              <a:spcAft>
                <a:spcPts val="200"/>
              </a:spcAft>
              <a:buClr>
                <a:schemeClr val="tx2"/>
              </a:buClr>
              <a:buFont typeface="Arial" panose="020B0604020202020204" pitchFamily="34" charset="0"/>
              <a:buChar char="•"/>
            </a:pPr>
            <a:r>
              <a:rPr lang="en-US" sz="750">
                <a:solidFill>
                  <a:schemeClr val="tx1"/>
                </a:solidFill>
              </a:rPr>
              <a:t>Draft strategies for OCM, data migration, integrations,...</a:t>
            </a:r>
          </a:p>
          <a:p>
            <a:pPr marL="72000" indent="-72000">
              <a:spcAft>
                <a:spcPts val="200"/>
              </a:spcAft>
              <a:buClr>
                <a:schemeClr val="tx2"/>
              </a:buClr>
              <a:buFont typeface="Arial" panose="020B0604020202020204" pitchFamily="34" charset="0"/>
              <a:buChar char="•"/>
            </a:pPr>
            <a:r>
              <a:rPr lang="en-US" sz="750">
                <a:solidFill>
                  <a:schemeClr val="tx1"/>
                </a:solidFill>
              </a:rPr>
              <a:t>Initiate risk register</a:t>
            </a:r>
          </a:p>
          <a:p>
            <a:pPr marL="72000" indent="-72000">
              <a:spcAft>
                <a:spcPts val="800"/>
              </a:spcAft>
              <a:buClr>
                <a:schemeClr val="tx2"/>
              </a:buClr>
              <a:buFont typeface="Arial" panose="020B0604020202020204" pitchFamily="34" charset="0"/>
              <a:buChar char="•"/>
            </a:pPr>
            <a:r>
              <a:rPr lang="en-US" sz="750">
                <a:solidFill>
                  <a:schemeClr val="tx1"/>
                </a:solidFill>
              </a:rPr>
              <a:t>Define organizational change and communication plan</a:t>
            </a:r>
          </a:p>
          <a:p>
            <a:pPr>
              <a:spcAft>
                <a:spcPts val="300"/>
              </a:spcAft>
            </a:pPr>
            <a:r>
              <a:rPr lang="en-GB" sz="900" b="1">
                <a:solidFill>
                  <a:schemeClr val="tx2"/>
                </a:solidFill>
              </a:rPr>
              <a:t>Initial plan</a:t>
            </a:r>
          </a:p>
          <a:p>
            <a:pPr marL="72000" indent="-72000">
              <a:spcAft>
                <a:spcPts val="800"/>
              </a:spcAft>
              <a:buClr>
                <a:schemeClr val="tx2"/>
              </a:buClr>
              <a:buFont typeface="Arial" panose="020B0604020202020204" pitchFamily="34" charset="0"/>
              <a:buChar char="•"/>
            </a:pPr>
            <a:r>
              <a:rPr lang="en-US" sz="750">
                <a:solidFill>
                  <a:schemeClr val="tx1"/>
                </a:solidFill>
              </a:rPr>
              <a:t>Build project plan</a:t>
            </a:r>
          </a:p>
          <a:p>
            <a:pPr>
              <a:spcAft>
                <a:spcPts val="300"/>
              </a:spcAft>
            </a:pPr>
            <a:r>
              <a:rPr lang="en-GB" sz="900" b="1">
                <a:solidFill>
                  <a:schemeClr val="tx2"/>
                </a:solidFill>
              </a:rPr>
              <a:t>Prepare for next phase</a:t>
            </a:r>
          </a:p>
          <a:p>
            <a:pPr marL="72000" indent="-72000">
              <a:spcAft>
                <a:spcPts val="200"/>
              </a:spcAft>
              <a:buClr>
                <a:schemeClr val="tx2"/>
              </a:buClr>
              <a:buFont typeface="Arial" panose="020B0604020202020204" pitchFamily="34" charset="0"/>
              <a:buChar char="•"/>
            </a:pPr>
            <a:r>
              <a:rPr lang="en-US" sz="750">
                <a:solidFill>
                  <a:schemeClr val="tx1"/>
                </a:solidFill>
              </a:rPr>
              <a:t>Schedule workshops</a:t>
            </a:r>
          </a:p>
          <a:p>
            <a:pPr marL="72000" indent="-72000">
              <a:spcAft>
                <a:spcPts val="200"/>
              </a:spcAft>
              <a:buClr>
                <a:schemeClr val="tx2"/>
              </a:buClr>
              <a:buFont typeface="Arial" panose="020B0604020202020204" pitchFamily="34" charset="0"/>
              <a:buChar char="•"/>
            </a:pPr>
            <a:r>
              <a:rPr lang="en-US" sz="750">
                <a:solidFill>
                  <a:schemeClr val="tx1"/>
                </a:solidFill>
              </a:rPr>
              <a:t>Guide the team on the project approach, project reporting and acceptance criteria</a:t>
            </a:r>
          </a:p>
          <a:p>
            <a:pPr marL="72000" indent="-72000">
              <a:spcAft>
                <a:spcPts val="200"/>
              </a:spcAft>
              <a:buClr>
                <a:schemeClr val="tx2"/>
              </a:buClr>
              <a:buFont typeface="Arial" panose="020B0604020202020204" pitchFamily="34" charset="0"/>
              <a:buChar char="•"/>
            </a:pPr>
            <a:r>
              <a:rPr lang="en-US" sz="750">
                <a:solidFill>
                  <a:schemeClr val="tx1"/>
                </a:solidFill>
              </a:rPr>
              <a:t>Kick-off meeting</a:t>
            </a:r>
          </a:p>
        </p:txBody>
      </p:sp>
      <p:sp>
        <p:nvSpPr>
          <p:cNvPr id="223" name="Rectangle: Rounded Corners 222">
            <a:extLst>
              <a:ext uri="{FF2B5EF4-FFF2-40B4-BE49-F238E27FC236}">
                <a16:creationId xmlns:a16="http://schemas.microsoft.com/office/drawing/2014/main" id="{89795735-8B9C-2E20-3D79-C62736DCFDD7}"/>
              </a:ext>
            </a:extLst>
          </p:cNvPr>
          <p:cNvSpPr/>
          <p:nvPr/>
        </p:nvSpPr>
        <p:spPr>
          <a:xfrm>
            <a:off x="80718" y="2890744"/>
            <a:ext cx="961340" cy="2775119"/>
          </a:xfrm>
          <a:prstGeom prst="roundRect">
            <a:avLst>
              <a:gd name="adj" fmla="val 0"/>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wrap="square" lIns="0" tIns="0" rIns="0" bIns="0" rtlCol="0" anchor="t">
            <a:spAutoFit/>
          </a:bodyPr>
          <a:lstStyle/>
          <a:p>
            <a:pPr>
              <a:spcAft>
                <a:spcPts val="300"/>
              </a:spcAft>
            </a:pPr>
            <a:r>
              <a:rPr lang="en-GB" sz="900" b="1" dirty="0">
                <a:solidFill>
                  <a:schemeClr val="tx2"/>
                </a:solidFill>
              </a:rPr>
              <a:t>Startup</a:t>
            </a:r>
          </a:p>
          <a:p>
            <a:pPr marL="72000" indent="-72000">
              <a:spcAft>
                <a:spcPts val="200"/>
              </a:spcAft>
              <a:buClr>
                <a:schemeClr val="tx2"/>
              </a:buClr>
              <a:buFont typeface="Arial" panose="020B0604020202020204" pitchFamily="34" charset="0"/>
              <a:buChar char="•"/>
            </a:pPr>
            <a:r>
              <a:rPr lang="en-US" sz="750" dirty="0">
                <a:solidFill>
                  <a:schemeClr val="tx1"/>
                </a:solidFill>
              </a:rPr>
              <a:t>Initiate project staffing</a:t>
            </a:r>
          </a:p>
          <a:p>
            <a:pPr marL="72000" indent="-72000">
              <a:spcAft>
                <a:spcPts val="800"/>
              </a:spcAft>
              <a:buClr>
                <a:schemeClr val="tx2"/>
              </a:buClr>
              <a:buFont typeface="Arial" panose="020B0604020202020204" pitchFamily="34" charset="0"/>
              <a:buChar char="•"/>
            </a:pPr>
            <a:r>
              <a:rPr lang="en-US" sz="750" dirty="0">
                <a:solidFill>
                  <a:schemeClr val="tx1"/>
                </a:solidFill>
              </a:rPr>
              <a:t>Obtain signed SOW or contract</a:t>
            </a:r>
          </a:p>
          <a:p>
            <a:pPr>
              <a:spcAft>
                <a:spcPts val="300"/>
              </a:spcAft>
            </a:pPr>
            <a:r>
              <a:rPr lang="en-GB" sz="900" b="1" dirty="0">
                <a:solidFill>
                  <a:schemeClr val="tx2"/>
                </a:solidFill>
              </a:rPr>
              <a:t>Prepare for next phase</a:t>
            </a:r>
          </a:p>
          <a:p>
            <a:pPr marL="72000" indent="-72000">
              <a:spcAft>
                <a:spcPts val="200"/>
              </a:spcAft>
              <a:buClr>
                <a:schemeClr val="tx2"/>
              </a:buClr>
              <a:buFont typeface="Arial" panose="020B0604020202020204" pitchFamily="34" charset="0"/>
              <a:buChar char="•"/>
            </a:pPr>
            <a:r>
              <a:rPr lang="en-US" sz="750" dirty="0">
                <a:solidFill>
                  <a:schemeClr val="tx1"/>
                </a:solidFill>
              </a:rPr>
              <a:t>Handover from presales team to project team, including verbal and informal agreements and promises</a:t>
            </a:r>
          </a:p>
          <a:p>
            <a:pPr marL="72000" indent="-72000">
              <a:spcAft>
                <a:spcPts val="200"/>
              </a:spcAft>
              <a:buClr>
                <a:schemeClr val="tx2"/>
              </a:buClr>
              <a:buFont typeface="Arial" panose="020B0604020202020204" pitchFamily="34" charset="0"/>
              <a:buChar char="•"/>
            </a:pPr>
            <a:r>
              <a:rPr lang="en-US" sz="750" dirty="0">
                <a:solidFill>
                  <a:schemeClr val="tx1"/>
                </a:solidFill>
              </a:rPr>
              <a:t>Understand and clarify the project context and objectives</a:t>
            </a:r>
          </a:p>
          <a:p>
            <a:pPr marL="72000" indent="-72000">
              <a:spcAft>
                <a:spcPts val="200"/>
              </a:spcAft>
              <a:buClr>
                <a:schemeClr val="tx2"/>
              </a:buClr>
              <a:buFont typeface="Arial" panose="020B0604020202020204" pitchFamily="34" charset="0"/>
              <a:buChar char="•"/>
            </a:pPr>
            <a:r>
              <a:rPr lang="en-US" sz="750" dirty="0">
                <a:solidFill>
                  <a:schemeClr val="tx1"/>
                </a:solidFill>
              </a:rPr>
              <a:t>Review scope,  budget and timeline</a:t>
            </a:r>
          </a:p>
        </p:txBody>
      </p:sp>
      <p:sp>
        <p:nvSpPr>
          <p:cNvPr id="230" name="Rectangle: Rounded Corners 229">
            <a:extLst>
              <a:ext uri="{FF2B5EF4-FFF2-40B4-BE49-F238E27FC236}">
                <a16:creationId xmlns:a16="http://schemas.microsoft.com/office/drawing/2014/main" id="{895D5CA1-B972-EA00-30B4-994A699D4315}"/>
              </a:ext>
            </a:extLst>
          </p:cNvPr>
          <p:cNvSpPr/>
          <p:nvPr/>
        </p:nvSpPr>
        <p:spPr>
          <a:xfrm>
            <a:off x="2405668" y="2890744"/>
            <a:ext cx="2275483" cy="3801041"/>
          </a:xfrm>
          <a:prstGeom prst="roundRect">
            <a:avLst>
              <a:gd name="adj" fmla="val 0"/>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wrap="square" lIns="36000" tIns="0" rIns="0" bIns="0" rtlCol="0" anchor="t">
            <a:spAutoFit/>
          </a:bodyPr>
          <a:lstStyle/>
          <a:p>
            <a:pPr>
              <a:spcAft>
                <a:spcPts val="300"/>
              </a:spcAft>
            </a:pPr>
            <a:r>
              <a:rPr lang="en-GB" sz="900" b="1">
                <a:solidFill>
                  <a:schemeClr val="tx2"/>
                </a:solidFill>
              </a:rPr>
              <a:t>Customer Process Discovery</a:t>
            </a:r>
          </a:p>
          <a:p>
            <a:pPr marL="72000" indent="-72000">
              <a:buClr>
                <a:schemeClr val="tx2"/>
              </a:buClr>
              <a:buFont typeface="Arial" panose="020B0604020202020204" pitchFamily="34" charset="0"/>
              <a:buChar char="•"/>
            </a:pPr>
            <a:r>
              <a:rPr lang="en-GB" sz="750">
                <a:solidFill>
                  <a:schemeClr val="tx1"/>
                </a:solidFill>
              </a:rPr>
              <a:t>Gain knowledge of the customer's specific business processes.</a:t>
            </a:r>
          </a:p>
          <a:p>
            <a:pPr marL="72000" indent="-72000">
              <a:spcAft>
                <a:spcPts val="800"/>
              </a:spcAft>
              <a:buClr>
                <a:schemeClr val="tx2"/>
              </a:buClr>
              <a:buFont typeface="Arial" panose="020B0604020202020204" pitchFamily="34" charset="0"/>
              <a:buChar char="•"/>
            </a:pPr>
            <a:r>
              <a:rPr lang="en-US" sz="750">
                <a:solidFill>
                  <a:schemeClr val="tx1"/>
                </a:solidFill>
              </a:rPr>
              <a:t>Develop a Business Process Master List (BPML)</a:t>
            </a:r>
            <a:endParaRPr lang="en-GB" sz="750">
              <a:solidFill>
                <a:schemeClr val="tx1"/>
              </a:solidFill>
            </a:endParaRPr>
          </a:p>
          <a:p>
            <a:pPr>
              <a:spcAft>
                <a:spcPts val="300"/>
              </a:spcAft>
            </a:pPr>
            <a:r>
              <a:rPr lang="en-GB" sz="900" b="1">
                <a:solidFill>
                  <a:schemeClr val="tx2"/>
                </a:solidFill>
              </a:rPr>
              <a:t>Conceptual design</a:t>
            </a:r>
          </a:p>
          <a:p>
            <a:pPr marL="72000" indent="-72000">
              <a:spcAft>
                <a:spcPts val="800"/>
              </a:spcAft>
              <a:buClr>
                <a:schemeClr val="tx2"/>
              </a:buClr>
              <a:buFont typeface="Arial" panose="020B0604020202020204" pitchFamily="34" charset="0"/>
              <a:buChar char="•"/>
            </a:pPr>
            <a:r>
              <a:rPr lang="en-US" sz="750">
                <a:solidFill>
                  <a:schemeClr val="tx1"/>
                </a:solidFill>
              </a:rPr>
              <a:t>Facilitate conceptual design sessions aimed at making initial key decisions and assumptions to narrow the blueprint scope</a:t>
            </a:r>
          </a:p>
          <a:p>
            <a:pPr>
              <a:spcAft>
                <a:spcPts val="300"/>
              </a:spcAft>
            </a:pPr>
            <a:r>
              <a:rPr lang="en-GB" sz="1050" b="1">
                <a:solidFill>
                  <a:schemeClr val="tx2"/>
                </a:solidFill>
              </a:rPr>
              <a:t>Fit-to-standard</a:t>
            </a:r>
          </a:p>
          <a:p>
            <a:pPr marL="72000" indent="-72000">
              <a:spcAft>
                <a:spcPts val="800"/>
              </a:spcAft>
              <a:buClr>
                <a:schemeClr val="tx2"/>
              </a:buClr>
              <a:buFont typeface="Arial" panose="020B0604020202020204" pitchFamily="34" charset="0"/>
              <a:buChar char="•"/>
            </a:pPr>
            <a:r>
              <a:rPr lang="en-US" sz="800">
                <a:solidFill>
                  <a:schemeClr val="tx1"/>
                </a:solidFill>
              </a:rPr>
              <a:t>Conduct Fit-to-Standard workshops</a:t>
            </a:r>
          </a:p>
          <a:p>
            <a:pPr>
              <a:spcAft>
                <a:spcPts val="300"/>
              </a:spcAft>
            </a:pPr>
            <a:r>
              <a:rPr lang="en-GB" sz="1000" b="1">
                <a:solidFill>
                  <a:schemeClr val="tx2"/>
                </a:solidFill>
              </a:rPr>
              <a:t>Blueprint</a:t>
            </a:r>
          </a:p>
          <a:p>
            <a:pPr marL="72000" indent="-72000">
              <a:spcAft>
                <a:spcPts val="200"/>
              </a:spcAft>
              <a:buClr>
                <a:schemeClr val="tx2"/>
              </a:buClr>
              <a:buFont typeface="Arial" panose="020B0604020202020204" pitchFamily="34" charset="0"/>
              <a:buChar char="•"/>
            </a:pPr>
            <a:r>
              <a:rPr lang="en-US" sz="800">
                <a:solidFill>
                  <a:schemeClr val="tx1"/>
                </a:solidFill>
              </a:rPr>
              <a:t>Conduct blueprint sessions</a:t>
            </a:r>
          </a:p>
          <a:p>
            <a:pPr marL="72000" indent="-72000">
              <a:spcAft>
                <a:spcPts val="800"/>
              </a:spcAft>
              <a:buClr>
                <a:schemeClr val="tx2"/>
              </a:buClr>
              <a:buFont typeface="Arial" panose="020B0604020202020204" pitchFamily="34" charset="0"/>
              <a:buChar char="•"/>
            </a:pPr>
            <a:r>
              <a:rPr lang="en-US" sz="800">
                <a:solidFill>
                  <a:schemeClr val="tx1"/>
                </a:solidFill>
              </a:rPr>
              <a:t>Evaluate dependencies, cross-domain and with other projects</a:t>
            </a:r>
          </a:p>
          <a:p>
            <a:pPr>
              <a:spcAft>
                <a:spcPts val="300"/>
              </a:spcAft>
            </a:pPr>
            <a:r>
              <a:rPr lang="en-GB" sz="900" b="1">
                <a:solidFill>
                  <a:schemeClr val="tx2"/>
                </a:solidFill>
              </a:rPr>
              <a:t>Prepare for next phase</a:t>
            </a:r>
          </a:p>
          <a:p>
            <a:pPr marL="72000" indent="-72000">
              <a:spcAft>
                <a:spcPts val="200"/>
              </a:spcAft>
              <a:buClr>
                <a:schemeClr val="tx2"/>
              </a:buClr>
              <a:buFont typeface="Arial" panose="020B0604020202020204" pitchFamily="34" charset="0"/>
              <a:buChar char="•"/>
            </a:pPr>
            <a:r>
              <a:rPr lang="en-US" sz="750">
                <a:solidFill>
                  <a:schemeClr val="tx1"/>
                </a:solidFill>
              </a:rPr>
              <a:t>Review scope, budget and timeline (if applicable, agree on SOW for next phases)</a:t>
            </a:r>
          </a:p>
          <a:p>
            <a:pPr marL="72000" indent="-72000">
              <a:spcAft>
                <a:spcPts val="200"/>
              </a:spcAft>
              <a:buClr>
                <a:schemeClr val="tx2"/>
              </a:buClr>
              <a:buFont typeface="Arial" panose="020B0604020202020204" pitchFamily="34" charset="0"/>
              <a:buChar char="•"/>
            </a:pPr>
            <a:r>
              <a:rPr lang="en-US" sz="750">
                <a:solidFill>
                  <a:schemeClr val="tx1"/>
                </a:solidFill>
              </a:rPr>
              <a:t>Build project backlog (WBS), outlining business processes and custom developments with their delivery schedule</a:t>
            </a:r>
          </a:p>
          <a:p>
            <a:pPr marL="72000" indent="-72000">
              <a:spcAft>
                <a:spcPts val="200"/>
              </a:spcAft>
              <a:buClr>
                <a:schemeClr val="tx2"/>
              </a:buClr>
              <a:buFont typeface="Arial" panose="020B0604020202020204" pitchFamily="34" charset="0"/>
              <a:buChar char="•"/>
            </a:pPr>
            <a:r>
              <a:rPr lang="en-US" sz="750">
                <a:solidFill>
                  <a:schemeClr val="tx1"/>
                </a:solidFill>
              </a:rPr>
              <a:t>Develop sprint planning with sprint objectives, detailed tasks, assignments and effort allocation</a:t>
            </a:r>
          </a:p>
          <a:p>
            <a:pPr marL="72000" indent="-72000">
              <a:spcAft>
                <a:spcPts val="200"/>
              </a:spcAft>
              <a:buClr>
                <a:schemeClr val="tx2"/>
              </a:buClr>
              <a:buFont typeface="Arial" panose="020B0604020202020204" pitchFamily="34" charset="0"/>
              <a:buChar char="•"/>
            </a:pPr>
            <a:r>
              <a:rPr lang="en-US" sz="750">
                <a:solidFill>
                  <a:schemeClr val="tx1"/>
                </a:solidFill>
              </a:rPr>
              <a:t>Explain and schedule sprint ceremonies</a:t>
            </a:r>
          </a:p>
          <a:p>
            <a:pPr marL="72000" indent="-72000">
              <a:spcAft>
                <a:spcPts val="200"/>
              </a:spcAft>
              <a:buClr>
                <a:schemeClr val="tx2"/>
              </a:buClr>
              <a:buFont typeface="Arial" panose="020B0604020202020204" pitchFamily="34" charset="0"/>
              <a:buChar char="•"/>
            </a:pPr>
            <a:r>
              <a:rPr lang="en-US" sz="750">
                <a:solidFill>
                  <a:schemeClr val="tx1"/>
                </a:solidFill>
              </a:rPr>
              <a:t>Kick-off for REA</a:t>
            </a:r>
          </a:p>
        </p:txBody>
      </p:sp>
      <p:sp>
        <p:nvSpPr>
          <p:cNvPr id="231" name="Rectangle: Rounded Corners 230">
            <a:extLst>
              <a:ext uri="{FF2B5EF4-FFF2-40B4-BE49-F238E27FC236}">
                <a16:creationId xmlns:a16="http://schemas.microsoft.com/office/drawing/2014/main" id="{F87506F3-50BA-DED7-7DCC-B26B00A5B685}"/>
              </a:ext>
            </a:extLst>
          </p:cNvPr>
          <p:cNvSpPr/>
          <p:nvPr/>
        </p:nvSpPr>
        <p:spPr>
          <a:xfrm>
            <a:off x="4737392" y="2890744"/>
            <a:ext cx="2509440" cy="3072636"/>
          </a:xfrm>
          <a:prstGeom prst="roundRect">
            <a:avLst>
              <a:gd name="adj" fmla="val 0"/>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wrap="square" lIns="36000" tIns="0" rIns="0" bIns="0" rtlCol="0" anchor="t">
            <a:spAutoFit/>
          </a:bodyPr>
          <a:lstStyle/>
          <a:p>
            <a:pPr>
              <a:spcAft>
                <a:spcPts val="300"/>
              </a:spcAft>
            </a:pPr>
            <a:r>
              <a:rPr lang="en-GB" sz="900" b="1">
                <a:solidFill>
                  <a:schemeClr val="tx2"/>
                </a:solidFill>
              </a:rPr>
              <a:t>Realization</a:t>
            </a:r>
          </a:p>
          <a:p>
            <a:pPr marL="72000" indent="-72000">
              <a:spcAft>
                <a:spcPts val="200"/>
              </a:spcAft>
              <a:buClr>
                <a:schemeClr val="tx2"/>
              </a:buClr>
              <a:buFont typeface="Arial" panose="020B0604020202020204" pitchFamily="34" charset="0"/>
              <a:buChar char="•"/>
            </a:pPr>
            <a:r>
              <a:rPr lang="en-US" sz="750">
                <a:solidFill>
                  <a:schemeClr val="tx1"/>
                </a:solidFill>
              </a:rPr>
              <a:t>Conduct detailed design workshops</a:t>
            </a:r>
          </a:p>
          <a:p>
            <a:pPr marL="72000" indent="-72000">
              <a:spcAft>
                <a:spcPts val="200"/>
              </a:spcAft>
              <a:buClr>
                <a:schemeClr val="tx2"/>
              </a:buClr>
              <a:buFont typeface="Arial" panose="020B0604020202020204" pitchFamily="34" charset="0"/>
              <a:buChar char="•"/>
            </a:pPr>
            <a:r>
              <a:rPr lang="en-US" sz="750">
                <a:solidFill>
                  <a:schemeClr val="tx1"/>
                </a:solidFill>
              </a:rPr>
              <a:t>Build solution via sprint approach</a:t>
            </a:r>
          </a:p>
          <a:p>
            <a:pPr marL="72000" indent="-72000">
              <a:spcAft>
                <a:spcPts val="200"/>
              </a:spcAft>
              <a:buClr>
                <a:schemeClr val="tx2"/>
              </a:buClr>
              <a:buFont typeface="Arial" panose="020B0604020202020204" pitchFamily="34" charset="0"/>
              <a:buChar char="•"/>
            </a:pPr>
            <a:r>
              <a:rPr lang="en-US" sz="750">
                <a:solidFill>
                  <a:schemeClr val="tx1"/>
                </a:solidFill>
              </a:rPr>
              <a:t>Ensure alignment in domain-specific and cross-domain meetings</a:t>
            </a:r>
          </a:p>
          <a:p>
            <a:pPr marL="72000" indent="-72000">
              <a:spcAft>
                <a:spcPts val="200"/>
              </a:spcAft>
              <a:buClr>
                <a:schemeClr val="tx2"/>
              </a:buClr>
              <a:buFont typeface="Arial" panose="020B0604020202020204" pitchFamily="34" charset="0"/>
              <a:buChar char="•"/>
            </a:pPr>
            <a:r>
              <a:rPr lang="en-US" sz="750">
                <a:solidFill>
                  <a:schemeClr val="tx1"/>
                </a:solidFill>
              </a:rPr>
              <a:t>Perform configuration, development, and unit testing</a:t>
            </a:r>
          </a:p>
          <a:p>
            <a:pPr marL="72000" indent="-72000">
              <a:spcAft>
                <a:spcPts val="200"/>
              </a:spcAft>
              <a:buClr>
                <a:schemeClr val="tx2"/>
              </a:buClr>
              <a:buFont typeface="Arial" panose="020B0604020202020204" pitchFamily="34" charset="0"/>
              <a:buChar char="•"/>
            </a:pPr>
            <a:r>
              <a:rPr lang="en-US" sz="750">
                <a:solidFill>
                  <a:schemeClr val="tx1"/>
                </a:solidFill>
              </a:rPr>
              <a:t>Conduct Functional Integration Testing (FIT) and Extended FIT</a:t>
            </a:r>
          </a:p>
          <a:p>
            <a:pPr marL="72000" indent="-72000">
              <a:spcAft>
                <a:spcPts val="200"/>
              </a:spcAft>
              <a:buClr>
                <a:schemeClr val="tx2"/>
              </a:buClr>
              <a:buFont typeface="Arial" panose="020B0604020202020204" pitchFamily="34" charset="0"/>
              <a:buChar char="•"/>
            </a:pPr>
            <a:r>
              <a:rPr lang="en-US" sz="750">
                <a:solidFill>
                  <a:schemeClr val="tx1"/>
                </a:solidFill>
              </a:rPr>
              <a:t>Update configuration documentation</a:t>
            </a:r>
          </a:p>
          <a:p>
            <a:pPr marL="72000" indent="-72000">
              <a:spcAft>
                <a:spcPts val="200"/>
              </a:spcAft>
              <a:buClr>
                <a:schemeClr val="tx2"/>
              </a:buClr>
              <a:buFont typeface="Arial" panose="020B0604020202020204" pitchFamily="34" charset="0"/>
              <a:buChar char="•"/>
            </a:pPr>
            <a:r>
              <a:rPr lang="en-US" sz="750">
                <a:solidFill>
                  <a:schemeClr val="tx1"/>
                </a:solidFill>
              </a:rPr>
              <a:t>Facilitate sprint planning, standup meetings, and sprint reviews</a:t>
            </a:r>
          </a:p>
          <a:p>
            <a:pPr marL="72000" indent="-72000">
              <a:spcAft>
                <a:spcPts val="200"/>
              </a:spcAft>
              <a:buClr>
                <a:schemeClr val="tx2"/>
              </a:buClr>
              <a:buFont typeface="Arial" panose="020B0604020202020204" pitchFamily="34" charset="0"/>
              <a:buChar char="•"/>
            </a:pPr>
            <a:r>
              <a:rPr lang="en-US" sz="750">
                <a:solidFill>
                  <a:schemeClr val="tx1"/>
                </a:solidFill>
              </a:rPr>
              <a:t>Effectively manage change requests</a:t>
            </a:r>
          </a:p>
          <a:p>
            <a:pPr marL="72000" indent="-72000">
              <a:spcAft>
                <a:spcPts val="200"/>
              </a:spcAft>
              <a:buClr>
                <a:schemeClr val="tx2"/>
              </a:buClr>
              <a:buFont typeface="Arial" panose="020B0604020202020204" pitchFamily="34" charset="0"/>
              <a:buChar char="•"/>
            </a:pPr>
            <a:r>
              <a:rPr lang="en-US" sz="750">
                <a:solidFill>
                  <a:schemeClr val="tx1"/>
                </a:solidFill>
              </a:rPr>
              <a:t>Initiate detailed cutover/roll-out plan</a:t>
            </a:r>
          </a:p>
          <a:p>
            <a:pPr marL="72000" indent="-72000">
              <a:spcAft>
                <a:spcPts val="800"/>
              </a:spcAft>
              <a:buClr>
                <a:schemeClr val="tx2"/>
              </a:buClr>
              <a:buFont typeface="Arial" panose="020B0604020202020204" pitchFamily="34" charset="0"/>
              <a:buChar char="•"/>
            </a:pPr>
            <a:r>
              <a:rPr lang="en-US" sz="750">
                <a:solidFill>
                  <a:schemeClr val="tx1"/>
                </a:solidFill>
              </a:rPr>
              <a:t>Conduct sprint retrospective session</a:t>
            </a:r>
          </a:p>
          <a:p>
            <a:pPr>
              <a:spcAft>
                <a:spcPts val="300"/>
              </a:spcAft>
            </a:pPr>
            <a:r>
              <a:rPr lang="en-GB" sz="900" b="1">
                <a:solidFill>
                  <a:schemeClr val="tx2"/>
                </a:solidFill>
              </a:rPr>
              <a:t>Prepare for next phase</a:t>
            </a:r>
          </a:p>
          <a:p>
            <a:pPr marL="72000" indent="-72000">
              <a:spcAft>
                <a:spcPts val="200"/>
              </a:spcAft>
              <a:buClr>
                <a:schemeClr val="tx2"/>
              </a:buClr>
              <a:buFont typeface="Arial" panose="020B0604020202020204" pitchFamily="34" charset="0"/>
              <a:buChar char="•"/>
            </a:pPr>
            <a:r>
              <a:rPr lang="en-US" sz="750">
                <a:solidFill>
                  <a:schemeClr val="tx1"/>
                </a:solidFill>
              </a:rPr>
              <a:t>Prepare test system with test data </a:t>
            </a:r>
          </a:p>
          <a:p>
            <a:pPr marL="72000" indent="-72000">
              <a:spcAft>
                <a:spcPts val="200"/>
              </a:spcAft>
              <a:buClr>
                <a:schemeClr val="tx2"/>
              </a:buClr>
              <a:buFont typeface="Arial" panose="020B0604020202020204" pitchFamily="34" charset="0"/>
              <a:buChar char="•"/>
            </a:pPr>
            <a:r>
              <a:rPr lang="en-US" sz="750">
                <a:solidFill>
                  <a:schemeClr val="tx1"/>
                </a:solidFill>
              </a:rPr>
              <a:t>List and write out test scripts</a:t>
            </a:r>
          </a:p>
          <a:p>
            <a:pPr marL="72000" indent="-72000">
              <a:spcAft>
                <a:spcPts val="200"/>
              </a:spcAft>
              <a:buClr>
                <a:schemeClr val="tx2"/>
              </a:buClr>
              <a:buFont typeface="Arial" panose="020B0604020202020204" pitchFamily="34" charset="0"/>
              <a:buChar char="•"/>
            </a:pPr>
            <a:r>
              <a:rPr lang="en-US" sz="750">
                <a:solidFill>
                  <a:schemeClr val="tx1"/>
                </a:solidFill>
              </a:rPr>
              <a:t>Check testers readiness and training</a:t>
            </a:r>
          </a:p>
          <a:p>
            <a:pPr marL="72000" indent="-72000">
              <a:spcAft>
                <a:spcPts val="200"/>
              </a:spcAft>
              <a:buClr>
                <a:schemeClr val="tx2"/>
              </a:buClr>
              <a:buFont typeface="Arial" panose="020B0604020202020204" pitchFamily="34" charset="0"/>
              <a:buChar char="•"/>
            </a:pPr>
            <a:r>
              <a:rPr lang="en-US" sz="750">
                <a:solidFill>
                  <a:schemeClr val="tx1"/>
                </a:solidFill>
              </a:rPr>
              <a:t>Organize and plan for SIT and BRT, ensuring smooth execution, defect resolution, and progress reporting</a:t>
            </a:r>
          </a:p>
        </p:txBody>
      </p:sp>
      <p:sp>
        <p:nvSpPr>
          <p:cNvPr id="232" name="Rectangle: Rounded Corners 231">
            <a:extLst>
              <a:ext uri="{FF2B5EF4-FFF2-40B4-BE49-F238E27FC236}">
                <a16:creationId xmlns:a16="http://schemas.microsoft.com/office/drawing/2014/main" id="{D26E1DA8-1EFC-7F9C-195F-E58CE3AB7E43}"/>
              </a:ext>
            </a:extLst>
          </p:cNvPr>
          <p:cNvSpPr/>
          <p:nvPr/>
        </p:nvSpPr>
        <p:spPr>
          <a:xfrm>
            <a:off x="7244524" y="2890744"/>
            <a:ext cx="1867885" cy="2531462"/>
          </a:xfrm>
          <a:prstGeom prst="roundRect">
            <a:avLst>
              <a:gd name="adj" fmla="val 0"/>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wrap="square" lIns="36000" tIns="0" rIns="0" bIns="0" rtlCol="0" anchor="t">
            <a:spAutoFit/>
          </a:bodyPr>
          <a:lstStyle/>
          <a:p>
            <a:pPr>
              <a:spcAft>
                <a:spcPts val="300"/>
              </a:spcAft>
            </a:pPr>
            <a:r>
              <a:rPr lang="en-GB" sz="900" b="1">
                <a:solidFill>
                  <a:schemeClr val="tx2"/>
                </a:solidFill>
              </a:rPr>
              <a:t>System integration testing</a:t>
            </a:r>
          </a:p>
          <a:p>
            <a:pPr marL="72000" indent="-72000">
              <a:spcAft>
                <a:spcPts val="200"/>
              </a:spcAft>
              <a:buClr>
                <a:schemeClr val="tx2"/>
              </a:buClr>
              <a:buFont typeface="Arial" panose="020B0604020202020204" pitchFamily="34" charset="0"/>
              <a:buChar char="•"/>
            </a:pPr>
            <a:r>
              <a:rPr lang="en-US" sz="750">
                <a:solidFill>
                  <a:schemeClr val="tx1"/>
                </a:solidFill>
              </a:rPr>
              <a:t>Execute SIT testing</a:t>
            </a:r>
          </a:p>
          <a:p>
            <a:pPr marL="72000" indent="-72000">
              <a:spcAft>
                <a:spcPts val="200"/>
              </a:spcAft>
              <a:buClr>
                <a:schemeClr val="tx2"/>
              </a:buClr>
              <a:buFont typeface="Arial" panose="020B0604020202020204" pitchFamily="34" charset="0"/>
              <a:buChar char="•"/>
            </a:pPr>
            <a:r>
              <a:rPr lang="en-US" sz="750">
                <a:solidFill>
                  <a:schemeClr val="tx1"/>
                </a:solidFill>
              </a:rPr>
              <a:t>Resolve bugs and other defects identified</a:t>
            </a:r>
          </a:p>
          <a:p>
            <a:pPr marL="72000" indent="-72000">
              <a:spcAft>
                <a:spcPts val="200"/>
              </a:spcAft>
              <a:buClr>
                <a:schemeClr val="tx2"/>
              </a:buClr>
              <a:buFont typeface="Arial" panose="020B0604020202020204" pitchFamily="34" charset="0"/>
              <a:buChar char="•"/>
            </a:pPr>
            <a:r>
              <a:rPr lang="en-US" sz="750">
                <a:solidFill>
                  <a:schemeClr val="tx1"/>
                </a:solidFill>
              </a:rPr>
              <a:t>Monitor defects through a dashboard and organize triage sessions</a:t>
            </a:r>
          </a:p>
          <a:p>
            <a:pPr marL="72000" indent="-72000">
              <a:spcAft>
                <a:spcPts val="200"/>
              </a:spcAft>
              <a:buClr>
                <a:schemeClr val="tx2"/>
              </a:buClr>
              <a:buFont typeface="Arial" panose="020B0604020202020204" pitchFamily="34" charset="0"/>
              <a:buChar char="•"/>
            </a:pPr>
            <a:r>
              <a:rPr lang="en-US" sz="750">
                <a:solidFill>
                  <a:schemeClr val="tx1"/>
                </a:solidFill>
              </a:rPr>
              <a:t>Develop of end-user documentation and training materials</a:t>
            </a:r>
          </a:p>
          <a:p>
            <a:pPr marL="72000" indent="-72000">
              <a:spcAft>
                <a:spcPts val="200"/>
              </a:spcAft>
              <a:buClr>
                <a:schemeClr val="tx2"/>
              </a:buClr>
              <a:buFont typeface="Arial" panose="020B0604020202020204" pitchFamily="34" charset="0"/>
              <a:buChar char="•"/>
            </a:pPr>
            <a:r>
              <a:rPr lang="en-US" sz="750">
                <a:solidFill>
                  <a:schemeClr val="tx1"/>
                </a:solidFill>
              </a:rPr>
              <a:t>Validate authorizations and security</a:t>
            </a:r>
          </a:p>
          <a:p>
            <a:pPr marL="72000" indent="-72000">
              <a:spcAft>
                <a:spcPts val="200"/>
              </a:spcAft>
              <a:buClr>
                <a:schemeClr val="tx2"/>
              </a:buClr>
              <a:buFont typeface="Arial" panose="020B0604020202020204" pitchFamily="34" charset="0"/>
              <a:buChar char="•"/>
            </a:pPr>
            <a:r>
              <a:rPr lang="en-US" sz="750">
                <a:solidFill>
                  <a:schemeClr val="tx1"/>
                </a:solidFill>
              </a:rPr>
              <a:t>Dry-run data migration</a:t>
            </a:r>
          </a:p>
          <a:p>
            <a:pPr marL="72000" indent="-72000">
              <a:spcAft>
                <a:spcPts val="800"/>
              </a:spcAft>
              <a:buClr>
                <a:schemeClr val="tx2"/>
              </a:buClr>
              <a:buFont typeface="Arial" panose="020B0604020202020204" pitchFamily="34" charset="0"/>
              <a:buChar char="•"/>
            </a:pPr>
            <a:r>
              <a:rPr lang="en-US" sz="750">
                <a:solidFill>
                  <a:schemeClr val="tx1"/>
                </a:solidFill>
              </a:rPr>
              <a:t>Dry-run cutover</a:t>
            </a:r>
          </a:p>
          <a:p>
            <a:pPr>
              <a:spcAft>
                <a:spcPts val="300"/>
              </a:spcAft>
            </a:pPr>
            <a:r>
              <a:rPr lang="en-GB" sz="900" b="1">
                <a:solidFill>
                  <a:schemeClr val="tx2"/>
                </a:solidFill>
              </a:rPr>
              <a:t>Business readiness testing</a:t>
            </a:r>
          </a:p>
          <a:p>
            <a:pPr marL="72000" indent="-72000">
              <a:spcAft>
                <a:spcPts val="200"/>
              </a:spcAft>
              <a:buClr>
                <a:schemeClr val="tx2"/>
              </a:buClr>
              <a:buFont typeface="Arial" panose="020B0604020202020204" pitchFamily="34" charset="0"/>
              <a:buChar char="•"/>
            </a:pPr>
            <a:r>
              <a:rPr lang="en-US" sz="750">
                <a:solidFill>
                  <a:schemeClr val="tx1"/>
                </a:solidFill>
              </a:rPr>
              <a:t>Execute SIT BRT/UAT testing</a:t>
            </a:r>
          </a:p>
          <a:p>
            <a:pPr marL="72000" indent="-72000">
              <a:spcAft>
                <a:spcPts val="800"/>
              </a:spcAft>
              <a:buClr>
                <a:schemeClr val="tx2"/>
              </a:buClr>
              <a:buFont typeface="Arial" panose="020B0604020202020204" pitchFamily="34" charset="0"/>
              <a:buChar char="•"/>
            </a:pPr>
            <a:r>
              <a:rPr lang="en-US" sz="750">
                <a:solidFill>
                  <a:schemeClr val="tx1"/>
                </a:solidFill>
              </a:rPr>
              <a:t>Assist end-users in executing the BRT/UAT testing</a:t>
            </a:r>
          </a:p>
          <a:p>
            <a:pPr>
              <a:spcAft>
                <a:spcPts val="300"/>
              </a:spcAft>
            </a:pPr>
            <a:r>
              <a:rPr lang="en-GB" sz="900" b="1">
                <a:solidFill>
                  <a:schemeClr val="tx2"/>
                </a:solidFill>
              </a:rPr>
              <a:t>Prepare for next phase</a:t>
            </a:r>
          </a:p>
          <a:p>
            <a:pPr marL="72000" indent="-72000">
              <a:spcAft>
                <a:spcPts val="200"/>
              </a:spcAft>
              <a:buClr>
                <a:schemeClr val="tx2"/>
              </a:buClr>
              <a:buFont typeface="Arial" panose="020B0604020202020204" pitchFamily="34" charset="0"/>
              <a:buChar char="•"/>
            </a:pPr>
            <a:r>
              <a:rPr lang="en-US" sz="750">
                <a:solidFill>
                  <a:schemeClr val="tx1"/>
                </a:solidFill>
              </a:rPr>
              <a:t>Go/No Go decision</a:t>
            </a:r>
          </a:p>
        </p:txBody>
      </p:sp>
      <p:sp>
        <p:nvSpPr>
          <p:cNvPr id="233" name="Rectangle: Rounded Corners 232">
            <a:extLst>
              <a:ext uri="{FF2B5EF4-FFF2-40B4-BE49-F238E27FC236}">
                <a16:creationId xmlns:a16="http://schemas.microsoft.com/office/drawing/2014/main" id="{9B475B87-2F04-7B5C-1D09-F8B8C1128E97}"/>
              </a:ext>
            </a:extLst>
          </p:cNvPr>
          <p:cNvSpPr/>
          <p:nvPr/>
        </p:nvSpPr>
        <p:spPr>
          <a:xfrm>
            <a:off x="9158821" y="2890744"/>
            <a:ext cx="1824200" cy="2900794"/>
          </a:xfrm>
          <a:prstGeom prst="roundRect">
            <a:avLst>
              <a:gd name="adj" fmla="val 0"/>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wrap="square" lIns="36000" tIns="0" rIns="0" bIns="0" rtlCol="0" anchor="t">
            <a:spAutoFit/>
          </a:bodyPr>
          <a:lstStyle/>
          <a:p>
            <a:pPr>
              <a:spcAft>
                <a:spcPts val="300"/>
              </a:spcAft>
            </a:pPr>
            <a:r>
              <a:rPr lang="en-GB" sz="900" b="1">
                <a:solidFill>
                  <a:schemeClr val="tx2"/>
                </a:solidFill>
              </a:rPr>
              <a:t>Final preparation</a:t>
            </a:r>
          </a:p>
          <a:p>
            <a:pPr marL="72000" indent="-72000">
              <a:spcAft>
                <a:spcPts val="200"/>
              </a:spcAft>
              <a:buClr>
                <a:schemeClr val="tx2"/>
              </a:buClr>
              <a:buFont typeface="Arial" panose="020B0604020202020204" pitchFamily="34" charset="0"/>
              <a:buChar char="•"/>
            </a:pPr>
            <a:r>
              <a:rPr lang="en-US" sz="750">
                <a:solidFill>
                  <a:schemeClr val="tx1"/>
                </a:solidFill>
              </a:rPr>
              <a:t>Conclude end-user training sessions</a:t>
            </a:r>
          </a:p>
          <a:p>
            <a:pPr marL="72000" indent="-72000">
              <a:spcAft>
                <a:spcPts val="200"/>
              </a:spcAft>
              <a:buClr>
                <a:schemeClr val="tx2"/>
              </a:buClr>
              <a:buFont typeface="Arial" panose="020B0604020202020204" pitchFamily="34" charset="0"/>
              <a:buChar char="•"/>
            </a:pPr>
            <a:r>
              <a:rPr lang="en-US" sz="750">
                <a:solidFill>
                  <a:schemeClr val="tx1"/>
                </a:solidFill>
              </a:rPr>
              <a:t>Finalize cutover plan</a:t>
            </a:r>
          </a:p>
          <a:p>
            <a:pPr marL="72000" indent="-72000">
              <a:spcAft>
                <a:spcPts val="200"/>
              </a:spcAft>
              <a:buClr>
                <a:schemeClr val="tx2"/>
              </a:buClr>
              <a:buFont typeface="Arial" panose="020B0604020202020204" pitchFamily="34" charset="0"/>
              <a:buChar char="•"/>
            </a:pPr>
            <a:r>
              <a:rPr lang="en-US" sz="750">
                <a:solidFill>
                  <a:schemeClr val="tx1"/>
                </a:solidFill>
              </a:rPr>
              <a:t>Identify golden orders</a:t>
            </a:r>
          </a:p>
          <a:p>
            <a:pPr marL="72000" indent="-72000">
              <a:spcAft>
                <a:spcPts val="200"/>
              </a:spcAft>
              <a:buClr>
                <a:schemeClr val="tx2"/>
              </a:buClr>
              <a:buFont typeface="Arial" panose="020B0604020202020204" pitchFamily="34" charset="0"/>
              <a:buChar char="•"/>
            </a:pPr>
            <a:r>
              <a:rPr lang="en-US" sz="750">
                <a:solidFill>
                  <a:schemeClr val="tx1"/>
                </a:solidFill>
              </a:rPr>
              <a:t>Execute final data migration processes</a:t>
            </a:r>
          </a:p>
          <a:p>
            <a:pPr marL="72000" indent="-72000">
              <a:spcAft>
                <a:spcPts val="200"/>
              </a:spcAft>
              <a:buClr>
                <a:schemeClr val="tx2"/>
              </a:buClr>
              <a:buFont typeface="Arial" panose="020B0604020202020204" pitchFamily="34" charset="0"/>
              <a:buChar char="•"/>
            </a:pPr>
            <a:r>
              <a:rPr lang="en-US" sz="750">
                <a:solidFill>
                  <a:schemeClr val="tx1"/>
                </a:solidFill>
              </a:rPr>
              <a:t>Perform first tasks outlined in cutover plan</a:t>
            </a:r>
          </a:p>
          <a:p>
            <a:pPr marL="72000" indent="-72000">
              <a:spcAft>
                <a:spcPts val="800"/>
              </a:spcAft>
              <a:buClr>
                <a:schemeClr val="tx2"/>
              </a:buClr>
              <a:buFont typeface="Arial" panose="020B0604020202020204" pitchFamily="34" charset="0"/>
              <a:buChar char="•"/>
            </a:pPr>
            <a:r>
              <a:rPr lang="en-US" sz="750">
                <a:solidFill>
                  <a:schemeClr val="tx1"/>
                </a:solidFill>
              </a:rPr>
              <a:t>Go/No Go for Go live</a:t>
            </a:r>
          </a:p>
          <a:p>
            <a:pPr>
              <a:spcAft>
                <a:spcPts val="300"/>
              </a:spcAft>
            </a:pPr>
            <a:r>
              <a:rPr lang="en-GB" sz="900" b="1">
                <a:solidFill>
                  <a:schemeClr val="tx2"/>
                </a:solidFill>
              </a:rPr>
              <a:t>Go live</a:t>
            </a:r>
          </a:p>
          <a:p>
            <a:pPr marL="72000" indent="-72000">
              <a:spcAft>
                <a:spcPts val="200"/>
              </a:spcAft>
              <a:buClr>
                <a:schemeClr val="tx2"/>
              </a:buClr>
              <a:buFont typeface="Arial" panose="020B0604020202020204" pitchFamily="34" charset="0"/>
              <a:buChar char="•"/>
            </a:pPr>
            <a:r>
              <a:rPr lang="en-US" sz="750">
                <a:solidFill>
                  <a:schemeClr val="tx1"/>
                </a:solidFill>
              </a:rPr>
              <a:t>Execute cutover to production environment</a:t>
            </a:r>
          </a:p>
          <a:p>
            <a:pPr marL="72000" indent="-72000">
              <a:spcAft>
                <a:spcPts val="800"/>
              </a:spcAft>
              <a:buClr>
                <a:schemeClr val="tx2"/>
              </a:buClr>
              <a:buFont typeface="Arial" panose="020B0604020202020204" pitchFamily="34" charset="0"/>
              <a:buChar char="•"/>
            </a:pPr>
            <a:r>
              <a:rPr lang="en-US" sz="750">
                <a:solidFill>
                  <a:schemeClr val="tx1"/>
                </a:solidFill>
              </a:rPr>
              <a:t>Monitor golden orders and KPIs</a:t>
            </a:r>
          </a:p>
          <a:p>
            <a:pPr>
              <a:spcAft>
                <a:spcPts val="300"/>
              </a:spcAft>
              <a:buClr>
                <a:schemeClr val="tx2"/>
              </a:buClr>
            </a:pPr>
            <a:r>
              <a:rPr lang="en-GB" sz="900" b="1">
                <a:solidFill>
                  <a:schemeClr val="tx2"/>
                </a:solidFill>
              </a:rPr>
              <a:t>Hypercare</a:t>
            </a:r>
          </a:p>
          <a:p>
            <a:pPr marL="72000" indent="-72000">
              <a:spcAft>
                <a:spcPts val="800"/>
              </a:spcAft>
              <a:buClr>
                <a:schemeClr val="tx2"/>
              </a:buClr>
              <a:buFont typeface="Arial" panose="020B0604020202020204" pitchFamily="34" charset="0"/>
              <a:buChar char="•"/>
            </a:pPr>
            <a:r>
              <a:rPr lang="en-US" sz="750">
                <a:solidFill>
                  <a:schemeClr val="tx1"/>
                </a:solidFill>
              </a:rPr>
              <a:t>Engage in hypercare support activities</a:t>
            </a:r>
          </a:p>
          <a:p>
            <a:pPr>
              <a:spcAft>
                <a:spcPts val="300"/>
              </a:spcAft>
            </a:pPr>
            <a:r>
              <a:rPr lang="en-GB" sz="900" b="1">
                <a:solidFill>
                  <a:schemeClr val="tx2"/>
                </a:solidFill>
              </a:rPr>
              <a:t>Prepare for next phase</a:t>
            </a:r>
          </a:p>
          <a:p>
            <a:pPr marL="72000" indent="-72000">
              <a:spcAft>
                <a:spcPts val="200"/>
              </a:spcAft>
              <a:buClr>
                <a:schemeClr val="tx2"/>
              </a:buClr>
              <a:buFont typeface="Arial" panose="020B0604020202020204" pitchFamily="34" charset="0"/>
              <a:buChar char="•"/>
            </a:pPr>
            <a:r>
              <a:rPr lang="en-US" sz="750">
                <a:solidFill>
                  <a:schemeClr val="tx1"/>
                </a:solidFill>
              </a:rPr>
              <a:t>Plan for operational support </a:t>
            </a:r>
            <a:br>
              <a:rPr lang="en-US" sz="750">
                <a:solidFill>
                  <a:schemeClr val="tx1"/>
                </a:solidFill>
              </a:rPr>
            </a:br>
            <a:r>
              <a:rPr lang="en-US" sz="750">
                <a:solidFill>
                  <a:schemeClr val="tx1"/>
                </a:solidFill>
              </a:rPr>
              <a:t>post-Go live</a:t>
            </a:r>
          </a:p>
        </p:txBody>
      </p:sp>
      <p:sp>
        <p:nvSpPr>
          <p:cNvPr id="234" name="Rectangle: Rounded Corners 233">
            <a:extLst>
              <a:ext uri="{FF2B5EF4-FFF2-40B4-BE49-F238E27FC236}">
                <a16:creationId xmlns:a16="http://schemas.microsoft.com/office/drawing/2014/main" id="{13F6CDC1-EE1D-5A92-4B67-6418F7566149}"/>
              </a:ext>
            </a:extLst>
          </p:cNvPr>
          <p:cNvSpPr/>
          <p:nvPr/>
        </p:nvSpPr>
        <p:spPr>
          <a:xfrm>
            <a:off x="11060714" y="2890744"/>
            <a:ext cx="1050563" cy="2572499"/>
          </a:xfrm>
          <a:prstGeom prst="roundRect">
            <a:avLst>
              <a:gd name="adj" fmla="val 0"/>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wrap="square" lIns="36000" tIns="0" rIns="0" bIns="0" rtlCol="0" anchor="t">
            <a:spAutoFit/>
          </a:bodyPr>
          <a:lstStyle/>
          <a:p>
            <a:pPr>
              <a:spcAft>
                <a:spcPts val="300"/>
              </a:spcAft>
            </a:pPr>
            <a:r>
              <a:rPr lang="en-GB" sz="900" b="1">
                <a:solidFill>
                  <a:schemeClr val="tx2"/>
                </a:solidFill>
              </a:rPr>
              <a:t>Keep It </a:t>
            </a:r>
            <a:br>
              <a:rPr lang="en-GB" sz="900" b="1">
                <a:solidFill>
                  <a:schemeClr val="tx2"/>
                </a:solidFill>
              </a:rPr>
            </a:br>
            <a:r>
              <a:rPr lang="en-GB" sz="900" b="1">
                <a:solidFill>
                  <a:schemeClr val="tx2"/>
                </a:solidFill>
              </a:rPr>
              <a:t>Running (KIR)</a:t>
            </a:r>
          </a:p>
          <a:p>
            <a:pPr marL="72000" indent="-72000">
              <a:spcAft>
                <a:spcPts val="200"/>
              </a:spcAft>
              <a:buClr>
                <a:schemeClr val="tx2"/>
              </a:buClr>
              <a:buFont typeface="Arial" panose="020B0604020202020204" pitchFamily="34" charset="0"/>
              <a:buChar char="•"/>
            </a:pPr>
            <a:r>
              <a:rPr lang="en-US" sz="750">
                <a:solidFill>
                  <a:schemeClr val="tx1"/>
                </a:solidFill>
              </a:rPr>
              <a:t>Monitor KPIs</a:t>
            </a:r>
          </a:p>
          <a:p>
            <a:pPr marL="72000" indent="-72000">
              <a:spcAft>
                <a:spcPts val="200"/>
              </a:spcAft>
              <a:buClr>
                <a:schemeClr val="tx2"/>
              </a:buClr>
              <a:buFont typeface="Arial" panose="020B0604020202020204" pitchFamily="34" charset="0"/>
              <a:buChar char="•"/>
            </a:pPr>
            <a:r>
              <a:rPr lang="en-US" sz="750">
                <a:solidFill>
                  <a:schemeClr val="tx1"/>
                </a:solidFill>
              </a:rPr>
              <a:t>Handover to support organization</a:t>
            </a:r>
          </a:p>
          <a:p>
            <a:pPr marL="72000" indent="-72000">
              <a:spcAft>
                <a:spcPts val="200"/>
              </a:spcAft>
              <a:buClr>
                <a:schemeClr val="tx2"/>
              </a:buClr>
              <a:buFont typeface="Arial" panose="020B0604020202020204" pitchFamily="34" charset="0"/>
              <a:buChar char="•"/>
            </a:pPr>
            <a:r>
              <a:rPr lang="en-US" sz="750">
                <a:solidFill>
                  <a:schemeClr val="tx1"/>
                </a:solidFill>
              </a:rPr>
              <a:t>Perform lessons learned</a:t>
            </a:r>
          </a:p>
          <a:p>
            <a:pPr marL="72000" indent="-72000">
              <a:spcAft>
                <a:spcPts val="200"/>
              </a:spcAft>
              <a:buClr>
                <a:schemeClr val="tx2"/>
              </a:buClr>
              <a:buFont typeface="Arial" panose="020B0604020202020204" pitchFamily="34" charset="0"/>
              <a:buChar char="•"/>
            </a:pPr>
            <a:r>
              <a:rPr lang="en-US" sz="750">
                <a:solidFill>
                  <a:schemeClr val="tx1"/>
                </a:solidFill>
              </a:rPr>
              <a:t>Harvest all files and doc</a:t>
            </a:r>
          </a:p>
          <a:p>
            <a:pPr marL="72000" indent="-72000">
              <a:spcAft>
                <a:spcPts val="200"/>
              </a:spcAft>
              <a:buClr>
                <a:schemeClr val="tx2"/>
              </a:buClr>
              <a:buFont typeface="Arial" panose="020B0604020202020204" pitchFamily="34" charset="0"/>
              <a:buChar char="•"/>
            </a:pPr>
            <a:r>
              <a:rPr lang="en-US" sz="750">
                <a:solidFill>
                  <a:schemeClr val="tx1"/>
                </a:solidFill>
              </a:rPr>
              <a:t>Project closing and acceptance</a:t>
            </a:r>
          </a:p>
          <a:p>
            <a:pPr marL="72000" indent="-72000">
              <a:spcAft>
                <a:spcPts val="200"/>
              </a:spcAft>
              <a:buClr>
                <a:schemeClr val="tx2"/>
              </a:buClr>
              <a:buFont typeface="Arial" panose="020B0604020202020204" pitchFamily="34" charset="0"/>
              <a:buChar char="•"/>
            </a:pPr>
            <a:r>
              <a:rPr lang="en-US" sz="750">
                <a:solidFill>
                  <a:schemeClr val="tx1"/>
                </a:solidFill>
              </a:rPr>
              <a:t>Evaluate future scope for next releases</a:t>
            </a:r>
          </a:p>
          <a:p>
            <a:pPr marL="72000" indent="-72000">
              <a:spcAft>
                <a:spcPts val="200"/>
              </a:spcAft>
              <a:buClr>
                <a:schemeClr val="tx2"/>
              </a:buClr>
              <a:buFont typeface="Arial" panose="020B0604020202020204" pitchFamily="34" charset="0"/>
              <a:buChar char="•"/>
            </a:pPr>
            <a:r>
              <a:rPr lang="en-US" sz="750">
                <a:solidFill>
                  <a:schemeClr val="tx1"/>
                </a:solidFill>
              </a:rPr>
              <a:t>Celebrate Go live with team and customer</a:t>
            </a:r>
          </a:p>
          <a:p>
            <a:pPr marL="72000" indent="-72000">
              <a:spcAft>
                <a:spcPts val="200"/>
              </a:spcAft>
              <a:buClr>
                <a:schemeClr val="tx2"/>
              </a:buClr>
              <a:buFont typeface="Arial" panose="020B0604020202020204" pitchFamily="34" charset="0"/>
              <a:buChar char="•"/>
            </a:pPr>
            <a:r>
              <a:rPr lang="en-US" sz="750">
                <a:solidFill>
                  <a:schemeClr val="tx1"/>
                </a:solidFill>
              </a:rPr>
              <a:t>Offboard project team</a:t>
            </a:r>
          </a:p>
        </p:txBody>
      </p:sp>
      <p:grpSp>
        <p:nvGrpSpPr>
          <p:cNvPr id="236" name="Group 235">
            <a:extLst>
              <a:ext uri="{FF2B5EF4-FFF2-40B4-BE49-F238E27FC236}">
                <a16:creationId xmlns:a16="http://schemas.microsoft.com/office/drawing/2014/main" id="{9B4A0EEA-0D33-DB7C-ED19-528C5862ED96}"/>
              </a:ext>
            </a:extLst>
          </p:cNvPr>
          <p:cNvGrpSpPr/>
          <p:nvPr/>
        </p:nvGrpSpPr>
        <p:grpSpPr>
          <a:xfrm>
            <a:off x="2381250" y="986748"/>
            <a:ext cx="9691302" cy="361520"/>
            <a:chOff x="1752680" y="1406433"/>
            <a:chExt cx="10319872" cy="361520"/>
          </a:xfrm>
        </p:grpSpPr>
        <p:cxnSp>
          <p:nvCxnSpPr>
            <p:cNvPr id="237" name="Straight Arrow Connector 236">
              <a:extLst>
                <a:ext uri="{FF2B5EF4-FFF2-40B4-BE49-F238E27FC236}">
                  <a16:creationId xmlns:a16="http://schemas.microsoft.com/office/drawing/2014/main" id="{1D84C71A-A021-A37A-6741-671D3530AF2E}"/>
                </a:ext>
              </a:extLst>
            </p:cNvPr>
            <p:cNvCxnSpPr>
              <a:cxnSpLocks/>
            </p:cNvCxnSpPr>
            <p:nvPr/>
          </p:nvCxnSpPr>
          <p:spPr>
            <a:xfrm>
              <a:off x="1752680" y="1602550"/>
              <a:ext cx="10319872" cy="0"/>
            </a:xfrm>
            <a:prstGeom prst="straightConnector1">
              <a:avLst/>
            </a:prstGeom>
            <a:ln w="19050">
              <a:solidFill>
                <a:schemeClr val="tx1"/>
              </a:solidFill>
              <a:headEnd type="diamond" w="lg" len="lg"/>
              <a:tailEnd type="triangle" w="lg" len="lg"/>
            </a:ln>
          </p:spPr>
          <p:style>
            <a:lnRef idx="1">
              <a:schemeClr val="accent1"/>
            </a:lnRef>
            <a:fillRef idx="0">
              <a:schemeClr val="accent1"/>
            </a:fillRef>
            <a:effectRef idx="0">
              <a:schemeClr val="accent1"/>
            </a:effectRef>
            <a:fontRef idx="minor">
              <a:schemeClr val="tx1"/>
            </a:fontRef>
          </p:style>
        </p:cxnSp>
        <p:sp>
          <p:nvSpPr>
            <p:cNvPr id="238" name="Arrow: Pentagon 115">
              <a:extLst>
                <a:ext uri="{FF2B5EF4-FFF2-40B4-BE49-F238E27FC236}">
                  <a16:creationId xmlns:a16="http://schemas.microsoft.com/office/drawing/2014/main" id="{16AADB6A-0294-B6FD-BE66-D03BE2EC1667}"/>
                </a:ext>
              </a:extLst>
            </p:cNvPr>
            <p:cNvSpPr/>
            <p:nvPr/>
          </p:nvSpPr>
          <p:spPr>
            <a:xfrm>
              <a:off x="6050080" y="1406433"/>
              <a:ext cx="1725072" cy="361520"/>
            </a:xfrm>
            <a:prstGeom prst="homePlate">
              <a:avLst>
                <a:gd name="adj" fmla="val 0"/>
              </a:avLst>
            </a:prstGeom>
            <a:solidFill>
              <a:schemeClr val="bg1">
                <a:lumMod val="95000"/>
              </a:schemeClr>
            </a:solidFill>
            <a:ln w="19050">
              <a:no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C3C3C"/>
                  </a:solidFill>
                  <a:effectLst/>
                  <a:uLnTx/>
                  <a:uFillTx/>
                  <a:latin typeface="Century Gothic" panose="020F0302020204030204"/>
                  <a:ea typeface="+mn-ea"/>
                  <a:cs typeface="+mn-cs"/>
                </a:rPr>
                <a:t>Monitor and Control</a:t>
              </a:r>
            </a:p>
          </p:txBody>
        </p:sp>
      </p:grpSp>
      <p:grpSp>
        <p:nvGrpSpPr>
          <p:cNvPr id="3" name="Group 2">
            <a:extLst>
              <a:ext uri="{FF2B5EF4-FFF2-40B4-BE49-F238E27FC236}">
                <a16:creationId xmlns:a16="http://schemas.microsoft.com/office/drawing/2014/main" id="{888CBD95-7559-D279-0667-8CD151B9B0BF}"/>
              </a:ext>
            </a:extLst>
          </p:cNvPr>
          <p:cNvGrpSpPr/>
          <p:nvPr/>
        </p:nvGrpSpPr>
        <p:grpSpPr>
          <a:xfrm>
            <a:off x="0" y="1362494"/>
            <a:ext cx="12192000" cy="964154"/>
            <a:chOff x="-16254" y="1362494"/>
            <a:chExt cx="12208254" cy="964154"/>
          </a:xfrm>
        </p:grpSpPr>
        <p:sp>
          <p:nvSpPr>
            <p:cNvPr id="254" name="Arrow: Chevron 283">
              <a:extLst>
                <a:ext uri="{FF2B5EF4-FFF2-40B4-BE49-F238E27FC236}">
                  <a16:creationId xmlns:a16="http://schemas.microsoft.com/office/drawing/2014/main" id="{6320DC0C-960A-B8E9-561A-9DA28AC6E215}"/>
                </a:ext>
              </a:extLst>
            </p:cNvPr>
            <p:cNvSpPr/>
            <p:nvPr/>
          </p:nvSpPr>
          <p:spPr>
            <a:xfrm>
              <a:off x="10914976" y="1362494"/>
              <a:ext cx="1277024" cy="964154"/>
            </a:xfrm>
            <a:prstGeom prst="chevron">
              <a:avLst>
                <a:gd name="adj" fmla="val 0"/>
              </a:avLst>
            </a:prstGeom>
            <a:gradFill>
              <a:gsLst>
                <a:gs pos="1000">
                  <a:schemeClr val="accent3"/>
                </a:gs>
                <a:gs pos="99000">
                  <a:schemeClr val="accent3">
                    <a:lumMod val="75000"/>
                  </a:schemeClr>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20040" tIns="59436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Run</a:t>
              </a:r>
            </a:p>
          </p:txBody>
        </p:sp>
        <p:sp>
          <p:nvSpPr>
            <p:cNvPr id="255" name="Arrow: Chevron 278">
              <a:extLst>
                <a:ext uri="{FF2B5EF4-FFF2-40B4-BE49-F238E27FC236}">
                  <a16:creationId xmlns:a16="http://schemas.microsoft.com/office/drawing/2014/main" id="{8FDF86EE-C8EA-CF45-8468-E3470E333648}"/>
                </a:ext>
              </a:extLst>
            </p:cNvPr>
            <p:cNvSpPr/>
            <p:nvPr/>
          </p:nvSpPr>
          <p:spPr>
            <a:xfrm>
              <a:off x="2419454" y="1362494"/>
              <a:ext cx="2604691" cy="964154"/>
            </a:xfrm>
            <a:prstGeom prst="chevron">
              <a:avLst>
                <a:gd name="adj" fmla="val 29545"/>
              </a:avLst>
            </a:prstGeom>
            <a:gradFill>
              <a:gsLst>
                <a:gs pos="100000">
                  <a:schemeClr val="bg2"/>
                </a:gs>
                <a:gs pos="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Explore</a:t>
              </a:r>
            </a:p>
          </p:txBody>
        </p:sp>
        <p:sp>
          <p:nvSpPr>
            <p:cNvPr id="256" name="Arrow: Chevron 279">
              <a:extLst>
                <a:ext uri="{FF2B5EF4-FFF2-40B4-BE49-F238E27FC236}">
                  <a16:creationId xmlns:a16="http://schemas.microsoft.com/office/drawing/2014/main" id="{BDE85ADD-C290-A738-6E26-4438C3640145}"/>
                </a:ext>
              </a:extLst>
            </p:cNvPr>
            <p:cNvSpPr/>
            <p:nvPr/>
          </p:nvSpPr>
          <p:spPr>
            <a:xfrm>
              <a:off x="4738710" y="1362494"/>
              <a:ext cx="4669608" cy="964154"/>
            </a:xfrm>
            <a:prstGeom prst="chevron">
              <a:avLst>
                <a:gd name="adj" fmla="val 28502"/>
              </a:avLst>
            </a:prstGeom>
            <a:gradFill>
              <a:gsLst>
                <a:gs pos="15000">
                  <a:srgbClr val="D76570"/>
                </a:gs>
                <a:gs pos="0">
                  <a:schemeClr val="bg2"/>
                </a:gs>
                <a:gs pos="100000">
                  <a:schemeClr val="accent4"/>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Execute</a:t>
              </a:r>
            </a:p>
          </p:txBody>
        </p:sp>
        <p:sp>
          <p:nvSpPr>
            <p:cNvPr id="257" name="Arrow: Chevron 282">
              <a:extLst>
                <a:ext uri="{FF2B5EF4-FFF2-40B4-BE49-F238E27FC236}">
                  <a16:creationId xmlns:a16="http://schemas.microsoft.com/office/drawing/2014/main" id="{EBE4081C-95CD-97B5-FC1B-C3AB7F282FA9}"/>
                </a:ext>
              </a:extLst>
            </p:cNvPr>
            <p:cNvSpPr/>
            <p:nvPr/>
          </p:nvSpPr>
          <p:spPr>
            <a:xfrm>
              <a:off x="9131619" y="1362494"/>
              <a:ext cx="2197119" cy="964154"/>
            </a:xfrm>
            <a:prstGeom prst="chevron">
              <a:avLst>
                <a:gd name="adj" fmla="val 27951"/>
              </a:avLst>
            </a:prstGeom>
            <a:gradFill>
              <a:gsLst>
                <a:gs pos="13000">
                  <a:srgbClr val="9BA7C7"/>
                </a:gs>
                <a:gs pos="1000">
                  <a:schemeClr val="accent4"/>
                </a:gs>
                <a:gs pos="99000">
                  <a:schemeClr val="accent3"/>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144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Deploy</a:t>
              </a:r>
            </a:p>
          </p:txBody>
        </p:sp>
        <p:grpSp>
          <p:nvGrpSpPr>
            <p:cNvPr id="258" name="Group 257">
              <a:extLst>
                <a:ext uri="{FF2B5EF4-FFF2-40B4-BE49-F238E27FC236}">
                  <a16:creationId xmlns:a16="http://schemas.microsoft.com/office/drawing/2014/main" id="{971A33D1-6F3E-1215-F804-0387995D62D7}"/>
                </a:ext>
              </a:extLst>
            </p:cNvPr>
            <p:cNvGrpSpPr/>
            <p:nvPr/>
          </p:nvGrpSpPr>
          <p:grpSpPr>
            <a:xfrm>
              <a:off x="3412619" y="1490179"/>
              <a:ext cx="471791" cy="471791"/>
              <a:chOff x="2800393" y="1942177"/>
              <a:chExt cx="471791" cy="471791"/>
            </a:xfrm>
          </p:grpSpPr>
          <p:sp>
            <p:nvSpPr>
              <p:cNvPr id="259" name="Oval 258">
                <a:extLst>
                  <a:ext uri="{FF2B5EF4-FFF2-40B4-BE49-F238E27FC236}">
                    <a16:creationId xmlns:a16="http://schemas.microsoft.com/office/drawing/2014/main" id="{1CECD036-B495-21E7-F2E9-71FCF323AAE5}"/>
                  </a:ext>
                </a:extLst>
              </p:cNvPr>
              <p:cNvSpPr/>
              <p:nvPr/>
            </p:nvSpPr>
            <p:spPr>
              <a:xfrm>
                <a:off x="2800393"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260" name="Graphic 330">
                <a:extLst>
                  <a:ext uri="{FF2B5EF4-FFF2-40B4-BE49-F238E27FC236}">
                    <a16:creationId xmlns:a16="http://schemas.microsoft.com/office/drawing/2014/main" id="{871E9766-2629-40A9-D622-1051C976FAB7}"/>
                  </a:ext>
                </a:extLst>
              </p:cNvPr>
              <p:cNvGrpSpPr/>
              <p:nvPr/>
            </p:nvGrpSpPr>
            <p:grpSpPr>
              <a:xfrm>
                <a:off x="2905403" y="2047213"/>
                <a:ext cx="261773" cy="261748"/>
                <a:chOff x="2905403" y="2047213"/>
                <a:chExt cx="261773" cy="261748"/>
              </a:xfrm>
            </p:grpSpPr>
            <p:sp>
              <p:nvSpPr>
                <p:cNvPr id="261" name="Freeform 170">
                  <a:extLst>
                    <a:ext uri="{FF2B5EF4-FFF2-40B4-BE49-F238E27FC236}">
                      <a16:creationId xmlns:a16="http://schemas.microsoft.com/office/drawing/2014/main" id="{209C7592-EB73-3E84-DD96-2E92E5A510AF}"/>
                    </a:ext>
                  </a:extLst>
                </p:cNvPr>
                <p:cNvSpPr/>
                <p:nvPr/>
              </p:nvSpPr>
              <p:spPr>
                <a:xfrm>
                  <a:off x="2905403" y="2197919"/>
                  <a:ext cx="111010" cy="111042"/>
                </a:xfrm>
                <a:custGeom>
                  <a:avLst/>
                  <a:gdLst>
                    <a:gd name="connsiteX0" fmla="*/ 12535 w 111010"/>
                    <a:gd name="connsiteY0" fmla="*/ 111042 h 111042"/>
                    <a:gd name="connsiteX1" fmla="*/ 0 w 111010"/>
                    <a:gd name="connsiteY1" fmla="*/ 98495 h 111042"/>
                    <a:gd name="connsiteX2" fmla="*/ 3662 w 111010"/>
                    <a:gd name="connsiteY2" fmla="*/ 89645 h 111042"/>
                    <a:gd name="connsiteX3" fmla="*/ 88890 w 111010"/>
                    <a:gd name="connsiteY3" fmla="*/ 4449 h 111042"/>
                    <a:gd name="connsiteX4" fmla="*/ 106562 w 111010"/>
                    <a:gd name="connsiteY4" fmla="*/ 2960 h 111042"/>
                    <a:gd name="connsiteX5" fmla="*/ 108051 w 111010"/>
                    <a:gd name="connsiteY5" fmla="*/ 20632 h 111042"/>
                    <a:gd name="connsiteX6" fmla="*/ 106587 w 111010"/>
                    <a:gd name="connsiteY6" fmla="*/ 22100 h 111042"/>
                    <a:gd name="connsiteX7" fmla="*/ 21407 w 111010"/>
                    <a:gd name="connsiteY7" fmla="*/ 107327 h 111042"/>
                    <a:gd name="connsiteX8" fmla="*/ 12535 w 111010"/>
                    <a:gd name="connsiteY8" fmla="*/ 111042 h 11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010" h="111042">
                      <a:moveTo>
                        <a:pt x="12535" y="111042"/>
                      </a:moveTo>
                      <a:cubicBezTo>
                        <a:pt x="5609" y="111039"/>
                        <a:pt x="-3" y="105422"/>
                        <a:pt x="0" y="98495"/>
                      </a:cubicBezTo>
                      <a:cubicBezTo>
                        <a:pt x="2" y="95177"/>
                        <a:pt x="1318" y="91995"/>
                        <a:pt x="3662" y="89645"/>
                      </a:cubicBezTo>
                      <a:lnTo>
                        <a:pt x="88890" y="4449"/>
                      </a:lnTo>
                      <a:cubicBezTo>
                        <a:pt x="93358" y="-842"/>
                        <a:pt x="101270" y="-1509"/>
                        <a:pt x="106562" y="2960"/>
                      </a:cubicBezTo>
                      <a:cubicBezTo>
                        <a:pt x="111853" y="7429"/>
                        <a:pt x="112520" y="15340"/>
                        <a:pt x="108051" y="20632"/>
                      </a:cubicBezTo>
                      <a:cubicBezTo>
                        <a:pt x="107604" y="21161"/>
                        <a:pt x="107115" y="21651"/>
                        <a:pt x="106587" y="22100"/>
                      </a:cubicBezTo>
                      <a:lnTo>
                        <a:pt x="21407" y="107327"/>
                      </a:lnTo>
                      <a:cubicBezTo>
                        <a:pt x="19061" y="109696"/>
                        <a:pt x="15868" y="111033"/>
                        <a:pt x="12535" y="111042"/>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62" name="Freeform 171">
                  <a:extLst>
                    <a:ext uri="{FF2B5EF4-FFF2-40B4-BE49-F238E27FC236}">
                      <a16:creationId xmlns:a16="http://schemas.microsoft.com/office/drawing/2014/main" id="{5E68DDFD-6646-CB3F-9C4B-9A43E436347C}"/>
                    </a:ext>
                  </a:extLst>
                </p:cNvPr>
                <p:cNvSpPr/>
                <p:nvPr/>
              </p:nvSpPr>
              <p:spPr>
                <a:xfrm>
                  <a:off x="2964682" y="2047213"/>
                  <a:ext cx="202495" cy="202495"/>
                </a:xfrm>
                <a:custGeom>
                  <a:avLst/>
                  <a:gdLst>
                    <a:gd name="connsiteX0" fmla="*/ 101263 w 202495"/>
                    <a:gd name="connsiteY0" fmla="*/ 202495 h 202495"/>
                    <a:gd name="connsiteX1" fmla="*/ 0 w 202495"/>
                    <a:gd name="connsiteY1" fmla="*/ 101263 h 202495"/>
                    <a:gd name="connsiteX2" fmla="*/ 101232 w 202495"/>
                    <a:gd name="connsiteY2" fmla="*/ 0 h 202495"/>
                    <a:gd name="connsiteX3" fmla="*/ 202495 w 202495"/>
                    <a:gd name="connsiteY3" fmla="*/ 101232 h 202495"/>
                    <a:gd name="connsiteX4" fmla="*/ 202495 w 202495"/>
                    <a:gd name="connsiteY4" fmla="*/ 101248 h 202495"/>
                    <a:gd name="connsiteX5" fmla="*/ 101263 w 202495"/>
                    <a:gd name="connsiteY5" fmla="*/ 202495 h 202495"/>
                    <a:gd name="connsiteX6" fmla="*/ 101263 w 202495"/>
                    <a:gd name="connsiteY6" fmla="*/ 25096 h 202495"/>
                    <a:gd name="connsiteX7" fmla="*/ 25081 w 202495"/>
                    <a:gd name="connsiteY7" fmla="*/ 101248 h 202495"/>
                    <a:gd name="connsiteX8" fmla="*/ 101232 w 202495"/>
                    <a:gd name="connsiteY8" fmla="*/ 177430 h 202495"/>
                    <a:gd name="connsiteX9" fmla="*/ 177415 w 202495"/>
                    <a:gd name="connsiteY9" fmla="*/ 101279 h 202495"/>
                    <a:gd name="connsiteX10" fmla="*/ 177415 w 202495"/>
                    <a:gd name="connsiteY10" fmla="*/ 101248 h 202495"/>
                    <a:gd name="connsiteX11" fmla="*/ 101263 w 202495"/>
                    <a:gd name="connsiteY11" fmla="*/ 25049 h 202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495" h="202495">
                      <a:moveTo>
                        <a:pt x="101263" y="202495"/>
                      </a:moveTo>
                      <a:cubicBezTo>
                        <a:pt x="45346" y="202505"/>
                        <a:pt x="9" y="157181"/>
                        <a:pt x="0" y="101263"/>
                      </a:cubicBezTo>
                      <a:cubicBezTo>
                        <a:pt x="-9" y="45346"/>
                        <a:pt x="45314" y="9"/>
                        <a:pt x="101232" y="0"/>
                      </a:cubicBezTo>
                      <a:cubicBezTo>
                        <a:pt x="157149" y="-9"/>
                        <a:pt x="202486" y="45314"/>
                        <a:pt x="202495" y="101232"/>
                      </a:cubicBezTo>
                      <a:cubicBezTo>
                        <a:pt x="202495" y="101237"/>
                        <a:pt x="202495" y="101242"/>
                        <a:pt x="202495" y="101248"/>
                      </a:cubicBezTo>
                      <a:cubicBezTo>
                        <a:pt x="202434" y="157134"/>
                        <a:pt x="157149" y="202426"/>
                        <a:pt x="101263" y="202495"/>
                      </a:cubicBezTo>
                      <a:close/>
                      <a:moveTo>
                        <a:pt x="101263" y="25096"/>
                      </a:moveTo>
                      <a:cubicBezTo>
                        <a:pt x="59197" y="25088"/>
                        <a:pt x="25089" y="59182"/>
                        <a:pt x="25081" y="101248"/>
                      </a:cubicBezTo>
                      <a:cubicBezTo>
                        <a:pt x="25072" y="143313"/>
                        <a:pt x="59166" y="177421"/>
                        <a:pt x="101232" y="177430"/>
                      </a:cubicBezTo>
                      <a:cubicBezTo>
                        <a:pt x="143298" y="177440"/>
                        <a:pt x="177405" y="143345"/>
                        <a:pt x="177415" y="101279"/>
                      </a:cubicBezTo>
                      <a:cubicBezTo>
                        <a:pt x="177415" y="101268"/>
                        <a:pt x="177415" y="101258"/>
                        <a:pt x="177415" y="101248"/>
                      </a:cubicBezTo>
                      <a:cubicBezTo>
                        <a:pt x="177388" y="59194"/>
                        <a:pt x="143317" y="25101"/>
                        <a:pt x="101263" y="2504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63" name="Freeform 172">
                  <a:extLst>
                    <a:ext uri="{FF2B5EF4-FFF2-40B4-BE49-F238E27FC236}">
                      <a16:creationId xmlns:a16="http://schemas.microsoft.com/office/drawing/2014/main" id="{8450178C-A40E-D704-8A01-8D1DDFFE9094}"/>
                    </a:ext>
                  </a:extLst>
                </p:cNvPr>
                <p:cNvSpPr/>
                <p:nvPr/>
              </p:nvSpPr>
              <p:spPr>
                <a:xfrm>
                  <a:off x="3052606" y="2106356"/>
                  <a:ext cx="25080" cy="84208"/>
                </a:xfrm>
                <a:custGeom>
                  <a:avLst/>
                  <a:gdLst>
                    <a:gd name="connsiteX0" fmla="*/ 12540 w 25080"/>
                    <a:gd name="connsiteY0" fmla="*/ 84208 h 84208"/>
                    <a:gd name="connsiteX1" fmla="*/ 0 w 25080"/>
                    <a:gd name="connsiteY1" fmla="*/ 71668 h 84208"/>
                    <a:gd name="connsiteX2" fmla="*/ 0 w 25080"/>
                    <a:gd name="connsiteY2" fmla="*/ 12540 h 84208"/>
                    <a:gd name="connsiteX3" fmla="*/ 12540 w 25080"/>
                    <a:gd name="connsiteY3" fmla="*/ 0 h 84208"/>
                    <a:gd name="connsiteX4" fmla="*/ 25081 w 25080"/>
                    <a:gd name="connsiteY4" fmla="*/ 12540 h 84208"/>
                    <a:gd name="connsiteX5" fmla="*/ 25081 w 25080"/>
                    <a:gd name="connsiteY5" fmla="*/ 71668 h 84208"/>
                    <a:gd name="connsiteX6" fmla="*/ 12540 w 25080"/>
                    <a:gd name="connsiteY6" fmla="*/ 84208 h 84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80" h="84208">
                      <a:moveTo>
                        <a:pt x="12540" y="84208"/>
                      </a:moveTo>
                      <a:cubicBezTo>
                        <a:pt x="5615" y="84208"/>
                        <a:pt x="0" y="78594"/>
                        <a:pt x="0" y="71668"/>
                      </a:cubicBezTo>
                      <a:lnTo>
                        <a:pt x="0" y="12540"/>
                      </a:lnTo>
                      <a:cubicBezTo>
                        <a:pt x="0" y="5614"/>
                        <a:pt x="5615" y="0"/>
                        <a:pt x="12540" y="0"/>
                      </a:cubicBezTo>
                      <a:cubicBezTo>
                        <a:pt x="19466" y="0"/>
                        <a:pt x="25081" y="5614"/>
                        <a:pt x="25081" y="12540"/>
                      </a:cubicBezTo>
                      <a:lnTo>
                        <a:pt x="25081" y="71668"/>
                      </a:lnTo>
                      <a:cubicBezTo>
                        <a:pt x="25081" y="78594"/>
                        <a:pt x="19466" y="84208"/>
                        <a:pt x="12540" y="84208"/>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64" name="Freeform 173">
                  <a:extLst>
                    <a:ext uri="{FF2B5EF4-FFF2-40B4-BE49-F238E27FC236}">
                      <a16:creationId xmlns:a16="http://schemas.microsoft.com/office/drawing/2014/main" id="{1160F02A-05F8-B359-1924-69E9E8D7D950}"/>
                    </a:ext>
                  </a:extLst>
                </p:cNvPr>
                <p:cNvSpPr/>
                <p:nvPr/>
              </p:nvSpPr>
              <p:spPr>
                <a:xfrm>
                  <a:off x="3023826" y="2135121"/>
                  <a:ext cx="84224" cy="25080"/>
                </a:xfrm>
                <a:custGeom>
                  <a:avLst/>
                  <a:gdLst>
                    <a:gd name="connsiteX0" fmla="*/ 71684 w 84224"/>
                    <a:gd name="connsiteY0" fmla="*/ 25081 h 25080"/>
                    <a:gd name="connsiteX1" fmla="*/ 12540 w 84224"/>
                    <a:gd name="connsiteY1" fmla="*/ 25081 h 25080"/>
                    <a:gd name="connsiteX2" fmla="*/ 0 w 84224"/>
                    <a:gd name="connsiteY2" fmla="*/ 12540 h 25080"/>
                    <a:gd name="connsiteX3" fmla="*/ 12540 w 84224"/>
                    <a:gd name="connsiteY3" fmla="*/ 0 h 25080"/>
                    <a:gd name="connsiteX4" fmla="*/ 71684 w 84224"/>
                    <a:gd name="connsiteY4" fmla="*/ 0 h 25080"/>
                    <a:gd name="connsiteX5" fmla="*/ 84224 w 84224"/>
                    <a:gd name="connsiteY5" fmla="*/ 12540 h 25080"/>
                    <a:gd name="connsiteX6" fmla="*/ 71684 w 8422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224" h="25080">
                      <a:moveTo>
                        <a:pt x="71684" y="25081"/>
                      </a:moveTo>
                      <a:lnTo>
                        <a:pt x="12540" y="25081"/>
                      </a:lnTo>
                      <a:cubicBezTo>
                        <a:pt x="5614" y="25081"/>
                        <a:pt x="0" y="19466"/>
                        <a:pt x="0" y="12540"/>
                      </a:cubicBezTo>
                      <a:cubicBezTo>
                        <a:pt x="0" y="5614"/>
                        <a:pt x="5614" y="0"/>
                        <a:pt x="12540" y="0"/>
                      </a:cubicBezTo>
                      <a:lnTo>
                        <a:pt x="71684" y="0"/>
                      </a:lnTo>
                      <a:cubicBezTo>
                        <a:pt x="78609" y="0"/>
                        <a:pt x="84224" y="5614"/>
                        <a:pt x="84224" y="12540"/>
                      </a:cubicBezTo>
                      <a:cubicBezTo>
                        <a:pt x="84224" y="19466"/>
                        <a:pt x="78609" y="25081"/>
                        <a:pt x="71684"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265" name="Group 264">
              <a:extLst>
                <a:ext uri="{FF2B5EF4-FFF2-40B4-BE49-F238E27FC236}">
                  <a16:creationId xmlns:a16="http://schemas.microsoft.com/office/drawing/2014/main" id="{3BFB2EEB-62EB-5847-1BFF-7AFAA191271D}"/>
                </a:ext>
              </a:extLst>
            </p:cNvPr>
            <p:cNvGrpSpPr/>
            <p:nvPr/>
          </p:nvGrpSpPr>
          <p:grpSpPr>
            <a:xfrm>
              <a:off x="6823926" y="1490179"/>
              <a:ext cx="471791" cy="471791"/>
              <a:chOff x="6457678" y="1942177"/>
              <a:chExt cx="471791" cy="471791"/>
            </a:xfrm>
          </p:grpSpPr>
          <p:sp>
            <p:nvSpPr>
              <p:cNvPr id="266" name="Oval 265">
                <a:extLst>
                  <a:ext uri="{FF2B5EF4-FFF2-40B4-BE49-F238E27FC236}">
                    <a16:creationId xmlns:a16="http://schemas.microsoft.com/office/drawing/2014/main" id="{F47EBDD2-34E3-8B6B-B336-A660011FCA4D}"/>
                  </a:ext>
                </a:extLst>
              </p:cNvPr>
              <p:cNvSpPr/>
              <p:nvPr/>
            </p:nvSpPr>
            <p:spPr>
              <a:xfrm>
                <a:off x="6457678"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267" name="Group 266">
                <a:extLst>
                  <a:ext uri="{FF2B5EF4-FFF2-40B4-BE49-F238E27FC236}">
                    <a16:creationId xmlns:a16="http://schemas.microsoft.com/office/drawing/2014/main" id="{76F92B6D-3328-2C7A-E480-27C8E94D2E1E}"/>
                  </a:ext>
                </a:extLst>
              </p:cNvPr>
              <p:cNvGrpSpPr/>
              <p:nvPr/>
            </p:nvGrpSpPr>
            <p:grpSpPr>
              <a:xfrm>
                <a:off x="6566257" y="2048749"/>
                <a:ext cx="254558" cy="258644"/>
                <a:chOff x="6566257" y="2048749"/>
                <a:chExt cx="254558" cy="258644"/>
              </a:xfrm>
            </p:grpSpPr>
            <p:grpSp>
              <p:nvGrpSpPr>
                <p:cNvPr id="268" name="Graphic 332">
                  <a:extLst>
                    <a:ext uri="{FF2B5EF4-FFF2-40B4-BE49-F238E27FC236}">
                      <a16:creationId xmlns:a16="http://schemas.microsoft.com/office/drawing/2014/main" id="{F611F761-B88C-D340-2569-83120140153C}"/>
                    </a:ext>
                  </a:extLst>
                </p:cNvPr>
                <p:cNvGrpSpPr/>
                <p:nvPr/>
              </p:nvGrpSpPr>
              <p:grpSpPr>
                <a:xfrm>
                  <a:off x="6566257" y="2086119"/>
                  <a:ext cx="135075" cy="185001"/>
                  <a:chOff x="6566257" y="2086119"/>
                  <a:chExt cx="135075" cy="185001"/>
                </a:xfrm>
              </p:grpSpPr>
              <p:sp>
                <p:nvSpPr>
                  <p:cNvPr id="285" name="Freeform 164">
                    <a:extLst>
                      <a:ext uri="{FF2B5EF4-FFF2-40B4-BE49-F238E27FC236}">
                        <a16:creationId xmlns:a16="http://schemas.microsoft.com/office/drawing/2014/main" id="{9B4FF8CD-F225-A882-BB2B-8CBCE9135B6F}"/>
                      </a:ext>
                    </a:extLst>
                  </p:cNvPr>
                  <p:cNvSpPr/>
                  <p:nvPr/>
                </p:nvSpPr>
                <p:spPr>
                  <a:xfrm>
                    <a:off x="6566257" y="2086119"/>
                    <a:ext cx="135075" cy="131501"/>
                  </a:xfrm>
                  <a:custGeom>
                    <a:avLst/>
                    <a:gdLst>
                      <a:gd name="connsiteX0" fmla="*/ 92814 w 135075"/>
                      <a:gd name="connsiteY0" fmla="*/ 131501 h 131501"/>
                      <a:gd name="connsiteX1" fmla="*/ 80275 w 135075"/>
                      <a:gd name="connsiteY1" fmla="*/ 118959 h 131501"/>
                      <a:gd name="connsiteX2" fmla="*/ 88409 w 135075"/>
                      <a:gd name="connsiteY2" fmla="*/ 107220 h 131501"/>
                      <a:gd name="connsiteX3" fmla="*/ 109994 w 135075"/>
                      <a:gd name="connsiteY3" fmla="*/ 66088 h 131501"/>
                      <a:gd name="connsiteX4" fmla="*/ 67545 w 135075"/>
                      <a:gd name="connsiteY4" fmla="*/ 25081 h 131501"/>
                      <a:gd name="connsiteX5" fmla="*/ 25081 w 135075"/>
                      <a:gd name="connsiteY5" fmla="*/ 66088 h 131501"/>
                      <a:gd name="connsiteX6" fmla="*/ 47481 w 135075"/>
                      <a:gd name="connsiteY6" fmla="*/ 107016 h 131501"/>
                      <a:gd name="connsiteX7" fmla="*/ 53935 w 135075"/>
                      <a:gd name="connsiteY7" fmla="*/ 123535 h 131501"/>
                      <a:gd name="connsiteX8" fmla="*/ 38358 w 135075"/>
                      <a:gd name="connsiteY8" fmla="*/ 130357 h 131501"/>
                      <a:gd name="connsiteX9" fmla="*/ 0 w 135075"/>
                      <a:gd name="connsiteY9" fmla="*/ 66088 h 131501"/>
                      <a:gd name="connsiteX10" fmla="*/ 67545 w 135075"/>
                      <a:gd name="connsiteY10" fmla="*/ 0 h 131501"/>
                      <a:gd name="connsiteX11" fmla="*/ 135075 w 135075"/>
                      <a:gd name="connsiteY11" fmla="*/ 66088 h 131501"/>
                      <a:gd name="connsiteX12" fmla="*/ 97219 w 135075"/>
                      <a:gd name="connsiteY12" fmla="*/ 130702 h 131501"/>
                      <a:gd name="connsiteX13" fmla="*/ 92814 w 135075"/>
                      <a:gd name="connsiteY13" fmla="*/ 131501 h 131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5075" h="131501">
                        <a:moveTo>
                          <a:pt x="92814" y="131501"/>
                        </a:moveTo>
                        <a:cubicBezTo>
                          <a:pt x="85888" y="131501"/>
                          <a:pt x="80274" y="125886"/>
                          <a:pt x="80275" y="118959"/>
                        </a:cubicBezTo>
                        <a:cubicBezTo>
                          <a:pt x="80275" y="113733"/>
                          <a:pt x="83517" y="109056"/>
                          <a:pt x="88409" y="107220"/>
                        </a:cubicBezTo>
                        <a:cubicBezTo>
                          <a:pt x="109994" y="99116"/>
                          <a:pt x="109994" y="74302"/>
                          <a:pt x="109994" y="66088"/>
                        </a:cubicBezTo>
                        <a:cubicBezTo>
                          <a:pt x="109994" y="42324"/>
                          <a:pt x="92140" y="25081"/>
                          <a:pt x="67545" y="25081"/>
                        </a:cubicBezTo>
                        <a:cubicBezTo>
                          <a:pt x="42951" y="25081"/>
                          <a:pt x="25081" y="42324"/>
                          <a:pt x="25081" y="66088"/>
                        </a:cubicBezTo>
                        <a:cubicBezTo>
                          <a:pt x="25081" y="80760"/>
                          <a:pt x="28968" y="99774"/>
                          <a:pt x="47481" y="107016"/>
                        </a:cubicBezTo>
                        <a:cubicBezTo>
                          <a:pt x="53825" y="109795"/>
                          <a:pt x="56714" y="117191"/>
                          <a:pt x="53935" y="123535"/>
                        </a:cubicBezTo>
                        <a:cubicBezTo>
                          <a:pt x="51313" y="129520"/>
                          <a:pt x="44535" y="132489"/>
                          <a:pt x="38358" y="130357"/>
                        </a:cubicBezTo>
                        <a:cubicBezTo>
                          <a:pt x="13669" y="120701"/>
                          <a:pt x="0" y="97862"/>
                          <a:pt x="0" y="66088"/>
                        </a:cubicBezTo>
                        <a:cubicBezTo>
                          <a:pt x="0" y="28467"/>
                          <a:pt x="29031" y="0"/>
                          <a:pt x="67545" y="0"/>
                        </a:cubicBezTo>
                        <a:cubicBezTo>
                          <a:pt x="106060" y="0"/>
                          <a:pt x="135075" y="28467"/>
                          <a:pt x="135075" y="66088"/>
                        </a:cubicBezTo>
                        <a:cubicBezTo>
                          <a:pt x="135075" y="98598"/>
                          <a:pt x="121641" y="121547"/>
                          <a:pt x="97219" y="130702"/>
                        </a:cubicBezTo>
                        <a:cubicBezTo>
                          <a:pt x="95809" y="131224"/>
                          <a:pt x="94318" y="131495"/>
                          <a:pt x="92814" y="13150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86" name="Freeform 165">
                    <a:extLst>
                      <a:ext uri="{FF2B5EF4-FFF2-40B4-BE49-F238E27FC236}">
                        <a16:creationId xmlns:a16="http://schemas.microsoft.com/office/drawing/2014/main" id="{5DF4DBCB-528E-181F-39E8-7404987443F0}"/>
                      </a:ext>
                    </a:extLst>
                  </p:cNvPr>
                  <p:cNvSpPr/>
                  <p:nvPr/>
                </p:nvSpPr>
                <p:spPr>
                  <a:xfrm>
                    <a:off x="6601417" y="2210096"/>
                    <a:ext cx="64864" cy="25080"/>
                  </a:xfrm>
                  <a:custGeom>
                    <a:avLst/>
                    <a:gdLst>
                      <a:gd name="connsiteX0" fmla="*/ 52325 w 64864"/>
                      <a:gd name="connsiteY0" fmla="*/ 25081 h 25080"/>
                      <a:gd name="connsiteX1" fmla="*/ 12540 w 64864"/>
                      <a:gd name="connsiteY1" fmla="*/ 25081 h 25080"/>
                      <a:gd name="connsiteX2" fmla="*/ 0 w 64864"/>
                      <a:gd name="connsiteY2" fmla="*/ 12540 h 25080"/>
                      <a:gd name="connsiteX3" fmla="*/ 12540 w 64864"/>
                      <a:gd name="connsiteY3" fmla="*/ 0 h 25080"/>
                      <a:gd name="connsiteX4" fmla="*/ 52325 w 64864"/>
                      <a:gd name="connsiteY4" fmla="*/ 0 h 25080"/>
                      <a:gd name="connsiteX5" fmla="*/ 64865 w 64864"/>
                      <a:gd name="connsiteY5" fmla="*/ 12540 h 25080"/>
                      <a:gd name="connsiteX6" fmla="*/ 52325 w 6486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64" h="25080">
                        <a:moveTo>
                          <a:pt x="52325" y="25081"/>
                        </a:moveTo>
                        <a:lnTo>
                          <a:pt x="12540" y="25081"/>
                        </a:lnTo>
                        <a:cubicBezTo>
                          <a:pt x="5614" y="25081"/>
                          <a:pt x="0" y="19466"/>
                          <a:pt x="0" y="12540"/>
                        </a:cubicBezTo>
                        <a:cubicBezTo>
                          <a:pt x="0" y="5615"/>
                          <a:pt x="5614" y="0"/>
                          <a:pt x="12540" y="0"/>
                        </a:cubicBezTo>
                        <a:lnTo>
                          <a:pt x="52325" y="0"/>
                        </a:lnTo>
                        <a:cubicBezTo>
                          <a:pt x="59250" y="0"/>
                          <a:pt x="64865" y="5615"/>
                          <a:pt x="64865" y="12540"/>
                        </a:cubicBezTo>
                        <a:cubicBezTo>
                          <a:pt x="64865" y="19466"/>
                          <a:pt x="59250" y="25081"/>
                          <a:pt x="52325"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87" name="Freeform 166">
                    <a:extLst>
                      <a:ext uri="{FF2B5EF4-FFF2-40B4-BE49-F238E27FC236}">
                        <a16:creationId xmlns:a16="http://schemas.microsoft.com/office/drawing/2014/main" id="{5912B808-0C5F-39CC-BCFC-C04E942FA1AD}"/>
                      </a:ext>
                    </a:extLst>
                  </p:cNvPr>
                  <p:cNvSpPr/>
                  <p:nvPr/>
                </p:nvSpPr>
                <p:spPr>
                  <a:xfrm>
                    <a:off x="6601417" y="2246040"/>
                    <a:ext cx="63846" cy="25080"/>
                  </a:xfrm>
                  <a:custGeom>
                    <a:avLst/>
                    <a:gdLst>
                      <a:gd name="connsiteX0" fmla="*/ 51306 w 63846"/>
                      <a:gd name="connsiteY0" fmla="*/ 25081 h 25080"/>
                      <a:gd name="connsiteX1" fmla="*/ 12540 w 63846"/>
                      <a:gd name="connsiteY1" fmla="*/ 25081 h 25080"/>
                      <a:gd name="connsiteX2" fmla="*/ 0 w 63846"/>
                      <a:gd name="connsiteY2" fmla="*/ 12540 h 25080"/>
                      <a:gd name="connsiteX3" fmla="*/ 12540 w 63846"/>
                      <a:gd name="connsiteY3" fmla="*/ 0 h 25080"/>
                      <a:gd name="connsiteX4" fmla="*/ 51306 w 63846"/>
                      <a:gd name="connsiteY4" fmla="*/ 0 h 25080"/>
                      <a:gd name="connsiteX5" fmla="*/ 63846 w 63846"/>
                      <a:gd name="connsiteY5" fmla="*/ 12540 h 25080"/>
                      <a:gd name="connsiteX6" fmla="*/ 51306 w 63846"/>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846" h="25080">
                        <a:moveTo>
                          <a:pt x="51306" y="25081"/>
                        </a:moveTo>
                        <a:lnTo>
                          <a:pt x="12540" y="25081"/>
                        </a:lnTo>
                        <a:cubicBezTo>
                          <a:pt x="5614" y="25081"/>
                          <a:pt x="0" y="19466"/>
                          <a:pt x="0" y="12540"/>
                        </a:cubicBezTo>
                        <a:cubicBezTo>
                          <a:pt x="0" y="5615"/>
                          <a:pt x="5614" y="0"/>
                          <a:pt x="12540" y="0"/>
                        </a:cubicBezTo>
                        <a:lnTo>
                          <a:pt x="51306" y="0"/>
                        </a:lnTo>
                        <a:cubicBezTo>
                          <a:pt x="58232" y="0"/>
                          <a:pt x="63846" y="5615"/>
                          <a:pt x="63846" y="12540"/>
                        </a:cubicBezTo>
                        <a:cubicBezTo>
                          <a:pt x="63846" y="19466"/>
                          <a:pt x="58232" y="25081"/>
                          <a:pt x="51306"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88" name="Freeform 167">
                    <a:extLst>
                      <a:ext uri="{FF2B5EF4-FFF2-40B4-BE49-F238E27FC236}">
                        <a16:creationId xmlns:a16="http://schemas.microsoft.com/office/drawing/2014/main" id="{0E05755C-B1D2-C62A-1303-521EA17D5477}"/>
                      </a:ext>
                    </a:extLst>
                  </p:cNvPr>
                  <p:cNvSpPr/>
                  <p:nvPr/>
                </p:nvSpPr>
                <p:spPr>
                  <a:xfrm>
                    <a:off x="6597059" y="2192744"/>
                    <a:ext cx="73564" cy="78377"/>
                  </a:xfrm>
                  <a:custGeom>
                    <a:avLst/>
                    <a:gdLst>
                      <a:gd name="connsiteX0" fmla="*/ 61024 w 73564"/>
                      <a:gd name="connsiteY0" fmla="*/ 78377 h 78377"/>
                      <a:gd name="connsiteX1" fmla="*/ 12540 w 73564"/>
                      <a:gd name="connsiteY1" fmla="*/ 78377 h 78377"/>
                      <a:gd name="connsiteX2" fmla="*/ 0 w 73564"/>
                      <a:gd name="connsiteY2" fmla="*/ 65837 h 78377"/>
                      <a:gd name="connsiteX3" fmla="*/ 0 w 73564"/>
                      <a:gd name="connsiteY3" fmla="*/ 12540 h 78377"/>
                      <a:gd name="connsiteX4" fmla="*/ 12540 w 73564"/>
                      <a:gd name="connsiteY4" fmla="*/ 0 h 78377"/>
                      <a:gd name="connsiteX5" fmla="*/ 25081 w 73564"/>
                      <a:gd name="connsiteY5" fmla="*/ 12540 h 78377"/>
                      <a:gd name="connsiteX6" fmla="*/ 25081 w 73564"/>
                      <a:gd name="connsiteY6" fmla="*/ 53296 h 78377"/>
                      <a:gd name="connsiteX7" fmla="*/ 48484 w 73564"/>
                      <a:gd name="connsiteY7" fmla="*/ 53296 h 78377"/>
                      <a:gd name="connsiteX8" fmla="*/ 48484 w 73564"/>
                      <a:gd name="connsiteY8" fmla="*/ 13308 h 78377"/>
                      <a:gd name="connsiteX9" fmla="*/ 61024 w 73564"/>
                      <a:gd name="connsiteY9" fmla="*/ 768 h 78377"/>
                      <a:gd name="connsiteX10" fmla="*/ 73565 w 73564"/>
                      <a:gd name="connsiteY10" fmla="*/ 13308 h 78377"/>
                      <a:gd name="connsiteX11" fmla="*/ 73565 w 73564"/>
                      <a:gd name="connsiteY11" fmla="*/ 65837 h 78377"/>
                      <a:gd name="connsiteX12" fmla="*/ 61024 w 73564"/>
                      <a:gd name="connsiteY12" fmla="*/ 78377 h 7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564" h="78377">
                        <a:moveTo>
                          <a:pt x="61024" y="78377"/>
                        </a:moveTo>
                        <a:lnTo>
                          <a:pt x="12540" y="78377"/>
                        </a:lnTo>
                        <a:cubicBezTo>
                          <a:pt x="5614" y="78377"/>
                          <a:pt x="0" y="72762"/>
                          <a:pt x="0" y="65837"/>
                        </a:cubicBezTo>
                        <a:lnTo>
                          <a:pt x="0" y="12540"/>
                        </a:lnTo>
                        <a:cubicBezTo>
                          <a:pt x="0" y="5615"/>
                          <a:pt x="5614" y="0"/>
                          <a:pt x="12540" y="0"/>
                        </a:cubicBezTo>
                        <a:cubicBezTo>
                          <a:pt x="19466" y="0"/>
                          <a:pt x="25081" y="5615"/>
                          <a:pt x="25081" y="12540"/>
                        </a:cubicBezTo>
                        <a:lnTo>
                          <a:pt x="25081" y="53296"/>
                        </a:lnTo>
                        <a:lnTo>
                          <a:pt x="48484" y="53296"/>
                        </a:lnTo>
                        <a:lnTo>
                          <a:pt x="48484" y="13308"/>
                        </a:lnTo>
                        <a:cubicBezTo>
                          <a:pt x="48484" y="6383"/>
                          <a:pt x="54099" y="768"/>
                          <a:pt x="61024" y="768"/>
                        </a:cubicBezTo>
                        <a:cubicBezTo>
                          <a:pt x="67950" y="768"/>
                          <a:pt x="73565" y="6383"/>
                          <a:pt x="73565" y="13308"/>
                        </a:cubicBezTo>
                        <a:lnTo>
                          <a:pt x="73565" y="65837"/>
                        </a:lnTo>
                        <a:cubicBezTo>
                          <a:pt x="73565" y="72762"/>
                          <a:pt x="67950" y="78377"/>
                          <a:pt x="61024" y="7837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269" name="Freeform 151">
                  <a:extLst>
                    <a:ext uri="{FF2B5EF4-FFF2-40B4-BE49-F238E27FC236}">
                      <a16:creationId xmlns:a16="http://schemas.microsoft.com/office/drawing/2014/main" id="{6EE7029C-C062-E029-0697-E00F3BFFD514}"/>
                    </a:ext>
                  </a:extLst>
                </p:cNvPr>
                <p:cNvSpPr/>
                <p:nvPr/>
              </p:nvSpPr>
              <p:spPr>
                <a:xfrm>
                  <a:off x="6621779" y="2048749"/>
                  <a:ext cx="180740" cy="115668"/>
                </a:xfrm>
                <a:custGeom>
                  <a:avLst/>
                  <a:gdLst>
                    <a:gd name="connsiteX0" fmla="*/ 138054 w 180740"/>
                    <a:gd name="connsiteY0" fmla="*/ 115669 h 115668"/>
                    <a:gd name="connsiteX1" fmla="*/ 125513 w 180740"/>
                    <a:gd name="connsiteY1" fmla="*/ 103129 h 115668"/>
                    <a:gd name="connsiteX2" fmla="*/ 125513 w 180740"/>
                    <a:gd name="connsiteY2" fmla="*/ 25081 h 115668"/>
                    <a:gd name="connsiteX3" fmla="*/ 25081 w 180740"/>
                    <a:gd name="connsiteY3" fmla="*/ 25081 h 115668"/>
                    <a:gd name="connsiteX4" fmla="*/ 25081 w 180740"/>
                    <a:gd name="connsiteY4" fmla="*/ 49754 h 115668"/>
                    <a:gd name="connsiteX5" fmla="*/ 12540 w 180740"/>
                    <a:gd name="connsiteY5" fmla="*/ 62294 h 115668"/>
                    <a:gd name="connsiteX6" fmla="*/ 0 w 180740"/>
                    <a:gd name="connsiteY6" fmla="*/ 49754 h 115668"/>
                    <a:gd name="connsiteX7" fmla="*/ 0 w 180740"/>
                    <a:gd name="connsiteY7" fmla="*/ 12540 h 115668"/>
                    <a:gd name="connsiteX8" fmla="*/ 12540 w 180740"/>
                    <a:gd name="connsiteY8" fmla="*/ 0 h 115668"/>
                    <a:gd name="connsiteX9" fmla="*/ 138054 w 180740"/>
                    <a:gd name="connsiteY9" fmla="*/ 0 h 115668"/>
                    <a:gd name="connsiteX10" fmla="*/ 150594 w 180740"/>
                    <a:gd name="connsiteY10" fmla="*/ 12540 h 115668"/>
                    <a:gd name="connsiteX11" fmla="*/ 150594 w 180740"/>
                    <a:gd name="connsiteY11" fmla="*/ 72844 h 115668"/>
                    <a:gd name="connsiteX12" fmla="*/ 158792 w 180740"/>
                    <a:gd name="connsiteY12" fmla="*/ 64724 h 115668"/>
                    <a:gd name="connsiteX13" fmla="*/ 176491 w 180740"/>
                    <a:gd name="connsiteY13" fmla="*/ 63608 h 115668"/>
                    <a:gd name="connsiteX14" fmla="*/ 177607 w 180740"/>
                    <a:gd name="connsiteY14" fmla="*/ 81308 h 115668"/>
                    <a:gd name="connsiteX15" fmla="*/ 176458 w 180740"/>
                    <a:gd name="connsiteY15" fmla="*/ 82453 h 115668"/>
                    <a:gd name="connsiteX16" fmla="*/ 146926 w 180740"/>
                    <a:gd name="connsiteY16" fmla="*/ 111985 h 115668"/>
                    <a:gd name="connsiteX17" fmla="*/ 138054 w 180740"/>
                    <a:gd name="connsiteY17" fmla="*/ 115669 h 11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740" h="115668">
                      <a:moveTo>
                        <a:pt x="138054" y="115669"/>
                      </a:moveTo>
                      <a:cubicBezTo>
                        <a:pt x="131128" y="115669"/>
                        <a:pt x="125513" y="110055"/>
                        <a:pt x="125513" y="103129"/>
                      </a:cubicBezTo>
                      <a:lnTo>
                        <a:pt x="125513" y="25081"/>
                      </a:lnTo>
                      <a:lnTo>
                        <a:pt x="25081" y="25081"/>
                      </a:lnTo>
                      <a:lnTo>
                        <a:pt x="25081" y="49754"/>
                      </a:lnTo>
                      <a:cubicBezTo>
                        <a:pt x="25081" y="56680"/>
                        <a:pt x="19466" y="62294"/>
                        <a:pt x="12540" y="62294"/>
                      </a:cubicBezTo>
                      <a:cubicBezTo>
                        <a:pt x="5614" y="62294"/>
                        <a:pt x="0" y="56680"/>
                        <a:pt x="0" y="49754"/>
                      </a:cubicBezTo>
                      <a:lnTo>
                        <a:pt x="0" y="12540"/>
                      </a:lnTo>
                      <a:cubicBezTo>
                        <a:pt x="0" y="5615"/>
                        <a:pt x="5614" y="0"/>
                        <a:pt x="12540" y="0"/>
                      </a:cubicBezTo>
                      <a:lnTo>
                        <a:pt x="138054" y="0"/>
                      </a:lnTo>
                      <a:cubicBezTo>
                        <a:pt x="144979" y="0"/>
                        <a:pt x="150594" y="5615"/>
                        <a:pt x="150594" y="12540"/>
                      </a:cubicBezTo>
                      <a:lnTo>
                        <a:pt x="150594" y="72844"/>
                      </a:lnTo>
                      <a:lnTo>
                        <a:pt x="158792" y="64724"/>
                      </a:lnTo>
                      <a:cubicBezTo>
                        <a:pt x="163371" y="59528"/>
                        <a:pt x="171296" y="59029"/>
                        <a:pt x="176491" y="63608"/>
                      </a:cubicBezTo>
                      <a:cubicBezTo>
                        <a:pt x="181688" y="68188"/>
                        <a:pt x="182188" y="76112"/>
                        <a:pt x="177607" y="81308"/>
                      </a:cubicBezTo>
                      <a:cubicBezTo>
                        <a:pt x="177250" y="81714"/>
                        <a:pt x="176866" y="82096"/>
                        <a:pt x="176458" y="82453"/>
                      </a:cubicBezTo>
                      <a:lnTo>
                        <a:pt x="146926" y="111985"/>
                      </a:lnTo>
                      <a:cubicBezTo>
                        <a:pt x="144574" y="114342"/>
                        <a:pt x="141383" y="115667"/>
                        <a:pt x="138054" y="115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70" name="Freeform 152">
                  <a:extLst>
                    <a:ext uri="{FF2B5EF4-FFF2-40B4-BE49-F238E27FC236}">
                      <a16:creationId xmlns:a16="http://schemas.microsoft.com/office/drawing/2014/main" id="{FC13A9AE-2887-D47A-EF82-3E30B7899782}"/>
                    </a:ext>
                  </a:extLst>
                </p:cNvPr>
                <p:cNvSpPr/>
                <p:nvPr/>
              </p:nvSpPr>
              <p:spPr>
                <a:xfrm>
                  <a:off x="6602514" y="2254254"/>
                  <a:ext cx="62701" cy="53139"/>
                </a:xfrm>
                <a:custGeom>
                  <a:avLst/>
                  <a:gdLst>
                    <a:gd name="connsiteX0" fmla="*/ 31351 w 62701"/>
                    <a:gd name="connsiteY0" fmla="*/ 53140 h 53139"/>
                    <a:gd name="connsiteX1" fmla="*/ 0 w 62701"/>
                    <a:gd name="connsiteY1" fmla="*/ 21789 h 53139"/>
                    <a:gd name="connsiteX2" fmla="*/ 0 w 62701"/>
                    <a:gd name="connsiteY2" fmla="*/ 12540 h 53139"/>
                    <a:gd name="connsiteX3" fmla="*/ 12540 w 62701"/>
                    <a:gd name="connsiteY3" fmla="*/ 0 h 53139"/>
                    <a:gd name="connsiteX4" fmla="*/ 25081 w 62701"/>
                    <a:gd name="connsiteY4" fmla="*/ 12540 h 53139"/>
                    <a:gd name="connsiteX5" fmla="*/ 25081 w 62701"/>
                    <a:gd name="connsiteY5" fmla="*/ 21789 h 53139"/>
                    <a:gd name="connsiteX6" fmla="*/ 31351 w 62701"/>
                    <a:gd name="connsiteY6" fmla="*/ 28059 h 53139"/>
                    <a:gd name="connsiteX7" fmla="*/ 37621 w 62701"/>
                    <a:gd name="connsiteY7" fmla="*/ 21789 h 53139"/>
                    <a:gd name="connsiteX8" fmla="*/ 37621 w 62701"/>
                    <a:gd name="connsiteY8" fmla="*/ 12540 h 53139"/>
                    <a:gd name="connsiteX9" fmla="*/ 50161 w 62701"/>
                    <a:gd name="connsiteY9" fmla="*/ 0 h 53139"/>
                    <a:gd name="connsiteX10" fmla="*/ 62702 w 62701"/>
                    <a:gd name="connsiteY10" fmla="*/ 12540 h 53139"/>
                    <a:gd name="connsiteX11" fmla="*/ 62702 w 62701"/>
                    <a:gd name="connsiteY11" fmla="*/ 21789 h 53139"/>
                    <a:gd name="connsiteX12" fmla="*/ 31351 w 62701"/>
                    <a:gd name="connsiteY12" fmla="*/ 53140 h 5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701" h="53139">
                      <a:moveTo>
                        <a:pt x="31351" y="53140"/>
                      </a:moveTo>
                      <a:cubicBezTo>
                        <a:pt x="14036" y="53140"/>
                        <a:pt x="0" y="39104"/>
                        <a:pt x="0" y="21789"/>
                      </a:cubicBezTo>
                      <a:lnTo>
                        <a:pt x="0" y="12540"/>
                      </a:lnTo>
                      <a:cubicBezTo>
                        <a:pt x="0" y="5615"/>
                        <a:pt x="5614" y="0"/>
                        <a:pt x="12540" y="0"/>
                      </a:cubicBezTo>
                      <a:cubicBezTo>
                        <a:pt x="19466" y="0"/>
                        <a:pt x="25081" y="5615"/>
                        <a:pt x="25081" y="12540"/>
                      </a:cubicBezTo>
                      <a:lnTo>
                        <a:pt x="25081" y="21789"/>
                      </a:lnTo>
                      <a:cubicBezTo>
                        <a:pt x="25081" y="25252"/>
                        <a:pt x="27888" y="28059"/>
                        <a:pt x="31351" y="28059"/>
                      </a:cubicBezTo>
                      <a:cubicBezTo>
                        <a:pt x="34814" y="28059"/>
                        <a:pt x="37621" y="25252"/>
                        <a:pt x="37621" y="21789"/>
                      </a:cubicBezTo>
                      <a:lnTo>
                        <a:pt x="37621" y="12540"/>
                      </a:lnTo>
                      <a:cubicBezTo>
                        <a:pt x="37621" y="5615"/>
                        <a:pt x="43235" y="0"/>
                        <a:pt x="50161" y="0"/>
                      </a:cubicBezTo>
                      <a:cubicBezTo>
                        <a:pt x="57087" y="0"/>
                        <a:pt x="62702" y="5615"/>
                        <a:pt x="62702" y="12540"/>
                      </a:cubicBezTo>
                      <a:lnTo>
                        <a:pt x="62702" y="21789"/>
                      </a:lnTo>
                      <a:cubicBezTo>
                        <a:pt x="62702" y="39104"/>
                        <a:pt x="48665" y="53140"/>
                        <a:pt x="31351" y="53140"/>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274" name="Graphic 332">
                  <a:extLst>
                    <a:ext uri="{FF2B5EF4-FFF2-40B4-BE49-F238E27FC236}">
                      <a16:creationId xmlns:a16="http://schemas.microsoft.com/office/drawing/2014/main" id="{94FE9AB7-BCBF-3BC4-707C-F1C957B795D9}"/>
                    </a:ext>
                  </a:extLst>
                </p:cNvPr>
                <p:cNvGrpSpPr/>
                <p:nvPr/>
              </p:nvGrpSpPr>
              <p:grpSpPr>
                <a:xfrm>
                  <a:off x="6698915" y="2181138"/>
                  <a:ext cx="121900" cy="126255"/>
                  <a:chOff x="6698915" y="2181138"/>
                  <a:chExt cx="121900" cy="126255"/>
                </a:xfrm>
                <a:solidFill>
                  <a:srgbClr val="EF463C"/>
                </a:solidFill>
              </p:grpSpPr>
              <p:sp>
                <p:nvSpPr>
                  <p:cNvPr id="276" name="Freeform 155">
                    <a:extLst>
                      <a:ext uri="{FF2B5EF4-FFF2-40B4-BE49-F238E27FC236}">
                        <a16:creationId xmlns:a16="http://schemas.microsoft.com/office/drawing/2014/main" id="{3144B459-29E3-6D88-E5D3-C68678C091D7}"/>
                      </a:ext>
                    </a:extLst>
                  </p:cNvPr>
                  <p:cNvSpPr/>
                  <p:nvPr/>
                </p:nvSpPr>
                <p:spPr>
                  <a:xfrm>
                    <a:off x="6734527" y="2181138"/>
                    <a:ext cx="31221" cy="47157"/>
                  </a:xfrm>
                  <a:custGeom>
                    <a:avLst/>
                    <a:gdLst>
                      <a:gd name="connsiteX0" fmla="*/ 18675 w 31221"/>
                      <a:gd name="connsiteY0" fmla="*/ 47157 h 47157"/>
                      <a:gd name="connsiteX1" fmla="*/ 6589 w 31221"/>
                      <a:gd name="connsiteY1" fmla="*/ 37971 h 47157"/>
                      <a:gd name="connsiteX2" fmla="*/ 460 w 31221"/>
                      <a:gd name="connsiteY2" fmla="*/ 15900 h 47157"/>
                      <a:gd name="connsiteX3" fmla="*/ 9191 w 31221"/>
                      <a:gd name="connsiteY3" fmla="*/ 460 h 47157"/>
                      <a:gd name="connsiteX4" fmla="*/ 24632 w 31221"/>
                      <a:gd name="connsiteY4" fmla="*/ 9191 h 47157"/>
                      <a:gd name="connsiteX5" fmla="*/ 30761 w 31221"/>
                      <a:gd name="connsiteY5" fmla="*/ 31262 h 47157"/>
                      <a:gd name="connsiteX6" fmla="*/ 22034 w 31221"/>
                      <a:gd name="connsiteY6" fmla="*/ 46701 h 47157"/>
                      <a:gd name="connsiteX7" fmla="*/ 22030 w 31221"/>
                      <a:gd name="connsiteY7" fmla="*/ 46703 h 47157"/>
                      <a:gd name="connsiteX8" fmla="*/ 18675 w 31221"/>
                      <a:gd name="connsiteY8" fmla="*/ 47157 h 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21" h="47157">
                        <a:moveTo>
                          <a:pt x="18675" y="47157"/>
                        </a:moveTo>
                        <a:cubicBezTo>
                          <a:pt x="13040" y="47159"/>
                          <a:pt x="8097" y="43401"/>
                          <a:pt x="6589" y="37971"/>
                        </a:cubicBezTo>
                        <a:lnTo>
                          <a:pt x="460" y="15900"/>
                        </a:lnTo>
                        <a:cubicBezTo>
                          <a:pt x="-1393" y="9226"/>
                          <a:pt x="2517" y="2313"/>
                          <a:pt x="9191" y="460"/>
                        </a:cubicBezTo>
                        <a:cubicBezTo>
                          <a:pt x="15866" y="-1393"/>
                          <a:pt x="22779" y="2517"/>
                          <a:pt x="24632" y="9191"/>
                        </a:cubicBezTo>
                        <a:lnTo>
                          <a:pt x="30761" y="31262"/>
                        </a:lnTo>
                        <a:cubicBezTo>
                          <a:pt x="32614" y="37935"/>
                          <a:pt x="28707" y="44848"/>
                          <a:pt x="22034" y="46701"/>
                        </a:cubicBezTo>
                        <a:cubicBezTo>
                          <a:pt x="22033" y="46701"/>
                          <a:pt x="22031" y="46703"/>
                          <a:pt x="22030" y="46703"/>
                        </a:cubicBezTo>
                        <a:cubicBezTo>
                          <a:pt x="20935" y="46997"/>
                          <a:pt x="19808" y="47151"/>
                          <a:pt x="18675" y="47157"/>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77" name="Freeform 156">
                    <a:extLst>
                      <a:ext uri="{FF2B5EF4-FFF2-40B4-BE49-F238E27FC236}">
                        <a16:creationId xmlns:a16="http://schemas.microsoft.com/office/drawing/2014/main" id="{70AC1C1E-AA62-F0AD-1E5E-469A4A5D67F4}"/>
                      </a:ext>
                    </a:extLst>
                  </p:cNvPr>
                  <p:cNvSpPr/>
                  <p:nvPr/>
                </p:nvSpPr>
                <p:spPr>
                  <a:xfrm>
                    <a:off x="6762486" y="2187024"/>
                    <a:ext cx="36918" cy="44563"/>
                  </a:xfrm>
                  <a:custGeom>
                    <a:avLst/>
                    <a:gdLst>
                      <a:gd name="connsiteX0" fmla="*/ 12536 w 36918"/>
                      <a:gd name="connsiteY0" fmla="*/ 44564 h 44563"/>
                      <a:gd name="connsiteX1" fmla="*/ 0 w 36918"/>
                      <a:gd name="connsiteY1" fmla="*/ 32019 h 44563"/>
                      <a:gd name="connsiteX2" fmla="*/ 1829 w 36918"/>
                      <a:gd name="connsiteY2" fmla="*/ 25502 h 44563"/>
                      <a:gd name="connsiteX3" fmla="*/ 13774 w 36918"/>
                      <a:gd name="connsiteY3" fmla="*/ 5845 h 44563"/>
                      <a:gd name="connsiteX4" fmla="*/ 31073 w 36918"/>
                      <a:gd name="connsiteY4" fmla="*/ 1939 h 44563"/>
                      <a:gd name="connsiteX5" fmla="*/ 35202 w 36918"/>
                      <a:gd name="connsiteY5" fmla="*/ 18872 h 44563"/>
                      <a:gd name="connsiteX6" fmla="*/ 23258 w 36918"/>
                      <a:gd name="connsiteY6" fmla="*/ 38529 h 44563"/>
                      <a:gd name="connsiteX7" fmla="*/ 12536 w 36918"/>
                      <a:gd name="connsiteY7" fmla="*/ 44564 h 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18" h="44563">
                        <a:moveTo>
                          <a:pt x="12536" y="44564"/>
                        </a:moveTo>
                        <a:cubicBezTo>
                          <a:pt x="5610" y="44561"/>
                          <a:pt x="-2" y="38944"/>
                          <a:pt x="0" y="32019"/>
                        </a:cubicBezTo>
                        <a:cubicBezTo>
                          <a:pt x="2" y="29719"/>
                          <a:pt x="635" y="27465"/>
                          <a:pt x="1829" y="25502"/>
                        </a:cubicBezTo>
                        <a:lnTo>
                          <a:pt x="13774" y="5845"/>
                        </a:lnTo>
                        <a:cubicBezTo>
                          <a:pt x="17472" y="-10"/>
                          <a:pt x="25217" y="-1759"/>
                          <a:pt x="31073" y="1939"/>
                        </a:cubicBezTo>
                        <a:cubicBezTo>
                          <a:pt x="36787" y="5549"/>
                          <a:pt x="38613" y="13037"/>
                          <a:pt x="35202" y="18872"/>
                        </a:cubicBezTo>
                        <a:lnTo>
                          <a:pt x="23258" y="38529"/>
                        </a:lnTo>
                        <a:cubicBezTo>
                          <a:pt x="20985" y="42277"/>
                          <a:pt x="16918" y="44564"/>
                          <a:pt x="12536" y="4456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78" name="Freeform 157">
                    <a:extLst>
                      <a:ext uri="{FF2B5EF4-FFF2-40B4-BE49-F238E27FC236}">
                        <a16:creationId xmlns:a16="http://schemas.microsoft.com/office/drawing/2014/main" id="{E3EECA72-5BA8-3DC1-F5B3-56EF8FEEC3E7}"/>
                      </a:ext>
                    </a:extLst>
                  </p:cNvPr>
                  <p:cNvSpPr/>
                  <p:nvPr/>
                </p:nvSpPr>
                <p:spPr>
                  <a:xfrm>
                    <a:off x="6779022" y="2221060"/>
                    <a:ext cx="41793" cy="28475"/>
                  </a:xfrm>
                  <a:custGeom>
                    <a:avLst/>
                    <a:gdLst>
                      <a:gd name="connsiteX0" fmla="*/ 12522 w 41793"/>
                      <a:gd name="connsiteY0" fmla="*/ 28475 h 28475"/>
                      <a:gd name="connsiteX1" fmla="*/ 0 w 41793"/>
                      <a:gd name="connsiteY1" fmla="*/ 15916 h 28475"/>
                      <a:gd name="connsiteX2" fmla="*/ 10045 w 41793"/>
                      <a:gd name="connsiteY2" fmla="*/ 3646 h 28475"/>
                      <a:gd name="connsiteX3" fmla="*/ 26880 w 41793"/>
                      <a:gd name="connsiteY3" fmla="*/ 228 h 28475"/>
                      <a:gd name="connsiteX4" fmla="*/ 41565 w 41793"/>
                      <a:gd name="connsiteY4" fmla="*/ 10173 h 28475"/>
                      <a:gd name="connsiteX5" fmla="*/ 31865 w 41793"/>
                      <a:gd name="connsiteY5" fmla="*/ 24807 h 28475"/>
                      <a:gd name="connsiteX6" fmla="*/ 15030 w 41793"/>
                      <a:gd name="connsiteY6" fmla="*/ 28225 h 28475"/>
                      <a:gd name="connsiteX7" fmla="*/ 12522 w 41793"/>
                      <a:gd name="connsiteY7" fmla="*/ 28475 h 2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93" h="28475">
                        <a:moveTo>
                          <a:pt x="12522" y="28475"/>
                        </a:moveTo>
                        <a:cubicBezTo>
                          <a:pt x="5596" y="28464"/>
                          <a:pt x="-11" y="22842"/>
                          <a:pt x="0" y="15916"/>
                        </a:cubicBezTo>
                        <a:cubicBezTo>
                          <a:pt x="9" y="9960"/>
                          <a:pt x="4207" y="4831"/>
                          <a:pt x="10045" y="3646"/>
                        </a:cubicBezTo>
                        <a:lnTo>
                          <a:pt x="26880" y="228"/>
                        </a:lnTo>
                        <a:cubicBezTo>
                          <a:pt x="33682" y="-1081"/>
                          <a:pt x="40256" y="3371"/>
                          <a:pt x="41565" y="10173"/>
                        </a:cubicBezTo>
                        <a:cubicBezTo>
                          <a:pt x="42855" y="16877"/>
                          <a:pt x="38544" y="23384"/>
                          <a:pt x="31865" y="24807"/>
                        </a:cubicBezTo>
                        <a:lnTo>
                          <a:pt x="15030" y="28225"/>
                        </a:lnTo>
                        <a:cubicBezTo>
                          <a:pt x="14205" y="28394"/>
                          <a:pt x="13363" y="28477"/>
                          <a:pt x="12522" y="2847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79" name="Freeform 158">
                    <a:extLst>
                      <a:ext uri="{FF2B5EF4-FFF2-40B4-BE49-F238E27FC236}">
                        <a16:creationId xmlns:a16="http://schemas.microsoft.com/office/drawing/2014/main" id="{3C6EB1F5-891D-57AB-CCB0-FFEA9161D136}"/>
                      </a:ext>
                    </a:extLst>
                  </p:cNvPr>
                  <p:cNvSpPr/>
                  <p:nvPr/>
                </p:nvSpPr>
                <p:spPr>
                  <a:xfrm>
                    <a:off x="6774727" y="2247949"/>
                    <a:ext cx="41840" cy="35226"/>
                  </a:xfrm>
                  <a:custGeom>
                    <a:avLst/>
                    <a:gdLst>
                      <a:gd name="connsiteX0" fmla="*/ 29357 w 41840"/>
                      <a:gd name="connsiteY0" fmla="*/ 35226 h 35226"/>
                      <a:gd name="connsiteX1" fmla="*/ 22883 w 41840"/>
                      <a:gd name="connsiteY1" fmla="*/ 33408 h 35226"/>
                      <a:gd name="connsiteX2" fmla="*/ 5390 w 41840"/>
                      <a:gd name="connsiteY2" fmla="*/ 22843 h 35226"/>
                      <a:gd name="connsiteX3" fmla="*/ 2240 w 41840"/>
                      <a:gd name="connsiteY3" fmla="*/ 5390 h 35226"/>
                      <a:gd name="connsiteX4" fmla="*/ 18385 w 41840"/>
                      <a:gd name="connsiteY4" fmla="*/ 1446 h 35226"/>
                      <a:gd name="connsiteX5" fmla="*/ 35878 w 41840"/>
                      <a:gd name="connsiteY5" fmla="*/ 12011 h 35226"/>
                      <a:gd name="connsiteX6" fmla="*/ 39973 w 41840"/>
                      <a:gd name="connsiteY6" fmla="*/ 29267 h 35226"/>
                      <a:gd name="connsiteX7" fmla="*/ 29357 w 41840"/>
                      <a:gd name="connsiteY7" fmla="*/ 35226 h 3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40" h="35226">
                        <a:moveTo>
                          <a:pt x="29357" y="35226"/>
                        </a:moveTo>
                        <a:cubicBezTo>
                          <a:pt x="27073" y="35222"/>
                          <a:pt x="24835" y="34592"/>
                          <a:pt x="22883" y="33408"/>
                        </a:cubicBezTo>
                        <a:lnTo>
                          <a:pt x="5390" y="22843"/>
                        </a:lnTo>
                        <a:cubicBezTo>
                          <a:pt x="-299" y="18893"/>
                          <a:pt x="-1710" y="11080"/>
                          <a:pt x="2240" y="5390"/>
                        </a:cubicBezTo>
                        <a:cubicBezTo>
                          <a:pt x="5852" y="186"/>
                          <a:pt x="12779" y="-1506"/>
                          <a:pt x="18385" y="1446"/>
                        </a:cubicBezTo>
                        <a:lnTo>
                          <a:pt x="35878" y="12011"/>
                        </a:lnTo>
                        <a:cubicBezTo>
                          <a:pt x="41774" y="15645"/>
                          <a:pt x="43608" y="23371"/>
                          <a:pt x="39973" y="29267"/>
                        </a:cubicBezTo>
                        <a:cubicBezTo>
                          <a:pt x="37701" y="32954"/>
                          <a:pt x="33687" y="35206"/>
                          <a:pt x="29357" y="3522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80" name="Freeform 159">
                    <a:extLst>
                      <a:ext uri="{FF2B5EF4-FFF2-40B4-BE49-F238E27FC236}">
                        <a16:creationId xmlns:a16="http://schemas.microsoft.com/office/drawing/2014/main" id="{7014F590-704B-C65E-ECE9-E053D528D490}"/>
                      </a:ext>
                    </a:extLst>
                  </p:cNvPr>
                  <p:cNvSpPr/>
                  <p:nvPr/>
                </p:nvSpPr>
                <p:spPr>
                  <a:xfrm>
                    <a:off x="6753280" y="2265531"/>
                    <a:ext cx="29214" cy="41862"/>
                  </a:xfrm>
                  <a:custGeom>
                    <a:avLst/>
                    <a:gdLst>
                      <a:gd name="connsiteX0" fmla="*/ 16585 w 29214"/>
                      <a:gd name="connsiteY0" fmla="*/ 41863 h 41862"/>
                      <a:gd name="connsiteX1" fmla="*/ 4405 w 29214"/>
                      <a:gd name="connsiteY1" fmla="*/ 32269 h 41862"/>
                      <a:gd name="connsiteX2" fmla="*/ 423 w 29214"/>
                      <a:gd name="connsiteY2" fmla="*/ 15763 h 41862"/>
                      <a:gd name="connsiteX3" fmla="*/ 9324 w 29214"/>
                      <a:gd name="connsiteY3" fmla="*/ 423 h 41862"/>
                      <a:gd name="connsiteX4" fmla="*/ 24664 w 29214"/>
                      <a:gd name="connsiteY4" fmla="*/ 9325 h 41862"/>
                      <a:gd name="connsiteX5" fmla="*/ 24799 w 29214"/>
                      <a:gd name="connsiteY5" fmla="*/ 9885 h 41862"/>
                      <a:gd name="connsiteX6" fmla="*/ 28858 w 29214"/>
                      <a:gd name="connsiteY6" fmla="*/ 26375 h 41862"/>
                      <a:gd name="connsiteX7" fmla="*/ 19626 w 29214"/>
                      <a:gd name="connsiteY7" fmla="*/ 41518 h 41862"/>
                      <a:gd name="connsiteX8" fmla="*/ 19626 w 29214"/>
                      <a:gd name="connsiteY8" fmla="*/ 41518 h 41862"/>
                      <a:gd name="connsiteX9" fmla="*/ 16585 w 29214"/>
                      <a:gd name="connsiteY9" fmla="*/ 41863 h 41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214" h="41862">
                        <a:moveTo>
                          <a:pt x="16585" y="41863"/>
                        </a:moveTo>
                        <a:cubicBezTo>
                          <a:pt x="10797" y="41858"/>
                          <a:pt x="5765" y="37894"/>
                          <a:pt x="4405" y="32269"/>
                        </a:cubicBezTo>
                        <a:lnTo>
                          <a:pt x="423" y="15763"/>
                        </a:lnTo>
                        <a:cubicBezTo>
                          <a:pt x="-1354" y="9070"/>
                          <a:pt x="2630" y="2202"/>
                          <a:pt x="9324" y="423"/>
                        </a:cubicBezTo>
                        <a:cubicBezTo>
                          <a:pt x="16019" y="-1354"/>
                          <a:pt x="22886" y="2632"/>
                          <a:pt x="24664" y="9325"/>
                        </a:cubicBezTo>
                        <a:cubicBezTo>
                          <a:pt x="24712" y="9510"/>
                          <a:pt x="24758" y="9697"/>
                          <a:pt x="24799" y="9885"/>
                        </a:cubicBezTo>
                        <a:lnTo>
                          <a:pt x="28858" y="26375"/>
                        </a:lnTo>
                        <a:cubicBezTo>
                          <a:pt x="30490" y="33106"/>
                          <a:pt x="26357" y="39886"/>
                          <a:pt x="19626" y="41518"/>
                        </a:cubicBezTo>
                        <a:cubicBezTo>
                          <a:pt x="19626" y="41518"/>
                          <a:pt x="19626" y="41518"/>
                          <a:pt x="19626" y="41518"/>
                        </a:cubicBezTo>
                        <a:cubicBezTo>
                          <a:pt x="18629" y="41753"/>
                          <a:pt x="17608" y="41869"/>
                          <a:pt x="16585" y="41863"/>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81" name="Freeform 160">
                    <a:extLst>
                      <a:ext uri="{FF2B5EF4-FFF2-40B4-BE49-F238E27FC236}">
                        <a16:creationId xmlns:a16="http://schemas.microsoft.com/office/drawing/2014/main" id="{9E57FD90-22D0-8C75-2BA8-8ED06F0E7F85}"/>
                      </a:ext>
                    </a:extLst>
                  </p:cNvPr>
                  <p:cNvSpPr/>
                  <p:nvPr/>
                </p:nvSpPr>
                <p:spPr>
                  <a:xfrm>
                    <a:off x="6720312" y="2259509"/>
                    <a:ext cx="35042" cy="42194"/>
                  </a:xfrm>
                  <a:custGeom>
                    <a:avLst/>
                    <a:gdLst>
                      <a:gd name="connsiteX0" fmla="*/ 12497 w 35042"/>
                      <a:gd name="connsiteY0" fmla="*/ 42195 h 42194"/>
                      <a:gd name="connsiteX1" fmla="*/ 0 w 35042"/>
                      <a:gd name="connsiteY1" fmla="*/ 29611 h 42194"/>
                      <a:gd name="connsiteX2" fmla="*/ 1680 w 35042"/>
                      <a:gd name="connsiteY2" fmla="*/ 23384 h 42194"/>
                      <a:gd name="connsiteX3" fmla="*/ 11666 w 35042"/>
                      <a:gd name="connsiteY3" fmla="*/ 6220 h 42194"/>
                      <a:gd name="connsiteX4" fmla="*/ 28822 w 35042"/>
                      <a:gd name="connsiteY4" fmla="*/ 1713 h 42194"/>
                      <a:gd name="connsiteX5" fmla="*/ 33329 w 35042"/>
                      <a:gd name="connsiteY5" fmla="*/ 18870 h 42194"/>
                      <a:gd name="connsiteX6" fmla="*/ 23344 w 35042"/>
                      <a:gd name="connsiteY6" fmla="*/ 35972 h 42194"/>
                      <a:gd name="connsiteX7" fmla="*/ 12497 w 35042"/>
                      <a:gd name="connsiteY7" fmla="*/ 42195 h 4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42" h="42194">
                        <a:moveTo>
                          <a:pt x="12497" y="42195"/>
                        </a:moveTo>
                        <a:cubicBezTo>
                          <a:pt x="5571" y="42170"/>
                          <a:pt x="-23" y="36536"/>
                          <a:pt x="0" y="29611"/>
                        </a:cubicBezTo>
                        <a:cubicBezTo>
                          <a:pt x="8" y="27424"/>
                          <a:pt x="588" y="25278"/>
                          <a:pt x="1680" y="23384"/>
                        </a:cubicBezTo>
                        <a:lnTo>
                          <a:pt x="11666" y="6220"/>
                        </a:lnTo>
                        <a:cubicBezTo>
                          <a:pt x="15158" y="238"/>
                          <a:pt x="22841" y="-1779"/>
                          <a:pt x="28822" y="1713"/>
                        </a:cubicBezTo>
                        <a:cubicBezTo>
                          <a:pt x="34804" y="5206"/>
                          <a:pt x="36822" y="12888"/>
                          <a:pt x="33329" y="18870"/>
                        </a:cubicBezTo>
                        <a:lnTo>
                          <a:pt x="23344" y="35972"/>
                        </a:lnTo>
                        <a:cubicBezTo>
                          <a:pt x="21095" y="39829"/>
                          <a:pt x="16962" y="42200"/>
                          <a:pt x="12497" y="4219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82" name="Freeform 161">
                    <a:extLst>
                      <a:ext uri="{FF2B5EF4-FFF2-40B4-BE49-F238E27FC236}">
                        <a16:creationId xmlns:a16="http://schemas.microsoft.com/office/drawing/2014/main" id="{DAFF9697-7541-824E-F51E-B098FC4D1AEA}"/>
                      </a:ext>
                    </a:extLst>
                  </p:cNvPr>
                  <p:cNvSpPr/>
                  <p:nvPr/>
                </p:nvSpPr>
                <p:spPr>
                  <a:xfrm>
                    <a:off x="6698915" y="2238810"/>
                    <a:ext cx="43578" cy="30116"/>
                  </a:xfrm>
                  <a:custGeom>
                    <a:avLst/>
                    <a:gdLst>
                      <a:gd name="connsiteX0" fmla="*/ 12528 w 43578"/>
                      <a:gd name="connsiteY0" fmla="*/ 30116 h 30116"/>
                      <a:gd name="connsiteX1" fmla="*/ 0 w 43578"/>
                      <a:gd name="connsiteY1" fmla="*/ 17563 h 30116"/>
                      <a:gd name="connsiteX2" fmla="*/ 9252 w 43578"/>
                      <a:gd name="connsiteY2" fmla="*/ 5475 h 30116"/>
                      <a:gd name="connsiteX3" fmla="*/ 27921 w 43578"/>
                      <a:gd name="connsiteY3" fmla="*/ 396 h 30116"/>
                      <a:gd name="connsiteX4" fmla="*/ 43183 w 43578"/>
                      <a:gd name="connsiteY4" fmla="*/ 9429 h 30116"/>
                      <a:gd name="connsiteX5" fmla="*/ 34489 w 43578"/>
                      <a:gd name="connsiteY5" fmla="*/ 24599 h 30116"/>
                      <a:gd name="connsiteX6" fmla="*/ 15820 w 43578"/>
                      <a:gd name="connsiteY6" fmla="*/ 29677 h 30116"/>
                      <a:gd name="connsiteX7" fmla="*/ 12528 w 43578"/>
                      <a:gd name="connsiteY7" fmla="*/ 30116 h 3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8" h="30116">
                        <a:moveTo>
                          <a:pt x="12528" y="30116"/>
                        </a:moveTo>
                        <a:cubicBezTo>
                          <a:pt x="5602" y="30110"/>
                          <a:pt x="-7" y="24489"/>
                          <a:pt x="0" y="17563"/>
                        </a:cubicBezTo>
                        <a:cubicBezTo>
                          <a:pt x="6" y="11909"/>
                          <a:pt x="3795" y="6957"/>
                          <a:pt x="9252" y="5475"/>
                        </a:cubicBezTo>
                        <a:lnTo>
                          <a:pt x="27921" y="396"/>
                        </a:lnTo>
                        <a:cubicBezTo>
                          <a:pt x="34630" y="-1324"/>
                          <a:pt x="41463" y="2720"/>
                          <a:pt x="43183" y="9429"/>
                        </a:cubicBezTo>
                        <a:cubicBezTo>
                          <a:pt x="44869" y="16005"/>
                          <a:pt x="41015" y="22729"/>
                          <a:pt x="34489" y="24599"/>
                        </a:cubicBezTo>
                        <a:lnTo>
                          <a:pt x="15820" y="29677"/>
                        </a:lnTo>
                        <a:cubicBezTo>
                          <a:pt x="14747" y="29969"/>
                          <a:pt x="13640" y="30116"/>
                          <a:pt x="12528" y="3011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83" name="Freeform 162">
                    <a:extLst>
                      <a:ext uri="{FF2B5EF4-FFF2-40B4-BE49-F238E27FC236}">
                        <a16:creationId xmlns:a16="http://schemas.microsoft.com/office/drawing/2014/main" id="{F878B6AB-7268-5F63-A9BB-7BEFE9EEE5A3}"/>
                      </a:ext>
                    </a:extLst>
                  </p:cNvPr>
                  <p:cNvSpPr/>
                  <p:nvPr/>
                </p:nvSpPr>
                <p:spPr>
                  <a:xfrm>
                    <a:off x="6703187" y="2203941"/>
                    <a:ext cx="43000" cy="36753"/>
                  </a:xfrm>
                  <a:custGeom>
                    <a:avLst/>
                    <a:gdLst>
                      <a:gd name="connsiteX0" fmla="*/ 30436 w 43000"/>
                      <a:gd name="connsiteY0" fmla="*/ 36754 h 36753"/>
                      <a:gd name="connsiteX1" fmla="*/ 23602 w 43000"/>
                      <a:gd name="connsiteY1" fmla="*/ 34716 h 36753"/>
                      <a:gd name="connsiteX2" fmla="*/ 5700 w 43000"/>
                      <a:gd name="connsiteY2" fmla="*/ 23053 h 36753"/>
                      <a:gd name="connsiteX3" fmla="*/ 2032 w 43000"/>
                      <a:gd name="connsiteY3" fmla="*/ 5701 h 36753"/>
                      <a:gd name="connsiteX4" fmla="*/ 19385 w 43000"/>
                      <a:gd name="connsiteY4" fmla="*/ 2033 h 36753"/>
                      <a:gd name="connsiteX5" fmla="*/ 37286 w 43000"/>
                      <a:gd name="connsiteY5" fmla="*/ 13695 h 36753"/>
                      <a:gd name="connsiteX6" fmla="*/ 40976 w 43000"/>
                      <a:gd name="connsiteY6" fmla="*/ 31042 h 36753"/>
                      <a:gd name="connsiteX7" fmla="*/ 30436 w 43000"/>
                      <a:gd name="connsiteY7" fmla="*/ 36754 h 36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000" h="36753">
                        <a:moveTo>
                          <a:pt x="30436" y="36754"/>
                        </a:moveTo>
                        <a:cubicBezTo>
                          <a:pt x="28008" y="36751"/>
                          <a:pt x="25635" y="36042"/>
                          <a:pt x="23602" y="34716"/>
                        </a:cubicBezTo>
                        <a:lnTo>
                          <a:pt x="5700" y="23053"/>
                        </a:lnTo>
                        <a:cubicBezTo>
                          <a:pt x="-104" y="19274"/>
                          <a:pt x="-1746" y="11505"/>
                          <a:pt x="2032" y="5701"/>
                        </a:cubicBezTo>
                        <a:cubicBezTo>
                          <a:pt x="5811" y="-104"/>
                          <a:pt x="13581" y="-1747"/>
                          <a:pt x="19385" y="2033"/>
                        </a:cubicBezTo>
                        <a:lnTo>
                          <a:pt x="37286" y="13695"/>
                        </a:lnTo>
                        <a:cubicBezTo>
                          <a:pt x="43096" y="17467"/>
                          <a:pt x="44748" y="25232"/>
                          <a:pt x="40976" y="31042"/>
                        </a:cubicBezTo>
                        <a:cubicBezTo>
                          <a:pt x="38660" y="34611"/>
                          <a:pt x="34691" y="36762"/>
                          <a:pt x="30436" y="3675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84" name="Freeform 163">
                    <a:extLst>
                      <a:ext uri="{FF2B5EF4-FFF2-40B4-BE49-F238E27FC236}">
                        <a16:creationId xmlns:a16="http://schemas.microsoft.com/office/drawing/2014/main" id="{DFF66D47-6FAA-4D40-3DBA-DE25A0737AF1}"/>
                      </a:ext>
                    </a:extLst>
                  </p:cNvPr>
                  <p:cNvSpPr/>
                  <p:nvPr/>
                </p:nvSpPr>
                <p:spPr>
                  <a:xfrm>
                    <a:off x="6717310" y="2202400"/>
                    <a:ext cx="85595" cy="85587"/>
                  </a:xfrm>
                  <a:custGeom>
                    <a:avLst/>
                    <a:gdLst>
                      <a:gd name="connsiteX0" fmla="*/ 42727 w 85595"/>
                      <a:gd name="connsiteY0" fmla="*/ 85588 h 85587"/>
                      <a:gd name="connsiteX1" fmla="*/ 0 w 85595"/>
                      <a:gd name="connsiteY1" fmla="*/ 42727 h 85587"/>
                      <a:gd name="connsiteX2" fmla="*/ 42860 w 85595"/>
                      <a:gd name="connsiteY2" fmla="*/ 0 h 85587"/>
                      <a:gd name="connsiteX3" fmla="*/ 84455 w 85595"/>
                      <a:gd name="connsiteY3" fmla="*/ 33013 h 85587"/>
                      <a:gd name="connsiteX4" fmla="*/ 84455 w 85595"/>
                      <a:gd name="connsiteY4" fmla="*/ 33013 h 85587"/>
                      <a:gd name="connsiteX5" fmla="*/ 52586 w 85595"/>
                      <a:gd name="connsiteY5" fmla="*/ 84444 h 85587"/>
                      <a:gd name="connsiteX6" fmla="*/ 42727 w 85595"/>
                      <a:gd name="connsiteY6" fmla="*/ 85588 h 85587"/>
                      <a:gd name="connsiteX7" fmla="*/ 42883 w 85595"/>
                      <a:gd name="connsiteY7" fmla="*/ 25049 h 85587"/>
                      <a:gd name="connsiteX8" fmla="*/ 38808 w 85595"/>
                      <a:gd name="connsiteY8" fmla="*/ 25520 h 85587"/>
                      <a:gd name="connsiteX9" fmla="*/ 25664 w 85595"/>
                      <a:gd name="connsiteY9" fmla="*/ 46818 h 85587"/>
                      <a:gd name="connsiteX10" fmla="*/ 46962 w 85595"/>
                      <a:gd name="connsiteY10" fmla="*/ 59963 h 85587"/>
                      <a:gd name="connsiteX11" fmla="*/ 60126 w 85595"/>
                      <a:gd name="connsiteY11" fmla="*/ 38750 h 85587"/>
                      <a:gd name="connsiteX12" fmla="*/ 60126 w 85595"/>
                      <a:gd name="connsiteY12" fmla="*/ 38750 h 85587"/>
                      <a:gd name="connsiteX13" fmla="*/ 42883 w 85595"/>
                      <a:gd name="connsiteY13" fmla="*/ 25049 h 8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595" h="85587">
                        <a:moveTo>
                          <a:pt x="42727" y="85588"/>
                        </a:moveTo>
                        <a:cubicBezTo>
                          <a:pt x="19093" y="85550"/>
                          <a:pt x="-38" y="66362"/>
                          <a:pt x="0" y="42727"/>
                        </a:cubicBezTo>
                        <a:cubicBezTo>
                          <a:pt x="36" y="19093"/>
                          <a:pt x="19226" y="-38"/>
                          <a:pt x="42860" y="0"/>
                        </a:cubicBezTo>
                        <a:cubicBezTo>
                          <a:pt x="62702" y="31"/>
                          <a:pt x="79920" y="13697"/>
                          <a:pt x="84455" y="33013"/>
                        </a:cubicBezTo>
                        <a:lnTo>
                          <a:pt x="84455" y="33013"/>
                        </a:lnTo>
                        <a:cubicBezTo>
                          <a:pt x="89850" y="56015"/>
                          <a:pt x="75585" y="79036"/>
                          <a:pt x="52586" y="84444"/>
                        </a:cubicBezTo>
                        <a:cubicBezTo>
                          <a:pt x="49354" y="85202"/>
                          <a:pt x="46047" y="85586"/>
                          <a:pt x="42727" y="85588"/>
                        </a:cubicBezTo>
                        <a:close/>
                        <a:moveTo>
                          <a:pt x="42883" y="25049"/>
                        </a:moveTo>
                        <a:cubicBezTo>
                          <a:pt x="41512" y="25051"/>
                          <a:pt x="40143" y="25209"/>
                          <a:pt x="38808" y="25520"/>
                        </a:cubicBezTo>
                        <a:cubicBezTo>
                          <a:pt x="29296" y="27771"/>
                          <a:pt x="23411" y="37308"/>
                          <a:pt x="25664" y="46818"/>
                        </a:cubicBezTo>
                        <a:cubicBezTo>
                          <a:pt x="27915" y="56330"/>
                          <a:pt x="37450" y="62214"/>
                          <a:pt x="46962" y="59963"/>
                        </a:cubicBezTo>
                        <a:cubicBezTo>
                          <a:pt x="56439" y="57719"/>
                          <a:pt x="62322" y="48238"/>
                          <a:pt x="60126" y="38750"/>
                        </a:cubicBezTo>
                        <a:lnTo>
                          <a:pt x="60126" y="38750"/>
                        </a:lnTo>
                        <a:cubicBezTo>
                          <a:pt x="58252" y="30736"/>
                          <a:pt x="51113" y="25065"/>
                          <a:pt x="42883" y="25049"/>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275" name="Freeform 154">
                  <a:extLst>
                    <a:ext uri="{FF2B5EF4-FFF2-40B4-BE49-F238E27FC236}">
                      <a16:creationId xmlns:a16="http://schemas.microsoft.com/office/drawing/2014/main" id="{D3C5CD69-AFE3-5287-1D0A-09881B16D770}"/>
                    </a:ext>
                  </a:extLst>
                </p:cNvPr>
                <p:cNvSpPr/>
                <p:nvPr/>
              </p:nvSpPr>
              <p:spPr>
                <a:xfrm>
                  <a:off x="6717586" y="2109858"/>
                  <a:ext cx="54608" cy="54606"/>
                </a:xfrm>
                <a:custGeom>
                  <a:avLst/>
                  <a:gdLst>
                    <a:gd name="connsiteX0" fmla="*/ 42074 w 54608"/>
                    <a:gd name="connsiteY0" fmla="*/ 54607 h 54606"/>
                    <a:gd name="connsiteX1" fmla="*/ 33202 w 54608"/>
                    <a:gd name="connsiteY1" fmla="*/ 50939 h 54606"/>
                    <a:gd name="connsiteX2" fmla="*/ 3669 w 54608"/>
                    <a:gd name="connsiteY2" fmla="*/ 21406 h 54606"/>
                    <a:gd name="connsiteX3" fmla="*/ 3677 w 54608"/>
                    <a:gd name="connsiteY3" fmla="*/ 3669 h 54606"/>
                    <a:gd name="connsiteX4" fmla="*/ 21414 w 54608"/>
                    <a:gd name="connsiteY4" fmla="*/ 3677 h 54606"/>
                    <a:gd name="connsiteX5" fmla="*/ 50931 w 54608"/>
                    <a:gd name="connsiteY5" fmla="*/ 33194 h 54606"/>
                    <a:gd name="connsiteX6" fmla="*/ 50940 w 54608"/>
                    <a:gd name="connsiteY6" fmla="*/ 50929 h 54606"/>
                    <a:gd name="connsiteX7" fmla="*/ 42074 w 54608"/>
                    <a:gd name="connsiteY7" fmla="*/ 54607 h 5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608" h="54606">
                      <a:moveTo>
                        <a:pt x="42074" y="54607"/>
                      </a:moveTo>
                      <a:cubicBezTo>
                        <a:pt x="38748" y="54609"/>
                        <a:pt x="35556" y="53290"/>
                        <a:pt x="33202" y="50939"/>
                      </a:cubicBezTo>
                      <a:lnTo>
                        <a:pt x="3669" y="21406"/>
                      </a:lnTo>
                      <a:cubicBezTo>
                        <a:pt x="-1226" y="16506"/>
                        <a:pt x="-1223" y="8565"/>
                        <a:pt x="3677" y="3669"/>
                      </a:cubicBezTo>
                      <a:cubicBezTo>
                        <a:pt x="8577" y="-1226"/>
                        <a:pt x="16519" y="-1223"/>
                        <a:pt x="21414" y="3677"/>
                      </a:cubicBezTo>
                      <a:lnTo>
                        <a:pt x="50931" y="33194"/>
                      </a:lnTo>
                      <a:cubicBezTo>
                        <a:pt x="55831" y="38089"/>
                        <a:pt x="55836" y="46029"/>
                        <a:pt x="50940" y="50929"/>
                      </a:cubicBezTo>
                      <a:cubicBezTo>
                        <a:pt x="48590" y="53282"/>
                        <a:pt x="45401" y="54605"/>
                        <a:pt x="42074" y="5460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289" name="Group 288">
              <a:extLst>
                <a:ext uri="{FF2B5EF4-FFF2-40B4-BE49-F238E27FC236}">
                  <a16:creationId xmlns:a16="http://schemas.microsoft.com/office/drawing/2014/main" id="{30035E42-9250-6847-8FEF-FEAEB085F5FC}"/>
                </a:ext>
              </a:extLst>
            </p:cNvPr>
            <p:cNvGrpSpPr/>
            <p:nvPr/>
          </p:nvGrpSpPr>
          <p:grpSpPr>
            <a:xfrm>
              <a:off x="9961728" y="1490179"/>
              <a:ext cx="471791" cy="471791"/>
              <a:chOff x="9817805" y="1942177"/>
              <a:chExt cx="471791" cy="471791"/>
            </a:xfrm>
          </p:grpSpPr>
          <p:sp>
            <p:nvSpPr>
              <p:cNvPr id="290" name="Oval 289">
                <a:extLst>
                  <a:ext uri="{FF2B5EF4-FFF2-40B4-BE49-F238E27FC236}">
                    <a16:creationId xmlns:a16="http://schemas.microsoft.com/office/drawing/2014/main" id="{F56142C0-61CD-11C0-7BFE-66F38B476518}"/>
                  </a:ext>
                </a:extLst>
              </p:cNvPr>
              <p:cNvSpPr/>
              <p:nvPr/>
            </p:nvSpPr>
            <p:spPr>
              <a:xfrm>
                <a:off x="9817805"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291" name="Graphic 334">
                <a:extLst>
                  <a:ext uri="{FF2B5EF4-FFF2-40B4-BE49-F238E27FC236}">
                    <a16:creationId xmlns:a16="http://schemas.microsoft.com/office/drawing/2014/main" id="{4A0BD0D0-E499-7A06-ECCD-E5947BF65844}"/>
                  </a:ext>
                </a:extLst>
              </p:cNvPr>
              <p:cNvGrpSpPr/>
              <p:nvPr/>
            </p:nvGrpSpPr>
            <p:grpSpPr>
              <a:xfrm>
                <a:off x="9951565" y="2036935"/>
                <a:ext cx="204378" cy="282424"/>
                <a:chOff x="9951565" y="2036935"/>
                <a:chExt cx="204378" cy="282424"/>
              </a:xfrm>
            </p:grpSpPr>
            <p:sp>
              <p:nvSpPr>
                <p:cNvPr id="292" name="Freeform 143">
                  <a:extLst>
                    <a:ext uri="{FF2B5EF4-FFF2-40B4-BE49-F238E27FC236}">
                      <a16:creationId xmlns:a16="http://schemas.microsoft.com/office/drawing/2014/main" id="{212F5008-9767-992E-0976-06B803038C28}"/>
                    </a:ext>
                  </a:extLst>
                </p:cNvPr>
                <p:cNvSpPr/>
                <p:nvPr/>
              </p:nvSpPr>
              <p:spPr>
                <a:xfrm>
                  <a:off x="10075099" y="2179856"/>
                  <a:ext cx="80844" cy="136661"/>
                </a:xfrm>
                <a:custGeom>
                  <a:avLst/>
                  <a:gdLst>
                    <a:gd name="connsiteX0" fmla="*/ 56016 w 80844"/>
                    <a:gd name="connsiteY0" fmla="*/ 136661 h 136661"/>
                    <a:gd name="connsiteX1" fmla="*/ 24749 w 80844"/>
                    <a:gd name="connsiteY1" fmla="*/ 114256 h 136661"/>
                    <a:gd name="connsiteX2" fmla="*/ 1674 w 80844"/>
                    <a:gd name="connsiteY2" fmla="*/ 91516 h 136661"/>
                    <a:gd name="connsiteX3" fmla="*/ 2510 w 80844"/>
                    <a:gd name="connsiteY3" fmla="*/ 77136 h 136661"/>
                    <a:gd name="connsiteX4" fmla="*/ 28762 w 80844"/>
                    <a:gd name="connsiteY4" fmla="*/ 12261 h 136661"/>
                    <a:gd name="connsiteX5" fmla="*/ 43141 w 80844"/>
                    <a:gd name="connsiteY5" fmla="*/ 55 h 136661"/>
                    <a:gd name="connsiteX6" fmla="*/ 50331 w 80844"/>
                    <a:gd name="connsiteY6" fmla="*/ 2897 h 136661"/>
                    <a:gd name="connsiteX7" fmla="*/ 79759 w 80844"/>
                    <a:gd name="connsiteY7" fmla="*/ 46371 h 136661"/>
                    <a:gd name="connsiteX8" fmla="*/ 76749 w 80844"/>
                    <a:gd name="connsiteY8" fmla="*/ 92017 h 136661"/>
                    <a:gd name="connsiteX9" fmla="*/ 67720 w 80844"/>
                    <a:gd name="connsiteY9" fmla="*/ 130642 h 136661"/>
                    <a:gd name="connsiteX10" fmla="*/ 57688 w 80844"/>
                    <a:gd name="connsiteY10" fmla="*/ 136494 h 136661"/>
                    <a:gd name="connsiteX11" fmla="*/ 56016 w 80844"/>
                    <a:gd name="connsiteY11" fmla="*/ 136661 h 136661"/>
                    <a:gd name="connsiteX12" fmla="*/ 30768 w 80844"/>
                    <a:gd name="connsiteY12" fmla="*/ 83156 h 136661"/>
                    <a:gd name="connsiteX13" fmla="*/ 48324 w 80844"/>
                    <a:gd name="connsiteY13" fmla="*/ 99374 h 136661"/>
                    <a:gd name="connsiteX14" fmla="*/ 54009 w 80844"/>
                    <a:gd name="connsiteY14" fmla="*/ 53728 h 136661"/>
                    <a:gd name="connsiteX15" fmla="*/ 49662 w 80844"/>
                    <a:gd name="connsiteY15" fmla="*/ 43194 h 136661"/>
                    <a:gd name="connsiteX16" fmla="*/ 30768 w 80844"/>
                    <a:gd name="connsiteY16" fmla="*/ 83156 h 136661"/>
                    <a:gd name="connsiteX17" fmla="*/ 30768 w 80844"/>
                    <a:gd name="connsiteY17" fmla="*/ 83156 h 136661"/>
                    <a:gd name="connsiteX18" fmla="*/ 24247 w 80844"/>
                    <a:gd name="connsiteY18" fmla="*/ 92686 h 136661"/>
                    <a:gd name="connsiteX19" fmla="*/ 24247 w 80844"/>
                    <a:gd name="connsiteY19" fmla="*/ 92686 h 136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0844" h="136661">
                      <a:moveTo>
                        <a:pt x="56016" y="136661"/>
                      </a:moveTo>
                      <a:cubicBezTo>
                        <a:pt x="50498" y="136661"/>
                        <a:pt x="45984" y="133651"/>
                        <a:pt x="24749" y="114256"/>
                      </a:cubicBezTo>
                      <a:cubicBezTo>
                        <a:pt x="3179" y="94526"/>
                        <a:pt x="2510" y="93188"/>
                        <a:pt x="1674" y="91516"/>
                      </a:cubicBezTo>
                      <a:cubicBezTo>
                        <a:pt x="-834" y="87001"/>
                        <a:pt x="-499" y="81484"/>
                        <a:pt x="2510" y="77136"/>
                      </a:cubicBezTo>
                      <a:cubicBezTo>
                        <a:pt x="17726" y="55901"/>
                        <a:pt x="27089" y="32827"/>
                        <a:pt x="28762" y="12261"/>
                      </a:cubicBezTo>
                      <a:cubicBezTo>
                        <a:pt x="29430" y="4904"/>
                        <a:pt x="35784" y="-614"/>
                        <a:pt x="43141" y="55"/>
                      </a:cubicBezTo>
                      <a:cubicBezTo>
                        <a:pt x="45816" y="222"/>
                        <a:pt x="48324" y="1225"/>
                        <a:pt x="50331" y="2897"/>
                      </a:cubicBezTo>
                      <a:cubicBezTo>
                        <a:pt x="64209" y="14100"/>
                        <a:pt x="74408" y="29316"/>
                        <a:pt x="79759" y="46371"/>
                      </a:cubicBezTo>
                      <a:cubicBezTo>
                        <a:pt x="80762" y="49547"/>
                        <a:pt x="82601" y="56236"/>
                        <a:pt x="76749" y="92017"/>
                      </a:cubicBezTo>
                      <a:cubicBezTo>
                        <a:pt x="71064" y="125793"/>
                        <a:pt x="68891" y="129137"/>
                        <a:pt x="67720" y="130642"/>
                      </a:cubicBezTo>
                      <a:cubicBezTo>
                        <a:pt x="65379" y="133986"/>
                        <a:pt x="61701" y="136159"/>
                        <a:pt x="57688" y="136494"/>
                      </a:cubicBezTo>
                      <a:cubicBezTo>
                        <a:pt x="57019" y="136494"/>
                        <a:pt x="56518" y="136661"/>
                        <a:pt x="56016" y="136661"/>
                      </a:cubicBezTo>
                      <a:close/>
                      <a:moveTo>
                        <a:pt x="30768" y="83156"/>
                      </a:moveTo>
                      <a:cubicBezTo>
                        <a:pt x="35784" y="87837"/>
                        <a:pt x="42305" y="94024"/>
                        <a:pt x="48324" y="99374"/>
                      </a:cubicBezTo>
                      <a:cubicBezTo>
                        <a:pt x="51501" y="82320"/>
                        <a:pt x="54845" y="59747"/>
                        <a:pt x="54009" y="53728"/>
                      </a:cubicBezTo>
                      <a:cubicBezTo>
                        <a:pt x="52839" y="50049"/>
                        <a:pt x="51501" y="46538"/>
                        <a:pt x="49662" y="43194"/>
                      </a:cubicBezTo>
                      <a:cubicBezTo>
                        <a:pt x="45148" y="57239"/>
                        <a:pt x="38794" y="70615"/>
                        <a:pt x="30768" y="83156"/>
                      </a:cubicBezTo>
                      <a:lnTo>
                        <a:pt x="30768" y="83156"/>
                      </a:lnTo>
                      <a:close/>
                      <a:moveTo>
                        <a:pt x="24247" y="92686"/>
                      </a:moveTo>
                      <a:lnTo>
                        <a:pt x="24247" y="92686"/>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94" name="Freeform 144">
                  <a:extLst>
                    <a:ext uri="{FF2B5EF4-FFF2-40B4-BE49-F238E27FC236}">
                      <a16:creationId xmlns:a16="http://schemas.microsoft.com/office/drawing/2014/main" id="{8F8D048D-1A28-5F41-9D9B-C1ADC8C0125D}"/>
                    </a:ext>
                  </a:extLst>
                </p:cNvPr>
                <p:cNvSpPr/>
                <p:nvPr/>
              </p:nvSpPr>
              <p:spPr>
                <a:xfrm>
                  <a:off x="9951565" y="2182212"/>
                  <a:ext cx="80901" cy="136478"/>
                </a:xfrm>
                <a:custGeom>
                  <a:avLst/>
                  <a:gdLst>
                    <a:gd name="connsiteX0" fmla="*/ 24718 w 80901"/>
                    <a:gd name="connsiteY0" fmla="*/ 136479 h 136478"/>
                    <a:gd name="connsiteX1" fmla="*/ 23214 w 80901"/>
                    <a:gd name="connsiteY1" fmla="*/ 136479 h 136478"/>
                    <a:gd name="connsiteX2" fmla="*/ 13181 w 80901"/>
                    <a:gd name="connsiteY2" fmla="*/ 130627 h 136478"/>
                    <a:gd name="connsiteX3" fmla="*/ 4152 w 80901"/>
                    <a:gd name="connsiteY3" fmla="*/ 92003 h 136478"/>
                    <a:gd name="connsiteX4" fmla="*/ 1143 w 80901"/>
                    <a:gd name="connsiteY4" fmla="*/ 46356 h 136478"/>
                    <a:gd name="connsiteX5" fmla="*/ 1143 w 80901"/>
                    <a:gd name="connsiteY5" fmla="*/ 46356 h 136478"/>
                    <a:gd name="connsiteX6" fmla="*/ 30571 w 80901"/>
                    <a:gd name="connsiteY6" fmla="*/ 2882 h 136478"/>
                    <a:gd name="connsiteX7" fmla="*/ 49297 w 80901"/>
                    <a:gd name="connsiteY7" fmla="*/ 5056 h 136478"/>
                    <a:gd name="connsiteX8" fmla="*/ 52140 w 80901"/>
                    <a:gd name="connsiteY8" fmla="*/ 12246 h 136478"/>
                    <a:gd name="connsiteX9" fmla="*/ 78391 w 80901"/>
                    <a:gd name="connsiteY9" fmla="*/ 77121 h 136478"/>
                    <a:gd name="connsiteX10" fmla="*/ 79227 w 80901"/>
                    <a:gd name="connsiteY10" fmla="*/ 91501 h 136478"/>
                    <a:gd name="connsiteX11" fmla="*/ 56153 w 80901"/>
                    <a:gd name="connsiteY11" fmla="*/ 114241 h 136478"/>
                    <a:gd name="connsiteX12" fmla="*/ 24718 w 80901"/>
                    <a:gd name="connsiteY12" fmla="*/ 136479 h 136478"/>
                    <a:gd name="connsiteX13" fmla="*/ 26725 w 80901"/>
                    <a:gd name="connsiteY13" fmla="*/ 53545 h 136478"/>
                    <a:gd name="connsiteX14" fmla="*/ 32410 w 80901"/>
                    <a:gd name="connsiteY14" fmla="*/ 99192 h 136478"/>
                    <a:gd name="connsiteX15" fmla="*/ 49966 w 80901"/>
                    <a:gd name="connsiteY15" fmla="*/ 82973 h 136478"/>
                    <a:gd name="connsiteX16" fmla="*/ 31072 w 80901"/>
                    <a:gd name="connsiteY16" fmla="*/ 43012 h 136478"/>
                    <a:gd name="connsiteX17" fmla="*/ 26725 w 80901"/>
                    <a:gd name="connsiteY17" fmla="*/ 53545 h 136478"/>
                    <a:gd name="connsiteX18" fmla="*/ 56487 w 80901"/>
                    <a:gd name="connsiteY18" fmla="*/ 92671 h 136478"/>
                    <a:gd name="connsiteX19" fmla="*/ 56487 w 80901"/>
                    <a:gd name="connsiteY19" fmla="*/ 92671 h 136478"/>
                    <a:gd name="connsiteX20" fmla="*/ 26558 w 80901"/>
                    <a:gd name="connsiteY20" fmla="*/ 53880 h 136478"/>
                    <a:gd name="connsiteX21" fmla="*/ 26558 w 80901"/>
                    <a:gd name="connsiteY21" fmla="*/ 53880 h 136478"/>
                    <a:gd name="connsiteX22" fmla="*/ 26558 w 80901"/>
                    <a:gd name="connsiteY22" fmla="*/ 53880 h 136478"/>
                    <a:gd name="connsiteX23" fmla="*/ 13850 w 80901"/>
                    <a:gd name="connsiteY23" fmla="*/ 50034 h 136478"/>
                    <a:gd name="connsiteX24" fmla="*/ 13850 w 80901"/>
                    <a:gd name="connsiteY24" fmla="*/ 50034 h 13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0901" h="136478">
                      <a:moveTo>
                        <a:pt x="24718" y="136479"/>
                      </a:moveTo>
                      <a:cubicBezTo>
                        <a:pt x="24217" y="136479"/>
                        <a:pt x="23715" y="136479"/>
                        <a:pt x="23214" y="136479"/>
                      </a:cubicBezTo>
                      <a:cubicBezTo>
                        <a:pt x="19201" y="136145"/>
                        <a:pt x="15522" y="133971"/>
                        <a:pt x="13181" y="130627"/>
                      </a:cubicBezTo>
                      <a:cubicBezTo>
                        <a:pt x="12011" y="128955"/>
                        <a:pt x="9837" y="125778"/>
                        <a:pt x="4152" y="92003"/>
                      </a:cubicBezTo>
                      <a:cubicBezTo>
                        <a:pt x="-1867" y="56221"/>
                        <a:pt x="139" y="49533"/>
                        <a:pt x="1143" y="46356"/>
                      </a:cubicBezTo>
                      <a:lnTo>
                        <a:pt x="1143" y="46356"/>
                      </a:lnTo>
                      <a:cubicBezTo>
                        <a:pt x="6493" y="29301"/>
                        <a:pt x="16693" y="14085"/>
                        <a:pt x="30571" y="2882"/>
                      </a:cubicBezTo>
                      <a:cubicBezTo>
                        <a:pt x="36423" y="-1632"/>
                        <a:pt x="44783" y="-796"/>
                        <a:pt x="49297" y="5056"/>
                      </a:cubicBezTo>
                      <a:cubicBezTo>
                        <a:pt x="50969" y="7063"/>
                        <a:pt x="51973" y="9571"/>
                        <a:pt x="52140" y="12246"/>
                      </a:cubicBezTo>
                      <a:cubicBezTo>
                        <a:pt x="53812" y="32812"/>
                        <a:pt x="63175" y="55886"/>
                        <a:pt x="78391" y="77121"/>
                      </a:cubicBezTo>
                      <a:cubicBezTo>
                        <a:pt x="81401" y="81301"/>
                        <a:pt x="81735" y="86986"/>
                        <a:pt x="79227" y="91501"/>
                      </a:cubicBezTo>
                      <a:cubicBezTo>
                        <a:pt x="78391" y="93006"/>
                        <a:pt x="77555" y="94343"/>
                        <a:pt x="56153" y="114241"/>
                      </a:cubicBezTo>
                      <a:cubicBezTo>
                        <a:pt x="34751" y="133469"/>
                        <a:pt x="30236" y="136479"/>
                        <a:pt x="24718" y="136479"/>
                      </a:cubicBezTo>
                      <a:close/>
                      <a:moveTo>
                        <a:pt x="26725" y="53545"/>
                      </a:moveTo>
                      <a:cubicBezTo>
                        <a:pt x="25889" y="59565"/>
                        <a:pt x="29400" y="82137"/>
                        <a:pt x="32410" y="99192"/>
                      </a:cubicBezTo>
                      <a:cubicBezTo>
                        <a:pt x="38262" y="93842"/>
                        <a:pt x="44950" y="87655"/>
                        <a:pt x="49966" y="82973"/>
                      </a:cubicBezTo>
                      <a:cubicBezTo>
                        <a:pt x="41940" y="70600"/>
                        <a:pt x="35587" y="57057"/>
                        <a:pt x="31072" y="43012"/>
                      </a:cubicBezTo>
                      <a:cubicBezTo>
                        <a:pt x="29233" y="46356"/>
                        <a:pt x="27728" y="49867"/>
                        <a:pt x="26725" y="53545"/>
                      </a:cubicBezTo>
                      <a:close/>
                      <a:moveTo>
                        <a:pt x="56487" y="92671"/>
                      </a:moveTo>
                      <a:lnTo>
                        <a:pt x="56487" y="92671"/>
                      </a:lnTo>
                      <a:close/>
                      <a:moveTo>
                        <a:pt x="26558" y="53880"/>
                      </a:moveTo>
                      <a:lnTo>
                        <a:pt x="26558" y="53880"/>
                      </a:lnTo>
                      <a:lnTo>
                        <a:pt x="26558" y="53880"/>
                      </a:lnTo>
                      <a:close/>
                      <a:moveTo>
                        <a:pt x="13850" y="50034"/>
                      </a:moveTo>
                      <a:lnTo>
                        <a:pt x="13850" y="50034"/>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95" name="Freeform 145">
                  <a:extLst>
                    <a:ext uri="{FF2B5EF4-FFF2-40B4-BE49-F238E27FC236}">
                      <a16:creationId xmlns:a16="http://schemas.microsoft.com/office/drawing/2014/main" id="{F4FD16A1-DE4C-69B0-9D4D-43B566E1DF5D}"/>
                    </a:ext>
                  </a:extLst>
                </p:cNvPr>
                <p:cNvSpPr/>
                <p:nvPr/>
              </p:nvSpPr>
              <p:spPr>
                <a:xfrm>
                  <a:off x="9976589" y="2036935"/>
                  <a:ext cx="153728" cy="247979"/>
                </a:xfrm>
                <a:custGeom>
                  <a:avLst/>
                  <a:gdLst>
                    <a:gd name="connsiteX0" fmla="*/ 107040 w 153728"/>
                    <a:gd name="connsiteY0" fmla="*/ 247980 h 247979"/>
                    <a:gd name="connsiteX1" fmla="*/ 46847 w 153728"/>
                    <a:gd name="connsiteY1" fmla="*/ 247980 h 247979"/>
                    <a:gd name="connsiteX2" fmla="*/ 36814 w 153728"/>
                    <a:gd name="connsiteY2" fmla="*/ 243465 h 247979"/>
                    <a:gd name="connsiteX3" fmla="*/ 1200 w 153728"/>
                    <a:gd name="connsiteY3" fmla="*/ 167053 h 247979"/>
                    <a:gd name="connsiteX4" fmla="*/ 11734 w 153728"/>
                    <a:gd name="connsiteY4" fmla="*/ 92814 h 247979"/>
                    <a:gd name="connsiteX5" fmla="*/ 42834 w 153728"/>
                    <a:gd name="connsiteY5" fmla="*/ 32286 h 247979"/>
                    <a:gd name="connsiteX6" fmla="*/ 76442 w 153728"/>
                    <a:gd name="connsiteY6" fmla="*/ 16 h 247979"/>
                    <a:gd name="connsiteX7" fmla="*/ 100018 w 153728"/>
                    <a:gd name="connsiteY7" fmla="*/ 18241 h 247979"/>
                    <a:gd name="connsiteX8" fmla="*/ 111053 w 153728"/>
                    <a:gd name="connsiteY8" fmla="*/ 31952 h 247979"/>
                    <a:gd name="connsiteX9" fmla="*/ 111221 w 153728"/>
                    <a:gd name="connsiteY9" fmla="*/ 32119 h 247979"/>
                    <a:gd name="connsiteX10" fmla="*/ 152854 w 153728"/>
                    <a:gd name="connsiteY10" fmla="*/ 166217 h 247979"/>
                    <a:gd name="connsiteX11" fmla="*/ 152687 w 153728"/>
                    <a:gd name="connsiteY11" fmla="*/ 167053 h 247979"/>
                    <a:gd name="connsiteX12" fmla="*/ 117240 w 153728"/>
                    <a:gd name="connsiteY12" fmla="*/ 243131 h 247979"/>
                    <a:gd name="connsiteX13" fmla="*/ 107040 w 153728"/>
                    <a:gd name="connsiteY13" fmla="*/ 247980 h 247979"/>
                    <a:gd name="connsiteX14" fmla="*/ 53368 w 153728"/>
                    <a:gd name="connsiteY14" fmla="*/ 221227 h 247979"/>
                    <a:gd name="connsiteX15" fmla="*/ 100352 w 153728"/>
                    <a:gd name="connsiteY15" fmla="*/ 221227 h 247979"/>
                    <a:gd name="connsiteX16" fmla="*/ 126269 w 153728"/>
                    <a:gd name="connsiteY16" fmla="*/ 163040 h 247979"/>
                    <a:gd name="connsiteX17" fmla="*/ 89818 w 153728"/>
                    <a:gd name="connsiteY17" fmla="*/ 48170 h 247979"/>
                    <a:gd name="connsiteX18" fmla="*/ 76776 w 153728"/>
                    <a:gd name="connsiteY18" fmla="*/ 31952 h 247979"/>
                    <a:gd name="connsiteX19" fmla="*/ 64403 w 153728"/>
                    <a:gd name="connsiteY19" fmla="*/ 48003 h 247979"/>
                    <a:gd name="connsiteX20" fmla="*/ 27618 w 153728"/>
                    <a:gd name="connsiteY20" fmla="*/ 162706 h 247979"/>
                    <a:gd name="connsiteX21" fmla="*/ 53368 w 153728"/>
                    <a:gd name="connsiteY21" fmla="*/ 221227 h 247979"/>
                    <a:gd name="connsiteX22" fmla="*/ 139478 w 153728"/>
                    <a:gd name="connsiteY22" fmla="*/ 164712 h 247979"/>
                    <a:gd name="connsiteX23" fmla="*/ 139478 w 153728"/>
                    <a:gd name="connsiteY23" fmla="*/ 164712 h 247979"/>
                    <a:gd name="connsiteX24" fmla="*/ 139478 w 153728"/>
                    <a:gd name="connsiteY24" fmla="*/ 164712 h 247979"/>
                    <a:gd name="connsiteX25" fmla="*/ 83130 w 153728"/>
                    <a:gd name="connsiteY25" fmla="*/ 24929 h 247979"/>
                    <a:gd name="connsiteX26" fmla="*/ 83130 w 153728"/>
                    <a:gd name="connsiteY26" fmla="*/ 24929 h 247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3728" h="247979">
                      <a:moveTo>
                        <a:pt x="107040" y="247980"/>
                      </a:moveTo>
                      <a:lnTo>
                        <a:pt x="46847" y="247980"/>
                      </a:lnTo>
                      <a:cubicBezTo>
                        <a:pt x="43001" y="247980"/>
                        <a:pt x="39323" y="246308"/>
                        <a:pt x="36814" y="243465"/>
                      </a:cubicBezTo>
                      <a:cubicBezTo>
                        <a:pt x="35644" y="242128"/>
                        <a:pt x="8222" y="210359"/>
                        <a:pt x="1200" y="167053"/>
                      </a:cubicBezTo>
                      <a:cubicBezTo>
                        <a:pt x="-2980" y="141471"/>
                        <a:pt x="4544" y="112544"/>
                        <a:pt x="11734" y="92814"/>
                      </a:cubicBezTo>
                      <a:cubicBezTo>
                        <a:pt x="19760" y="70409"/>
                        <a:pt x="31464" y="47669"/>
                        <a:pt x="42834" y="32286"/>
                      </a:cubicBezTo>
                      <a:cubicBezTo>
                        <a:pt x="65908" y="183"/>
                        <a:pt x="71091" y="16"/>
                        <a:pt x="76442" y="16"/>
                      </a:cubicBezTo>
                      <a:cubicBezTo>
                        <a:pt x="84133" y="-319"/>
                        <a:pt x="88982" y="4697"/>
                        <a:pt x="100018" y="18241"/>
                      </a:cubicBezTo>
                      <a:cubicBezTo>
                        <a:pt x="105703" y="25096"/>
                        <a:pt x="110719" y="31784"/>
                        <a:pt x="111053" y="31952"/>
                      </a:cubicBezTo>
                      <a:cubicBezTo>
                        <a:pt x="111053" y="31952"/>
                        <a:pt x="111221" y="32119"/>
                        <a:pt x="111221" y="32119"/>
                      </a:cubicBezTo>
                      <a:cubicBezTo>
                        <a:pt x="129446" y="56698"/>
                        <a:pt x="159208" y="106692"/>
                        <a:pt x="152854" y="166217"/>
                      </a:cubicBezTo>
                      <a:cubicBezTo>
                        <a:pt x="152854" y="166551"/>
                        <a:pt x="152854" y="166719"/>
                        <a:pt x="152687" y="167053"/>
                      </a:cubicBezTo>
                      <a:cubicBezTo>
                        <a:pt x="145665" y="208520"/>
                        <a:pt x="118410" y="241793"/>
                        <a:pt x="117240" y="243131"/>
                      </a:cubicBezTo>
                      <a:cubicBezTo>
                        <a:pt x="114732" y="246141"/>
                        <a:pt x="111053" y="247980"/>
                        <a:pt x="107040" y="247980"/>
                      </a:cubicBezTo>
                      <a:close/>
                      <a:moveTo>
                        <a:pt x="53368" y="221227"/>
                      </a:moveTo>
                      <a:lnTo>
                        <a:pt x="100352" y="221227"/>
                      </a:lnTo>
                      <a:cubicBezTo>
                        <a:pt x="107208" y="211697"/>
                        <a:pt x="121754" y="188790"/>
                        <a:pt x="126269" y="163040"/>
                      </a:cubicBezTo>
                      <a:cubicBezTo>
                        <a:pt x="131452" y="112879"/>
                        <a:pt x="105703" y="69573"/>
                        <a:pt x="89818" y="48170"/>
                      </a:cubicBezTo>
                      <a:cubicBezTo>
                        <a:pt x="85638" y="42653"/>
                        <a:pt x="80622" y="36633"/>
                        <a:pt x="76776" y="31952"/>
                      </a:cubicBezTo>
                      <a:cubicBezTo>
                        <a:pt x="73098" y="36299"/>
                        <a:pt x="68583" y="42318"/>
                        <a:pt x="64403" y="48003"/>
                      </a:cubicBezTo>
                      <a:cubicBezTo>
                        <a:pt x="45676" y="73084"/>
                        <a:pt x="21933" y="128261"/>
                        <a:pt x="27618" y="162706"/>
                      </a:cubicBezTo>
                      <a:cubicBezTo>
                        <a:pt x="31966" y="189626"/>
                        <a:pt x="46512" y="212031"/>
                        <a:pt x="53368" y="221227"/>
                      </a:cubicBezTo>
                      <a:close/>
                      <a:moveTo>
                        <a:pt x="139478" y="164712"/>
                      </a:moveTo>
                      <a:lnTo>
                        <a:pt x="139478" y="164712"/>
                      </a:lnTo>
                      <a:lnTo>
                        <a:pt x="139478" y="164712"/>
                      </a:lnTo>
                      <a:close/>
                      <a:moveTo>
                        <a:pt x="83130" y="24929"/>
                      </a:moveTo>
                      <a:lnTo>
                        <a:pt x="83130" y="24929"/>
                      </a:ln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96" name="Freeform 146">
                  <a:extLst>
                    <a:ext uri="{FF2B5EF4-FFF2-40B4-BE49-F238E27FC236}">
                      <a16:creationId xmlns:a16="http://schemas.microsoft.com/office/drawing/2014/main" id="{2FD25112-C7AD-F018-27FC-52531A3AFD24}"/>
                    </a:ext>
                  </a:extLst>
                </p:cNvPr>
                <p:cNvSpPr/>
                <p:nvPr/>
              </p:nvSpPr>
              <p:spPr>
                <a:xfrm>
                  <a:off x="10038985" y="2195628"/>
                  <a:ext cx="26752" cy="123731"/>
                </a:xfrm>
                <a:custGeom>
                  <a:avLst/>
                  <a:gdLst>
                    <a:gd name="connsiteX0" fmla="*/ 13376 w 26752"/>
                    <a:gd name="connsiteY0" fmla="*/ 123731 h 123731"/>
                    <a:gd name="connsiteX1" fmla="*/ 0 w 26752"/>
                    <a:gd name="connsiteY1" fmla="*/ 110355 h 123731"/>
                    <a:gd name="connsiteX2" fmla="*/ 0 w 26752"/>
                    <a:gd name="connsiteY2" fmla="*/ 13376 h 123731"/>
                    <a:gd name="connsiteX3" fmla="*/ 13376 w 26752"/>
                    <a:gd name="connsiteY3" fmla="*/ 0 h 123731"/>
                    <a:gd name="connsiteX4" fmla="*/ 26753 w 26752"/>
                    <a:gd name="connsiteY4" fmla="*/ 13376 h 123731"/>
                    <a:gd name="connsiteX5" fmla="*/ 26753 w 26752"/>
                    <a:gd name="connsiteY5" fmla="*/ 110355 h 123731"/>
                    <a:gd name="connsiteX6" fmla="*/ 13376 w 26752"/>
                    <a:gd name="connsiteY6" fmla="*/ 123731 h 12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52" h="123731">
                      <a:moveTo>
                        <a:pt x="13376" y="123731"/>
                      </a:moveTo>
                      <a:cubicBezTo>
                        <a:pt x="6019" y="123731"/>
                        <a:pt x="0" y="117712"/>
                        <a:pt x="0" y="110355"/>
                      </a:cubicBezTo>
                      <a:lnTo>
                        <a:pt x="0" y="13376"/>
                      </a:lnTo>
                      <a:cubicBezTo>
                        <a:pt x="0" y="6019"/>
                        <a:pt x="6019" y="0"/>
                        <a:pt x="13376" y="0"/>
                      </a:cubicBezTo>
                      <a:cubicBezTo>
                        <a:pt x="20733" y="0"/>
                        <a:pt x="26753" y="6019"/>
                        <a:pt x="26753" y="13376"/>
                      </a:cubicBezTo>
                      <a:lnTo>
                        <a:pt x="26753" y="110355"/>
                      </a:lnTo>
                      <a:cubicBezTo>
                        <a:pt x="26753" y="117712"/>
                        <a:pt x="20733" y="123731"/>
                        <a:pt x="13376" y="123731"/>
                      </a:cubicBez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97" name="Freeform 147">
                  <a:extLst>
                    <a:ext uri="{FF2B5EF4-FFF2-40B4-BE49-F238E27FC236}">
                      <a16:creationId xmlns:a16="http://schemas.microsoft.com/office/drawing/2014/main" id="{3CF5A3E9-2D88-B845-5298-9041A5813C84}"/>
                    </a:ext>
                  </a:extLst>
                </p:cNvPr>
                <p:cNvSpPr/>
                <p:nvPr/>
              </p:nvSpPr>
              <p:spPr>
                <a:xfrm>
                  <a:off x="10019590" y="2116540"/>
                  <a:ext cx="68386" cy="68386"/>
                </a:xfrm>
                <a:custGeom>
                  <a:avLst/>
                  <a:gdLst>
                    <a:gd name="connsiteX0" fmla="*/ 34277 w 68386"/>
                    <a:gd name="connsiteY0" fmla="*/ 68387 h 68386"/>
                    <a:gd name="connsiteX1" fmla="*/ 0 w 68386"/>
                    <a:gd name="connsiteY1" fmla="*/ 34277 h 68386"/>
                    <a:gd name="connsiteX2" fmla="*/ 34110 w 68386"/>
                    <a:gd name="connsiteY2" fmla="*/ 0 h 68386"/>
                    <a:gd name="connsiteX3" fmla="*/ 68387 w 68386"/>
                    <a:gd name="connsiteY3" fmla="*/ 34110 h 68386"/>
                    <a:gd name="connsiteX4" fmla="*/ 68387 w 68386"/>
                    <a:gd name="connsiteY4" fmla="*/ 34110 h 68386"/>
                    <a:gd name="connsiteX5" fmla="*/ 34277 w 68386"/>
                    <a:gd name="connsiteY5" fmla="*/ 68387 h 68386"/>
                    <a:gd name="connsiteX6" fmla="*/ 34277 w 68386"/>
                    <a:gd name="connsiteY6" fmla="*/ 26753 h 68386"/>
                    <a:gd name="connsiteX7" fmla="*/ 26753 w 68386"/>
                    <a:gd name="connsiteY7" fmla="*/ 34110 h 68386"/>
                    <a:gd name="connsiteX8" fmla="*/ 34110 w 68386"/>
                    <a:gd name="connsiteY8" fmla="*/ 41634 h 68386"/>
                    <a:gd name="connsiteX9" fmla="*/ 41634 w 68386"/>
                    <a:gd name="connsiteY9" fmla="*/ 34277 h 68386"/>
                    <a:gd name="connsiteX10" fmla="*/ 41634 w 68386"/>
                    <a:gd name="connsiteY10" fmla="*/ 34277 h 68386"/>
                    <a:gd name="connsiteX11" fmla="*/ 34277 w 68386"/>
                    <a:gd name="connsiteY11" fmla="*/ 26753 h 6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386" h="68386">
                      <a:moveTo>
                        <a:pt x="34277" y="68387"/>
                      </a:moveTo>
                      <a:cubicBezTo>
                        <a:pt x="15383" y="68387"/>
                        <a:pt x="0" y="53004"/>
                        <a:pt x="0" y="34277"/>
                      </a:cubicBezTo>
                      <a:cubicBezTo>
                        <a:pt x="0" y="15550"/>
                        <a:pt x="15383" y="0"/>
                        <a:pt x="34110" y="0"/>
                      </a:cubicBezTo>
                      <a:cubicBezTo>
                        <a:pt x="52837" y="0"/>
                        <a:pt x="68387" y="15216"/>
                        <a:pt x="68387" y="34110"/>
                      </a:cubicBezTo>
                      <a:cubicBezTo>
                        <a:pt x="68387" y="34110"/>
                        <a:pt x="68387" y="34110"/>
                        <a:pt x="68387" y="34110"/>
                      </a:cubicBezTo>
                      <a:cubicBezTo>
                        <a:pt x="68387" y="53004"/>
                        <a:pt x="53004" y="68387"/>
                        <a:pt x="34277" y="68387"/>
                      </a:cubicBezTo>
                      <a:close/>
                      <a:moveTo>
                        <a:pt x="34277" y="26753"/>
                      </a:moveTo>
                      <a:cubicBezTo>
                        <a:pt x="30097" y="26753"/>
                        <a:pt x="26753" y="30097"/>
                        <a:pt x="26753" y="34110"/>
                      </a:cubicBezTo>
                      <a:cubicBezTo>
                        <a:pt x="26753" y="38290"/>
                        <a:pt x="30097" y="41634"/>
                        <a:pt x="34110" y="41634"/>
                      </a:cubicBezTo>
                      <a:cubicBezTo>
                        <a:pt x="38290" y="41634"/>
                        <a:pt x="41634" y="38290"/>
                        <a:pt x="41634" y="34277"/>
                      </a:cubicBezTo>
                      <a:cubicBezTo>
                        <a:pt x="41634" y="34277"/>
                        <a:pt x="41634" y="34277"/>
                        <a:pt x="41634" y="34277"/>
                      </a:cubicBezTo>
                      <a:cubicBezTo>
                        <a:pt x="41634" y="30097"/>
                        <a:pt x="38290" y="26753"/>
                        <a:pt x="34277" y="26753"/>
                      </a:cubicBez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298" name="Group 297">
              <a:extLst>
                <a:ext uri="{FF2B5EF4-FFF2-40B4-BE49-F238E27FC236}">
                  <a16:creationId xmlns:a16="http://schemas.microsoft.com/office/drawing/2014/main" id="{9BE58340-65A3-F4AB-BF92-A8863C9458E7}"/>
                </a:ext>
              </a:extLst>
            </p:cNvPr>
            <p:cNvGrpSpPr/>
            <p:nvPr/>
          </p:nvGrpSpPr>
          <p:grpSpPr>
            <a:xfrm>
              <a:off x="11473610" y="1490179"/>
              <a:ext cx="471791" cy="471791"/>
              <a:chOff x="11473610" y="1942177"/>
              <a:chExt cx="471791" cy="471791"/>
            </a:xfrm>
          </p:grpSpPr>
          <p:sp>
            <p:nvSpPr>
              <p:cNvPr id="299" name="Oval 298">
                <a:extLst>
                  <a:ext uri="{FF2B5EF4-FFF2-40B4-BE49-F238E27FC236}">
                    <a16:creationId xmlns:a16="http://schemas.microsoft.com/office/drawing/2014/main" id="{1696C409-5C5F-DB25-B39F-7169FD03E221}"/>
                  </a:ext>
                </a:extLst>
              </p:cNvPr>
              <p:cNvSpPr/>
              <p:nvPr/>
            </p:nvSpPr>
            <p:spPr>
              <a:xfrm>
                <a:off x="11473610"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300" name="Group 299">
                <a:extLst>
                  <a:ext uri="{FF2B5EF4-FFF2-40B4-BE49-F238E27FC236}">
                    <a16:creationId xmlns:a16="http://schemas.microsoft.com/office/drawing/2014/main" id="{E25B6D75-D6CE-A193-36FE-6C81AECB81B4}"/>
                  </a:ext>
                </a:extLst>
              </p:cNvPr>
              <p:cNvGrpSpPr/>
              <p:nvPr/>
            </p:nvGrpSpPr>
            <p:grpSpPr>
              <a:xfrm>
                <a:off x="11570793" y="2043116"/>
                <a:ext cx="277520" cy="269933"/>
                <a:chOff x="11570793" y="2043116"/>
                <a:chExt cx="277520" cy="269933"/>
              </a:xfrm>
            </p:grpSpPr>
            <p:sp>
              <p:nvSpPr>
                <p:cNvPr id="301" name="Freeform 127">
                  <a:extLst>
                    <a:ext uri="{FF2B5EF4-FFF2-40B4-BE49-F238E27FC236}">
                      <a16:creationId xmlns:a16="http://schemas.microsoft.com/office/drawing/2014/main" id="{CE2A54FD-D27E-461F-D236-E46532D09B54}"/>
                    </a:ext>
                  </a:extLst>
                </p:cNvPr>
                <p:cNvSpPr/>
                <p:nvPr/>
              </p:nvSpPr>
              <p:spPr>
                <a:xfrm>
                  <a:off x="11570793" y="2043116"/>
                  <a:ext cx="179741" cy="226257"/>
                </a:xfrm>
                <a:custGeom>
                  <a:avLst/>
                  <a:gdLst>
                    <a:gd name="connsiteX0" fmla="*/ 41995 w 179741"/>
                    <a:gd name="connsiteY0" fmla="*/ 226257 h 226257"/>
                    <a:gd name="connsiteX1" fmla="*/ 31425 w 179741"/>
                    <a:gd name="connsiteY1" fmla="*/ 221343 h 226257"/>
                    <a:gd name="connsiteX2" fmla="*/ 48307 w 179741"/>
                    <a:gd name="connsiteY2" fmla="*/ 31424 h 226257"/>
                    <a:gd name="connsiteX3" fmla="*/ 168886 w 179741"/>
                    <a:gd name="connsiteY3" fmla="*/ 4375 h 226257"/>
                    <a:gd name="connsiteX4" fmla="*/ 179422 w 179741"/>
                    <a:gd name="connsiteY4" fmla="*/ 20793 h 226257"/>
                    <a:gd name="connsiteX5" fmla="*/ 163005 w 179741"/>
                    <a:gd name="connsiteY5" fmla="*/ 31329 h 226257"/>
                    <a:gd name="connsiteX6" fmla="*/ 161989 w 179741"/>
                    <a:gd name="connsiteY6" fmla="*/ 31067 h 226257"/>
                    <a:gd name="connsiteX7" fmla="*/ 31017 w 179741"/>
                    <a:gd name="connsiteY7" fmla="*/ 107371 h 226257"/>
                    <a:gd name="connsiteX8" fmla="*/ 52548 w 179741"/>
                    <a:gd name="connsiteY8" fmla="*/ 203600 h 226257"/>
                    <a:gd name="connsiteX9" fmla="*/ 50841 w 179741"/>
                    <a:gd name="connsiteY9" fmla="*/ 223033 h 226257"/>
                    <a:gd name="connsiteX10" fmla="*/ 41995 w 179741"/>
                    <a:gd name="connsiteY10" fmla="*/ 226257 h 22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41" h="226257">
                      <a:moveTo>
                        <a:pt x="41995" y="226257"/>
                      </a:moveTo>
                      <a:cubicBezTo>
                        <a:pt x="37919" y="226261"/>
                        <a:pt x="34050" y="224462"/>
                        <a:pt x="31425" y="221343"/>
                      </a:cubicBezTo>
                      <a:cubicBezTo>
                        <a:pt x="-16358" y="164236"/>
                        <a:pt x="-8799" y="79207"/>
                        <a:pt x="48307" y="31424"/>
                      </a:cubicBezTo>
                      <a:cubicBezTo>
                        <a:pt x="81759" y="3434"/>
                        <a:pt x="126684" y="-6644"/>
                        <a:pt x="168886" y="4375"/>
                      </a:cubicBezTo>
                      <a:cubicBezTo>
                        <a:pt x="176330" y="5999"/>
                        <a:pt x="181046" y="13350"/>
                        <a:pt x="179422" y="20793"/>
                      </a:cubicBezTo>
                      <a:cubicBezTo>
                        <a:pt x="177798" y="28236"/>
                        <a:pt x="170447" y="32954"/>
                        <a:pt x="163005" y="31329"/>
                      </a:cubicBezTo>
                      <a:cubicBezTo>
                        <a:pt x="162663" y="31255"/>
                        <a:pt x="162324" y="31167"/>
                        <a:pt x="161989" y="31067"/>
                      </a:cubicBezTo>
                      <a:cubicBezTo>
                        <a:pt x="104751" y="15971"/>
                        <a:pt x="46113" y="50133"/>
                        <a:pt x="31017" y="107371"/>
                      </a:cubicBezTo>
                      <a:cubicBezTo>
                        <a:pt x="22136" y="141041"/>
                        <a:pt x="30166" y="176925"/>
                        <a:pt x="52548" y="203600"/>
                      </a:cubicBezTo>
                      <a:cubicBezTo>
                        <a:pt x="57443" y="209439"/>
                        <a:pt x="56678" y="218140"/>
                        <a:pt x="50841" y="223033"/>
                      </a:cubicBezTo>
                      <a:cubicBezTo>
                        <a:pt x="48361" y="225113"/>
                        <a:pt x="45231" y="226254"/>
                        <a:pt x="41995" y="226257"/>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02" name="Freeform 128">
                  <a:extLst>
                    <a:ext uri="{FF2B5EF4-FFF2-40B4-BE49-F238E27FC236}">
                      <a16:creationId xmlns:a16="http://schemas.microsoft.com/office/drawing/2014/main" id="{D5DF54C1-942D-1D0C-B205-6CE4AFDC4D17}"/>
                    </a:ext>
                  </a:extLst>
                </p:cNvPr>
                <p:cNvSpPr/>
                <p:nvPr/>
              </p:nvSpPr>
              <p:spPr>
                <a:xfrm>
                  <a:off x="11594873" y="2243457"/>
                  <a:ext cx="54073" cy="54073"/>
                </a:xfrm>
                <a:custGeom>
                  <a:avLst/>
                  <a:gdLst>
                    <a:gd name="connsiteX0" fmla="*/ 27054 w 54073"/>
                    <a:gd name="connsiteY0" fmla="*/ 54074 h 54073"/>
                    <a:gd name="connsiteX1" fmla="*/ 0 w 54073"/>
                    <a:gd name="connsiteY1" fmla="*/ 27054 h 54073"/>
                    <a:gd name="connsiteX2" fmla="*/ 27020 w 54073"/>
                    <a:gd name="connsiteY2" fmla="*/ 0 h 54073"/>
                    <a:gd name="connsiteX3" fmla="*/ 54074 w 54073"/>
                    <a:gd name="connsiteY3" fmla="*/ 27020 h 54073"/>
                    <a:gd name="connsiteX4" fmla="*/ 54074 w 54073"/>
                    <a:gd name="connsiteY4" fmla="*/ 27037 h 54073"/>
                    <a:gd name="connsiteX5" fmla="*/ 27054 w 54073"/>
                    <a:gd name="connsiteY5" fmla="*/ 54074 h 54073"/>
                    <a:gd name="connsiteX6" fmla="*/ 27054 w 54073"/>
                    <a:gd name="connsiteY6" fmla="*/ 26485 h 54073"/>
                    <a:gd name="connsiteX7" fmla="*/ 26486 w 54073"/>
                    <a:gd name="connsiteY7" fmla="*/ 27020 h 54073"/>
                    <a:gd name="connsiteX8" fmla="*/ 26485 w 54073"/>
                    <a:gd name="connsiteY8" fmla="*/ 27037 h 54073"/>
                    <a:gd name="connsiteX9" fmla="*/ 26947 w 54073"/>
                    <a:gd name="connsiteY9" fmla="*/ 27696 h 54073"/>
                    <a:gd name="connsiteX10" fmla="*/ 27606 w 54073"/>
                    <a:gd name="connsiteY10" fmla="*/ 27234 h 54073"/>
                    <a:gd name="connsiteX11" fmla="*/ 27606 w 54073"/>
                    <a:gd name="connsiteY11" fmla="*/ 27037 h 54073"/>
                    <a:gd name="connsiteX12" fmla="*/ 27054 w 54073"/>
                    <a:gd name="connsiteY12"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073" h="54073">
                      <a:moveTo>
                        <a:pt x="27054" y="54074"/>
                      </a:moveTo>
                      <a:cubicBezTo>
                        <a:pt x="12122" y="54084"/>
                        <a:pt x="9" y="41987"/>
                        <a:pt x="0" y="27054"/>
                      </a:cubicBezTo>
                      <a:cubicBezTo>
                        <a:pt x="-9" y="12122"/>
                        <a:pt x="12088" y="10"/>
                        <a:pt x="27020" y="0"/>
                      </a:cubicBezTo>
                      <a:cubicBezTo>
                        <a:pt x="41952" y="-10"/>
                        <a:pt x="54064" y="12087"/>
                        <a:pt x="54074" y="27020"/>
                      </a:cubicBezTo>
                      <a:cubicBezTo>
                        <a:pt x="54074" y="27025"/>
                        <a:pt x="54074" y="27032"/>
                        <a:pt x="54074" y="27037"/>
                      </a:cubicBezTo>
                      <a:cubicBezTo>
                        <a:pt x="54064" y="41959"/>
                        <a:pt x="41976" y="54055"/>
                        <a:pt x="27054" y="54074"/>
                      </a:cubicBezTo>
                      <a:close/>
                      <a:moveTo>
                        <a:pt x="27054" y="26485"/>
                      </a:moveTo>
                      <a:cubicBezTo>
                        <a:pt x="26750" y="26475"/>
                        <a:pt x="26495" y="26715"/>
                        <a:pt x="26486" y="27020"/>
                      </a:cubicBezTo>
                      <a:cubicBezTo>
                        <a:pt x="26485" y="27025"/>
                        <a:pt x="26485" y="27032"/>
                        <a:pt x="26485" y="27037"/>
                      </a:cubicBezTo>
                      <a:cubicBezTo>
                        <a:pt x="26431" y="27346"/>
                        <a:pt x="26637" y="27642"/>
                        <a:pt x="26947" y="27696"/>
                      </a:cubicBezTo>
                      <a:cubicBezTo>
                        <a:pt x="27256" y="27751"/>
                        <a:pt x="27552" y="27544"/>
                        <a:pt x="27606" y="27234"/>
                      </a:cubicBezTo>
                      <a:cubicBezTo>
                        <a:pt x="27618" y="27170"/>
                        <a:pt x="27618" y="27103"/>
                        <a:pt x="27606" y="27037"/>
                      </a:cubicBezTo>
                      <a:cubicBezTo>
                        <a:pt x="27606" y="26732"/>
                        <a:pt x="27359" y="26485"/>
                        <a:pt x="27054"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03" name="Freeform 129">
                  <a:extLst>
                    <a:ext uri="{FF2B5EF4-FFF2-40B4-BE49-F238E27FC236}">
                      <a16:creationId xmlns:a16="http://schemas.microsoft.com/office/drawing/2014/main" id="{CD2E3077-C29F-11E0-5311-72C76610DB4D}"/>
                    </a:ext>
                  </a:extLst>
                </p:cNvPr>
                <p:cNvSpPr/>
                <p:nvPr/>
              </p:nvSpPr>
              <p:spPr>
                <a:xfrm>
                  <a:off x="11669487" y="2086914"/>
                  <a:ext cx="178826" cy="226135"/>
                </a:xfrm>
                <a:custGeom>
                  <a:avLst/>
                  <a:gdLst>
                    <a:gd name="connsiteX0" fmla="*/ 44069 w 178826"/>
                    <a:gd name="connsiteY0" fmla="*/ 226136 h 226135"/>
                    <a:gd name="connsiteX1" fmla="*/ 9842 w 178826"/>
                    <a:gd name="connsiteY1" fmla="*/ 221739 h 226135"/>
                    <a:gd name="connsiteX2" fmla="*/ 583 w 178826"/>
                    <a:gd name="connsiteY2" fmla="*/ 204568 h 226135"/>
                    <a:gd name="connsiteX3" fmla="*/ 16739 w 178826"/>
                    <a:gd name="connsiteY3" fmla="*/ 195047 h 226135"/>
                    <a:gd name="connsiteX4" fmla="*/ 147712 w 178826"/>
                    <a:gd name="connsiteY4" fmla="*/ 118743 h 226135"/>
                    <a:gd name="connsiteX5" fmla="*/ 126180 w 178826"/>
                    <a:gd name="connsiteY5" fmla="*/ 22514 h 226135"/>
                    <a:gd name="connsiteX6" fmla="*/ 128151 w 178826"/>
                    <a:gd name="connsiteY6" fmla="*/ 3105 h 226135"/>
                    <a:gd name="connsiteX7" fmla="*/ 147303 w 178826"/>
                    <a:gd name="connsiteY7" fmla="*/ 4771 h 226135"/>
                    <a:gd name="connsiteX8" fmla="*/ 130681 w 178826"/>
                    <a:gd name="connsiteY8" fmla="*/ 194616 h 226135"/>
                    <a:gd name="connsiteX9" fmla="*/ 44069 w 178826"/>
                    <a:gd name="connsiteY9" fmla="*/ 226136 h 22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8826" h="226135">
                      <a:moveTo>
                        <a:pt x="44069" y="226136"/>
                      </a:moveTo>
                      <a:cubicBezTo>
                        <a:pt x="32519" y="226134"/>
                        <a:pt x="21017" y="224656"/>
                        <a:pt x="9842" y="221739"/>
                      </a:cubicBezTo>
                      <a:cubicBezTo>
                        <a:pt x="2543" y="219554"/>
                        <a:pt x="-1602" y="211866"/>
                        <a:pt x="583" y="204568"/>
                      </a:cubicBezTo>
                      <a:cubicBezTo>
                        <a:pt x="2651" y="197659"/>
                        <a:pt x="9693" y="193509"/>
                        <a:pt x="16739" y="195047"/>
                      </a:cubicBezTo>
                      <a:cubicBezTo>
                        <a:pt x="73977" y="210143"/>
                        <a:pt x="132615" y="175981"/>
                        <a:pt x="147712" y="118743"/>
                      </a:cubicBezTo>
                      <a:cubicBezTo>
                        <a:pt x="156592" y="85073"/>
                        <a:pt x="148563" y="49188"/>
                        <a:pt x="126180" y="22514"/>
                      </a:cubicBezTo>
                      <a:cubicBezTo>
                        <a:pt x="121364" y="16610"/>
                        <a:pt x="122247" y="7921"/>
                        <a:pt x="128151" y="3105"/>
                      </a:cubicBezTo>
                      <a:cubicBezTo>
                        <a:pt x="133934" y="-1612"/>
                        <a:pt x="142421" y="-874"/>
                        <a:pt x="147303" y="4771"/>
                      </a:cubicBezTo>
                      <a:cubicBezTo>
                        <a:pt x="195137" y="61785"/>
                        <a:pt x="187695" y="146780"/>
                        <a:pt x="130681" y="194616"/>
                      </a:cubicBezTo>
                      <a:cubicBezTo>
                        <a:pt x="106413" y="214976"/>
                        <a:pt x="75748" y="226136"/>
                        <a:pt x="44069" y="226136"/>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04" name="Freeform 130">
                  <a:extLst>
                    <a:ext uri="{FF2B5EF4-FFF2-40B4-BE49-F238E27FC236}">
                      <a16:creationId xmlns:a16="http://schemas.microsoft.com/office/drawing/2014/main" id="{6E91D8F4-65A6-ED9A-8957-7BD2FAC395C6}"/>
                    </a:ext>
                  </a:extLst>
                </p:cNvPr>
                <p:cNvSpPr/>
                <p:nvPr/>
              </p:nvSpPr>
              <p:spPr>
                <a:xfrm>
                  <a:off x="11770096" y="2058595"/>
                  <a:ext cx="54074" cy="54073"/>
                </a:xfrm>
                <a:custGeom>
                  <a:avLst/>
                  <a:gdLst>
                    <a:gd name="connsiteX0" fmla="*/ 26985 w 54074"/>
                    <a:gd name="connsiteY0" fmla="*/ 54074 h 54073"/>
                    <a:gd name="connsiteX1" fmla="*/ 0 w 54074"/>
                    <a:gd name="connsiteY1" fmla="*/ 26985 h 54073"/>
                    <a:gd name="connsiteX2" fmla="*/ 27089 w 54074"/>
                    <a:gd name="connsiteY2" fmla="*/ 0 h 54073"/>
                    <a:gd name="connsiteX3" fmla="*/ 54074 w 54074"/>
                    <a:gd name="connsiteY3" fmla="*/ 27054 h 54073"/>
                    <a:gd name="connsiteX4" fmla="*/ 26985 w 54074"/>
                    <a:gd name="connsiteY4" fmla="*/ 54074 h 54073"/>
                    <a:gd name="connsiteX5" fmla="*/ 26985 w 54074"/>
                    <a:gd name="connsiteY5" fmla="*/ 26485 h 54073"/>
                    <a:gd name="connsiteX6" fmla="*/ 26434 w 54074"/>
                    <a:gd name="connsiteY6" fmla="*/ 27054 h 54073"/>
                    <a:gd name="connsiteX7" fmla="*/ 27092 w 54074"/>
                    <a:gd name="connsiteY7" fmla="*/ 27516 h 54073"/>
                    <a:gd name="connsiteX8" fmla="*/ 27554 w 54074"/>
                    <a:gd name="connsiteY8" fmla="*/ 27054 h 54073"/>
                    <a:gd name="connsiteX9" fmla="*/ 26985 w 54074"/>
                    <a:gd name="connsiteY9"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74" h="54073">
                      <a:moveTo>
                        <a:pt x="26985" y="54074"/>
                      </a:moveTo>
                      <a:cubicBezTo>
                        <a:pt x="12053" y="54045"/>
                        <a:pt x="-29" y="41917"/>
                        <a:pt x="0" y="26985"/>
                      </a:cubicBezTo>
                      <a:cubicBezTo>
                        <a:pt x="29" y="12053"/>
                        <a:pt x="12156" y="-29"/>
                        <a:pt x="27089" y="0"/>
                      </a:cubicBezTo>
                      <a:cubicBezTo>
                        <a:pt x="42007" y="29"/>
                        <a:pt x="54083" y="12135"/>
                        <a:pt x="54074" y="27054"/>
                      </a:cubicBezTo>
                      <a:cubicBezTo>
                        <a:pt x="54055" y="41996"/>
                        <a:pt x="41926" y="54093"/>
                        <a:pt x="26985" y="54074"/>
                      </a:cubicBezTo>
                      <a:close/>
                      <a:moveTo>
                        <a:pt x="26985" y="26485"/>
                      </a:moveTo>
                      <a:cubicBezTo>
                        <a:pt x="26678" y="26494"/>
                        <a:pt x="26434" y="26746"/>
                        <a:pt x="26434" y="27054"/>
                      </a:cubicBezTo>
                      <a:cubicBezTo>
                        <a:pt x="26489" y="27364"/>
                        <a:pt x="26784" y="27570"/>
                        <a:pt x="27092" y="27516"/>
                      </a:cubicBezTo>
                      <a:cubicBezTo>
                        <a:pt x="27328" y="27474"/>
                        <a:pt x="27513" y="27290"/>
                        <a:pt x="27554" y="27054"/>
                      </a:cubicBezTo>
                      <a:cubicBezTo>
                        <a:pt x="27554" y="26740"/>
                        <a:pt x="27299" y="26485"/>
                        <a:pt x="26985"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305" name="Graphic 336">
                  <a:extLst>
                    <a:ext uri="{FF2B5EF4-FFF2-40B4-BE49-F238E27FC236}">
                      <a16:creationId xmlns:a16="http://schemas.microsoft.com/office/drawing/2014/main" id="{800FE578-8145-9988-06E7-1020EAD8CD55}"/>
                    </a:ext>
                  </a:extLst>
                </p:cNvPr>
                <p:cNvGrpSpPr/>
                <p:nvPr/>
              </p:nvGrpSpPr>
              <p:grpSpPr>
                <a:xfrm>
                  <a:off x="11642426" y="2109389"/>
                  <a:ext cx="134189" cy="138120"/>
                  <a:chOff x="11642426" y="2109389"/>
                  <a:chExt cx="134189" cy="138120"/>
                </a:xfrm>
                <a:solidFill>
                  <a:srgbClr val="EF463C"/>
                </a:solidFill>
              </p:grpSpPr>
              <p:sp>
                <p:nvSpPr>
                  <p:cNvPr id="306" name="Freeform 132">
                    <a:extLst>
                      <a:ext uri="{FF2B5EF4-FFF2-40B4-BE49-F238E27FC236}">
                        <a16:creationId xmlns:a16="http://schemas.microsoft.com/office/drawing/2014/main" id="{68DAFB3F-F659-47C7-018C-E66D3D93B458}"/>
                      </a:ext>
                    </a:extLst>
                  </p:cNvPr>
                  <p:cNvSpPr/>
                  <p:nvPr/>
                </p:nvSpPr>
                <p:spPr>
                  <a:xfrm>
                    <a:off x="11681787" y="2109389"/>
                    <a:ext cx="34081" cy="51112"/>
                  </a:xfrm>
                  <a:custGeom>
                    <a:avLst/>
                    <a:gdLst>
                      <a:gd name="connsiteX0" fmla="*/ 20338 w 34081"/>
                      <a:gd name="connsiteY0" fmla="*/ 51112 h 51112"/>
                      <a:gd name="connsiteX1" fmla="*/ 7060 w 34081"/>
                      <a:gd name="connsiteY1" fmla="*/ 41008 h 51112"/>
                      <a:gd name="connsiteX2" fmla="*/ 318 w 34081"/>
                      <a:gd name="connsiteY2" fmla="*/ 16730 h 51112"/>
                      <a:gd name="connsiteX3" fmla="*/ 10864 w 34081"/>
                      <a:gd name="connsiteY3" fmla="*/ 317 h 51112"/>
                      <a:gd name="connsiteX4" fmla="*/ 26855 w 34081"/>
                      <a:gd name="connsiteY4" fmla="*/ 9350 h 51112"/>
                      <a:gd name="connsiteX5" fmla="*/ 33580 w 34081"/>
                      <a:gd name="connsiteY5" fmla="*/ 33628 h 51112"/>
                      <a:gd name="connsiteX6" fmla="*/ 24028 w 34081"/>
                      <a:gd name="connsiteY6" fmla="*/ 50578 h 51112"/>
                      <a:gd name="connsiteX7" fmla="*/ 20338 w 34081"/>
                      <a:gd name="connsiteY7" fmla="*/ 51112 h 51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081" h="51112">
                        <a:moveTo>
                          <a:pt x="20338" y="51112"/>
                        </a:moveTo>
                        <a:cubicBezTo>
                          <a:pt x="14146" y="51106"/>
                          <a:pt x="8717" y="46974"/>
                          <a:pt x="7060" y="41008"/>
                        </a:cubicBezTo>
                        <a:lnTo>
                          <a:pt x="318" y="16730"/>
                        </a:lnTo>
                        <a:cubicBezTo>
                          <a:pt x="-1302" y="9286"/>
                          <a:pt x="3420" y="1938"/>
                          <a:pt x="10864" y="317"/>
                        </a:cubicBezTo>
                        <a:cubicBezTo>
                          <a:pt x="17715" y="-1174"/>
                          <a:pt x="24595" y="2712"/>
                          <a:pt x="26855" y="9350"/>
                        </a:cubicBezTo>
                        <a:lnTo>
                          <a:pt x="33580" y="33628"/>
                        </a:lnTo>
                        <a:cubicBezTo>
                          <a:pt x="35601" y="40944"/>
                          <a:pt x="31332" y="48518"/>
                          <a:pt x="24028" y="50578"/>
                        </a:cubicBezTo>
                        <a:cubicBezTo>
                          <a:pt x="22826" y="50916"/>
                          <a:pt x="21586" y="51096"/>
                          <a:pt x="20338" y="51112"/>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07" name="Freeform 133">
                    <a:extLst>
                      <a:ext uri="{FF2B5EF4-FFF2-40B4-BE49-F238E27FC236}">
                        <a16:creationId xmlns:a16="http://schemas.microsoft.com/office/drawing/2014/main" id="{310A732D-7B5F-706A-0B78-0E4875B86B2D}"/>
                      </a:ext>
                    </a:extLst>
                  </p:cNvPr>
                  <p:cNvSpPr/>
                  <p:nvPr/>
                </p:nvSpPr>
                <p:spPr>
                  <a:xfrm>
                    <a:off x="11712355" y="2115152"/>
                    <a:ext cx="40560" cy="48969"/>
                  </a:xfrm>
                  <a:custGeom>
                    <a:avLst/>
                    <a:gdLst>
                      <a:gd name="connsiteX0" fmla="*/ 13789 w 40560"/>
                      <a:gd name="connsiteY0" fmla="*/ 48970 h 48969"/>
                      <a:gd name="connsiteX1" fmla="*/ 0 w 40560"/>
                      <a:gd name="connsiteY1" fmla="*/ 35170 h 48969"/>
                      <a:gd name="connsiteX2" fmla="*/ 2012 w 40560"/>
                      <a:gd name="connsiteY2" fmla="*/ 28002 h 48969"/>
                      <a:gd name="connsiteX3" fmla="*/ 15134 w 40560"/>
                      <a:gd name="connsiteY3" fmla="*/ 6379 h 48969"/>
                      <a:gd name="connsiteX4" fmla="*/ 34182 w 40560"/>
                      <a:gd name="connsiteY4" fmla="*/ 2165 h 48969"/>
                      <a:gd name="connsiteX5" fmla="*/ 38722 w 40560"/>
                      <a:gd name="connsiteY5" fmla="*/ 20674 h 48969"/>
                      <a:gd name="connsiteX6" fmla="*/ 25600 w 40560"/>
                      <a:gd name="connsiteY6" fmla="*/ 42331 h 48969"/>
                      <a:gd name="connsiteX7" fmla="*/ 13789 w 40560"/>
                      <a:gd name="connsiteY7" fmla="*/ 48970 h 4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60" h="48969">
                        <a:moveTo>
                          <a:pt x="13789" y="48970"/>
                        </a:moveTo>
                        <a:cubicBezTo>
                          <a:pt x="6170" y="48967"/>
                          <a:pt x="-3" y="42788"/>
                          <a:pt x="0" y="35170"/>
                        </a:cubicBezTo>
                        <a:cubicBezTo>
                          <a:pt x="1" y="32641"/>
                          <a:pt x="697" y="30162"/>
                          <a:pt x="2012" y="28002"/>
                        </a:cubicBezTo>
                        <a:lnTo>
                          <a:pt x="15134" y="6379"/>
                        </a:lnTo>
                        <a:cubicBezTo>
                          <a:pt x="19231" y="-44"/>
                          <a:pt x="27757" y="-1931"/>
                          <a:pt x="34182" y="2165"/>
                        </a:cubicBezTo>
                        <a:cubicBezTo>
                          <a:pt x="40398" y="6130"/>
                          <a:pt x="42398" y="14282"/>
                          <a:pt x="38722" y="20674"/>
                        </a:cubicBezTo>
                        <a:lnTo>
                          <a:pt x="25600" y="42331"/>
                        </a:lnTo>
                        <a:cubicBezTo>
                          <a:pt x="23096" y="46458"/>
                          <a:pt x="18616" y="48976"/>
                          <a:pt x="13789" y="4897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08" name="Freeform 134">
                    <a:extLst>
                      <a:ext uri="{FF2B5EF4-FFF2-40B4-BE49-F238E27FC236}">
                        <a16:creationId xmlns:a16="http://schemas.microsoft.com/office/drawing/2014/main" id="{63464C2E-78DC-E7D9-7296-35F1258BA153}"/>
                      </a:ext>
                    </a:extLst>
                  </p:cNvPr>
                  <p:cNvSpPr/>
                  <p:nvPr/>
                </p:nvSpPr>
                <p:spPr>
                  <a:xfrm>
                    <a:off x="11730312" y="2152481"/>
                    <a:ext cx="46303" cy="31384"/>
                  </a:xfrm>
                  <a:custGeom>
                    <a:avLst/>
                    <a:gdLst>
                      <a:gd name="connsiteX0" fmla="*/ 13954 w 46303"/>
                      <a:gd name="connsiteY0" fmla="*/ 31384 h 31384"/>
                      <a:gd name="connsiteX1" fmla="*/ 1 w 46303"/>
                      <a:gd name="connsiteY1" fmla="*/ 17750 h 31384"/>
                      <a:gd name="connsiteX2" fmla="*/ 11230 w 46303"/>
                      <a:gd name="connsiteY2" fmla="*/ 4037 h 31384"/>
                      <a:gd name="connsiteX3" fmla="*/ 29749 w 46303"/>
                      <a:gd name="connsiteY3" fmla="*/ 278 h 31384"/>
                      <a:gd name="connsiteX4" fmla="*/ 46026 w 46303"/>
                      <a:gd name="connsiteY4" fmla="*/ 11072 h 31384"/>
                      <a:gd name="connsiteX5" fmla="*/ 35232 w 46303"/>
                      <a:gd name="connsiteY5" fmla="*/ 27349 h 31384"/>
                      <a:gd name="connsiteX6" fmla="*/ 16713 w 46303"/>
                      <a:gd name="connsiteY6" fmla="*/ 31108 h 31384"/>
                      <a:gd name="connsiteX7" fmla="*/ 13954 w 46303"/>
                      <a:gd name="connsiteY7" fmla="*/ 31384 h 3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303" h="31384">
                        <a:moveTo>
                          <a:pt x="13954" y="31384"/>
                        </a:moveTo>
                        <a:cubicBezTo>
                          <a:pt x="6336" y="31472"/>
                          <a:pt x="89" y="25368"/>
                          <a:pt x="1" y="17750"/>
                        </a:cubicBezTo>
                        <a:cubicBezTo>
                          <a:pt x="-77" y="11061"/>
                          <a:pt x="4657" y="5280"/>
                          <a:pt x="11230" y="4037"/>
                        </a:cubicBezTo>
                        <a:lnTo>
                          <a:pt x="29749" y="278"/>
                        </a:lnTo>
                        <a:cubicBezTo>
                          <a:pt x="37224" y="-1237"/>
                          <a:pt x="44512" y="3596"/>
                          <a:pt x="46026" y="11072"/>
                        </a:cubicBezTo>
                        <a:cubicBezTo>
                          <a:pt x="47540" y="18547"/>
                          <a:pt x="42707" y="25835"/>
                          <a:pt x="35232" y="27349"/>
                        </a:cubicBezTo>
                        <a:lnTo>
                          <a:pt x="16713" y="31108"/>
                        </a:lnTo>
                        <a:cubicBezTo>
                          <a:pt x="15804" y="31292"/>
                          <a:pt x="14880" y="31385"/>
                          <a:pt x="13954" y="3138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09" name="Freeform 135">
                    <a:extLst>
                      <a:ext uri="{FF2B5EF4-FFF2-40B4-BE49-F238E27FC236}">
                        <a16:creationId xmlns:a16="http://schemas.microsoft.com/office/drawing/2014/main" id="{E33506E4-2FEE-6E27-14EA-A418EB9C4054}"/>
                      </a:ext>
                    </a:extLst>
                  </p:cNvPr>
                  <p:cNvSpPr/>
                  <p:nvPr/>
                </p:nvSpPr>
                <p:spPr>
                  <a:xfrm>
                    <a:off x="11725062" y="2181654"/>
                    <a:ext cx="46842" cy="39214"/>
                  </a:xfrm>
                  <a:custGeom>
                    <a:avLst/>
                    <a:gdLst>
                      <a:gd name="connsiteX0" fmla="*/ 33016 w 46842"/>
                      <a:gd name="connsiteY0" fmla="*/ 39215 h 39214"/>
                      <a:gd name="connsiteX1" fmla="*/ 25895 w 46842"/>
                      <a:gd name="connsiteY1" fmla="*/ 37232 h 39214"/>
                      <a:gd name="connsiteX2" fmla="*/ 6669 w 46842"/>
                      <a:gd name="connsiteY2" fmla="*/ 25610 h 39214"/>
                      <a:gd name="connsiteX3" fmla="*/ 1987 w 46842"/>
                      <a:gd name="connsiteY3" fmla="*/ 6669 h 39214"/>
                      <a:gd name="connsiteX4" fmla="*/ 20929 w 46842"/>
                      <a:gd name="connsiteY4" fmla="*/ 1987 h 39214"/>
                      <a:gd name="connsiteX5" fmla="*/ 40172 w 46842"/>
                      <a:gd name="connsiteY5" fmla="*/ 13609 h 39214"/>
                      <a:gd name="connsiteX6" fmla="*/ 44858 w 46842"/>
                      <a:gd name="connsiteY6" fmla="*/ 32545 h 39214"/>
                      <a:gd name="connsiteX7" fmla="*/ 33016 w 46842"/>
                      <a:gd name="connsiteY7" fmla="*/ 39215 h 3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842" h="39214">
                        <a:moveTo>
                          <a:pt x="33016" y="39215"/>
                        </a:moveTo>
                        <a:cubicBezTo>
                          <a:pt x="30505" y="39215"/>
                          <a:pt x="28043" y="38529"/>
                          <a:pt x="25895" y="37232"/>
                        </a:cubicBezTo>
                        <a:lnTo>
                          <a:pt x="6669" y="25610"/>
                        </a:lnTo>
                        <a:cubicBezTo>
                          <a:pt x="145" y="21672"/>
                          <a:pt x="-1951" y="13192"/>
                          <a:pt x="1987" y="6669"/>
                        </a:cubicBezTo>
                        <a:cubicBezTo>
                          <a:pt x="5925" y="145"/>
                          <a:pt x="14406" y="-1951"/>
                          <a:pt x="20929" y="1987"/>
                        </a:cubicBezTo>
                        <a:lnTo>
                          <a:pt x="40172" y="13609"/>
                        </a:lnTo>
                        <a:cubicBezTo>
                          <a:pt x="46695" y="17544"/>
                          <a:pt x="48793" y="26022"/>
                          <a:pt x="44858" y="32545"/>
                        </a:cubicBezTo>
                        <a:cubicBezTo>
                          <a:pt x="42355" y="36694"/>
                          <a:pt x="37860" y="39225"/>
                          <a:pt x="33016" y="3921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10" name="Freeform 136">
                    <a:extLst>
                      <a:ext uri="{FF2B5EF4-FFF2-40B4-BE49-F238E27FC236}">
                        <a16:creationId xmlns:a16="http://schemas.microsoft.com/office/drawing/2014/main" id="{CC2BCA55-5315-43D7-F68D-B3673CA5AC0F}"/>
                      </a:ext>
                    </a:extLst>
                  </p:cNvPr>
                  <p:cNvSpPr/>
                  <p:nvPr/>
                </p:nvSpPr>
                <p:spPr>
                  <a:xfrm>
                    <a:off x="11702289" y="2201764"/>
                    <a:ext cx="31987" cy="45745"/>
                  </a:xfrm>
                  <a:custGeom>
                    <a:avLst/>
                    <a:gdLst>
                      <a:gd name="connsiteX0" fmla="*/ 18182 w 31987"/>
                      <a:gd name="connsiteY0" fmla="*/ 45745 h 45745"/>
                      <a:gd name="connsiteX1" fmla="*/ 4784 w 31987"/>
                      <a:gd name="connsiteY1" fmla="*/ 35192 h 45745"/>
                      <a:gd name="connsiteX2" fmla="*/ 387 w 31987"/>
                      <a:gd name="connsiteY2" fmla="*/ 17036 h 45745"/>
                      <a:gd name="connsiteX3" fmla="*/ 10569 w 31987"/>
                      <a:gd name="connsiteY3" fmla="*/ 388 h 45745"/>
                      <a:gd name="connsiteX4" fmla="*/ 27217 w 31987"/>
                      <a:gd name="connsiteY4" fmla="*/ 10570 h 45745"/>
                      <a:gd name="connsiteX5" fmla="*/ 31597 w 31987"/>
                      <a:gd name="connsiteY5" fmla="*/ 28709 h 45745"/>
                      <a:gd name="connsiteX6" fmla="*/ 21437 w 31987"/>
                      <a:gd name="connsiteY6" fmla="*/ 45362 h 45745"/>
                      <a:gd name="connsiteX7" fmla="*/ 21424 w 31987"/>
                      <a:gd name="connsiteY7" fmla="*/ 45366 h 45745"/>
                      <a:gd name="connsiteX8" fmla="*/ 18182 w 31987"/>
                      <a:gd name="connsiteY8" fmla="*/ 45745 h 4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87" h="45745">
                        <a:moveTo>
                          <a:pt x="18182" y="45745"/>
                        </a:moveTo>
                        <a:cubicBezTo>
                          <a:pt x="11816" y="45740"/>
                          <a:pt x="6280" y="41379"/>
                          <a:pt x="4784" y="35192"/>
                        </a:cubicBezTo>
                        <a:lnTo>
                          <a:pt x="387" y="17036"/>
                        </a:lnTo>
                        <a:cubicBezTo>
                          <a:pt x="-1398" y="9626"/>
                          <a:pt x="3160" y="2174"/>
                          <a:pt x="10569" y="388"/>
                        </a:cubicBezTo>
                        <a:cubicBezTo>
                          <a:pt x="17978" y="-1399"/>
                          <a:pt x="25432" y="3160"/>
                          <a:pt x="27217" y="10570"/>
                        </a:cubicBezTo>
                        <a:lnTo>
                          <a:pt x="31597" y="28709"/>
                        </a:lnTo>
                        <a:cubicBezTo>
                          <a:pt x="33390" y="36113"/>
                          <a:pt x="28842" y="43569"/>
                          <a:pt x="21437" y="45362"/>
                        </a:cubicBezTo>
                        <a:cubicBezTo>
                          <a:pt x="21432" y="45364"/>
                          <a:pt x="21428" y="45364"/>
                          <a:pt x="21424" y="45366"/>
                        </a:cubicBezTo>
                        <a:cubicBezTo>
                          <a:pt x="20362" y="45618"/>
                          <a:pt x="19274" y="45745"/>
                          <a:pt x="18182" y="4574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11" name="Freeform 137">
                    <a:extLst>
                      <a:ext uri="{FF2B5EF4-FFF2-40B4-BE49-F238E27FC236}">
                        <a16:creationId xmlns:a16="http://schemas.microsoft.com/office/drawing/2014/main" id="{E06E2B28-3C50-0BAB-01CF-8164E9A87702}"/>
                      </a:ext>
                    </a:extLst>
                  </p:cNvPr>
                  <p:cNvSpPr/>
                  <p:nvPr/>
                </p:nvSpPr>
                <p:spPr>
                  <a:xfrm>
                    <a:off x="11665963" y="2194759"/>
                    <a:ext cx="38617" cy="46490"/>
                  </a:xfrm>
                  <a:custGeom>
                    <a:avLst/>
                    <a:gdLst>
                      <a:gd name="connsiteX0" fmla="*/ 13746 w 38617"/>
                      <a:gd name="connsiteY0" fmla="*/ 46490 h 46490"/>
                      <a:gd name="connsiteX1" fmla="*/ 0 w 38617"/>
                      <a:gd name="connsiteY1" fmla="*/ 32648 h 46490"/>
                      <a:gd name="connsiteX2" fmla="*/ 1848 w 38617"/>
                      <a:gd name="connsiteY2" fmla="*/ 25799 h 46490"/>
                      <a:gd name="connsiteX3" fmla="*/ 12815 w 38617"/>
                      <a:gd name="connsiteY3" fmla="*/ 7004 h 46490"/>
                      <a:gd name="connsiteX4" fmla="*/ 31613 w 38617"/>
                      <a:gd name="connsiteY4" fmla="*/ 1791 h 46490"/>
                      <a:gd name="connsiteX5" fmla="*/ 36827 w 38617"/>
                      <a:gd name="connsiteY5" fmla="*/ 20590 h 46490"/>
                      <a:gd name="connsiteX6" fmla="*/ 36645 w 38617"/>
                      <a:gd name="connsiteY6" fmla="*/ 20902 h 46490"/>
                      <a:gd name="connsiteX7" fmla="*/ 25678 w 38617"/>
                      <a:gd name="connsiteY7" fmla="*/ 39714 h 46490"/>
                      <a:gd name="connsiteX8" fmla="*/ 13746 w 38617"/>
                      <a:gd name="connsiteY8" fmla="*/ 46490 h 46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17" h="46490">
                        <a:moveTo>
                          <a:pt x="13746" y="46490"/>
                        </a:moveTo>
                        <a:cubicBezTo>
                          <a:pt x="6128" y="46463"/>
                          <a:pt x="-27" y="40266"/>
                          <a:pt x="0" y="32648"/>
                        </a:cubicBezTo>
                        <a:cubicBezTo>
                          <a:pt x="9" y="30242"/>
                          <a:pt x="646" y="27882"/>
                          <a:pt x="1848" y="25799"/>
                        </a:cubicBezTo>
                        <a:lnTo>
                          <a:pt x="12815" y="7004"/>
                        </a:lnTo>
                        <a:cubicBezTo>
                          <a:pt x="16566" y="373"/>
                          <a:pt x="24983" y="-1961"/>
                          <a:pt x="31613" y="1791"/>
                        </a:cubicBezTo>
                        <a:cubicBezTo>
                          <a:pt x="38244" y="5542"/>
                          <a:pt x="40578" y="13958"/>
                          <a:pt x="36827" y="20590"/>
                        </a:cubicBezTo>
                        <a:cubicBezTo>
                          <a:pt x="36767" y="20695"/>
                          <a:pt x="36707" y="20798"/>
                          <a:pt x="36645" y="20902"/>
                        </a:cubicBezTo>
                        <a:lnTo>
                          <a:pt x="25678" y="39714"/>
                        </a:lnTo>
                        <a:cubicBezTo>
                          <a:pt x="23186" y="43932"/>
                          <a:pt x="18644" y="46511"/>
                          <a:pt x="13746" y="4649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12" name="Freeform 138">
                    <a:extLst>
                      <a:ext uri="{FF2B5EF4-FFF2-40B4-BE49-F238E27FC236}">
                        <a16:creationId xmlns:a16="http://schemas.microsoft.com/office/drawing/2014/main" id="{FCBA76F2-A05E-070B-21C7-C489CDAD9873}"/>
                      </a:ext>
                    </a:extLst>
                  </p:cNvPr>
                  <p:cNvSpPr/>
                  <p:nvPr/>
                </p:nvSpPr>
                <p:spPr>
                  <a:xfrm>
                    <a:off x="11642426" y="2171965"/>
                    <a:ext cx="48292" cy="33233"/>
                  </a:xfrm>
                  <a:custGeom>
                    <a:avLst/>
                    <a:gdLst>
                      <a:gd name="connsiteX0" fmla="*/ 13781 w 48292"/>
                      <a:gd name="connsiteY0" fmla="*/ 33230 h 33233"/>
                      <a:gd name="connsiteX1" fmla="*/ 0 w 48292"/>
                      <a:gd name="connsiteY1" fmla="*/ 19422 h 33233"/>
                      <a:gd name="connsiteX2" fmla="*/ 10177 w 48292"/>
                      <a:gd name="connsiteY2" fmla="*/ 6124 h 33233"/>
                      <a:gd name="connsiteX3" fmla="*/ 30696 w 48292"/>
                      <a:gd name="connsiteY3" fmla="*/ 537 h 33233"/>
                      <a:gd name="connsiteX4" fmla="*/ 47756 w 48292"/>
                      <a:gd name="connsiteY4" fmla="*/ 9999 h 33233"/>
                      <a:gd name="connsiteX5" fmla="*/ 38294 w 48292"/>
                      <a:gd name="connsiteY5" fmla="*/ 27059 h 33233"/>
                      <a:gd name="connsiteX6" fmla="*/ 37921 w 48292"/>
                      <a:gd name="connsiteY6" fmla="*/ 27160 h 33233"/>
                      <a:gd name="connsiteX7" fmla="*/ 17402 w 48292"/>
                      <a:gd name="connsiteY7" fmla="*/ 32833 h 33233"/>
                      <a:gd name="connsiteX8" fmla="*/ 13781 w 48292"/>
                      <a:gd name="connsiteY8" fmla="*/ 33230 h 3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92" h="33233">
                        <a:moveTo>
                          <a:pt x="13781" y="33230"/>
                        </a:moveTo>
                        <a:cubicBezTo>
                          <a:pt x="6162" y="33223"/>
                          <a:pt x="-8" y="27040"/>
                          <a:pt x="0" y="19422"/>
                        </a:cubicBezTo>
                        <a:cubicBezTo>
                          <a:pt x="6" y="13201"/>
                          <a:pt x="4174" y="7755"/>
                          <a:pt x="10177" y="6124"/>
                        </a:cubicBezTo>
                        <a:lnTo>
                          <a:pt x="30696" y="537"/>
                        </a:lnTo>
                        <a:cubicBezTo>
                          <a:pt x="38020" y="-1561"/>
                          <a:pt x="45658" y="2675"/>
                          <a:pt x="47756" y="9999"/>
                        </a:cubicBezTo>
                        <a:cubicBezTo>
                          <a:pt x="49854" y="17323"/>
                          <a:pt x="45618" y="24961"/>
                          <a:pt x="38294" y="27059"/>
                        </a:cubicBezTo>
                        <a:cubicBezTo>
                          <a:pt x="38170" y="27094"/>
                          <a:pt x="38046" y="27128"/>
                          <a:pt x="37921" y="27160"/>
                        </a:cubicBezTo>
                        <a:lnTo>
                          <a:pt x="17402" y="32833"/>
                        </a:lnTo>
                        <a:cubicBezTo>
                          <a:pt x="16217" y="33124"/>
                          <a:pt x="15000" y="33257"/>
                          <a:pt x="13781" y="3323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13" name="Freeform 139">
                    <a:extLst>
                      <a:ext uri="{FF2B5EF4-FFF2-40B4-BE49-F238E27FC236}">
                        <a16:creationId xmlns:a16="http://schemas.microsoft.com/office/drawing/2014/main" id="{9549384E-66C3-61A3-6D40-6EE9435647CD}"/>
                      </a:ext>
                    </a:extLst>
                  </p:cNvPr>
                  <p:cNvSpPr/>
                  <p:nvPr/>
                </p:nvSpPr>
                <p:spPr>
                  <a:xfrm>
                    <a:off x="11647198" y="2133707"/>
                    <a:ext cx="47286" cy="40433"/>
                  </a:xfrm>
                  <a:custGeom>
                    <a:avLst/>
                    <a:gdLst>
                      <a:gd name="connsiteX0" fmla="*/ 33390 w 47286"/>
                      <a:gd name="connsiteY0" fmla="*/ 40434 h 40433"/>
                      <a:gd name="connsiteX1" fmla="*/ 25872 w 47286"/>
                      <a:gd name="connsiteY1" fmla="*/ 38192 h 40433"/>
                      <a:gd name="connsiteX2" fmla="*/ 6267 w 47286"/>
                      <a:gd name="connsiteY2" fmla="*/ 25363 h 40433"/>
                      <a:gd name="connsiteX3" fmla="*/ 2240 w 47286"/>
                      <a:gd name="connsiteY3" fmla="*/ 6267 h 40433"/>
                      <a:gd name="connsiteX4" fmla="*/ 21337 w 47286"/>
                      <a:gd name="connsiteY4" fmla="*/ 2240 h 40433"/>
                      <a:gd name="connsiteX5" fmla="*/ 41028 w 47286"/>
                      <a:gd name="connsiteY5" fmla="*/ 15086 h 40433"/>
                      <a:gd name="connsiteX6" fmla="*/ 45043 w 47286"/>
                      <a:gd name="connsiteY6" fmla="*/ 34177 h 40433"/>
                      <a:gd name="connsiteX7" fmla="*/ 33476 w 47286"/>
                      <a:gd name="connsiteY7" fmla="*/ 40434 h 4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286" h="40433">
                        <a:moveTo>
                          <a:pt x="33390" y="40434"/>
                        </a:moveTo>
                        <a:cubicBezTo>
                          <a:pt x="30720" y="40430"/>
                          <a:pt x="28108" y="39651"/>
                          <a:pt x="25872" y="38192"/>
                        </a:cubicBezTo>
                        <a:lnTo>
                          <a:pt x="6267" y="25363"/>
                        </a:lnTo>
                        <a:cubicBezTo>
                          <a:pt x="-119" y="21202"/>
                          <a:pt x="-1921" y="12652"/>
                          <a:pt x="2240" y="6267"/>
                        </a:cubicBezTo>
                        <a:cubicBezTo>
                          <a:pt x="6402" y="-119"/>
                          <a:pt x="14952" y="-1921"/>
                          <a:pt x="21337" y="2240"/>
                        </a:cubicBezTo>
                        <a:lnTo>
                          <a:pt x="41028" y="15086"/>
                        </a:lnTo>
                        <a:cubicBezTo>
                          <a:pt x="47409" y="19249"/>
                          <a:pt x="49206" y="27797"/>
                          <a:pt x="45043" y="34177"/>
                        </a:cubicBezTo>
                        <a:cubicBezTo>
                          <a:pt x="42494" y="38085"/>
                          <a:pt x="38142" y="40439"/>
                          <a:pt x="33476" y="4043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14" name="Freeform 140">
                    <a:extLst>
                      <a:ext uri="{FF2B5EF4-FFF2-40B4-BE49-F238E27FC236}">
                        <a16:creationId xmlns:a16="http://schemas.microsoft.com/office/drawing/2014/main" id="{8F998881-5741-23A5-4410-94EED75BB8BF}"/>
                      </a:ext>
                    </a:extLst>
                  </p:cNvPr>
                  <p:cNvSpPr/>
                  <p:nvPr/>
                </p:nvSpPr>
                <p:spPr>
                  <a:xfrm>
                    <a:off x="11662660" y="2132016"/>
                    <a:ext cx="94148" cy="94146"/>
                  </a:xfrm>
                  <a:custGeom>
                    <a:avLst/>
                    <a:gdLst>
                      <a:gd name="connsiteX0" fmla="*/ 47086 w 94148"/>
                      <a:gd name="connsiteY0" fmla="*/ 94147 h 94146"/>
                      <a:gd name="connsiteX1" fmla="*/ 0 w 94148"/>
                      <a:gd name="connsiteY1" fmla="*/ 47086 h 94146"/>
                      <a:gd name="connsiteX2" fmla="*/ 47061 w 94148"/>
                      <a:gd name="connsiteY2" fmla="*/ 0 h 94146"/>
                      <a:gd name="connsiteX3" fmla="*/ 92900 w 94148"/>
                      <a:gd name="connsiteY3" fmla="*/ 36314 h 94146"/>
                      <a:gd name="connsiteX4" fmla="*/ 92900 w 94148"/>
                      <a:gd name="connsiteY4" fmla="*/ 36314 h 94146"/>
                      <a:gd name="connsiteX5" fmla="*/ 57755 w 94148"/>
                      <a:gd name="connsiteY5" fmla="*/ 92910 h 94146"/>
                      <a:gd name="connsiteX6" fmla="*/ 47086 w 94148"/>
                      <a:gd name="connsiteY6" fmla="*/ 94147 h 94146"/>
                      <a:gd name="connsiteX7" fmla="*/ 47086 w 94148"/>
                      <a:gd name="connsiteY7" fmla="*/ 27589 h 94146"/>
                      <a:gd name="connsiteX8" fmla="*/ 42620 w 94148"/>
                      <a:gd name="connsiteY8" fmla="*/ 28106 h 94146"/>
                      <a:gd name="connsiteX9" fmla="*/ 28110 w 94148"/>
                      <a:gd name="connsiteY9" fmla="*/ 51531 h 94146"/>
                      <a:gd name="connsiteX10" fmla="*/ 51535 w 94148"/>
                      <a:gd name="connsiteY10" fmla="*/ 66041 h 94146"/>
                      <a:gd name="connsiteX11" fmla="*/ 66043 w 94148"/>
                      <a:gd name="connsiteY11" fmla="*/ 42671 h 94146"/>
                      <a:gd name="connsiteX12" fmla="*/ 66036 w 94148"/>
                      <a:gd name="connsiteY12" fmla="*/ 42642 h 94146"/>
                      <a:gd name="connsiteX13" fmla="*/ 66036 w 94148"/>
                      <a:gd name="connsiteY13" fmla="*/ 42642 h 94146"/>
                      <a:gd name="connsiteX14" fmla="*/ 47086 w 94148"/>
                      <a:gd name="connsiteY14" fmla="*/ 27589 h 9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148" h="94146">
                        <a:moveTo>
                          <a:pt x="47086" y="94147"/>
                        </a:moveTo>
                        <a:cubicBezTo>
                          <a:pt x="21088" y="94154"/>
                          <a:pt x="7" y="73084"/>
                          <a:pt x="0" y="47086"/>
                        </a:cubicBezTo>
                        <a:cubicBezTo>
                          <a:pt x="-7" y="21088"/>
                          <a:pt x="21063" y="7"/>
                          <a:pt x="47061" y="0"/>
                        </a:cubicBezTo>
                        <a:cubicBezTo>
                          <a:pt x="68919" y="-6"/>
                          <a:pt x="87905" y="15035"/>
                          <a:pt x="92900" y="36314"/>
                        </a:cubicBezTo>
                        <a:lnTo>
                          <a:pt x="92900" y="36314"/>
                        </a:lnTo>
                        <a:cubicBezTo>
                          <a:pt x="98823" y="61647"/>
                          <a:pt x="83089" y="86986"/>
                          <a:pt x="57755" y="92910"/>
                        </a:cubicBezTo>
                        <a:cubicBezTo>
                          <a:pt x="54257" y="93728"/>
                          <a:pt x="50678" y="94143"/>
                          <a:pt x="47086" y="94147"/>
                        </a:cubicBezTo>
                        <a:close/>
                        <a:moveTo>
                          <a:pt x="47086" y="27589"/>
                        </a:moveTo>
                        <a:cubicBezTo>
                          <a:pt x="45582" y="27592"/>
                          <a:pt x="44084" y="27766"/>
                          <a:pt x="42620" y="28106"/>
                        </a:cubicBezTo>
                        <a:cubicBezTo>
                          <a:pt x="32145" y="30568"/>
                          <a:pt x="25648" y="41055"/>
                          <a:pt x="28110" y="51531"/>
                        </a:cubicBezTo>
                        <a:cubicBezTo>
                          <a:pt x="30572" y="62006"/>
                          <a:pt x="41059" y="68503"/>
                          <a:pt x="51535" y="66041"/>
                        </a:cubicBezTo>
                        <a:cubicBezTo>
                          <a:pt x="61994" y="63594"/>
                          <a:pt x="68490" y="53131"/>
                          <a:pt x="66043" y="42671"/>
                        </a:cubicBezTo>
                        <a:cubicBezTo>
                          <a:pt x="66041" y="42662"/>
                          <a:pt x="66038" y="42652"/>
                          <a:pt x="66036" y="42642"/>
                        </a:cubicBezTo>
                        <a:lnTo>
                          <a:pt x="66036" y="42642"/>
                        </a:lnTo>
                        <a:cubicBezTo>
                          <a:pt x="63973" y="33838"/>
                          <a:pt x="56129" y="27606"/>
                          <a:pt x="47086" y="27589"/>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sp>
          <p:nvSpPr>
            <p:cNvPr id="315" name="Arrow: Pentagon 277">
              <a:extLst>
                <a:ext uri="{FF2B5EF4-FFF2-40B4-BE49-F238E27FC236}">
                  <a16:creationId xmlns:a16="http://schemas.microsoft.com/office/drawing/2014/main" id="{554ECAA9-5949-EF42-BD21-625B52AB5C70}"/>
                </a:ext>
              </a:extLst>
            </p:cNvPr>
            <p:cNvSpPr/>
            <p:nvPr/>
          </p:nvSpPr>
          <p:spPr>
            <a:xfrm>
              <a:off x="1075577" y="1362494"/>
              <a:ext cx="1643664" cy="964154"/>
            </a:xfrm>
            <a:prstGeom prst="homePlate">
              <a:avLst>
                <a:gd name="adj" fmla="val 30009"/>
              </a:avLst>
            </a:prstGeom>
            <a:gradFill>
              <a:gsLst>
                <a:gs pos="0">
                  <a:schemeClr val="tx2"/>
                </a:gs>
                <a:gs pos="9900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21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Initiate</a:t>
              </a:r>
            </a:p>
          </p:txBody>
        </p:sp>
        <p:sp>
          <p:nvSpPr>
            <p:cNvPr id="316" name="Arrow: Pentagon 277">
              <a:extLst>
                <a:ext uri="{FF2B5EF4-FFF2-40B4-BE49-F238E27FC236}">
                  <a16:creationId xmlns:a16="http://schemas.microsoft.com/office/drawing/2014/main" id="{F32BC6B8-8746-1144-0B3E-EFAD2B8514CD}"/>
                </a:ext>
              </a:extLst>
            </p:cNvPr>
            <p:cNvSpPr/>
            <p:nvPr/>
          </p:nvSpPr>
          <p:spPr>
            <a:xfrm>
              <a:off x="-16254" y="1362494"/>
              <a:ext cx="1407055" cy="964154"/>
            </a:xfrm>
            <a:prstGeom prst="homePlate">
              <a:avLst>
                <a:gd name="adj" fmla="val 30009"/>
              </a:avLst>
            </a:prstGeom>
            <a:gradFill>
              <a:gsLst>
                <a:gs pos="0">
                  <a:schemeClr val="bg2">
                    <a:lumMod val="50000"/>
                  </a:schemeClr>
                </a:gs>
                <a:gs pos="10000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Discover</a:t>
              </a:r>
            </a:p>
          </p:txBody>
        </p:sp>
        <p:grpSp>
          <p:nvGrpSpPr>
            <p:cNvPr id="317" name="Group 316">
              <a:extLst>
                <a:ext uri="{FF2B5EF4-FFF2-40B4-BE49-F238E27FC236}">
                  <a16:creationId xmlns:a16="http://schemas.microsoft.com/office/drawing/2014/main" id="{6661979E-CE01-2CF9-AFD0-425C7B40FCB6}"/>
                </a:ext>
              </a:extLst>
            </p:cNvPr>
            <p:cNvGrpSpPr/>
            <p:nvPr/>
          </p:nvGrpSpPr>
          <p:grpSpPr>
            <a:xfrm>
              <a:off x="433241" y="1484737"/>
              <a:ext cx="471791" cy="471791"/>
              <a:chOff x="1650814" y="1570462"/>
              <a:chExt cx="471791" cy="471791"/>
            </a:xfrm>
          </p:grpSpPr>
          <p:sp>
            <p:nvSpPr>
              <p:cNvPr id="318" name="Oval 317">
                <a:extLst>
                  <a:ext uri="{FF2B5EF4-FFF2-40B4-BE49-F238E27FC236}">
                    <a16:creationId xmlns:a16="http://schemas.microsoft.com/office/drawing/2014/main" id="{15326851-E75E-E415-E374-984C9FB67E92}"/>
                  </a:ext>
                </a:extLst>
              </p:cNvPr>
              <p:cNvSpPr/>
              <p:nvPr/>
            </p:nvSpPr>
            <p:spPr>
              <a:xfrm>
                <a:off x="1650814"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319" name="Graphic 43">
                <a:extLst>
                  <a:ext uri="{FF2B5EF4-FFF2-40B4-BE49-F238E27FC236}">
                    <a16:creationId xmlns:a16="http://schemas.microsoft.com/office/drawing/2014/main" id="{A65880F1-AB74-3CE7-3528-1DC6E3B985ED}"/>
                  </a:ext>
                </a:extLst>
              </p:cNvPr>
              <p:cNvGrpSpPr/>
              <p:nvPr/>
            </p:nvGrpSpPr>
            <p:grpSpPr>
              <a:xfrm>
                <a:off x="1750604" y="1669584"/>
                <a:ext cx="272210" cy="273546"/>
                <a:chOff x="1759940" y="1793479"/>
                <a:chExt cx="449934" cy="452143"/>
              </a:xfrm>
            </p:grpSpPr>
            <p:sp>
              <p:nvSpPr>
                <p:cNvPr id="576" name="Freeform: Shape 575">
                  <a:extLst>
                    <a:ext uri="{FF2B5EF4-FFF2-40B4-BE49-F238E27FC236}">
                      <a16:creationId xmlns:a16="http://schemas.microsoft.com/office/drawing/2014/main" id="{4A1B37BA-8996-0D88-CF11-85166AF4FC28}"/>
                    </a:ext>
                  </a:extLst>
                </p:cNvPr>
                <p:cNvSpPr/>
                <p:nvPr/>
              </p:nvSpPr>
              <p:spPr>
                <a:xfrm>
                  <a:off x="1759940"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0" y="43107"/>
                        <a:pt x="0" y="33458"/>
                        <a:pt x="0" y="21554"/>
                      </a:cubicBezTo>
                      <a:cubicBezTo>
                        <a:pt x="0" y="9650"/>
                        <a:pt x="9650" y="0"/>
                        <a:pt x="21554" y="0"/>
                      </a:cubicBezTo>
                      <a:lnTo>
                        <a:pt x="61967" y="0"/>
                      </a:lnTo>
                      <a:cubicBezTo>
                        <a:pt x="73871" y="0"/>
                        <a:pt x="83521" y="9650"/>
                        <a:pt x="83521" y="21554"/>
                      </a:cubicBezTo>
                      <a:cubicBezTo>
                        <a:pt x="83521" y="33458"/>
                        <a:pt x="73871" y="43107"/>
                        <a:pt x="61967" y="43107"/>
                      </a:cubicBezTo>
                      <a:close/>
                    </a:path>
                  </a:pathLst>
                </a:custGeom>
                <a:solidFill>
                  <a:srgbClr val="EF463C"/>
                </a:solidFill>
                <a:ln w="2667" cap="flat">
                  <a:noFill/>
                  <a:prstDash val="solid"/>
                  <a:miter/>
                </a:ln>
              </p:spPr>
              <p:txBody>
                <a:bodyPr rtlCol="0" anchor="ctr"/>
                <a:lstStyle/>
                <a:p>
                  <a:endParaRPr lang="en-MY"/>
                </a:p>
              </p:txBody>
            </p:sp>
            <p:grpSp>
              <p:nvGrpSpPr>
                <p:cNvPr id="577" name="Graphic 43">
                  <a:extLst>
                    <a:ext uri="{FF2B5EF4-FFF2-40B4-BE49-F238E27FC236}">
                      <a16:creationId xmlns:a16="http://schemas.microsoft.com/office/drawing/2014/main" id="{8C82F188-F599-B824-7F08-422FEF5F5802}"/>
                    </a:ext>
                  </a:extLst>
                </p:cNvPr>
                <p:cNvGrpSpPr/>
                <p:nvPr/>
              </p:nvGrpSpPr>
              <p:grpSpPr>
                <a:xfrm>
                  <a:off x="1853403" y="1895374"/>
                  <a:ext cx="263656" cy="350248"/>
                  <a:chOff x="1853403" y="1895374"/>
                  <a:chExt cx="263656" cy="350248"/>
                </a:xfrm>
              </p:grpSpPr>
              <p:sp>
                <p:nvSpPr>
                  <p:cNvPr id="582" name="Freeform: Shape 581">
                    <a:extLst>
                      <a:ext uri="{FF2B5EF4-FFF2-40B4-BE49-F238E27FC236}">
                        <a16:creationId xmlns:a16="http://schemas.microsoft.com/office/drawing/2014/main" id="{86D89FD9-B6C3-5A8E-7A88-7B8467B430EC}"/>
                      </a:ext>
                    </a:extLst>
                  </p:cNvPr>
                  <p:cNvSpPr/>
                  <p:nvPr/>
                </p:nvSpPr>
                <p:spPr>
                  <a:xfrm>
                    <a:off x="1853403" y="1895374"/>
                    <a:ext cx="263656" cy="256435"/>
                  </a:xfrm>
                  <a:custGeom>
                    <a:avLst/>
                    <a:gdLst>
                      <a:gd name="connsiteX0" fmla="*/ 182506 w 263656"/>
                      <a:gd name="connsiteY0" fmla="*/ 256436 h 256435"/>
                      <a:gd name="connsiteX1" fmla="*/ 160954 w 263656"/>
                      <a:gd name="connsiteY1" fmla="*/ 234879 h 256435"/>
                      <a:gd name="connsiteX2" fmla="*/ 174936 w 263656"/>
                      <a:gd name="connsiteY2" fmla="*/ 214702 h 256435"/>
                      <a:gd name="connsiteX3" fmla="*/ 220549 w 263656"/>
                      <a:gd name="connsiteY3" fmla="*/ 128891 h 256435"/>
                      <a:gd name="connsiteX4" fmla="*/ 131828 w 263656"/>
                      <a:gd name="connsiteY4" fmla="*/ 43107 h 256435"/>
                      <a:gd name="connsiteX5" fmla="*/ 43107 w 263656"/>
                      <a:gd name="connsiteY5" fmla="*/ 128891 h 256435"/>
                      <a:gd name="connsiteX6" fmla="*/ 90310 w 263656"/>
                      <a:gd name="connsiteY6" fmla="*/ 214271 h 256435"/>
                      <a:gd name="connsiteX7" fmla="*/ 103140 w 263656"/>
                      <a:gd name="connsiteY7" fmla="*/ 241922 h 256435"/>
                      <a:gd name="connsiteX8" fmla="*/ 75490 w 263656"/>
                      <a:gd name="connsiteY8" fmla="*/ 254752 h 256435"/>
                      <a:gd name="connsiteX9" fmla="*/ 74630 w 263656"/>
                      <a:gd name="connsiteY9" fmla="*/ 254415 h 256435"/>
                      <a:gd name="connsiteX10" fmla="*/ 0 w 263656"/>
                      <a:gd name="connsiteY10" fmla="*/ 128891 h 256435"/>
                      <a:gd name="connsiteX11" fmla="*/ 131828 w 263656"/>
                      <a:gd name="connsiteY11" fmla="*/ 0 h 256435"/>
                      <a:gd name="connsiteX12" fmla="*/ 263656 w 263656"/>
                      <a:gd name="connsiteY12" fmla="*/ 128891 h 256435"/>
                      <a:gd name="connsiteX13" fmla="*/ 190077 w 263656"/>
                      <a:gd name="connsiteY13" fmla="*/ 255062 h 256435"/>
                      <a:gd name="connsiteX14" fmla="*/ 182506 w 263656"/>
                      <a:gd name="connsiteY14" fmla="*/ 256436 h 25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656" h="256435">
                        <a:moveTo>
                          <a:pt x="182506" y="256436"/>
                        </a:moveTo>
                        <a:cubicBezTo>
                          <a:pt x="170603" y="256436"/>
                          <a:pt x="160953" y="246785"/>
                          <a:pt x="160954" y="234879"/>
                        </a:cubicBezTo>
                        <a:cubicBezTo>
                          <a:pt x="160955" y="225897"/>
                          <a:pt x="166527" y="217857"/>
                          <a:pt x="174936" y="214702"/>
                        </a:cubicBezTo>
                        <a:cubicBezTo>
                          <a:pt x="205192" y="203360"/>
                          <a:pt x="220549" y="174478"/>
                          <a:pt x="220549" y="128891"/>
                        </a:cubicBezTo>
                        <a:cubicBezTo>
                          <a:pt x="220549" y="79183"/>
                          <a:pt x="183234" y="43107"/>
                          <a:pt x="131828" y="43107"/>
                        </a:cubicBezTo>
                        <a:cubicBezTo>
                          <a:pt x="80422" y="43107"/>
                          <a:pt x="43107" y="79183"/>
                          <a:pt x="43107" y="128891"/>
                        </a:cubicBezTo>
                        <a:cubicBezTo>
                          <a:pt x="43107" y="159417"/>
                          <a:pt x="51190" y="198941"/>
                          <a:pt x="90310" y="214271"/>
                        </a:cubicBezTo>
                        <a:cubicBezTo>
                          <a:pt x="101488" y="218364"/>
                          <a:pt x="107233" y="230744"/>
                          <a:pt x="103140" y="241922"/>
                        </a:cubicBezTo>
                        <a:cubicBezTo>
                          <a:pt x="99048" y="253100"/>
                          <a:pt x="86669" y="258844"/>
                          <a:pt x="75490" y="254752"/>
                        </a:cubicBezTo>
                        <a:cubicBezTo>
                          <a:pt x="75201" y="254644"/>
                          <a:pt x="74914" y="254533"/>
                          <a:pt x="74630" y="254415"/>
                        </a:cubicBezTo>
                        <a:cubicBezTo>
                          <a:pt x="26511" y="235555"/>
                          <a:pt x="0" y="191020"/>
                          <a:pt x="0" y="128891"/>
                        </a:cubicBezTo>
                        <a:cubicBezTo>
                          <a:pt x="0" y="55393"/>
                          <a:pt x="56579" y="0"/>
                          <a:pt x="131828" y="0"/>
                        </a:cubicBezTo>
                        <a:cubicBezTo>
                          <a:pt x="207078" y="0"/>
                          <a:pt x="263656" y="55474"/>
                          <a:pt x="263656" y="128891"/>
                        </a:cubicBezTo>
                        <a:cubicBezTo>
                          <a:pt x="263656" y="210364"/>
                          <a:pt x="223647" y="242480"/>
                          <a:pt x="190077" y="255062"/>
                        </a:cubicBezTo>
                        <a:cubicBezTo>
                          <a:pt x="187655" y="255970"/>
                          <a:pt x="185093" y="256436"/>
                          <a:pt x="182506" y="256436"/>
                        </a:cubicBezTo>
                        <a:close/>
                      </a:path>
                    </a:pathLst>
                  </a:custGeom>
                  <a:solidFill>
                    <a:srgbClr val="C42828"/>
                  </a:solidFill>
                  <a:ln w="2667" cap="flat">
                    <a:noFill/>
                    <a:prstDash val="solid"/>
                    <a:miter/>
                  </a:ln>
                </p:spPr>
                <p:txBody>
                  <a:bodyPr rtlCol="0" anchor="ctr"/>
                  <a:lstStyle/>
                  <a:p>
                    <a:endParaRPr lang="en-MY"/>
                  </a:p>
                </p:txBody>
              </p:sp>
              <p:sp>
                <p:nvSpPr>
                  <p:cNvPr id="583" name="Freeform: Shape 582">
                    <a:extLst>
                      <a:ext uri="{FF2B5EF4-FFF2-40B4-BE49-F238E27FC236}">
                        <a16:creationId xmlns:a16="http://schemas.microsoft.com/office/drawing/2014/main" id="{A660E19A-88CE-C864-F175-2EA094B6C9D1}"/>
                      </a:ext>
                    </a:extLst>
                  </p:cNvPr>
                  <p:cNvSpPr/>
                  <p:nvPr/>
                </p:nvSpPr>
                <p:spPr>
                  <a:xfrm>
                    <a:off x="1923883" y="2151082"/>
                    <a:ext cx="122883" cy="43107"/>
                  </a:xfrm>
                  <a:custGeom>
                    <a:avLst/>
                    <a:gdLst>
                      <a:gd name="connsiteX0" fmla="*/ 101330 w 122883"/>
                      <a:gd name="connsiteY0" fmla="*/ 43107 h 43107"/>
                      <a:gd name="connsiteX1" fmla="*/ 21554 w 122883"/>
                      <a:gd name="connsiteY1" fmla="*/ 43107 h 43107"/>
                      <a:gd name="connsiteX2" fmla="*/ 0 w 122883"/>
                      <a:gd name="connsiteY2" fmla="*/ 21554 h 43107"/>
                      <a:gd name="connsiteX3" fmla="*/ 21554 w 122883"/>
                      <a:gd name="connsiteY3" fmla="*/ 0 h 43107"/>
                      <a:gd name="connsiteX4" fmla="*/ 101330 w 122883"/>
                      <a:gd name="connsiteY4" fmla="*/ 0 h 43107"/>
                      <a:gd name="connsiteX5" fmla="*/ 122883 w 122883"/>
                      <a:gd name="connsiteY5" fmla="*/ 21554 h 43107"/>
                      <a:gd name="connsiteX6" fmla="*/ 101330 w 122883"/>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883" h="43107">
                        <a:moveTo>
                          <a:pt x="101330" y="43107"/>
                        </a:moveTo>
                        <a:lnTo>
                          <a:pt x="21554" y="43107"/>
                        </a:lnTo>
                        <a:cubicBezTo>
                          <a:pt x="9650" y="43107"/>
                          <a:pt x="0" y="33457"/>
                          <a:pt x="0" y="21554"/>
                        </a:cubicBezTo>
                        <a:cubicBezTo>
                          <a:pt x="0" y="9651"/>
                          <a:pt x="9650" y="0"/>
                          <a:pt x="21554" y="0"/>
                        </a:cubicBezTo>
                        <a:lnTo>
                          <a:pt x="101330" y="0"/>
                        </a:lnTo>
                        <a:cubicBezTo>
                          <a:pt x="113233" y="0"/>
                          <a:pt x="122883" y="9651"/>
                          <a:pt x="122883" y="21554"/>
                        </a:cubicBezTo>
                        <a:cubicBezTo>
                          <a:pt x="122883" y="33457"/>
                          <a:pt x="113233" y="43107"/>
                          <a:pt x="101330" y="43107"/>
                        </a:cubicBezTo>
                        <a:close/>
                      </a:path>
                    </a:pathLst>
                  </a:custGeom>
                  <a:solidFill>
                    <a:srgbClr val="EF463C"/>
                  </a:solidFill>
                  <a:ln w="2667" cap="flat">
                    <a:noFill/>
                    <a:prstDash val="solid"/>
                    <a:miter/>
                  </a:ln>
                </p:spPr>
                <p:txBody>
                  <a:bodyPr rtlCol="0" anchor="ctr"/>
                  <a:lstStyle/>
                  <a:p>
                    <a:endParaRPr lang="en-MY"/>
                  </a:p>
                </p:txBody>
              </p:sp>
              <p:sp>
                <p:nvSpPr>
                  <p:cNvPr id="584" name="Freeform: Shape 583">
                    <a:extLst>
                      <a:ext uri="{FF2B5EF4-FFF2-40B4-BE49-F238E27FC236}">
                        <a16:creationId xmlns:a16="http://schemas.microsoft.com/office/drawing/2014/main" id="{6DF414C6-3C52-11D2-0E17-907654A535BE}"/>
                      </a:ext>
                    </a:extLst>
                  </p:cNvPr>
                  <p:cNvSpPr/>
                  <p:nvPr/>
                </p:nvSpPr>
                <p:spPr>
                  <a:xfrm>
                    <a:off x="1923883" y="2202515"/>
                    <a:ext cx="120835" cy="43107"/>
                  </a:xfrm>
                  <a:custGeom>
                    <a:avLst/>
                    <a:gdLst>
                      <a:gd name="connsiteX0" fmla="*/ 99282 w 120835"/>
                      <a:gd name="connsiteY0" fmla="*/ 43107 h 43107"/>
                      <a:gd name="connsiteX1" fmla="*/ 21554 w 120835"/>
                      <a:gd name="connsiteY1" fmla="*/ 43107 h 43107"/>
                      <a:gd name="connsiteX2" fmla="*/ 0 w 120835"/>
                      <a:gd name="connsiteY2" fmla="*/ 21554 h 43107"/>
                      <a:gd name="connsiteX3" fmla="*/ 21554 w 120835"/>
                      <a:gd name="connsiteY3" fmla="*/ 0 h 43107"/>
                      <a:gd name="connsiteX4" fmla="*/ 99282 w 120835"/>
                      <a:gd name="connsiteY4" fmla="*/ 0 h 43107"/>
                      <a:gd name="connsiteX5" fmla="*/ 120836 w 120835"/>
                      <a:gd name="connsiteY5" fmla="*/ 21554 h 43107"/>
                      <a:gd name="connsiteX6" fmla="*/ 99282 w 120835"/>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35" h="43107">
                        <a:moveTo>
                          <a:pt x="99282" y="43107"/>
                        </a:moveTo>
                        <a:lnTo>
                          <a:pt x="21554" y="43107"/>
                        </a:lnTo>
                        <a:cubicBezTo>
                          <a:pt x="9650" y="43107"/>
                          <a:pt x="0" y="33457"/>
                          <a:pt x="0" y="21554"/>
                        </a:cubicBezTo>
                        <a:cubicBezTo>
                          <a:pt x="0" y="9651"/>
                          <a:pt x="9650" y="0"/>
                          <a:pt x="21554" y="0"/>
                        </a:cubicBezTo>
                        <a:lnTo>
                          <a:pt x="99282" y="0"/>
                        </a:lnTo>
                        <a:cubicBezTo>
                          <a:pt x="111185" y="0"/>
                          <a:pt x="120836" y="9651"/>
                          <a:pt x="120836" y="21554"/>
                        </a:cubicBezTo>
                        <a:cubicBezTo>
                          <a:pt x="120836" y="33457"/>
                          <a:pt x="111185" y="43107"/>
                          <a:pt x="99282" y="43107"/>
                        </a:cubicBezTo>
                        <a:close/>
                      </a:path>
                    </a:pathLst>
                  </a:custGeom>
                  <a:solidFill>
                    <a:srgbClr val="EF463C"/>
                  </a:solidFill>
                  <a:ln w="2667" cap="flat">
                    <a:noFill/>
                    <a:prstDash val="solid"/>
                    <a:miter/>
                  </a:ln>
                </p:spPr>
                <p:txBody>
                  <a:bodyPr rtlCol="0" anchor="ctr"/>
                  <a:lstStyle/>
                  <a:p>
                    <a:endParaRPr lang="en-MY"/>
                  </a:p>
                </p:txBody>
              </p:sp>
              <p:sp>
                <p:nvSpPr>
                  <p:cNvPr id="585" name="Freeform: Shape 584">
                    <a:extLst>
                      <a:ext uri="{FF2B5EF4-FFF2-40B4-BE49-F238E27FC236}">
                        <a16:creationId xmlns:a16="http://schemas.microsoft.com/office/drawing/2014/main" id="{67C3F4DB-5A0A-AFD5-CF08-F29D8CCFC56A}"/>
                      </a:ext>
                    </a:extLst>
                  </p:cNvPr>
                  <p:cNvSpPr/>
                  <p:nvPr/>
                </p:nvSpPr>
                <p:spPr>
                  <a:xfrm>
                    <a:off x="1915154" y="2109268"/>
                    <a:ext cx="140341" cy="136354"/>
                  </a:xfrm>
                  <a:custGeom>
                    <a:avLst/>
                    <a:gdLst>
                      <a:gd name="connsiteX0" fmla="*/ 118788 w 140341"/>
                      <a:gd name="connsiteY0" fmla="*/ 136354 h 136354"/>
                      <a:gd name="connsiteX1" fmla="*/ 21554 w 140341"/>
                      <a:gd name="connsiteY1" fmla="*/ 136354 h 136354"/>
                      <a:gd name="connsiteX2" fmla="*/ 0 w 140341"/>
                      <a:gd name="connsiteY2" fmla="*/ 114801 h 136354"/>
                      <a:gd name="connsiteX3" fmla="*/ 0 w 140341"/>
                      <a:gd name="connsiteY3" fmla="*/ 21554 h 136354"/>
                      <a:gd name="connsiteX4" fmla="*/ 21554 w 140341"/>
                      <a:gd name="connsiteY4" fmla="*/ 0 h 136354"/>
                      <a:gd name="connsiteX5" fmla="*/ 43107 w 140341"/>
                      <a:gd name="connsiteY5" fmla="*/ 21554 h 136354"/>
                      <a:gd name="connsiteX6" fmla="*/ 43107 w 140341"/>
                      <a:gd name="connsiteY6" fmla="*/ 93247 h 136354"/>
                      <a:gd name="connsiteX7" fmla="*/ 97234 w 140341"/>
                      <a:gd name="connsiteY7" fmla="*/ 93247 h 136354"/>
                      <a:gd name="connsiteX8" fmla="*/ 97234 w 140341"/>
                      <a:gd name="connsiteY8" fmla="*/ 22955 h 136354"/>
                      <a:gd name="connsiteX9" fmla="*/ 118788 w 140341"/>
                      <a:gd name="connsiteY9" fmla="*/ 1401 h 136354"/>
                      <a:gd name="connsiteX10" fmla="*/ 140342 w 140341"/>
                      <a:gd name="connsiteY10" fmla="*/ 22955 h 136354"/>
                      <a:gd name="connsiteX11" fmla="*/ 140342 w 140341"/>
                      <a:gd name="connsiteY11" fmla="*/ 114801 h 136354"/>
                      <a:gd name="connsiteX12" fmla="*/ 118788 w 140341"/>
                      <a:gd name="connsiteY12" fmla="*/ 136354 h 13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341" h="136354">
                        <a:moveTo>
                          <a:pt x="118788" y="136354"/>
                        </a:moveTo>
                        <a:lnTo>
                          <a:pt x="21554" y="136354"/>
                        </a:lnTo>
                        <a:cubicBezTo>
                          <a:pt x="9650" y="136354"/>
                          <a:pt x="0" y="126704"/>
                          <a:pt x="0" y="114801"/>
                        </a:cubicBezTo>
                        <a:lnTo>
                          <a:pt x="0" y="21554"/>
                        </a:lnTo>
                        <a:cubicBezTo>
                          <a:pt x="0" y="9651"/>
                          <a:pt x="9650" y="0"/>
                          <a:pt x="21554" y="0"/>
                        </a:cubicBezTo>
                        <a:cubicBezTo>
                          <a:pt x="33458" y="0"/>
                          <a:pt x="43107" y="9651"/>
                          <a:pt x="43107" y="21554"/>
                        </a:cubicBezTo>
                        <a:lnTo>
                          <a:pt x="43107" y="93247"/>
                        </a:lnTo>
                        <a:lnTo>
                          <a:pt x="97234" y="93247"/>
                        </a:lnTo>
                        <a:lnTo>
                          <a:pt x="97234" y="22955"/>
                        </a:lnTo>
                        <a:cubicBezTo>
                          <a:pt x="97234" y="11052"/>
                          <a:pt x="106885" y="1401"/>
                          <a:pt x="118788" y="1401"/>
                        </a:cubicBezTo>
                        <a:cubicBezTo>
                          <a:pt x="130691" y="1401"/>
                          <a:pt x="140342" y="11052"/>
                          <a:pt x="140342" y="22955"/>
                        </a:cubicBezTo>
                        <a:lnTo>
                          <a:pt x="140342" y="114801"/>
                        </a:lnTo>
                        <a:cubicBezTo>
                          <a:pt x="140342" y="126704"/>
                          <a:pt x="130691" y="136354"/>
                          <a:pt x="118788" y="136354"/>
                        </a:cubicBezTo>
                        <a:close/>
                      </a:path>
                    </a:pathLst>
                  </a:custGeom>
                  <a:solidFill>
                    <a:srgbClr val="C42828"/>
                  </a:solidFill>
                  <a:ln w="2667" cap="flat">
                    <a:noFill/>
                    <a:prstDash val="solid"/>
                    <a:miter/>
                  </a:ln>
                </p:spPr>
                <p:txBody>
                  <a:bodyPr rtlCol="0" anchor="ctr"/>
                  <a:lstStyle/>
                  <a:p>
                    <a:endParaRPr lang="en-MY"/>
                  </a:p>
                </p:txBody>
              </p:sp>
            </p:grpSp>
            <p:sp>
              <p:nvSpPr>
                <p:cNvPr id="578" name="Freeform: Shape 577">
                  <a:extLst>
                    <a:ext uri="{FF2B5EF4-FFF2-40B4-BE49-F238E27FC236}">
                      <a16:creationId xmlns:a16="http://schemas.microsoft.com/office/drawing/2014/main" id="{BD2E92E2-ED9F-7666-CC27-E3C306D64B66}"/>
                    </a:ext>
                  </a:extLst>
                </p:cNvPr>
                <p:cNvSpPr/>
                <p:nvPr/>
              </p:nvSpPr>
              <p:spPr>
                <a:xfrm>
                  <a:off x="2078461" y="1845892"/>
                  <a:ext cx="77396" cy="77393"/>
                </a:xfrm>
                <a:custGeom>
                  <a:avLst/>
                  <a:gdLst>
                    <a:gd name="connsiteX0" fmla="*/ 21543 w 77396"/>
                    <a:gd name="connsiteY0" fmla="*/ 77394 h 77393"/>
                    <a:gd name="connsiteX1" fmla="*/ 0 w 77396"/>
                    <a:gd name="connsiteY1" fmla="*/ 55830 h 77393"/>
                    <a:gd name="connsiteX2" fmla="*/ 6321 w 77396"/>
                    <a:gd name="connsiteY2" fmla="*/ 40591 h 77393"/>
                    <a:gd name="connsiteX3" fmla="*/ 40591 w 77396"/>
                    <a:gd name="connsiteY3" fmla="*/ 6320 h 77393"/>
                    <a:gd name="connsiteX4" fmla="*/ 71076 w 77396"/>
                    <a:gd name="connsiteY4" fmla="*/ 6307 h 77393"/>
                    <a:gd name="connsiteX5" fmla="*/ 71090 w 77396"/>
                    <a:gd name="connsiteY5" fmla="*/ 36792 h 77393"/>
                    <a:gd name="connsiteX6" fmla="*/ 36792 w 77396"/>
                    <a:gd name="connsiteY6" fmla="*/ 71089 h 77393"/>
                    <a:gd name="connsiteX7" fmla="*/ 21543 w 77396"/>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6" h="77393">
                      <a:moveTo>
                        <a:pt x="21543" y="77394"/>
                      </a:moveTo>
                      <a:cubicBezTo>
                        <a:pt x="9640" y="77388"/>
                        <a:pt x="-5" y="67734"/>
                        <a:pt x="0" y="55830"/>
                      </a:cubicBezTo>
                      <a:cubicBezTo>
                        <a:pt x="3" y="50113"/>
                        <a:pt x="2277" y="44631"/>
                        <a:pt x="6321" y="40591"/>
                      </a:cubicBezTo>
                      <a:lnTo>
                        <a:pt x="40591" y="6320"/>
                      </a:lnTo>
                      <a:cubicBezTo>
                        <a:pt x="49005" y="-2101"/>
                        <a:pt x="62654" y="-2108"/>
                        <a:pt x="71076" y="6307"/>
                      </a:cubicBezTo>
                      <a:cubicBezTo>
                        <a:pt x="79498" y="14722"/>
                        <a:pt x="79504" y="28370"/>
                        <a:pt x="71090" y="36792"/>
                      </a:cubicBezTo>
                      <a:lnTo>
                        <a:pt x="36792" y="71089"/>
                      </a:lnTo>
                      <a:cubicBezTo>
                        <a:pt x="32746" y="75130"/>
                        <a:pt x="27260" y="77398"/>
                        <a:pt x="21543" y="77394"/>
                      </a:cubicBezTo>
                      <a:close/>
                    </a:path>
                  </a:pathLst>
                </a:custGeom>
                <a:solidFill>
                  <a:srgbClr val="EF463C"/>
                </a:solidFill>
                <a:ln w="2667" cap="flat">
                  <a:noFill/>
                  <a:prstDash val="solid"/>
                  <a:miter/>
                </a:ln>
              </p:spPr>
              <p:txBody>
                <a:bodyPr rtlCol="0" anchor="ctr"/>
                <a:lstStyle/>
                <a:p>
                  <a:endParaRPr lang="en-MY"/>
                </a:p>
              </p:txBody>
            </p:sp>
            <p:sp>
              <p:nvSpPr>
                <p:cNvPr id="579" name="Freeform: Shape 578">
                  <a:extLst>
                    <a:ext uri="{FF2B5EF4-FFF2-40B4-BE49-F238E27FC236}">
                      <a16:creationId xmlns:a16="http://schemas.microsoft.com/office/drawing/2014/main" id="{844A5ADE-9D00-017F-E643-4EEBE269DD8E}"/>
                    </a:ext>
                  </a:extLst>
                </p:cNvPr>
                <p:cNvSpPr/>
                <p:nvPr/>
              </p:nvSpPr>
              <p:spPr>
                <a:xfrm>
                  <a:off x="1811694" y="1845165"/>
                  <a:ext cx="77397" cy="77393"/>
                </a:xfrm>
                <a:custGeom>
                  <a:avLst/>
                  <a:gdLst>
                    <a:gd name="connsiteX0" fmla="*/ 55854 w 77397"/>
                    <a:gd name="connsiteY0" fmla="*/ 77394 h 77393"/>
                    <a:gd name="connsiteX1" fmla="*/ 40604 w 77397"/>
                    <a:gd name="connsiteY1" fmla="*/ 71089 h 77393"/>
                    <a:gd name="connsiteX2" fmla="*/ 6307 w 77397"/>
                    <a:gd name="connsiteY2" fmla="*/ 36792 h 77393"/>
                    <a:gd name="connsiteX3" fmla="*/ 6320 w 77397"/>
                    <a:gd name="connsiteY3" fmla="*/ 6307 h 77393"/>
                    <a:gd name="connsiteX4" fmla="*/ 36805 w 77397"/>
                    <a:gd name="connsiteY4" fmla="*/ 6320 h 77393"/>
                    <a:gd name="connsiteX5" fmla="*/ 71103 w 77397"/>
                    <a:gd name="connsiteY5" fmla="*/ 40618 h 77393"/>
                    <a:gd name="connsiteX6" fmla="*/ 71066 w 77397"/>
                    <a:gd name="connsiteY6" fmla="*/ 71099 h 77393"/>
                    <a:gd name="connsiteX7" fmla="*/ 55854 w 77397"/>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7" h="77393">
                      <a:moveTo>
                        <a:pt x="55854" y="77394"/>
                      </a:moveTo>
                      <a:cubicBezTo>
                        <a:pt x="50135" y="77398"/>
                        <a:pt x="44650" y="75130"/>
                        <a:pt x="40604" y="71089"/>
                      </a:cubicBezTo>
                      <a:lnTo>
                        <a:pt x="6307" y="36792"/>
                      </a:lnTo>
                      <a:cubicBezTo>
                        <a:pt x="-2108" y="28370"/>
                        <a:pt x="-2101" y="14722"/>
                        <a:pt x="6320" y="6307"/>
                      </a:cubicBezTo>
                      <a:cubicBezTo>
                        <a:pt x="14742" y="-2108"/>
                        <a:pt x="28391" y="-2101"/>
                        <a:pt x="36805" y="6320"/>
                      </a:cubicBezTo>
                      <a:lnTo>
                        <a:pt x="71103" y="40618"/>
                      </a:lnTo>
                      <a:cubicBezTo>
                        <a:pt x="79510" y="49045"/>
                        <a:pt x="79493" y="62692"/>
                        <a:pt x="71066" y="71099"/>
                      </a:cubicBezTo>
                      <a:cubicBezTo>
                        <a:pt x="67028" y="75128"/>
                        <a:pt x="61558" y="77391"/>
                        <a:pt x="55854" y="77394"/>
                      </a:cubicBezTo>
                      <a:close/>
                    </a:path>
                  </a:pathLst>
                </a:custGeom>
                <a:solidFill>
                  <a:srgbClr val="EF463C"/>
                </a:solidFill>
                <a:ln w="2667" cap="flat">
                  <a:noFill/>
                  <a:prstDash val="solid"/>
                  <a:miter/>
                </a:ln>
              </p:spPr>
              <p:txBody>
                <a:bodyPr rtlCol="0" anchor="ctr"/>
                <a:lstStyle/>
                <a:p>
                  <a:endParaRPr lang="en-MY"/>
                </a:p>
              </p:txBody>
            </p:sp>
            <p:sp>
              <p:nvSpPr>
                <p:cNvPr id="580" name="Freeform: Shape 579">
                  <a:extLst>
                    <a:ext uri="{FF2B5EF4-FFF2-40B4-BE49-F238E27FC236}">
                      <a16:creationId xmlns:a16="http://schemas.microsoft.com/office/drawing/2014/main" id="{87F118FD-5BCC-DB66-3BCB-0C124ABCBE88}"/>
                    </a:ext>
                  </a:extLst>
                </p:cNvPr>
                <p:cNvSpPr/>
                <p:nvPr/>
              </p:nvSpPr>
              <p:spPr>
                <a:xfrm>
                  <a:off x="1964108" y="1793479"/>
                  <a:ext cx="43107" cy="91603"/>
                </a:xfrm>
                <a:custGeom>
                  <a:avLst/>
                  <a:gdLst>
                    <a:gd name="connsiteX0" fmla="*/ 21554 w 43107"/>
                    <a:gd name="connsiteY0" fmla="*/ 91603 h 91603"/>
                    <a:gd name="connsiteX1" fmla="*/ 0 w 43107"/>
                    <a:gd name="connsiteY1" fmla="*/ 70050 h 91603"/>
                    <a:gd name="connsiteX2" fmla="*/ 0 w 43107"/>
                    <a:gd name="connsiteY2" fmla="*/ 21554 h 91603"/>
                    <a:gd name="connsiteX3" fmla="*/ 21554 w 43107"/>
                    <a:gd name="connsiteY3" fmla="*/ 0 h 91603"/>
                    <a:gd name="connsiteX4" fmla="*/ 43107 w 43107"/>
                    <a:gd name="connsiteY4" fmla="*/ 21554 h 91603"/>
                    <a:gd name="connsiteX5" fmla="*/ 43107 w 43107"/>
                    <a:gd name="connsiteY5" fmla="*/ 70050 h 91603"/>
                    <a:gd name="connsiteX6" fmla="*/ 21554 w 43107"/>
                    <a:gd name="connsiteY6" fmla="*/ 91603 h 91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107" h="91603">
                      <a:moveTo>
                        <a:pt x="21554" y="91603"/>
                      </a:moveTo>
                      <a:cubicBezTo>
                        <a:pt x="9650" y="91603"/>
                        <a:pt x="0" y="81954"/>
                        <a:pt x="0" y="70050"/>
                      </a:cubicBezTo>
                      <a:lnTo>
                        <a:pt x="0" y="21554"/>
                      </a:lnTo>
                      <a:cubicBezTo>
                        <a:pt x="0" y="9650"/>
                        <a:pt x="9650" y="0"/>
                        <a:pt x="21554" y="0"/>
                      </a:cubicBezTo>
                      <a:cubicBezTo>
                        <a:pt x="33458" y="0"/>
                        <a:pt x="43107" y="9650"/>
                        <a:pt x="43107" y="21554"/>
                      </a:cubicBezTo>
                      <a:lnTo>
                        <a:pt x="43107" y="70050"/>
                      </a:lnTo>
                      <a:cubicBezTo>
                        <a:pt x="43107" y="81954"/>
                        <a:pt x="33458" y="91603"/>
                        <a:pt x="21554" y="91603"/>
                      </a:cubicBezTo>
                      <a:close/>
                    </a:path>
                  </a:pathLst>
                </a:custGeom>
                <a:solidFill>
                  <a:srgbClr val="EF463C"/>
                </a:solidFill>
                <a:ln w="2667" cap="flat">
                  <a:noFill/>
                  <a:prstDash val="solid"/>
                  <a:miter/>
                </a:ln>
              </p:spPr>
              <p:txBody>
                <a:bodyPr rtlCol="0" anchor="ctr"/>
                <a:lstStyle/>
                <a:p>
                  <a:endParaRPr lang="en-MY"/>
                </a:p>
              </p:txBody>
            </p:sp>
            <p:sp>
              <p:nvSpPr>
                <p:cNvPr id="581" name="Freeform: Shape 580">
                  <a:extLst>
                    <a:ext uri="{FF2B5EF4-FFF2-40B4-BE49-F238E27FC236}">
                      <a16:creationId xmlns:a16="http://schemas.microsoft.com/office/drawing/2014/main" id="{277D7DF6-DF8E-D0F8-33EF-E69EADC19967}"/>
                    </a:ext>
                  </a:extLst>
                </p:cNvPr>
                <p:cNvSpPr/>
                <p:nvPr/>
              </p:nvSpPr>
              <p:spPr>
                <a:xfrm>
                  <a:off x="2126354"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1" y="43107"/>
                        <a:pt x="0" y="33458"/>
                        <a:pt x="0" y="21554"/>
                      </a:cubicBezTo>
                      <a:cubicBezTo>
                        <a:pt x="0" y="9650"/>
                        <a:pt x="9651" y="0"/>
                        <a:pt x="21554" y="0"/>
                      </a:cubicBezTo>
                      <a:lnTo>
                        <a:pt x="61967" y="0"/>
                      </a:lnTo>
                      <a:cubicBezTo>
                        <a:pt x="73870" y="0"/>
                        <a:pt x="83521" y="9650"/>
                        <a:pt x="83521" y="21554"/>
                      </a:cubicBezTo>
                      <a:cubicBezTo>
                        <a:pt x="83521" y="33458"/>
                        <a:pt x="73870" y="43107"/>
                        <a:pt x="61967" y="43107"/>
                      </a:cubicBezTo>
                      <a:close/>
                    </a:path>
                  </a:pathLst>
                </a:custGeom>
                <a:solidFill>
                  <a:srgbClr val="EF463C"/>
                </a:solidFill>
                <a:ln w="2667" cap="flat">
                  <a:noFill/>
                  <a:prstDash val="solid"/>
                  <a:miter/>
                </a:ln>
              </p:spPr>
              <p:txBody>
                <a:bodyPr rtlCol="0" anchor="ctr"/>
                <a:lstStyle/>
                <a:p>
                  <a:endParaRPr lang="en-MY"/>
                </a:p>
              </p:txBody>
            </p:sp>
          </p:grpSp>
        </p:grpSp>
        <p:grpSp>
          <p:nvGrpSpPr>
            <p:cNvPr id="586" name="Group 585">
              <a:extLst>
                <a:ext uri="{FF2B5EF4-FFF2-40B4-BE49-F238E27FC236}">
                  <a16:creationId xmlns:a16="http://schemas.microsoft.com/office/drawing/2014/main" id="{2D2A6862-B39E-4B59-8439-D806EF07D9FD}"/>
                </a:ext>
              </a:extLst>
            </p:cNvPr>
            <p:cNvGrpSpPr/>
            <p:nvPr/>
          </p:nvGrpSpPr>
          <p:grpSpPr>
            <a:xfrm>
              <a:off x="1650814" y="1484737"/>
              <a:ext cx="471791" cy="471791"/>
              <a:chOff x="433241" y="1570462"/>
              <a:chExt cx="471791" cy="471791"/>
            </a:xfrm>
          </p:grpSpPr>
          <p:sp>
            <p:nvSpPr>
              <p:cNvPr id="587" name="Oval 586">
                <a:extLst>
                  <a:ext uri="{FF2B5EF4-FFF2-40B4-BE49-F238E27FC236}">
                    <a16:creationId xmlns:a16="http://schemas.microsoft.com/office/drawing/2014/main" id="{81986949-9BC2-A6CE-78CF-1974146B1A59}"/>
                  </a:ext>
                </a:extLst>
              </p:cNvPr>
              <p:cNvSpPr/>
              <p:nvPr/>
            </p:nvSpPr>
            <p:spPr>
              <a:xfrm>
                <a:off x="433241"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588" name="Group 587">
                <a:extLst>
                  <a:ext uri="{FF2B5EF4-FFF2-40B4-BE49-F238E27FC236}">
                    <a16:creationId xmlns:a16="http://schemas.microsoft.com/office/drawing/2014/main" id="{BCD79C4D-DD27-9395-431B-ED7310FDDAFC}"/>
                  </a:ext>
                </a:extLst>
              </p:cNvPr>
              <p:cNvGrpSpPr/>
              <p:nvPr/>
            </p:nvGrpSpPr>
            <p:grpSpPr>
              <a:xfrm>
                <a:off x="543450" y="1674683"/>
                <a:ext cx="251373" cy="260212"/>
                <a:chOff x="738790" y="2040956"/>
                <a:chExt cx="251373" cy="260212"/>
              </a:xfrm>
            </p:grpSpPr>
            <p:sp>
              <p:nvSpPr>
                <p:cNvPr id="589" name="Freeform 176">
                  <a:extLst>
                    <a:ext uri="{FF2B5EF4-FFF2-40B4-BE49-F238E27FC236}">
                      <a16:creationId xmlns:a16="http://schemas.microsoft.com/office/drawing/2014/main" id="{CF328042-DF60-DD15-EE3F-77BB2E9AC7A2}"/>
                    </a:ext>
                  </a:extLst>
                </p:cNvPr>
                <p:cNvSpPr/>
                <p:nvPr/>
              </p:nvSpPr>
              <p:spPr>
                <a:xfrm>
                  <a:off x="738790" y="2134679"/>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4"/>
                        <a:pt x="5614" y="0"/>
                        <a:pt x="12540" y="0"/>
                      </a:cubicBezTo>
                      <a:lnTo>
                        <a:pt x="65163" y="0"/>
                      </a:lnTo>
                      <a:cubicBezTo>
                        <a:pt x="72089" y="0"/>
                        <a:pt x="77703" y="5614"/>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0" name="Freeform 177">
                  <a:extLst>
                    <a:ext uri="{FF2B5EF4-FFF2-40B4-BE49-F238E27FC236}">
                      <a16:creationId xmlns:a16="http://schemas.microsoft.com/office/drawing/2014/main" id="{30A61194-511B-2CE3-ADA5-10664C273939}"/>
                    </a:ext>
                  </a:extLst>
                </p:cNvPr>
                <p:cNvSpPr/>
                <p:nvPr/>
              </p:nvSpPr>
              <p:spPr>
                <a:xfrm>
                  <a:off x="738790" y="2223465"/>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5"/>
                        <a:pt x="5614" y="0"/>
                        <a:pt x="12540" y="0"/>
                      </a:cubicBezTo>
                      <a:lnTo>
                        <a:pt x="65163" y="0"/>
                      </a:lnTo>
                      <a:cubicBezTo>
                        <a:pt x="72089" y="0"/>
                        <a:pt x="77703" y="5615"/>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1" name="Freeform 178">
                  <a:extLst>
                    <a:ext uri="{FF2B5EF4-FFF2-40B4-BE49-F238E27FC236}">
                      <a16:creationId xmlns:a16="http://schemas.microsoft.com/office/drawing/2014/main" id="{B2F855C0-0B6D-DE36-C750-B40E963653FB}"/>
                    </a:ext>
                  </a:extLst>
                </p:cNvPr>
                <p:cNvSpPr/>
                <p:nvPr/>
              </p:nvSpPr>
              <p:spPr>
                <a:xfrm>
                  <a:off x="791413" y="2082057"/>
                  <a:ext cx="86732" cy="104006"/>
                </a:xfrm>
                <a:custGeom>
                  <a:avLst/>
                  <a:gdLst>
                    <a:gd name="connsiteX0" fmla="*/ 74192 w 86732"/>
                    <a:gd name="connsiteY0" fmla="*/ 104006 h 104006"/>
                    <a:gd name="connsiteX1" fmla="*/ 12540 w 86732"/>
                    <a:gd name="connsiteY1" fmla="*/ 104006 h 104006"/>
                    <a:gd name="connsiteX2" fmla="*/ 0 w 86732"/>
                    <a:gd name="connsiteY2" fmla="*/ 91466 h 104006"/>
                    <a:gd name="connsiteX3" fmla="*/ 12540 w 86732"/>
                    <a:gd name="connsiteY3" fmla="*/ 78926 h 104006"/>
                    <a:gd name="connsiteX4" fmla="*/ 61651 w 86732"/>
                    <a:gd name="connsiteY4" fmla="*/ 78926 h 104006"/>
                    <a:gd name="connsiteX5" fmla="*/ 61651 w 86732"/>
                    <a:gd name="connsiteY5" fmla="*/ 12540 h 104006"/>
                    <a:gd name="connsiteX6" fmla="*/ 74192 w 86732"/>
                    <a:gd name="connsiteY6" fmla="*/ 0 h 104006"/>
                    <a:gd name="connsiteX7" fmla="*/ 86732 w 86732"/>
                    <a:gd name="connsiteY7" fmla="*/ 12540 h 104006"/>
                    <a:gd name="connsiteX8" fmla="*/ 86732 w 86732"/>
                    <a:gd name="connsiteY8" fmla="*/ 91466 h 104006"/>
                    <a:gd name="connsiteX9" fmla="*/ 74192 w 86732"/>
                    <a:gd name="connsiteY9" fmla="*/ 104006 h 10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732" h="104006">
                      <a:moveTo>
                        <a:pt x="74192" y="104006"/>
                      </a:moveTo>
                      <a:lnTo>
                        <a:pt x="12540" y="104006"/>
                      </a:lnTo>
                      <a:cubicBezTo>
                        <a:pt x="5614" y="104006"/>
                        <a:pt x="0" y="98392"/>
                        <a:pt x="0" y="91466"/>
                      </a:cubicBezTo>
                      <a:cubicBezTo>
                        <a:pt x="0" y="84540"/>
                        <a:pt x="5614" y="78926"/>
                        <a:pt x="12540" y="78926"/>
                      </a:cubicBezTo>
                      <a:lnTo>
                        <a:pt x="61651" y="78926"/>
                      </a:lnTo>
                      <a:lnTo>
                        <a:pt x="61651" y="12540"/>
                      </a:lnTo>
                      <a:cubicBezTo>
                        <a:pt x="61651" y="5614"/>
                        <a:pt x="67266" y="0"/>
                        <a:pt x="74192" y="0"/>
                      </a:cubicBezTo>
                      <a:cubicBezTo>
                        <a:pt x="81118" y="0"/>
                        <a:pt x="86732" y="5614"/>
                        <a:pt x="86732" y="12540"/>
                      </a:cubicBezTo>
                      <a:lnTo>
                        <a:pt x="86732" y="91466"/>
                      </a:lnTo>
                      <a:cubicBezTo>
                        <a:pt x="86732" y="98392"/>
                        <a:pt x="81118" y="104006"/>
                        <a:pt x="74192" y="104006"/>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2" name="Freeform 179">
                  <a:extLst>
                    <a:ext uri="{FF2B5EF4-FFF2-40B4-BE49-F238E27FC236}">
                      <a16:creationId xmlns:a16="http://schemas.microsoft.com/office/drawing/2014/main" id="{79392EC1-8D4D-B7C2-A158-24F086DD19AF}"/>
                    </a:ext>
                  </a:extLst>
                </p:cNvPr>
                <p:cNvSpPr/>
                <p:nvPr/>
              </p:nvSpPr>
              <p:spPr>
                <a:xfrm>
                  <a:off x="853064" y="2160983"/>
                  <a:ext cx="62701" cy="25080"/>
                </a:xfrm>
                <a:custGeom>
                  <a:avLst/>
                  <a:gdLst>
                    <a:gd name="connsiteX0" fmla="*/ 50161 w 62701"/>
                    <a:gd name="connsiteY0" fmla="*/ 25081 h 25080"/>
                    <a:gd name="connsiteX1" fmla="*/ 12540 w 62701"/>
                    <a:gd name="connsiteY1" fmla="*/ 25081 h 25080"/>
                    <a:gd name="connsiteX2" fmla="*/ 0 w 62701"/>
                    <a:gd name="connsiteY2" fmla="*/ 12540 h 25080"/>
                    <a:gd name="connsiteX3" fmla="*/ 12540 w 62701"/>
                    <a:gd name="connsiteY3" fmla="*/ 0 h 25080"/>
                    <a:gd name="connsiteX4" fmla="*/ 50161 w 62701"/>
                    <a:gd name="connsiteY4" fmla="*/ 0 h 25080"/>
                    <a:gd name="connsiteX5" fmla="*/ 62702 w 62701"/>
                    <a:gd name="connsiteY5" fmla="*/ 12540 h 25080"/>
                    <a:gd name="connsiteX6" fmla="*/ 50161 w 62701"/>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01" h="25080">
                      <a:moveTo>
                        <a:pt x="50161" y="25081"/>
                      </a:moveTo>
                      <a:lnTo>
                        <a:pt x="12540" y="25081"/>
                      </a:lnTo>
                      <a:cubicBezTo>
                        <a:pt x="5614" y="25081"/>
                        <a:pt x="0" y="19466"/>
                        <a:pt x="0" y="12540"/>
                      </a:cubicBezTo>
                      <a:cubicBezTo>
                        <a:pt x="0" y="5614"/>
                        <a:pt x="5614" y="0"/>
                        <a:pt x="12540" y="0"/>
                      </a:cubicBezTo>
                      <a:lnTo>
                        <a:pt x="50161" y="0"/>
                      </a:lnTo>
                      <a:cubicBezTo>
                        <a:pt x="57087" y="0"/>
                        <a:pt x="62702" y="5614"/>
                        <a:pt x="62702" y="12540"/>
                      </a:cubicBezTo>
                      <a:cubicBezTo>
                        <a:pt x="62702" y="19466"/>
                        <a:pt x="57087" y="25081"/>
                        <a:pt x="50161"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3" name="Freeform 180">
                  <a:extLst>
                    <a:ext uri="{FF2B5EF4-FFF2-40B4-BE49-F238E27FC236}">
                      <a16:creationId xmlns:a16="http://schemas.microsoft.com/office/drawing/2014/main" id="{D9A4313C-EC08-2D0C-069E-B139390B1EE6}"/>
                    </a:ext>
                  </a:extLst>
                </p:cNvPr>
                <p:cNvSpPr/>
                <p:nvPr/>
              </p:nvSpPr>
              <p:spPr>
                <a:xfrm>
                  <a:off x="791413" y="2198196"/>
                  <a:ext cx="161550" cy="76668"/>
                </a:xfrm>
                <a:custGeom>
                  <a:avLst/>
                  <a:gdLst>
                    <a:gd name="connsiteX0" fmla="*/ 149011 w 161550"/>
                    <a:gd name="connsiteY0" fmla="*/ 76669 h 76668"/>
                    <a:gd name="connsiteX1" fmla="*/ 12540 w 161550"/>
                    <a:gd name="connsiteY1" fmla="*/ 76669 h 76668"/>
                    <a:gd name="connsiteX2" fmla="*/ 0 w 161550"/>
                    <a:gd name="connsiteY2" fmla="*/ 64128 h 76668"/>
                    <a:gd name="connsiteX3" fmla="*/ 12540 w 161550"/>
                    <a:gd name="connsiteY3" fmla="*/ 51588 h 76668"/>
                    <a:gd name="connsiteX4" fmla="*/ 136470 w 161550"/>
                    <a:gd name="connsiteY4" fmla="*/ 51588 h 76668"/>
                    <a:gd name="connsiteX5" fmla="*/ 136470 w 161550"/>
                    <a:gd name="connsiteY5" fmla="*/ 12540 h 76668"/>
                    <a:gd name="connsiteX6" fmla="*/ 149011 w 161550"/>
                    <a:gd name="connsiteY6" fmla="*/ 0 h 76668"/>
                    <a:gd name="connsiteX7" fmla="*/ 161551 w 161550"/>
                    <a:gd name="connsiteY7" fmla="*/ 12540 h 76668"/>
                    <a:gd name="connsiteX8" fmla="*/ 161551 w 161550"/>
                    <a:gd name="connsiteY8" fmla="*/ 64128 h 76668"/>
                    <a:gd name="connsiteX9" fmla="*/ 149011 w 161550"/>
                    <a:gd name="connsiteY9" fmla="*/ 76669 h 7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550" h="76668">
                      <a:moveTo>
                        <a:pt x="149011" y="76669"/>
                      </a:moveTo>
                      <a:lnTo>
                        <a:pt x="12540" y="76669"/>
                      </a:lnTo>
                      <a:cubicBezTo>
                        <a:pt x="5614" y="76669"/>
                        <a:pt x="0" y="71054"/>
                        <a:pt x="0" y="64128"/>
                      </a:cubicBezTo>
                      <a:cubicBezTo>
                        <a:pt x="0" y="57203"/>
                        <a:pt x="5614" y="51588"/>
                        <a:pt x="12540" y="51588"/>
                      </a:cubicBezTo>
                      <a:lnTo>
                        <a:pt x="136470" y="51588"/>
                      </a:lnTo>
                      <a:lnTo>
                        <a:pt x="136470" y="12540"/>
                      </a:lnTo>
                      <a:cubicBezTo>
                        <a:pt x="136470" y="5615"/>
                        <a:pt x="142085" y="0"/>
                        <a:pt x="149011" y="0"/>
                      </a:cubicBezTo>
                      <a:cubicBezTo>
                        <a:pt x="155936" y="0"/>
                        <a:pt x="161551" y="5615"/>
                        <a:pt x="161551" y="12540"/>
                      </a:cubicBezTo>
                      <a:lnTo>
                        <a:pt x="161551" y="64128"/>
                      </a:lnTo>
                      <a:cubicBezTo>
                        <a:pt x="161551" y="71054"/>
                        <a:pt x="155936" y="76669"/>
                        <a:pt x="149011" y="76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4" name="Freeform 181">
                  <a:extLst>
                    <a:ext uri="{FF2B5EF4-FFF2-40B4-BE49-F238E27FC236}">
                      <a16:creationId xmlns:a16="http://schemas.microsoft.com/office/drawing/2014/main" id="{411C9704-12D1-A912-20F6-BF8103B3CD22}"/>
                    </a:ext>
                  </a:extLst>
                </p:cNvPr>
                <p:cNvSpPr/>
                <p:nvPr/>
              </p:nvSpPr>
              <p:spPr>
                <a:xfrm>
                  <a:off x="890683" y="2123775"/>
                  <a:ext cx="99480" cy="99501"/>
                </a:xfrm>
                <a:custGeom>
                  <a:avLst/>
                  <a:gdLst>
                    <a:gd name="connsiteX0" fmla="*/ 49740 w 99480"/>
                    <a:gd name="connsiteY0" fmla="*/ 99502 h 99501"/>
                    <a:gd name="connsiteX1" fmla="*/ 40868 w 99480"/>
                    <a:gd name="connsiteY1" fmla="*/ 95834 h 99501"/>
                    <a:gd name="connsiteX2" fmla="*/ 3670 w 99480"/>
                    <a:gd name="connsiteY2" fmla="*/ 58620 h 99501"/>
                    <a:gd name="connsiteX3" fmla="*/ 3670 w 99480"/>
                    <a:gd name="connsiteY3" fmla="*/ 40891 h 99501"/>
                    <a:gd name="connsiteX4" fmla="*/ 40868 w 99480"/>
                    <a:gd name="connsiteY4" fmla="*/ 3678 h 99501"/>
                    <a:gd name="connsiteX5" fmla="*/ 58603 w 99480"/>
                    <a:gd name="connsiteY5" fmla="*/ 3668 h 99501"/>
                    <a:gd name="connsiteX6" fmla="*/ 58613 w 99480"/>
                    <a:gd name="connsiteY6" fmla="*/ 3678 h 99501"/>
                    <a:gd name="connsiteX7" fmla="*/ 95811 w 99480"/>
                    <a:gd name="connsiteY7" fmla="*/ 40891 h 99501"/>
                    <a:gd name="connsiteX8" fmla="*/ 95811 w 99480"/>
                    <a:gd name="connsiteY8" fmla="*/ 58620 h 99501"/>
                    <a:gd name="connsiteX9" fmla="*/ 58613 w 99480"/>
                    <a:gd name="connsiteY9" fmla="*/ 95834 h 99501"/>
                    <a:gd name="connsiteX10" fmla="*/ 49740 w 99480"/>
                    <a:gd name="connsiteY10" fmla="*/ 99502 h 99501"/>
                    <a:gd name="connsiteX11" fmla="*/ 30272 w 99480"/>
                    <a:gd name="connsiteY11" fmla="*/ 49748 h 99501"/>
                    <a:gd name="connsiteX12" fmla="*/ 49740 w 99480"/>
                    <a:gd name="connsiteY12" fmla="*/ 69233 h 99501"/>
                    <a:gd name="connsiteX13" fmla="*/ 69209 w 99480"/>
                    <a:gd name="connsiteY13" fmla="*/ 49748 h 99501"/>
                    <a:gd name="connsiteX14" fmla="*/ 49740 w 99480"/>
                    <a:gd name="connsiteY14" fmla="*/ 30279 h 9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480" h="99501">
                      <a:moveTo>
                        <a:pt x="49740" y="99502"/>
                      </a:moveTo>
                      <a:cubicBezTo>
                        <a:pt x="46414" y="99505"/>
                        <a:pt x="43223" y="98185"/>
                        <a:pt x="40868" y="95834"/>
                      </a:cubicBezTo>
                      <a:lnTo>
                        <a:pt x="3670" y="58620"/>
                      </a:lnTo>
                      <a:cubicBezTo>
                        <a:pt x="-1223" y="53724"/>
                        <a:pt x="-1223" y="45788"/>
                        <a:pt x="3670" y="40891"/>
                      </a:cubicBezTo>
                      <a:lnTo>
                        <a:pt x="40868" y="3678"/>
                      </a:lnTo>
                      <a:cubicBezTo>
                        <a:pt x="45762" y="-1222"/>
                        <a:pt x="53703" y="-1227"/>
                        <a:pt x="58603" y="3668"/>
                      </a:cubicBezTo>
                      <a:cubicBezTo>
                        <a:pt x="58607" y="3671"/>
                        <a:pt x="58610" y="3675"/>
                        <a:pt x="58613" y="3678"/>
                      </a:cubicBezTo>
                      <a:lnTo>
                        <a:pt x="95811" y="40891"/>
                      </a:lnTo>
                      <a:cubicBezTo>
                        <a:pt x="100704" y="45788"/>
                        <a:pt x="100704" y="53724"/>
                        <a:pt x="95811" y="58620"/>
                      </a:cubicBezTo>
                      <a:lnTo>
                        <a:pt x="58613" y="95834"/>
                      </a:lnTo>
                      <a:cubicBezTo>
                        <a:pt x="56258" y="98185"/>
                        <a:pt x="53067" y="99505"/>
                        <a:pt x="49740" y="99502"/>
                      </a:cubicBezTo>
                      <a:close/>
                      <a:moveTo>
                        <a:pt x="30272" y="49748"/>
                      </a:moveTo>
                      <a:lnTo>
                        <a:pt x="49740" y="69233"/>
                      </a:lnTo>
                      <a:lnTo>
                        <a:pt x="69209" y="49748"/>
                      </a:lnTo>
                      <a:lnTo>
                        <a:pt x="49740" y="30279"/>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5" name="Freeform 182">
                  <a:extLst>
                    <a:ext uri="{FF2B5EF4-FFF2-40B4-BE49-F238E27FC236}">
                      <a16:creationId xmlns:a16="http://schemas.microsoft.com/office/drawing/2014/main" id="{0CB06876-D233-3CAE-E9E8-2F4B9085C3CA}"/>
                    </a:ext>
                  </a:extLst>
                </p:cNvPr>
                <p:cNvSpPr/>
                <p:nvPr/>
              </p:nvSpPr>
              <p:spPr>
                <a:xfrm>
                  <a:off x="786397" y="2040956"/>
                  <a:ext cx="158321" cy="66181"/>
                </a:xfrm>
                <a:custGeom>
                  <a:avLst/>
                  <a:gdLst>
                    <a:gd name="connsiteX0" fmla="*/ 145781 w 158321"/>
                    <a:gd name="connsiteY0" fmla="*/ 66182 h 66181"/>
                    <a:gd name="connsiteX1" fmla="*/ 12540 w 158321"/>
                    <a:gd name="connsiteY1" fmla="*/ 66182 h 66181"/>
                    <a:gd name="connsiteX2" fmla="*/ 0 w 158321"/>
                    <a:gd name="connsiteY2" fmla="*/ 53641 h 66181"/>
                    <a:gd name="connsiteX3" fmla="*/ 0 w 158321"/>
                    <a:gd name="connsiteY3" fmla="*/ 12540 h 66181"/>
                    <a:gd name="connsiteX4" fmla="*/ 12540 w 158321"/>
                    <a:gd name="connsiteY4" fmla="*/ 0 h 66181"/>
                    <a:gd name="connsiteX5" fmla="*/ 145781 w 158321"/>
                    <a:gd name="connsiteY5" fmla="*/ 0 h 66181"/>
                    <a:gd name="connsiteX6" fmla="*/ 158322 w 158321"/>
                    <a:gd name="connsiteY6" fmla="*/ 12540 h 66181"/>
                    <a:gd name="connsiteX7" fmla="*/ 158322 w 158321"/>
                    <a:gd name="connsiteY7" fmla="*/ 53641 h 66181"/>
                    <a:gd name="connsiteX8" fmla="*/ 145781 w 158321"/>
                    <a:gd name="connsiteY8" fmla="*/ 66182 h 66181"/>
                    <a:gd name="connsiteX9" fmla="*/ 25081 w 158321"/>
                    <a:gd name="connsiteY9" fmla="*/ 41101 h 66181"/>
                    <a:gd name="connsiteX10" fmla="*/ 133241 w 158321"/>
                    <a:gd name="connsiteY10" fmla="*/ 41101 h 66181"/>
                    <a:gd name="connsiteX11" fmla="*/ 133241 w 158321"/>
                    <a:gd name="connsiteY11" fmla="*/ 25081 h 66181"/>
                    <a:gd name="connsiteX12" fmla="*/ 25081 w 158321"/>
                    <a:gd name="connsiteY12" fmla="*/ 25081 h 6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321" h="66181">
                      <a:moveTo>
                        <a:pt x="145781" y="66182"/>
                      </a:moveTo>
                      <a:lnTo>
                        <a:pt x="12540" y="66182"/>
                      </a:lnTo>
                      <a:cubicBezTo>
                        <a:pt x="5614" y="66182"/>
                        <a:pt x="0" y="60567"/>
                        <a:pt x="0" y="53641"/>
                      </a:cubicBezTo>
                      <a:lnTo>
                        <a:pt x="0" y="12540"/>
                      </a:lnTo>
                      <a:cubicBezTo>
                        <a:pt x="0" y="5614"/>
                        <a:pt x="5614" y="0"/>
                        <a:pt x="12540" y="0"/>
                      </a:cubicBezTo>
                      <a:lnTo>
                        <a:pt x="145781" y="0"/>
                      </a:lnTo>
                      <a:cubicBezTo>
                        <a:pt x="152707" y="0"/>
                        <a:pt x="158322" y="5614"/>
                        <a:pt x="158322" y="12540"/>
                      </a:cubicBezTo>
                      <a:lnTo>
                        <a:pt x="158322" y="53641"/>
                      </a:lnTo>
                      <a:cubicBezTo>
                        <a:pt x="158322" y="60567"/>
                        <a:pt x="152707" y="66182"/>
                        <a:pt x="145781" y="66182"/>
                      </a:cubicBezTo>
                      <a:close/>
                      <a:moveTo>
                        <a:pt x="25081" y="41101"/>
                      </a:moveTo>
                      <a:lnTo>
                        <a:pt x="133241" y="41101"/>
                      </a:lnTo>
                      <a:lnTo>
                        <a:pt x="133241" y="25081"/>
                      </a:lnTo>
                      <a:lnTo>
                        <a:pt x="25081" y="25081"/>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4" name="Group 3">
            <a:extLst>
              <a:ext uri="{FF2B5EF4-FFF2-40B4-BE49-F238E27FC236}">
                <a16:creationId xmlns:a16="http://schemas.microsoft.com/office/drawing/2014/main" id="{15C5F4B0-11A9-2EB1-2057-8E6CA6274984}"/>
              </a:ext>
            </a:extLst>
          </p:cNvPr>
          <p:cNvGrpSpPr/>
          <p:nvPr/>
        </p:nvGrpSpPr>
        <p:grpSpPr>
          <a:xfrm>
            <a:off x="10667997" y="-3"/>
            <a:ext cx="1143475" cy="828677"/>
            <a:chOff x="10667997" y="-3"/>
            <a:chExt cx="1143475" cy="828677"/>
          </a:xfrm>
        </p:grpSpPr>
        <p:sp>
          <p:nvSpPr>
            <p:cNvPr id="5" name="Round Same-side Corner of Rectangle 3">
              <a:extLst>
                <a:ext uri="{FF2B5EF4-FFF2-40B4-BE49-F238E27FC236}">
                  <a16:creationId xmlns:a16="http://schemas.microsoft.com/office/drawing/2014/main" id="{FC1F0065-9C81-C346-2DF0-FEA77B9BC9C3}"/>
                </a:ext>
              </a:extLst>
            </p:cNvPr>
            <p:cNvSpPr/>
            <p:nvPr/>
          </p:nvSpPr>
          <p:spPr>
            <a:xfrm rot="10800000">
              <a:off x="10667997" y="-3"/>
              <a:ext cx="1143475" cy="828677"/>
            </a:xfrm>
            <a:prstGeom prst="round2SameRect">
              <a:avLst/>
            </a:prstGeom>
            <a:solidFill>
              <a:schemeClr val="bg1"/>
            </a:solidFill>
            <a:ln>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7" name="Picture 6">
              <a:extLst>
                <a:ext uri="{FF2B5EF4-FFF2-40B4-BE49-F238E27FC236}">
                  <a16:creationId xmlns:a16="http://schemas.microsoft.com/office/drawing/2014/main" id="{CC0E60C9-6979-E079-2266-A7533CC69EE1}"/>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0957794" y="135851"/>
              <a:ext cx="563880" cy="563880"/>
            </a:xfrm>
            <a:prstGeom prst="rect">
              <a:avLst/>
            </a:prstGeom>
          </p:spPr>
        </p:pic>
      </p:grpSp>
      <p:grpSp>
        <p:nvGrpSpPr>
          <p:cNvPr id="8" name="Group 7">
            <a:extLst>
              <a:ext uri="{FF2B5EF4-FFF2-40B4-BE49-F238E27FC236}">
                <a16:creationId xmlns:a16="http://schemas.microsoft.com/office/drawing/2014/main" id="{2F48DC5A-F584-4A7F-BDAD-7F2F50C7AF3E}"/>
              </a:ext>
            </a:extLst>
          </p:cNvPr>
          <p:cNvGrpSpPr/>
          <p:nvPr/>
        </p:nvGrpSpPr>
        <p:grpSpPr>
          <a:xfrm>
            <a:off x="1" y="2318770"/>
            <a:ext cx="12191999" cy="412400"/>
            <a:chOff x="-16253" y="2318770"/>
            <a:chExt cx="12208253" cy="412400"/>
          </a:xfrm>
        </p:grpSpPr>
        <p:sp>
          <p:nvSpPr>
            <p:cNvPr id="9" name="5-Point Star 266">
              <a:extLst>
                <a:ext uri="{FF2B5EF4-FFF2-40B4-BE49-F238E27FC236}">
                  <a16:creationId xmlns:a16="http://schemas.microsoft.com/office/drawing/2014/main" id="{37FC3686-34DF-CACD-3001-3811DBBCF3DC}"/>
                </a:ext>
              </a:extLst>
            </p:cNvPr>
            <p:cNvSpPr/>
            <p:nvPr/>
          </p:nvSpPr>
          <p:spPr>
            <a:xfrm>
              <a:off x="10245460" y="2354711"/>
              <a:ext cx="228912" cy="228912"/>
            </a:xfrm>
            <a:prstGeom prst="star5">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0" name="Arrow: Chevron 23">
              <a:extLst>
                <a:ext uri="{FF2B5EF4-FFF2-40B4-BE49-F238E27FC236}">
                  <a16:creationId xmlns:a16="http://schemas.microsoft.com/office/drawing/2014/main" id="{56CBD00D-5E7E-D02F-6B8D-743735AE3557}"/>
                </a:ext>
              </a:extLst>
            </p:cNvPr>
            <p:cNvSpPr/>
            <p:nvPr/>
          </p:nvSpPr>
          <p:spPr>
            <a:xfrm>
              <a:off x="9137893" y="2318771"/>
              <a:ext cx="1071767" cy="409690"/>
            </a:xfrm>
            <a:prstGeom prst="chevron">
              <a:avLst>
                <a:gd name="adj" fmla="val 24644"/>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Final </a:t>
              </a:r>
              <a:b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b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a:t>
              </a:r>
            </a:p>
          </p:txBody>
        </p:sp>
        <p:sp>
          <p:nvSpPr>
            <p:cNvPr id="11" name="Arrow: Chevron 22">
              <a:extLst>
                <a:ext uri="{FF2B5EF4-FFF2-40B4-BE49-F238E27FC236}">
                  <a16:creationId xmlns:a16="http://schemas.microsoft.com/office/drawing/2014/main" id="{9D27FCF5-F444-B381-BCDC-2753457BD7FA}"/>
                </a:ext>
              </a:extLst>
            </p:cNvPr>
            <p:cNvSpPr/>
            <p:nvPr/>
          </p:nvSpPr>
          <p:spPr>
            <a:xfrm>
              <a:off x="4738710" y="2318771"/>
              <a:ext cx="2670399" cy="409690"/>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Realization</a:t>
              </a:r>
            </a:p>
          </p:txBody>
        </p:sp>
        <p:sp>
          <p:nvSpPr>
            <p:cNvPr id="12" name="Arrow: Chevron 288">
              <a:extLst>
                <a:ext uri="{FF2B5EF4-FFF2-40B4-BE49-F238E27FC236}">
                  <a16:creationId xmlns:a16="http://schemas.microsoft.com/office/drawing/2014/main" id="{B68D12B6-0CCF-0C26-17A8-E8FA2E761AEF}"/>
                </a:ext>
              </a:extLst>
            </p:cNvPr>
            <p:cNvSpPr/>
            <p:nvPr/>
          </p:nvSpPr>
          <p:spPr>
            <a:xfrm>
              <a:off x="1728137" y="2318771"/>
              <a:ext cx="801206"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13716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Plan</a:t>
              </a:r>
            </a:p>
          </p:txBody>
        </p:sp>
        <p:sp>
          <p:nvSpPr>
            <p:cNvPr id="13" name="Arrow: Pentagon 14">
              <a:extLst>
                <a:ext uri="{FF2B5EF4-FFF2-40B4-BE49-F238E27FC236}">
                  <a16:creationId xmlns:a16="http://schemas.microsoft.com/office/drawing/2014/main" id="{57749177-A512-D0AF-4E3C-3CAEB65D95E8}"/>
                </a:ext>
              </a:extLst>
            </p:cNvPr>
            <p:cNvSpPr/>
            <p:nvPr/>
          </p:nvSpPr>
          <p:spPr>
            <a:xfrm>
              <a:off x="1105365" y="2319075"/>
              <a:ext cx="733360" cy="408495"/>
            </a:xfrm>
            <a:prstGeom prst="homePlate">
              <a:avLst>
                <a:gd name="adj" fmla="val 17926"/>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9144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a:t>
              </a:r>
            </a:p>
          </p:txBody>
        </p:sp>
        <p:sp>
          <p:nvSpPr>
            <p:cNvPr id="14" name="Rectangle 13">
              <a:extLst>
                <a:ext uri="{FF2B5EF4-FFF2-40B4-BE49-F238E27FC236}">
                  <a16:creationId xmlns:a16="http://schemas.microsoft.com/office/drawing/2014/main" id="{23A08F7A-5655-D76C-E452-4CDECEE6DB3B}"/>
                </a:ext>
              </a:extLst>
            </p:cNvPr>
            <p:cNvSpPr/>
            <p:nvPr/>
          </p:nvSpPr>
          <p:spPr>
            <a:xfrm>
              <a:off x="-16253" y="2320770"/>
              <a:ext cx="1121618" cy="410400"/>
            </a:xfrm>
            <a:prstGeom prst="rect">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Pre-Project</a:t>
              </a:r>
            </a:p>
          </p:txBody>
        </p:sp>
        <p:sp>
          <p:nvSpPr>
            <p:cNvPr id="15" name="Arrow: Chevron 284">
              <a:extLst>
                <a:ext uri="{FF2B5EF4-FFF2-40B4-BE49-F238E27FC236}">
                  <a16:creationId xmlns:a16="http://schemas.microsoft.com/office/drawing/2014/main" id="{A1AFD22C-1DE5-B531-6D91-4DCF2CC38510}"/>
                </a:ext>
              </a:extLst>
            </p:cNvPr>
            <p:cNvSpPr/>
            <p:nvPr/>
          </p:nvSpPr>
          <p:spPr>
            <a:xfrm>
              <a:off x="3196912" y="2318771"/>
              <a:ext cx="1636843"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432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Blueprint</a:t>
              </a:r>
            </a:p>
          </p:txBody>
        </p:sp>
        <p:sp>
          <p:nvSpPr>
            <p:cNvPr id="16" name="Arrow: Chevron 287">
              <a:extLst>
                <a:ext uri="{FF2B5EF4-FFF2-40B4-BE49-F238E27FC236}">
                  <a16:creationId xmlns:a16="http://schemas.microsoft.com/office/drawing/2014/main" id="{C3EFC987-C19C-28D4-0D47-C106B2CD1CB6}"/>
                </a:ext>
              </a:extLst>
            </p:cNvPr>
            <p:cNvSpPr/>
            <p:nvPr/>
          </p:nvSpPr>
          <p:spPr>
            <a:xfrm>
              <a:off x="2428620" y="2318771"/>
              <a:ext cx="1227452"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Inception</a:t>
              </a:r>
            </a:p>
          </p:txBody>
        </p:sp>
        <p:sp>
          <p:nvSpPr>
            <p:cNvPr id="17" name="Arrow: Chevron 274">
              <a:extLst>
                <a:ext uri="{FF2B5EF4-FFF2-40B4-BE49-F238E27FC236}">
                  <a16:creationId xmlns:a16="http://schemas.microsoft.com/office/drawing/2014/main" id="{4B4E4D21-1C70-A671-512C-C8219239E887}"/>
                </a:ext>
              </a:extLst>
            </p:cNvPr>
            <p:cNvSpPr/>
            <p:nvPr/>
          </p:nvSpPr>
          <p:spPr>
            <a:xfrm>
              <a:off x="8191233" y="2318771"/>
              <a:ext cx="1049421" cy="409690"/>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000" b="1">
                  <a:solidFill>
                    <a:srgbClr val="999999">
                      <a:lumMod val="50000"/>
                    </a:srgbClr>
                  </a:solidFill>
                  <a:latin typeface="Century Gothic" panose="020F0302020204030204"/>
                </a:rPr>
                <a:t>BRT</a:t>
              </a:r>
              <a:endPar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endParaRPr>
            </a:p>
          </p:txBody>
        </p:sp>
        <p:sp>
          <p:nvSpPr>
            <p:cNvPr id="18" name="Arrow: Chevron 273">
              <a:extLst>
                <a:ext uri="{FF2B5EF4-FFF2-40B4-BE49-F238E27FC236}">
                  <a16:creationId xmlns:a16="http://schemas.microsoft.com/office/drawing/2014/main" id="{FF7CAABD-960B-CDB1-8478-F2589FA76C56}"/>
                </a:ext>
              </a:extLst>
            </p:cNvPr>
            <p:cNvSpPr/>
            <p:nvPr/>
          </p:nvSpPr>
          <p:spPr>
            <a:xfrm>
              <a:off x="7245741" y="2318770"/>
              <a:ext cx="1046604"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SIT</a:t>
              </a:r>
            </a:p>
          </p:txBody>
        </p:sp>
        <p:sp>
          <p:nvSpPr>
            <p:cNvPr id="19" name="Arrow: Chevron 26">
              <a:extLst>
                <a:ext uri="{FF2B5EF4-FFF2-40B4-BE49-F238E27FC236}">
                  <a16:creationId xmlns:a16="http://schemas.microsoft.com/office/drawing/2014/main" id="{CCDEC282-1850-5CC4-1088-28768C1B88FA}"/>
                </a:ext>
              </a:extLst>
            </p:cNvPr>
            <p:cNvSpPr/>
            <p:nvPr/>
          </p:nvSpPr>
          <p:spPr>
            <a:xfrm>
              <a:off x="11064849" y="2318771"/>
              <a:ext cx="1127151" cy="409689"/>
            </a:xfrm>
            <a:prstGeom prst="chevron">
              <a:avLst>
                <a:gd name="adj" fmla="val 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Operate</a:t>
              </a:r>
            </a:p>
          </p:txBody>
        </p:sp>
        <p:sp>
          <p:nvSpPr>
            <p:cNvPr id="20" name="Arrow: Chevron 19">
              <a:extLst>
                <a:ext uri="{FF2B5EF4-FFF2-40B4-BE49-F238E27FC236}">
                  <a16:creationId xmlns:a16="http://schemas.microsoft.com/office/drawing/2014/main" id="{E746DD37-C8B5-1785-D9B5-FC6161C8DB9F}"/>
                </a:ext>
              </a:extLst>
            </p:cNvPr>
            <p:cNvSpPr/>
            <p:nvPr/>
          </p:nvSpPr>
          <p:spPr>
            <a:xfrm>
              <a:off x="10106803" y="2318771"/>
              <a:ext cx="1049421" cy="409689"/>
            </a:xfrm>
            <a:prstGeom prst="chevron">
              <a:avLst>
                <a:gd name="adj" fmla="val 24644"/>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Go Live &amp; Hypercare</a:t>
              </a:r>
            </a:p>
          </p:txBody>
        </p:sp>
      </p:grpSp>
      <p:cxnSp>
        <p:nvCxnSpPr>
          <p:cNvPr id="21" name="Straight Connector 20">
            <a:extLst>
              <a:ext uri="{FF2B5EF4-FFF2-40B4-BE49-F238E27FC236}">
                <a16:creationId xmlns:a16="http://schemas.microsoft.com/office/drawing/2014/main" id="{42EA7CC4-D7E7-9BCB-17C7-D915D1A4AFA9}"/>
              </a:ext>
            </a:extLst>
          </p:cNvPr>
          <p:cNvCxnSpPr>
            <a:cxnSpLocks/>
          </p:cNvCxnSpPr>
          <p:nvPr/>
        </p:nvCxnSpPr>
        <p:spPr>
          <a:xfrm>
            <a:off x="4737391" y="2716684"/>
            <a:ext cx="0" cy="3888000"/>
          </a:xfrm>
          <a:prstGeom prst="line">
            <a:avLst/>
          </a:prstGeom>
          <a:ln w="12700">
            <a:solidFill>
              <a:schemeClr val="accent1"/>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F9AE89-B3AE-D0E0-B0A3-078E774D96DE}"/>
              </a:ext>
            </a:extLst>
          </p:cNvPr>
          <p:cNvCxnSpPr>
            <a:cxnSpLocks/>
          </p:cNvCxnSpPr>
          <p:nvPr/>
        </p:nvCxnSpPr>
        <p:spPr>
          <a:xfrm>
            <a:off x="2407493" y="2716684"/>
            <a:ext cx="0" cy="3888000"/>
          </a:xfrm>
          <a:prstGeom prst="line">
            <a:avLst/>
          </a:prstGeom>
          <a:ln w="12700">
            <a:solidFill>
              <a:schemeClr val="accent1"/>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0D54DEF-87C8-FE72-B66F-85036A47A8AF}"/>
              </a:ext>
            </a:extLst>
          </p:cNvPr>
          <p:cNvCxnSpPr>
            <a:cxnSpLocks/>
          </p:cNvCxnSpPr>
          <p:nvPr/>
        </p:nvCxnSpPr>
        <p:spPr>
          <a:xfrm>
            <a:off x="1105365" y="2716684"/>
            <a:ext cx="0" cy="3888000"/>
          </a:xfrm>
          <a:prstGeom prst="line">
            <a:avLst/>
          </a:prstGeom>
          <a:ln w="12700">
            <a:solidFill>
              <a:schemeClr val="accent1"/>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9CF804B-6E65-914F-8536-BAC2AA111806}"/>
              </a:ext>
            </a:extLst>
          </p:cNvPr>
          <p:cNvCxnSpPr>
            <a:cxnSpLocks/>
          </p:cNvCxnSpPr>
          <p:nvPr/>
        </p:nvCxnSpPr>
        <p:spPr>
          <a:xfrm>
            <a:off x="7248658" y="2716684"/>
            <a:ext cx="0" cy="3888000"/>
          </a:xfrm>
          <a:prstGeom prst="line">
            <a:avLst/>
          </a:prstGeom>
          <a:ln w="12700">
            <a:solidFill>
              <a:schemeClr val="accent1"/>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D65E47C-B377-EFB9-FD93-B30C66B85054}"/>
              </a:ext>
            </a:extLst>
          </p:cNvPr>
          <p:cNvCxnSpPr>
            <a:cxnSpLocks/>
          </p:cNvCxnSpPr>
          <p:nvPr/>
        </p:nvCxnSpPr>
        <p:spPr>
          <a:xfrm>
            <a:off x="9154686" y="2716684"/>
            <a:ext cx="0" cy="3888000"/>
          </a:xfrm>
          <a:prstGeom prst="line">
            <a:avLst/>
          </a:prstGeom>
          <a:ln w="12700">
            <a:solidFill>
              <a:schemeClr val="accent1"/>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407D689-A188-EB4A-5972-AA80353CC667}"/>
              </a:ext>
            </a:extLst>
          </p:cNvPr>
          <p:cNvCxnSpPr>
            <a:cxnSpLocks/>
          </p:cNvCxnSpPr>
          <p:nvPr/>
        </p:nvCxnSpPr>
        <p:spPr>
          <a:xfrm>
            <a:off x="11064849" y="2716684"/>
            <a:ext cx="0" cy="3888000"/>
          </a:xfrm>
          <a:prstGeom prst="line">
            <a:avLst/>
          </a:prstGeom>
          <a:ln w="12700">
            <a:solidFill>
              <a:schemeClr val="accent1"/>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41732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Rectangle 75">
            <a:extLst>
              <a:ext uri="{FF2B5EF4-FFF2-40B4-BE49-F238E27FC236}">
                <a16:creationId xmlns:a16="http://schemas.microsoft.com/office/drawing/2014/main" id="{17571E66-FE3F-55DE-1080-8356EC404747}"/>
              </a:ext>
            </a:extLst>
          </p:cNvPr>
          <p:cNvSpPr/>
          <p:nvPr/>
        </p:nvSpPr>
        <p:spPr>
          <a:xfrm>
            <a:off x="1364" y="535696"/>
            <a:ext cx="12190635" cy="914400"/>
          </a:xfrm>
          <a:prstGeom prst="rect">
            <a:avLst/>
          </a:prstGeom>
          <a:gradFill>
            <a:gsLst>
              <a:gs pos="63000">
                <a:schemeClr val="bg1">
                  <a:lumMod val="95000"/>
                </a:schemeClr>
              </a:gs>
              <a:gs pos="13000">
                <a:schemeClr val="bg1">
                  <a:lumMod val="95000"/>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77" name="Rectangle 76">
            <a:extLst>
              <a:ext uri="{FF2B5EF4-FFF2-40B4-BE49-F238E27FC236}">
                <a16:creationId xmlns:a16="http://schemas.microsoft.com/office/drawing/2014/main" id="{269974D1-5E44-F23C-F85A-7991974C8E81}"/>
              </a:ext>
            </a:extLst>
          </p:cNvPr>
          <p:cNvSpPr/>
          <p:nvPr/>
        </p:nvSpPr>
        <p:spPr>
          <a:xfrm>
            <a:off x="147484" y="6179574"/>
            <a:ext cx="2492477"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6" name="Title 5">
            <a:extLst>
              <a:ext uri="{FF2B5EF4-FFF2-40B4-BE49-F238E27FC236}">
                <a16:creationId xmlns:a16="http://schemas.microsoft.com/office/drawing/2014/main" id="{90A9A899-875F-4BBE-9063-F9C6572335C6}"/>
              </a:ext>
            </a:extLst>
          </p:cNvPr>
          <p:cNvSpPr>
            <a:spLocks noGrp="1"/>
          </p:cNvSpPr>
          <p:nvPr>
            <p:ph type="ctrTitle"/>
          </p:nvPr>
        </p:nvSpPr>
        <p:spPr/>
        <p:txBody>
          <a:bodyPr/>
          <a:lstStyle/>
          <a:p>
            <a:r>
              <a:rPr lang="en-US"/>
              <a:t>key deliverables</a:t>
            </a:r>
          </a:p>
        </p:txBody>
      </p:sp>
      <p:sp>
        <p:nvSpPr>
          <p:cNvPr id="269" name="Rectangle: Rounded Corners 268">
            <a:extLst>
              <a:ext uri="{FF2B5EF4-FFF2-40B4-BE49-F238E27FC236}">
                <a16:creationId xmlns:a16="http://schemas.microsoft.com/office/drawing/2014/main" id="{6CA9E047-9813-131B-A6AA-7B37FEA57935}"/>
              </a:ext>
            </a:extLst>
          </p:cNvPr>
          <p:cNvSpPr/>
          <p:nvPr/>
        </p:nvSpPr>
        <p:spPr>
          <a:xfrm>
            <a:off x="1097680" y="2836493"/>
            <a:ext cx="1262930" cy="3470181"/>
          </a:xfrm>
          <a:prstGeom prst="roundRect">
            <a:avLst>
              <a:gd name="adj" fmla="val 0"/>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wrap="square" lIns="36000" tIns="0" rIns="0" bIns="0" rtlCol="0" anchor="t">
            <a:spAutoFit/>
          </a:bodyPr>
          <a:lstStyle/>
          <a:p>
            <a:pPr>
              <a:spcAft>
                <a:spcPts val="300"/>
              </a:spcAft>
            </a:pPr>
            <a:r>
              <a:rPr lang="en-GB" sz="900" b="1">
                <a:solidFill>
                  <a:schemeClr val="tx2"/>
                </a:solidFill>
              </a:rPr>
              <a:t>Preparation</a:t>
            </a:r>
          </a:p>
          <a:p>
            <a:pPr marL="72000" indent="-72000">
              <a:spcAft>
                <a:spcPts val="200"/>
              </a:spcAft>
              <a:buClr>
                <a:schemeClr val="tx2"/>
              </a:buClr>
              <a:buFont typeface="Arial" panose="020B0604020202020204" pitchFamily="34" charset="0"/>
              <a:buChar char="•"/>
            </a:pPr>
            <a:r>
              <a:rPr lang="en-US" sz="800">
                <a:solidFill>
                  <a:schemeClr val="tx1"/>
                </a:solidFill>
              </a:rPr>
              <a:t>Governance structure and meeting calendar</a:t>
            </a:r>
          </a:p>
          <a:p>
            <a:pPr marL="72000" indent="-72000">
              <a:spcAft>
                <a:spcPts val="200"/>
              </a:spcAft>
              <a:buClr>
                <a:schemeClr val="tx2"/>
              </a:buClr>
              <a:buFont typeface="Arial" panose="020B0604020202020204" pitchFamily="34" charset="0"/>
              <a:buChar char="•"/>
            </a:pPr>
            <a:r>
              <a:rPr lang="en-US" sz="800">
                <a:solidFill>
                  <a:schemeClr val="tx1"/>
                </a:solidFill>
              </a:rPr>
              <a:t>Strategies for OCM, Data Migration, Integration,…</a:t>
            </a:r>
          </a:p>
          <a:p>
            <a:pPr marL="72000" indent="-72000">
              <a:spcAft>
                <a:spcPts val="200"/>
              </a:spcAft>
              <a:buClr>
                <a:schemeClr val="tx2"/>
              </a:buClr>
              <a:buFont typeface="Arial" panose="020B0604020202020204" pitchFamily="34" charset="0"/>
              <a:buChar char="•"/>
            </a:pPr>
            <a:r>
              <a:rPr lang="en-US" sz="800">
                <a:solidFill>
                  <a:schemeClr val="tx1"/>
                </a:solidFill>
              </a:rPr>
              <a:t>Risk register</a:t>
            </a:r>
          </a:p>
          <a:p>
            <a:pPr marL="72000" indent="-72000">
              <a:spcAft>
                <a:spcPts val="200"/>
              </a:spcAft>
              <a:buClr>
                <a:schemeClr val="tx2"/>
              </a:buClr>
              <a:buFont typeface="Arial" panose="020B0604020202020204" pitchFamily="34" charset="0"/>
              <a:buChar char="•"/>
            </a:pPr>
            <a:r>
              <a:rPr lang="en-US" sz="800">
                <a:solidFill>
                  <a:schemeClr val="tx1"/>
                </a:solidFill>
              </a:rPr>
              <a:t>Change Request template and process</a:t>
            </a:r>
          </a:p>
          <a:p>
            <a:pPr marL="72000" indent="-72000">
              <a:spcAft>
                <a:spcPts val="200"/>
              </a:spcAft>
              <a:buClr>
                <a:schemeClr val="tx2"/>
              </a:buClr>
              <a:buFont typeface="Arial" panose="020B0604020202020204" pitchFamily="34" charset="0"/>
              <a:buChar char="•"/>
            </a:pPr>
            <a:r>
              <a:rPr lang="en-US" sz="800">
                <a:solidFill>
                  <a:schemeClr val="tx1"/>
                </a:solidFill>
              </a:rPr>
              <a:t>Deliverables list and acceptance criteria</a:t>
            </a:r>
          </a:p>
          <a:p>
            <a:pPr marL="72000" indent="-72000">
              <a:spcAft>
                <a:spcPts val="200"/>
              </a:spcAft>
              <a:buClr>
                <a:schemeClr val="tx2"/>
              </a:buClr>
              <a:buFont typeface="Arial" panose="020B0604020202020204" pitchFamily="34" charset="0"/>
              <a:buChar char="•"/>
            </a:pPr>
            <a:r>
              <a:rPr lang="en-US" sz="800">
                <a:solidFill>
                  <a:schemeClr val="tx1"/>
                </a:solidFill>
              </a:rPr>
              <a:t>GDPR requirements</a:t>
            </a:r>
          </a:p>
          <a:p>
            <a:pPr marL="72000" indent="-72000">
              <a:spcAft>
                <a:spcPts val="1000"/>
              </a:spcAft>
              <a:buClr>
                <a:schemeClr val="tx2"/>
              </a:buClr>
              <a:buFont typeface="Arial" panose="020B0604020202020204" pitchFamily="34" charset="0"/>
              <a:buChar char="•"/>
            </a:pPr>
            <a:r>
              <a:rPr lang="en-US" sz="800">
                <a:solidFill>
                  <a:schemeClr val="tx1"/>
                </a:solidFill>
              </a:rPr>
              <a:t>Welcome pack</a:t>
            </a:r>
          </a:p>
          <a:p>
            <a:pPr>
              <a:spcAft>
                <a:spcPts val="300"/>
              </a:spcAft>
            </a:pPr>
            <a:r>
              <a:rPr lang="en-GB" sz="900" b="1">
                <a:solidFill>
                  <a:schemeClr val="tx2"/>
                </a:solidFill>
              </a:rPr>
              <a:t>Initial plan</a:t>
            </a:r>
          </a:p>
          <a:p>
            <a:pPr marL="72000" indent="-72000">
              <a:spcAft>
                <a:spcPts val="1000"/>
              </a:spcAft>
              <a:buClr>
                <a:schemeClr val="tx2"/>
              </a:buClr>
              <a:buFont typeface="Arial" panose="020B0604020202020204" pitchFamily="34" charset="0"/>
              <a:buChar char="•"/>
            </a:pPr>
            <a:r>
              <a:rPr lang="en-US" sz="800">
                <a:solidFill>
                  <a:schemeClr val="tx1"/>
                </a:solidFill>
              </a:rPr>
              <a:t>High level planning with milestones and critical path</a:t>
            </a:r>
          </a:p>
          <a:p>
            <a:pPr>
              <a:spcAft>
                <a:spcPts val="300"/>
              </a:spcAft>
            </a:pPr>
            <a:r>
              <a:rPr lang="en-GB" sz="900" b="1">
                <a:solidFill>
                  <a:schemeClr val="tx2"/>
                </a:solidFill>
              </a:rPr>
              <a:t>Prepare for next phase</a:t>
            </a:r>
          </a:p>
          <a:p>
            <a:pPr marL="72000" indent="-72000">
              <a:spcAft>
                <a:spcPts val="200"/>
              </a:spcAft>
              <a:buClr>
                <a:schemeClr val="tx2"/>
              </a:buClr>
              <a:buFont typeface="Arial" panose="020B0604020202020204" pitchFamily="34" charset="0"/>
              <a:buChar char="•"/>
            </a:pPr>
            <a:r>
              <a:rPr lang="en-US" sz="800">
                <a:solidFill>
                  <a:schemeClr val="tx1"/>
                </a:solidFill>
              </a:rPr>
              <a:t>Workshop planning</a:t>
            </a:r>
          </a:p>
          <a:p>
            <a:pPr marL="72000" indent="-72000">
              <a:spcAft>
                <a:spcPts val="200"/>
              </a:spcAft>
              <a:buClr>
                <a:schemeClr val="tx2"/>
              </a:buClr>
              <a:buFont typeface="Arial" panose="020B0604020202020204" pitchFamily="34" charset="0"/>
              <a:buChar char="•"/>
            </a:pPr>
            <a:r>
              <a:rPr lang="en-US" sz="800">
                <a:solidFill>
                  <a:schemeClr val="tx1"/>
                </a:solidFill>
              </a:rPr>
              <a:t>Backlog (WBS) for BBP</a:t>
            </a:r>
          </a:p>
          <a:p>
            <a:pPr marL="72000" indent="-72000">
              <a:spcAft>
                <a:spcPts val="200"/>
              </a:spcAft>
              <a:buClr>
                <a:schemeClr val="tx2"/>
              </a:buClr>
              <a:buFont typeface="Arial" panose="020B0604020202020204" pitchFamily="34" charset="0"/>
              <a:buChar char="•"/>
            </a:pPr>
            <a:r>
              <a:rPr lang="en-US" sz="800">
                <a:solidFill>
                  <a:schemeClr val="tx1"/>
                </a:solidFill>
              </a:rPr>
              <a:t>Project kick-off for project and BBP</a:t>
            </a:r>
          </a:p>
        </p:txBody>
      </p:sp>
      <p:sp>
        <p:nvSpPr>
          <p:cNvPr id="270" name="Rectangle: Rounded Corners 269">
            <a:extLst>
              <a:ext uri="{FF2B5EF4-FFF2-40B4-BE49-F238E27FC236}">
                <a16:creationId xmlns:a16="http://schemas.microsoft.com/office/drawing/2014/main" id="{984D6C84-64E7-CCCA-9848-222BB5449FC2}"/>
              </a:ext>
            </a:extLst>
          </p:cNvPr>
          <p:cNvSpPr/>
          <p:nvPr/>
        </p:nvSpPr>
        <p:spPr>
          <a:xfrm>
            <a:off x="80719" y="2836493"/>
            <a:ext cx="952030" cy="2054409"/>
          </a:xfrm>
          <a:prstGeom prst="roundRect">
            <a:avLst>
              <a:gd name="adj" fmla="val 0"/>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wrap="square" lIns="0" tIns="0" rIns="0" bIns="0" rtlCol="0" anchor="t">
            <a:spAutoFit/>
          </a:bodyPr>
          <a:lstStyle/>
          <a:p>
            <a:pPr>
              <a:spcAft>
                <a:spcPts val="300"/>
              </a:spcAft>
            </a:pPr>
            <a:r>
              <a:rPr lang="en-GB" sz="900" b="1" dirty="0">
                <a:solidFill>
                  <a:schemeClr val="tx2"/>
                </a:solidFill>
              </a:rPr>
              <a:t>Pre-project</a:t>
            </a:r>
          </a:p>
          <a:p>
            <a:pPr marL="72000" indent="-72000">
              <a:spcAft>
                <a:spcPts val="200"/>
              </a:spcAft>
              <a:buClr>
                <a:schemeClr val="tx2"/>
              </a:buClr>
              <a:buFont typeface="Arial" panose="020B0604020202020204" pitchFamily="34" charset="0"/>
              <a:buChar char="•"/>
            </a:pPr>
            <a:r>
              <a:rPr lang="en-US" sz="800" dirty="0">
                <a:solidFill>
                  <a:schemeClr val="tx1"/>
                </a:solidFill>
              </a:rPr>
              <a:t>Initial budget, and timeline</a:t>
            </a:r>
          </a:p>
          <a:p>
            <a:pPr marL="72000" indent="-72000">
              <a:spcAft>
                <a:spcPts val="200"/>
              </a:spcAft>
              <a:buClr>
                <a:schemeClr val="tx2"/>
              </a:buClr>
              <a:buFont typeface="Arial" panose="020B0604020202020204" pitchFamily="34" charset="0"/>
              <a:buChar char="•"/>
            </a:pPr>
            <a:r>
              <a:rPr lang="en-US" sz="800" dirty="0">
                <a:solidFill>
                  <a:schemeClr val="tx1"/>
                </a:solidFill>
              </a:rPr>
              <a:t>High level scope and requirements</a:t>
            </a:r>
          </a:p>
          <a:p>
            <a:pPr marL="72000" indent="-72000">
              <a:spcAft>
                <a:spcPts val="200"/>
              </a:spcAft>
              <a:buClr>
                <a:schemeClr val="tx2"/>
              </a:buClr>
              <a:buFont typeface="Arial" panose="020B0604020202020204" pitchFamily="34" charset="0"/>
              <a:buChar char="•"/>
            </a:pPr>
            <a:r>
              <a:rPr lang="en-US" sz="800" dirty="0">
                <a:solidFill>
                  <a:schemeClr val="tx1"/>
                </a:solidFill>
              </a:rPr>
              <a:t>Rate table</a:t>
            </a:r>
          </a:p>
          <a:p>
            <a:pPr marL="72000" indent="-72000">
              <a:spcAft>
                <a:spcPts val="200"/>
              </a:spcAft>
              <a:buClr>
                <a:schemeClr val="tx2"/>
              </a:buClr>
              <a:buFont typeface="Arial" panose="020B0604020202020204" pitchFamily="34" charset="0"/>
              <a:buChar char="•"/>
            </a:pPr>
            <a:r>
              <a:rPr lang="en-US" sz="800" dirty="0">
                <a:solidFill>
                  <a:schemeClr val="tx1"/>
                </a:solidFill>
              </a:rPr>
              <a:t>Application landscape</a:t>
            </a:r>
          </a:p>
          <a:p>
            <a:pPr marL="72000" indent="-72000">
              <a:spcAft>
                <a:spcPts val="200"/>
              </a:spcAft>
              <a:buClr>
                <a:schemeClr val="tx2"/>
              </a:buClr>
              <a:buFont typeface="Arial" panose="020B0604020202020204" pitchFamily="34" charset="0"/>
              <a:buChar char="•"/>
            </a:pPr>
            <a:r>
              <a:rPr lang="en-US" sz="800" dirty="0">
                <a:solidFill>
                  <a:schemeClr val="tx1"/>
                </a:solidFill>
              </a:rPr>
              <a:t>Signed SOW or contract</a:t>
            </a:r>
          </a:p>
          <a:p>
            <a:pPr marL="72000" indent="-72000">
              <a:spcAft>
                <a:spcPts val="200"/>
              </a:spcAft>
              <a:buClr>
                <a:schemeClr val="tx2"/>
              </a:buClr>
              <a:buFont typeface="Arial" panose="020B0604020202020204" pitchFamily="34" charset="0"/>
              <a:buChar char="•"/>
            </a:pPr>
            <a:r>
              <a:rPr lang="en-US" sz="800" dirty="0">
                <a:solidFill>
                  <a:schemeClr val="tx1"/>
                </a:solidFill>
              </a:rPr>
              <a:t>Safeguarded presales files and information</a:t>
            </a:r>
          </a:p>
          <a:p>
            <a:pPr marL="72000" indent="-72000">
              <a:spcAft>
                <a:spcPts val="200"/>
              </a:spcAft>
              <a:buClr>
                <a:schemeClr val="tx2"/>
              </a:buClr>
              <a:buFont typeface="Arial" panose="020B0604020202020204" pitchFamily="34" charset="0"/>
              <a:buChar char="•"/>
            </a:pPr>
            <a:r>
              <a:rPr lang="en-US" sz="800" dirty="0">
                <a:solidFill>
                  <a:schemeClr val="tx1"/>
                </a:solidFill>
              </a:rPr>
              <a:t>Prepare for next phase</a:t>
            </a:r>
          </a:p>
        </p:txBody>
      </p:sp>
      <p:sp>
        <p:nvSpPr>
          <p:cNvPr id="274" name="Rectangle: Rounded Corners 273">
            <a:extLst>
              <a:ext uri="{FF2B5EF4-FFF2-40B4-BE49-F238E27FC236}">
                <a16:creationId xmlns:a16="http://schemas.microsoft.com/office/drawing/2014/main" id="{5510FE20-5E45-D16A-F15A-BB7EB1A4F314}"/>
              </a:ext>
            </a:extLst>
          </p:cNvPr>
          <p:cNvSpPr/>
          <p:nvPr/>
        </p:nvSpPr>
        <p:spPr>
          <a:xfrm>
            <a:off x="2402889" y="2836493"/>
            <a:ext cx="2298846" cy="3003386"/>
          </a:xfrm>
          <a:prstGeom prst="roundRect">
            <a:avLst>
              <a:gd name="adj" fmla="val 0"/>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wrap="square" lIns="36000" tIns="0" rIns="0" bIns="0" rtlCol="0" anchor="t">
            <a:spAutoFit/>
          </a:bodyPr>
          <a:lstStyle/>
          <a:p>
            <a:pPr>
              <a:spcAft>
                <a:spcPts val="300"/>
              </a:spcAft>
            </a:pPr>
            <a:r>
              <a:rPr lang="en-GB" sz="900" b="1">
                <a:solidFill>
                  <a:schemeClr val="tx2"/>
                </a:solidFill>
              </a:rPr>
              <a:t>Customer Process Discovery</a:t>
            </a:r>
          </a:p>
          <a:p>
            <a:pPr marL="72000" indent="-72000">
              <a:spcAft>
                <a:spcPts val="1000"/>
              </a:spcAft>
              <a:buClr>
                <a:schemeClr val="tx2"/>
              </a:buClr>
              <a:buFont typeface="Arial" panose="020B0604020202020204" pitchFamily="34" charset="0"/>
              <a:buChar char="•"/>
            </a:pPr>
            <a:r>
              <a:rPr lang="en-US" sz="800">
                <a:solidFill>
                  <a:schemeClr val="tx1"/>
                </a:solidFill>
              </a:rPr>
              <a:t>Business Process Master List (BPML)</a:t>
            </a:r>
          </a:p>
          <a:p>
            <a:pPr>
              <a:spcAft>
                <a:spcPts val="300"/>
              </a:spcAft>
            </a:pPr>
            <a:r>
              <a:rPr lang="en-GB" sz="900" b="1">
                <a:solidFill>
                  <a:schemeClr val="tx2"/>
                </a:solidFill>
              </a:rPr>
              <a:t>Conceptual design</a:t>
            </a:r>
          </a:p>
          <a:p>
            <a:pPr marL="72000" indent="-72000">
              <a:spcAft>
                <a:spcPts val="200"/>
              </a:spcAft>
              <a:buClr>
                <a:schemeClr val="tx2"/>
              </a:buClr>
              <a:buFont typeface="Arial" panose="020B0604020202020204" pitchFamily="34" charset="0"/>
              <a:buChar char="•"/>
            </a:pPr>
            <a:r>
              <a:rPr lang="en-US" sz="800">
                <a:solidFill>
                  <a:schemeClr val="tx1"/>
                </a:solidFill>
              </a:rPr>
              <a:t>Conceptual design</a:t>
            </a:r>
          </a:p>
          <a:p>
            <a:pPr marL="72000" indent="-72000">
              <a:spcAft>
                <a:spcPts val="1000"/>
              </a:spcAft>
              <a:buClr>
                <a:schemeClr val="tx2"/>
              </a:buClr>
              <a:buFont typeface="Arial" panose="020B0604020202020204" pitchFamily="34" charset="0"/>
              <a:buChar char="•"/>
            </a:pPr>
            <a:r>
              <a:rPr lang="en-US" sz="800">
                <a:solidFill>
                  <a:schemeClr val="tx1"/>
                </a:solidFill>
              </a:rPr>
              <a:t>Key decisions and assumptions refining the blueprint scope</a:t>
            </a:r>
          </a:p>
          <a:p>
            <a:pPr>
              <a:spcAft>
                <a:spcPts val="300"/>
              </a:spcAft>
            </a:pPr>
            <a:r>
              <a:rPr lang="en-GB" sz="900" b="1">
                <a:solidFill>
                  <a:schemeClr val="tx2"/>
                </a:solidFill>
              </a:rPr>
              <a:t>Fit-to-standard</a:t>
            </a:r>
          </a:p>
          <a:p>
            <a:pPr marL="72000" indent="-72000">
              <a:spcAft>
                <a:spcPts val="1000"/>
              </a:spcAft>
              <a:buClr>
                <a:schemeClr val="tx2"/>
              </a:buClr>
              <a:buFont typeface="Arial" panose="020B0604020202020204" pitchFamily="34" charset="0"/>
              <a:buChar char="•"/>
            </a:pPr>
            <a:r>
              <a:rPr lang="en-US" sz="800">
                <a:solidFill>
                  <a:schemeClr val="tx1"/>
                </a:solidFill>
              </a:rPr>
              <a:t>List of gaps</a:t>
            </a:r>
          </a:p>
          <a:p>
            <a:pPr>
              <a:spcAft>
                <a:spcPts val="300"/>
              </a:spcAft>
              <a:buClr>
                <a:schemeClr val="tx2"/>
              </a:buClr>
            </a:pPr>
            <a:r>
              <a:rPr lang="en-GB" sz="900" b="1">
                <a:solidFill>
                  <a:schemeClr val="tx2"/>
                </a:solidFill>
              </a:rPr>
              <a:t>Blueprint</a:t>
            </a:r>
          </a:p>
          <a:p>
            <a:pPr marL="72000" indent="-72000">
              <a:spcAft>
                <a:spcPts val="200"/>
              </a:spcAft>
              <a:buClr>
                <a:schemeClr val="tx2"/>
              </a:buClr>
              <a:buFont typeface="Arial" panose="020B0604020202020204" pitchFamily="34" charset="0"/>
              <a:buChar char="•"/>
            </a:pPr>
            <a:r>
              <a:rPr lang="en-US" sz="800">
                <a:solidFill>
                  <a:schemeClr val="tx1"/>
                </a:solidFill>
              </a:rPr>
              <a:t>Signed-off blueprint documents</a:t>
            </a:r>
          </a:p>
          <a:p>
            <a:pPr marL="72000" indent="-72000">
              <a:spcAft>
                <a:spcPts val="200"/>
              </a:spcAft>
              <a:buClr>
                <a:schemeClr val="tx2"/>
              </a:buClr>
              <a:buFont typeface="Arial" panose="020B0604020202020204" pitchFamily="34" charset="0"/>
              <a:buChar char="•"/>
            </a:pPr>
            <a:r>
              <a:rPr lang="en-US" sz="800">
                <a:solidFill>
                  <a:schemeClr val="tx1"/>
                </a:solidFill>
              </a:rPr>
              <a:t>Identified (scope) changes</a:t>
            </a:r>
          </a:p>
          <a:p>
            <a:pPr marL="72000" indent="-72000">
              <a:spcAft>
                <a:spcPts val="1000"/>
              </a:spcAft>
              <a:buClr>
                <a:schemeClr val="tx2"/>
              </a:buClr>
              <a:buFont typeface="Arial" panose="020B0604020202020204" pitchFamily="34" charset="0"/>
              <a:buChar char="•"/>
            </a:pPr>
            <a:r>
              <a:rPr lang="en-US" sz="800">
                <a:solidFill>
                  <a:schemeClr val="tx1"/>
                </a:solidFill>
              </a:rPr>
              <a:t>List of required custom developments </a:t>
            </a:r>
          </a:p>
          <a:p>
            <a:pPr>
              <a:spcAft>
                <a:spcPts val="300"/>
              </a:spcAft>
            </a:pPr>
            <a:r>
              <a:rPr lang="en-GB" sz="900" b="1">
                <a:solidFill>
                  <a:schemeClr val="tx2"/>
                </a:solidFill>
              </a:rPr>
              <a:t>Prepare for next phase</a:t>
            </a:r>
          </a:p>
          <a:p>
            <a:pPr marL="72000" indent="-72000">
              <a:spcAft>
                <a:spcPts val="200"/>
              </a:spcAft>
              <a:buClr>
                <a:schemeClr val="tx2"/>
              </a:buClr>
              <a:buFont typeface="Arial" panose="020B0604020202020204" pitchFamily="34" charset="0"/>
              <a:buChar char="•"/>
            </a:pPr>
            <a:r>
              <a:rPr lang="en-US" sz="800">
                <a:solidFill>
                  <a:schemeClr val="tx1"/>
                </a:solidFill>
              </a:rPr>
              <a:t>Backlog (WBS) and initial sprint planning for REA</a:t>
            </a:r>
          </a:p>
          <a:p>
            <a:pPr marL="72000" indent="-72000">
              <a:spcAft>
                <a:spcPts val="200"/>
              </a:spcAft>
              <a:buClr>
                <a:schemeClr val="tx2"/>
              </a:buClr>
              <a:buFont typeface="Arial" panose="020B0604020202020204" pitchFamily="34" charset="0"/>
              <a:buChar char="•"/>
            </a:pPr>
            <a:r>
              <a:rPr lang="en-US" sz="800">
                <a:solidFill>
                  <a:schemeClr val="tx1"/>
                </a:solidFill>
              </a:rPr>
              <a:t>Release procedure and calendar</a:t>
            </a:r>
          </a:p>
          <a:p>
            <a:pPr marL="72000" indent="-72000">
              <a:spcAft>
                <a:spcPts val="200"/>
              </a:spcAft>
              <a:buClr>
                <a:schemeClr val="tx2"/>
              </a:buClr>
              <a:buFont typeface="Arial" panose="020B0604020202020204" pitchFamily="34" charset="0"/>
              <a:buChar char="•"/>
            </a:pPr>
            <a:r>
              <a:rPr lang="en-US" sz="800">
                <a:solidFill>
                  <a:schemeClr val="tx1"/>
                </a:solidFill>
              </a:rPr>
              <a:t>Kick-off for REA</a:t>
            </a:r>
          </a:p>
        </p:txBody>
      </p:sp>
      <p:sp>
        <p:nvSpPr>
          <p:cNvPr id="275" name="Rectangle: Rounded Corners 274">
            <a:extLst>
              <a:ext uri="{FF2B5EF4-FFF2-40B4-BE49-F238E27FC236}">
                <a16:creationId xmlns:a16="http://schemas.microsoft.com/office/drawing/2014/main" id="{80C9C4DB-FC9F-9BCB-D657-81BB34FC6841}"/>
              </a:ext>
            </a:extLst>
          </p:cNvPr>
          <p:cNvSpPr/>
          <p:nvPr/>
        </p:nvSpPr>
        <p:spPr>
          <a:xfrm>
            <a:off x="4737391" y="2836493"/>
            <a:ext cx="2498815" cy="2369880"/>
          </a:xfrm>
          <a:prstGeom prst="roundRect">
            <a:avLst>
              <a:gd name="adj" fmla="val 0"/>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wrap="square" lIns="36000" tIns="0" rIns="0" bIns="0" rtlCol="0" anchor="t">
            <a:spAutoFit/>
          </a:bodyPr>
          <a:lstStyle/>
          <a:p>
            <a:pPr>
              <a:spcAft>
                <a:spcPts val="300"/>
              </a:spcAft>
            </a:pPr>
            <a:r>
              <a:rPr lang="en-GB" sz="900" b="1">
                <a:solidFill>
                  <a:schemeClr val="tx2"/>
                </a:solidFill>
              </a:rPr>
              <a:t>Realization</a:t>
            </a:r>
          </a:p>
          <a:p>
            <a:pPr marL="72000" indent="-72000">
              <a:spcAft>
                <a:spcPts val="200"/>
              </a:spcAft>
              <a:buClr>
                <a:schemeClr val="tx2"/>
              </a:buClr>
              <a:buFont typeface="Arial" panose="020B0604020202020204" pitchFamily="34" charset="0"/>
              <a:buChar char="•"/>
            </a:pPr>
            <a:r>
              <a:rPr lang="en-US" sz="800">
                <a:solidFill>
                  <a:schemeClr val="tx1"/>
                </a:solidFill>
              </a:rPr>
              <a:t>Completed solution build</a:t>
            </a:r>
          </a:p>
          <a:p>
            <a:pPr marL="72000" indent="-72000">
              <a:spcAft>
                <a:spcPts val="200"/>
              </a:spcAft>
              <a:buClr>
                <a:schemeClr val="tx2"/>
              </a:buClr>
              <a:buFont typeface="Arial" panose="020B0604020202020204" pitchFamily="34" charset="0"/>
              <a:buChar char="•"/>
            </a:pPr>
            <a:r>
              <a:rPr lang="en-US" sz="800">
                <a:solidFill>
                  <a:schemeClr val="tx1"/>
                </a:solidFill>
              </a:rPr>
              <a:t>Configuration documentation</a:t>
            </a:r>
          </a:p>
          <a:p>
            <a:pPr marL="72000" indent="-72000">
              <a:spcAft>
                <a:spcPts val="200"/>
              </a:spcAft>
              <a:buClr>
                <a:schemeClr val="tx2"/>
              </a:buClr>
              <a:buFont typeface="Arial" panose="020B0604020202020204" pitchFamily="34" charset="0"/>
              <a:buChar char="•"/>
            </a:pPr>
            <a:r>
              <a:rPr lang="en-US" sz="800">
                <a:solidFill>
                  <a:schemeClr val="tx1"/>
                </a:solidFill>
              </a:rPr>
              <a:t>Specs for custom developments</a:t>
            </a:r>
          </a:p>
          <a:p>
            <a:pPr marL="72000" indent="-72000">
              <a:spcAft>
                <a:spcPts val="200"/>
              </a:spcAft>
              <a:buClr>
                <a:schemeClr val="tx2"/>
              </a:buClr>
              <a:buFont typeface="Arial" panose="020B0604020202020204" pitchFamily="34" charset="0"/>
              <a:buChar char="•"/>
            </a:pPr>
            <a:r>
              <a:rPr lang="en-US" sz="800">
                <a:solidFill>
                  <a:schemeClr val="tx1"/>
                </a:solidFill>
              </a:rPr>
              <a:t>Trained Business Process Owners (BPOs) and key users</a:t>
            </a:r>
          </a:p>
          <a:p>
            <a:pPr marL="72000" indent="-72000">
              <a:spcAft>
                <a:spcPts val="1000"/>
              </a:spcAft>
              <a:buClr>
                <a:schemeClr val="tx2"/>
              </a:buClr>
              <a:buFont typeface="Arial" panose="020B0604020202020204" pitchFamily="34" charset="0"/>
              <a:buChar char="•"/>
            </a:pPr>
            <a:r>
              <a:rPr lang="en-US" sz="800">
                <a:solidFill>
                  <a:schemeClr val="tx1"/>
                </a:solidFill>
              </a:rPr>
              <a:t>Initial version of cutover plan</a:t>
            </a:r>
          </a:p>
          <a:p>
            <a:pPr>
              <a:spcAft>
                <a:spcPts val="300"/>
              </a:spcAft>
            </a:pPr>
            <a:r>
              <a:rPr lang="en-GB" sz="900" b="1">
                <a:solidFill>
                  <a:schemeClr val="tx2"/>
                </a:solidFill>
              </a:rPr>
              <a:t>Prepare for next phase</a:t>
            </a:r>
          </a:p>
          <a:p>
            <a:pPr marL="72000" indent="-72000">
              <a:spcAft>
                <a:spcPts val="200"/>
              </a:spcAft>
              <a:buClr>
                <a:schemeClr val="tx2"/>
              </a:buClr>
              <a:buFont typeface="Arial" panose="020B0604020202020204" pitchFamily="34" charset="0"/>
              <a:buChar char="•"/>
            </a:pPr>
            <a:r>
              <a:rPr lang="en-US" sz="800">
                <a:solidFill>
                  <a:schemeClr val="tx1"/>
                </a:solidFill>
              </a:rPr>
              <a:t>Go /No Go for SIT and BRT</a:t>
            </a:r>
          </a:p>
          <a:p>
            <a:pPr marL="72000" indent="-72000">
              <a:spcAft>
                <a:spcPts val="200"/>
              </a:spcAft>
              <a:buClr>
                <a:schemeClr val="tx2"/>
              </a:buClr>
              <a:buFont typeface="Arial" panose="020B0604020202020204" pitchFamily="34" charset="0"/>
              <a:buChar char="•"/>
            </a:pPr>
            <a:r>
              <a:rPr lang="en-US" sz="800">
                <a:solidFill>
                  <a:schemeClr val="tx1"/>
                </a:solidFill>
              </a:rPr>
              <a:t>Set up test system and test data</a:t>
            </a:r>
          </a:p>
          <a:p>
            <a:pPr marL="72000" indent="-72000">
              <a:spcAft>
                <a:spcPts val="200"/>
              </a:spcAft>
              <a:buClr>
                <a:schemeClr val="tx2"/>
              </a:buClr>
              <a:buFont typeface="Arial" panose="020B0604020202020204" pitchFamily="34" charset="0"/>
              <a:buChar char="•"/>
            </a:pPr>
            <a:r>
              <a:rPr lang="en-US" sz="800">
                <a:solidFill>
                  <a:schemeClr val="tx1"/>
                </a:solidFill>
              </a:rPr>
              <a:t>Test plan for SIT and BRT</a:t>
            </a:r>
          </a:p>
          <a:p>
            <a:pPr marL="72000" indent="-72000">
              <a:spcAft>
                <a:spcPts val="200"/>
              </a:spcAft>
              <a:buClr>
                <a:schemeClr val="tx2"/>
              </a:buClr>
              <a:buFont typeface="Arial" panose="020B0604020202020204" pitchFamily="34" charset="0"/>
              <a:buChar char="•"/>
            </a:pPr>
            <a:r>
              <a:rPr lang="en-US" sz="800">
                <a:solidFill>
                  <a:schemeClr val="tx1"/>
                </a:solidFill>
              </a:rPr>
              <a:t>Repository of test cases for each business scenario</a:t>
            </a:r>
          </a:p>
          <a:p>
            <a:pPr marL="72000" indent="-72000">
              <a:spcAft>
                <a:spcPts val="200"/>
              </a:spcAft>
              <a:buClr>
                <a:schemeClr val="tx2"/>
              </a:buClr>
              <a:buFont typeface="Arial" panose="020B0604020202020204" pitchFamily="34" charset="0"/>
              <a:buChar char="•"/>
            </a:pPr>
            <a:r>
              <a:rPr lang="en-US" sz="800">
                <a:solidFill>
                  <a:schemeClr val="tx1"/>
                </a:solidFill>
              </a:rPr>
              <a:t>Test scripts written for all test cases</a:t>
            </a:r>
          </a:p>
          <a:p>
            <a:pPr marL="72000" indent="-72000">
              <a:spcAft>
                <a:spcPts val="200"/>
              </a:spcAft>
              <a:buClr>
                <a:schemeClr val="tx2"/>
              </a:buClr>
              <a:buFont typeface="Arial" panose="020B0604020202020204" pitchFamily="34" charset="0"/>
              <a:buChar char="•"/>
            </a:pPr>
            <a:r>
              <a:rPr lang="en-US" sz="800">
                <a:solidFill>
                  <a:schemeClr val="tx1"/>
                </a:solidFill>
              </a:rPr>
              <a:t>Kick-off for SIT/BRT</a:t>
            </a:r>
          </a:p>
        </p:txBody>
      </p:sp>
      <p:sp>
        <p:nvSpPr>
          <p:cNvPr id="276" name="Rectangle: Rounded Corners 275">
            <a:extLst>
              <a:ext uri="{FF2B5EF4-FFF2-40B4-BE49-F238E27FC236}">
                <a16:creationId xmlns:a16="http://schemas.microsoft.com/office/drawing/2014/main" id="{2EC2435A-C34E-6063-30CD-A5DF4D368F87}"/>
              </a:ext>
            </a:extLst>
          </p:cNvPr>
          <p:cNvSpPr/>
          <p:nvPr/>
        </p:nvSpPr>
        <p:spPr>
          <a:xfrm>
            <a:off x="7244525" y="2836493"/>
            <a:ext cx="1867884" cy="2839239"/>
          </a:xfrm>
          <a:prstGeom prst="roundRect">
            <a:avLst>
              <a:gd name="adj" fmla="val 0"/>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wrap="square" lIns="36000" tIns="0" rIns="0" bIns="0" rtlCol="0" anchor="t">
            <a:spAutoFit/>
          </a:bodyPr>
          <a:lstStyle/>
          <a:p>
            <a:pPr>
              <a:spcAft>
                <a:spcPts val="300"/>
              </a:spcAft>
            </a:pPr>
            <a:r>
              <a:rPr lang="en-GB" sz="900" b="1">
                <a:solidFill>
                  <a:schemeClr val="tx2"/>
                </a:solidFill>
              </a:rPr>
              <a:t>System integration testing</a:t>
            </a:r>
          </a:p>
          <a:p>
            <a:pPr marL="72000" indent="-72000">
              <a:spcAft>
                <a:spcPts val="200"/>
              </a:spcAft>
              <a:buClr>
                <a:schemeClr val="tx2"/>
              </a:buClr>
              <a:buFont typeface="Arial" panose="020B0604020202020204" pitchFamily="34" charset="0"/>
              <a:buChar char="•"/>
            </a:pPr>
            <a:r>
              <a:rPr lang="en-US" sz="800">
                <a:solidFill>
                  <a:schemeClr val="tx1"/>
                </a:solidFill>
              </a:rPr>
              <a:t>Executed test cases</a:t>
            </a:r>
          </a:p>
          <a:p>
            <a:pPr marL="72000" indent="-72000">
              <a:spcAft>
                <a:spcPts val="200"/>
              </a:spcAft>
              <a:buClr>
                <a:schemeClr val="tx2"/>
              </a:buClr>
              <a:buFont typeface="Arial" panose="020B0604020202020204" pitchFamily="34" charset="0"/>
              <a:buChar char="•"/>
            </a:pPr>
            <a:r>
              <a:rPr lang="en-US" sz="800">
                <a:solidFill>
                  <a:schemeClr val="tx1"/>
                </a:solidFill>
              </a:rPr>
              <a:t>Resolution of bugs and other defects identified</a:t>
            </a:r>
          </a:p>
          <a:p>
            <a:pPr marL="72000" indent="-72000">
              <a:spcAft>
                <a:spcPts val="200"/>
              </a:spcAft>
              <a:buClr>
                <a:schemeClr val="tx2"/>
              </a:buClr>
              <a:buFont typeface="Arial" panose="020B0604020202020204" pitchFamily="34" charset="0"/>
              <a:buChar char="•"/>
            </a:pPr>
            <a:r>
              <a:rPr lang="en-US" sz="800">
                <a:solidFill>
                  <a:schemeClr val="tx1"/>
                </a:solidFill>
              </a:rPr>
              <a:t>Solution fully tested in quality environment</a:t>
            </a:r>
          </a:p>
          <a:p>
            <a:pPr marL="72000" indent="-72000">
              <a:spcAft>
                <a:spcPts val="1000"/>
              </a:spcAft>
              <a:buClr>
                <a:schemeClr val="tx2"/>
              </a:buClr>
              <a:buFont typeface="Arial" panose="020B0604020202020204" pitchFamily="34" charset="0"/>
              <a:buChar char="•"/>
            </a:pPr>
            <a:r>
              <a:rPr lang="en-US" sz="800">
                <a:solidFill>
                  <a:schemeClr val="tx1"/>
                </a:solidFill>
              </a:rPr>
              <a:t>Signed-off SIT report and Go/No Go for BRT/UAT</a:t>
            </a:r>
          </a:p>
          <a:p>
            <a:pPr>
              <a:spcAft>
                <a:spcPts val="300"/>
              </a:spcAft>
            </a:pPr>
            <a:r>
              <a:rPr lang="en-GB" sz="900" b="1">
                <a:solidFill>
                  <a:schemeClr val="tx2"/>
                </a:solidFill>
              </a:rPr>
              <a:t>Business readiness testing</a:t>
            </a:r>
          </a:p>
          <a:p>
            <a:pPr marL="72000" indent="-72000">
              <a:spcAft>
                <a:spcPts val="200"/>
              </a:spcAft>
              <a:buClr>
                <a:schemeClr val="tx2"/>
              </a:buClr>
              <a:buFont typeface="Arial" panose="020B0604020202020204" pitchFamily="34" charset="0"/>
              <a:buChar char="•"/>
            </a:pPr>
            <a:r>
              <a:rPr lang="en-US" sz="800">
                <a:solidFill>
                  <a:schemeClr val="tx1"/>
                </a:solidFill>
              </a:rPr>
              <a:t>End-user documentation and training material</a:t>
            </a:r>
          </a:p>
          <a:p>
            <a:pPr marL="72000" indent="-72000">
              <a:spcAft>
                <a:spcPts val="1000"/>
              </a:spcAft>
              <a:buClr>
                <a:schemeClr val="tx2"/>
              </a:buClr>
              <a:buFont typeface="Arial" panose="020B0604020202020204" pitchFamily="34" charset="0"/>
              <a:buChar char="•"/>
            </a:pPr>
            <a:r>
              <a:rPr lang="en-US" sz="800">
                <a:solidFill>
                  <a:schemeClr val="tx1"/>
                </a:solidFill>
              </a:rPr>
              <a:t>Signed-off BRT/UAT report</a:t>
            </a:r>
          </a:p>
          <a:p>
            <a:pPr>
              <a:spcAft>
                <a:spcPts val="300"/>
              </a:spcAft>
            </a:pPr>
            <a:r>
              <a:rPr lang="en-GB" sz="900" b="1">
                <a:solidFill>
                  <a:schemeClr val="tx2"/>
                </a:solidFill>
              </a:rPr>
              <a:t>Prepare for next phase</a:t>
            </a:r>
          </a:p>
          <a:p>
            <a:pPr marL="72000" indent="-72000">
              <a:spcAft>
                <a:spcPts val="200"/>
              </a:spcAft>
              <a:buClr>
                <a:schemeClr val="tx2"/>
              </a:buClr>
              <a:buFont typeface="Arial" panose="020B0604020202020204" pitchFamily="34" charset="0"/>
              <a:buChar char="•"/>
            </a:pPr>
            <a:r>
              <a:rPr lang="en-US" sz="800">
                <a:solidFill>
                  <a:schemeClr val="tx1"/>
                </a:solidFill>
              </a:rPr>
              <a:t>Go /No Go for final prep</a:t>
            </a:r>
          </a:p>
          <a:p>
            <a:pPr marL="72000" indent="-72000">
              <a:spcAft>
                <a:spcPts val="200"/>
              </a:spcAft>
              <a:buClr>
                <a:schemeClr val="tx2"/>
              </a:buClr>
              <a:buFont typeface="Arial" panose="020B0604020202020204" pitchFamily="34" charset="0"/>
              <a:buChar char="•"/>
            </a:pPr>
            <a:r>
              <a:rPr lang="en-US" sz="800">
                <a:solidFill>
                  <a:schemeClr val="tx1"/>
                </a:solidFill>
              </a:rPr>
              <a:t>Final cutover plan</a:t>
            </a:r>
          </a:p>
          <a:p>
            <a:pPr marL="72000" indent="-72000">
              <a:spcAft>
                <a:spcPts val="200"/>
              </a:spcAft>
              <a:buClr>
                <a:schemeClr val="tx2"/>
              </a:buClr>
              <a:buFont typeface="Arial" panose="020B0604020202020204" pitchFamily="34" charset="0"/>
              <a:buChar char="•"/>
            </a:pPr>
            <a:r>
              <a:rPr lang="en-US" sz="800">
                <a:solidFill>
                  <a:schemeClr val="tx1"/>
                </a:solidFill>
              </a:rPr>
              <a:t>Cutover practicalities and communication plan</a:t>
            </a:r>
          </a:p>
          <a:p>
            <a:pPr marL="72000" indent="-72000">
              <a:spcAft>
                <a:spcPts val="200"/>
              </a:spcAft>
              <a:buClr>
                <a:schemeClr val="tx2"/>
              </a:buClr>
              <a:buFont typeface="Arial" panose="020B0604020202020204" pitchFamily="34" charset="0"/>
              <a:buChar char="•"/>
            </a:pPr>
            <a:r>
              <a:rPr lang="en-US" sz="800">
                <a:solidFill>
                  <a:schemeClr val="tx1"/>
                </a:solidFill>
              </a:rPr>
              <a:t>End-user training plan</a:t>
            </a:r>
          </a:p>
        </p:txBody>
      </p:sp>
      <p:sp>
        <p:nvSpPr>
          <p:cNvPr id="277" name="Rectangle: Rounded Corners 276">
            <a:extLst>
              <a:ext uri="{FF2B5EF4-FFF2-40B4-BE49-F238E27FC236}">
                <a16:creationId xmlns:a16="http://schemas.microsoft.com/office/drawing/2014/main" id="{A5D22A33-1790-4C8F-A157-DF9EE0AFB698}"/>
              </a:ext>
            </a:extLst>
          </p:cNvPr>
          <p:cNvSpPr/>
          <p:nvPr/>
        </p:nvSpPr>
        <p:spPr>
          <a:xfrm>
            <a:off x="9154686" y="2836493"/>
            <a:ext cx="1828332" cy="1726114"/>
          </a:xfrm>
          <a:prstGeom prst="roundRect">
            <a:avLst>
              <a:gd name="adj" fmla="val 0"/>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wrap="square" lIns="36000" tIns="0" rIns="0" bIns="0" rtlCol="0" anchor="t">
            <a:spAutoFit/>
          </a:bodyPr>
          <a:lstStyle/>
          <a:p>
            <a:pPr>
              <a:spcAft>
                <a:spcPts val="300"/>
              </a:spcAft>
            </a:pPr>
            <a:r>
              <a:rPr lang="en-GB" sz="900" b="1">
                <a:solidFill>
                  <a:schemeClr val="tx2"/>
                </a:solidFill>
              </a:rPr>
              <a:t>Final preparation</a:t>
            </a:r>
          </a:p>
          <a:p>
            <a:pPr marL="72000" indent="-72000">
              <a:spcAft>
                <a:spcPts val="200"/>
              </a:spcAft>
              <a:buClr>
                <a:schemeClr val="tx2"/>
              </a:buClr>
              <a:buFont typeface="Arial" panose="020B0604020202020204" pitchFamily="34" charset="0"/>
              <a:buChar char="•"/>
            </a:pPr>
            <a:r>
              <a:rPr lang="en-US" sz="800">
                <a:solidFill>
                  <a:schemeClr val="tx1"/>
                </a:solidFill>
              </a:rPr>
              <a:t>End-user training</a:t>
            </a:r>
          </a:p>
          <a:p>
            <a:pPr marL="72000" indent="-72000">
              <a:spcAft>
                <a:spcPts val="200"/>
              </a:spcAft>
              <a:buClr>
                <a:schemeClr val="tx2"/>
              </a:buClr>
              <a:buFont typeface="Arial" panose="020B0604020202020204" pitchFamily="34" charset="0"/>
              <a:buChar char="•"/>
            </a:pPr>
            <a:r>
              <a:rPr lang="en-US" sz="800">
                <a:solidFill>
                  <a:schemeClr val="tx1"/>
                </a:solidFill>
              </a:rPr>
              <a:t>Migrated data</a:t>
            </a:r>
          </a:p>
          <a:p>
            <a:pPr marL="72000" indent="-72000">
              <a:spcAft>
                <a:spcPts val="200"/>
              </a:spcAft>
              <a:buClr>
                <a:schemeClr val="tx2"/>
              </a:buClr>
              <a:buFont typeface="Arial" panose="020B0604020202020204" pitchFamily="34" charset="0"/>
              <a:buChar char="•"/>
            </a:pPr>
            <a:r>
              <a:rPr lang="en-US" sz="800">
                <a:solidFill>
                  <a:schemeClr val="tx1"/>
                </a:solidFill>
              </a:rPr>
              <a:t>Final business readiness checks</a:t>
            </a:r>
          </a:p>
          <a:p>
            <a:pPr marL="72000" indent="-72000">
              <a:spcAft>
                <a:spcPts val="1000"/>
              </a:spcAft>
              <a:buClr>
                <a:schemeClr val="tx2"/>
              </a:buClr>
              <a:buFont typeface="Arial" panose="020B0604020202020204" pitchFamily="34" charset="0"/>
              <a:buChar char="•"/>
            </a:pPr>
            <a:r>
              <a:rPr lang="en-US" sz="800">
                <a:solidFill>
                  <a:schemeClr val="tx1"/>
                </a:solidFill>
              </a:rPr>
              <a:t>Go /No Go for Go live</a:t>
            </a:r>
          </a:p>
          <a:p>
            <a:pPr>
              <a:spcAft>
                <a:spcPts val="300"/>
              </a:spcAft>
            </a:pPr>
            <a:r>
              <a:rPr lang="en-GB" sz="900" b="1">
                <a:solidFill>
                  <a:schemeClr val="tx2"/>
                </a:solidFill>
              </a:rPr>
              <a:t>Go live</a:t>
            </a:r>
          </a:p>
          <a:p>
            <a:pPr marL="72000" indent="-72000">
              <a:spcAft>
                <a:spcPts val="1000"/>
              </a:spcAft>
              <a:buClr>
                <a:schemeClr val="tx2"/>
              </a:buClr>
              <a:buFont typeface="Arial" panose="020B0604020202020204" pitchFamily="34" charset="0"/>
              <a:buChar char="•"/>
            </a:pPr>
            <a:r>
              <a:rPr lang="en-US" sz="800">
                <a:solidFill>
                  <a:schemeClr val="tx1"/>
                </a:solidFill>
              </a:rPr>
              <a:t>Final production cutover</a:t>
            </a:r>
          </a:p>
          <a:p>
            <a:pPr>
              <a:spcAft>
                <a:spcPts val="300"/>
              </a:spcAft>
            </a:pPr>
            <a:r>
              <a:rPr lang="en-GB" sz="900" b="1">
                <a:solidFill>
                  <a:schemeClr val="tx2"/>
                </a:solidFill>
              </a:rPr>
              <a:t>Prepare for next phase</a:t>
            </a:r>
          </a:p>
          <a:p>
            <a:pPr marL="72000" indent="-72000">
              <a:spcAft>
                <a:spcPts val="200"/>
              </a:spcAft>
              <a:buClr>
                <a:schemeClr val="tx2"/>
              </a:buClr>
              <a:buFont typeface="Arial" panose="020B0604020202020204" pitchFamily="34" charset="0"/>
              <a:buChar char="•"/>
            </a:pPr>
            <a:r>
              <a:rPr lang="en-US" sz="800">
                <a:solidFill>
                  <a:schemeClr val="tx1"/>
                </a:solidFill>
              </a:rPr>
              <a:t>Operational support after Go live (AMS)</a:t>
            </a:r>
          </a:p>
        </p:txBody>
      </p:sp>
      <p:sp>
        <p:nvSpPr>
          <p:cNvPr id="278" name="Rectangle: Rounded Corners 277">
            <a:extLst>
              <a:ext uri="{FF2B5EF4-FFF2-40B4-BE49-F238E27FC236}">
                <a16:creationId xmlns:a16="http://schemas.microsoft.com/office/drawing/2014/main" id="{46374AF7-E1EF-9FB1-AB6E-8B2594A158E9}"/>
              </a:ext>
            </a:extLst>
          </p:cNvPr>
          <p:cNvSpPr/>
          <p:nvPr/>
        </p:nvSpPr>
        <p:spPr>
          <a:xfrm>
            <a:off x="11060714" y="2836493"/>
            <a:ext cx="1050567" cy="833562"/>
          </a:xfrm>
          <a:prstGeom prst="roundRect">
            <a:avLst>
              <a:gd name="adj" fmla="val 0"/>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wrap="square" lIns="36000" tIns="0" rIns="0" bIns="0" rtlCol="0" anchor="t">
            <a:spAutoFit/>
          </a:bodyPr>
          <a:lstStyle/>
          <a:p>
            <a:pPr>
              <a:spcAft>
                <a:spcPts val="300"/>
              </a:spcAft>
            </a:pPr>
            <a:r>
              <a:rPr lang="en-GB" sz="900" b="1">
                <a:solidFill>
                  <a:schemeClr val="tx2"/>
                </a:solidFill>
              </a:rPr>
              <a:t>Keep It </a:t>
            </a:r>
            <a:br>
              <a:rPr lang="en-GB" sz="900" b="1">
                <a:solidFill>
                  <a:schemeClr val="tx2"/>
                </a:solidFill>
              </a:rPr>
            </a:br>
            <a:r>
              <a:rPr lang="en-GB" sz="900" b="1">
                <a:solidFill>
                  <a:schemeClr val="tx2"/>
                </a:solidFill>
              </a:rPr>
              <a:t>Running (KIR)</a:t>
            </a:r>
          </a:p>
          <a:p>
            <a:pPr marL="72000" indent="-72000">
              <a:spcAft>
                <a:spcPts val="200"/>
              </a:spcAft>
              <a:buClr>
                <a:schemeClr val="tx2"/>
              </a:buClr>
              <a:buFont typeface="Arial" panose="020B0604020202020204" pitchFamily="34" charset="0"/>
              <a:buChar char="•"/>
            </a:pPr>
            <a:r>
              <a:rPr lang="en-US" sz="800">
                <a:solidFill>
                  <a:schemeClr val="tx1"/>
                </a:solidFill>
              </a:rPr>
              <a:t>Lessons learned</a:t>
            </a:r>
          </a:p>
          <a:p>
            <a:pPr marL="72000" indent="-72000">
              <a:spcAft>
                <a:spcPts val="200"/>
              </a:spcAft>
              <a:buClr>
                <a:schemeClr val="tx2"/>
              </a:buClr>
              <a:buFont typeface="Arial" panose="020B0604020202020204" pitchFamily="34" charset="0"/>
              <a:buChar char="•"/>
            </a:pPr>
            <a:r>
              <a:rPr lang="en-US" sz="800">
                <a:solidFill>
                  <a:schemeClr val="tx1"/>
                </a:solidFill>
              </a:rPr>
              <a:t>Project closing and acceptance document</a:t>
            </a:r>
          </a:p>
        </p:txBody>
      </p:sp>
      <p:grpSp>
        <p:nvGrpSpPr>
          <p:cNvPr id="2" name="Group 1">
            <a:extLst>
              <a:ext uri="{FF2B5EF4-FFF2-40B4-BE49-F238E27FC236}">
                <a16:creationId xmlns:a16="http://schemas.microsoft.com/office/drawing/2014/main" id="{2A4CFF9D-7AE9-1E21-E2E2-CB247B4958E5}"/>
              </a:ext>
            </a:extLst>
          </p:cNvPr>
          <p:cNvGrpSpPr/>
          <p:nvPr/>
        </p:nvGrpSpPr>
        <p:grpSpPr>
          <a:xfrm>
            <a:off x="2381250" y="986748"/>
            <a:ext cx="9691302" cy="361520"/>
            <a:chOff x="1752680" y="1406433"/>
            <a:chExt cx="10319872" cy="361520"/>
          </a:xfrm>
        </p:grpSpPr>
        <p:cxnSp>
          <p:nvCxnSpPr>
            <p:cNvPr id="3" name="Straight Arrow Connector 2">
              <a:extLst>
                <a:ext uri="{FF2B5EF4-FFF2-40B4-BE49-F238E27FC236}">
                  <a16:creationId xmlns:a16="http://schemas.microsoft.com/office/drawing/2014/main" id="{D8A0167E-7438-0D9E-C5B7-E9E32DA48AC4}"/>
                </a:ext>
              </a:extLst>
            </p:cNvPr>
            <p:cNvCxnSpPr>
              <a:cxnSpLocks/>
            </p:cNvCxnSpPr>
            <p:nvPr/>
          </p:nvCxnSpPr>
          <p:spPr>
            <a:xfrm>
              <a:off x="1752680" y="1602550"/>
              <a:ext cx="10319872" cy="0"/>
            </a:xfrm>
            <a:prstGeom prst="straightConnector1">
              <a:avLst/>
            </a:prstGeom>
            <a:ln w="19050">
              <a:solidFill>
                <a:schemeClr val="tx1"/>
              </a:solidFill>
              <a:headEnd type="diamond" w="lg" len="lg"/>
              <a:tailEnd type="triangle" w="lg" len="lg"/>
            </a:ln>
          </p:spPr>
          <p:style>
            <a:lnRef idx="1">
              <a:schemeClr val="accent1"/>
            </a:lnRef>
            <a:fillRef idx="0">
              <a:schemeClr val="accent1"/>
            </a:fillRef>
            <a:effectRef idx="0">
              <a:schemeClr val="accent1"/>
            </a:effectRef>
            <a:fontRef idx="minor">
              <a:schemeClr val="tx1"/>
            </a:fontRef>
          </p:style>
        </p:cxnSp>
        <p:sp>
          <p:nvSpPr>
            <p:cNvPr id="4" name="Arrow: Pentagon 115">
              <a:extLst>
                <a:ext uri="{FF2B5EF4-FFF2-40B4-BE49-F238E27FC236}">
                  <a16:creationId xmlns:a16="http://schemas.microsoft.com/office/drawing/2014/main" id="{092F0A81-B0DF-EFA0-BF39-B5C2064EE027}"/>
                </a:ext>
              </a:extLst>
            </p:cNvPr>
            <p:cNvSpPr/>
            <p:nvPr/>
          </p:nvSpPr>
          <p:spPr>
            <a:xfrm>
              <a:off x="6050080" y="1406433"/>
              <a:ext cx="1725072" cy="361520"/>
            </a:xfrm>
            <a:prstGeom prst="homePlate">
              <a:avLst>
                <a:gd name="adj" fmla="val 0"/>
              </a:avLst>
            </a:prstGeom>
            <a:solidFill>
              <a:schemeClr val="bg1">
                <a:lumMod val="95000"/>
              </a:schemeClr>
            </a:solidFill>
            <a:ln w="19050">
              <a:no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C3C3C"/>
                  </a:solidFill>
                  <a:effectLst/>
                  <a:uLnTx/>
                  <a:uFillTx/>
                  <a:latin typeface="Century Gothic" panose="020F0302020204030204"/>
                  <a:ea typeface="+mn-ea"/>
                  <a:cs typeface="+mn-cs"/>
                </a:rPr>
                <a:t>Monitor and Control</a:t>
              </a:r>
            </a:p>
          </p:txBody>
        </p:sp>
      </p:grpSp>
      <p:grpSp>
        <p:nvGrpSpPr>
          <p:cNvPr id="452" name="Group 451">
            <a:extLst>
              <a:ext uri="{FF2B5EF4-FFF2-40B4-BE49-F238E27FC236}">
                <a16:creationId xmlns:a16="http://schemas.microsoft.com/office/drawing/2014/main" id="{B12D497B-6BCB-DAAA-E669-0C17B114F4FF}"/>
              </a:ext>
            </a:extLst>
          </p:cNvPr>
          <p:cNvGrpSpPr/>
          <p:nvPr/>
        </p:nvGrpSpPr>
        <p:grpSpPr>
          <a:xfrm>
            <a:off x="0" y="1362494"/>
            <a:ext cx="12192000" cy="964154"/>
            <a:chOff x="-16254" y="1362494"/>
            <a:chExt cx="12208254" cy="964154"/>
          </a:xfrm>
        </p:grpSpPr>
        <p:sp>
          <p:nvSpPr>
            <p:cNvPr id="453" name="Arrow: Chevron 283">
              <a:extLst>
                <a:ext uri="{FF2B5EF4-FFF2-40B4-BE49-F238E27FC236}">
                  <a16:creationId xmlns:a16="http://schemas.microsoft.com/office/drawing/2014/main" id="{A19FE13D-6E09-E100-FD87-9C604653A828}"/>
                </a:ext>
              </a:extLst>
            </p:cNvPr>
            <p:cNvSpPr/>
            <p:nvPr/>
          </p:nvSpPr>
          <p:spPr>
            <a:xfrm>
              <a:off x="10914976" y="1362494"/>
              <a:ext cx="1277024" cy="964154"/>
            </a:xfrm>
            <a:prstGeom prst="chevron">
              <a:avLst>
                <a:gd name="adj" fmla="val 0"/>
              </a:avLst>
            </a:prstGeom>
            <a:gradFill>
              <a:gsLst>
                <a:gs pos="1000">
                  <a:schemeClr val="accent3"/>
                </a:gs>
                <a:gs pos="99000">
                  <a:schemeClr val="accent3">
                    <a:lumMod val="75000"/>
                  </a:schemeClr>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20040" tIns="59436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Run</a:t>
              </a:r>
            </a:p>
          </p:txBody>
        </p:sp>
        <p:sp>
          <p:nvSpPr>
            <p:cNvPr id="454" name="Arrow: Chevron 278">
              <a:extLst>
                <a:ext uri="{FF2B5EF4-FFF2-40B4-BE49-F238E27FC236}">
                  <a16:creationId xmlns:a16="http://schemas.microsoft.com/office/drawing/2014/main" id="{6D9453EE-210F-3E6C-DF66-71A7C5D070F0}"/>
                </a:ext>
              </a:extLst>
            </p:cNvPr>
            <p:cNvSpPr/>
            <p:nvPr/>
          </p:nvSpPr>
          <p:spPr>
            <a:xfrm>
              <a:off x="2419454" y="1362494"/>
              <a:ext cx="2604691" cy="964154"/>
            </a:xfrm>
            <a:prstGeom prst="chevron">
              <a:avLst>
                <a:gd name="adj" fmla="val 29545"/>
              </a:avLst>
            </a:prstGeom>
            <a:gradFill>
              <a:gsLst>
                <a:gs pos="100000">
                  <a:schemeClr val="bg2"/>
                </a:gs>
                <a:gs pos="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Explore</a:t>
              </a:r>
            </a:p>
          </p:txBody>
        </p:sp>
        <p:sp>
          <p:nvSpPr>
            <p:cNvPr id="455" name="Arrow: Chevron 279">
              <a:extLst>
                <a:ext uri="{FF2B5EF4-FFF2-40B4-BE49-F238E27FC236}">
                  <a16:creationId xmlns:a16="http://schemas.microsoft.com/office/drawing/2014/main" id="{3FA25445-E518-03B5-66DA-510FA8E0FF6B}"/>
                </a:ext>
              </a:extLst>
            </p:cNvPr>
            <p:cNvSpPr/>
            <p:nvPr/>
          </p:nvSpPr>
          <p:spPr>
            <a:xfrm>
              <a:off x="4738710" y="1362494"/>
              <a:ext cx="4669608" cy="964154"/>
            </a:xfrm>
            <a:prstGeom prst="chevron">
              <a:avLst>
                <a:gd name="adj" fmla="val 28502"/>
              </a:avLst>
            </a:prstGeom>
            <a:gradFill>
              <a:gsLst>
                <a:gs pos="15000">
                  <a:srgbClr val="D76570"/>
                </a:gs>
                <a:gs pos="0">
                  <a:schemeClr val="bg2"/>
                </a:gs>
                <a:gs pos="100000">
                  <a:schemeClr val="accent4"/>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Execute</a:t>
              </a:r>
            </a:p>
          </p:txBody>
        </p:sp>
        <p:sp>
          <p:nvSpPr>
            <p:cNvPr id="456" name="Arrow: Chevron 282">
              <a:extLst>
                <a:ext uri="{FF2B5EF4-FFF2-40B4-BE49-F238E27FC236}">
                  <a16:creationId xmlns:a16="http://schemas.microsoft.com/office/drawing/2014/main" id="{6DFFE227-ED91-0482-B326-F1D10C2F023A}"/>
                </a:ext>
              </a:extLst>
            </p:cNvPr>
            <p:cNvSpPr/>
            <p:nvPr/>
          </p:nvSpPr>
          <p:spPr>
            <a:xfrm>
              <a:off x="9131619" y="1362494"/>
              <a:ext cx="2197119" cy="964154"/>
            </a:xfrm>
            <a:prstGeom prst="chevron">
              <a:avLst>
                <a:gd name="adj" fmla="val 27951"/>
              </a:avLst>
            </a:prstGeom>
            <a:gradFill>
              <a:gsLst>
                <a:gs pos="13000">
                  <a:srgbClr val="9BA7C7"/>
                </a:gs>
                <a:gs pos="1000">
                  <a:schemeClr val="accent4"/>
                </a:gs>
                <a:gs pos="99000">
                  <a:schemeClr val="accent3"/>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144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Deploy</a:t>
              </a:r>
            </a:p>
          </p:txBody>
        </p:sp>
        <p:grpSp>
          <p:nvGrpSpPr>
            <p:cNvPr id="457" name="Group 456">
              <a:extLst>
                <a:ext uri="{FF2B5EF4-FFF2-40B4-BE49-F238E27FC236}">
                  <a16:creationId xmlns:a16="http://schemas.microsoft.com/office/drawing/2014/main" id="{271D5447-2011-8F99-5BA0-A0351D9B449F}"/>
                </a:ext>
              </a:extLst>
            </p:cNvPr>
            <p:cNvGrpSpPr/>
            <p:nvPr/>
          </p:nvGrpSpPr>
          <p:grpSpPr>
            <a:xfrm>
              <a:off x="3412619" y="1490179"/>
              <a:ext cx="471791" cy="471791"/>
              <a:chOff x="2800393" y="1942177"/>
              <a:chExt cx="471791" cy="471791"/>
            </a:xfrm>
          </p:grpSpPr>
          <p:sp>
            <p:nvSpPr>
              <p:cNvPr id="114" name="Oval 113">
                <a:extLst>
                  <a:ext uri="{FF2B5EF4-FFF2-40B4-BE49-F238E27FC236}">
                    <a16:creationId xmlns:a16="http://schemas.microsoft.com/office/drawing/2014/main" id="{9EABBAED-6AB4-72AC-6C25-47FA2897C9AC}"/>
                  </a:ext>
                </a:extLst>
              </p:cNvPr>
              <p:cNvSpPr/>
              <p:nvPr/>
            </p:nvSpPr>
            <p:spPr>
              <a:xfrm>
                <a:off x="2800393"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115" name="Graphic 330">
                <a:extLst>
                  <a:ext uri="{FF2B5EF4-FFF2-40B4-BE49-F238E27FC236}">
                    <a16:creationId xmlns:a16="http://schemas.microsoft.com/office/drawing/2014/main" id="{3643ACBA-9569-D1A4-1B67-17AE76F7C34F}"/>
                  </a:ext>
                </a:extLst>
              </p:cNvPr>
              <p:cNvGrpSpPr/>
              <p:nvPr/>
            </p:nvGrpSpPr>
            <p:grpSpPr>
              <a:xfrm>
                <a:off x="2905403" y="2047213"/>
                <a:ext cx="261773" cy="261748"/>
                <a:chOff x="2905403" y="2047213"/>
                <a:chExt cx="261773" cy="261748"/>
              </a:xfrm>
            </p:grpSpPr>
            <p:sp>
              <p:nvSpPr>
                <p:cNvPr id="116" name="Freeform 170">
                  <a:extLst>
                    <a:ext uri="{FF2B5EF4-FFF2-40B4-BE49-F238E27FC236}">
                      <a16:creationId xmlns:a16="http://schemas.microsoft.com/office/drawing/2014/main" id="{D51D5AD9-BB65-3BDF-6D80-4D6CB1160BE7}"/>
                    </a:ext>
                  </a:extLst>
                </p:cNvPr>
                <p:cNvSpPr/>
                <p:nvPr/>
              </p:nvSpPr>
              <p:spPr>
                <a:xfrm>
                  <a:off x="2905403" y="2197919"/>
                  <a:ext cx="111010" cy="111042"/>
                </a:xfrm>
                <a:custGeom>
                  <a:avLst/>
                  <a:gdLst>
                    <a:gd name="connsiteX0" fmla="*/ 12535 w 111010"/>
                    <a:gd name="connsiteY0" fmla="*/ 111042 h 111042"/>
                    <a:gd name="connsiteX1" fmla="*/ 0 w 111010"/>
                    <a:gd name="connsiteY1" fmla="*/ 98495 h 111042"/>
                    <a:gd name="connsiteX2" fmla="*/ 3662 w 111010"/>
                    <a:gd name="connsiteY2" fmla="*/ 89645 h 111042"/>
                    <a:gd name="connsiteX3" fmla="*/ 88890 w 111010"/>
                    <a:gd name="connsiteY3" fmla="*/ 4449 h 111042"/>
                    <a:gd name="connsiteX4" fmla="*/ 106562 w 111010"/>
                    <a:gd name="connsiteY4" fmla="*/ 2960 h 111042"/>
                    <a:gd name="connsiteX5" fmla="*/ 108051 w 111010"/>
                    <a:gd name="connsiteY5" fmla="*/ 20632 h 111042"/>
                    <a:gd name="connsiteX6" fmla="*/ 106587 w 111010"/>
                    <a:gd name="connsiteY6" fmla="*/ 22100 h 111042"/>
                    <a:gd name="connsiteX7" fmla="*/ 21407 w 111010"/>
                    <a:gd name="connsiteY7" fmla="*/ 107327 h 111042"/>
                    <a:gd name="connsiteX8" fmla="*/ 12535 w 111010"/>
                    <a:gd name="connsiteY8" fmla="*/ 111042 h 11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010" h="111042">
                      <a:moveTo>
                        <a:pt x="12535" y="111042"/>
                      </a:moveTo>
                      <a:cubicBezTo>
                        <a:pt x="5609" y="111039"/>
                        <a:pt x="-3" y="105422"/>
                        <a:pt x="0" y="98495"/>
                      </a:cubicBezTo>
                      <a:cubicBezTo>
                        <a:pt x="2" y="95177"/>
                        <a:pt x="1318" y="91995"/>
                        <a:pt x="3662" y="89645"/>
                      </a:cubicBezTo>
                      <a:lnTo>
                        <a:pt x="88890" y="4449"/>
                      </a:lnTo>
                      <a:cubicBezTo>
                        <a:pt x="93358" y="-842"/>
                        <a:pt x="101270" y="-1509"/>
                        <a:pt x="106562" y="2960"/>
                      </a:cubicBezTo>
                      <a:cubicBezTo>
                        <a:pt x="111853" y="7429"/>
                        <a:pt x="112520" y="15340"/>
                        <a:pt x="108051" y="20632"/>
                      </a:cubicBezTo>
                      <a:cubicBezTo>
                        <a:pt x="107604" y="21161"/>
                        <a:pt x="107115" y="21651"/>
                        <a:pt x="106587" y="22100"/>
                      </a:cubicBezTo>
                      <a:lnTo>
                        <a:pt x="21407" y="107327"/>
                      </a:lnTo>
                      <a:cubicBezTo>
                        <a:pt x="19061" y="109696"/>
                        <a:pt x="15868" y="111033"/>
                        <a:pt x="12535" y="111042"/>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7" name="Freeform 171">
                  <a:extLst>
                    <a:ext uri="{FF2B5EF4-FFF2-40B4-BE49-F238E27FC236}">
                      <a16:creationId xmlns:a16="http://schemas.microsoft.com/office/drawing/2014/main" id="{90F44B1D-8377-7C70-73E8-3BF8BF571807}"/>
                    </a:ext>
                  </a:extLst>
                </p:cNvPr>
                <p:cNvSpPr/>
                <p:nvPr/>
              </p:nvSpPr>
              <p:spPr>
                <a:xfrm>
                  <a:off x="2964682" y="2047213"/>
                  <a:ext cx="202495" cy="202495"/>
                </a:xfrm>
                <a:custGeom>
                  <a:avLst/>
                  <a:gdLst>
                    <a:gd name="connsiteX0" fmla="*/ 101263 w 202495"/>
                    <a:gd name="connsiteY0" fmla="*/ 202495 h 202495"/>
                    <a:gd name="connsiteX1" fmla="*/ 0 w 202495"/>
                    <a:gd name="connsiteY1" fmla="*/ 101263 h 202495"/>
                    <a:gd name="connsiteX2" fmla="*/ 101232 w 202495"/>
                    <a:gd name="connsiteY2" fmla="*/ 0 h 202495"/>
                    <a:gd name="connsiteX3" fmla="*/ 202495 w 202495"/>
                    <a:gd name="connsiteY3" fmla="*/ 101232 h 202495"/>
                    <a:gd name="connsiteX4" fmla="*/ 202495 w 202495"/>
                    <a:gd name="connsiteY4" fmla="*/ 101248 h 202495"/>
                    <a:gd name="connsiteX5" fmla="*/ 101263 w 202495"/>
                    <a:gd name="connsiteY5" fmla="*/ 202495 h 202495"/>
                    <a:gd name="connsiteX6" fmla="*/ 101263 w 202495"/>
                    <a:gd name="connsiteY6" fmla="*/ 25096 h 202495"/>
                    <a:gd name="connsiteX7" fmla="*/ 25081 w 202495"/>
                    <a:gd name="connsiteY7" fmla="*/ 101248 h 202495"/>
                    <a:gd name="connsiteX8" fmla="*/ 101232 w 202495"/>
                    <a:gd name="connsiteY8" fmla="*/ 177430 h 202495"/>
                    <a:gd name="connsiteX9" fmla="*/ 177415 w 202495"/>
                    <a:gd name="connsiteY9" fmla="*/ 101279 h 202495"/>
                    <a:gd name="connsiteX10" fmla="*/ 177415 w 202495"/>
                    <a:gd name="connsiteY10" fmla="*/ 101248 h 202495"/>
                    <a:gd name="connsiteX11" fmla="*/ 101263 w 202495"/>
                    <a:gd name="connsiteY11" fmla="*/ 25049 h 202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495" h="202495">
                      <a:moveTo>
                        <a:pt x="101263" y="202495"/>
                      </a:moveTo>
                      <a:cubicBezTo>
                        <a:pt x="45346" y="202505"/>
                        <a:pt x="9" y="157181"/>
                        <a:pt x="0" y="101263"/>
                      </a:cubicBezTo>
                      <a:cubicBezTo>
                        <a:pt x="-9" y="45346"/>
                        <a:pt x="45314" y="9"/>
                        <a:pt x="101232" y="0"/>
                      </a:cubicBezTo>
                      <a:cubicBezTo>
                        <a:pt x="157149" y="-9"/>
                        <a:pt x="202486" y="45314"/>
                        <a:pt x="202495" y="101232"/>
                      </a:cubicBezTo>
                      <a:cubicBezTo>
                        <a:pt x="202495" y="101237"/>
                        <a:pt x="202495" y="101242"/>
                        <a:pt x="202495" y="101248"/>
                      </a:cubicBezTo>
                      <a:cubicBezTo>
                        <a:pt x="202434" y="157134"/>
                        <a:pt x="157149" y="202426"/>
                        <a:pt x="101263" y="202495"/>
                      </a:cubicBezTo>
                      <a:close/>
                      <a:moveTo>
                        <a:pt x="101263" y="25096"/>
                      </a:moveTo>
                      <a:cubicBezTo>
                        <a:pt x="59197" y="25088"/>
                        <a:pt x="25089" y="59182"/>
                        <a:pt x="25081" y="101248"/>
                      </a:cubicBezTo>
                      <a:cubicBezTo>
                        <a:pt x="25072" y="143313"/>
                        <a:pt x="59166" y="177421"/>
                        <a:pt x="101232" y="177430"/>
                      </a:cubicBezTo>
                      <a:cubicBezTo>
                        <a:pt x="143298" y="177440"/>
                        <a:pt x="177405" y="143345"/>
                        <a:pt x="177415" y="101279"/>
                      </a:cubicBezTo>
                      <a:cubicBezTo>
                        <a:pt x="177415" y="101268"/>
                        <a:pt x="177415" y="101258"/>
                        <a:pt x="177415" y="101248"/>
                      </a:cubicBezTo>
                      <a:cubicBezTo>
                        <a:pt x="177388" y="59194"/>
                        <a:pt x="143317" y="25101"/>
                        <a:pt x="101263" y="2504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8" name="Freeform 172">
                  <a:extLst>
                    <a:ext uri="{FF2B5EF4-FFF2-40B4-BE49-F238E27FC236}">
                      <a16:creationId xmlns:a16="http://schemas.microsoft.com/office/drawing/2014/main" id="{99F6681B-1369-9379-3CA3-15FF6313B59D}"/>
                    </a:ext>
                  </a:extLst>
                </p:cNvPr>
                <p:cNvSpPr/>
                <p:nvPr/>
              </p:nvSpPr>
              <p:spPr>
                <a:xfrm>
                  <a:off x="3052606" y="2106356"/>
                  <a:ext cx="25080" cy="84208"/>
                </a:xfrm>
                <a:custGeom>
                  <a:avLst/>
                  <a:gdLst>
                    <a:gd name="connsiteX0" fmla="*/ 12540 w 25080"/>
                    <a:gd name="connsiteY0" fmla="*/ 84208 h 84208"/>
                    <a:gd name="connsiteX1" fmla="*/ 0 w 25080"/>
                    <a:gd name="connsiteY1" fmla="*/ 71668 h 84208"/>
                    <a:gd name="connsiteX2" fmla="*/ 0 w 25080"/>
                    <a:gd name="connsiteY2" fmla="*/ 12540 h 84208"/>
                    <a:gd name="connsiteX3" fmla="*/ 12540 w 25080"/>
                    <a:gd name="connsiteY3" fmla="*/ 0 h 84208"/>
                    <a:gd name="connsiteX4" fmla="*/ 25081 w 25080"/>
                    <a:gd name="connsiteY4" fmla="*/ 12540 h 84208"/>
                    <a:gd name="connsiteX5" fmla="*/ 25081 w 25080"/>
                    <a:gd name="connsiteY5" fmla="*/ 71668 h 84208"/>
                    <a:gd name="connsiteX6" fmla="*/ 12540 w 25080"/>
                    <a:gd name="connsiteY6" fmla="*/ 84208 h 84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80" h="84208">
                      <a:moveTo>
                        <a:pt x="12540" y="84208"/>
                      </a:moveTo>
                      <a:cubicBezTo>
                        <a:pt x="5615" y="84208"/>
                        <a:pt x="0" y="78594"/>
                        <a:pt x="0" y="71668"/>
                      </a:cubicBezTo>
                      <a:lnTo>
                        <a:pt x="0" y="12540"/>
                      </a:lnTo>
                      <a:cubicBezTo>
                        <a:pt x="0" y="5614"/>
                        <a:pt x="5615" y="0"/>
                        <a:pt x="12540" y="0"/>
                      </a:cubicBezTo>
                      <a:cubicBezTo>
                        <a:pt x="19466" y="0"/>
                        <a:pt x="25081" y="5614"/>
                        <a:pt x="25081" y="12540"/>
                      </a:cubicBezTo>
                      <a:lnTo>
                        <a:pt x="25081" y="71668"/>
                      </a:lnTo>
                      <a:cubicBezTo>
                        <a:pt x="25081" y="78594"/>
                        <a:pt x="19466" y="84208"/>
                        <a:pt x="12540" y="84208"/>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9" name="Freeform 173">
                  <a:extLst>
                    <a:ext uri="{FF2B5EF4-FFF2-40B4-BE49-F238E27FC236}">
                      <a16:creationId xmlns:a16="http://schemas.microsoft.com/office/drawing/2014/main" id="{3CCCDDB0-8D46-6DD0-6F6B-F42FF3D039AE}"/>
                    </a:ext>
                  </a:extLst>
                </p:cNvPr>
                <p:cNvSpPr/>
                <p:nvPr/>
              </p:nvSpPr>
              <p:spPr>
                <a:xfrm>
                  <a:off x="3023826" y="2135121"/>
                  <a:ext cx="84224" cy="25080"/>
                </a:xfrm>
                <a:custGeom>
                  <a:avLst/>
                  <a:gdLst>
                    <a:gd name="connsiteX0" fmla="*/ 71684 w 84224"/>
                    <a:gd name="connsiteY0" fmla="*/ 25081 h 25080"/>
                    <a:gd name="connsiteX1" fmla="*/ 12540 w 84224"/>
                    <a:gd name="connsiteY1" fmla="*/ 25081 h 25080"/>
                    <a:gd name="connsiteX2" fmla="*/ 0 w 84224"/>
                    <a:gd name="connsiteY2" fmla="*/ 12540 h 25080"/>
                    <a:gd name="connsiteX3" fmla="*/ 12540 w 84224"/>
                    <a:gd name="connsiteY3" fmla="*/ 0 h 25080"/>
                    <a:gd name="connsiteX4" fmla="*/ 71684 w 84224"/>
                    <a:gd name="connsiteY4" fmla="*/ 0 h 25080"/>
                    <a:gd name="connsiteX5" fmla="*/ 84224 w 84224"/>
                    <a:gd name="connsiteY5" fmla="*/ 12540 h 25080"/>
                    <a:gd name="connsiteX6" fmla="*/ 71684 w 8422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224" h="25080">
                      <a:moveTo>
                        <a:pt x="71684" y="25081"/>
                      </a:moveTo>
                      <a:lnTo>
                        <a:pt x="12540" y="25081"/>
                      </a:lnTo>
                      <a:cubicBezTo>
                        <a:pt x="5614" y="25081"/>
                        <a:pt x="0" y="19466"/>
                        <a:pt x="0" y="12540"/>
                      </a:cubicBezTo>
                      <a:cubicBezTo>
                        <a:pt x="0" y="5614"/>
                        <a:pt x="5614" y="0"/>
                        <a:pt x="12540" y="0"/>
                      </a:cubicBezTo>
                      <a:lnTo>
                        <a:pt x="71684" y="0"/>
                      </a:lnTo>
                      <a:cubicBezTo>
                        <a:pt x="78609" y="0"/>
                        <a:pt x="84224" y="5614"/>
                        <a:pt x="84224" y="12540"/>
                      </a:cubicBezTo>
                      <a:cubicBezTo>
                        <a:pt x="84224" y="19466"/>
                        <a:pt x="78609" y="25081"/>
                        <a:pt x="71684"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458" name="Group 457">
              <a:extLst>
                <a:ext uri="{FF2B5EF4-FFF2-40B4-BE49-F238E27FC236}">
                  <a16:creationId xmlns:a16="http://schemas.microsoft.com/office/drawing/2014/main" id="{C47F376A-F2F7-7FF8-00A7-1533CA225C5F}"/>
                </a:ext>
              </a:extLst>
            </p:cNvPr>
            <p:cNvGrpSpPr/>
            <p:nvPr/>
          </p:nvGrpSpPr>
          <p:grpSpPr>
            <a:xfrm>
              <a:off x="6823926" y="1490179"/>
              <a:ext cx="471791" cy="471791"/>
              <a:chOff x="6457678" y="1942177"/>
              <a:chExt cx="471791" cy="471791"/>
            </a:xfrm>
          </p:grpSpPr>
          <p:sp>
            <p:nvSpPr>
              <p:cNvPr id="94" name="Oval 93">
                <a:extLst>
                  <a:ext uri="{FF2B5EF4-FFF2-40B4-BE49-F238E27FC236}">
                    <a16:creationId xmlns:a16="http://schemas.microsoft.com/office/drawing/2014/main" id="{3383199D-9452-191E-A67E-252D4C560B74}"/>
                  </a:ext>
                </a:extLst>
              </p:cNvPr>
              <p:cNvSpPr/>
              <p:nvPr/>
            </p:nvSpPr>
            <p:spPr>
              <a:xfrm>
                <a:off x="6457678"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95" name="Group 94">
                <a:extLst>
                  <a:ext uri="{FF2B5EF4-FFF2-40B4-BE49-F238E27FC236}">
                    <a16:creationId xmlns:a16="http://schemas.microsoft.com/office/drawing/2014/main" id="{BABF23BD-8AF6-833A-9274-79F79E3A55FB}"/>
                  </a:ext>
                </a:extLst>
              </p:cNvPr>
              <p:cNvGrpSpPr/>
              <p:nvPr/>
            </p:nvGrpSpPr>
            <p:grpSpPr>
              <a:xfrm>
                <a:off x="6566257" y="2048749"/>
                <a:ext cx="254558" cy="258644"/>
                <a:chOff x="6566257" y="2048749"/>
                <a:chExt cx="254558" cy="258644"/>
              </a:xfrm>
            </p:grpSpPr>
            <p:grpSp>
              <p:nvGrpSpPr>
                <p:cNvPr id="96" name="Graphic 332">
                  <a:extLst>
                    <a:ext uri="{FF2B5EF4-FFF2-40B4-BE49-F238E27FC236}">
                      <a16:creationId xmlns:a16="http://schemas.microsoft.com/office/drawing/2014/main" id="{F9BD74B3-0731-A326-8A3E-1D55FD50EDF5}"/>
                    </a:ext>
                  </a:extLst>
                </p:cNvPr>
                <p:cNvGrpSpPr/>
                <p:nvPr/>
              </p:nvGrpSpPr>
              <p:grpSpPr>
                <a:xfrm>
                  <a:off x="6566257" y="2086119"/>
                  <a:ext cx="135075" cy="185001"/>
                  <a:chOff x="6566257" y="2086119"/>
                  <a:chExt cx="135075" cy="185001"/>
                </a:xfrm>
              </p:grpSpPr>
              <p:sp>
                <p:nvSpPr>
                  <p:cNvPr id="110" name="Freeform 164">
                    <a:extLst>
                      <a:ext uri="{FF2B5EF4-FFF2-40B4-BE49-F238E27FC236}">
                        <a16:creationId xmlns:a16="http://schemas.microsoft.com/office/drawing/2014/main" id="{EB701358-74D6-C880-BF11-8AF2265C6BB9}"/>
                      </a:ext>
                    </a:extLst>
                  </p:cNvPr>
                  <p:cNvSpPr/>
                  <p:nvPr/>
                </p:nvSpPr>
                <p:spPr>
                  <a:xfrm>
                    <a:off x="6566257" y="2086119"/>
                    <a:ext cx="135075" cy="131501"/>
                  </a:xfrm>
                  <a:custGeom>
                    <a:avLst/>
                    <a:gdLst>
                      <a:gd name="connsiteX0" fmla="*/ 92814 w 135075"/>
                      <a:gd name="connsiteY0" fmla="*/ 131501 h 131501"/>
                      <a:gd name="connsiteX1" fmla="*/ 80275 w 135075"/>
                      <a:gd name="connsiteY1" fmla="*/ 118959 h 131501"/>
                      <a:gd name="connsiteX2" fmla="*/ 88409 w 135075"/>
                      <a:gd name="connsiteY2" fmla="*/ 107220 h 131501"/>
                      <a:gd name="connsiteX3" fmla="*/ 109994 w 135075"/>
                      <a:gd name="connsiteY3" fmla="*/ 66088 h 131501"/>
                      <a:gd name="connsiteX4" fmla="*/ 67545 w 135075"/>
                      <a:gd name="connsiteY4" fmla="*/ 25081 h 131501"/>
                      <a:gd name="connsiteX5" fmla="*/ 25081 w 135075"/>
                      <a:gd name="connsiteY5" fmla="*/ 66088 h 131501"/>
                      <a:gd name="connsiteX6" fmla="*/ 47481 w 135075"/>
                      <a:gd name="connsiteY6" fmla="*/ 107016 h 131501"/>
                      <a:gd name="connsiteX7" fmla="*/ 53935 w 135075"/>
                      <a:gd name="connsiteY7" fmla="*/ 123535 h 131501"/>
                      <a:gd name="connsiteX8" fmla="*/ 38358 w 135075"/>
                      <a:gd name="connsiteY8" fmla="*/ 130357 h 131501"/>
                      <a:gd name="connsiteX9" fmla="*/ 0 w 135075"/>
                      <a:gd name="connsiteY9" fmla="*/ 66088 h 131501"/>
                      <a:gd name="connsiteX10" fmla="*/ 67545 w 135075"/>
                      <a:gd name="connsiteY10" fmla="*/ 0 h 131501"/>
                      <a:gd name="connsiteX11" fmla="*/ 135075 w 135075"/>
                      <a:gd name="connsiteY11" fmla="*/ 66088 h 131501"/>
                      <a:gd name="connsiteX12" fmla="*/ 97219 w 135075"/>
                      <a:gd name="connsiteY12" fmla="*/ 130702 h 131501"/>
                      <a:gd name="connsiteX13" fmla="*/ 92814 w 135075"/>
                      <a:gd name="connsiteY13" fmla="*/ 131501 h 131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5075" h="131501">
                        <a:moveTo>
                          <a:pt x="92814" y="131501"/>
                        </a:moveTo>
                        <a:cubicBezTo>
                          <a:pt x="85888" y="131501"/>
                          <a:pt x="80274" y="125886"/>
                          <a:pt x="80275" y="118959"/>
                        </a:cubicBezTo>
                        <a:cubicBezTo>
                          <a:pt x="80275" y="113733"/>
                          <a:pt x="83517" y="109056"/>
                          <a:pt x="88409" y="107220"/>
                        </a:cubicBezTo>
                        <a:cubicBezTo>
                          <a:pt x="109994" y="99116"/>
                          <a:pt x="109994" y="74302"/>
                          <a:pt x="109994" y="66088"/>
                        </a:cubicBezTo>
                        <a:cubicBezTo>
                          <a:pt x="109994" y="42324"/>
                          <a:pt x="92140" y="25081"/>
                          <a:pt x="67545" y="25081"/>
                        </a:cubicBezTo>
                        <a:cubicBezTo>
                          <a:pt x="42951" y="25081"/>
                          <a:pt x="25081" y="42324"/>
                          <a:pt x="25081" y="66088"/>
                        </a:cubicBezTo>
                        <a:cubicBezTo>
                          <a:pt x="25081" y="80760"/>
                          <a:pt x="28968" y="99774"/>
                          <a:pt x="47481" y="107016"/>
                        </a:cubicBezTo>
                        <a:cubicBezTo>
                          <a:pt x="53825" y="109795"/>
                          <a:pt x="56714" y="117191"/>
                          <a:pt x="53935" y="123535"/>
                        </a:cubicBezTo>
                        <a:cubicBezTo>
                          <a:pt x="51313" y="129520"/>
                          <a:pt x="44535" y="132489"/>
                          <a:pt x="38358" y="130357"/>
                        </a:cubicBezTo>
                        <a:cubicBezTo>
                          <a:pt x="13669" y="120701"/>
                          <a:pt x="0" y="97862"/>
                          <a:pt x="0" y="66088"/>
                        </a:cubicBezTo>
                        <a:cubicBezTo>
                          <a:pt x="0" y="28467"/>
                          <a:pt x="29031" y="0"/>
                          <a:pt x="67545" y="0"/>
                        </a:cubicBezTo>
                        <a:cubicBezTo>
                          <a:pt x="106060" y="0"/>
                          <a:pt x="135075" y="28467"/>
                          <a:pt x="135075" y="66088"/>
                        </a:cubicBezTo>
                        <a:cubicBezTo>
                          <a:pt x="135075" y="98598"/>
                          <a:pt x="121641" y="121547"/>
                          <a:pt x="97219" y="130702"/>
                        </a:cubicBezTo>
                        <a:cubicBezTo>
                          <a:pt x="95809" y="131224"/>
                          <a:pt x="94318" y="131495"/>
                          <a:pt x="92814" y="13150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1" name="Freeform 165">
                    <a:extLst>
                      <a:ext uri="{FF2B5EF4-FFF2-40B4-BE49-F238E27FC236}">
                        <a16:creationId xmlns:a16="http://schemas.microsoft.com/office/drawing/2014/main" id="{2E64B660-73BB-4555-B3C7-2C98EAE25240}"/>
                      </a:ext>
                    </a:extLst>
                  </p:cNvPr>
                  <p:cNvSpPr/>
                  <p:nvPr/>
                </p:nvSpPr>
                <p:spPr>
                  <a:xfrm>
                    <a:off x="6601417" y="2210096"/>
                    <a:ext cx="64864" cy="25080"/>
                  </a:xfrm>
                  <a:custGeom>
                    <a:avLst/>
                    <a:gdLst>
                      <a:gd name="connsiteX0" fmla="*/ 52325 w 64864"/>
                      <a:gd name="connsiteY0" fmla="*/ 25081 h 25080"/>
                      <a:gd name="connsiteX1" fmla="*/ 12540 w 64864"/>
                      <a:gd name="connsiteY1" fmla="*/ 25081 h 25080"/>
                      <a:gd name="connsiteX2" fmla="*/ 0 w 64864"/>
                      <a:gd name="connsiteY2" fmla="*/ 12540 h 25080"/>
                      <a:gd name="connsiteX3" fmla="*/ 12540 w 64864"/>
                      <a:gd name="connsiteY3" fmla="*/ 0 h 25080"/>
                      <a:gd name="connsiteX4" fmla="*/ 52325 w 64864"/>
                      <a:gd name="connsiteY4" fmla="*/ 0 h 25080"/>
                      <a:gd name="connsiteX5" fmla="*/ 64865 w 64864"/>
                      <a:gd name="connsiteY5" fmla="*/ 12540 h 25080"/>
                      <a:gd name="connsiteX6" fmla="*/ 52325 w 6486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64" h="25080">
                        <a:moveTo>
                          <a:pt x="52325" y="25081"/>
                        </a:moveTo>
                        <a:lnTo>
                          <a:pt x="12540" y="25081"/>
                        </a:lnTo>
                        <a:cubicBezTo>
                          <a:pt x="5614" y="25081"/>
                          <a:pt x="0" y="19466"/>
                          <a:pt x="0" y="12540"/>
                        </a:cubicBezTo>
                        <a:cubicBezTo>
                          <a:pt x="0" y="5615"/>
                          <a:pt x="5614" y="0"/>
                          <a:pt x="12540" y="0"/>
                        </a:cubicBezTo>
                        <a:lnTo>
                          <a:pt x="52325" y="0"/>
                        </a:lnTo>
                        <a:cubicBezTo>
                          <a:pt x="59250" y="0"/>
                          <a:pt x="64865" y="5615"/>
                          <a:pt x="64865" y="12540"/>
                        </a:cubicBezTo>
                        <a:cubicBezTo>
                          <a:pt x="64865" y="19466"/>
                          <a:pt x="59250" y="25081"/>
                          <a:pt x="52325"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2" name="Freeform 166">
                    <a:extLst>
                      <a:ext uri="{FF2B5EF4-FFF2-40B4-BE49-F238E27FC236}">
                        <a16:creationId xmlns:a16="http://schemas.microsoft.com/office/drawing/2014/main" id="{E4939C1A-36AA-0B3E-EE67-784BB9B5E78B}"/>
                      </a:ext>
                    </a:extLst>
                  </p:cNvPr>
                  <p:cNvSpPr/>
                  <p:nvPr/>
                </p:nvSpPr>
                <p:spPr>
                  <a:xfrm>
                    <a:off x="6601417" y="2246040"/>
                    <a:ext cx="63846" cy="25080"/>
                  </a:xfrm>
                  <a:custGeom>
                    <a:avLst/>
                    <a:gdLst>
                      <a:gd name="connsiteX0" fmla="*/ 51306 w 63846"/>
                      <a:gd name="connsiteY0" fmla="*/ 25081 h 25080"/>
                      <a:gd name="connsiteX1" fmla="*/ 12540 w 63846"/>
                      <a:gd name="connsiteY1" fmla="*/ 25081 h 25080"/>
                      <a:gd name="connsiteX2" fmla="*/ 0 w 63846"/>
                      <a:gd name="connsiteY2" fmla="*/ 12540 h 25080"/>
                      <a:gd name="connsiteX3" fmla="*/ 12540 w 63846"/>
                      <a:gd name="connsiteY3" fmla="*/ 0 h 25080"/>
                      <a:gd name="connsiteX4" fmla="*/ 51306 w 63846"/>
                      <a:gd name="connsiteY4" fmla="*/ 0 h 25080"/>
                      <a:gd name="connsiteX5" fmla="*/ 63846 w 63846"/>
                      <a:gd name="connsiteY5" fmla="*/ 12540 h 25080"/>
                      <a:gd name="connsiteX6" fmla="*/ 51306 w 63846"/>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846" h="25080">
                        <a:moveTo>
                          <a:pt x="51306" y="25081"/>
                        </a:moveTo>
                        <a:lnTo>
                          <a:pt x="12540" y="25081"/>
                        </a:lnTo>
                        <a:cubicBezTo>
                          <a:pt x="5614" y="25081"/>
                          <a:pt x="0" y="19466"/>
                          <a:pt x="0" y="12540"/>
                        </a:cubicBezTo>
                        <a:cubicBezTo>
                          <a:pt x="0" y="5615"/>
                          <a:pt x="5614" y="0"/>
                          <a:pt x="12540" y="0"/>
                        </a:cubicBezTo>
                        <a:lnTo>
                          <a:pt x="51306" y="0"/>
                        </a:lnTo>
                        <a:cubicBezTo>
                          <a:pt x="58232" y="0"/>
                          <a:pt x="63846" y="5615"/>
                          <a:pt x="63846" y="12540"/>
                        </a:cubicBezTo>
                        <a:cubicBezTo>
                          <a:pt x="63846" y="19466"/>
                          <a:pt x="58232" y="25081"/>
                          <a:pt x="51306"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13" name="Freeform 167">
                    <a:extLst>
                      <a:ext uri="{FF2B5EF4-FFF2-40B4-BE49-F238E27FC236}">
                        <a16:creationId xmlns:a16="http://schemas.microsoft.com/office/drawing/2014/main" id="{11887CA5-756A-4A31-295D-6927E13969F0}"/>
                      </a:ext>
                    </a:extLst>
                  </p:cNvPr>
                  <p:cNvSpPr/>
                  <p:nvPr/>
                </p:nvSpPr>
                <p:spPr>
                  <a:xfrm>
                    <a:off x="6597059" y="2192744"/>
                    <a:ext cx="73564" cy="78377"/>
                  </a:xfrm>
                  <a:custGeom>
                    <a:avLst/>
                    <a:gdLst>
                      <a:gd name="connsiteX0" fmla="*/ 61024 w 73564"/>
                      <a:gd name="connsiteY0" fmla="*/ 78377 h 78377"/>
                      <a:gd name="connsiteX1" fmla="*/ 12540 w 73564"/>
                      <a:gd name="connsiteY1" fmla="*/ 78377 h 78377"/>
                      <a:gd name="connsiteX2" fmla="*/ 0 w 73564"/>
                      <a:gd name="connsiteY2" fmla="*/ 65837 h 78377"/>
                      <a:gd name="connsiteX3" fmla="*/ 0 w 73564"/>
                      <a:gd name="connsiteY3" fmla="*/ 12540 h 78377"/>
                      <a:gd name="connsiteX4" fmla="*/ 12540 w 73564"/>
                      <a:gd name="connsiteY4" fmla="*/ 0 h 78377"/>
                      <a:gd name="connsiteX5" fmla="*/ 25081 w 73564"/>
                      <a:gd name="connsiteY5" fmla="*/ 12540 h 78377"/>
                      <a:gd name="connsiteX6" fmla="*/ 25081 w 73564"/>
                      <a:gd name="connsiteY6" fmla="*/ 53296 h 78377"/>
                      <a:gd name="connsiteX7" fmla="*/ 48484 w 73564"/>
                      <a:gd name="connsiteY7" fmla="*/ 53296 h 78377"/>
                      <a:gd name="connsiteX8" fmla="*/ 48484 w 73564"/>
                      <a:gd name="connsiteY8" fmla="*/ 13308 h 78377"/>
                      <a:gd name="connsiteX9" fmla="*/ 61024 w 73564"/>
                      <a:gd name="connsiteY9" fmla="*/ 768 h 78377"/>
                      <a:gd name="connsiteX10" fmla="*/ 73565 w 73564"/>
                      <a:gd name="connsiteY10" fmla="*/ 13308 h 78377"/>
                      <a:gd name="connsiteX11" fmla="*/ 73565 w 73564"/>
                      <a:gd name="connsiteY11" fmla="*/ 65837 h 78377"/>
                      <a:gd name="connsiteX12" fmla="*/ 61024 w 73564"/>
                      <a:gd name="connsiteY12" fmla="*/ 78377 h 7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564" h="78377">
                        <a:moveTo>
                          <a:pt x="61024" y="78377"/>
                        </a:moveTo>
                        <a:lnTo>
                          <a:pt x="12540" y="78377"/>
                        </a:lnTo>
                        <a:cubicBezTo>
                          <a:pt x="5614" y="78377"/>
                          <a:pt x="0" y="72762"/>
                          <a:pt x="0" y="65837"/>
                        </a:cubicBezTo>
                        <a:lnTo>
                          <a:pt x="0" y="12540"/>
                        </a:lnTo>
                        <a:cubicBezTo>
                          <a:pt x="0" y="5615"/>
                          <a:pt x="5614" y="0"/>
                          <a:pt x="12540" y="0"/>
                        </a:cubicBezTo>
                        <a:cubicBezTo>
                          <a:pt x="19466" y="0"/>
                          <a:pt x="25081" y="5615"/>
                          <a:pt x="25081" y="12540"/>
                        </a:cubicBezTo>
                        <a:lnTo>
                          <a:pt x="25081" y="53296"/>
                        </a:lnTo>
                        <a:lnTo>
                          <a:pt x="48484" y="53296"/>
                        </a:lnTo>
                        <a:lnTo>
                          <a:pt x="48484" y="13308"/>
                        </a:lnTo>
                        <a:cubicBezTo>
                          <a:pt x="48484" y="6383"/>
                          <a:pt x="54099" y="768"/>
                          <a:pt x="61024" y="768"/>
                        </a:cubicBezTo>
                        <a:cubicBezTo>
                          <a:pt x="67950" y="768"/>
                          <a:pt x="73565" y="6383"/>
                          <a:pt x="73565" y="13308"/>
                        </a:cubicBezTo>
                        <a:lnTo>
                          <a:pt x="73565" y="65837"/>
                        </a:lnTo>
                        <a:cubicBezTo>
                          <a:pt x="73565" y="72762"/>
                          <a:pt x="67950" y="78377"/>
                          <a:pt x="61024" y="7837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97" name="Freeform 151">
                  <a:extLst>
                    <a:ext uri="{FF2B5EF4-FFF2-40B4-BE49-F238E27FC236}">
                      <a16:creationId xmlns:a16="http://schemas.microsoft.com/office/drawing/2014/main" id="{051C2C17-522E-40A7-9C66-42E77DD57414}"/>
                    </a:ext>
                  </a:extLst>
                </p:cNvPr>
                <p:cNvSpPr/>
                <p:nvPr/>
              </p:nvSpPr>
              <p:spPr>
                <a:xfrm>
                  <a:off x="6621779" y="2048749"/>
                  <a:ext cx="180740" cy="115668"/>
                </a:xfrm>
                <a:custGeom>
                  <a:avLst/>
                  <a:gdLst>
                    <a:gd name="connsiteX0" fmla="*/ 138054 w 180740"/>
                    <a:gd name="connsiteY0" fmla="*/ 115669 h 115668"/>
                    <a:gd name="connsiteX1" fmla="*/ 125513 w 180740"/>
                    <a:gd name="connsiteY1" fmla="*/ 103129 h 115668"/>
                    <a:gd name="connsiteX2" fmla="*/ 125513 w 180740"/>
                    <a:gd name="connsiteY2" fmla="*/ 25081 h 115668"/>
                    <a:gd name="connsiteX3" fmla="*/ 25081 w 180740"/>
                    <a:gd name="connsiteY3" fmla="*/ 25081 h 115668"/>
                    <a:gd name="connsiteX4" fmla="*/ 25081 w 180740"/>
                    <a:gd name="connsiteY4" fmla="*/ 49754 h 115668"/>
                    <a:gd name="connsiteX5" fmla="*/ 12540 w 180740"/>
                    <a:gd name="connsiteY5" fmla="*/ 62294 h 115668"/>
                    <a:gd name="connsiteX6" fmla="*/ 0 w 180740"/>
                    <a:gd name="connsiteY6" fmla="*/ 49754 h 115668"/>
                    <a:gd name="connsiteX7" fmla="*/ 0 w 180740"/>
                    <a:gd name="connsiteY7" fmla="*/ 12540 h 115668"/>
                    <a:gd name="connsiteX8" fmla="*/ 12540 w 180740"/>
                    <a:gd name="connsiteY8" fmla="*/ 0 h 115668"/>
                    <a:gd name="connsiteX9" fmla="*/ 138054 w 180740"/>
                    <a:gd name="connsiteY9" fmla="*/ 0 h 115668"/>
                    <a:gd name="connsiteX10" fmla="*/ 150594 w 180740"/>
                    <a:gd name="connsiteY10" fmla="*/ 12540 h 115668"/>
                    <a:gd name="connsiteX11" fmla="*/ 150594 w 180740"/>
                    <a:gd name="connsiteY11" fmla="*/ 72844 h 115668"/>
                    <a:gd name="connsiteX12" fmla="*/ 158792 w 180740"/>
                    <a:gd name="connsiteY12" fmla="*/ 64724 h 115668"/>
                    <a:gd name="connsiteX13" fmla="*/ 176491 w 180740"/>
                    <a:gd name="connsiteY13" fmla="*/ 63608 h 115668"/>
                    <a:gd name="connsiteX14" fmla="*/ 177607 w 180740"/>
                    <a:gd name="connsiteY14" fmla="*/ 81308 h 115668"/>
                    <a:gd name="connsiteX15" fmla="*/ 176458 w 180740"/>
                    <a:gd name="connsiteY15" fmla="*/ 82453 h 115668"/>
                    <a:gd name="connsiteX16" fmla="*/ 146926 w 180740"/>
                    <a:gd name="connsiteY16" fmla="*/ 111985 h 115668"/>
                    <a:gd name="connsiteX17" fmla="*/ 138054 w 180740"/>
                    <a:gd name="connsiteY17" fmla="*/ 115669 h 11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740" h="115668">
                      <a:moveTo>
                        <a:pt x="138054" y="115669"/>
                      </a:moveTo>
                      <a:cubicBezTo>
                        <a:pt x="131128" y="115669"/>
                        <a:pt x="125513" y="110055"/>
                        <a:pt x="125513" y="103129"/>
                      </a:cubicBezTo>
                      <a:lnTo>
                        <a:pt x="125513" y="25081"/>
                      </a:lnTo>
                      <a:lnTo>
                        <a:pt x="25081" y="25081"/>
                      </a:lnTo>
                      <a:lnTo>
                        <a:pt x="25081" y="49754"/>
                      </a:lnTo>
                      <a:cubicBezTo>
                        <a:pt x="25081" y="56680"/>
                        <a:pt x="19466" y="62294"/>
                        <a:pt x="12540" y="62294"/>
                      </a:cubicBezTo>
                      <a:cubicBezTo>
                        <a:pt x="5614" y="62294"/>
                        <a:pt x="0" y="56680"/>
                        <a:pt x="0" y="49754"/>
                      </a:cubicBezTo>
                      <a:lnTo>
                        <a:pt x="0" y="12540"/>
                      </a:lnTo>
                      <a:cubicBezTo>
                        <a:pt x="0" y="5615"/>
                        <a:pt x="5614" y="0"/>
                        <a:pt x="12540" y="0"/>
                      </a:cubicBezTo>
                      <a:lnTo>
                        <a:pt x="138054" y="0"/>
                      </a:lnTo>
                      <a:cubicBezTo>
                        <a:pt x="144979" y="0"/>
                        <a:pt x="150594" y="5615"/>
                        <a:pt x="150594" y="12540"/>
                      </a:cubicBezTo>
                      <a:lnTo>
                        <a:pt x="150594" y="72844"/>
                      </a:lnTo>
                      <a:lnTo>
                        <a:pt x="158792" y="64724"/>
                      </a:lnTo>
                      <a:cubicBezTo>
                        <a:pt x="163371" y="59528"/>
                        <a:pt x="171296" y="59029"/>
                        <a:pt x="176491" y="63608"/>
                      </a:cubicBezTo>
                      <a:cubicBezTo>
                        <a:pt x="181688" y="68188"/>
                        <a:pt x="182188" y="76112"/>
                        <a:pt x="177607" y="81308"/>
                      </a:cubicBezTo>
                      <a:cubicBezTo>
                        <a:pt x="177250" y="81714"/>
                        <a:pt x="176866" y="82096"/>
                        <a:pt x="176458" y="82453"/>
                      </a:cubicBezTo>
                      <a:lnTo>
                        <a:pt x="146926" y="111985"/>
                      </a:lnTo>
                      <a:cubicBezTo>
                        <a:pt x="144574" y="114342"/>
                        <a:pt x="141383" y="115667"/>
                        <a:pt x="138054" y="115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98" name="Freeform 152">
                  <a:extLst>
                    <a:ext uri="{FF2B5EF4-FFF2-40B4-BE49-F238E27FC236}">
                      <a16:creationId xmlns:a16="http://schemas.microsoft.com/office/drawing/2014/main" id="{040DFE60-E458-E41D-0056-0174ABF0E02A}"/>
                    </a:ext>
                  </a:extLst>
                </p:cNvPr>
                <p:cNvSpPr/>
                <p:nvPr/>
              </p:nvSpPr>
              <p:spPr>
                <a:xfrm>
                  <a:off x="6602514" y="2254254"/>
                  <a:ext cx="62701" cy="53139"/>
                </a:xfrm>
                <a:custGeom>
                  <a:avLst/>
                  <a:gdLst>
                    <a:gd name="connsiteX0" fmla="*/ 31351 w 62701"/>
                    <a:gd name="connsiteY0" fmla="*/ 53140 h 53139"/>
                    <a:gd name="connsiteX1" fmla="*/ 0 w 62701"/>
                    <a:gd name="connsiteY1" fmla="*/ 21789 h 53139"/>
                    <a:gd name="connsiteX2" fmla="*/ 0 w 62701"/>
                    <a:gd name="connsiteY2" fmla="*/ 12540 h 53139"/>
                    <a:gd name="connsiteX3" fmla="*/ 12540 w 62701"/>
                    <a:gd name="connsiteY3" fmla="*/ 0 h 53139"/>
                    <a:gd name="connsiteX4" fmla="*/ 25081 w 62701"/>
                    <a:gd name="connsiteY4" fmla="*/ 12540 h 53139"/>
                    <a:gd name="connsiteX5" fmla="*/ 25081 w 62701"/>
                    <a:gd name="connsiteY5" fmla="*/ 21789 h 53139"/>
                    <a:gd name="connsiteX6" fmla="*/ 31351 w 62701"/>
                    <a:gd name="connsiteY6" fmla="*/ 28059 h 53139"/>
                    <a:gd name="connsiteX7" fmla="*/ 37621 w 62701"/>
                    <a:gd name="connsiteY7" fmla="*/ 21789 h 53139"/>
                    <a:gd name="connsiteX8" fmla="*/ 37621 w 62701"/>
                    <a:gd name="connsiteY8" fmla="*/ 12540 h 53139"/>
                    <a:gd name="connsiteX9" fmla="*/ 50161 w 62701"/>
                    <a:gd name="connsiteY9" fmla="*/ 0 h 53139"/>
                    <a:gd name="connsiteX10" fmla="*/ 62702 w 62701"/>
                    <a:gd name="connsiteY10" fmla="*/ 12540 h 53139"/>
                    <a:gd name="connsiteX11" fmla="*/ 62702 w 62701"/>
                    <a:gd name="connsiteY11" fmla="*/ 21789 h 53139"/>
                    <a:gd name="connsiteX12" fmla="*/ 31351 w 62701"/>
                    <a:gd name="connsiteY12" fmla="*/ 53140 h 5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701" h="53139">
                      <a:moveTo>
                        <a:pt x="31351" y="53140"/>
                      </a:moveTo>
                      <a:cubicBezTo>
                        <a:pt x="14036" y="53140"/>
                        <a:pt x="0" y="39104"/>
                        <a:pt x="0" y="21789"/>
                      </a:cubicBezTo>
                      <a:lnTo>
                        <a:pt x="0" y="12540"/>
                      </a:lnTo>
                      <a:cubicBezTo>
                        <a:pt x="0" y="5615"/>
                        <a:pt x="5614" y="0"/>
                        <a:pt x="12540" y="0"/>
                      </a:cubicBezTo>
                      <a:cubicBezTo>
                        <a:pt x="19466" y="0"/>
                        <a:pt x="25081" y="5615"/>
                        <a:pt x="25081" y="12540"/>
                      </a:cubicBezTo>
                      <a:lnTo>
                        <a:pt x="25081" y="21789"/>
                      </a:lnTo>
                      <a:cubicBezTo>
                        <a:pt x="25081" y="25252"/>
                        <a:pt x="27888" y="28059"/>
                        <a:pt x="31351" y="28059"/>
                      </a:cubicBezTo>
                      <a:cubicBezTo>
                        <a:pt x="34814" y="28059"/>
                        <a:pt x="37621" y="25252"/>
                        <a:pt x="37621" y="21789"/>
                      </a:cubicBezTo>
                      <a:lnTo>
                        <a:pt x="37621" y="12540"/>
                      </a:lnTo>
                      <a:cubicBezTo>
                        <a:pt x="37621" y="5615"/>
                        <a:pt x="43235" y="0"/>
                        <a:pt x="50161" y="0"/>
                      </a:cubicBezTo>
                      <a:cubicBezTo>
                        <a:pt x="57087" y="0"/>
                        <a:pt x="62702" y="5615"/>
                        <a:pt x="62702" y="12540"/>
                      </a:cubicBezTo>
                      <a:lnTo>
                        <a:pt x="62702" y="21789"/>
                      </a:lnTo>
                      <a:cubicBezTo>
                        <a:pt x="62702" y="39104"/>
                        <a:pt x="48665" y="53140"/>
                        <a:pt x="31351" y="53140"/>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99" name="Graphic 332">
                  <a:extLst>
                    <a:ext uri="{FF2B5EF4-FFF2-40B4-BE49-F238E27FC236}">
                      <a16:creationId xmlns:a16="http://schemas.microsoft.com/office/drawing/2014/main" id="{8C3E38E2-477B-A6B8-3BE2-6032CDADFC9D}"/>
                    </a:ext>
                  </a:extLst>
                </p:cNvPr>
                <p:cNvGrpSpPr/>
                <p:nvPr/>
              </p:nvGrpSpPr>
              <p:grpSpPr>
                <a:xfrm>
                  <a:off x="6698915" y="2181138"/>
                  <a:ext cx="121900" cy="126255"/>
                  <a:chOff x="6698915" y="2181138"/>
                  <a:chExt cx="121900" cy="126255"/>
                </a:xfrm>
                <a:solidFill>
                  <a:srgbClr val="EF463C"/>
                </a:solidFill>
              </p:grpSpPr>
              <p:sp>
                <p:nvSpPr>
                  <p:cNvPr id="101" name="Freeform 155">
                    <a:extLst>
                      <a:ext uri="{FF2B5EF4-FFF2-40B4-BE49-F238E27FC236}">
                        <a16:creationId xmlns:a16="http://schemas.microsoft.com/office/drawing/2014/main" id="{E5215309-5D3D-145C-9E81-46D116E4459C}"/>
                      </a:ext>
                    </a:extLst>
                  </p:cNvPr>
                  <p:cNvSpPr/>
                  <p:nvPr/>
                </p:nvSpPr>
                <p:spPr>
                  <a:xfrm>
                    <a:off x="6734527" y="2181138"/>
                    <a:ext cx="31221" cy="47157"/>
                  </a:xfrm>
                  <a:custGeom>
                    <a:avLst/>
                    <a:gdLst>
                      <a:gd name="connsiteX0" fmla="*/ 18675 w 31221"/>
                      <a:gd name="connsiteY0" fmla="*/ 47157 h 47157"/>
                      <a:gd name="connsiteX1" fmla="*/ 6589 w 31221"/>
                      <a:gd name="connsiteY1" fmla="*/ 37971 h 47157"/>
                      <a:gd name="connsiteX2" fmla="*/ 460 w 31221"/>
                      <a:gd name="connsiteY2" fmla="*/ 15900 h 47157"/>
                      <a:gd name="connsiteX3" fmla="*/ 9191 w 31221"/>
                      <a:gd name="connsiteY3" fmla="*/ 460 h 47157"/>
                      <a:gd name="connsiteX4" fmla="*/ 24632 w 31221"/>
                      <a:gd name="connsiteY4" fmla="*/ 9191 h 47157"/>
                      <a:gd name="connsiteX5" fmla="*/ 30761 w 31221"/>
                      <a:gd name="connsiteY5" fmla="*/ 31262 h 47157"/>
                      <a:gd name="connsiteX6" fmla="*/ 22034 w 31221"/>
                      <a:gd name="connsiteY6" fmla="*/ 46701 h 47157"/>
                      <a:gd name="connsiteX7" fmla="*/ 22030 w 31221"/>
                      <a:gd name="connsiteY7" fmla="*/ 46703 h 47157"/>
                      <a:gd name="connsiteX8" fmla="*/ 18675 w 31221"/>
                      <a:gd name="connsiteY8" fmla="*/ 47157 h 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21" h="47157">
                        <a:moveTo>
                          <a:pt x="18675" y="47157"/>
                        </a:moveTo>
                        <a:cubicBezTo>
                          <a:pt x="13040" y="47159"/>
                          <a:pt x="8097" y="43401"/>
                          <a:pt x="6589" y="37971"/>
                        </a:cubicBezTo>
                        <a:lnTo>
                          <a:pt x="460" y="15900"/>
                        </a:lnTo>
                        <a:cubicBezTo>
                          <a:pt x="-1393" y="9226"/>
                          <a:pt x="2517" y="2313"/>
                          <a:pt x="9191" y="460"/>
                        </a:cubicBezTo>
                        <a:cubicBezTo>
                          <a:pt x="15866" y="-1393"/>
                          <a:pt x="22779" y="2517"/>
                          <a:pt x="24632" y="9191"/>
                        </a:cubicBezTo>
                        <a:lnTo>
                          <a:pt x="30761" y="31262"/>
                        </a:lnTo>
                        <a:cubicBezTo>
                          <a:pt x="32614" y="37935"/>
                          <a:pt x="28707" y="44848"/>
                          <a:pt x="22034" y="46701"/>
                        </a:cubicBezTo>
                        <a:cubicBezTo>
                          <a:pt x="22033" y="46701"/>
                          <a:pt x="22031" y="46703"/>
                          <a:pt x="22030" y="46703"/>
                        </a:cubicBezTo>
                        <a:cubicBezTo>
                          <a:pt x="20935" y="46997"/>
                          <a:pt x="19808" y="47151"/>
                          <a:pt x="18675" y="47157"/>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2" name="Freeform 156">
                    <a:extLst>
                      <a:ext uri="{FF2B5EF4-FFF2-40B4-BE49-F238E27FC236}">
                        <a16:creationId xmlns:a16="http://schemas.microsoft.com/office/drawing/2014/main" id="{7243B258-119B-73C4-4072-0379F9809B74}"/>
                      </a:ext>
                    </a:extLst>
                  </p:cNvPr>
                  <p:cNvSpPr/>
                  <p:nvPr/>
                </p:nvSpPr>
                <p:spPr>
                  <a:xfrm>
                    <a:off x="6762486" y="2187024"/>
                    <a:ext cx="36918" cy="44563"/>
                  </a:xfrm>
                  <a:custGeom>
                    <a:avLst/>
                    <a:gdLst>
                      <a:gd name="connsiteX0" fmla="*/ 12536 w 36918"/>
                      <a:gd name="connsiteY0" fmla="*/ 44564 h 44563"/>
                      <a:gd name="connsiteX1" fmla="*/ 0 w 36918"/>
                      <a:gd name="connsiteY1" fmla="*/ 32019 h 44563"/>
                      <a:gd name="connsiteX2" fmla="*/ 1829 w 36918"/>
                      <a:gd name="connsiteY2" fmla="*/ 25502 h 44563"/>
                      <a:gd name="connsiteX3" fmla="*/ 13774 w 36918"/>
                      <a:gd name="connsiteY3" fmla="*/ 5845 h 44563"/>
                      <a:gd name="connsiteX4" fmla="*/ 31073 w 36918"/>
                      <a:gd name="connsiteY4" fmla="*/ 1939 h 44563"/>
                      <a:gd name="connsiteX5" fmla="*/ 35202 w 36918"/>
                      <a:gd name="connsiteY5" fmla="*/ 18872 h 44563"/>
                      <a:gd name="connsiteX6" fmla="*/ 23258 w 36918"/>
                      <a:gd name="connsiteY6" fmla="*/ 38529 h 44563"/>
                      <a:gd name="connsiteX7" fmla="*/ 12536 w 36918"/>
                      <a:gd name="connsiteY7" fmla="*/ 44564 h 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18" h="44563">
                        <a:moveTo>
                          <a:pt x="12536" y="44564"/>
                        </a:moveTo>
                        <a:cubicBezTo>
                          <a:pt x="5610" y="44561"/>
                          <a:pt x="-2" y="38944"/>
                          <a:pt x="0" y="32019"/>
                        </a:cubicBezTo>
                        <a:cubicBezTo>
                          <a:pt x="2" y="29719"/>
                          <a:pt x="635" y="27465"/>
                          <a:pt x="1829" y="25502"/>
                        </a:cubicBezTo>
                        <a:lnTo>
                          <a:pt x="13774" y="5845"/>
                        </a:lnTo>
                        <a:cubicBezTo>
                          <a:pt x="17472" y="-10"/>
                          <a:pt x="25217" y="-1759"/>
                          <a:pt x="31073" y="1939"/>
                        </a:cubicBezTo>
                        <a:cubicBezTo>
                          <a:pt x="36787" y="5549"/>
                          <a:pt x="38613" y="13037"/>
                          <a:pt x="35202" y="18872"/>
                        </a:cubicBezTo>
                        <a:lnTo>
                          <a:pt x="23258" y="38529"/>
                        </a:lnTo>
                        <a:cubicBezTo>
                          <a:pt x="20985" y="42277"/>
                          <a:pt x="16918" y="44564"/>
                          <a:pt x="12536" y="4456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3" name="Freeform 157">
                    <a:extLst>
                      <a:ext uri="{FF2B5EF4-FFF2-40B4-BE49-F238E27FC236}">
                        <a16:creationId xmlns:a16="http://schemas.microsoft.com/office/drawing/2014/main" id="{32984876-721A-EFAE-DB8D-484D12661FA4}"/>
                      </a:ext>
                    </a:extLst>
                  </p:cNvPr>
                  <p:cNvSpPr/>
                  <p:nvPr/>
                </p:nvSpPr>
                <p:spPr>
                  <a:xfrm>
                    <a:off x="6779022" y="2221060"/>
                    <a:ext cx="41793" cy="28475"/>
                  </a:xfrm>
                  <a:custGeom>
                    <a:avLst/>
                    <a:gdLst>
                      <a:gd name="connsiteX0" fmla="*/ 12522 w 41793"/>
                      <a:gd name="connsiteY0" fmla="*/ 28475 h 28475"/>
                      <a:gd name="connsiteX1" fmla="*/ 0 w 41793"/>
                      <a:gd name="connsiteY1" fmla="*/ 15916 h 28475"/>
                      <a:gd name="connsiteX2" fmla="*/ 10045 w 41793"/>
                      <a:gd name="connsiteY2" fmla="*/ 3646 h 28475"/>
                      <a:gd name="connsiteX3" fmla="*/ 26880 w 41793"/>
                      <a:gd name="connsiteY3" fmla="*/ 228 h 28475"/>
                      <a:gd name="connsiteX4" fmla="*/ 41565 w 41793"/>
                      <a:gd name="connsiteY4" fmla="*/ 10173 h 28475"/>
                      <a:gd name="connsiteX5" fmla="*/ 31865 w 41793"/>
                      <a:gd name="connsiteY5" fmla="*/ 24807 h 28475"/>
                      <a:gd name="connsiteX6" fmla="*/ 15030 w 41793"/>
                      <a:gd name="connsiteY6" fmla="*/ 28225 h 28475"/>
                      <a:gd name="connsiteX7" fmla="*/ 12522 w 41793"/>
                      <a:gd name="connsiteY7" fmla="*/ 28475 h 2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93" h="28475">
                        <a:moveTo>
                          <a:pt x="12522" y="28475"/>
                        </a:moveTo>
                        <a:cubicBezTo>
                          <a:pt x="5596" y="28464"/>
                          <a:pt x="-11" y="22842"/>
                          <a:pt x="0" y="15916"/>
                        </a:cubicBezTo>
                        <a:cubicBezTo>
                          <a:pt x="9" y="9960"/>
                          <a:pt x="4207" y="4831"/>
                          <a:pt x="10045" y="3646"/>
                        </a:cubicBezTo>
                        <a:lnTo>
                          <a:pt x="26880" y="228"/>
                        </a:lnTo>
                        <a:cubicBezTo>
                          <a:pt x="33682" y="-1081"/>
                          <a:pt x="40256" y="3371"/>
                          <a:pt x="41565" y="10173"/>
                        </a:cubicBezTo>
                        <a:cubicBezTo>
                          <a:pt x="42855" y="16877"/>
                          <a:pt x="38544" y="23384"/>
                          <a:pt x="31865" y="24807"/>
                        </a:cubicBezTo>
                        <a:lnTo>
                          <a:pt x="15030" y="28225"/>
                        </a:lnTo>
                        <a:cubicBezTo>
                          <a:pt x="14205" y="28394"/>
                          <a:pt x="13363" y="28477"/>
                          <a:pt x="12522" y="2847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4" name="Freeform 158">
                    <a:extLst>
                      <a:ext uri="{FF2B5EF4-FFF2-40B4-BE49-F238E27FC236}">
                        <a16:creationId xmlns:a16="http://schemas.microsoft.com/office/drawing/2014/main" id="{580B7FE1-C34F-9F0F-627C-FB58185FFE49}"/>
                      </a:ext>
                    </a:extLst>
                  </p:cNvPr>
                  <p:cNvSpPr/>
                  <p:nvPr/>
                </p:nvSpPr>
                <p:spPr>
                  <a:xfrm>
                    <a:off x="6774727" y="2247949"/>
                    <a:ext cx="41840" cy="35226"/>
                  </a:xfrm>
                  <a:custGeom>
                    <a:avLst/>
                    <a:gdLst>
                      <a:gd name="connsiteX0" fmla="*/ 29357 w 41840"/>
                      <a:gd name="connsiteY0" fmla="*/ 35226 h 35226"/>
                      <a:gd name="connsiteX1" fmla="*/ 22883 w 41840"/>
                      <a:gd name="connsiteY1" fmla="*/ 33408 h 35226"/>
                      <a:gd name="connsiteX2" fmla="*/ 5390 w 41840"/>
                      <a:gd name="connsiteY2" fmla="*/ 22843 h 35226"/>
                      <a:gd name="connsiteX3" fmla="*/ 2240 w 41840"/>
                      <a:gd name="connsiteY3" fmla="*/ 5390 h 35226"/>
                      <a:gd name="connsiteX4" fmla="*/ 18385 w 41840"/>
                      <a:gd name="connsiteY4" fmla="*/ 1446 h 35226"/>
                      <a:gd name="connsiteX5" fmla="*/ 35878 w 41840"/>
                      <a:gd name="connsiteY5" fmla="*/ 12011 h 35226"/>
                      <a:gd name="connsiteX6" fmla="*/ 39973 w 41840"/>
                      <a:gd name="connsiteY6" fmla="*/ 29267 h 35226"/>
                      <a:gd name="connsiteX7" fmla="*/ 29357 w 41840"/>
                      <a:gd name="connsiteY7" fmla="*/ 35226 h 3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40" h="35226">
                        <a:moveTo>
                          <a:pt x="29357" y="35226"/>
                        </a:moveTo>
                        <a:cubicBezTo>
                          <a:pt x="27073" y="35222"/>
                          <a:pt x="24835" y="34592"/>
                          <a:pt x="22883" y="33408"/>
                        </a:cubicBezTo>
                        <a:lnTo>
                          <a:pt x="5390" y="22843"/>
                        </a:lnTo>
                        <a:cubicBezTo>
                          <a:pt x="-299" y="18893"/>
                          <a:pt x="-1710" y="11080"/>
                          <a:pt x="2240" y="5390"/>
                        </a:cubicBezTo>
                        <a:cubicBezTo>
                          <a:pt x="5852" y="186"/>
                          <a:pt x="12779" y="-1506"/>
                          <a:pt x="18385" y="1446"/>
                        </a:cubicBezTo>
                        <a:lnTo>
                          <a:pt x="35878" y="12011"/>
                        </a:lnTo>
                        <a:cubicBezTo>
                          <a:pt x="41774" y="15645"/>
                          <a:pt x="43608" y="23371"/>
                          <a:pt x="39973" y="29267"/>
                        </a:cubicBezTo>
                        <a:cubicBezTo>
                          <a:pt x="37701" y="32954"/>
                          <a:pt x="33687" y="35206"/>
                          <a:pt x="29357" y="3522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5" name="Freeform 159">
                    <a:extLst>
                      <a:ext uri="{FF2B5EF4-FFF2-40B4-BE49-F238E27FC236}">
                        <a16:creationId xmlns:a16="http://schemas.microsoft.com/office/drawing/2014/main" id="{2794792D-8486-AD5A-543C-D507AE2862B9}"/>
                      </a:ext>
                    </a:extLst>
                  </p:cNvPr>
                  <p:cNvSpPr/>
                  <p:nvPr/>
                </p:nvSpPr>
                <p:spPr>
                  <a:xfrm>
                    <a:off x="6753280" y="2265531"/>
                    <a:ext cx="29214" cy="41862"/>
                  </a:xfrm>
                  <a:custGeom>
                    <a:avLst/>
                    <a:gdLst>
                      <a:gd name="connsiteX0" fmla="*/ 16585 w 29214"/>
                      <a:gd name="connsiteY0" fmla="*/ 41863 h 41862"/>
                      <a:gd name="connsiteX1" fmla="*/ 4405 w 29214"/>
                      <a:gd name="connsiteY1" fmla="*/ 32269 h 41862"/>
                      <a:gd name="connsiteX2" fmla="*/ 423 w 29214"/>
                      <a:gd name="connsiteY2" fmla="*/ 15763 h 41862"/>
                      <a:gd name="connsiteX3" fmla="*/ 9324 w 29214"/>
                      <a:gd name="connsiteY3" fmla="*/ 423 h 41862"/>
                      <a:gd name="connsiteX4" fmla="*/ 24664 w 29214"/>
                      <a:gd name="connsiteY4" fmla="*/ 9325 h 41862"/>
                      <a:gd name="connsiteX5" fmla="*/ 24799 w 29214"/>
                      <a:gd name="connsiteY5" fmla="*/ 9885 h 41862"/>
                      <a:gd name="connsiteX6" fmla="*/ 28858 w 29214"/>
                      <a:gd name="connsiteY6" fmla="*/ 26375 h 41862"/>
                      <a:gd name="connsiteX7" fmla="*/ 19626 w 29214"/>
                      <a:gd name="connsiteY7" fmla="*/ 41518 h 41862"/>
                      <a:gd name="connsiteX8" fmla="*/ 19626 w 29214"/>
                      <a:gd name="connsiteY8" fmla="*/ 41518 h 41862"/>
                      <a:gd name="connsiteX9" fmla="*/ 16585 w 29214"/>
                      <a:gd name="connsiteY9" fmla="*/ 41863 h 41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214" h="41862">
                        <a:moveTo>
                          <a:pt x="16585" y="41863"/>
                        </a:moveTo>
                        <a:cubicBezTo>
                          <a:pt x="10797" y="41858"/>
                          <a:pt x="5765" y="37894"/>
                          <a:pt x="4405" y="32269"/>
                        </a:cubicBezTo>
                        <a:lnTo>
                          <a:pt x="423" y="15763"/>
                        </a:lnTo>
                        <a:cubicBezTo>
                          <a:pt x="-1354" y="9070"/>
                          <a:pt x="2630" y="2202"/>
                          <a:pt x="9324" y="423"/>
                        </a:cubicBezTo>
                        <a:cubicBezTo>
                          <a:pt x="16019" y="-1354"/>
                          <a:pt x="22886" y="2632"/>
                          <a:pt x="24664" y="9325"/>
                        </a:cubicBezTo>
                        <a:cubicBezTo>
                          <a:pt x="24712" y="9510"/>
                          <a:pt x="24758" y="9697"/>
                          <a:pt x="24799" y="9885"/>
                        </a:cubicBezTo>
                        <a:lnTo>
                          <a:pt x="28858" y="26375"/>
                        </a:lnTo>
                        <a:cubicBezTo>
                          <a:pt x="30490" y="33106"/>
                          <a:pt x="26357" y="39886"/>
                          <a:pt x="19626" y="41518"/>
                        </a:cubicBezTo>
                        <a:cubicBezTo>
                          <a:pt x="19626" y="41518"/>
                          <a:pt x="19626" y="41518"/>
                          <a:pt x="19626" y="41518"/>
                        </a:cubicBezTo>
                        <a:cubicBezTo>
                          <a:pt x="18629" y="41753"/>
                          <a:pt x="17608" y="41869"/>
                          <a:pt x="16585" y="41863"/>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6" name="Freeform 160">
                    <a:extLst>
                      <a:ext uri="{FF2B5EF4-FFF2-40B4-BE49-F238E27FC236}">
                        <a16:creationId xmlns:a16="http://schemas.microsoft.com/office/drawing/2014/main" id="{5D63951C-8BF1-DBF9-88E8-9D201D2F252F}"/>
                      </a:ext>
                    </a:extLst>
                  </p:cNvPr>
                  <p:cNvSpPr/>
                  <p:nvPr/>
                </p:nvSpPr>
                <p:spPr>
                  <a:xfrm>
                    <a:off x="6720312" y="2259509"/>
                    <a:ext cx="35042" cy="42194"/>
                  </a:xfrm>
                  <a:custGeom>
                    <a:avLst/>
                    <a:gdLst>
                      <a:gd name="connsiteX0" fmla="*/ 12497 w 35042"/>
                      <a:gd name="connsiteY0" fmla="*/ 42195 h 42194"/>
                      <a:gd name="connsiteX1" fmla="*/ 0 w 35042"/>
                      <a:gd name="connsiteY1" fmla="*/ 29611 h 42194"/>
                      <a:gd name="connsiteX2" fmla="*/ 1680 w 35042"/>
                      <a:gd name="connsiteY2" fmla="*/ 23384 h 42194"/>
                      <a:gd name="connsiteX3" fmla="*/ 11666 w 35042"/>
                      <a:gd name="connsiteY3" fmla="*/ 6220 h 42194"/>
                      <a:gd name="connsiteX4" fmla="*/ 28822 w 35042"/>
                      <a:gd name="connsiteY4" fmla="*/ 1713 h 42194"/>
                      <a:gd name="connsiteX5" fmla="*/ 33329 w 35042"/>
                      <a:gd name="connsiteY5" fmla="*/ 18870 h 42194"/>
                      <a:gd name="connsiteX6" fmla="*/ 23344 w 35042"/>
                      <a:gd name="connsiteY6" fmla="*/ 35972 h 42194"/>
                      <a:gd name="connsiteX7" fmla="*/ 12497 w 35042"/>
                      <a:gd name="connsiteY7" fmla="*/ 42195 h 4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42" h="42194">
                        <a:moveTo>
                          <a:pt x="12497" y="42195"/>
                        </a:moveTo>
                        <a:cubicBezTo>
                          <a:pt x="5571" y="42170"/>
                          <a:pt x="-23" y="36536"/>
                          <a:pt x="0" y="29611"/>
                        </a:cubicBezTo>
                        <a:cubicBezTo>
                          <a:pt x="8" y="27424"/>
                          <a:pt x="588" y="25278"/>
                          <a:pt x="1680" y="23384"/>
                        </a:cubicBezTo>
                        <a:lnTo>
                          <a:pt x="11666" y="6220"/>
                        </a:lnTo>
                        <a:cubicBezTo>
                          <a:pt x="15158" y="238"/>
                          <a:pt x="22841" y="-1779"/>
                          <a:pt x="28822" y="1713"/>
                        </a:cubicBezTo>
                        <a:cubicBezTo>
                          <a:pt x="34804" y="5206"/>
                          <a:pt x="36822" y="12888"/>
                          <a:pt x="33329" y="18870"/>
                        </a:cubicBezTo>
                        <a:lnTo>
                          <a:pt x="23344" y="35972"/>
                        </a:lnTo>
                        <a:cubicBezTo>
                          <a:pt x="21095" y="39829"/>
                          <a:pt x="16962" y="42200"/>
                          <a:pt x="12497" y="4219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7" name="Freeform 161">
                    <a:extLst>
                      <a:ext uri="{FF2B5EF4-FFF2-40B4-BE49-F238E27FC236}">
                        <a16:creationId xmlns:a16="http://schemas.microsoft.com/office/drawing/2014/main" id="{5B468BD7-6E55-1DFF-EB51-E515BA528339}"/>
                      </a:ext>
                    </a:extLst>
                  </p:cNvPr>
                  <p:cNvSpPr/>
                  <p:nvPr/>
                </p:nvSpPr>
                <p:spPr>
                  <a:xfrm>
                    <a:off x="6698915" y="2238810"/>
                    <a:ext cx="43578" cy="30116"/>
                  </a:xfrm>
                  <a:custGeom>
                    <a:avLst/>
                    <a:gdLst>
                      <a:gd name="connsiteX0" fmla="*/ 12528 w 43578"/>
                      <a:gd name="connsiteY0" fmla="*/ 30116 h 30116"/>
                      <a:gd name="connsiteX1" fmla="*/ 0 w 43578"/>
                      <a:gd name="connsiteY1" fmla="*/ 17563 h 30116"/>
                      <a:gd name="connsiteX2" fmla="*/ 9252 w 43578"/>
                      <a:gd name="connsiteY2" fmla="*/ 5475 h 30116"/>
                      <a:gd name="connsiteX3" fmla="*/ 27921 w 43578"/>
                      <a:gd name="connsiteY3" fmla="*/ 396 h 30116"/>
                      <a:gd name="connsiteX4" fmla="*/ 43183 w 43578"/>
                      <a:gd name="connsiteY4" fmla="*/ 9429 h 30116"/>
                      <a:gd name="connsiteX5" fmla="*/ 34489 w 43578"/>
                      <a:gd name="connsiteY5" fmla="*/ 24599 h 30116"/>
                      <a:gd name="connsiteX6" fmla="*/ 15820 w 43578"/>
                      <a:gd name="connsiteY6" fmla="*/ 29677 h 30116"/>
                      <a:gd name="connsiteX7" fmla="*/ 12528 w 43578"/>
                      <a:gd name="connsiteY7" fmla="*/ 30116 h 3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8" h="30116">
                        <a:moveTo>
                          <a:pt x="12528" y="30116"/>
                        </a:moveTo>
                        <a:cubicBezTo>
                          <a:pt x="5602" y="30110"/>
                          <a:pt x="-7" y="24489"/>
                          <a:pt x="0" y="17563"/>
                        </a:cubicBezTo>
                        <a:cubicBezTo>
                          <a:pt x="6" y="11909"/>
                          <a:pt x="3795" y="6957"/>
                          <a:pt x="9252" y="5475"/>
                        </a:cubicBezTo>
                        <a:lnTo>
                          <a:pt x="27921" y="396"/>
                        </a:lnTo>
                        <a:cubicBezTo>
                          <a:pt x="34630" y="-1324"/>
                          <a:pt x="41463" y="2720"/>
                          <a:pt x="43183" y="9429"/>
                        </a:cubicBezTo>
                        <a:cubicBezTo>
                          <a:pt x="44869" y="16005"/>
                          <a:pt x="41015" y="22729"/>
                          <a:pt x="34489" y="24599"/>
                        </a:cubicBezTo>
                        <a:lnTo>
                          <a:pt x="15820" y="29677"/>
                        </a:lnTo>
                        <a:cubicBezTo>
                          <a:pt x="14747" y="29969"/>
                          <a:pt x="13640" y="30116"/>
                          <a:pt x="12528" y="3011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8" name="Freeform 162">
                    <a:extLst>
                      <a:ext uri="{FF2B5EF4-FFF2-40B4-BE49-F238E27FC236}">
                        <a16:creationId xmlns:a16="http://schemas.microsoft.com/office/drawing/2014/main" id="{506F3924-22DD-4E4F-1935-2E13B5A67464}"/>
                      </a:ext>
                    </a:extLst>
                  </p:cNvPr>
                  <p:cNvSpPr/>
                  <p:nvPr/>
                </p:nvSpPr>
                <p:spPr>
                  <a:xfrm>
                    <a:off x="6703187" y="2203941"/>
                    <a:ext cx="43000" cy="36753"/>
                  </a:xfrm>
                  <a:custGeom>
                    <a:avLst/>
                    <a:gdLst>
                      <a:gd name="connsiteX0" fmla="*/ 30436 w 43000"/>
                      <a:gd name="connsiteY0" fmla="*/ 36754 h 36753"/>
                      <a:gd name="connsiteX1" fmla="*/ 23602 w 43000"/>
                      <a:gd name="connsiteY1" fmla="*/ 34716 h 36753"/>
                      <a:gd name="connsiteX2" fmla="*/ 5700 w 43000"/>
                      <a:gd name="connsiteY2" fmla="*/ 23053 h 36753"/>
                      <a:gd name="connsiteX3" fmla="*/ 2032 w 43000"/>
                      <a:gd name="connsiteY3" fmla="*/ 5701 h 36753"/>
                      <a:gd name="connsiteX4" fmla="*/ 19385 w 43000"/>
                      <a:gd name="connsiteY4" fmla="*/ 2033 h 36753"/>
                      <a:gd name="connsiteX5" fmla="*/ 37286 w 43000"/>
                      <a:gd name="connsiteY5" fmla="*/ 13695 h 36753"/>
                      <a:gd name="connsiteX6" fmla="*/ 40976 w 43000"/>
                      <a:gd name="connsiteY6" fmla="*/ 31042 h 36753"/>
                      <a:gd name="connsiteX7" fmla="*/ 30436 w 43000"/>
                      <a:gd name="connsiteY7" fmla="*/ 36754 h 36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000" h="36753">
                        <a:moveTo>
                          <a:pt x="30436" y="36754"/>
                        </a:moveTo>
                        <a:cubicBezTo>
                          <a:pt x="28008" y="36751"/>
                          <a:pt x="25635" y="36042"/>
                          <a:pt x="23602" y="34716"/>
                        </a:cubicBezTo>
                        <a:lnTo>
                          <a:pt x="5700" y="23053"/>
                        </a:lnTo>
                        <a:cubicBezTo>
                          <a:pt x="-104" y="19274"/>
                          <a:pt x="-1746" y="11505"/>
                          <a:pt x="2032" y="5701"/>
                        </a:cubicBezTo>
                        <a:cubicBezTo>
                          <a:pt x="5811" y="-104"/>
                          <a:pt x="13581" y="-1747"/>
                          <a:pt x="19385" y="2033"/>
                        </a:cubicBezTo>
                        <a:lnTo>
                          <a:pt x="37286" y="13695"/>
                        </a:lnTo>
                        <a:cubicBezTo>
                          <a:pt x="43096" y="17467"/>
                          <a:pt x="44748" y="25232"/>
                          <a:pt x="40976" y="31042"/>
                        </a:cubicBezTo>
                        <a:cubicBezTo>
                          <a:pt x="38660" y="34611"/>
                          <a:pt x="34691" y="36762"/>
                          <a:pt x="30436" y="3675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109" name="Freeform 163">
                    <a:extLst>
                      <a:ext uri="{FF2B5EF4-FFF2-40B4-BE49-F238E27FC236}">
                        <a16:creationId xmlns:a16="http://schemas.microsoft.com/office/drawing/2014/main" id="{F8BFE0FE-E821-8DD1-DFE7-6E36DAAA7060}"/>
                      </a:ext>
                    </a:extLst>
                  </p:cNvPr>
                  <p:cNvSpPr/>
                  <p:nvPr/>
                </p:nvSpPr>
                <p:spPr>
                  <a:xfrm>
                    <a:off x="6717310" y="2202400"/>
                    <a:ext cx="85595" cy="85587"/>
                  </a:xfrm>
                  <a:custGeom>
                    <a:avLst/>
                    <a:gdLst>
                      <a:gd name="connsiteX0" fmla="*/ 42727 w 85595"/>
                      <a:gd name="connsiteY0" fmla="*/ 85588 h 85587"/>
                      <a:gd name="connsiteX1" fmla="*/ 0 w 85595"/>
                      <a:gd name="connsiteY1" fmla="*/ 42727 h 85587"/>
                      <a:gd name="connsiteX2" fmla="*/ 42860 w 85595"/>
                      <a:gd name="connsiteY2" fmla="*/ 0 h 85587"/>
                      <a:gd name="connsiteX3" fmla="*/ 84455 w 85595"/>
                      <a:gd name="connsiteY3" fmla="*/ 33013 h 85587"/>
                      <a:gd name="connsiteX4" fmla="*/ 84455 w 85595"/>
                      <a:gd name="connsiteY4" fmla="*/ 33013 h 85587"/>
                      <a:gd name="connsiteX5" fmla="*/ 52586 w 85595"/>
                      <a:gd name="connsiteY5" fmla="*/ 84444 h 85587"/>
                      <a:gd name="connsiteX6" fmla="*/ 42727 w 85595"/>
                      <a:gd name="connsiteY6" fmla="*/ 85588 h 85587"/>
                      <a:gd name="connsiteX7" fmla="*/ 42883 w 85595"/>
                      <a:gd name="connsiteY7" fmla="*/ 25049 h 85587"/>
                      <a:gd name="connsiteX8" fmla="*/ 38808 w 85595"/>
                      <a:gd name="connsiteY8" fmla="*/ 25520 h 85587"/>
                      <a:gd name="connsiteX9" fmla="*/ 25664 w 85595"/>
                      <a:gd name="connsiteY9" fmla="*/ 46818 h 85587"/>
                      <a:gd name="connsiteX10" fmla="*/ 46962 w 85595"/>
                      <a:gd name="connsiteY10" fmla="*/ 59963 h 85587"/>
                      <a:gd name="connsiteX11" fmla="*/ 60126 w 85595"/>
                      <a:gd name="connsiteY11" fmla="*/ 38750 h 85587"/>
                      <a:gd name="connsiteX12" fmla="*/ 60126 w 85595"/>
                      <a:gd name="connsiteY12" fmla="*/ 38750 h 85587"/>
                      <a:gd name="connsiteX13" fmla="*/ 42883 w 85595"/>
                      <a:gd name="connsiteY13" fmla="*/ 25049 h 8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595" h="85587">
                        <a:moveTo>
                          <a:pt x="42727" y="85588"/>
                        </a:moveTo>
                        <a:cubicBezTo>
                          <a:pt x="19093" y="85550"/>
                          <a:pt x="-38" y="66362"/>
                          <a:pt x="0" y="42727"/>
                        </a:cubicBezTo>
                        <a:cubicBezTo>
                          <a:pt x="36" y="19093"/>
                          <a:pt x="19226" y="-38"/>
                          <a:pt x="42860" y="0"/>
                        </a:cubicBezTo>
                        <a:cubicBezTo>
                          <a:pt x="62702" y="31"/>
                          <a:pt x="79920" y="13697"/>
                          <a:pt x="84455" y="33013"/>
                        </a:cubicBezTo>
                        <a:lnTo>
                          <a:pt x="84455" y="33013"/>
                        </a:lnTo>
                        <a:cubicBezTo>
                          <a:pt x="89850" y="56015"/>
                          <a:pt x="75585" y="79036"/>
                          <a:pt x="52586" y="84444"/>
                        </a:cubicBezTo>
                        <a:cubicBezTo>
                          <a:pt x="49354" y="85202"/>
                          <a:pt x="46047" y="85586"/>
                          <a:pt x="42727" y="85588"/>
                        </a:cubicBezTo>
                        <a:close/>
                        <a:moveTo>
                          <a:pt x="42883" y="25049"/>
                        </a:moveTo>
                        <a:cubicBezTo>
                          <a:pt x="41512" y="25051"/>
                          <a:pt x="40143" y="25209"/>
                          <a:pt x="38808" y="25520"/>
                        </a:cubicBezTo>
                        <a:cubicBezTo>
                          <a:pt x="29296" y="27771"/>
                          <a:pt x="23411" y="37308"/>
                          <a:pt x="25664" y="46818"/>
                        </a:cubicBezTo>
                        <a:cubicBezTo>
                          <a:pt x="27915" y="56330"/>
                          <a:pt x="37450" y="62214"/>
                          <a:pt x="46962" y="59963"/>
                        </a:cubicBezTo>
                        <a:cubicBezTo>
                          <a:pt x="56439" y="57719"/>
                          <a:pt x="62322" y="48238"/>
                          <a:pt x="60126" y="38750"/>
                        </a:cubicBezTo>
                        <a:lnTo>
                          <a:pt x="60126" y="38750"/>
                        </a:lnTo>
                        <a:cubicBezTo>
                          <a:pt x="58252" y="30736"/>
                          <a:pt x="51113" y="25065"/>
                          <a:pt x="42883" y="25049"/>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100" name="Freeform 154">
                  <a:extLst>
                    <a:ext uri="{FF2B5EF4-FFF2-40B4-BE49-F238E27FC236}">
                      <a16:creationId xmlns:a16="http://schemas.microsoft.com/office/drawing/2014/main" id="{BE531797-513E-C1E5-0FD7-EABD500127D8}"/>
                    </a:ext>
                  </a:extLst>
                </p:cNvPr>
                <p:cNvSpPr/>
                <p:nvPr/>
              </p:nvSpPr>
              <p:spPr>
                <a:xfrm>
                  <a:off x="6717586" y="2109858"/>
                  <a:ext cx="54608" cy="54606"/>
                </a:xfrm>
                <a:custGeom>
                  <a:avLst/>
                  <a:gdLst>
                    <a:gd name="connsiteX0" fmla="*/ 42074 w 54608"/>
                    <a:gd name="connsiteY0" fmla="*/ 54607 h 54606"/>
                    <a:gd name="connsiteX1" fmla="*/ 33202 w 54608"/>
                    <a:gd name="connsiteY1" fmla="*/ 50939 h 54606"/>
                    <a:gd name="connsiteX2" fmla="*/ 3669 w 54608"/>
                    <a:gd name="connsiteY2" fmla="*/ 21406 h 54606"/>
                    <a:gd name="connsiteX3" fmla="*/ 3677 w 54608"/>
                    <a:gd name="connsiteY3" fmla="*/ 3669 h 54606"/>
                    <a:gd name="connsiteX4" fmla="*/ 21414 w 54608"/>
                    <a:gd name="connsiteY4" fmla="*/ 3677 h 54606"/>
                    <a:gd name="connsiteX5" fmla="*/ 50931 w 54608"/>
                    <a:gd name="connsiteY5" fmla="*/ 33194 h 54606"/>
                    <a:gd name="connsiteX6" fmla="*/ 50940 w 54608"/>
                    <a:gd name="connsiteY6" fmla="*/ 50929 h 54606"/>
                    <a:gd name="connsiteX7" fmla="*/ 42074 w 54608"/>
                    <a:gd name="connsiteY7" fmla="*/ 54607 h 5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608" h="54606">
                      <a:moveTo>
                        <a:pt x="42074" y="54607"/>
                      </a:moveTo>
                      <a:cubicBezTo>
                        <a:pt x="38748" y="54609"/>
                        <a:pt x="35556" y="53290"/>
                        <a:pt x="33202" y="50939"/>
                      </a:cubicBezTo>
                      <a:lnTo>
                        <a:pt x="3669" y="21406"/>
                      </a:lnTo>
                      <a:cubicBezTo>
                        <a:pt x="-1226" y="16506"/>
                        <a:pt x="-1223" y="8565"/>
                        <a:pt x="3677" y="3669"/>
                      </a:cubicBezTo>
                      <a:cubicBezTo>
                        <a:pt x="8577" y="-1226"/>
                        <a:pt x="16519" y="-1223"/>
                        <a:pt x="21414" y="3677"/>
                      </a:cubicBezTo>
                      <a:lnTo>
                        <a:pt x="50931" y="33194"/>
                      </a:lnTo>
                      <a:cubicBezTo>
                        <a:pt x="55831" y="38089"/>
                        <a:pt x="55836" y="46029"/>
                        <a:pt x="50940" y="50929"/>
                      </a:cubicBezTo>
                      <a:cubicBezTo>
                        <a:pt x="48590" y="53282"/>
                        <a:pt x="45401" y="54605"/>
                        <a:pt x="42074" y="5460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459" name="Group 458">
              <a:extLst>
                <a:ext uri="{FF2B5EF4-FFF2-40B4-BE49-F238E27FC236}">
                  <a16:creationId xmlns:a16="http://schemas.microsoft.com/office/drawing/2014/main" id="{EAEF5696-6F5D-381B-D659-7200D7B92350}"/>
                </a:ext>
              </a:extLst>
            </p:cNvPr>
            <p:cNvGrpSpPr/>
            <p:nvPr/>
          </p:nvGrpSpPr>
          <p:grpSpPr>
            <a:xfrm>
              <a:off x="9961728" y="1490179"/>
              <a:ext cx="471791" cy="471791"/>
              <a:chOff x="9817805" y="1942177"/>
              <a:chExt cx="471791" cy="471791"/>
            </a:xfrm>
          </p:grpSpPr>
          <p:sp>
            <p:nvSpPr>
              <p:cNvPr id="87" name="Oval 86">
                <a:extLst>
                  <a:ext uri="{FF2B5EF4-FFF2-40B4-BE49-F238E27FC236}">
                    <a16:creationId xmlns:a16="http://schemas.microsoft.com/office/drawing/2014/main" id="{47ECB620-6C7E-C049-8E98-541B46AEE1BF}"/>
                  </a:ext>
                </a:extLst>
              </p:cNvPr>
              <p:cNvSpPr/>
              <p:nvPr/>
            </p:nvSpPr>
            <p:spPr>
              <a:xfrm>
                <a:off x="9817805"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88" name="Graphic 334">
                <a:extLst>
                  <a:ext uri="{FF2B5EF4-FFF2-40B4-BE49-F238E27FC236}">
                    <a16:creationId xmlns:a16="http://schemas.microsoft.com/office/drawing/2014/main" id="{66092136-CDDD-0B52-9AA0-B4435F7EB8CC}"/>
                  </a:ext>
                </a:extLst>
              </p:cNvPr>
              <p:cNvGrpSpPr/>
              <p:nvPr/>
            </p:nvGrpSpPr>
            <p:grpSpPr>
              <a:xfrm>
                <a:off x="9951565" y="2036935"/>
                <a:ext cx="204378" cy="282424"/>
                <a:chOff x="9951565" y="2036935"/>
                <a:chExt cx="204378" cy="282424"/>
              </a:xfrm>
            </p:grpSpPr>
            <p:sp>
              <p:nvSpPr>
                <p:cNvPr id="89" name="Freeform 143">
                  <a:extLst>
                    <a:ext uri="{FF2B5EF4-FFF2-40B4-BE49-F238E27FC236}">
                      <a16:creationId xmlns:a16="http://schemas.microsoft.com/office/drawing/2014/main" id="{DE548CFA-0164-5B4B-73BC-6F16159411A2}"/>
                    </a:ext>
                  </a:extLst>
                </p:cNvPr>
                <p:cNvSpPr/>
                <p:nvPr/>
              </p:nvSpPr>
              <p:spPr>
                <a:xfrm>
                  <a:off x="10075099" y="2179856"/>
                  <a:ext cx="80844" cy="136661"/>
                </a:xfrm>
                <a:custGeom>
                  <a:avLst/>
                  <a:gdLst>
                    <a:gd name="connsiteX0" fmla="*/ 56016 w 80844"/>
                    <a:gd name="connsiteY0" fmla="*/ 136661 h 136661"/>
                    <a:gd name="connsiteX1" fmla="*/ 24749 w 80844"/>
                    <a:gd name="connsiteY1" fmla="*/ 114256 h 136661"/>
                    <a:gd name="connsiteX2" fmla="*/ 1674 w 80844"/>
                    <a:gd name="connsiteY2" fmla="*/ 91516 h 136661"/>
                    <a:gd name="connsiteX3" fmla="*/ 2510 w 80844"/>
                    <a:gd name="connsiteY3" fmla="*/ 77136 h 136661"/>
                    <a:gd name="connsiteX4" fmla="*/ 28762 w 80844"/>
                    <a:gd name="connsiteY4" fmla="*/ 12261 h 136661"/>
                    <a:gd name="connsiteX5" fmla="*/ 43141 w 80844"/>
                    <a:gd name="connsiteY5" fmla="*/ 55 h 136661"/>
                    <a:gd name="connsiteX6" fmla="*/ 50331 w 80844"/>
                    <a:gd name="connsiteY6" fmla="*/ 2897 h 136661"/>
                    <a:gd name="connsiteX7" fmla="*/ 79759 w 80844"/>
                    <a:gd name="connsiteY7" fmla="*/ 46371 h 136661"/>
                    <a:gd name="connsiteX8" fmla="*/ 76749 w 80844"/>
                    <a:gd name="connsiteY8" fmla="*/ 92017 h 136661"/>
                    <a:gd name="connsiteX9" fmla="*/ 67720 w 80844"/>
                    <a:gd name="connsiteY9" fmla="*/ 130642 h 136661"/>
                    <a:gd name="connsiteX10" fmla="*/ 57688 w 80844"/>
                    <a:gd name="connsiteY10" fmla="*/ 136494 h 136661"/>
                    <a:gd name="connsiteX11" fmla="*/ 56016 w 80844"/>
                    <a:gd name="connsiteY11" fmla="*/ 136661 h 136661"/>
                    <a:gd name="connsiteX12" fmla="*/ 30768 w 80844"/>
                    <a:gd name="connsiteY12" fmla="*/ 83156 h 136661"/>
                    <a:gd name="connsiteX13" fmla="*/ 48324 w 80844"/>
                    <a:gd name="connsiteY13" fmla="*/ 99374 h 136661"/>
                    <a:gd name="connsiteX14" fmla="*/ 54009 w 80844"/>
                    <a:gd name="connsiteY14" fmla="*/ 53728 h 136661"/>
                    <a:gd name="connsiteX15" fmla="*/ 49662 w 80844"/>
                    <a:gd name="connsiteY15" fmla="*/ 43194 h 136661"/>
                    <a:gd name="connsiteX16" fmla="*/ 30768 w 80844"/>
                    <a:gd name="connsiteY16" fmla="*/ 83156 h 136661"/>
                    <a:gd name="connsiteX17" fmla="*/ 30768 w 80844"/>
                    <a:gd name="connsiteY17" fmla="*/ 83156 h 136661"/>
                    <a:gd name="connsiteX18" fmla="*/ 24247 w 80844"/>
                    <a:gd name="connsiteY18" fmla="*/ 92686 h 136661"/>
                    <a:gd name="connsiteX19" fmla="*/ 24247 w 80844"/>
                    <a:gd name="connsiteY19" fmla="*/ 92686 h 136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0844" h="136661">
                      <a:moveTo>
                        <a:pt x="56016" y="136661"/>
                      </a:moveTo>
                      <a:cubicBezTo>
                        <a:pt x="50498" y="136661"/>
                        <a:pt x="45984" y="133651"/>
                        <a:pt x="24749" y="114256"/>
                      </a:cubicBezTo>
                      <a:cubicBezTo>
                        <a:pt x="3179" y="94526"/>
                        <a:pt x="2510" y="93188"/>
                        <a:pt x="1674" y="91516"/>
                      </a:cubicBezTo>
                      <a:cubicBezTo>
                        <a:pt x="-834" y="87001"/>
                        <a:pt x="-499" y="81484"/>
                        <a:pt x="2510" y="77136"/>
                      </a:cubicBezTo>
                      <a:cubicBezTo>
                        <a:pt x="17726" y="55901"/>
                        <a:pt x="27089" y="32827"/>
                        <a:pt x="28762" y="12261"/>
                      </a:cubicBezTo>
                      <a:cubicBezTo>
                        <a:pt x="29430" y="4904"/>
                        <a:pt x="35784" y="-614"/>
                        <a:pt x="43141" y="55"/>
                      </a:cubicBezTo>
                      <a:cubicBezTo>
                        <a:pt x="45816" y="222"/>
                        <a:pt x="48324" y="1225"/>
                        <a:pt x="50331" y="2897"/>
                      </a:cubicBezTo>
                      <a:cubicBezTo>
                        <a:pt x="64209" y="14100"/>
                        <a:pt x="74408" y="29316"/>
                        <a:pt x="79759" y="46371"/>
                      </a:cubicBezTo>
                      <a:cubicBezTo>
                        <a:pt x="80762" y="49547"/>
                        <a:pt x="82601" y="56236"/>
                        <a:pt x="76749" y="92017"/>
                      </a:cubicBezTo>
                      <a:cubicBezTo>
                        <a:pt x="71064" y="125793"/>
                        <a:pt x="68891" y="129137"/>
                        <a:pt x="67720" y="130642"/>
                      </a:cubicBezTo>
                      <a:cubicBezTo>
                        <a:pt x="65379" y="133986"/>
                        <a:pt x="61701" y="136159"/>
                        <a:pt x="57688" y="136494"/>
                      </a:cubicBezTo>
                      <a:cubicBezTo>
                        <a:pt x="57019" y="136494"/>
                        <a:pt x="56518" y="136661"/>
                        <a:pt x="56016" y="136661"/>
                      </a:cubicBezTo>
                      <a:close/>
                      <a:moveTo>
                        <a:pt x="30768" y="83156"/>
                      </a:moveTo>
                      <a:cubicBezTo>
                        <a:pt x="35784" y="87837"/>
                        <a:pt x="42305" y="94024"/>
                        <a:pt x="48324" y="99374"/>
                      </a:cubicBezTo>
                      <a:cubicBezTo>
                        <a:pt x="51501" y="82320"/>
                        <a:pt x="54845" y="59747"/>
                        <a:pt x="54009" y="53728"/>
                      </a:cubicBezTo>
                      <a:cubicBezTo>
                        <a:pt x="52839" y="50049"/>
                        <a:pt x="51501" y="46538"/>
                        <a:pt x="49662" y="43194"/>
                      </a:cubicBezTo>
                      <a:cubicBezTo>
                        <a:pt x="45148" y="57239"/>
                        <a:pt x="38794" y="70615"/>
                        <a:pt x="30768" y="83156"/>
                      </a:cubicBezTo>
                      <a:lnTo>
                        <a:pt x="30768" y="83156"/>
                      </a:lnTo>
                      <a:close/>
                      <a:moveTo>
                        <a:pt x="24247" y="92686"/>
                      </a:moveTo>
                      <a:lnTo>
                        <a:pt x="24247" y="92686"/>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90" name="Freeform 144">
                  <a:extLst>
                    <a:ext uri="{FF2B5EF4-FFF2-40B4-BE49-F238E27FC236}">
                      <a16:creationId xmlns:a16="http://schemas.microsoft.com/office/drawing/2014/main" id="{18585A61-465B-27CF-6042-154DC5FFC899}"/>
                    </a:ext>
                  </a:extLst>
                </p:cNvPr>
                <p:cNvSpPr/>
                <p:nvPr/>
              </p:nvSpPr>
              <p:spPr>
                <a:xfrm>
                  <a:off x="9951565" y="2182212"/>
                  <a:ext cx="80901" cy="136478"/>
                </a:xfrm>
                <a:custGeom>
                  <a:avLst/>
                  <a:gdLst>
                    <a:gd name="connsiteX0" fmla="*/ 24718 w 80901"/>
                    <a:gd name="connsiteY0" fmla="*/ 136479 h 136478"/>
                    <a:gd name="connsiteX1" fmla="*/ 23214 w 80901"/>
                    <a:gd name="connsiteY1" fmla="*/ 136479 h 136478"/>
                    <a:gd name="connsiteX2" fmla="*/ 13181 w 80901"/>
                    <a:gd name="connsiteY2" fmla="*/ 130627 h 136478"/>
                    <a:gd name="connsiteX3" fmla="*/ 4152 w 80901"/>
                    <a:gd name="connsiteY3" fmla="*/ 92003 h 136478"/>
                    <a:gd name="connsiteX4" fmla="*/ 1143 w 80901"/>
                    <a:gd name="connsiteY4" fmla="*/ 46356 h 136478"/>
                    <a:gd name="connsiteX5" fmla="*/ 1143 w 80901"/>
                    <a:gd name="connsiteY5" fmla="*/ 46356 h 136478"/>
                    <a:gd name="connsiteX6" fmla="*/ 30571 w 80901"/>
                    <a:gd name="connsiteY6" fmla="*/ 2882 h 136478"/>
                    <a:gd name="connsiteX7" fmla="*/ 49297 w 80901"/>
                    <a:gd name="connsiteY7" fmla="*/ 5056 h 136478"/>
                    <a:gd name="connsiteX8" fmla="*/ 52140 w 80901"/>
                    <a:gd name="connsiteY8" fmla="*/ 12246 h 136478"/>
                    <a:gd name="connsiteX9" fmla="*/ 78391 w 80901"/>
                    <a:gd name="connsiteY9" fmla="*/ 77121 h 136478"/>
                    <a:gd name="connsiteX10" fmla="*/ 79227 w 80901"/>
                    <a:gd name="connsiteY10" fmla="*/ 91501 h 136478"/>
                    <a:gd name="connsiteX11" fmla="*/ 56153 w 80901"/>
                    <a:gd name="connsiteY11" fmla="*/ 114241 h 136478"/>
                    <a:gd name="connsiteX12" fmla="*/ 24718 w 80901"/>
                    <a:gd name="connsiteY12" fmla="*/ 136479 h 136478"/>
                    <a:gd name="connsiteX13" fmla="*/ 26725 w 80901"/>
                    <a:gd name="connsiteY13" fmla="*/ 53545 h 136478"/>
                    <a:gd name="connsiteX14" fmla="*/ 32410 w 80901"/>
                    <a:gd name="connsiteY14" fmla="*/ 99192 h 136478"/>
                    <a:gd name="connsiteX15" fmla="*/ 49966 w 80901"/>
                    <a:gd name="connsiteY15" fmla="*/ 82973 h 136478"/>
                    <a:gd name="connsiteX16" fmla="*/ 31072 w 80901"/>
                    <a:gd name="connsiteY16" fmla="*/ 43012 h 136478"/>
                    <a:gd name="connsiteX17" fmla="*/ 26725 w 80901"/>
                    <a:gd name="connsiteY17" fmla="*/ 53545 h 136478"/>
                    <a:gd name="connsiteX18" fmla="*/ 56487 w 80901"/>
                    <a:gd name="connsiteY18" fmla="*/ 92671 h 136478"/>
                    <a:gd name="connsiteX19" fmla="*/ 56487 w 80901"/>
                    <a:gd name="connsiteY19" fmla="*/ 92671 h 136478"/>
                    <a:gd name="connsiteX20" fmla="*/ 26558 w 80901"/>
                    <a:gd name="connsiteY20" fmla="*/ 53880 h 136478"/>
                    <a:gd name="connsiteX21" fmla="*/ 26558 w 80901"/>
                    <a:gd name="connsiteY21" fmla="*/ 53880 h 136478"/>
                    <a:gd name="connsiteX22" fmla="*/ 26558 w 80901"/>
                    <a:gd name="connsiteY22" fmla="*/ 53880 h 136478"/>
                    <a:gd name="connsiteX23" fmla="*/ 13850 w 80901"/>
                    <a:gd name="connsiteY23" fmla="*/ 50034 h 136478"/>
                    <a:gd name="connsiteX24" fmla="*/ 13850 w 80901"/>
                    <a:gd name="connsiteY24" fmla="*/ 50034 h 13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0901" h="136478">
                      <a:moveTo>
                        <a:pt x="24718" y="136479"/>
                      </a:moveTo>
                      <a:cubicBezTo>
                        <a:pt x="24217" y="136479"/>
                        <a:pt x="23715" y="136479"/>
                        <a:pt x="23214" y="136479"/>
                      </a:cubicBezTo>
                      <a:cubicBezTo>
                        <a:pt x="19201" y="136145"/>
                        <a:pt x="15522" y="133971"/>
                        <a:pt x="13181" y="130627"/>
                      </a:cubicBezTo>
                      <a:cubicBezTo>
                        <a:pt x="12011" y="128955"/>
                        <a:pt x="9837" y="125778"/>
                        <a:pt x="4152" y="92003"/>
                      </a:cubicBezTo>
                      <a:cubicBezTo>
                        <a:pt x="-1867" y="56221"/>
                        <a:pt x="139" y="49533"/>
                        <a:pt x="1143" y="46356"/>
                      </a:cubicBezTo>
                      <a:lnTo>
                        <a:pt x="1143" y="46356"/>
                      </a:lnTo>
                      <a:cubicBezTo>
                        <a:pt x="6493" y="29301"/>
                        <a:pt x="16693" y="14085"/>
                        <a:pt x="30571" y="2882"/>
                      </a:cubicBezTo>
                      <a:cubicBezTo>
                        <a:pt x="36423" y="-1632"/>
                        <a:pt x="44783" y="-796"/>
                        <a:pt x="49297" y="5056"/>
                      </a:cubicBezTo>
                      <a:cubicBezTo>
                        <a:pt x="50969" y="7063"/>
                        <a:pt x="51973" y="9571"/>
                        <a:pt x="52140" y="12246"/>
                      </a:cubicBezTo>
                      <a:cubicBezTo>
                        <a:pt x="53812" y="32812"/>
                        <a:pt x="63175" y="55886"/>
                        <a:pt x="78391" y="77121"/>
                      </a:cubicBezTo>
                      <a:cubicBezTo>
                        <a:pt x="81401" y="81301"/>
                        <a:pt x="81735" y="86986"/>
                        <a:pt x="79227" y="91501"/>
                      </a:cubicBezTo>
                      <a:cubicBezTo>
                        <a:pt x="78391" y="93006"/>
                        <a:pt x="77555" y="94343"/>
                        <a:pt x="56153" y="114241"/>
                      </a:cubicBezTo>
                      <a:cubicBezTo>
                        <a:pt x="34751" y="133469"/>
                        <a:pt x="30236" y="136479"/>
                        <a:pt x="24718" y="136479"/>
                      </a:cubicBezTo>
                      <a:close/>
                      <a:moveTo>
                        <a:pt x="26725" y="53545"/>
                      </a:moveTo>
                      <a:cubicBezTo>
                        <a:pt x="25889" y="59565"/>
                        <a:pt x="29400" y="82137"/>
                        <a:pt x="32410" y="99192"/>
                      </a:cubicBezTo>
                      <a:cubicBezTo>
                        <a:pt x="38262" y="93842"/>
                        <a:pt x="44950" y="87655"/>
                        <a:pt x="49966" y="82973"/>
                      </a:cubicBezTo>
                      <a:cubicBezTo>
                        <a:pt x="41940" y="70600"/>
                        <a:pt x="35587" y="57057"/>
                        <a:pt x="31072" y="43012"/>
                      </a:cubicBezTo>
                      <a:cubicBezTo>
                        <a:pt x="29233" y="46356"/>
                        <a:pt x="27728" y="49867"/>
                        <a:pt x="26725" y="53545"/>
                      </a:cubicBezTo>
                      <a:close/>
                      <a:moveTo>
                        <a:pt x="56487" y="92671"/>
                      </a:moveTo>
                      <a:lnTo>
                        <a:pt x="56487" y="92671"/>
                      </a:lnTo>
                      <a:close/>
                      <a:moveTo>
                        <a:pt x="26558" y="53880"/>
                      </a:moveTo>
                      <a:lnTo>
                        <a:pt x="26558" y="53880"/>
                      </a:lnTo>
                      <a:lnTo>
                        <a:pt x="26558" y="53880"/>
                      </a:lnTo>
                      <a:close/>
                      <a:moveTo>
                        <a:pt x="13850" y="50034"/>
                      </a:moveTo>
                      <a:lnTo>
                        <a:pt x="13850" y="50034"/>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91" name="Freeform 145">
                  <a:extLst>
                    <a:ext uri="{FF2B5EF4-FFF2-40B4-BE49-F238E27FC236}">
                      <a16:creationId xmlns:a16="http://schemas.microsoft.com/office/drawing/2014/main" id="{CA934EDE-3B60-9F66-2FA5-56807F753262}"/>
                    </a:ext>
                  </a:extLst>
                </p:cNvPr>
                <p:cNvSpPr/>
                <p:nvPr/>
              </p:nvSpPr>
              <p:spPr>
                <a:xfrm>
                  <a:off x="9976589" y="2036935"/>
                  <a:ext cx="153728" cy="247979"/>
                </a:xfrm>
                <a:custGeom>
                  <a:avLst/>
                  <a:gdLst>
                    <a:gd name="connsiteX0" fmla="*/ 107040 w 153728"/>
                    <a:gd name="connsiteY0" fmla="*/ 247980 h 247979"/>
                    <a:gd name="connsiteX1" fmla="*/ 46847 w 153728"/>
                    <a:gd name="connsiteY1" fmla="*/ 247980 h 247979"/>
                    <a:gd name="connsiteX2" fmla="*/ 36814 w 153728"/>
                    <a:gd name="connsiteY2" fmla="*/ 243465 h 247979"/>
                    <a:gd name="connsiteX3" fmla="*/ 1200 w 153728"/>
                    <a:gd name="connsiteY3" fmla="*/ 167053 h 247979"/>
                    <a:gd name="connsiteX4" fmla="*/ 11734 w 153728"/>
                    <a:gd name="connsiteY4" fmla="*/ 92814 h 247979"/>
                    <a:gd name="connsiteX5" fmla="*/ 42834 w 153728"/>
                    <a:gd name="connsiteY5" fmla="*/ 32286 h 247979"/>
                    <a:gd name="connsiteX6" fmla="*/ 76442 w 153728"/>
                    <a:gd name="connsiteY6" fmla="*/ 16 h 247979"/>
                    <a:gd name="connsiteX7" fmla="*/ 100018 w 153728"/>
                    <a:gd name="connsiteY7" fmla="*/ 18241 h 247979"/>
                    <a:gd name="connsiteX8" fmla="*/ 111053 w 153728"/>
                    <a:gd name="connsiteY8" fmla="*/ 31952 h 247979"/>
                    <a:gd name="connsiteX9" fmla="*/ 111221 w 153728"/>
                    <a:gd name="connsiteY9" fmla="*/ 32119 h 247979"/>
                    <a:gd name="connsiteX10" fmla="*/ 152854 w 153728"/>
                    <a:gd name="connsiteY10" fmla="*/ 166217 h 247979"/>
                    <a:gd name="connsiteX11" fmla="*/ 152687 w 153728"/>
                    <a:gd name="connsiteY11" fmla="*/ 167053 h 247979"/>
                    <a:gd name="connsiteX12" fmla="*/ 117240 w 153728"/>
                    <a:gd name="connsiteY12" fmla="*/ 243131 h 247979"/>
                    <a:gd name="connsiteX13" fmla="*/ 107040 w 153728"/>
                    <a:gd name="connsiteY13" fmla="*/ 247980 h 247979"/>
                    <a:gd name="connsiteX14" fmla="*/ 53368 w 153728"/>
                    <a:gd name="connsiteY14" fmla="*/ 221227 h 247979"/>
                    <a:gd name="connsiteX15" fmla="*/ 100352 w 153728"/>
                    <a:gd name="connsiteY15" fmla="*/ 221227 h 247979"/>
                    <a:gd name="connsiteX16" fmla="*/ 126269 w 153728"/>
                    <a:gd name="connsiteY16" fmla="*/ 163040 h 247979"/>
                    <a:gd name="connsiteX17" fmla="*/ 89818 w 153728"/>
                    <a:gd name="connsiteY17" fmla="*/ 48170 h 247979"/>
                    <a:gd name="connsiteX18" fmla="*/ 76776 w 153728"/>
                    <a:gd name="connsiteY18" fmla="*/ 31952 h 247979"/>
                    <a:gd name="connsiteX19" fmla="*/ 64403 w 153728"/>
                    <a:gd name="connsiteY19" fmla="*/ 48003 h 247979"/>
                    <a:gd name="connsiteX20" fmla="*/ 27618 w 153728"/>
                    <a:gd name="connsiteY20" fmla="*/ 162706 h 247979"/>
                    <a:gd name="connsiteX21" fmla="*/ 53368 w 153728"/>
                    <a:gd name="connsiteY21" fmla="*/ 221227 h 247979"/>
                    <a:gd name="connsiteX22" fmla="*/ 139478 w 153728"/>
                    <a:gd name="connsiteY22" fmla="*/ 164712 h 247979"/>
                    <a:gd name="connsiteX23" fmla="*/ 139478 w 153728"/>
                    <a:gd name="connsiteY23" fmla="*/ 164712 h 247979"/>
                    <a:gd name="connsiteX24" fmla="*/ 139478 w 153728"/>
                    <a:gd name="connsiteY24" fmla="*/ 164712 h 247979"/>
                    <a:gd name="connsiteX25" fmla="*/ 83130 w 153728"/>
                    <a:gd name="connsiteY25" fmla="*/ 24929 h 247979"/>
                    <a:gd name="connsiteX26" fmla="*/ 83130 w 153728"/>
                    <a:gd name="connsiteY26" fmla="*/ 24929 h 247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3728" h="247979">
                      <a:moveTo>
                        <a:pt x="107040" y="247980"/>
                      </a:moveTo>
                      <a:lnTo>
                        <a:pt x="46847" y="247980"/>
                      </a:lnTo>
                      <a:cubicBezTo>
                        <a:pt x="43001" y="247980"/>
                        <a:pt x="39323" y="246308"/>
                        <a:pt x="36814" y="243465"/>
                      </a:cubicBezTo>
                      <a:cubicBezTo>
                        <a:pt x="35644" y="242128"/>
                        <a:pt x="8222" y="210359"/>
                        <a:pt x="1200" y="167053"/>
                      </a:cubicBezTo>
                      <a:cubicBezTo>
                        <a:pt x="-2980" y="141471"/>
                        <a:pt x="4544" y="112544"/>
                        <a:pt x="11734" y="92814"/>
                      </a:cubicBezTo>
                      <a:cubicBezTo>
                        <a:pt x="19760" y="70409"/>
                        <a:pt x="31464" y="47669"/>
                        <a:pt x="42834" y="32286"/>
                      </a:cubicBezTo>
                      <a:cubicBezTo>
                        <a:pt x="65908" y="183"/>
                        <a:pt x="71091" y="16"/>
                        <a:pt x="76442" y="16"/>
                      </a:cubicBezTo>
                      <a:cubicBezTo>
                        <a:pt x="84133" y="-319"/>
                        <a:pt x="88982" y="4697"/>
                        <a:pt x="100018" y="18241"/>
                      </a:cubicBezTo>
                      <a:cubicBezTo>
                        <a:pt x="105703" y="25096"/>
                        <a:pt x="110719" y="31784"/>
                        <a:pt x="111053" y="31952"/>
                      </a:cubicBezTo>
                      <a:cubicBezTo>
                        <a:pt x="111053" y="31952"/>
                        <a:pt x="111221" y="32119"/>
                        <a:pt x="111221" y="32119"/>
                      </a:cubicBezTo>
                      <a:cubicBezTo>
                        <a:pt x="129446" y="56698"/>
                        <a:pt x="159208" y="106692"/>
                        <a:pt x="152854" y="166217"/>
                      </a:cubicBezTo>
                      <a:cubicBezTo>
                        <a:pt x="152854" y="166551"/>
                        <a:pt x="152854" y="166719"/>
                        <a:pt x="152687" y="167053"/>
                      </a:cubicBezTo>
                      <a:cubicBezTo>
                        <a:pt x="145665" y="208520"/>
                        <a:pt x="118410" y="241793"/>
                        <a:pt x="117240" y="243131"/>
                      </a:cubicBezTo>
                      <a:cubicBezTo>
                        <a:pt x="114732" y="246141"/>
                        <a:pt x="111053" y="247980"/>
                        <a:pt x="107040" y="247980"/>
                      </a:cubicBezTo>
                      <a:close/>
                      <a:moveTo>
                        <a:pt x="53368" y="221227"/>
                      </a:moveTo>
                      <a:lnTo>
                        <a:pt x="100352" y="221227"/>
                      </a:lnTo>
                      <a:cubicBezTo>
                        <a:pt x="107208" y="211697"/>
                        <a:pt x="121754" y="188790"/>
                        <a:pt x="126269" y="163040"/>
                      </a:cubicBezTo>
                      <a:cubicBezTo>
                        <a:pt x="131452" y="112879"/>
                        <a:pt x="105703" y="69573"/>
                        <a:pt x="89818" y="48170"/>
                      </a:cubicBezTo>
                      <a:cubicBezTo>
                        <a:pt x="85638" y="42653"/>
                        <a:pt x="80622" y="36633"/>
                        <a:pt x="76776" y="31952"/>
                      </a:cubicBezTo>
                      <a:cubicBezTo>
                        <a:pt x="73098" y="36299"/>
                        <a:pt x="68583" y="42318"/>
                        <a:pt x="64403" y="48003"/>
                      </a:cubicBezTo>
                      <a:cubicBezTo>
                        <a:pt x="45676" y="73084"/>
                        <a:pt x="21933" y="128261"/>
                        <a:pt x="27618" y="162706"/>
                      </a:cubicBezTo>
                      <a:cubicBezTo>
                        <a:pt x="31966" y="189626"/>
                        <a:pt x="46512" y="212031"/>
                        <a:pt x="53368" y="221227"/>
                      </a:cubicBezTo>
                      <a:close/>
                      <a:moveTo>
                        <a:pt x="139478" y="164712"/>
                      </a:moveTo>
                      <a:lnTo>
                        <a:pt x="139478" y="164712"/>
                      </a:lnTo>
                      <a:lnTo>
                        <a:pt x="139478" y="164712"/>
                      </a:lnTo>
                      <a:close/>
                      <a:moveTo>
                        <a:pt x="83130" y="24929"/>
                      </a:moveTo>
                      <a:lnTo>
                        <a:pt x="83130" y="24929"/>
                      </a:ln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92" name="Freeform 146">
                  <a:extLst>
                    <a:ext uri="{FF2B5EF4-FFF2-40B4-BE49-F238E27FC236}">
                      <a16:creationId xmlns:a16="http://schemas.microsoft.com/office/drawing/2014/main" id="{B68DED96-D08E-190B-C607-5E1F262DB5FA}"/>
                    </a:ext>
                  </a:extLst>
                </p:cNvPr>
                <p:cNvSpPr/>
                <p:nvPr/>
              </p:nvSpPr>
              <p:spPr>
                <a:xfrm>
                  <a:off x="10038985" y="2195628"/>
                  <a:ext cx="26752" cy="123731"/>
                </a:xfrm>
                <a:custGeom>
                  <a:avLst/>
                  <a:gdLst>
                    <a:gd name="connsiteX0" fmla="*/ 13376 w 26752"/>
                    <a:gd name="connsiteY0" fmla="*/ 123731 h 123731"/>
                    <a:gd name="connsiteX1" fmla="*/ 0 w 26752"/>
                    <a:gd name="connsiteY1" fmla="*/ 110355 h 123731"/>
                    <a:gd name="connsiteX2" fmla="*/ 0 w 26752"/>
                    <a:gd name="connsiteY2" fmla="*/ 13376 h 123731"/>
                    <a:gd name="connsiteX3" fmla="*/ 13376 w 26752"/>
                    <a:gd name="connsiteY3" fmla="*/ 0 h 123731"/>
                    <a:gd name="connsiteX4" fmla="*/ 26753 w 26752"/>
                    <a:gd name="connsiteY4" fmla="*/ 13376 h 123731"/>
                    <a:gd name="connsiteX5" fmla="*/ 26753 w 26752"/>
                    <a:gd name="connsiteY5" fmla="*/ 110355 h 123731"/>
                    <a:gd name="connsiteX6" fmla="*/ 13376 w 26752"/>
                    <a:gd name="connsiteY6" fmla="*/ 123731 h 12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52" h="123731">
                      <a:moveTo>
                        <a:pt x="13376" y="123731"/>
                      </a:moveTo>
                      <a:cubicBezTo>
                        <a:pt x="6019" y="123731"/>
                        <a:pt x="0" y="117712"/>
                        <a:pt x="0" y="110355"/>
                      </a:cubicBezTo>
                      <a:lnTo>
                        <a:pt x="0" y="13376"/>
                      </a:lnTo>
                      <a:cubicBezTo>
                        <a:pt x="0" y="6019"/>
                        <a:pt x="6019" y="0"/>
                        <a:pt x="13376" y="0"/>
                      </a:cubicBezTo>
                      <a:cubicBezTo>
                        <a:pt x="20733" y="0"/>
                        <a:pt x="26753" y="6019"/>
                        <a:pt x="26753" y="13376"/>
                      </a:cubicBezTo>
                      <a:lnTo>
                        <a:pt x="26753" y="110355"/>
                      </a:lnTo>
                      <a:cubicBezTo>
                        <a:pt x="26753" y="117712"/>
                        <a:pt x="20733" y="123731"/>
                        <a:pt x="13376" y="123731"/>
                      </a:cubicBez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93" name="Freeform 147">
                  <a:extLst>
                    <a:ext uri="{FF2B5EF4-FFF2-40B4-BE49-F238E27FC236}">
                      <a16:creationId xmlns:a16="http://schemas.microsoft.com/office/drawing/2014/main" id="{BEB28F54-AD88-D6F2-3EB1-1002D868D3FC}"/>
                    </a:ext>
                  </a:extLst>
                </p:cNvPr>
                <p:cNvSpPr/>
                <p:nvPr/>
              </p:nvSpPr>
              <p:spPr>
                <a:xfrm>
                  <a:off x="10019590" y="2116540"/>
                  <a:ext cx="68386" cy="68386"/>
                </a:xfrm>
                <a:custGeom>
                  <a:avLst/>
                  <a:gdLst>
                    <a:gd name="connsiteX0" fmla="*/ 34277 w 68386"/>
                    <a:gd name="connsiteY0" fmla="*/ 68387 h 68386"/>
                    <a:gd name="connsiteX1" fmla="*/ 0 w 68386"/>
                    <a:gd name="connsiteY1" fmla="*/ 34277 h 68386"/>
                    <a:gd name="connsiteX2" fmla="*/ 34110 w 68386"/>
                    <a:gd name="connsiteY2" fmla="*/ 0 h 68386"/>
                    <a:gd name="connsiteX3" fmla="*/ 68387 w 68386"/>
                    <a:gd name="connsiteY3" fmla="*/ 34110 h 68386"/>
                    <a:gd name="connsiteX4" fmla="*/ 68387 w 68386"/>
                    <a:gd name="connsiteY4" fmla="*/ 34110 h 68386"/>
                    <a:gd name="connsiteX5" fmla="*/ 34277 w 68386"/>
                    <a:gd name="connsiteY5" fmla="*/ 68387 h 68386"/>
                    <a:gd name="connsiteX6" fmla="*/ 34277 w 68386"/>
                    <a:gd name="connsiteY6" fmla="*/ 26753 h 68386"/>
                    <a:gd name="connsiteX7" fmla="*/ 26753 w 68386"/>
                    <a:gd name="connsiteY7" fmla="*/ 34110 h 68386"/>
                    <a:gd name="connsiteX8" fmla="*/ 34110 w 68386"/>
                    <a:gd name="connsiteY8" fmla="*/ 41634 h 68386"/>
                    <a:gd name="connsiteX9" fmla="*/ 41634 w 68386"/>
                    <a:gd name="connsiteY9" fmla="*/ 34277 h 68386"/>
                    <a:gd name="connsiteX10" fmla="*/ 41634 w 68386"/>
                    <a:gd name="connsiteY10" fmla="*/ 34277 h 68386"/>
                    <a:gd name="connsiteX11" fmla="*/ 34277 w 68386"/>
                    <a:gd name="connsiteY11" fmla="*/ 26753 h 6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386" h="68386">
                      <a:moveTo>
                        <a:pt x="34277" y="68387"/>
                      </a:moveTo>
                      <a:cubicBezTo>
                        <a:pt x="15383" y="68387"/>
                        <a:pt x="0" y="53004"/>
                        <a:pt x="0" y="34277"/>
                      </a:cubicBezTo>
                      <a:cubicBezTo>
                        <a:pt x="0" y="15550"/>
                        <a:pt x="15383" y="0"/>
                        <a:pt x="34110" y="0"/>
                      </a:cubicBezTo>
                      <a:cubicBezTo>
                        <a:pt x="52837" y="0"/>
                        <a:pt x="68387" y="15216"/>
                        <a:pt x="68387" y="34110"/>
                      </a:cubicBezTo>
                      <a:cubicBezTo>
                        <a:pt x="68387" y="34110"/>
                        <a:pt x="68387" y="34110"/>
                        <a:pt x="68387" y="34110"/>
                      </a:cubicBezTo>
                      <a:cubicBezTo>
                        <a:pt x="68387" y="53004"/>
                        <a:pt x="53004" y="68387"/>
                        <a:pt x="34277" y="68387"/>
                      </a:cubicBezTo>
                      <a:close/>
                      <a:moveTo>
                        <a:pt x="34277" y="26753"/>
                      </a:moveTo>
                      <a:cubicBezTo>
                        <a:pt x="30097" y="26753"/>
                        <a:pt x="26753" y="30097"/>
                        <a:pt x="26753" y="34110"/>
                      </a:cubicBezTo>
                      <a:cubicBezTo>
                        <a:pt x="26753" y="38290"/>
                        <a:pt x="30097" y="41634"/>
                        <a:pt x="34110" y="41634"/>
                      </a:cubicBezTo>
                      <a:cubicBezTo>
                        <a:pt x="38290" y="41634"/>
                        <a:pt x="41634" y="38290"/>
                        <a:pt x="41634" y="34277"/>
                      </a:cubicBezTo>
                      <a:cubicBezTo>
                        <a:pt x="41634" y="34277"/>
                        <a:pt x="41634" y="34277"/>
                        <a:pt x="41634" y="34277"/>
                      </a:cubicBezTo>
                      <a:cubicBezTo>
                        <a:pt x="41634" y="30097"/>
                        <a:pt x="38290" y="26753"/>
                        <a:pt x="34277" y="26753"/>
                      </a:cubicBez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460" name="Group 459">
              <a:extLst>
                <a:ext uri="{FF2B5EF4-FFF2-40B4-BE49-F238E27FC236}">
                  <a16:creationId xmlns:a16="http://schemas.microsoft.com/office/drawing/2014/main" id="{3DC5CCA7-F288-3079-4B74-3F11CD92F5EC}"/>
                </a:ext>
              </a:extLst>
            </p:cNvPr>
            <p:cNvGrpSpPr/>
            <p:nvPr/>
          </p:nvGrpSpPr>
          <p:grpSpPr>
            <a:xfrm>
              <a:off x="11473610" y="1490179"/>
              <a:ext cx="471791" cy="471791"/>
              <a:chOff x="11473610" y="1942177"/>
              <a:chExt cx="471791" cy="471791"/>
            </a:xfrm>
          </p:grpSpPr>
          <p:sp>
            <p:nvSpPr>
              <p:cNvPr id="498" name="Oval 497">
                <a:extLst>
                  <a:ext uri="{FF2B5EF4-FFF2-40B4-BE49-F238E27FC236}">
                    <a16:creationId xmlns:a16="http://schemas.microsoft.com/office/drawing/2014/main" id="{EB3A69E9-64BB-48C3-2564-59BA527D2D46}"/>
                  </a:ext>
                </a:extLst>
              </p:cNvPr>
              <p:cNvSpPr/>
              <p:nvPr/>
            </p:nvSpPr>
            <p:spPr>
              <a:xfrm>
                <a:off x="11473610"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499" name="Group 498">
                <a:extLst>
                  <a:ext uri="{FF2B5EF4-FFF2-40B4-BE49-F238E27FC236}">
                    <a16:creationId xmlns:a16="http://schemas.microsoft.com/office/drawing/2014/main" id="{51BB5A0A-91C1-FF01-F7C4-32D53D210737}"/>
                  </a:ext>
                </a:extLst>
              </p:cNvPr>
              <p:cNvGrpSpPr/>
              <p:nvPr/>
            </p:nvGrpSpPr>
            <p:grpSpPr>
              <a:xfrm>
                <a:off x="11570793" y="2043116"/>
                <a:ext cx="277520" cy="269933"/>
                <a:chOff x="11570793" y="2043116"/>
                <a:chExt cx="277520" cy="269933"/>
              </a:xfrm>
            </p:grpSpPr>
            <p:sp>
              <p:nvSpPr>
                <p:cNvPr id="508" name="Freeform 127">
                  <a:extLst>
                    <a:ext uri="{FF2B5EF4-FFF2-40B4-BE49-F238E27FC236}">
                      <a16:creationId xmlns:a16="http://schemas.microsoft.com/office/drawing/2014/main" id="{63DBB7EA-A805-DE9B-3CE7-4A0F48A27A1A}"/>
                    </a:ext>
                  </a:extLst>
                </p:cNvPr>
                <p:cNvSpPr/>
                <p:nvPr/>
              </p:nvSpPr>
              <p:spPr>
                <a:xfrm>
                  <a:off x="11570793" y="2043116"/>
                  <a:ext cx="179741" cy="226257"/>
                </a:xfrm>
                <a:custGeom>
                  <a:avLst/>
                  <a:gdLst>
                    <a:gd name="connsiteX0" fmla="*/ 41995 w 179741"/>
                    <a:gd name="connsiteY0" fmla="*/ 226257 h 226257"/>
                    <a:gd name="connsiteX1" fmla="*/ 31425 w 179741"/>
                    <a:gd name="connsiteY1" fmla="*/ 221343 h 226257"/>
                    <a:gd name="connsiteX2" fmla="*/ 48307 w 179741"/>
                    <a:gd name="connsiteY2" fmla="*/ 31424 h 226257"/>
                    <a:gd name="connsiteX3" fmla="*/ 168886 w 179741"/>
                    <a:gd name="connsiteY3" fmla="*/ 4375 h 226257"/>
                    <a:gd name="connsiteX4" fmla="*/ 179422 w 179741"/>
                    <a:gd name="connsiteY4" fmla="*/ 20793 h 226257"/>
                    <a:gd name="connsiteX5" fmla="*/ 163005 w 179741"/>
                    <a:gd name="connsiteY5" fmla="*/ 31329 h 226257"/>
                    <a:gd name="connsiteX6" fmla="*/ 161989 w 179741"/>
                    <a:gd name="connsiteY6" fmla="*/ 31067 h 226257"/>
                    <a:gd name="connsiteX7" fmla="*/ 31017 w 179741"/>
                    <a:gd name="connsiteY7" fmla="*/ 107371 h 226257"/>
                    <a:gd name="connsiteX8" fmla="*/ 52548 w 179741"/>
                    <a:gd name="connsiteY8" fmla="*/ 203600 h 226257"/>
                    <a:gd name="connsiteX9" fmla="*/ 50841 w 179741"/>
                    <a:gd name="connsiteY9" fmla="*/ 223033 h 226257"/>
                    <a:gd name="connsiteX10" fmla="*/ 41995 w 179741"/>
                    <a:gd name="connsiteY10" fmla="*/ 226257 h 22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41" h="226257">
                      <a:moveTo>
                        <a:pt x="41995" y="226257"/>
                      </a:moveTo>
                      <a:cubicBezTo>
                        <a:pt x="37919" y="226261"/>
                        <a:pt x="34050" y="224462"/>
                        <a:pt x="31425" y="221343"/>
                      </a:cubicBezTo>
                      <a:cubicBezTo>
                        <a:pt x="-16358" y="164236"/>
                        <a:pt x="-8799" y="79207"/>
                        <a:pt x="48307" y="31424"/>
                      </a:cubicBezTo>
                      <a:cubicBezTo>
                        <a:pt x="81759" y="3434"/>
                        <a:pt x="126684" y="-6644"/>
                        <a:pt x="168886" y="4375"/>
                      </a:cubicBezTo>
                      <a:cubicBezTo>
                        <a:pt x="176330" y="5999"/>
                        <a:pt x="181046" y="13350"/>
                        <a:pt x="179422" y="20793"/>
                      </a:cubicBezTo>
                      <a:cubicBezTo>
                        <a:pt x="177798" y="28236"/>
                        <a:pt x="170447" y="32954"/>
                        <a:pt x="163005" y="31329"/>
                      </a:cubicBezTo>
                      <a:cubicBezTo>
                        <a:pt x="162663" y="31255"/>
                        <a:pt x="162324" y="31167"/>
                        <a:pt x="161989" y="31067"/>
                      </a:cubicBezTo>
                      <a:cubicBezTo>
                        <a:pt x="104751" y="15971"/>
                        <a:pt x="46113" y="50133"/>
                        <a:pt x="31017" y="107371"/>
                      </a:cubicBezTo>
                      <a:cubicBezTo>
                        <a:pt x="22136" y="141041"/>
                        <a:pt x="30166" y="176925"/>
                        <a:pt x="52548" y="203600"/>
                      </a:cubicBezTo>
                      <a:cubicBezTo>
                        <a:pt x="57443" y="209439"/>
                        <a:pt x="56678" y="218140"/>
                        <a:pt x="50841" y="223033"/>
                      </a:cubicBezTo>
                      <a:cubicBezTo>
                        <a:pt x="48361" y="225113"/>
                        <a:pt x="45231" y="226254"/>
                        <a:pt x="41995" y="226257"/>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09" name="Freeform 128">
                  <a:extLst>
                    <a:ext uri="{FF2B5EF4-FFF2-40B4-BE49-F238E27FC236}">
                      <a16:creationId xmlns:a16="http://schemas.microsoft.com/office/drawing/2014/main" id="{FF40DBBD-F7BC-F60A-01AE-5BAF8A25B6FA}"/>
                    </a:ext>
                  </a:extLst>
                </p:cNvPr>
                <p:cNvSpPr/>
                <p:nvPr/>
              </p:nvSpPr>
              <p:spPr>
                <a:xfrm>
                  <a:off x="11594873" y="2243457"/>
                  <a:ext cx="54073" cy="54073"/>
                </a:xfrm>
                <a:custGeom>
                  <a:avLst/>
                  <a:gdLst>
                    <a:gd name="connsiteX0" fmla="*/ 27054 w 54073"/>
                    <a:gd name="connsiteY0" fmla="*/ 54074 h 54073"/>
                    <a:gd name="connsiteX1" fmla="*/ 0 w 54073"/>
                    <a:gd name="connsiteY1" fmla="*/ 27054 h 54073"/>
                    <a:gd name="connsiteX2" fmla="*/ 27020 w 54073"/>
                    <a:gd name="connsiteY2" fmla="*/ 0 h 54073"/>
                    <a:gd name="connsiteX3" fmla="*/ 54074 w 54073"/>
                    <a:gd name="connsiteY3" fmla="*/ 27020 h 54073"/>
                    <a:gd name="connsiteX4" fmla="*/ 54074 w 54073"/>
                    <a:gd name="connsiteY4" fmla="*/ 27037 h 54073"/>
                    <a:gd name="connsiteX5" fmla="*/ 27054 w 54073"/>
                    <a:gd name="connsiteY5" fmla="*/ 54074 h 54073"/>
                    <a:gd name="connsiteX6" fmla="*/ 27054 w 54073"/>
                    <a:gd name="connsiteY6" fmla="*/ 26485 h 54073"/>
                    <a:gd name="connsiteX7" fmla="*/ 26486 w 54073"/>
                    <a:gd name="connsiteY7" fmla="*/ 27020 h 54073"/>
                    <a:gd name="connsiteX8" fmla="*/ 26485 w 54073"/>
                    <a:gd name="connsiteY8" fmla="*/ 27037 h 54073"/>
                    <a:gd name="connsiteX9" fmla="*/ 26947 w 54073"/>
                    <a:gd name="connsiteY9" fmla="*/ 27696 h 54073"/>
                    <a:gd name="connsiteX10" fmla="*/ 27606 w 54073"/>
                    <a:gd name="connsiteY10" fmla="*/ 27234 h 54073"/>
                    <a:gd name="connsiteX11" fmla="*/ 27606 w 54073"/>
                    <a:gd name="connsiteY11" fmla="*/ 27037 h 54073"/>
                    <a:gd name="connsiteX12" fmla="*/ 27054 w 54073"/>
                    <a:gd name="connsiteY12"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073" h="54073">
                      <a:moveTo>
                        <a:pt x="27054" y="54074"/>
                      </a:moveTo>
                      <a:cubicBezTo>
                        <a:pt x="12122" y="54084"/>
                        <a:pt x="9" y="41987"/>
                        <a:pt x="0" y="27054"/>
                      </a:cubicBezTo>
                      <a:cubicBezTo>
                        <a:pt x="-9" y="12122"/>
                        <a:pt x="12088" y="10"/>
                        <a:pt x="27020" y="0"/>
                      </a:cubicBezTo>
                      <a:cubicBezTo>
                        <a:pt x="41952" y="-10"/>
                        <a:pt x="54064" y="12087"/>
                        <a:pt x="54074" y="27020"/>
                      </a:cubicBezTo>
                      <a:cubicBezTo>
                        <a:pt x="54074" y="27025"/>
                        <a:pt x="54074" y="27032"/>
                        <a:pt x="54074" y="27037"/>
                      </a:cubicBezTo>
                      <a:cubicBezTo>
                        <a:pt x="54064" y="41959"/>
                        <a:pt x="41976" y="54055"/>
                        <a:pt x="27054" y="54074"/>
                      </a:cubicBezTo>
                      <a:close/>
                      <a:moveTo>
                        <a:pt x="27054" y="26485"/>
                      </a:moveTo>
                      <a:cubicBezTo>
                        <a:pt x="26750" y="26475"/>
                        <a:pt x="26495" y="26715"/>
                        <a:pt x="26486" y="27020"/>
                      </a:cubicBezTo>
                      <a:cubicBezTo>
                        <a:pt x="26485" y="27025"/>
                        <a:pt x="26485" y="27032"/>
                        <a:pt x="26485" y="27037"/>
                      </a:cubicBezTo>
                      <a:cubicBezTo>
                        <a:pt x="26431" y="27346"/>
                        <a:pt x="26637" y="27642"/>
                        <a:pt x="26947" y="27696"/>
                      </a:cubicBezTo>
                      <a:cubicBezTo>
                        <a:pt x="27256" y="27751"/>
                        <a:pt x="27552" y="27544"/>
                        <a:pt x="27606" y="27234"/>
                      </a:cubicBezTo>
                      <a:cubicBezTo>
                        <a:pt x="27618" y="27170"/>
                        <a:pt x="27618" y="27103"/>
                        <a:pt x="27606" y="27037"/>
                      </a:cubicBezTo>
                      <a:cubicBezTo>
                        <a:pt x="27606" y="26732"/>
                        <a:pt x="27359" y="26485"/>
                        <a:pt x="27054"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10" name="Freeform 129">
                  <a:extLst>
                    <a:ext uri="{FF2B5EF4-FFF2-40B4-BE49-F238E27FC236}">
                      <a16:creationId xmlns:a16="http://schemas.microsoft.com/office/drawing/2014/main" id="{03161FC3-9D20-B7F5-1C18-D0AD0A0788A2}"/>
                    </a:ext>
                  </a:extLst>
                </p:cNvPr>
                <p:cNvSpPr/>
                <p:nvPr/>
              </p:nvSpPr>
              <p:spPr>
                <a:xfrm>
                  <a:off x="11669487" y="2086914"/>
                  <a:ext cx="178826" cy="226135"/>
                </a:xfrm>
                <a:custGeom>
                  <a:avLst/>
                  <a:gdLst>
                    <a:gd name="connsiteX0" fmla="*/ 44069 w 178826"/>
                    <a:gd name="connsiteY0" fmla="*/ 226136 h 226135"/>
                    <a:gd name="connsiteX1" fmla="*/ 9842 w 178826"/>
                    <a:gd name="connsiteY1" fmla="*/ 221739 h 226135"/>
                    <a:gd name="connsiteX2" fmla="*/ 583 w 178826"/>
                    <a:gd name="connsiteY2" fmla="*/ 204568 h 226135"/>
                    <a:gd name="connsiteX3" fmla="*/ 16739 w 178826"/>
                    <a:gd name="connsiteY3" fmla="*/ 195047 h 226135"/>
                    <a:gd name="connsiteX4" fmla="*/ 147712 w 178826"/>
                    <a:gd name="connsiteY4" fmla="*/ 118743 h 226135"/>
                    <a:gd name="connsiteX5" fmla="*/ 126180 w 178826"/>
                    <a:gd name="connsiteY5" fmla="*/ 22514 h 226135"/>
                    <a:gd name="connsiteX6" fmla="*/ 128151 w 178826"/>
                    <a:gd name="connsiteY6" fmla="*/ 3105 h 226135"/>
                    <a:gd name="connsiteX7" fmla="*/ 147303 w 178826"/>
                    <a:gd name="connsiteY7" fmla="*/ 4771 h 226135"/>
                    <a:gd name="connsiteX8" fmla="*/ 130681 w 178826"/>
                    <a:gd name="connsiteY8" fmla="*/ 194616 h 226135"/>
                    <a:gd name="connsiteX9" fmla="*/ 44069 w 178826"/>
                    <a:gd name="connsiteY9" fmla="*/ 226136 h 22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8826" h="226135">
                      <a:moveTo>
                        <a:pt x="44069" y="226136"/>
                      </a:moveTo>
                      <a:cubicBezTo>
                        <a:pt x="32519" y="226134"/>
                        <a:pt x="21017" y="224656"/>
                        <a:pt x="9842" y="221739"/>
                      </a:cubicBezTo>
                      <a:cubicBezTo>
                        <a:pt x="2543" y="219554"/>
                        <a:pt x="-1602" y="211866"/>
                        <a:pt x="583" y="204568"/>
                      </a:cubicBezTo>
                      <a:cubicBezTo>
                        <a:pt x="2651" y="197659"/>
                        <a:pt x="9693" y="193509"/>
                        <a:pt x="16739" y="195047"/>
                      </a:cubicBezTo>
                      <a:cubicBezTo>
                        <a:pt x="73977" y="210143"/>
                        <a:pt x="132615" y="175981"/>
                        <a:pt x="147712" y="118743"/>
                      </a:cubicBezTo>
                      <a:cubicBezTo>
                        <a:pt x="156592" y="85073"/>
                        <a:pt x="148563" y="49188"/>
                        <a:pt x="126180" y="22514"/>
                      </a:cubicBezTo>
                      <a:cubicBezTo>
                        <a:pt x="121364" y="16610"/>
                        <a:pt x="122247" y="7921"/>
                        <a:pt x="128151" y="3105"/>
                      </a:cubicBezTo>
                      <a:cubicBezTo>
                        <a:pt x="133934" y="-1612"/>
                        <a:pt x="142421" y="-874"/>
                        <a:pt x="147303" y="4771"/>
                      </a:cubicBezTo>
                      <a:cubicBezTo>
                        <a:pt x="195137" y="61785"/>
                        <a:pt x="187695" y="146780"/>
                        <a:pt x="130681" y="194616"/>
                      </a:cubicBezTo>
                      <a:cubicBezTo>
                        <a:pt x="106413" y="214976"/>
                        <a:pt x="75748" y="226136"/>
                        <a:pt x="44069" y="226136"/>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11" name="Freeform 130">
                  <a:extLst>
                    <a:ext uri="{FF2B5EF4-FFF2-40B4-BE49-F238E27FC236}">
                      <a16:creationId xmlns:a16="http://schemas.microsoft.com/office/drawing/2014/main" id="{DEAA5C8E-4B10-A653-3638-79665E88A2D7}"/>
                    </a:ext>
                  </a:extLst>
                </p:cNvPr>
                <p:cNvSpPr/>
                <p:nvPr/>
              </p:nvSpPr>
              <p:spPr>
                <a:xfrm>
                  <a:off x="11770096" y="2058595"/>
                  <a:ext cx="54074" cy="54073"/>
                </a:xfrm>
                <a:custGeom>
                  <a:avLst/>
                  <a:gdLst>
                    <a:gd name="connsiteX0" fmla="*/ 26985 w 54074"/>
                    <a:gd name="connsiteY0" fmla="*/ 54074 h 54073"/>
                    <a:gd name="connsiteX1" fmla="*/ 0 w 54074"/>
                    <a:gd name="connsiteY1" fmla="*/ 26985 h 54073"/>
                    <a:gd name="connsiteX2" fmla="*/ 27089 w 54074"/>
                    <a:gd name="connsiteY2" fmla="*/ 0 h 54073"/>
                    <a:gd name="connsiteX3" fmla="*/ 54074 w 54074"/>
                    <a:gd name="connsiteY3" fmla="*/ 27054 h 54073"/>
                    <a:gd name="connsiteX4" fmla="*/ 26985 w 54074"/>
                    <a:gd name="connsiteY4" fmla="*/ 54074 h 54073"/>
                    <a:gd name="connsiteX5" fmla="*/ 26985 w 54074"/>
                    <a:gd name="connsiteY5" fmla="*/ 26485 h 54073"/>
                    <a:gd name="connsiteX6" fmla="*/ 26434 w 54074"/>
                    <a:gd name="connsiteY6" fmla="*/ 27054 h 54073"/>
                    <a:gd name="connsiteX7" fmla="*/ 27092 w 54074"/>
                    <a:gd name="connsiteY7" fmla="*/ 27516 h 54073"/>
                    <a:gd name="connsiteX8" fmla="*/ 27554 w 54074"/>
                    <a:gd name="connsiteY8" fmla="*/ 27054 h 54073"/>
                    <a:gd name="connsiteX9" fmla="*/ 26985 w 54074"/>
                    <a:gd name="connsiteY9"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74" h="54073">
                      <a:moveTo>
                        <a:pt x="26985" y="54074"/>
                      </a:moveTo>
                      <a:cubicBezTo>
                        <a:pt x="12053" y="54045"/>
                        <a:pt x="-29" y="41917"/>
                        <a:pt x="0" y="26985"/>
                      </a:cubicBezTo>
                      <a:cubicBezTo>
                        <a:pt x="29" y="12053"/>
                        <a:pt x="12156" y="-29"/>
                        <a:pt x="27089" y="0"/>
                      </a:cubicBezTo>
                      <a:cubicBezTo>
                        <a:pt x="42007" y="29"/>
                        <a:pt x="54083" y="12135"/>
                        <a:pt x="54074" y="27054"/>
                      </a:cubicBezTo>
                      <a:cubicBezTo>
                        <a:pt x="54055" y="41996"/>
                        <a:pt x="41926" y="54093"/>
                        <a:pt x="26985" y="54074"/>
                      </a:cubicBezTo>
                      <a:close/>
                      <a:moveTo>
                        <a:pt x="26985" y="26485"/>
                      </a:moveTo>
                      <a:cubicBezTo>
                        <a:pt x="26678" y="26494"/>
                        <a:pt x="26434" y="26746"/>
                        <a:pt x="26434" y="27054"/>
                      </a:cubicBezTo>
                      <a:cubicBezTo>
                        <a:pt x="26489" y="27364"/>
                        <a:pt x="26784" y="27570"/>
                        <a:pt x="27092" y="27516"/>
                      </a:cubicBezTo>
                      <a:cubicBezTo>
                        <a:pt x="27328" y="27474"/>
                        <a:pt x="27513" y="27290"/>
                        <a:pt x="27554" y="27054"/>
                      </a:cubicBezTo>
                      <a:cubicBezTo>
                        <a:pt x="27554" y="26740"/>
                        <a:pt x="27299" y="26485"/>
                        <a:pt x="26985"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64" name="Graphic 336">
                  <a:extLst>
                    <a:ext uri="{FF2B5EF4-FFF2-40B4-BE49-F238E27FC236}">
                      <a16:creationId xmlns:a16="http://schemas.microsoft.com/office/drawing/2014/main" id="{6BDF63A6-F842-4793-7F35-EC49B0EE10F0}"/>
                    </a:ext>
                  </a:extLst>
                </p:cNvPr>
                <p:cNvGrpSpPr/>
                <p:nvPr/>
              </p:nvGrpSpPr>
              <p:grpSpPr>
                <a:xfrm>
                  <a:off x="11642426" y="2109389"/>
                  <a:ext cx="134189" cy="138120"/>
                  <a:chOff x="11642426" y="2109389"/>
                  <a:chExt cx="134189" cy="138120"/>
                </a:xfrm>
                <a:solidFill>
                  <a:srgbClr val="EF463C"/>
                </a:solidFill>
              </p:grpSpPr>
              <p:sp>
                <p:nvSpPr>
                  <p:cNvPr id="65" name="Freeform 132">
                    <a:extLst>
                      <a:ext uri="{FF2B5EF4-FFF2-40B4-BE49-F238E27FC236}">
                        <a16:creationId xmlns:a16="http://schemas.microsoft.com/office/drawing/2014/main" id="{41C421D1-007B-A3B8-91DD-98F65E09ACC4}"/>
                      </a:ext>
                    </a:extLst>
                  </p:cNvPr>
                  <p:cNvSpPr/>
                  <p:nvPr/>
                </p:nvSpPr>
                <p:spPr>
                  <a:xfrm>
                    <a:off x="11681787" y="2109389"/>
                    <a:ext cx="34081" cy="51112"/>
                  </a:xfrm>
                  <a:custGeom>
                    <a:avLst/>
                    <a:gdLst>
                      <a:gd name="connsiteX0" fmla="*/ 20338 w 34081"/>
                      <a:gd name="connsiteY0" fmla="*/ 51112 h 51112"/>
                      <a:gd name="connsiteX1" fmla="*/ 7060 w 34081"/>
                      <a:gd name="connsiteY1" fmla="*/ 41008 h 51112"/>
                      <a:gd name="connsiteX2" fmla="*/ 318 w 34081"/>
                      <a:gd name="connsiteY2" fmla="*/ 16730 h 51112"/>
                      <a:gd name="connsiteX3" fmla="*/ 10864 w 34081"/>
                      <a:gd name="connsiteY3" fmla="*/ 317 h 51112"/>
                      <a:gd name="connsiteX4" fmla="*/ 26855 w 34081"/>
                      <a:gd name="connsiteY4" fmla="*/ 9350 h 51112"/>
                      <a:gd name="connsiteX5" fmla="*/ 33580 w 34081"/>
                      <a:gd name="connsiteY5" fmla="*/ 33628 h 51112"/>
                      <a:gd name="connsiteX6" fmla="*/ 24028 w 34081"/>
                      <a:gd name="connsiteY6" fmla="*/ 50578 h 51112"/>
                      <a:gd name="connsiteX7" fmla="*/ 20338 w 34081"/>
                      <a:gd name="connsiteY7" fmla="*/ 51112 h 51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081" h="51112">
                        <a:moveTo>
                          <a:pt x="20338" y="51112"/>
                        </a:moveTo>
                        <a:cubicBezTo>
                          <a:pt x="14146" y="51106"/>
                          <a:pt x="8717" y="46974"/>
                          <a:pt x="7060" y="41008"/>
                        </a:cubicBezTo>
                        <a:lnTo>
                          <a:pt x="318" y="16730"/>
                        </a:lnTo>
                        <a:cubicBezTo>
                          <a:pt x="-1302" y="9286"/>
                          <a:pt x="3420" y="1938"/>
                          <a:pt x="10864" y="317"/>
                        </a:cubicBezTo>
                        <a:cubicBezTo>
                          <a:pt x="17715" y="-1174"/>
                          <a:pt x="24595" y="2712"/>
                          <a:pt x="26855" y="9350"/>
                        </a:cubicBezTo>
                        <a:lnTo>
                          <a:pt x="33580" y="33628"/>
                        </a:lnTo>
                        <a:cubicBezTo>
                          <a:pt x="35601" y="40944"/>
                          <a:pt x="31332" y="48518"/>
                          <a:pt x="24028" y="50578"/>
                        </a:cubicBezTo>
                        <a:cubicBezTo>
                          <a:pt x="22826" y="50916"/>
                          <a:pt x="21586" y="51096"/>
                          <a:pt x="20338" y="51112"/>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6" name="Freeform 133">
                    <a:extLst>
                      <a:ext uri="{FF2B5EF4-FFF2-40B4-BE49-F238E27FC236}">
                        <a16:creationId xmlns:a16="http://schemas.microsoft.com/office/drawing/2014/main" id="{C37B0F0B-5180-DBF9-B6EB-6F6D2A5BBEB0}"/>
                      </a:ext>
                    </a:extLst>
                  </p:cNvPr>
                  <p:cNvSpPr/>
                  <p:nvPr/>
                </p:nvSpPr>
                <p:spPr>
                  <a:xfrm>
                    <a:off x="11712355" y="2115152"/>
                    <a:ext cx="40560" cy="48969"/>
                  </a:xfrm>
                  <a:custGeom>
                    <a:avLst/>
                    <a:gdLst>
                      <a:gd name="connsiteX0" fmla="*/ 13789 w 40560"/>
                      <a:gd name="connsiteY0" fmla="*/ 48970 h 48969"/>
                      <a:gd name="connsiteX1" fmla="*/ 0 w 40560"/>
                      <a:gd name="connsiteY1" fmla="*/ 35170 h 48969"/>
                      <a:gd name="connsiteX2" fmla="*/ 2012 w 40560"/>
                      <a:gd name="connsiteY2" fmla="*/ 28002 h 48969"/>
                      <a:gd name="connsiteX3" fmla="*/ 15134 w 40560"/>
                      <a:gd name="connsiteY3" fmla="*/ 6379 h 48969"/>
                      <a:gd name="connsiteX4" fmla="*/ 34182 w 40560"/>
                      <a:gd name="connsiteY4" fmla="*/ 2165 h 48969"/>
                      <a:gd name="connsiteX5" fmla="*/ 38722 w 40560"/>
                      <a:gd name="connsiteY5" fmla="*/ 20674 h 48969"/>
                      <a:gd name="connsiteX6" fmla="*/ 25600 w 40560"/>
                      <a:gd name="connsiteY6" fmla="*/ 42331 h 48969"/>
                      <a:gd name="connsiteX7" fmla="*/ 13789 w 40560"/>
                      <a:gd name="connsiteY7" fmla="*/ 48970 h 4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60" h="48969">
                        <a:moveTo>
                          <a:pt x="13789" y="48970"/>
                        </a:moveTo>
                        <a:cubicBezTo>
                          <a:pt x="6170" y="48967"/>
                          <a:pt x="-3" y="42788"/>
                          <a:pt x="0" y="35170"/>
                        </a:cubicBezTo>
                        <a:cubicBezTo>
                          <a:pt x="1" y="32641"/>
                          <a:pt x="697" y="30162"/>
                          <a:pt x="2012" y="28002"/>
                        </a:cubicBezTo>
                        <a:lnTo>
                          <a:pt x="15134" y="6379"/>
                        </a:lnTo>
                        <a:cubicBezTo>
                          <a:pt x="19231" y="-44"/>
                          <a:pt x="27757" y="-1931"/>
                          <a:pt x="34182" y="2165"/>
                        </a:cubicBezTo>
                        <a:cubicBezTo>
                          <a:pt x="40398" y="6130"/>
                          <a:pt x="42398" y="14282"/>
                          <a:pt x="38722" y="20674"/>
                        </a:cubicBezTo>
                        <a:lnTo>
                          <a:pt x="25600" y="42331"/>
                        </a:lnTo>
                        <a:cubicBezTo>
                          <a:pt x="23096" y="46458"/>
                          <a:pt x="18616" y="48976"/>
                          <a:pt x="13789" y="4897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7" name="Freeform 134">
                    <a:extLst>
                      <a:ext uri="{FF2B5EF4-FFF2-40B4-BE49-F238E27FC236}">
                        <a16:creationId xmlns:a16="http://schemas.microsoft.com/office/drawing/2014/main" id="{26A0290B-0864-6B49-FEC9-7B62C8D38BF2}"/>
                      </a:ext>
                    </a:extLst>
                  </p:cNvPr>
                  <p:cNvSpPr/>
                  <p:nvPr/>
                </p:nvSpPr>
                <p:spPr>
                  <a:xfrm>
                    <a:off x="11730312" y="2152481"/>
                    <a:ext cx="46303" cy="31384"/>
                  </a:xfrm>
                  <a:custGeom>
                    <a:avLst/>
                    <a:gdLst>
                      <a:gd name="connsiteX0" fmla="*/ 13954 w 46303"/>
                      <a:gd name="connsiteY0" fmla="*/ 31384 h 31384"/>
                      <a:gd name="connsiteX1" fmla="*/ 1 w 46303"/>
                      <a:gd name="connsiteY1" fmla="*/ 17750 h 31384"/>
                      <a:gd name="connsiteX2" fmla="*/ 11230 w 46303"/>
                      <a:gd name="connsiteY2" fmla="*/ 4037 h 31384"/>
                      <a:gd name="connsiteX3" fmla="*/ 29749 w 46303"/>
                      <a:gd name="connsiteY3" fmla="*/ 278 h 31384"/>
                      <a:gd name="connsiteX4" fmla="*/ 46026 w 46303"/>
                      <a:gd name="connsiteY4" fmla="*/ 11072 h 31384"/>
                      <a:gd name="connsiteX5" fmla="*/ 35232 w 46303"/>
                      <a:gd name="connsiteY5" fmla="*/ 27349 h 31384"/>
                      <a:gd name="connsiteX6" fmla="*/ 16713 w 46303"/>
                      <a:gd name="connsiteY6" fmla="*/ 31108 h 31384"/>
                      <a:gd name="connsiteX7" fmla="*/ 13954 w 46303"/>
                      <a:gd name="connsiteY7" fmla="*/ 31384 h 3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303" h="31384">
                        <a:moveTo>
                          <a:pt x="13954" y="31384"/>
                        </a:moveTo>
                        <a:cubicBezTo>
                          <a:pt x="6336" y="31472"/>
                          <a:pt x="89" y="25368"/>
                          <a:pt x="1" y="17750"/>
                        </a:cubicBezTo>
                        <a:cubicBezTo>
                          <a:pt x="-77" y="11061"/>
                          <a:pt x="4657" y="5280"/>
                          <a:pt x="11230" y="4037"/>
                        </a:cubicBezTo>
                        <a:lnTo>
                          <a:pt x="29749" y="278"/>
                        </a:lnTo>
                        <a:cubicBezTo>
                          <a:pt x="37224" y="-1237"/>
                          <a:pt x="44512" y="3596"/>
                          <a:pt x="46026" y="11072"/>
                        </a:cubicBezTo>
                        <a:cubicBezTo>
                          <a:pt x="47540" y="18547"/>
                          <a:pt x="42707" y="25835"/>
                          <a:pt x="35232" y="27349"/>
                        </a:cubicBezTo>
                        <a:lnTo>
                          <a:pt x="16713" y="31108"/>
                        </a:lnTo>
                        <a:cubicBezTo>
                          <a:pt x="15804" y="31292"/>
                          <a:pt x="14880" y="31385"/>
                          <a:pt x="13954" y="3138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8" name="Freeform 135">
                    <a:extLst>
                      <a:ext uri="{FF2B5EF4-FFF2-40B4-BE49-F238E27FC236}">
                        <a16:creationId xmlns:a16="http://schemas.microsoft.com/office/drawing/2014/main" id="{B2B1843B-44EB-DCA9-43AF-CBA2D8F9764B}"/>
                      </a:ext>
                    </a:extLst>
                  </p:cNvPr>
                  <p:cNvSpPr/>
                  <p:nvPr/>
                </p:nvSpPr>
                <p:spPr>
                  <a:xfrm>
                    <a:off x="11725062" y="2181654"/>
                    <a:ext cx="46842" cy="39214"/>
                  </a:xfrm>
                  <a:custGeom>
                    <a:avLst/>
                    <a:gdLst>
                      <a:gd name="connsiteX0" fmla="*/ 33016 w 46842"/>
                      <a:gd name="connsiteY0" fmla="*/ 39215 h 39214"/>
                      <a:gd name="connsiteX1" fmla="*/ 25895 w 46842"/>
                      <a:gd name="connsiteY1" fmla="*/ 37232 h 39214"/>
                      <a:gd name="connsiteX2" fmla="*/ 6669 w 46842"/>
                      <a:gd name="connsiteY2" fmla="*/ 25610 h 39214"/>
                      <a:gd name="connsiteX3" fmla="*/ 1987 w 46842"/>
                      <a:gd name="connsiteY3" fmla="*/ 6669 h 39214"/>
                      <a:gd name="connsiteX4" fmla="*/ 20929 w 46842"/>
                      <a:gd name="connsiteY4" fmla="*/ 1987 h 39214"/>
                      <a:gd name="connsiteX5" fmla="*/ 40172 w 46842"/>
                      <a:gd name="connsiteY5" fmla="*/ 13609 h 39214"/>
                      <a:gd name="connsiteX6" fmla="*/ 44858 w 46842"/>
                      <a:gd name="connsiteY6" fmla="*/ 32545 h 39214"/>
                      <a:gd name="connsiteX7" fmla="*/ 33016 w 46842"/>
                      <a:gd name="connsiteY7" fmla="*/ 39215 h 3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842" h="39214">
                        <a:moveTo>
                          <a:pt x="33016" y="39215"/>
                        </a:moveTo>
                        <a:cubicBezTo>
                          <a:pt x="30505" y="39215"/>
                          <a:pt x="28043" y="38529"/>
                          <a:pt x="25895" y="37232"/>
                        </a:cubicBezTo>
                        <a:lnTo>
                          <a:pt x="6669" y="25610"/>
                        </a:lnTo>
                        <a:cubicBezTo>
                          <a:pt x="145" y="21672"/>
                          <a:pt x="-1951" y="13192"/>
                          <a:pt x="1987" y="6669"/>
                        </a:cubicBezTo>
                        <a:cubicBezTo>
                          <a:pt x="5925" y="145"/>
                          <a:pt x="14406" y="-1951"/>
                          <a:pt x="20929" y="1987"/>
                        </a:cubicBezTo>
                        <a:lnTo>
                          <a:pt x="40172" y="13609"/>
                        </a:lnTo>
                        <a:cubicBezTo>
                          <a:pt x="46695" y="17544"/>
                          <a:pt x="48793" y="26022"/>
                          <a:pt x="44858" y="32545"/>
                        </a:cubicBezTo>
                        <a:cubicBezTo>
                          <a:pt x="42355" y="36694"/>
                          <a:pt x="37860" y="39225"/>
                          <a:pt x="33016" y="3921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9" name="Freeform 136">
                    <a:extLst>
                      <a:ext uri="{FF2B5EF4-FFF2-40B4-BE49-F238E27FC236}">
                        <a16:creationId xmlns:a16="http://schemas.microsoft.com/office/drawing/2014/main" id="{AEECB0EB-FED9-55B0-1CD9-C5FD30334F79}"/>
                      </a:ext>
                    </a:extLst>
                  </p:cNvPr>
                  <p:cNvSpPr/>
                  <p:nvPr/>
                </p:nvSpPr>
                <p:spPr>
                  <a:xfrm>
                    <a:off x="11702289" y="2201764"/>
                    <a:ext cx="31987" cy="45745"/>
                  </a:xfrm>
                  <a:custGeom>
                    <a:avLst/>
                    <a:gdLst>
                      <a:gd name="connsiteX0" fmla="*/ 18182 w 31987"/>
                      <a:gd name="connsiteY0" fmla="*/ 45745 h 45745"/>
                      <a:gd name="connsiteX1" fmla="*/ 4784 w 31987"/>
                      <a:gd name="connsiteY1" fmla="*/ 35192 h 45745"/>
                      <a:gd name="connsiteX2" fmla="*/ 387 w 31987"/>
                      <a:gd name="connsiteY2" fmla="*/ 17036 h 45745"/>
                      <a:gd name="connsiteX3" fmla="*/ 10569 w 31987"/>
                      <a:gd name="connsiteY3" fmla="*/ 388 h 45745"/>
                      <a:gd name="connsiteX4" fmla="*/ 27217 w 31987"/>
                      <a:gd name="connsiteY4" fmla="*/ 10570 h 45745"/>
                      <a:gd name="connsiteX5" fmla="*/ 31597 w 31987"/>
                      <a:gd name="connsiteY5" fmla="*/ 28709 h 45745"/>
                      <a:gd name="connsiteX6" fmla="*/ 21437 w 31987"/>
                      <a:gd name="connsiteY6" fmla="*/ 45362 h 45745"/>
                      <a:gd name="connsiteX7" fmla="*/ 21424 w 31987"/>
                      <a:gd name="connsiteY7" fmla="*/ 45366 h 45745"/>
                      <a:gd name="connsiteX8" fmla="*/ 18182 w 31987"/>
                      <a:gd name="connsiteY8" fmla="*/ 45745 h 4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87" h="45745">
                        <a:moveTo>
                          <a:pt x="18182" y="45745"/>
                        </a:moveTo>
                        <a:cubicBezTo>
                          <a:pt x="11816" y="45740"/>
                          <a:pt x="6280" y="41379"/>
                          <a:pt x="4784" y="35192"/>
                        </a:cubicBezTo>
                        <a:lnTo>
                          <a:pt x="387" y="17036"/>
                        </a:lnTo>
                        <a:cubicBezTo>
                          <a:pt x="-1398" y="9626"/>
                          <a:pt x="3160" y="2174"/>
                          <a:pt x="10569" y="388"/>
                        </a:cubicBezTo>
                        <a:cubicBezTo>
                          <a:pt x="17978" y="-1399"/>
                          <a:pt x="25432" y="3160"/>
                          <a:pt x="27217" y="10570"/>
                        </a:cubicBezTo>
                        <a:lnTo>
                          <a:pt x="31597" y="28709"/>
                        </a:lnTo>
                        <a:cubicBezTo>
                          <a:pt x="33390" y="36113"/>
                          <a:pt x="28842" y="43569"/>
                          <a:pt x="21437" y="45362"/>
                        </a:cubicBezTo>
                        <a:cubicBezTo>
                          <a:pt x="21432" y="45364"/>
                          <a:pt x="21428" y="45364"/>
                          <a:pt x="21424" y="45366"/>
                        </a:cubicBezTo>
                        <a:cubicBezTo>
                          <a:pt x="20362" y="45618"/>
                          <a:pt x="19274" y="45745"/>
                          <a:pt x="18182" y="4574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70" name="Freeform 137">
                    <a:extLst>
                      <a:ext uri="{FF2B5EF4-FFF2-40B4-BE49-F238E27FC236}">
                        <a16:creationId xmlns:a16="http://schemas.microsoft.com/office/drawing/2014/main" id="{6BB47A1B-4448-2963-BC5C-42FAAE654C97}"/>
                      </a:ext>
                    </a:extLst>
                  </p:cNvPr>
                  <p:cNvSpPr/>
                  <p:nvPr/>
                </p:nvSpPr>
                <p:spPr>
                  <a:xfrm>
                    <a:off x="11665963" y="2194759"/>
                    <a:ext cx="38617" cy="46490"/>
                  </a:xfrm>
                  <a:custGeom>
                    <a:avLst/>
                    <a:gdLst>
                      <a:gd name="connsiteX0" fmla="*/ 13746 w 38617"/>
                      <a:gd name="connsiteY0" fmla="*/ 46490 h 46490"/>
                      <a:gd name="connsiteX1" fmla="*/ 0 w 38617"/>
                      <a:gd name="connsiteY1" fmla="*/ 32648 h 46490"/>
                      <a:gd name="connsiteX2" fmla="*/ 1848 w 38617"/>
                      <a:gd name="connsiteY2" fmla="*/ 25799 h 46490"/>
                      <a:gd name="connsiteX3" fmla="*/ 12815 w 38617"/>
                      <a:gd name="connsiteY3" fmla="*/ 7004 h 46490"/>
                      <a:gd name="connsiteX4" fmla="*/ 31613 w 38617"/>
                      <a:gd name="connsiteY4" fmla="*/ 1791 h 46490"/>
                      <a:gd name="connsiteX5" fmla="*/ 36827 w 38617"/>
                      <a:gd name="connsiteY5" fmla="*/ 20590 h 46490"/>
                      <a:gd name="connsiteX6" fmla="*/ 36645 w 38617"/>
                      <a:gd name="connsiteY6" fmla="*/ 20902 h 46490"/>
                      <a:gd name="connsiteX7" fmla="*/ 25678 w 38617"/>
                      <a:gd name="connsiteY7" fmla="*/ 39714 h 46490"/>
                      <a:gd name="connsiteX8" fmla="*/ 13746 w 38617"/>
                      <a:gd name="connsiteY8" fmla="*/ 46490 h 46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17" h="46490">
                        <a:moveTo>
                          <a:pt x="13746" y="46490"/>
                        </a:moveTo>
                        <a:cubicBezTo>
                          <a:pt x="6128" y="46463"/>
                          <a:pt x="-27" y="40266"/>
                          <a:pt x="0" y="32648"/>
                        </a:cubicBezTo>
                        <a:cubicBezTo>
                          <a:pt x="9" y="30242"/>
                          <a:pt x="646" y="27882"/>
                          <a:pt x="1848" y="25799"/>
                        </a:cubicBezTo>
                        <a:lnTo>
                          <a:pt x="12815" y="7004"/>
                        </a:lnTo>
                        <a:cubicBezTo>
                          <a:pt x="16566" y="373"/>
                          <a:pt x="24983" y="-1961"/>
                          <a:pt x="31613" y="1791"/>
                        </a:cubicBezTo>
                        <a:cubicBezTo>
                          <a:pt x="38244" y="5542"/>
                          <a:pt x="40578" y="13958"/>
                          <a:pt x="36827" y="20590"/>
                        </a:cubicBezTo>
                        <a:cubicBezTo>
                          <a:pt x="36767" y="20695"/>
                          <a:pt x="36707" y="20798"/>
                          <a:pt x="36645" y="20902"/>
                        </a:cubicBezTo>
                        <a:lnTo>
                          <a:pt x="25678" y="39714"/>
                        </a:lnTo>
                        <a:cubicBezTo>
                          <a:pt x="23186" y="43932"/>
                          <a:pt x="18644" y="46511"/>
                          <a:pt x="13746" y="4649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4" name="Freeform 138">
                    <a:extLst>
                      <a:ext uri="{FF2B5EF4-FFF2-40B4-BE49-F238E27FC236}">
                        <a16:creationId xmlns:a16="http://schemas.microsoft.com/office/drawing/2014/main" id="{29BFCE5A-A126-9750-425D-669D8EB4ED81}"/>
                      </a:ext>
                    </a:extLst>
                  </p:cNvPr>
                  <p:cNvSpPr/>
                  <p:nvPr/>
                </p:nvSpPr>
                <p:spPr>
                  <a:xfrm>
                    <a:off x="11642426" y="2171965"/>
                    <a:ext cx="48292" cy="33233"/>
                  </a:xfrm>
                  <a:custGeom>
                    <a:avLst/>
                    <a:gdLst>
                      <a:gd name="connsiteX0" fmla="*/ 13781 w 48292"/>
                      <a:gd name="connsiteY0" fmla="*/ 33230 h 33233"/>
                      <a:gd name="connsiteX1" fmla="*/ 0 w 48292"/>
                      <a:gd name="connsiteY1" fmla="*/ 19422 h 33233"/>
                      <a:gd name="connsiteX2" fmla="*/ 10177 w 48292"/>
                      <a:gd name="connsiteY2" fmla="*/ 6124 h 33233"/>
                      <a:gd name="connsiteX3" fmla="*/ 30696 w 48292"/>
                      <a:gd name="connsiteY3" fmla="*/ 537 h 33233"/>
                      <a:gd name="connsiteX4" fmla="*/ 47756 w 48292"/>
                      <a:gd name="connsiteY4" fmla="*/ 9999 h 33233"/>
                      <a:gd name="connsiteX5" fmla="*/ 38294 w 48292"/>
                      <a:gd name="connsiteY5" fmla="*/ 27059 h 33233"/>
                      <a:gd name="connsiteX6" fmla="*/ 37921 w 48292"/>
                      <a:gd name="connsiteY6" fmla="*/ 27160 h 33233"/>
                      <a:gd name="connsiteX7" fmla="*/ 17402 w 48292"/>
                      <a:gd name="connsiteY7" fmla="*/ 32833 h 33233"/>
                      <a:gd name="connsiteX8" fmla="*/ 13781 w 48292"/>
                      <a:gd name="connsiteY8" fmla="*/ 33230 h 3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92" h="33233">
                        <a:moveTo>
                          <a:pt x="13781" y="33230"/>
                        </a:moveTo>
                        <a:cubicBezTo>
                          <a:pt x="6162" y="33223"/>
                          <a:pt x="-8" y="27040"/>
                          <a:pt x="0" y="19422"/>
                        </a:cubicBezTo>
                        <a:cubicBezTo>
                          <a:pt x="6" y="13201"/>
                          <a:pt x="4174" y="7755"/>
                          <a:pt x="10177" y="6124"/>
                        </a:cubicBezTo>
                        <a:lnTo>
                          <a:pt x="30696" y="537"/>
                        </a:lnTo>
                        <a:cubicBezTo>
                          <a:pt x="38020" y="-1561"/>
                          <a:pt x="45658" y="2675"/>
                          <a:pt x="47756" y="9999"/>
                        </a:cubicBezTo>
                        <a:cubicBezTo>
                          <a:pt x="49854" y="17323"/>
                          <a:pt x="45618" y="24961"/>
                          <a:pt x="38294" y="27059"/>
                        </a:cubicBezTo>
                        <a:cubicBezTo>
                          <a:pt x="38170" y="27094"/>
                          <a:pt x="38046" y="27128"/>
                          <a:pt x="37921" y="27160"/>
                        </a:cubicBezTo>
                        <a:lnTo>
                          <a:pt x="17402" y="32833"/>
                        </a:lnTo>
                        <a:cubicBezTo>
                          <a:pt x="16217" y="33124"/>
                          <a:pt x="15000" y="33257"/>
                          <a:pt x="13781" y="3323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5" name="Freeform 139">
                    <a:extLst>
                      <a:ext uri="{FF2B5EF4-FFF2-40B4-BE49-F238E27FC236}">
                        <a16:creationId xmlns:a16="http://schemas.microsoft.com/office/drawing/2014/main" id="{FDB33563-723C-C7BB-967E-4F02013F5D0B}"/>
                      </a:ext>
                    </a:extLst>
                  </p:cNvPr>
                  <p:cNvSpPr/>
                  <p:nvPr/>
                </p:nvSpPr>
                <p:spPr>
                  <a:xfrm>
                    <a:off x="11647198" y="2133707"/>
                    <a:ext cx="47286" cy="40433"/>
                  </a:xfrm>
                  <a:custGeom>
                    <a:avLst/>
                    <a:gdLst>
                      <a:gd name="connsiteX0" fmla="*/ 33390 w 47286"/>
                      <a:gd name="connsiteY0" fmla="*/ 40434 h 40433"/>
                      <a:gd name="connsiteX1" fmla="*/ 25872 w 47286"/>
                      <a:gd name="connsiteY1" fmla="*/ 38192 h 40433"/>
                      <a:gd name="connsiteX2" fmla="*/ 6267 w 47286"/>
                      <a:gd name="connsiteY2" fmla="*/ 25363 h 40433"/>
                      <a:gd name="connsiteX3" fmla="*/ 2240 w 47286"/>
                      <a:gd name="connsiteY3" fmla="*/ 6267 h 40433"/>
                      <a:gd name="connsiteX4" fmla="*/ 21337 w 47286"/>
                      <a:gd name="connsiteY4" fmla="*/ 2240 h 40433"/>
                      <a:gd name="connsiteX5" fmla="*/ 41028 w 47286"/>
                      <a:gd name="connsiteY5" fmla="*/ 15086 h 40433"/>
                      <a:gd name="connsiteX6" fmla="*/ 45043 w 47286"/>
                      <a:gd name="connsiteY6" fmla="*/ 34177 h 40433"/>
                      <a:gd name="connsiteX7" fmla="*/ 33476 w 47286"/>
                      <a:gd name="connsiteY7" fmla="*/ 40434 h 4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286" h="40433">
                        <a:moveTo>
                          <a:pt x="33390" y="40434"/>
                        </a:moveTo>
                        <a:cubicBezTo>
                          <a:pt x="30720" y="40430"/>
                          <a:pt x="28108" y="39651"/>
                          <a:pt x="25872" y="38192"/>
                        </a:cubicBezTo>
                        <a:lnTo>
                          <a:pt x="6267" y="25363"/>
                        </a:lnTo>
                        <a:cubicBezTo>
                          <a:pt x="-119" y="21202"/>
                          <a:pt x="-1921" y="12652"/>
                          <a:pt x="2240" y="6267"/>
                        </a:cubicBezTo>
                        <a:cubicBezTo>
                          <a:pt x="6402" y="-119"/>
                          <a:pt x="14952" y="-1921"/>
                          <a:pt x="21337" y="2240"/>
                        </a:cubicBezTo>
                        <a:lnTo>
                          <a:pt x="41028" y="15086"/>
                        </a:lnTo>
                        <a:cubicBezTo>
                          <a:pt x="47409" y="19249"/>
                          <a:pt x="49206" y="27797"/>
                          <a:pt x="45043" y="34177"/>
                        </a:cubicBezTo>
                        <a:cubicBezTo>
                          <a:pt x="42494" y="38085"/>
                          <a:pt x="38142" y="40439"/>
                          <a:pt x="33476" y="4043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86" name="Freeform 140">
                    <a:extLst>
                      <a:ext uri="{FF2B5EF4-FFF2-40B4-BE49-F238E27FC236}">
                        <a16:creationId xmlns:a16="http://schemas.microsoft.com/office/drawing/2014/main" id="{A76AF82B-AB79-53DC-F8A0-F9B287BD7C82}"/>
                      </a:ext>
                    </a:extLst>
                  </p:cNvPr>
                  <p:cNvSpPr/>
                  <p:nvPr/>
                </p:nvSpPr>
                <p:spPr>
                  <a:xfrm>
                    <a:off x="11662660" y="2132016"/>
                    <a:ext cx="94148" cy="94146"/>
                  </a:xfrm>
                  <a:custGeom>
                    <a:avLst/>
                    <a:gdLst>
                      <a:gd name="connsiteX0" fmla="*/ 47086 w 94148"/>
                      <a:gd name="connsiteY0" fmla="*/ 94147 h 94146"/>
                      <a:gd name="connsiteX1" fmla="*/ 0 w 94148"/>
                      <a:gd name="connsiteY1" fmla="*/ 47086 h 94146"/>
                      <a:gd name="connsiteX2" fmla="*/ 47061 w 94148"/>
                      <a:gd name="connsiteY2" fmla="*/ 0 h 94146"/>
                      <a:gd name="connsiteX3" fmla="*/ 92900 w 94148"/>
                      <a:gd name="connsiteY3" fmla="*/ 36314 h 94146"/>
                      <a:gd name="connsiteX4" fmla="*/ 92900 w 94148"/>
                      <a:gd name="connsiteY4" fmla="*/ 36314 h 94146"/>
                      <a:gd name="connsiteX5" fmla="*/ 57755 w 94148"/>
                      <a:gd name="connsiteY5" fmla="*/ 92910 h 94146"/>
                      <a:gd name="connsiteX6" fmla="*/ 47086 w 94148"/>
                      <a:gd name="connsiteY6" fmla="*/ 94147 h 94146"/>
                      <a:gd name="connsiteX7" fmla="*/ 47086 w 94148"/>
                      <a:gd name="connsiteY7" fmla="*/ 27589 h 94146"/>
                      <a:gd name="connsiteX8" fmla="*/ 42620 w 94148"/>
                      <a:gd name="connsiteY8" fmla="*/ 28106 h 94146"/>
                      <a:gd name="connsiteX9" fmla="*/ 28110 w 94148"/>
                      <a:gd name="connsiteY9" fmla="*/ 51531 h 94146"/>
                      <a:gd name="connsiteX10" fmla="*/ 51535 w 94148"/>
                      <a:gd name="connsiteY10" fmla="*/ 66041 h 94146"/>
                      <a:gd name="connsiteX11" fmla="*/ 66043 w 94148"/>
                      <a:gd name="connsiteY11" fmla="*/ 42671 h 94146"/>
                      <a:gd name="connsiteX12" fmla="*/ 66036 w 94148"/>
                      <a:gd name="connsiteY12" fmla="*/ 42642 h 94146"/>
                      <a:gd name="connsiteX13" fmla="*/ 66036 w 94148"/>
                      <a:gd name="connsiteY13" fmla="*/ 42642 h 94146"/>
                      <a:gd name="connsiteX14" fmla="*/ 47086 w 94148"/>
                      <a:gd name="connsiteY14" fmla="*/ 27589 h 9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148" h="94146">
                        <a:moveTo>
                          <a:pt x="47086" y="94147"/>
                        </a:moveTo>
                        <a:cubicBezTo>
                          <a:pt x="21088" y="94154"/>
                          <a:pt x="7" y="73084"/>
                          <a:pt x="0" y="47086"/>
                        </a:cubicBezTo>
                        <a:cubicBezTo>
                          <a:pt x="-7" y="21088"/>
                          <a:pt x="21063" y="7"/>
                          <a:pt x="47061" y="0"/>
                        </a:cubicBezTo>
                        <a:cubicBezTo>
                          <a:pt x="68919" y="-6"/>
                          <a:pt x="87905" y="15035"/>
                          <a:pt x="92900" y="36314"/>
                        </a:cubicBezTo>
                        <a:lnTo>
                          <a:pt x="92900" y="36314"/>
                        </a:lnTo>
                        <a:cubicBezTo>
                          <a:pt x="98823" y="61647"/>
                          <a:pt x="83089" y="86986"/>
                          <a:pt x="57755" y="92910"/>
                        </a:cubicBezTo>
                        <a:cubicBezTo>
                          <a:pt x="54257" y="93728"/>
                          <a:pt x="50678" y="94143"/>
                          <a:pt x="47086" y="94147"/>
                        </a:cubicBezTo>
                        <a:close/>
                        <a:moveTo>
                          <a:pt x="47086" y="27589"/>
                        </a:moveTo>
                        <a:cubicBezTo>
                          <a:pt x="45582" y="27592"/>
                          <a:pt x="44084" y="27766"/>
                          <a:pt x="42620" y="28106"/>
                        </a:cubicBezTo>
                        <a:cubicBezTo>
                          <a:pt x="32145" y="30568"/>
                          <a:pt x="25648" y="41055"/>
                          <a:pt x="28110" y="51531"/>
                        </a:cubicBezTo>
                        <a:cubicBezTo>
                          <a:pt x="30572" y="62006"/>
                          <a:pt x="41059" y="68503"/>
                          <a:pt x="51535" y="66041"/>
                        </a:cubicBezTo>
                        <a:cubicBezTo>
                          <a:pt x="61994" y="63594"/>
                          <a:pt x="68490" y="53131"/>
                          <a:pt x="66043" y="42671"/>
                        </a:cubicBezTo>
                        <a:cubicBezTo>
                          <a:pt x="66041" y="42662"/>
                          <a:pt x="66038" y="42652"/>
                          <a:pt x="66036" y="42642"/>
                        </a:cubicBezTo>
                        <a:lnTo>
                          <a:pt x="66036" y="42642"/>
                        </a:lnTo>
                        <a:cubicBezTo>
                          <a:pt x="63973" y="33838"/>
                          <a:pt x="56129" y="27606"/>
                          <a:pt x="47086" y="27589"/>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sp>
          <p:nvSpPr>
            <p:cNvPr id="461" name="Arrow: Pentagon 277">
              <a:extLst>
                <a:ext uri="{FF2B5EF4-FFF2-40B4-BE49-F238E27FC236}">
                  <a16:creationId xmlns:a16="http://schemas.microsoft.com/office/drawing/2014/main" id="{1F3E6208-384D-FD03-07E1-3E94E9AACF0C}"/>
                </a:ext>
              </a:extLst>
            </p:cNvPr>
            <p:cNvSpPr/>
            <p:nvPr/>
          </p:nvSpPr>
          <p:spPr>
            <a:xfrm>
              <a:off x="1075577" y="1362494"/>
              <a:ext cx="1643664" cy="964154"/>
            </a:xfrm>
            <a:prstGeom prst="homePlate">
              <a:avLst>
                <a:gd name="adj" fmla="val 30009"/>
              </a:avLst>
            </a:prstGeom>
            <a:gradFill>
              <a:gsLst>
                <a:gs pos="0">
                  <a:schemeClr val="tx2"/>
                </a:gs>
                <a:gs pos="9900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21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Initiate</a:t>
              </a:r>
            </a:p>
          </p:txBody>
        </p:sp>
        <p:sp>
          <p:nvSpPr>
            <p:cNvPr id="462" name="Arrow: Pentagon 277">
              <a:extLst>
                <a:ext uri="{FF2B5EF4-FFF2-40B4-BE49-F238E27FC236}">
                  <a16:creationId xmlns:a16="http://schemas.microsoft.com/office/drawing/2014/main" id="{93D11694-6788-A683-1338-A7FBE5851083}"/>
                </a:ext>
              </a:extLst>
            </p:cNvPr>
            <p:cNvSpPr/>
            <p:nvPr/>
          </p:nvSpPr>
          <p:spPr>
            <a:xfrm>
              <a:off x="-16254" y="1362494"/>
              <a:ext cx="1407055" cy="964154"/>
            </a:xfrm>
            <a:prstGeom prst="homePlate">
              <a:avLst>
                <a:gd name="adj" fmla="val 30009"/>
              </a:avLst>
            </a:prstGeom>
            <a:gradFill>
              <a:gsLst>
                <a:gs pos="0">
                  <a:schemeClr val="bg2">
                    <a:lumMod val="50000"/>
                  </a:schemeClr>
                </a:gs>
                <a:gs pos="10000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Discover</a:t>
              </a:r>
            </a:p>
          </p:txBody>
        </p:sp>
        <p:grpSp>
          <p:nvGrpSpPr>
            <p:cNvPr id="463" name="Group 462">
              <a:extLst>
                <a:ext uri="{FF2B5EF4-FFF2-40B4-BE49-F238E27FC236}">
                  <a16:creationId xmlns:a16="http://schemas.microsoft.com/office/drawing/2014/main" id="{292BFB64-B366-D01C-417A-892F93431D41}"/>
                </a:ext>
              </a:extLst>
            </p:cNvPr>
            <p:cNvGrpSpPr/>
            <p:nvPr/>
          </p:nvGrpSpPr>
          <p:grpSpPr>
            <a:xfrm>
              <a:off x="433241" y="1484737"/>
              <a:ext cx="471791" cy="471791"/>
              <a:chOff x="1650814" y="1570462"/>
              <a:chExt cx="471791" cy="471791"/>
            </a:xfrm>
          </p:grpSpPr>
          <p:sp>
            <p:nvSpPr>
              <p:cNvPr id="484" name="Oval 483">
                <a:extLst>
                  <a:ext uri="{FF2B5EF4-FFF2-40B4-BE49-F238E27FC236}">
                    <a16:creationId xmlns:a16="http://schemas.microsoft.com/office/drawing/2014/main" id="{BAB4CE40-B61B-95B0-417C-EA02C444B5AF}"/>
                  </a:ext>
                </a:extLst>
              </p:cNvPr>
              <p:cNvSpPr/>
              <p:nvPr/>
            </p:nvSpPr>
            <p:spPr>
              <a:xfrm>
                <a:off x="1650814"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485" name="Graphic 43">
                <a:extLst>
                  <a:ext uri="{FF2B5EF4-FFF2-40B4-BE49-F238E27FC236}">
                    <a16:creationId xmlns:a16="http://schemas.microsoft.com/office/drawing/2014/main" id="{C3EDBB71-8C3B-AA21-DB29-F59E44898A7D}"/>
                  </a:ext>
                </a:extLst>
              </p:cNvPr>
              <p:cNvGrpSpPr/>
              <p:nvPr/>
            </p:nvGrpSpPr>
            <p:grpSpPr>
              <a:xfrm>
                <a:off x="1750604" y="1669584"/>
                <a:ext cx="272210" cy="273546"/>
                <a:chOff x="1759940" y="1793479"/>
                <a:chExt cx="449934" cy="452143"/>
              </a:xfrm>
            </p:grpSpPr>
            <p:sp>
              <p:nvSpPr>
                <p:cNvPr id="487" name="Freeform: Shape 486">
                  <a:extLst>
                    <a:ext uri="{FF2B5EF4-FFF2-40B4-BE49-F238E27FC236}">
                      <a16:creationId xmlns:a16="http://schemas.microsoft.com/office/drawing/2014/main" id="{4FB82A19-6DE4-C975-1F5A-4C9F5C1464B6}"/>
                    </a:ext>
                  </a:extLst>
                </p:cNvPr>
                <p:cNvSpPr/>
                <p:nvPr/>
              </p:nvSpPr>
              <p:spPr>
                <a:xfrm>
                  <a:off x="1759940"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0" y="43107"/>
                        <a:pt x="0" y="33458"/>
                        <a:pt x="0" y="21554"/>
                      </a:cubicBezTo>
                      <a:cubicBezTo>
                        <a:pt x="0" y="9650"/>
                        <a:pt x="9650" y="0"/>
                        <a:pt x="21554" y="0"/>
                      </a:cubicBezTo>
                      <a:lnTo>
                        <a:pt x="61967" y="0"/>
                      </a:lnTo>
                      <a:cubicBezTo>
                        <a:pt x="73871" y="0"/>
                        <a:pt x="83521" y="9650"/>
                        <a:pt x="83521" y="21554"/>
                      </a:cubicBezTo>
                      <a:cubicBezTo>
                        <a:pt x="83521" y="33458"/>
                        <a:pt x="73871" y="43107"/>
                        <a:pt x="61967" y="43107"/>
                      </a:cubicBezTo>
                      <a:close/>
                    </a:path>
                  </a:pathLst>
                </a:custGeom>
                <a:solidFill>
                  <a:srgbClr val="EF463C"/>
                </a:solidFill>
                <a:ln w="2667" cap="flat">
                  <a:noFill/>
                  <a:prstDash val="solid"/>
                  <a:miter/>
                </a:ln>
              </p:spPr>
              <p:txBody>
                <a:bodyPr rtlCol="0" anchor="ctr"/>
                <a:lstStyle/>
                <a:p>
                  <a:endParaRPr lang="en-MY"/>
                </a:p>
              </p:txBody>
            </p:sp>
            <p:grpSp>
              <p:nvGrpSpPr>
                <p:cNvPr id="488" name="Graphic 43">
                  <a:extLst>
                    <a:ext uri="{FF2B5EF4-FFF2-40B4-BE49-F238E27FC236}">
                      <a16:creationId xmlns:a16="http://schemas.microsoft.com/office/drawing/2014/main" id="{E8AE3E33-7BFF-1D22-E150-909B93C2F4A7}"/>
                    </a:ext>
                  </a:extLst>
                </p:cNvPr>
                <p:cNvGrpSpPr/>
                <p:nvPr/>
              </p:nvGrpSpPr>
              <p:grpSpPr>
                <a:xfrm>
                  <a:off x="1853403" y="1895374"/>
                  <a:ext cx="263656" cy="350248"/>
                  <a:chOff x="1853403" y="1895374"/>
                  <a:chExt cx="263656" cy="350248"/>
                </a:xfrm>
              </p:grpSpPr>
              <p:sp>
                <p:nvSpPr>
                  <p:cNvPr id="494" name="Freeform: Shape 493">
                    <a:extLst>
                      <a:ext uri="{FF2B5EF4-FFF2-40B4-BE49-F238E27FC236}">
                        <a16:creationId xmlns:a16="http://schemas.microsoft.com/office/drawing/2014/main" id="{08B66476-1515-4DB5-A09D-6E6735DFBF0B}"/>
                      </a:ext>
                    </a:extLst>
                  </p:cNvPr>
                  <p:cNvSpPr/>
                  <p:nvPr/>
                </p:nvSpPr>
                <p:spPr>
                  <a:xfrm>
                    <a:off x="1853403" y="1895374"/>
                    <a:ext cx="263656" cy="256435"/>
                  </a:xfrm>
                  <a:custGeom>
                    <a:avLst/>
                    <a:gdLst>
                      <a:gd name="connsiteX0" fmla="*/ 182506 w 263656"/>
                      <a:gd name="connsiteY0" fmla="*/ 256436 h 256435"/>
                      <a:gd name="connsiteX1" fmla="*/ 160954 w 263656"/>
                      <a:gd name="connsiteY1" fmla="*/ 234879 h 256435"/>
                      <a:gd name="connsiteX2" fmla="*/ 174936 w 263656"/>
                      <a:gd name="connsiteY2" fmla="*/ 214702 h 256435"/>
                      <a:gd name="connsiteX3" fmla="*/ 220549 w 263656"/>
                      <a:gd name="connsiteY3" fmla="*/ 128891 h 256435"/>
                      <a:gd name="connsiteX4" fmla="*/ 131828 w 263656"/>
                      <a:gd name="connsiteY4" fmla="*/ 43107 h 256435"/>
                      <a:gd name="connsiteX5" fmla="*/ 43107 w 263656"/>
                      <a:gd name="connsiteY5" fmla="*/ 128891 h 256435"/>
                      <a:gd name="connsiteX6" fmla="*/ 90310 w 263656"/>
                      <a:gd name="connsiteY6" fmla="*/ 214271 h 256435"/>
                      <a:gd name="connsiteX7" fmla="*/ 103140 w 263656"/>
                      <a:gd name="connsiteY7" fmla="*/ 241922 h 256435"/>
                      <a:gd name="connsiteX8" fmla="*/ 75490 w 263656"/>
                      <a:gd name="connsiteY8" fmla="*/ 254752 h 256435"/>
                      <a:gd name="connsiteX9" fmla="*/ 74630 w 263656"/>
                      <a:gd name="connsiteY9" fmla="*/ 254415 h 256435"/>
                      <a:gd name="connsiteX10" fmla="*/ 0 w 263656"/>
                      <a:gd name="connsiteY10" fmla="*/ 128891 h 256435"/>
                      <a:gd name="connsiteX11" fmla="*/ 131828 w 263656"/>
                      <a:gd name="connsiteY11" fmla="*/ 0 h 256435"/>
                      <a:gd name="connsiteX12" fmla="*/ 263656 w 263656"/>
                      <a:gd name="connsiteY12" fmla="*/ 128891 h 256435"/>
                      <a:gd name="connsiteX13" fmla="*/ 190077 w 263656"/>
                      <a:gd name="connsiteY13" fmla="*/ 255062 h 256435"/>
                      <a:gd name="connsiteX14" fmla="*/ 182506 w 263656"/>
                      <a:gd name="connsiteY14" fmla="*/ 256436 h 25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656" h="256435">
                        <a:moveTo>
                          <a:pt x="182506" y="256436"/>
                        </a:moveTo>
                        <a:cubicBezTo>
                          <a:pt x="170603" y="256436"/>
                          <a:pt x="160953" y="246785"/>
                          <a:pt x="160954" y="234879"/>
                        </a:cubicBezTo>
                        <a:cubicBezTo>
                          <a:pt x="160955" y="225897"/>
                          <a:pt x="166527" y="217857"/>
                          <a:pt x="174936" y="214702"/>
                        </a:cubicBezTo>
                        <a:cubicBezTo>
                          <a:pt x="205192" y="203360"/>
                          <a:pt x="220549" y="174478"/>
                          <a:pt x="220549" y="128891"/>
                        </a:cubicBezTo>
                        <a:cubicBezTo>
                          <a:pt x="220549" y="79183"/>
                          <a:pt x="183234" y="43107"/>
                          <a:pt x="131828" y="43107"/>
                        </a:cubicBezTo>
                        <a:cubicBezTo>
                          <a:pt x="80422" y="43107"/>
                          <a:pt x="43107" y="79183"/>
                          <a:pt x="43107" y="128891"/>
                        </a:cubicBezTo>
                        <a:cubicBezTo>
                          <a:pt x="43107" y="159417"/>
                          <a:pt x="51190" y="198941"/>
                          <a:pt x="90310" y="214271"/>
                        </a:cubicBezTo>
                        <a:cubicBezTo>
                          <a:pt x="101488" y="218364"/>
                          <a:pt x="107233" y="230744"/>
                          <a:pt x="103140" y="241922"/>
                        </a:cubicBezTo>
                        <a:cubicBezTo>
                          <a:pt x="99048" y="253100"/>
                          <a:pt x="86669" y="258844"/>
                          <a:pt x="75490" y="254752"/>
                        </a:cubicBezTo>
                        <a:cubicBezTo>
                          <a:pt x="75201" y="254644"/>
                          <a:pt x="74914" y="254533"/>
                          <a:pt x="74630" y="254415"/>
                        </a:cubicBezTo>
                        <a:cubicBezTo>
                          <a:pt x="26511" y="235555"/>
                          <a:pt x="0" y="191020"/>
                          <a:pt x="0" y="128891"/>
                        </a:cubicBezTo>
                        <a:cubicBezTo>
                          <a:pt x="0" y="55393"/>
                          <a:pt x="56579" y="0"/>
                          <a:pt x="131828" y="0"/>
                        </a:cubicBezTo>
                        <a:cubicBezTo>
                          <a:pt x="207078" y="0"/>
                          <a:pt x="263656" y="55474"/>
                          <a:pt x="263656" y="128891"/>
                        </a:cubicBezTo>
                        <a:cubicBezTo>
                          <a:pt x="263656" y="210364"/>
                          <a:pt x="223647" y="242480"/>
                          <a:pt x="190077" y="255062"/>
                        </a:cubicBezTo>
                        <a:cubicBezTo>
                          <a:pt x="187655" y="255970"/>
                          <a:pt x="185093" y="256436"/>
                          <a:pt x="182506" y="256436"/>
                        </a:cubicBezTo>
                        <a:close/>
                      </a:path>
                    </a:pathLst>
                  </a:custGeom>
                  <a:solidFill>
                    <a:srgbClr val="C42828"/>
                  </a:solidFill>
                  <a:ln w="2667" cap="flat">
                    <a:noFill/>
                    <a:prstDash val="solid"/>
                    <a:miter/>
                  </a:ln>
                </p:spPr>
                <p:txBody>
                  <a:bodyPr rtlCol="0" anchor="ctr"/>
                  <a:lstStyle/>
                  <a:p>
                    <a:endParaRPr lang="en-MY"/>
                  </a:p>
                </p:txBody>
              </p:sp>
              <p:sp>
                <p:nvSpPr>
                  <p:cNvPr id="495" name="Freeform: Shape 494">
                    <a:extLst>
                      <a:ext uri="{FF2B5EF4-FFF2-40B4-BE49-F238E27FC236}">
                        <a16:creationId xmlns:a16="http://schemas.microsoft.com/office/drawing/2014/main" id="{93404365-4201-3F30-D478-D7F7674BEF7D}"/>
                      </a:ext>
                    </a:extLst>
                  </p:cNvPr>
                  <p:cNvSpPr/>
                  <p:nvPr/>
                </p:nvSpPr>
                <p:spPr>
                  <a:xfrm>
                    <a:off x="1923883" y="2151082"/>
                    <a:ext cx="122883" cy="43107"/>
                  </a:xfrm>
                  <a:custGeom>
                    <a:avLst/>
                    <a:gdLst>
                      <a:gd name="connsiteX0" fmla="*/ 101330 w 122883"/>
                      <a:gd name="connsiteY0" fmla="*/ 43107 h 43107"/>
                      <a:gd name="connsiteX1" fmla="*/ 21554 w 122883"/>
                      <a:gd name="connsiteY1" fmla="*/ 43107 h 43107"/>
                      <a:gd name="connsiteX2" fmla="*/ 0 w 122883"/>
                      <a:gd name="connsiteY2" fmla="*/ 21554 h 43107"/>
                      <a:gd name="connsiteX3" fmla="*/ 21554 w 122883"/>
                      <a:gd name="connsiteY3" fmla="*/ 0 h 43107"/>
                      <a:gd name="connsiteX4" fmla="*/ 101330 w 122883"/>
                      <a:gd name="connsiteY4" fmla="*/ 0 h 43107"/>
                      <a:gd name="connsiteX5" fmla="*/ 122883 w 122883"/>
                      <a:gd name="connsiteY5" fmla="*/ 21554 h 43107"/>
                      <a:gd name="connsiteX6" fmla="*/ 101330 w 122883"/>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883" h="43107">
                        <a:moveTo>
                          <a:pt x="101330" y="43107"/>
                        </a:moveTo>
                        <a:lnTo>
                          <a:pt x="21554" y="43107"/>
                        </a:lnTo>
                        <a:cubicBezTo>
                          <a:pt x="9650" y="43107"/>
                          <a:pt x="0" y="33457"/>
                          <a:pt x="0" y="21554"/>
                        </a:cubicBezTo>
                        <a:cubicBezTo>
                          <a:pt x="0" y="9651"/>
                          <a:pt x="9650" y="0"/>
                          <a:pt x="21554" y="0"/>
                        </a:cubicBezTo>
                        <a:lnTo>
                          <a:pt x="101330" y="0"/>
                        </a:lnTo>
                        <a:cubicBezTo>
                          <a:pt x="113233" y="0"/>
                          <a:pt x="122883" y="9651"/>
                          <a:pt x="122883" y="21554"/>
                        </a:cubicBezTo>
                        <a:cubicBezTo>
                          <a:pt x="122883" y="33457"/>
                          <a:pt x="113233" y="43107"/>
                          <a:pt x="101330" y="43107"/>
                        </a:cubicBezTo>
                        <a:close/>
                      </a:path>
                    </a:pathLst>
                  </a:custGeom>
                  <a:solidFill>
                    <a:srgbClr val="EF463C"/>
                  </a:solidFill>
                  <a:ln w="2667" cap="flat">
                    <a:noFill/>
                    <a:prstDash val="solid"/>
                    <a:miter/>
                  </a:ln>
                </p:spPr>
                <p:txBody>
                  <a:bodyPr rtlCol="0" anchor="ctr"/>
                  <a:lstStyle/>
                  <a:p>
                    <a:endParaRPr lang="en-MY"/>
                  </a:p>
                </p:txBody>
              </p:sp>
              <p:sp>
                <p:nvSpPr>
                  <p:cNvPr id="496" name="Freeform: Shape 495">
                    <a:extLst>
                      <a:ext uri="{FF2B5EF4-FFF2-40B4-BE49-F238E27FC236}">
                        <a16:creationId xmlns:a16="http://schemas.microsoft.com/office/drawing/2014/main" id="{B102B084-AAF6-5E87-AA77-8AC3367A0FE2}"/>
                      </a:ext>
                    </a:extLst>
                  </p:cNvPr>
                  <p:cNvSpPr/>
                  <p:nvPr/>
                </p:nvSpPr>
                <p:spPr>
                  <a:xfrm>
                    <a:off x="1923883" y="2202515"/>
                    <a:ext cx="120835" cy="43107"/>
                  </a:xfrm>
                  <a:custGeom>
                    <a:avLst/>
                    <a:gdLst>
                      <a:gd name="connsiteX0" fmla="*/ 99282 w 120835"/>
                      <a:gd name="connsiteY0" fmla="*/ 43107 h 43107"/>
                      <a:gd name="connsiteX1" fmla="*/ 21554 w 120835"/>
                      <a:gd name="connsiteY1" fmla="*/ 43107 h 43107"/>
                      <a:gd name="connsiteX2" fmla="*/ 0 w 120835"/>
                      <a:gd name="connsiteY2" fmla="*/ 21554 h 43107"/>
                      <a:gd name="connsiteX3" fmla="*/ 21554 w 120835"/>
                      <a:gd name="connsiteY3" fmla="*/ 0 h 43107"/>
                      <a:gd name="connsiteX4" fmla="*/ 99282 w 120835"/>
                      <a:gd name="connsiteY4" fmla="*/ 0 h 43107"/>
                      <a:gd name="connsiteX5" fmla="*/ 120836 w 120835"/>
                      <a:gd name="connsiteY5" fmla="*/ 21554 h 43107"/>
                      <a:gd name="connsiteX6" fmla="*/ 99282 w 120835"/>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35" h="43107">
                        <a:moveTo>
                          <a:pt x="99282" y="43107"/>
                        </a:moveTo>
                        <a:lnTo>
                          <a:pt x="21554" y="43107"/>
                        </a:lnTo>
                        <a:cubicBezTo>
                          <a:pt x="9650" y="43107"/>
                          <a:pt x="0" y="33457"/>
                          <a:pt x="0" y="21554"/>
                        </a:cubicBezTo>
                        <a:cubicBezTo>
                          <a:pt x="0" y="9651"/>
                          <a:pt x="9650" y="0"/>
                          <a:pt x="21554" y="0"/>
                        </a:cubicBezTo>
                        <a:lnTo>
                          <a:pt x="99282" y="0"/>
                        </a:lnTo>
                        <a:cubicBezTo>
                          <a:pt x="111185" y="0"/>
                          <a:pt x="120836" y="9651"/>
                          <a:pt x="120836" y="21554"/>
                        </a:cubicBezTo>
                        <a:cubicBezTo>
                          <a:pt x="120836" y="33457"/>
                          <a:pt x="111185" y="43107"/>
                          <a:pt x="99282" y="43107"/>
                        </a:cubicBezTo>
                        <a:close/>
                      </a:path>
                    </a:pathLst>
                  </a:custGeom>
                  <a:solidFill>
                    <a:srgbClr val="EF463C"/>
                  </a:solidFill>
                  <a:ln w="2667" cap="flat">
                    <a:noFill/>
                    <a:prstDash val="solid"/>
                    <a:miter/>
                  </a:ln>
                </p:spPr>
                <p:txBody>
                  <a:bodyPr rtlCol="0" anchor="ctr"/>
                  <a:lstStyle/>
                  <a:p>
                    <a:endParaRPr lang="en-MY"/>
                  </a:p>
                </p:txBody>
              </p:sp>
              <p:sp>
                <p:nvSpPr>
                  <p:cNvPr id="497" name="Freeform: Shape 496">
                    <a:extLst>
                      <a:ext uri="{FF2B5EF4-FFF2-40B4-BE49-F238E27FC236}">
                        <a16:creationId xmlns:a16="http://schemas.microsoft.com/office/drawing/2014/main" id="{36EBB419-0C0E-F6E1-8F4D-C57BECFD44C1}"/>
                      </a:ext>
                    </a:extLst>
                  </p:cNvPr>
                  <p:cNvSpPr/>
                  <p:nvPr/>
                </p:nvSpPr>
                <p:spPr>
                  <a:xfrm>
                    <a:off x="1915154" y="2109268"/>
                    <a:ext cx="140341" cy="136354"/>
                  </a:xfrm>
                  <a:custGeom>
                    <a:avLst/>
                    <a:gdLst>
                      <a:gd name="connsiteX0" fmla="*/ 118788 w 140341"/>
                      <a:gd name="connsiteY0" fmla="*/ 136354 h 136354"/>
                      <a:gd name="connsiteX1" fmla="*/ 21554 w 140341"/>
                      <a:gd name="connsiteY1" fmla="*/ 136354 h 136354"/>
                      <a:gd name="connsiteX2" fmla="*/ 0 w 140341"/>
                      <a:gd name="connsiteY2" fmla="*/ 114801 h 136354"/>
                      <a:gd name="connsiteX3" fmla="*/ 0 w 140341"/>
                      <a:gd name="connsiteY3" fmla="*/ 21554 h 136354"/>
                      <a:gd name="connsiteX4" fmla="*/ 21554 w 140341"/>
                      <a:gd name="connsiteY4" fmla="*/ 0 h 136354"/>
                      <a:gd name="connsiteX5" fmla="*/ 43107 w 140341"/>
                      <a:gd name="connsiteY5" fmla="*/ 21554 h 136354"/>
                      <a:gd name="connsiteX6" fmla="*/ 43107 w 140341"/>
                      <a:gd name="connsiteY6" fmla="*/ 93247 h 136354"/>
                      <a:gd name="connsiteX7" fmla="*/ 97234 w 140341"/>
                      <a:gd name="connsiteY7" fmla="*/ 93247 h 136354"/>
                      <a:gd name="connsiteX8" fmla="*/ 97234 w 140341"/>
                      <a:gd name="connsiteY8" fmla="*/ 22955 h 136354"/>
                      <a:gd name="connsiteX9" fmla="*/ 118788 w 140341"/>
                      <a:gd name="connsiteY9" fmla="*/ 1401 h 136354"/>
                      <a:gd name="connsiteX10" fmla="*/ 140342 w 140341"/>
                      <a:gd name="connsiteY10" fmla="*/ 22955 h 136354"/>
                      <a:gd name="connsiteX11" fmla="*/ 140342 w 140341"/>
                      <a:gd name="connsiteY11" fmla="*/ 114801 h 136354"/>
                      <a:gd name="connsiteX12" fmla="*/ 118788 w 140341"/>
                      <a:gd name="connsiteY12" fmla="*/ 136354 h 13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341" h="136354">
                        <a:moveTo>
                          <a:pt x="118788" y="136354"/>
                        </a:moveTo>
                        <a:lnTo>
                          <a:pt x="21554" y="136354"/>
                        </a:lnTo>
                        <a:cubicBezTo>
                          <a:pt x="9650" y="136354"/>
                          <a:pt x="0" y="126704"/>
                          <a:pt x="0" y="114801"/>
                        </a:cubicBezTo>
                        <a:lnTo>
                          <a:pt x="0" y="21554"/>
                        </a:lnTo>
                        <a:cubicBezTo>
                          <a:pt x="0" y="9651"/>
                          <a:pt x="9650" y="0"/>
                          <a:pt x="21554" y="0"/>
                        </a:cubicBezTo>
                        <a:cubicBezTo>
                          <a:pt x="33458" y="0"/>
                          <a:pt x="43107" y="9651"/>
                          <a:pt x="43107" y="21554"/>
                        </a:cubicBezTo>
                        <a:lnTo>
                          <a:pt x="43107" y="93247"/>
                        </a:lnTo>
                        <a:lnTo>
                          <a:pt x="97234" y="93247"/>
                        </a:lnTo>
                        <a:lnTo>
                          <a:pt x="97234" y="22955"/>
                        </a:lnTo>
                        <a:cubicBezTo>
                          <a:pt x="97234" y="11052"/>
                          <a:pt x="106885" y="1401"/>
                          <a:pt x="118788" y="1401"/>
                        </a:cubicBezTo>
                        <a:cubicBezTo>
                          <a:pt x="130691" y="1401"/>
                          <a:pt x="140342" y="11052"/>
                          <a:pt x="140342" y="22955"/>
                        </a:cubicBezTo>
                        <a:lnTo>
                          <a:pt x="140342" y="114801"/>
                        </a:lnTo>
                        <a:cubicBezTo>
                          <a:pt x="140342" y="126704"/>
                          <a:pt x="130691" y="136354"/>
                          <a:pt x="118788" y="136354"/>
                        </a:cubicBezTo>
                        <a:close/>
                      </a:path>
                    </a:pathLst>
                  </a:custGeom>
                  <a:solidFill>
                    <a:srgbClr val="C42828"/>
                  </a:solidFill>
                  <a:ln w="2667" cap="flat">
                    <a:noFill/>
                    <a:prstDash val="solid"/>
                    <a:miter/>
                  </a:ln>
                </p:spPr>
                <p:txBody>
                  <a:bodyPr rtlCol="0" anchor="ctr"/>
                  <a:lstStyle/>
                  <a:p>
                    <a:endParaRPr lang="en-MY"/>
                  </a:p>
                </p:txBody>
              </p:sp>
            </p:grpSp>
            <p:sp>
              <p:nvSpPr>
                <p:cNvPr id="490" name="Freeform: Shape 489">
                  <a:extLst>
                    <a:ext uri="{FF2B5EF4-FFF2-40B4-BE49-F238E27FC236}">
                      <a16:creationId xmlns:a16="http://schemas.microsoft.com/office/drawing/2014/main" id="{9A166F16-C676-33B7-7B38-ECA3900CE187}"/>
                    </a:ext>
                  </a:extLst>
                </p:cNvPr>
                <p:cNvSpPr/>
                <p:nvPr/>
              </p:nvSpPr>
              <p:spPr>
                <a:xfrm>
                  <a:off x="2078461" y="1845892"/>
                  <a:ext cx="77396" cy="77393"/>
                </a:xfrm>
                <a:custGeom>
                  <a:avLst/>
                  <a:gdLst>
                    <a:gd name="connsiteX0" fmla="*/ 21543 w 77396"/>
                    <a:gd name="connsiteY0" fmla="*/ 77394 h 77393"/>
                    <a:gd name="connsiteX1" fmla="*/ 0 w 77396"/>
                    <a:gd name="connsiteY1" fmla="*/ 55830 h 77393"/>
                    <a:gd name="connsiteX2" fmla="*/ 6321 w 77396"/>
                    <a:gd name="connsiteY2" fmla="*/ 40591 h 77393"/>
                    <a:gd name="connsiteX3" fmla="*/ 40591 w 77396"/>
                    <a:gd name="connsiteY3" fmla="*/ 6320 h 77393"/>
                    <a:gd name="connsiteX4" fmla="*/ 71076 w 77396"/>
                    <a:gd name="connsiteY4" fmla="*/ 6307 h 77393"/>
                    <a:gd name="connsiteX5" fmla="*/ 71090 w 77396"/>
                    <a:gd name="connsiteY5" fmla="*/ 36792 h 77393"/>
                    <a:gd name="connsiteX6" fmla="*/ 36792 w 77396"/>
                    <a:gd name="connsiteY6" fmla="*/ 71089 h 77393"/>
                    <a:gd name="connsiteX7" fmla="*/ 21543 w 77396"/>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6" h="77393">
                      <a:moveTo>
                        <a:pt x="21543" y="77394"/>
                      </a:moveTo>
                      <a:cubicBezTo>
                        <a:pt x="9640" y="77388"/>
                        <a:pt x="-5" y="67734"/>
                        <a:pt x="0" y="55830"/>
                      </a:cubicBezTo>
                      <a:cubicBezTo>
                        <a:pt x="3" y="50113"/>
                        <a:pt x="2277" y="44631"/>
                        <a:pt x="6321" y="40591"/>
                      </a:cubicBezTo>
                      <a:lnTo>
                        <a:pt x="40591" y="6320"/>
                      </a:lnTo>
                      <a:cubicBezTo>
                        <a:pt x="49005" y="-2101"/>
                        <a:pt x="62654" y="-2108"/>
                        <a:pt x="71076" y="6307"/>
                      </a:cubicBezTo>
                      <a:cubicBezTo>
                        <a:pt x="79498" y="14722"/>
                        <a:pt x="79504" y="28370"/>
                        <a:pt x="71090" y="36792"/>
                      </a:cubicBezTo>
                      <a:lnTo>
                        <a:pt x="36792" y="71089"/>
                      </a:lnTo>
                      <a:cubicBezTo>
                        <a:pt x="32746" y="75130"/>
                        <a:pt x="27260" y="77398"/>
                        <a:pt x="21543" y="77394"/>
                      </a:cubicBezTo>
                      <a:close/>
                    </a:path>
                  </a:pathLst>
                </a:custGeom>
                <a:solidFill>
                  <a:srgbClr val="EF463C"/>
                </a:solidFill>
                <a:ln w="2667" cap="flat">
                  <a:noFill/>
                  <a:prstDash val="solid"/>
                  <a:miter/>
                </a:ln>
              </p:spPr>
              <p:txBody>
                <a:bodyPr rtlCol="0" anchor="ctr"/>
                <a:lstStyle/>
                <a:p>
                  <a:endParaRPr lang="en-MY"/>
                </a:p>
              </p:txBody>
            </p:sp>
            <p:sp>
              <p:nvSpPr>
                <p:cNvPr id="491" name="Freeform: Shape 490">
                  <a:extLst>
                    <a:ext uri="{FF2B5EF4-FFF2-40B4-BE49-F238E27FC236}">
                      <a16:creationId xmlns:a16="http://schemas.microsoft.com/office/drawing/2014/main" id="{A97B5B32-C8FB-3673-7753-1E2F0957D14F}"/>
                    </a:ext>
                  </a:extLst>
                </p:cNvPr>
                <p:cNvSpPr/>
                <p:nvPr/>
              </p:nvSpPr>
              <p:spPr>
                <a:xfrm>
                  <a:off x="1811694" y="1845165"/>
                  <a:ext cx="77397" cy="77393"/>
                </a:xfrm>
                <a:custGeom>
                  <a:avLst/>
                  <a:gdLst>
                    <a:gd name="connsiteX0" fmla="*/ 55854 w 77397"/>
                    <a:gd name="connsiteY0" fmla="*/ 77394 h 77393"/>
                    <a:gd name="connsiteX1" fmla="*/ 40604 w 77397"/>
                    <a:gd name="connsiteY1" fmla="*/ 71089 h 77393"/>
                    <a:gd name="connsiteX2" fmla="*/ 6307 w 77397"/>
                    <a:gd name="connsiteY2" fmla="*/ 36792 h 77393"/>
                    <a:gd name="connsiteX3" fmla="*/ 6320 w 77397"/>
                    <a:gd name="connsiteY3" fmla="*/ 6307 h 77393"/>
                    <a:gd name="connsiteX4" fmla="*/ 36805 w 77397"/>
                    <a:gd name="connsiteY4" fmla="*/ 6320 h 77393"/>
                    <a:gd name="connsiteX5" fmla="*/ 71103 w 77397"/>
                    <a:gd name="connsiteY5" fmla="*/ 40618 h 77393"/>
                    <a:gd name="connsiteX6" fmla="*/ 71066 w 77397"/>
                    <a:gd name="connsiteY6" fmla="*/ 71099 h 77393"/>
                    <a:gd name="connsiteX7" fmla="*/ 55854 w 77397"/>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7" h="77393">
                      <a:moveTo>
                        <a:pt x="55854" y="77394"/>
                      </a:moveTo>
                      <a:cubicBezTo>
                        <a:pt x="50135" y="77398"/>
                        <a:pt x="44650" y="75130"/>
                        <a:pt x="40604" y="71089"/>
                      </a:cubicBezTo>
                      <a:lnTo>
                        <a:pt x="6307" y="36792"/>
                      </a:lnTo>
                      <a:cubicBezTo>
                        <a:pt x="-2108" y="28370"/>
                        <a:pt x="-2101" y="14722"/>
                        <a:pt x="6320" y="6307"/>
                      </a:cubicBezTo>
                      <a:cubicBezTo>
                        <a:pt x="14742" y="-2108"/>
                        <a:pt x="28391" y="-2101"/>
                        <a:pt x="36805" y="6320"/>
                      </a:cubicBezTo>
                      <a:lnTo>
                        <a:pt x="71103" y="40618"/>
                      </a:lnTo>
                      <a:cubicBezTo>
                        <a:pt x="79510" y="49045"/>
                        <a:pt x="79493" y="62692"/>
                        <a:pt x="71066" y="71099"/>
                      </a:cubicBezTo>
                      <a:cubicBezTo>
                        <a:pt x="67028" y="75128"/>
                        <a:pt x="61558" y="77391"/>
                        <a:pt x="55854" y="77394"/>
                      </a:cubicBezTo>
                      <a:close/>
                    </a:path>
                  </a:pathLst>
                </a:custGeom>
                <a:solidFill>
                  <a:srgbClr val="EF463C"/>
                </a:solidFill>
                <a:ln w="2667" cap="flat">
                  <a:noFill/>
                  <a:prstDash val="solid"/>
                  <a:miter/>
                </a:ln>
              </p:spPr>
              <p:txBody>
                <a:bodyPr rtlCol="0" anchor="ctr"/>
                <a:lstStyle/>
                <a:p>
                  <a:endParaRPr lang="en-MY"/>
                </a:p>
              </p:txBody>
            </p:sp>
            <p:sp>
              <p:nvSpPr>
                <p:cNvPr id="492" name="Freeform: Shape 491">
                  <a:extLst>
                    <a:ext uri="{FF2B5EF4-FFF2-40B4-BE49-F238E27FC236}">
                      <a16:creationId xmlns:a16="http://schemas.microsoft.com/office/drawing/2014/main" id="{6496A191-5C67-EBF8-F4E7-9C7792B00DE7}"/>
                    </a:ext>
                  </a:extLst>
                </p:cNvPr>
                <p:cNvSpPr/>
                <p:nvPr/>
              </p:nvSpPr>
              <p:spPr>
                <a:xfrm>
                  <a:off x="1964108" y="1793479"/>
                  <a:ext cx="43107" cy="91603"/>
                </a:xfrm>
                <a:custGeom>
                  <a:avLst/>
                  <a:gdLst>
                    <a:gd name="connsiteX0" fmla="*/ 21554 w 43107"/>
                    <a:gd name="connsiteY0" fmla="*/ 91603 h 91603"/>
                    <a:gd name="connsiteX1" fmla="*/ 0 w 43107"/>
                    <a:gd name="connsiteY1" fmla="*/ 70050 h 91603"/>
                    <a:gd name="connsiteX2" fmla="*/ 0 w 43107"/>
                    <a:gd name="connsiteY2" fmla="*/ 21554 h 91603"/>
                    <a:gd name="connsiteX3" fmla="*/ 21554 w 43107"/>
                    <a:gd name="connsiteY3" fmla="*/ 0 h 91603"/>
                    <a:gd name="connsiteX4" fmla="*/ 43107 w 43107"/>
                    <a:gd name="connsiteY4" fmla="*/ 21554 h 91603"/>
                    <a:gd name="connsiteX5" fmla="*/ 43107 w 43107"/>
                    <a:gd name="connsiteY5" fmla="*/ 70050 h 91603"/>
                    <a:gd name="connsiteX6" fmla="*/ 21554 w 43107"/>
                    <a:gd name="connsiteY6" fmla="*/ 91603 h 91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107" h="91603">
                      <a:moveTo>
                        <a:pt x="21554" y="91603"/>
                      </a:moveTo>
                      <a:cubicBezTo>
                        <a:pt x="9650" y="91603"/>
                        <a:pt x="0" y="81954"/>
                        <a:pt x="0" y="70050"/>
                      </a:cubicBezTo>
                      <a:lnTo>
                        <a:pt x="0" y="21554"/>
                      </a:lnTo>
                      <a:cubicBezTo>
                        <a:pt x="0" y="9650"/>
                        <a:pt x="9650" y="0"/>
                        <a:pt x="21554" y="0"/>
                      </a:cubicBezTo>
                      <a:cubicBezTo>
                        <a:pt x="33458" y="0"/>
                        <a:pt x="43107" y="9650"/>
                        <a:pt x="43107" y="21554"/>
                      </a:cubicBezTo>
                      <a:lnTo>
                        <a:pt x="43107" y="70050"/>
                      </a:lnTo>
                      <a:cubicBezTo>
                        <a:pt x="43107" y="81954"/>
                        <a:pt x="33458" y="91603"/>
                        <a:pt x="21554" y="91603"/>
                      </a:cubicBezTo>
                      <a:close/>
                    </a:path>
                  </a:pathLst>
                </a:custGeom>
                <a:solidFill>
                  <a:srgbClr val="EF463C"/>
                </a:solidFill>
                <a:ln w="2667" cap="flat">
                  <a:noFill/>
                  <a:prstDash val="solid"/>
                  <a:miter/>
                </a:ln>
              </p:spPr>
              <p:txBody>
                <a:bodyPr rtlCol="0" anchor="ctr"/>
                <a:lstStyle/>
                <a:p>
                  <a:endParaRPr lang="en-MY"/>
                </a:p>
              </p:txBody>
            </p:sp>
            <p:sp>
              <p:nvSpPr>
                <p:cNvPr id="493" name="Freeform: Shape 492">
                  <a:extLst>
                    <a:ext uri="{FF2B5EF4-FFF2-40B4-BE49-F238E27FC236}">
                      <a16:creationId xmlns:a16="http://schemas.microsoft.com/office/drawing/2014/main" id="{BAFF6E1E-E9CD-3489-46CC-C2A3A1846D7A}"/>
                    </a:ext>
                  </a:extLst>
                </p:cNvPr>
                <p:cNvSpPr/>
                <p:nvPr/>
              </p:nvSpPr>
              <p:spPr>
                <a:xfrm>
                  <a:off x="2126354"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1" y="43107"/>
                        <a:pt x="0" y="33458"/>
                        <a:pt x="0" y="21554"/>
                      </a:cubicBezTo>
                      <a:cubicBezTo>
                        <a:pt x="0" y="9650"/>
                        <a:pt x="9651" y="0"/>
                        <a:pt x="21554" y="0"/>
                      </a:cubicBezTo>
                      <a:lnTo>
                        <a:pt x="61967" y="0"/>
                      </a:lnTo>
                      <a:cubicBezTo>
                        <a:pt x="73870" y="0"/>
                        <a:pt x="83521" y="9650"/>
                        <a:pt x="83521" y="21554"/>
                      </a:cubicBezTo>
                      <a:cubicBezTo>
                        <a:pt x="83521" y="33458"/>
                        <a:pt x="73870" y="43107"/>
                        <a:pt x="61967" y="43107"/>
                      </a:cubicBezTo>
                      <a:close/>
                    </a:path>
                  </a:pathLst>
                </a:custGeom>
                <a:solidFill>
                  <a:srgbClr val="EF463C"/>
                </a:solidFill>
                <a:ln w="2667" cap="flat">
                  <a:noFill/>
                  <a:prstDash val="solid"/>
                  <a:miter/>
                </a:ln>
              </p:spPr>
              <p:txBody>
                <a:bodyPr rtlCol="0" anchor="ctr"/>
                <a:lstStyle/>
                <a:p>
                  <a:endParaRPr lang="en-MY"/>
                </a:p>
              </p:txBody>
            </p:sp>
          </p:grpSp>
        </p:grpSp>
        <p:grpSp>
          <p:nvGrpSpPr>
            <p:cNvPr id="464" name="Group 463">
              <a:extLst>
                <a:ext uri="{FF2B5EF4-FFF2-40B4-BE49-F238E27FC236}">
                  <a16:creationId xmlns:a16="http://schemas.microsoft.com/office/drawing/2014/main" id="{820D9902-6792-A15A-1121-FBD02E7F8072}"/>
                </a:ext>
              </a:extLst>
            </p:cNvPr>
            <p:cNvGrpSpPr/>
            <p:nvPr/>
          </p:nvGrpSpPr>
          <p:grpSpPr>
            <a:xfrm>
              <a:off x="1650814" y="1484737"/>
              <a:ext cx="471791" cy="471791"/>
              <a:chOff x="433241" y="1570462"/>
              <a:chExt cx="471791" cy="471791"/>
            </a:xfrm>
          </p:grpSpPr>
          <p:sp>
            <p:nvSpPr>
              <p:cNvPr id="465" name="Oval 464">
                <a:extLst>
                  <a:ext uri="{FF2B5EF4-FFF2-40B4-BE49-F238E27FC236}">
                    <a16:creationId xmlns:a16="http://schemas.microsoft.com/office/drawing/2014/main" id="{6883A9AC-B539-218A-ED63-03CD52EB0382}"/>
                  </a:ext>
                </a:extLst>
              </p:cNvPr>
              <p:cNvSpPr/>
              <p:nvPr/>
            </p:nvSpPr>
            <p:spPr>
              <a:xfrm>
                <a:off x="433241"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466" name="Group 465">
                <a:extLst>
                  <a:ext uri="{FF2B5EF4-FFF2-40B4-BE49-F238E27FC236}">
                    <a16:creationId xmlns:a16="http://schemas.microsoft.com/office/drawing/2014/main" id="{A31573DF-5FBD-E73B-C97B-5624CAB74FE1}"/>
                  </a:ext>
                </a:extLst>
              </p:cNvPr>
              <p:cNvGrpSpPr/>
              <p:nvPr/>
            </p:nvGrpSpPr>
            <p:grpSpPr>
              <a:xfrm>
                <a:off x="543450" y="1674683"/>
                <a:ext cx="251373" cy="260212"/>
                <a:chOff x="738790" y="2040956"/>
                <a:chExt cx="251373" cy="260212"/>
              </a:xfrm>
            </p:grpSpPr>
            <p:sp>
              <p:nvSpPr>
                <p:cNvPr id="467" name="Freeform 176">
                  <a:extLst>
                    <a:ext uri="{FF2B5EF4-FFF2-40B4-BE49-F238E27FC236}">
                      <a16:creationId xmlns:a16="http://schemas.microsoft.com/office/drawing/2014/main" id="{4BFB99E3-91F4-7EA6-8A63-507EB3407A8A}"/>
                    </a:ext>
                  </a:extLst>
                </p:cNvPr>
                <p:cNvSpPr/>
                <p:nvPr/>
              </p:nvSpPr>
              <p:spPr>
                <a:xfrm>
                  <a:off x="738790" y="2134679"/>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4"/>
                        <a:pt x="5614" y="0"/>
                        <a:pt x="12540" y="0"/>
                      </a:cubicBezTo>
                      <a:lnTo>
                        <a:pt x="65163" y="0"/>
                      </a:lnTo>
                      <a:cubicBezTo>
                        <a:pt x="72089" y="0"/>
                        <a:pt x="77703" y="5614"/>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68" name="Freeform 177">
                  <a:extLst>
                    <a:ext uri="{FF2B5EF4-FFF2-40B4-BE49-F238E27FC236}">
                      <a16:creationId xmlns:a16="http://schemas.microsoft.com/office/drawing/2014/main" id="{A4D5CE00-B483-7B23-99FE-0E3B57980A36}"/>
                    </a:ext>
                  </a:extLst>
                </p:cNvPr>
                <p:cNvSpPr/>
                <p:nvPr/>
              </p:nvSpPr>
              <p:spPr>
                <a:xfrm>
                  <a:off x="738790" y="2223465"/>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5"/>
                        <a:pt x="5614" y="0"/>
                        <a:pt x="12540" y="0"/>
                      </a:cubicBezTo>
                      <a:lnTo>
                        <a:pt x="65163" y="0"/>
                      </a:lnTo>
                      <a:cubicBezTo>
                        <a:pt x="72089" y="0"/>
                        <a:pt x="77703" y="5615"/>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69" name="Freeform 178">
                  <a:extLst>
                    <a:ext uri="{FF2B5EF4-FFF2-40B4-BE49-F238E27FC236}">
                      <a16:creationId xmlns:a16="http://schemas.microsoft.com/office/drawing/2014/main" id="{F1AFDF92-B976-9E3F-18D2-84CB626C891A}"/>
                    </a:ext>
                  </a:extLst>
                </p:cNvPr>
                <p:cNvSpPr/>
                <p:nvPr/>
              </p:nvSpPr>
              <p:spPr>
                <a:xfrm>
                  <a:off x="791413" y="2082057"/>
                  <a:ext cx="86732" cy="104006"/>
                </a:xfrm>
                <a:custGeom>
                  <a:avLst/>
                  <a:gdLst>
                    <a:gd name="connsiteX0" fmla="*/ 74192 w 86732"/>
                    <a:gd name="connsiteY0" fmla="*/ 104006 h 104006"/>
                    <a:gd name="connsiteX1" fmla="*/ 12540 w 86732"/>
                    <a:gd name="connsiteY1" fmla="*/ 104006 h 104006"/>
                    <a:gd name="connsiteX2" fmla="*/ 0 w 86732"/>
                    <a:gd name="connsiteY2" fmla="*/ 91466 h 104006"/>
                    <a:gd name="connsiteX3" fmla="*/ 12540 w 86732"/>
                    <a:gd name="connsiteY3" fmla="*/ 78926 h 104006"/>
                    <a:gd name="connsiteX4" fmla="*/ 61651 w 86732"/>
                    <a:gd name="connsiteY4" fmla="*/ 78926 h 104006"/>
                    <a:gd name="connsiteX5" fmla="*/ 61651 w 86732"/>
                    <a:gd name="connsiteY5" fmla="*/ 12540 h 104006"/>
                    <a:gd name="connsiteX6" fmla="*/ 74192 w 86732"/>
                    <a:gd name="connsiteY6" fmla="*/ 0 h 104006"/>
                    <a:gd name="connsiteX7" fmla="*/ 86732 w 86732"/>
                    <a:gd name="connsiteY7" fmla="*/ 12540 h 104006"/>
                    <a:gd name="connsiteX8" fmla="*/ 86732 w 86732"/>
                    <a:gd name="connsiteY8" fmla="*/ 91466 h 104006"/>
                    <a:gd name="connsiteX9" fmla="*/ 74192 w 86732"/>
                    <a:gd name="connsiteY9" fmla="*/ 104006 h 10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732" h="104006">
                      <a:moveTo>
                        <a:pt x="74192" y="104006"/>
                      </a:moveTo>
                      <a:lnTo>
                        <a:pt x="12540" y="104006"/>
                      </a:lnTo>
                      <a:cubicBezTo>
                        <a:pt x="5614" y="104006"/>
                        <a:pt x="0" y="98392"/>
                        <a:pt x="0" y="91466"/>
                      </a:cubicBezTo>
                      <a:cubicBezTo>
                        <a:pt x="0" y="84540"/>
                        <a:pt x="5614" y="78926"/>
                        <a:pt x="12540" y="78926"/>
                      </a:cubicBezTo>
                      <a:lnTo>
                        <a:pt x="61651" y="78926"/>
                      </a:lnTo>
                      <a:lnTo>
                        <a:pt x="61651" y="12540"/>
                      </a:lnTo>
                      <a:cubicBezTo>
                        <a:pt x="61651" y="5614"/>
                        <a:pt x="67266" y="0"/>
                        <a:pt x="74192" y="0"/>
                      </a:cubicBezTo>
                      <a:cubicBezTo>
                        <a:pt x="81118" y="0"/>
                        <a:pt x="86732" y="5614"/>
                        <a:pt x="86732" y="12540"/>
                      </a:cubicBezTo>
                      <a:lnTo>
                        <a:pt x="86732" y="91466"/>
                      </a:lnTo>
                      <a:cubicBezTo>
                        <a:pt x="86732" y="98392"/>
                        <a:pt x="81118" y="104006"/>
                        <a:pt x="74192" y="104006"/>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70" name="Freeform 179">
                  <a:extLst>
                    <a:ext uri="{FF2B5EF4-FFF2-40B4-BE49-F238E27FC236}">
                      <a16:creationId xmlns:a16="http://schemas.microsoft.com/office/drawing/2014/main" id="{5DAD0778-9984-BF95-E278-0B9562687B06}"/>
                    </a:ext>
                  </a:extLst>
                </p:cNvPr>
                <p:cNvSpPr/>
                <p:nvPr/>
              </p:nvSpPr>
              <p:spPr>
                <a:xfrm>
                  <a:off x="853064" y="2160983"/>
                  <a:ext cx="62701" cy="25080"/>
                </a:xfrm>
                <a:custGeom>
                  <a:avLst/>
                  <a:gdLst>
                    <a:gd name="connsiteX0" fmla="*/ 50161 w 62701"/>
                    <a:gd name="connsiteY0" fmla="*/ 25081 h 25080"/>
                    <a:gd name="connsiteX1" fmla="*/ 12540 w 62701"/>
                    <a:gd name="connsiteY1" fmla="*/ 25081 h 25080"/>
                    <a:gd name="connsiteX2" fmla="*/ 0 w 62701"/>
                    <a:gd name="connsiteY2" fmla="*/ 12540 h 25080"/>
                    <a:gd name="connsiteX3" fmla="*/ 12540 w 62701"/>
                    <a:gd name="connsiteY3" fmla="*/ 0 h 25080"/>
                    <a:gd name="connsiteX4" fmla="*/ 50161 w 62701"/>
                    <a:gd name="connsiteY4" fmla="*/ 0 h 25080"/>
                    <a:gd name="connsiteX5" fmla="*/ 62702 w 62701"/>
                    <a:gd name="connsiteY5" fmla="*/ 12540 h 25080"/>
                    <a:gd name="connsiteX6" fmla="*/ 50161 w 62701"/>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01" h="25080">
                      <a:moveTo>
                        <a:pt x="50161" y="25081"/>
                      </a:moveTo>
                      <a:lnTo>
                        <a:pt x="12540" y="25081"/>
                      </a:lnTo>
                      <a:cubicBezTo>
                        <a:pt x="5614" y="25081"/>
                        <a:pt x="0" y="19466"/>
                        <a:pt x="0" y="12540"/>
                      </a:cubicBezTo>
                      <a:cubicBezTo>
                        <a:pt x="0" y="5614"/>
                        <a:pt x="5614" y="0"/>
                        <a:pt x="12540" y="0"/>
                      </a:cubicBezTo>
                      <a:lnTo>
                        <a:pt x="50161" y="0"/>
                      </a:lnTo>
                      <a:cubicBezTo>
                        <a:pt x="57087" y="0"/>
                        <a:pt x="62702" y="5614"/>
                        <a:pt x="62702" y="12540"/>
                      </a:cubicBezTo>
                      <a:cubicBezTo>
                        <a:pt x="62702" y="19466"/>
                        <a:pt x="57087" y="25081"/>
                        <a:pt x="50161"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71" name="Freeform 180">
                  <a:extLst>
                    <a:ext uri="{FF2B5EF4-FFF2-40B4-BE49-F238E27FC236}">
                      <a16:creationId xmlns:a16="http://schemas.microsoft.com/office/drawing/2014/main" id="{54BF7612-C460-9349-297B-C5E08A6AFDF3}"/>
                    </a:ext>
                  </a:extLst>
                </p:cNvPr>
                <p:cNvSpPr/>
                <p:nvPr/>
              </p:nvSpPr>
              <p:spPr>
                <a:xfrm>
                  <a:off x="791413" y="2198196"/>
                  <a:ext cx="161550" cy="76668"/>
                </a:xfrm>
                <a:custGeom>
                  <a:avLst/>
                  <a:gdLst>
                    <a:gd name="connsiteX0" fmla="*/ 149011 w 161550"/>
                    <a:gd name="connsiteY0" fmla="*/ 76669 h 76668"/>
                    <a:gd name="connsiteX1" fmla="*/ 12540 w 161550"/>
                    <a:gd name="connsiteY1" fmla="*/ 76669 h 76668"/>
                    <a:gd name="connsiteX2" fmla="*/ 0 w 161550"/>
                    <a:gd name="connsiteY2" fmla="*/ 64128 h 76668"/>
                    <a:gd name="connsiteX3" fmla="*/ 12540 w 161550"/>
                    <a:gd name="connsiteY3" fmla="*/ 51588 h 76668"/>
                    <a:gd name="connsiteX4" fmla="*/ 136470 w 161550"/>
                    <a:gd name="connsiteY4" fmla="*/ 51588 h 76668"/>
                    <a:gd name="connsiteX5" fmla="*/ 136470 w 161550"/>
                    <a:gd name="connsiteY5" fmla="*/ 12540 h 76668"/>
                    <a:gd name="connsiteX6" fmla="*/ 149011 w 161550"/>
                    <a:gd name="connsiteY6" fmla="*/ 0 h 76668"/>
                    <a:gd name="connsiteX7" fmla="*/ 161551 w 161550"/>
                    <a:gd name="connsiteY7" fmla="*/ 12540 h 76668"/>
                    <a:gd name="connsiteX8" fmla="*/ 161551 w 161550"/>
                    <a:gd name="connsiteY8" fmla="*/ 64128 h 76668"/>
                    <a:gd name="connsiteX9" fmla="*/ 149011 w 161550"/>
                    <a:gd name="connsiteY9" fmla="*/ 76669 h 7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550" h="76668">
                      <a:moveTo>
                        <a:pt x="149011" y="76669"/>
                      </a:moveTo>
                      <a:lnTo>
                        <a:pt x="12540" y="76669"/>
                      </a:lnTo>
                      <a:cubicBezTo>
                        <a:pt x="5614" y="76669"/>
                        <a:pt x="0" y="71054"/>
                        <a:pt x="0" y="64128"/>
                      </a:cubicBezTo>
                      <a:cubicBezTo>
                        <a:pt x="0" y="57203"/>
                        <a:pt x="5614" y="51588"/>
                        <a:pt x="12540" y="51588"/>
                      </a:cubicBezTo>
                      <a:lnTo>
                        <a:pt x="136470" y="51588"/>
                      </a:lnTo>
                      <a:lnTo>
                        <a:pt x="136470" y="12540"/>
                      </a:lnTo>
                      <a:cubicBezTo>
                        <a:pt x="136470" y="5615"/>
                        <a:pt x="142085" y="0"/>
                        <a:pt x="149011" y="0"/>
                      </a:cubicBezTo>
                      <a:cubicBezTo>
                        <a:pt x="155936" y="0"/>
                        <a:pt x="161551" y="5615"/>
                        <a:pt x="161551" y="12540"/>
                      </a:cubicBezTo>
                      <a:lnTo>
                        <a:pt x="161551" y="64128"/>
                      </a:lnTo>
                      <a:cubicBezTo>
                        <a:pt x="161551" y="71054"/>
                        <a:pt x="155936" y="76669"/>
                        <a:pt x="149011" y="76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72" name="Freeform 181">
                  <a:extLst>
                    <a:ext uri="{FF2B5EF4-FFF2-40B4-BE49-F238E27FC236}">
                      <a16:creationId xmlns:a16="http://schemas.microsoft.com/office/drawing/2014/main" id="{D69E6EF7-929A-F4A3-0FF2-6D2EB67D800F}"/>
                    </a:ext>
                  </a:extLst>
                </p:cNvPr>
                <p:cNvSpPr/>
                <p:nvPr/>
              </p:nvSpPr>
              <p:spPr>
                <a:xfrm>
                  <a:off x="890683" y="2123775"/>
                  <a:ext cx="99480" cy="99501"/>
                </a:xfrm>
                <a:custGeom>
                  <a:avLst/>
                  <a:gdLst>
                    <a:gd name="connsiteX0" fmla="*/ 49740 w 99480"/>
                    <a:gd name="connsiteY0" fmla="*/ 99502 h 99501"/>
                    <a:gd name="connsiteX1" fmla="*/ 40868 w 99480"/>
                    <a:gd name="connsiteY1" fmla="*/ 95834 h 99501"/>
                    <a:gd name="connsiteX2" fmla="*/ 3670 w 99480"/>
                    <a:gd name="connsiteY2" fmla="*/ 58620 h 99501"/>
                    <a:gd name="connsiteX3" fmla="*/ 3670 w 99480"/>
                    <a:gd name="connsiteY3" fmla="*/ 40891 h 99501"/>
                    <a:gd name="connsiteX4" fmla="*/ 40868 w 99480"/>
                    <a:gd name="connsiteY4" fmla="*/ 3678 h 99501"/>
                    <a:gd name="connsiteX5" fmla="*/ 58603 w 99480"/>
                    <a:gd name="connsiteY5" fmla="*/ 3668 h 99501"/>
                    <a:gd name="connsiteX6" fmla="*/ 58613 w 99480"/>
                    <a:gd name="connsiteY6" fmla="*/ 3678 h 99501"/>
                    <a:gd name="connsiteX7" fmla="*/ 95811 w 99480"/>
                    <a:gd name="connsiteY7" fmla="*/ 40891 h 99501"/>
                    <a:gd name="connsiteX8" fmla="*/ 95811 w 99480"/>
                    <a:gd name="connsiteY8" fmla="*/ 58620 h 99501"/>
                    <a:gd name="connsiteX9" fmla="*/ 58613 w 99480"/>
                    <a:gd name="connsiteY9" fmla="*/ 95834 h 99501"/>
                    <a:gd name="connsiteX10" fmla="*/ 49740 w 99480"/>
                    <a:gd name="connsiteY10" fmla="*/ 99502 h 99501"/>
                    <a:gd name="connsiteX11" fmla="*/ 30272 w 99480"/>
                    <a:gd name="connsiteY11" fmla="*/ 49748 h 99501"/>
                    <a:gd name="connsiteX12" fmla="*/ 49740 w 99480"/>
                    <a:gd name="connsiteY12" fmla="*/ 69233 h 99501"/>
                    <a:gd name="connsiteX13" fmla="*/ 69209 w 99480"/>
                    <a:gd name="connsiteY13" fmla="*/ 49748 h 99501"/>
                    <a:gd name="connsiteX14" fmla="*/ 49740 w 99480"/>
                    <a:gd name="connsiteY14" fmla="*/ 30279 h 9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480" h="99501">
                      <a:moveTo>
                        <a:pt x="49740" y="99502"/>
                      </a:moveTo>
                      <a:cubicBezTo>
                        <a:pt x="46414" y="99505"/>
                        <a:pt x="43223" y="98185"/>
                        <a:pt x="40868" y="95834"/>
                      </a:cubicBezTo>
                      <a:lnTo>
                        <a:pt x="3670" y="58620"/>
                      </a:lnTo>
                      <a:cubicBezTo>
                        <a:pt x="-1223" y="53724"/>
                        <a:pt x="-1223" y="45788"/>
                        <a:pt x="3670" y="40891"/>
                      </a:cubicBezTo>
                      <a:lnTo>
                        <a:pt x="40868" y="3678"/>
                      </a:lnTo>
                      <a:cubicBezTo>
                        <a:pt x="45762" y="-1222"/>
                        <a:pt x="53703" y="-1227"/>
                        <a:pt x="58603" y="3668"/>
                      </a:cubicBezTo>
                      <a:cubicBezTo>
                        <a:pt x="58607" y="3671"/>
                        <a:pt x="58610" y="3675"/>
                        <a:pt x="58613" y="3678"/>
                      </a:cubicBezTo>
                      <a:lnTo>
                        <a:pt x="95811" y="40891"/>
                      </a:lnTo>
                      <a:cubicBezTo>
                        <a:pt x="100704" y="45788"/>
                        <a:pt x="100704" y="53724"/>
                        <a:pt x="95811" y="58620"/>
                      </a:cubicBezTo>
                      <a:lnTo>
                        <a:pt x="58613" y="95834"/>
                      </a:lnTo>
                      <a:cubicBezTo>
                        <a:pt x="56258" y="98185"/>
                        <a:pt x="53067" y="99505"/>
                        <a:pt x="49740" y="99502"/>
                      </a:cubicBezTo>
                      <a:close/>
                      <a:moveTo>
                        <a:pt x="30272" y="49748"/>
                      </a:moveTo>
                      <a:lnTo>
                        <a:pt x="49740" y="69233"/>
                      </a:lnTo>
                      <a:lnTo>
                        <a:pt x="69209" y="49748"/>
                      </a:lnTo>
                      <a:lnTo>
                        <a:pt x="49740" y="30279"/>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483" name="Freeform 182">
                  <a:extLst>
                    <a:ext uri="{FF2B5EF4-FFF2-40B4-BE49-F238E27FC236}">
                      <a16:creationId xmlns:a16="http://schemas.microsoft.com/office/drawing/2014/main" id="{2939D4E8-0AE6-D25F-9B71-52447BF66310}"/>
                    </a:ext>
                  </a:extLst>
                </p:cNvPr>
                <p:cNvSpPr/>
                <p:nvPr/>
              </p:nvSpPr>
              <p:spPr>
                <a:xfrm>
                  <a:off x="786397" y="2040956"/>
                  <a:ext cx="158321" cy="66181"/>
                </a:xfrm>
                <a:custGeom>
                  <a:avLst/>
                  <a:gdLst>
                    <a:gd name="connsiteX0" fmla="*/ 145781 w 158321"/>
                    <a:gd name="connsiteY0" fmla="*/ 66182 h 66181"/>
                    <a:gd name="connsiteX1" fmla="*/ 12540 w 158321"/>
                    <a:gd name="connsiteY1" fmla="*/ 66182 h 66181"/>
                    <a:gd name="connsiteX2" fmla="*/ 0 w 158321"/>
                    <a:gd name="connsiteY2" fmla="*/ 53641 h 66181"/>
                    <a:gd name="connsiteX3" fmla="*/ 0 w 158321"/>
                    <a:gd name="connsiteY3" fmla="*/ 12540 h 66181"/>
                    <a:gd name="connsiteX4" fmla="*/ 12540 w 158321"/>
                    <a:gd name="connsiteY4" fmla="*/ 0 h 66181"/>
                    <a:gd name="connsiteX5" fmla="*/ 145781 w 158321"/>
                    <a:gd name="connsiteY5" fmla="*/ 0 h 66181"/>
                    <a:gd name="connsiteX6" fmla="*/ 158322 w 158321"/>
                    <a:gd name="connsiteY6" fmla="*/ 12540 h 66181"/>
                    <a:gd name="connsiteX7" fmla="*/ 158322 w 158321"/>
                    <a:gd name="connsiteY7" fmla="*/ 53641 h 66181"/>
                    <a:gd name="connsiteX8" fmla="*/ 145781 w 158321"/>
                    <a:gd name="connsiteY8" fmla="*/ 66182 h 66181"/>
                    <a:gd name="connsiteX9" fmla="*/ 25081 w 158321"/>
                    <a:gd name="connsiteY9" fmla="*/ 41101 h 66181"/>
                    <a:gd name="connsiteX10" fmla="*/ 133241 w 158321"/>
                    <a:gd name="connsiteY10" fmla="*/ 41101 h 66181"/>
                    <a:gd name="connsiteX11" fmla="*/ 133241 w 158321"/>
                    <a:gd name="connsiteY11" fmla="*/ 25081 h 66181"/>
                    <a:gd name="connsiteX12" fmla="*/ 25081 w 158321"/>
                    <a:gd name="connsiteY12" fmla="*/ 25081 h 6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321" h="66181">
                      <a:moveTo>
                        <a:pt x="145781" y="66182"/>
                      </a:moveTo>
                      <a:lnTo>
                        <a:pt x="12540" y="66182"/>
                      </a:lnTo>
                      <a:cubicBezTo>
                        <a:pt x="5614" y="66182"/>
                        <a:pt x="0" y="60567"/>
                        <a:pt x="0" y="53641"/>
                      </a:cubicBezTo>
                      <a:lnTo>
                        <a:pt x="0" y="12540"/>
                      </a:lnTo>
                      <a:cubicBezTo>
                        <a:pt x="0" y="5614"/>
                        <a:pt x="5614" y="0"/>
                        <a:pt x="12540" y="0"/>
                      </a:cubicBezTo>
                      <a:lnTo>
                        <a:pt x="145781" y="0"/>
                      </a:lnTo>
                      <a:cubicBezTo>
                        <a:pt x="152707" y="0"/>
                        <a:pt x="158322" y="5614"/>
                        <a:pt x="158322" y="12540"/>
                      </a:cubicBezTo>
                      <a:lnTo>
                        <a:pt x="158322" y="53641"/>
                      </a:lnTo>
                      <a:cubicBezTo>
                        <a:pt x="158322" y="60567"/>
                        <a:pt x="152707" y="66182"/>
                        <a:pt x="145781" y="66182"/>
                      </a:cubicBezTo>
                      <a:close/>
                      <a:moveTo>
                        <a:pt x="25081" y="41101"/>
                      </a:moveTo>
                      <a:lnTo>
                        <a:pt x="133241" y="41101"/>
                      </a:lnTo>
                      <a:lnTo>
                        <a:pt x="133241" y="25081"/>
                      </a:lnTo>
                      <a:lnTo>
                        <a:pt x="25081" y="25081"/>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grpSp>
        <p:nvGrpSpPr>
          <p:cNvPr id="5" name="Group 4">
            <a:extLst>
              <a:ext uri="{FF2B5EF4-FFF2-40B4-BE49-F238E27FC236}">
                <a16:creationId xmlns:a16="http://schemas.microsoft.com/office/drawing/2014/main" id="{33A30189-C57F-594F-293E-81CBCB540EE5}"/>
              </a:ext>
            </a:extLst>
          </p:cNvPr>
          <p:cNvGrpSpPr/>
          <p:nvPr/>
        </p:nvGrpSpPr>
        <p:grpSpPr>
          <a:xfrm>
            <a:off x="10667997" y="-3"/>
            <a:ext cx="1143475" cy="828677"/>
            <a:chOff x="10667997" y="-3"/>
            <a:chExt cx="1143475" cy="828677"/>
          </a:xfrm>
        </p:grpSpPr>
        <p:sp>
          <p:nvSpPr>
            <p:cNvPr id="7" name="Round Same-side Corner of Rectangle 3">
              <a:extLst>
                <a:ext uri="{FF2B5EF4-FFF2-40B4-BE49-F238E27FC236}">
                  <a16:creationId xmlns:a16="http://schemas.microsoft.com/office/drawing/2014/main" id="{C8745BAA-2AC8-FF71-990E-A6C5E0272473}"/>
                </a:ext>
              </a:extLst>
            </p:cNvPr>
            <p:cNvSpPr/>
            <p:nvPr/>
          </p:nvSpPr>
          <p:spPr>
            <a:xfrm rot="10800000">
              <a:off x="10667997" y="-3"/>
              <a:ext cx="1143475" cy="828677"/>
            </a:xfrm>
            <a:prstGeom prst="round2SameRect">
              <a:avLst/>
            </a:prstGeom>
            <a:solidFill>
              <a:schemeClr val="bg1"/>
            </a:solidFill>
            <a:ln>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8" name="Picture 7">
              <a:extLst>
                <a:ext uri="{FF2B5EF4-FFF2-40B4-BE49-F238E27FC236}">
                  <a16:creationId xmlns:a16="http://schemas.microsoft.com/office/drawing/2014/main" id="{B54D2F77-943F-9AAF-B402-E62825DBF498}"/>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0957794" y="135851"/>
              <a:ext cx="563880" cy="563880"/>
            </a:xfrm>
            <a:prstGeom prst="rect">
              <a:avLst/>
            </a:prstGeom>
          </p:spPr>
        </p:pic>
      </p:grpSp>
      <p:grpSp>
        <p:nvGrpSpPr>
          <p:cNvPr id="9" name="Group 8">
            <a:extLst>
              <a:ext uri="{FF2B5EF4-FFF2-40B4-BE49-F238E27FC236}">
                <a16:creationId xmlns:a16="http://schemas.microsoft.com/office/drawing/2014/main" id="{F79A8134-775C-6AB5-29B2-1BF9079B6245}"/>
              </a:ext>
            </a:extLst>
          </p:cNvPr>
          <p:cNvGrpSpPr/>
          <p:nvPr/>
        </p:nvGrpSpPr>
        <p:grpSpPr>
          <a:xfrm>
            <a:off x="1" y="2318770"/>
            <a:ext cx="12191999" cy="412400"/>
            <a:chOff x="-16253" y="2318770"/>
            <a:chExt cx="12208253" cy="412400"/>
          </a:xfrm>
        </p:grpSpPr>
        <p:sp>
          <p:nvSpPr>
            <p:cNvPr id="10" name="5-Point Star 266">
              <a:extLst>
                <a:ext uri="{FF2B5EF4-FFF2-40B4-BE49-F238E27FC236}">
                  <a16:creationId xmlns:a16="http://schemas.microsoft.com/office/drawing/2014/main" id="{325C1BBB-3897-B90A-DA33-56E58224B038}"/>
                </a:ext>
              </a:extLst>
            </p:cNvPr>
            <p:cNvSpPr/>
            <p:nvPr/>
          </p:nvSpPr>
          <p:spPr>
            <a:xfrm>
              <a:off x="10245460" y="2354711"/>
              <a:ext cx="228912" cy="228912"/>
            </a:xfrm>
            <a:prstGeom prst="star5">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 name="Arrow: Chevron 23">
              <a:extLst>
                <a:ext uri="{FF2B5EF4-FFF2-40B4-BE49-F238E27FC236}">
                  <a16:creationId xmlns:a16="http://schemas.microsoft.com/office/drawing/2014/main" id="{C016CFA3-BACC-34B5-0927-4F118EFB107D}"/>
                </a:ext>
              </a:extLst>
            </p:cNvPr>
            <p:cNvSpPr/>
            <p:nvPr/>
          </p:nvSpPr>
          <p:spPr>
            <a:xfrm>
              <a:off x="9137893" y="2318771"/>
              <a:ext cx="1071767" cy="409690"/>
            </a:xfrm>
            <a:prstGeom prst="chevron">
              <a:avLst>
                <a:gd name="adj" fmla="val 24644"/>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Final </a:t>
              </a:r>
              <a:b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b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a:t>
              </a:r>
            </a:p>
          </p:txBody>
        </p:sp>
        <p:sp>
          <p:nvSpPr>
            <p:cNvPr id="12" name="Arrow: Chevron 22">
              <a:extLst>
                <a:ext uri="{FF2B5EF4-FFF2-40B4-BE49-F238E27FC236}">
                  <a16:creationId xmlns:a16="http://schemas.microsoft.com/office/drawing/2014/main" id="{E4C65627-D52C-3038-ED25-1A3589E31701}"/>
                </a:ext>
              </a:extLst>
            </p:cNvPr>
            <p:cNvSpPr/>
            <p:nvPr/>
          </p:nvSpPr>
          <p:spPr>
            <a:xfrm>
              <a:off x="4738710" y="2318771"/>
              <a:ext cx="2670399" cy="409690"/>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Realization</a:t>
              </a:r>
            </a:p>
          </p:txBody>
        </p:sp>
        <p:sp>
          <p:nvSpPr>
            <p:cNvPr id="13" name="Arrow: Chevron 288">
              <a:extLst>
                <a:ext uri="{FF2B5EF4-FFF2-40B4-BE49-F238E27FC236}">
                  <a16:creationId xmlns:a16="http://schemas.microsoft.com/office/drawing/2014/main" id="{526C4C97-B617-FD26-79CE-04E0AADF1350}"/>
                </a:ext>
              </a:extLst>
            </p:cNvPr>
            <p:cNvSpPr/>
            <p:nvPr/>
          </p:nvSpPr>
          <p:spPr>
            <a:xfrm>
              <a:off x="1728137" y="2318771"/>
              <a:ext cx="801206"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13716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Plan</a:t>
              </a:r>
            </a:p>
          </p:txBody>
        </p:sp>
        <p:sp>
          <p:nvSpPr>
            <p:cNvPr id="14" name="Arrow: Pentagon 14">
              <a:extLst>
                <a:ext uri="{FF2B5EF4-FFF2-40B4-BE49-F238E27FC236}">
                  <a16:creationId xmlns:a16="http://schemas.microsoft.com/office/drawing/2014/main" id="{C9249B31-6F76-FEAF-7943-3476D8F633C5}"/>
                </a:ext>
              </a:extLst>
            </p:cNvPr>
            <p:cNvSpPr/>
            <p:nvPr/>
          </p:nvSpPr>
          <p:spPr>
            <a:xfrm>
              <a:off x="1105365" y="2319075"/>
              <a:ext cx="733360" cy="408495"/>
            </a:xfrm>
            <a:prstGeom prst="homePlate">
              <a:avLst>
                <a:gd name="adj" fmla="val 17926"/>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9144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a:t>
              </a:r>
            </a:p>
          </p:txBody>
        </p:sp>
        <p:sp>
          <p:nvSpPr>
            <p:cNvPr id="15" name="Rectangle 14">
              <a:extLst>
                <a:ext uri="{FF2B5EF4-FFF2-40B4-BE49-F238E27FC236}">
                  <a16:creationId xmlns:a16="http://schemas.microsoft.com/office/drawing/2014/main" id="{E9717D3B-2E2B-BF6B-284B-22DD1BD21790}"/>
                </a:ext>
              </a:extLst>
            </p:cNvPr>
            <p:cNvSpPr/>
            <p:nvPr/>
          </p:nvSpPr>
          <p:spPr>
            <a:xfrm>
              <a:off x="-16253" y="2320770"/>
              <a:ext cx="1121618" cy="410400"/>
            </a:xfrm>
            <a:prstGeom prst="rect">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Pre-Project</a:t>
              </a:r>
            </a:p>
          </p:txBody>
        </p:sp>
        <p:sp>
          <p:nvSpPr>
            <p:cNvPr id="16" name="Arrow: Chevron 284">
              <a:extLst>
                <a:ext uri="{FF2B5EF4-FFF2-40B4-BE49-F238E27FC236}">
                  <a16:creationId xmlns:a16="http://schemas.microsoft.com/office/drawing/2014/main" id="{B6C4A5C4-03B1-D3EB-FDB8-4685F9A453CC}"/>
                </a:ext>
              </a:extLst>
            </p:cNvPr>
            <p:cNvSpPr/>
            <p:nvPr/>
          </p:nvSpPr>
          <p:spPr>
            <a:xfrm>
              <a:off x="3196912" y="2318771"/>
              <a:ext cx="1636843"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432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Blueprint</a:t>
              </a:r>
            </a:p>
          </p:txBody>
        </p:sp>
        <p:sp>
          <p:nvSpPr>
            <p:cNvPr id="17" name="Arrow: Chevron 287">
              <a:extLst>
                <a:ext uri="{FF2B5EF4-FFF2-40B4-BE49-F238E27FC236}">
                  <a16:creationId xmlns:a16="http://schemas.microsoft.com/office/drawing/2014/main" id="{F8C465F4-9ABF-7B8E-1ED1-B5E5AFA690E3}"/>
                </a:ext>
              </a:extLst>
            </p:cNvPr>
            <p:cNvSpPr/>
            <p:nvPr/>
          </p:nvSpPr>
          <p:spPr>
            <a:xfrm>
              <a:off x="2428620" y="2318771"/>
              <a:ext cx="1227452"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Inception</a:t>
              </a:r>
            </a:p>
          </p:txBody>
        </p:sp>
        <p:sp>
          <p:nvSpPr>
            <p:cNvPr id="18" name="Arrow: Chevron 274">
              <a:extLst>
                <a:ext uri="{FF2B5EF4-FFF2-40B4-BE49-F238E27FC236}">
                  <a16:creationId xmlns:a16="http://schemas.microsoft.com/office/drawing/2014/main" id="{ADD5B29D-49BF-FFEC-3AC3-B6D8264E8329}"/>
                </a:ext>
              </a:extLst>
            </p:cNvPr>
            <p:cNvSpPr/>
            <p:nvPr/>
          </p:nvSpPr>
          <p:spPr>
            <a:xfrm>
              <a:off x="8191233" y="2318771"/>
              <a:ext cx="1049421" cy="409690"/>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000" b="1">
                  <a:solidFill>
                    <a:srgbClr val="999999">
                      <a:lumMod val="50000"/>
                    </a:srgbClr>
                  </a:solidFill>
                  <a:latin typeface="Century Gothic" panose="020F0302020204030204"/>
                </a:rPr>
                <a:t>BRT</a:t>
              </a:r>
              <a:endPar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endParaRPr>
            </a:p>
          </p:txBody>
        </p:sp>
        <p:sp>
          <p:nvSpPr>
            <p:cNvPr id="19" name="Arrow: Chevron 273">
              <a:extLst>
                <a:ext uri="{FF2B5EF4-FFF2-40B4-BE49-F238E27FC236}">
                  <a16:creationId xmlns:a16="http://schemas.microsoft.com/office/drawing/2014/main" id="{03548866-E348-04FF-7C77-159955C9B246}"/>
                </a:ext>
              </a:extLst>
            </p:cNvPr>
            <p:cNvSpPr/>
            <p:nvPr/>
          </p:nvSpPr>
          <p:spPr>
            <a:xfrm>
              <a:off x="7245741" y="2318770"/>
              <a:ext cx="1046604"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SIT</a:t>
              </a:r>
            </a:p>
          </p:txBody>
        </p:sp>
        <p:sp>
          <p:nvSpPr>
            <p:cNvPr id="20" name="Arrow: Chevron 26">
              <a:extLst>
                <a:ext uri="{FF2B5EF4-FFF2-40B4-BE49-F238E27FC236}">
                  <a16:creationId xmlns:a16="http://schemas.microsoft.com/office/drawing/2014/main" id="{5A5DD35E-88F7-64F5-9B7C-F1EEB342E80F}"/>
                </a:ext>
              </a:extLst>
            </p:cNvPr>
            <p:cNvSpPr/>
            <p:nvPr/>
          </p:nvSpPr>
          <p:spPr>
            <a:xfrm>
              <a:off x="11064849" y="2318771"/>
              <a:ext cx="1127151" cy="409689"/>
            </a:xfrm>
            <a:prstGeom prst="chevron">
              <a:avLst>
                <a:gd name="adj" fmla="val 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Operate</a:t>
              </a:r>
            </a:p>
          </p:txBody>
        </p:sp>
        <p:sp>
          <p:nvSpPr>
            <p:cNvPr id="21" name="Arrow: Chevron 20">
              <a:extLst>
                <a:ext uri="{FF2B5EF4-FFF2-40B4-BE49-F238E27FC236}">
                  <a16:creationId xmlns:a16="http://schemas.microsoft.com/office/drawing/2014/main" id="{97284C8D-0CFB-58AE-0405-ED618DC6B540}"/>
                </a:ext>
              </a:extLst>
            </p:cNvPr>
            <p:cNvSpPr/>
            <p:nvPr/>
          </p:nvSpPr>
          <p:spPr>
            <a:xfrm>
              <a:off x="10106803" y="2318771"/>
              <a:ext cx="1049421" cy="409689"/>
            </a:xfrm>
            <a:prstGeom prst="chevron">
              <a:avLst>
                <a:gd name="adj" fmla="val 24644"/>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Go Live &amp; Hypercare</a:t>
              </a:r>
            </a:p>
          </p:txBody>
        </p:sp>
      </p:grpSp>
      <p:cxnSp>
        <p:nvCxnSpPr>
          <p:cNvPr id="26" name="Straight Connector 25">
            <a:extLst>
              <a:ext uri="{FF2B5EF4-FFF2-40B4-BE49-F238E27FC236}">
                <a16:creationId xmlns:a16="http://schemas.microsoft.com/office/drawing/2014/main" id="{410386A6-2F9C-AD9E-2D47-556086419E0E}"/>
              </a:ext>
            </a:extLst>
          </p:cNvPr>
          <p:cNvCxnSpPr>
            <a:cxnSpLocks/>
          </p:cNvCxnSpPr>
          <p:nvPr/>
        </p:nvCxnSpPr>
        <p:spPr>
          <a:xfrm>
            <a:off x="4737391" y="2719155"/>
            <a:ext cx="0" cy="3780000"/>
          </a:xfrm>
          <a:prstGeom prst="line">
            <a:avLst/>
          </a:prstGeom>
          <a:ln w="12700">
            <a:solidFill>
              <a:schemeClr val="accent1"/>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9D75EAB-F6F5-C5E4-6159-00800F0ECD13}"/>
              </a:ext>
            </a:extLst>
          </p:cNvPr>
          <p:cNvCxnSpPr>
            <a:cxnSpLocks/>
          </p:cNvCxnSpPr>
          <p:nvPr/>
        </p:nvCxnSpPr>
        <p:spPr>
          <a:xfrm>
            <a:off x="2407493" y="2719155"/>
            <a:ext cx="0" cy="3780000"/>
          </a:xfrm>
          <a:prstGeom prst="line">
            <a:avLst/>
          </a:prstGeom>
          <a:ln w="12700">
            <a:solidFill>
              <a:schemeClr val="accent1"/>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C1A4423-EEB0-0980-0B2E-2EF3F01914F3}"/>
              </a:ext>
            </a:extLst>
          </p:cNvPr>
          <p:cNvCxnSpPr>
            <a:cxnSpLocks/>
          </p:cNvCxnSpPr>
          <p:nvPr/>
        </p:nvCxnSpPr>
        <p:spPr>
          <a:xfrm>
            <a:off x="1097679" y="2719155"/>
            <a:ext cx="0" cy="3780000"/>
          </a:xfrm>
          <a:prstGeom prst="line">
            <a:avLst/>
          </a:prstGeom>
          <a:ln w="12700">
            <a:solidFill>
              <a:schemeClr val="accent1"/>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F603DF5-A1F8-F49C-5D6D-575FDF9B424D}"/>
              </a:ext>
            </a:extLst>
          </p:cNvPr>
          <p:cNvCxnSpPr>
            <a:cxnSpLocks/>
          </p:cNvCxnSpPr>
          <p:nvPr/>
        </p:nvCxnSpPr>
        <p:spPr>
          <a:xfrm>
            <a:off x="7248658" y="2719155"/>
            <a:ext cx="0" cy="3780000"/>
          </a:xfrm>
          <a:prstGeom prst="line">
            <a:avLst/>
          </a:prstGeom>
          <a:ln w="12700">
            <a:solidFill>
              <a:schemeClr val="accent1"/>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C5688CF-3713-D0DF-8448-B2DD4247D483}"/>
              </a:ext>
            </a:extLst>
          </p:cNvPr>
          <p:cNvCxnSpPr>
            <a:cxnSpLocks/>
          </p:cNvCxnSpPr>
          <p:nvPr/>
        </p:nvCxnSpPr>
        <p:spPr>
          <a:xfrm>
            <a:off x="9154686" y="2719155"/>
            <a:ext cx="0" cy="3780000"/>
          </a:xfrm>
          <a:prstGeom prst="line">
            <a:avLst/>
          </a:prstGeom>
          <a:ln w="12700">
            <a:solidFill>
              <a:schemeClr val="accent1"/>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7E39381-B22C-2ADB-4C18-FAD2742DA169}"/>
              </a:ext>
            </a:extLst>
          </p:cNvPr>
          <p:cNvCxnSpPr>
            <a:cxnSpLocks/>
          </p:cNvCxnSpPr>
          <p:nvPr/>
        </p:nvCxnSpPr>
        <p:spPr>
          <a:xfrm>
            <a:off x="11064849" y="2719155"/>
            <a:ext cx="0" cy="3780000"/>
          </a:xfrm>
          <a:prstGeom prst="line">
            <a:avLst/>
          </a:prstGeom>
          <a:ln w="12700">
            <a:solidFill>
              <a:schemeClr val="accent1"/>
            </a:solidFill>
            <a:prstDash val="dash"/>
            <a:headEnd type="oval"/>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40526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A0CF6CC-3B51-887F-6635-1992B6B1C690}"/>
              </a:ext>
            </a:extLst>
          </p:cNvPr>
          <p:cNvSpPr>
            <a:spLocks noGrp="1"/>
          </p:cNvSpPr>
          <p:nvPr>
            <p:ph type="ctrTitle"/>
          </p:nvPr>
        </p:nvSpPr>
        <p:spPr/>
        <p:txBody>
          <a:bodyPr/>
          <a:lstStyle/>
          <a:p>
            <a:r>
              <a:rPr lang="en-US"/>
              <a:t>Quality Gates - example</a:t>
            </a:r>
          </a:p>
        </p:txBody>
      </p:sp>
      <p:grpSp>
        <p:nvGrpSpPr>
          <p:cNvPr id="24" name="Group 23">
            <a:extLst>
              <a:ext uri="{FF2B5EF4-FFF2-40B4-BE49-F238E27FC236}">
                <a16:creationId xmlns:a16="http://schemas.microsoft.com/office/drawing/2014/main" id="{D5537AC6-B53C-1023-637B-54F82BA6B831}"/>
              </a:ext>
            </a:extLst>
          </p:cNvPr>
          <p:cNvGrpSpPr/>
          <p:nvPr/>
        </p:nvGrpSpPr>
        <p:grpSpPr>
          <a:xfrm>
            <a:off x="2427581" y="1011657"/>
            <a:ext cx="9653098" cy="361520"/>
            <a:chOff x="1752680" y="1406433"/>
            <a:chExt cx="10319872" cy="361520"/>
          </a:xfrm>
        </p:grpSpPr>
        <p:cxnSp>
          <p:nvCxnSpPr>
            <p:cNvPr id="25" name="Straight Arrow Connector 24">
              <a:extLst>
                <a:ext uri="{FF2B5EF4-FFF2-40B4-BE49-F238E27FC236}">
                  <a16:creationId xmlns:a16="http://schemas.microsoft.com/office/drawing/2014/main" id="{4A4D7BCD-442C-CEAA-42B0-7077A186489C}"/>
                </a:ext>
              </a:extLst>
            </p:cNvPr>
            <p:cNvCxnSpPr>
              <a:cxnSpLocks/>
            </p:cNvCxnSpPr>
            <p:nvPr/>
          </p:nvCxnSpPr>
          <p:spPr>
            <a:xfrm>
              <a:off x="1752680" y="1602550"/>
              <a:ext cx="10319872" cy="0"/>
            </a:xfrm>
            <a:prstGeom prst="straightConnector1">
              <a:avLst/>
            </a:prstGeom>
            <a:ln w="19050">
              <a:solidFill>
                <a:schemeClr val="tx1"/>
              </a:solidFill>
              <a:headEnd type="diamond" w="lg" len="lg"/>
              <a:tailEnd type="triangle" w="lg" len="lg"/>
            </a:ln>
          </p:spPr>
          <p:style>
            <a:lnRef idx="1">
              <a:schemeClr val="accent1"/>
            </a:lnRef>
            <a:fillRef idx="0">
              <a:schemeClr val="accent1"/>
            </a:fillRef>
            <a:effectRef idx="0">
              <a:schemeClr val="accent1"/>
            </a:effectRef>
            <a:fontRef idx="minor">
              <a:schemeClr val="tx1"/>
            </a:fontRef>
          </p:style>
        </p:cxnSp>
        <p:sp>
          <p:nvSpPr>
            <p:cNvPr id="26" name="Arrow: Pentagon 115">
              <a:extLst>
                <a:ext uri="{FF2B5EF4-FFF2-40B4-BE49-F238E27FC236}">
                  <a16:creationId xmlns:a16="http://schemas.microsoft.com/office/drawing/2014/main" id="{E0C08C99-5121-E7CE-D137-221AB3FEB8CF}"/>
                </a:ext>
              </a:extLst>
            </p:cNvPr>
            <p:cNvSpPr/>
            <p:nvPr/>
          </p:nvSpPr>
          <p:spPr>
            <a:xfrm>
              <a:off x="6050080" y="1406433"/>
              <a:ext cx="1725072" cy="361520"/>
            </a:xfrm>
            <a:prstGeom prst="homePlate">
              <a:avLst>
                <a:gd name="adj" fmla="val 0"/>
              </a:avLst>
            </a:prstGeom>
            <a:solidFill>
              <a:schemeClr val="bg1"/>
            </a:solidFill>
            <a:ln w="19050">
              <a:no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a:ln>
                    <a:noFill/>
                  </a:ln>
                  <a:solidFill>
                    <a:srgbClr val="3C3C3C"/>
                  </a:solidFill>
                  <a:effectLst/>
                  <a:uLnTx/>
                  <a:uFillTx/>
                  <a:latin typeface="Century Gothic" panose="020F0302020204030204"/>
                  <a:ea typeface="+mn-ea"/>
                  <a:cs typeface="+mn-cs"/>
                </a:rPr>
                <a:t>Monitor and Control</a:t>
              </a:r>
            </a:p>
          </p:txBody>
        </p:sp>
      </p:grpSp>
      <p:grpSp>
        <p:nvGrpSpPr>
          <p:cNvPr id="40" name="Group 39">
            <a:extLst>
              <a:ext uri="{FF2B5EF4-FFF2-40B4-BE49-F238E27FC236}">
                <a16:creationId xmlns:a16="http://schemas.microsoft.com/office/drawing/2014/main" id="{D0C94081-46DB-089A-C1CC-4BFA662142B1}"/>
              </a:ext>
            </a:extLst>
          </p:cNvPr>
          <p:cNvGrpSpPr/>
          <p:nvPr/>
        </p:nvGrpSpPr>
        <p:grpSpPr>
          <a:xfrm>
            <a:off x="-1" y="1366511"/>
            <a:ext cx="12200127" cy="964154"/>
            <a:chOff x="-16254" y="1362494"/>
            <a:chExt cx="12208254" cy="964154"/>
          </a:xfrm>
        </p:grpSpPr>
        <p:sp>
          <p:nvSpPr>
            <p:cNvPr id="41" name="Arrow: Chevron 283">
              <a:extLst>
                <a:ext uri="{FF2B5EF4-FFF2-40B4-BE49-F238E27FC236}">
                  <a16:creationId xmlns:a16="http://schemas.microsoft.com/office/drawing/2014/main" id="{2207D92F-7F0E-B489-E15C-A438324918BF}"/>
                </a:ext>
              </a:extLst>
            </p:cNvPr>
            <p:cNvSpPr/>
            <p:nvPr/>
          </p:nvSpPr>
          <p:spPr>
            <a:xfrm>
              <a:off x="10914976" y="1362494"/>
              <a:ext cx="1277024" cy="964154"/>
            </a:xfrm>
            <a:prstGeom prst="chevron">
              <a:avLst>
                <a:gd name="adj" fmla="val 0"/>
              </a:avLst>
            </a:prstGeom>
            <a:gradFill>
              <a:gsLst>
                <a:gs pos="1000">
                  <a:schemeClr val="accent3"/>
                </a:gs>
                <a:gs pos="99000">
                  <a:schemeClr val="accent3">
                    <a:lumMod val="75000"/>
                  </a:schemeClr>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20040" tIns="59436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a:ln>
                    <a:noFill/>
                  </a:ln>
                  <a:solidFill>
                    <a:srgbClr val="FFFFFF"/>
                  </a:solidFill>
                  <a:effectLst/>
                  <a:uLnTx/>
                  <a:uFillTx/>
                  <a:latin typeface="Century Gothic" panose="020F0302020204030204"/>
                  <a:ea typeface="+mn-ea"/>
                  <a:cs typeface="+mn-cs"/>
                </a:rPr>
                <a:t>Run</a:t>
              </a:r>
            </a:p>
          </p:txBody>
        </p:sp>
        <p:sp>
          <p:nvSpPr>
            <p:cNvPr id="42" name="Arrow: Chevron 278">
              <a:extLst>
                <a:ext uri="{FF2B5EF4-FFF2-40B4-BE49-F238E27FC236}">
                  <a16:creationId xmlns:a16="http://schemas.microsoft.com/office/drawing/2014/main" id="{44AB45E4-A418-DFDC-FFD2-84EC5F8FE7D1}"/>
                </a:ext>
              </a:extLst>
            </p:cNvPr>
            <p:cNvSpPr/>
            <p:nvPr/>
          </p:nvSpPr>
          <p:spPr>
            <a:xfrm>
              <a:off x="2419454" y="1362494"/>
              <a:ext cx="2604691" cy="964154"/>
            </a:xfrm>
            <a:prstGeom prst="chevron">
              <a:avLst>
                <a:gd name="adj" fmla="val 29545"/>
              </a:avLst>
            </a:prstGeom>
            <a:gradFill>
              <a:gsLst>
                <a:gs pos="100000">
                  <a:schemeClr val="bg2"/>
                </a:gs>
                <a:gs pos="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a:ln>
                    <a:noFill/>
                  </a:ln>
                  <a:solidFill>
                    <a:srgbClr val="FFFFFF"/>
                  </a:solidFill>
                  <a:effectLst/>
                  <a:uLnTx/>
                  <a:uFillTx/>
                  <a:latin typeface="Century Gothic" panose="020F0302020204030204"/>
                  <a:ea typeface="+mn-ea"/>
                  <a:cs typeface="+mn-cs"/>
                </a:rPr>
                <a:t>Explore</a:t>
              </a:r>
            </a:p>
          </p:txBody>
        </p:sp>
        <p:sp>
          <p:nvSpPr>
            <p:cNvPr id="43" name="Arrow: Chevron 279">
              <a:extLst>
                <a:ext uri="{FF2B5EF4-FFF2-40B4-BE49-F238E27FC236}">
                  <a16:creationId xmlns:a16="http://schemas.microsoft.com/office/drawing/2014/main" id="{294B2126-6C55-3486-7B44-D35D3A4A9749}"/>
                </a:ext>
              </a:extLst>
            </p:cNvPr>
            <p:cNvSpPr/>
            <p:nvPr/>
          </p:nvSpPr>
          <p:spPr>
            <a:xfrm>
              <a:off x="4738710" y="1362494"/>
              <a:ext cx="4669608" cy="964154"/>
            </a:xfrm>
            <a:prstGeom prst="chevron">
              <a:avLst>
                <a:gd name="adj" fmla="val 28502"/>
              </a:avLst>
            </a:prstGeom>
            <a:gradFill>
              <a:gsLst>
                <a:gs pos="15000">
                  <a:srgbClr val="D76570"/>
                </a:gs>
                <a:gs pos="0">
                  <a:schemeClr val="bg2"/>
                </a:gs>
                <a:gs pos="100000">
                  <a:schemeClr val="accent4"/>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a:ln>
                    <a:noFill/>
                  </a:ln>
                  <a:solidFill>
                    <a:srgbClr val="FFFFFF"/>
                  </a:solidFill>
                  <a:effectLst/>
                  <a:uLnTx/>
                  <a:uFillTx/>
                  <a:latin typeface="Century Gothic" panose="020F0302020204030204"/>
                  <a:ea typeface="+mn-ea"/>
                  <a:cs typeface="+mn-cs"/>
                </a:rPr>
                <a:t>Execute</a:t>
              </a:r>
            </a:p>
          </p:txBody>
        </p:sp>
        <p:sp>
          <p:nvSpPr>
            <p:cNvPr id="44" name="Arrow: Chevron 282">
              <a:extLst>
                <a:ext uri="{FF2B5EF4-FFF2-40B4-BE49-F238E27FC236}">
                  <a16:creationId xmlns:a16="http://schemas.microsoft.com/office/drawing/2014/main" id="{C6E0E757-CEA0-9233-E2F9-F1EBAC82E702}"/>
                </a:ext>
              </a:extLst>
            </p:cNvPr>
            <p:cNvSpPr/>
            <p:nvPr/>
          </p:nvSpPr>
          <p:spPr>
            <a:xfrm>
              <a:off x="9131619" y="1362494"/>
              <a:ext cx="2197119" cy="964154"/>
            </a:xfrm>
            <a:prstGeom prst="chevron">
              <a:avLst>
                <a:gd name="adj" fmla="val 27951"/>
              </a:avLst>
            </a:prstGeom>
            <a:gradFill>
              <a:gsLst>
                <a:gs pos="13000">
                  <a:srgbClr val="9BA7C7"/>
                </a:gs>
                <a:gs pos="1000">
                  <a:schemeClr val="accent4"/>
                </a:gs>
                <a:gs pos="99000">
                  <a:schemeClr val="accent3"/>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144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a:ln>
                    <a:noFill/>
                  </a:ln>
                  <a:solidFill>
                    <a:srgbClr val="FFFFFF"/>
                  </a:solidFill>
                  <a:effectLst/>
                  <a:uLnTx/>
                  <a:uFillTx/>
                  <a:latin typeface="Century Gothic" panose="020F0302020204030204"/>
                  <a:ea typeface="+mn-ea"/>
                  <a:cs typeface="+mn-cs"/>
                </a:rPr>
                <a:t>Deploy</a:t>
              </a:r>
            </a:p>
          </p:txBody>
        </p:sp>
        <p:grpSp>
          <p:nvGrpSpPr>
            <p:cNvPr id="45" name="Group 44">
              <a:extLst>
                <a:ext uri="{FF2B5EF4-FFF2-40B4-BE49-F238E27FC236}">
                  <a16:creationId xmlns:a16="http://schemas.microsoft.com/office/drawing/2014/main" id="{951211FB-D357-9368-2937-4B9A8F91AFD2}"/>
                </a:ext>
              </a:extLst>
            </p:cNvPr>
            <p:cNvGrpSpPr/>
            <p:nvPr/>
          </p:nvGrpSpPr>
          <p:grpSpPr>
            <a:xfrm>
              <a:off x="3412619" y="1490179"/>
              <a:ext cx="471791" cy="471791"/>
              <a:chOff x="2800393" y="1942177"/>
              <a:chExt cx="471791" cy="471791"/>
            </a:xfrm>
          </p:grpSpPr>
          <p:sp>
            <p:nvSpPr>
              <p:cNvPr id="117" name="Oval 116">
                <a:extLst>
                  <a:ext uri="{FF2B5EF4-FFF2-40B4-BE49-F238E27FC236}">
                    <a16:creationId xmlns:a16="http://schemas.microsoft.com/office/drawing/2014/main" id="{A0A461D4-D118-8175-11F3-A4A1E9C563E8}"/>
                  </a:ext>
                </a:extLst>
              </p:cNvPr>
              <p:cNvSpPr/>
              <p:nvPr/>
            </p:nvSpPr>
            <p:spPr>
              <a:xfrm>
                <a:off x="2800393"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FFFFFF"/>
                  </a:solidFill>
                  <a:effectLst/>
                  <a:uLnTx/>
                  <a:uFillTx/>
                  <a:latin typeface="Century Gothic" panose="020F0302020204030204"/>
                  <a:ea typeface="+mn-ea"/>
                  <a:cs typeface="+mn-cs"/>
                </a:endParaRPr>
              </a:p>
            </p:txBody>
          </p:sp>
          <p:grpSp>
            <p:nvGrpSpPr>
              <p:cNvPr id="118" name="Graphic 330">
                <a:extLst>
                  <a:ext uri="{FF2B5EF4-FFF2-40B4-BE49-F238E27FC236}">
                    <a16:creationId xmlns:a16="http://schemas.microsoft.com/office/drawing/2014/main" id="{8A8A8CF3-B73B-1745-5C71-C91652F68849}"/>
                  </a:ext>
                </a:extLst>
              </p:cNvPr>
              <p:cNvGrpSpPr/>
              <p:nvPr/>
            </p:nvGrpSpPr>
            <p:grpSpPr>
              <a:xfrm>
                <a:off x="2905403" y="2047213"/>
                <a:ext cx="261773" cy="261748"/>
                <a:chOff x="2905403" y="2047213"/>
                <a:chExt cx="261773" cy="261748"/>
              </a:xfrm>
            </p:grpSpPr>
            <p:sp>
              <p:nvSpPr>
                <p:cNvPr id="119" name="Freeform 170">
                  <a:extLst>
                    <a:ext uri="{FF2B5EF4-FFF2-40B4-BE49-F238E27FC236}">
                      <a16:creationId xmlns:a16="http://schemas.microsoft.com/office/drawing/2014/main" id="{CFD5AA1E-ABC7-FE0C-8569-28C05F76DC10}"/>
                    </a:ext>
                  </a:extLst>
                </p:cNvPr>
                <p:cNvSpPr/>
                <p:nvPr/>
              </p:nvSpPr>
              <p:spPr>
                <a:xfrm>
                  <a:off x="2905403" y="2197919"/>
                  <a:ext cx="111010" cy="111042"/>
                </a:xfrm>
                <a:custGeom>
                  <a:avLst/>
                  <a:gdLst>
                    <a:gd name="connsiteX0" fmla="*/ 12535 w 111010"/>
                    <a:gd name="connsiteY0" fmla="*/ 111042 h 111042"/>
                    <a:gd name="connsiteX1" fmla="*/ 0 w 111010"/>
                    <a:gd name="connsiteY1" fmla="*/ 98495 h 111042"/>
                    <a:gd name="connsiteX2" fmla="*/ 3662 w 111010"/>
                    <a:gd name="connsiteY2" fmla="*/ 89645 h 111042"/>
                    <a:gd name="connsiteX3" fmla="*/ 88890 w 111010"/>
                    <a:gd name="connsiteY3" fmla="*/ 4449 h 111042"/>
                    <a:gd name="connsiteX4" fmla="*/ 106562 w 111010"/>
                    <a:gd name="connsiteY4" fmla="*/ 2960 h 111042"/>
                    <a:gd name="connsiteX5" fmla="*/ 108051 w 111010"/>
                    <a:gd name="connsiteY5" fmla="*/ 20632 h 111042"/>
                    <a:gd name="connsiteX6" fmla="*/ 106587 w 111010"/>
                    <a:gd name="connsiteY6" fmla="*/ 22100 h 111042"/>
                    <a:gd name="connsiteX7" fmla="*/ 21407 w 111010"/>
                    <a:gd name="connsiteY7" fmla="*/ 107327 h 111042"/>
                    <a:gd name="connsiteX8" fmla="*/ 12535 w 111010"/>
                    <a:gd name="connsiteY8" fmla="*/ 111042 h 11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010" h="111042">
                      <a:moveTo>
                        <a:pt x="12535" y="111042"/>
                      </a:moveTo>
                      <a:cubicBezTo>
                        <a:pt x="5609" y="111039"/>
                        <a:pt x="-3" y="105422"/>
                        <a:pt x="0" y="98495"/>
                      </a:cubicBezTo>
                      <a:cubicBezTo>
                        <a:pt x="2" y="95177"/>
                        <a:pt x="1318" y="91995"/>
                        <a:pt x="3662" y="89645"/>
                      </a:cubicBezTo>
                      <a:lnTo>
                        <a:pt x="88890" y="4449"/>
                      </a:lnTo>
                      <a:cubicBezTo>
                        <a:pt x="93358" y="-842"/>
                        <a:pt x="101270" y="-1509"/>
                        <a:pt x="106562" y="2960"/>
                      </a:cubicBezTo>
                      <a:cubicBezTo>
                        <a:pt x="111853" y="7429"/>
                        <a:pt x="112520" y="15340"/>
                        <a:pt x="108051" y="20632"/>
                      </a:cubicBezTo>
                      <a:cubicBezTo>
                        <a:pt x="107604" y="21161"/>
                        <a:pt x="107115" y="21651"/>
                        <a:pt x="106587" y="22100"/>
                      </a:cubicBezTo>
                      <a:lnTo>
                        <a:pt x="21407" y="107327"/>
                      </a:lnTo>
                      <a:cubicBezTo>
                        <a:pt x="19061" y="109696"/>
                        <a:pt x="15868" y="111033"/>
                        <a:pt x="12535" y="111042"/>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120" name="Freeform 171">
                  <a:extLst>
                    <a:ext uri="{FF2B5EF4-FFF2-40B4-BE49-F238E27FC236}">
                      <a16:creationId xmlns:a16="http://schemas.microsoft.com/office/drawing/2014/main" id="{ABCEB28A-E652-900E-F50F-C47DE20267AB}"/>
                    </a:ext>
                  </a:extLst>
                </p:cNvPr>
                <p:cNvSpPr/>
                <p:nvPr/>
              </p:nvSpPr>
              <p:spPr>
                <a:xfrm>
                  <a:off x="2964682" y="2047213"/>
                  <a:ext cx="202495" cy="202495"/>
                </a:xfrm>
                <a:custGeom>
                  <a:avLst/>
                  <a:gdLst>
                    <a:gd name="connsiteX0" fmla="*/ 101263 w 202495"/>
                    <a:gd name="connsiteY0" fmla="*/ 202495 h 202495"/>
                    <a:gd name="connsiteX1" fmla="*/ 0 w 202495"/>
                    <a:gd name="connsiteY1" fmla="*/ 101263 h 202495"/>
                    <a:gd name="connsiteX2" fmla="*/ 101232 w 202495"/>
                    <a:gd name="connsiteY2" fmla="*/ 0 h 202495"/>
                    <a:gd name="connsiteX3" fmla="*/ 202495 w 202495"/>
                    <a:gd name="connsiteY3" fmla="*/ 101232 h 202495"/>
                    <a:gd name="connsiteX4" fmla="*/ 202495 w 202495"/>
                    <a:gd name="connsiteY4" fmla="*/ 101248 h 202495"/>
                    <a:gd name="connsiteX5" fmla="*/ 101263 w 202495"/>
                    <a:gd name="connsiteY5" fmla="*/ 202495 h 202495"/>
                    <a:gd name="connsiteX6" fmla="*/ 101263 w 202495"/>
                    <a:gd name="connsiteY6" fmla="*/ 25096 h 202495"/>
                    <a:gd name="connsiteX7" fmla="*/ 25081 w 202495"/>
                    <a:gd name="connsiteY7" fmla="*/ 101248 h 202495"/>
                    <a:gd name="connsiteX8" fmla="*/ 101232 w 202495"/>
                    <a:gd name="connsiteY8" fmla="*/ 177430 h 202495"/>
                    <a:gd name="connsiteX9" fmla="*/ 177415 w 202495"/>
                    <a:gd name="connsiteY9" fmla="*/ 101279 h 202495"/>
                    <a:gd name="connsiteX10" fmla="*/ 177415 w 202495"/>
                    <a:gd name="connsiteY10" fmla="*/ 101248 h 202495"/>
                    <a:gd name="connsiteX11" fmla="*/ 101263 w 202495"/>
                    <a:gd name="connsiteY11" fmla="*/ 25049 h 202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495" h="202495">
                      <a:moveTo>
                        <a:pt x="101263" y="202495"/>
                      </a:moveTo>
                      <a:cubicBezTo>
                        <a:pt x="45346" y="202505"/>
                        <a:pt x="9" y="157181"/>
                        <a:pt x="0" y="101263"/>
                      </a:cubicBezTo>
                      <a:cubicBezTo>
                        <a:pt x="-9" y="45346"/>
                        <a:pt x="45314" y="9"/>
                        <a:pt x="101232" y="0"/>
                      </a:cubicBezTo>
                      <a:cubicBezTo>
                        <a:pt x="157149" y="-9"/>
                        <a:pt x="202486" y="45314"/>
                        <a:pt x="202495" y="101232"/>
                      </a:cubicBezTo>
                      <a:cubicBezTo>
                        <a:pt x="202495" y="101237"/>
                        <a:pt x="202495" y="101242"/>
                        <a:pt x="202495" y="101248"/>
                      </a:cubicBezTo>
                      <a:cubicBezTo>
                        <a:pt x="202434" y="157134"/>
                        <a:pt x="157149" y="202426"/>
                        <a:pt x="101263" y="202495"/>
                      </a:cubicBezTo>
                      <a:close/>
                      <a:moveTo>
                        <a:pt x="101263" y="25096"/>
                      </a:moveTo>
                      <a:cubicBezTo>
                        <a:pt x="59197" y="25088"/>
                        <a:pt x="25089" y="59182"/>
                        <a:pt x="25081" y="101248"/>
                      </a:cubicBezTo>
                      <a:cubicBezTo>
                        <a:pt x="25072" y="143313"/>
                        <a:pt x="59166" y="177421"/>
                        <a:pt x="101232" y="177430"/>
                      </a:cubicBezTo>
                      <a:cubicBezTo>
                        <a:pt x="143298" y="177440"/>
                        <a:pt x="177405" y="143345"/>
                        <a:pt x="177415" y="101279"/>
                      </a:cubicBezTo>
                      <a:cubicBezTo>
                        <a:pt x="177415" y="101268"/>
                        <a:pt x="177415" y="101258"/>
                        <a:pt x="177415" y="101248"/>
                      </a:cubicBezTo>
                      <a:cubicBezTo>
                        <a:pt x="177388" y="59194"/>
                        <a:pt x="143317" y="25101"/>
                        <a:pt x="101263" y="2504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121" name="Freeform 172">
                  <a:extLst>
                    <a:ext uri="{FF2B5EF4-FFF2-40B4-BE49-F238E27FC236}">
                      <a16:creationId xmlns:a16="http://schemas.microsoft.com/office/drawing/2014/main" id="{EAF052F5-9ACB-5B7C-0CA2-4A52C0EE4C5A}"/>
                    </a:ext>
                  </a:extLst>
                </p:cNvPr>
                <p:cNvSpPr/>
                <p:nvPr/>
              </p:nvSpPr>
              <p:spPr>
                <a:xfrm>
                  <a:off x="3052606" y="2106356"/>
                  <a:ext cx="25080" cy="84208"/>
                </a:xfrm>
                <a:custGeom>
                  <a:avLst/>
                  <a:gdLst>
                    <a:gd name="connsiteX0" fmla="*/ 12540 w 25080"/>
                    <a:gd name="connsiteY0" fmla="*/ 84208 h 84208"/>
                    <a:gd name="connsiteX1" fmla="*/ 0 w 25080"/>
                    <a:gd name="connsiteY1" fmla="*/ 71668 h 84208"/>
                    <a:gd name="connsiteX2" fmla="*/ 0 w 25080"/>
                    <a:gd name="connsiteY2" fmla="*/ 12540 h 84208"/>
                    <a:gd name="connsiteX3" fmla="*/ 12540 w 25080"/>
                    <a:gd name="connsiteY3" fmla="*/ 0 h 84208"/>
                    <a:gd name="connsiteX4" fmla="*/ 25081 w 25080"/>
                    <a:gd name="connsiteY4" fmla="*/ 12540 h 84208"/>
                    <a:gd name="connsiteX5" fmla="*/ 25081 w 25080"/>
                    <a:gd name="connsiteY5" fmla="*/ 71668 h 84208"/>
                    <a:gd name="connsiteX6" fmla="*/ 12540 w 25080"/>
                    <a:gd name="connsiteY6" fmla="*/ 84208 h 84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80" h="84208">
                      <a:moveTo>
                        <a:pt x="12540" y="84208"/>
                      </a:moveTo>
                      <a:cubicBezTo>
                        <a:pt x="5615" y="84208"/>
                        <a:pt x="0" y="78594"/>
                        <a:pt x="0" y="71668"/>
                      </a:cubicBezTo>
                      <a:lnTo>
                        <a:pt x="0" y="12540"/>
                      </a:lnTo>
                      <a:cubicBezTo>
                        <a:pt x="0" y="5614"/>
                        <a:pt x="5615" y="0"/>
                        <a:pt x="12540" y="0"/>
                      </a:cubicBezTo>
                      <a:cubicBezTo>
                        <a:pt x="19466" y="0"/>
                        <a:pt x="25081" y="5614"/>
                        <a:pt x="25081" y="12540"/>
                      </a:cubicBezTo>
                      <a:lnTo>
                        <a:pt x="25081" y="71668"/>
                      </a:lnTo>
                      <a:cubicBezTo>
                        <a:pt x="25081" y="78594"/>
                        <a:pt x="19466" y="84208"/>
                        <a:pt x="12540" y="84208"/>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122" name="Freeform 173">
                  <a:extLst>
                    <a:ext uri="{FF2B5EF4-FFF2-40B4-BE49-F238E27FC236}">
                      <a16:creationId xmlns:a16="http://schemas.microsoft.com/office/drawing/2014/main" id="{FAE0999B-31E7-8DDF-8A69-0F6897C4B58E}"/>
                    </a:ext>
                  </a:extLst>
                </p:cNvPr>
                <p:cNvSpPr/>
                <p:nvPr/>
              </p:nvSpPr>
              <p:spPr>
                <a:xfrm>
                  <a:off x="3023826" y="2135121"/>
                  <a:ext cx="84224" cy="25080"/>
                </a:xfrm>
                <a:custGeom>
                  <a:avLst/>
                  <a:gdLst>
                    <a:gd name="connsiteX0" fmla="*/ 71684 w 84224"/>
                    <a:gd name="connsiteY0" fmla="*/ 25081 h 25080"/>
                    <a:gd name="connsiteX1" fmla="*/ 12540 w 84224"/>
                    <a:gd name="connsiteY1" fmla="*/ 25081 h 25080"/>
                    <a:gd name="connsiteX2" fmla="*/ 0 w 84224"/>
                    <a:gd name="connsiteY2" fmla="*/ 12540 h 25080"/>
                    <a:gd name="connsiteX3" fmla="*/ 12540 w 84224"/>
                    <a:gd name="connsiteY3" fmla="*/ 0 h 25080"/>
                    <a:gd name="connsiteX4" fmla="*/ 71684 w 84224"/>
                    <a:gd name="connsiteY4" fmla="*/ 0 h 25080"/>
                    <a:gd name="connsiteX5" fmla="*/ 84224 w 84224"/>
                    <a:gd name="connsiteY5" fmla="*/ 12540 h 25080"/>
                    <a:gd name="connsiteX6" fmla="*/ 71684 w 8422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224" h="25080">
                      <a:moveTo>
                        <a:pt x="71684" y="25081"/>
                      </a:moveTo>
                      <a:lnTo>
                        <a:pt x="12540" y="25081"/>
                      </a:lnTo>
                      <a:cubicBezTo>
                        <a:pt x="5614" y="25081"/>
                        <a:pt x="0" y="19466"/>
                        <a:pt x="0" y="12540"/>
                      </a:cubicBezTo>
                      <a:cubicBezTo>
                        <a:pt x="0" y="5614"/>
                        <a:pt x="5614" y="0"/>
                        <a:pt x="12540" y="0"/>
                      </a:cubicBezTo>
                      <a:lnTo>
                        <a:pt x="71684" y="0"/>
                      </a:lnTo>
                      <a:cubicBezTo>
                        <a:pt x="78609" y="0"/>
                        <a:pt x="84224" y="5614"/>
                        <a:pt x="84224" y="12540"/>
                      </a:cubicBezTo>
                      <a:cubicBezTo>
                        <a:pt x="84224" y="19466"/>
                        <a:pt x="78609" y="25081"/>
                        <a:pt x="71684"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grpSp>
        </p:grpSp>
        <p:grpSp>
          <p:nvGrpSpPr>
            <p:cNvPr id="46" name="Group 45">
              <a:extLst>
                <a:ext uri="{FF2B5EF4-FFF2-40B4-BE49-F238E27FC236}">
                  <a16:creationId xmlns:a16="http://schemas.microsoft.com/office/drawing/2014/main" id="{D75C2E59-6119-23FC-8DC3-672A77B2BD9D}"/>
                </a:ext>
              </a:extLst>
            </p:cNvPr>
            <p:cNvGrpSpPr/>
            <p:nvPr/>
          </p:nvGrpSpPr>
          <p:grpSpPr>
            <a:xfrm>
              <a:off x="6823926" y="1490179"/>
              <a:ext cx="471791" cy="471791"/>
              <a:chOff x="6457678" y="1942177"/>
              <a:chExt cx="471791" cy="471791"/>
            </a:xfrm>
          </p:grpSpPr>
          <p:sp>
            <p:nvSpPr>
              <p:cNvPr id="97" name="Oval 96">
                <a:extLst>
                  <a:ext uri="{FF2B5EF4-FFF2-40B4-BE49-F238E27FC236}">
                    <a16:creationId xmlns:a16="http://schemas.microsoft.com/office/drawing/2014/main" id="{744EB1B5-74E3-2D06-3DC6-472CB67AA340}"/>
                  </a:ext>
                </a:extLst>
              </p:cNvPr>
              <p:cNvSpPr/>
              <p:nvPr/>
            </p:nvSpPr>
            <p:spPr>
              <a:xfrm>
                <a:off x="6457678"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FFFFFF"/>
                  </a:solidFill>
                  <a:effectLst/>
                  <a:uLnTx/>
                  <a:uFillTx/>
                  <a:latin typeface="Century Gothic" panose="020F0302020204030204"/>
                  <a:ea typeface="+mn-ea"/>
                  <a:cs typeface="+mn-cs"/>
                </a:endParaRPr>
              </a:p>
            </p:txBody>
          </p:sp>
          <p:grpSp>
            <p:nvGrpSpPr>
              <p:cNvPr id="98" name="Group 97">
                <a:extLst>
                  <a:ext uri="{FF2B5EF4-FFF2-40B4-BE49-F238E27FC236}">
                    <a16:creationId xmlns:a16="http://schemas.microsoft.com/office/drawing/2014/main" id="{7575325D-65EC-11A7-7B03-362B7F868024}"/>
                  </a:ext>
                </a:extLst>
              </p:cNvPr>
              <p:cNvGrpSpPr/>
              <p:nvPr/>
            </p:nvGrpSpPr>
            <p:grpSpPr>
              <a:xfrm>
                <a:off x="6566257" y="2048749"/>
                <a:ext cx="254558" cy="258644"/>
                <a:chOff x="6566257" y="2048749"/>
                <a:chExt cx="254558" cy="258644"/>
              </a:xfrm>
            </p:grpSpPr>
            <p:grpSp>
              <p:nvGrpSpPr>
                <p:cNvPr id="99" name="Graphic 332">
                  <a:extLst>
                    <a:ext uri="{FF2B5EF4-FFF2-40B4-BE49-F238E27FC236}">
                      <a16:creationId xmlns:a16="http://schemas.microsoft.com/office/drawing/2014/main" id="{CD925816-C06D-EE9B-EC1F-90D388F508B8}"/>
                    </a:ext>
                  </a:extLst>
                </p:cNvPr>
                <p:cNvGrpSpPr/>
                <p:nvPr/>
              </p:nvGrpSpPr>
              <p:grpSpPr>
                <a:xfrm>
                  <a:off x="6566257" y="2086119"/>
                  <a:ext cx="135075" cy="185001"/>
                  <a:chOff x="6566257" y="2086119"/>
                  <a:chExt cx="135075" cy="185001"/>
                </a:xfrm>
              </p:grpSpPr>
              <p:sp>
                <p:nvSpPr>
                  <p:cNvPr id="113" name="Freeform 164">
                    <a:extLst>
                      <a:ext uri="{FF2B5EF4-FFF2-40B4-BE49-F238E27FC236}">
                        <a16:creationId xmlns:a16="http://schemas.microsoft.com/office/drawing/2014/main" id="{22D81055-9A63-77A1-0726-61C03103B9B5}"/>
                      </a:ext>
                    </a:extLst>
                  </p:cNvPr>
                  <p:cNvSpPr/>
                  <p:nvPr/>
                </p:nvSpPr>
                <p:spPr>
                  <a:xfrm>
                    <a:off x="6566257" y="2086119"/>
                    <a:ext cx="135075" cy="131501"/>
                  </a:xfrm>
                  <a:custGeom>
                    <a:avLst/>
                    <a:gdLst>
                      <a:gd name="connsiteX0" fmla="*/ 92814 w 135075"/>
                      <a:gd name="connsiteY0" fmla="*/ 131501 h 131501"/>
                      <a:gd name="connsiteX1" fmla="*/ 80275 w 135075"/>
                      <a:gd name="connsiteY1" fmla="*/ 118959 h 131501"/>
                      <a:gd name="connsiteX2" fmla="*/ 88409 w 135075"/>
                      <a:gd name="connsiteY2" fmla="*/ 107220 h 131501"/>
                      <a:gd name="connsiteX3" fmla="*/ 109994 w 135075"/>
                      <a:gd name="connsiteY3" fmla="*/ 66088 h 131501"/>
                      <a:gd name="connsiteX4" fmla="*/ 67545 w 135075"/>
                      <a:gd name="connsiteY4" fmla="*/ 25081 h 131501"/>
                      <a:gd name="connsiteX5" fmla="*/ 25081 w 135075"/>
                      <a:gd name="connsiteY5" fmla="*/ 66088 h 131501"/>
                      <a:gd name="connsiteX6" fmla="*/ 47481 w 135075"/>
                      <a:gd name="connsiteY6" fmla="*/ 107016 h 131501"/>
                      <a:gd name="connsiteX7" fmla="*/ 53935 w 135075"/>
                      <a:gd name="connsiteY7" fmla="*/ 123535 h 131501"/>
                      <a:gd name="connsiteX8" fmla="*/ 38358 w 135075"/>
                      <a:gd name="connsiteY8" fmla="*/ 130357 h 131501"/>
                      <a:gd name="connsiteX9" fmla="*/ 0 w 135075"/>
                      <a:gd name="connsiteY9" fmla="*/ 66088 h 131501"/>
                      <a:gd name="connsiteX10" fmla="*/ 67545 w 135075"/>
                      <a:gd name="connsiteY10" fmla="*/ 0 h 131501"/>
                      <a:gd name="connsiteX11" fmla="*/ 135075 w 135075"/>
                      <a:gd name="connsiteY11" fmla="*/ 66088 h 131501"/>
                      <a:gd name="connsiteX12" fmla="*/ 97219 w 135075"/>
                      <a:gd name="connsiteY12" fmla="*/ 130702 h 131501"/>
                      <a:gd name="connsiteX13" fmla="*/ 92814 w 135075"/>
                      <a:gd name="connsiteY13" fmla="*/ 131501 h 131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5075" h="131501">
                        <a:moveTo>
                          <a:pt x="92814" y="131501"/>
                        </a:moveTo>
                        <a:cubicBezTo>
                          <a:pt x="85888" y="131501"/>
                          <a:pt x="80274" y="125886"/>
                          <a:pt x="80275" y="118959"/>
                        </a:cubicBezTo>
                        <a:cubicBezTo>
                          <a:pt x="80275" y="113733"/>
                          <a:pt x="83517" y="109056"/>
                          <a:pt x="88409" y="107220"/>
                        </a:cubicBezTo>
                        <a:cubicBezTo>
                          <a:pt x="109994" y="99116"/>
                          <a:pt x="109994" y="74302"/>
                          <a:pt x="109994" y="66088"/>
                        </a:cubicBezTo>
                        <a:cubicBezTo>
                          <a:pt x="109994" y="42324"/>
                          <a:pt x="92140" y="25081"/>
                          <a:pt x="67545" y="25081"/>
                        </a:cubicBezTo>
                        <a:cubicBezTo>
                          <a:pt x="42951" y="25081"/>
                          <a:pt x="25081" y="42324"/>
                          <a:pt x="25081" y="66088"/>
                        </a:cubicBezTo>
                        <a:cubicBezTo>
                          <a:pt x="25081" y="80760"/>
                          <a:pt x="28968" y="99774"/>
                          <a:pt x="47481" y="107016"/>
                        </a:cubicBezTo>
                        <a:cubicBezTo>
                          <a:pt x="53825" y="109795"/>
                          <a:pt x="56714" y="117191"/>
                          <a:pt x="53935" y="123535"/>
                        </a:cubicBezTo>
                        <a:cubicBezTo>
                          <a:pt x="51313" y="129520"/>
                          <a:pt x="44535" y="132489"/>
                          <a:pt x="38358" y="130357"/>
                        </a:cubicBezTo>
                        <a:cubicBezTo>
                          <a:pt x="13669" y="120701"/>
                          <a:pt x="0" y="97862"/>
                          <a:pt x="0" y="66088"/>
                        </a:cubicBezTo>
                        <a:cubicBezTo>
                          <a:pt x="0" y="28467"/>
                          <a:pt x="29031" y="0"/>
                          <a:pt x="67545" y="0"/>
                        </a:cubicBezTo>
                        <a:cubicBezTo>
                          <a:pt x="106060" y="0"/>
                          <a:pt x="135075" y="28467"/>
                          <a:pt x="135075" y="66088"/>
                        </a:cubicBezTo>
                        <a:cubicBezTo>
                          <a:pt x="135075" y="98598"/>
                          <a:pt x="121641" y="121547"/>
                          <a:pt x="97219" y="130702"/>
                        </a:cubicBezTo>
                        <a:cubicBezTo>
                          <a:pt x="95809" y="131224"/>
                          <a:pt x="94318" y="131495"/>
                          <a:pt x="92814" y="13150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114" name="Freeform 165">
                    <a:extLst>
                      <a:ext uri="{FF2B5EF4-FFF2-40B4-BE49-F238E27FC236}">
                        <a16:creationId xmlns:a16="http://schemas.microsoft.com/office/drawing/2014/main" id="{DFE85E28-0CEF-1F7F-729F-861B13577D77}"/>
                      </a:ext>
                    </a:extLst>
                  </p:cNvPr>
                  <p:cNvSpPr/>
                  <p:nvPr/>
                </p:nvSpPr>
                <p:spPr>
                  <a:xfrm>
                    <a:off x="6601417" y="2210096"/>
                    <a:ext cx="64864" cy="25080"/>
                  </a:xfrm>
                  <a:custGeom>
                    <a:avLst/>
                    <a:gdLst>
                      <a:gd name="connsiteX0" fmla="*/ 52325 w 64864"/>
                      <a:gd name="connsiteY0" fmla="*/ 25081 h 25080"/>
                      <a:gd name="connsiteX1" fmla="*/ 12540 w 64864"/>
                      <a:gd name="connsiteY1" fmla="*/ 25081 h 25080"/>
                      <a:gd name="connsiteX2" fmla="*/ 0 w 64864"/>
                      <a:gd name="connsiteY2" fmla="*/ 12540 h 25080"/>
                      <a:gd name="connsiteX3" fmla="*/ 12540 w 64864"/>
                      <a:gd name="connsiteY3" fmla="*/ 0 h 25080"/>
                      <a:gd name="connsiteX4" fmla="*/ 52325 w 64864"/>
                      <a:gd name="connsiteY4" fmla="*/ 0 h 25080"/>
                      <a:gd name="connsiteX5" fmla="*/ 64865 w 64864"/>
                      <a:gd name="connsiteY5" fmla="*/ 12540 h 25080"/>
                      <a:gd name="connsiteX6" fmla="*/ 52325 w 6486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64" h="25080">
                        <a:moveTo>
                          <a:pt x="52325" y="25081"/>
                        </a:moveTo>
                        <a:lnTo>
                          <a:pt x="12540" y="25081"/>
                        </a:lnTo>
                        <a:cubicBezTo>
                          <a:pt x="5614" y="25081"/>
                          <a:pt x="0" y="19466"/>
                          <a:pt x="0" y="12540"/>
                        </a:cubicBezTo>
                        <a:cubicBezTo>
                          <a:pt x="0" y="5615"/>
                          <a:pt x="5614" y="0"/>
                          <a:pt x="12540" y="0"/>
                        </a:cubicBezTo>
                        <a:lnTo>
                          <a:pt x="52325" y="0"/>
                        </a:lnTo>
                        <a:cubicBezTo>
                          <a:pt x="59250" y="0"/>
                          <a:pt x="64865" y="5615"/>
                          <a:pt x="64865" y="12540"/>
                        </a:cubicBezTo>
                        <a:cubicBezTo>
                          <a:pt x="64865" y="19466"/>
                          <a:pt x="59250" y="25081"/>
                          <a:pt x="52325"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115" name="Freeform 166">
                    <a:extLst>
                      <a:ext uri="{FF2B5EF4-FFF2-40B4-BE49-F238E27FC236}">
                        <a16:creationId xmlns:a16="http://schemas.microsoft.com/office/drawing/2014/main" id="{099EB690-A4C6-2ECE-4466-66586507BA6F}"/>
                      </a:ext>
                    </a:extLst>
                  </p:cNvPr>
                  <p:cNvSpPr/>
                  <p:nvPr/>
                </p:nvSpPr>
                <p:spPr>
                  <a:xfrm>
                    <a:off x="6601417" y="2246040"/>
                    <a:ext cx="63846" cy="25080"/>
                  </a:xfrm>
                  <a:custGeom>
                    <a:avLst/>
                    <a:gdLst>
                      <a:gd name="connsiteX0" fmla="*/ 51306 w 63846"/>
                      <a:gd name="connsiteY0" fmla="*/ 25081 h 25080"/>
                      <a:gd name="connsiteX1" fmla="*/ 12540 w 63846"/>
                      <a:gd name="connsiteY1" fmla="*/ 25081 h 25080"/>
                      <a:gd name="connsiteX2" fmla="*/ 0 w 63846"/>
                      <a:gd name="connsiteY2" fmla="*/ 12540 h 25080"/>
                      <a:gd name="connsiteX3" fmla="*/ 12540 w 63846"/>
                      <a:gd name="connsiteY3" fmla="*/ 0 h 25080"/>
                      <a:gd name="connsiteX4" fmla="*/ 51306 w 63846"/>
                      <a:gd name="connsiteY4" fmla="*/ 0 h 25080"/>
                      <a:gd name="connsiteX5" fmla="*/ 63846 w 63846"/>
                      <a:gd name="connsiteY5" fmla="*/ 12540 h 25080"/>
                      <a:gd name="connsiteX6" fmla="*/ 51306 w 63846"/>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846" h="25080">
                        <a:moveTo>
                          <a:pt x="51306" y="25081"/>
                        </a:moveTo>
                        <a:lnTo>
                          <a:pt x="12540" y="25081"/>
                        </a:lnTo>
                        <a:cubicBezTo>
                          <a:pt x="5614" y="25081"/>
                          <a:pt x="0" y="19466"/>
                          <a:pt x="0" y="12540"/>
                        </a:cubicBezTo>
                        <a:cubicBezTo>
                          <a:pt x="0" y="5615"/>
                          <a:pt x="5614" y="0"/>
                          <a:pt x="12540" y="0"/>
                        </a:cubicBezTo>
                        <a:lnTo>
                          <a:pt x="51306" y="0"/>
                        </a:lnTo>
                        <a:cubicBezTo>
                          <a:pt x="58232" y="0"/>
                          <a:pt x="63846" y="5615"/>
                          <a:pt x="63846" y="12540"/>
                        </a:cubicBezTo>
                        <a:cubicBezTo>
                          <a:pt x="63846" y="19466"/>
                          <a:pt x="58232" y="25081"/>
                          <a:pt x="51306"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116" name="Freeform 167">
                    <a:extLst>
                      <a:ext uri="{FF2B5EF4-FFF2-40B4-BE49-F238E27FC236}">
                        <a16:creationId xmlns:a16="http://schemas.microsoft.com/office/drawing/2014/main" id="{F2F2CC34-6D94-A4A8-70DA-10AFD58DBBC5}"/>
                      </a:ext>
                    </a:extLst>
                  </p:cNvPr>
                  <p:cNvSpPr/>
                  <p:nvPr/>
                </p:nvSpPr>
                <p:spPr>
                  <a:xfrm>
                    <a:off x="6597059" y="2192744"/>
                    <a:ext cx="73564" cy="78377"/>
                  </a:xfrm>
                  <a:custGeom>
                    <a:avLst/>
                    <a:gdLst>
                      <a:gd name="connsiteX0" fmla="*/ 61024 w 73564"/>
                      <a:gd name="connsiteY0" fmla="*/ 78377 h 78377"/>
                      <a:gd name="connsiteX1" fmla="*/ 12540 w 73564"/>
                      <a:gd name="connsiteY1" fmla="*/ 78377 h 78377"/>
                      <a:gd name="connsiteX2" fmla="*/ 0 w 73564"/>
                      <a:gd name="connsiteY2" fmla="*/ 65837 h 78377"/>
                      <a:gd name="connsiteX3" fmla="*/ 0 w 73564"/>
                      <a:gd name="connsiteY3" fmla="*/ 12540 h 78377"/>
                      <a:gd name="connsiteX4" fmla="*/ 12540 w 73564"/>
                      <a:gd name="connsiteY4" fmla="*/ 0 h 78377"/>
                      <a:gd name="connsiteX5" fmla="*/ 25081 w 73564"/>
                      <a:gd name="connsiteY5" fmla="*/ 12540 h 78377"/>
                      <a:gd name="connsiteX6" fmla="*/ 25081 w 73564"/>
                      <a:gd name="connsiteY6" fmla="*/ 53296 h 78377"/>
                      <a:gd name="connsiteX7" fmla="*/ 48484 w 73564"/>
                      <a:gd name="connsiteY7" fmla="*/ 53296 h 78377"/>
                      <a:gd name="connsiteX8" fmla="*/ 48484 w 73564"/>
                      <a:gd name="connsiteY8" fmla="*/ 13308 h 78377"/>
                      <a:gd name="connsiteX9" fmla="*/ 61024 w 73564"/>
                      <a:gd name="connsiteY9" fmla="*/ 768 h 78377"/>
                      <a:gd name="connsiteX10" fmla="*/ 73565 w 73564"/>
                      <a:gd name="connsiteY10" fmla="*/ 13308 h 78377"/>
                      <a:gd name="connsiteX11" fmla="*/ 73565 w 73564"/>
                      <a:gd name="connsiteY11" fmla="*/ 65837 h 78377"/>
                      <a:gd name="connsiteX12" fmla="*/ 61024 w 73564"/>
                      <a:gd name="connsiteY12" fmla="*/ 78377 h 7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564" h="78377">
                        <a:moveTo>
                          <a:pt x="61024" y="78377"/>
                        </a:moveTo>
                        <a:lnTo>
                          <a:pt x="12540" y="78377"/>
                        </a:lnTo>
                        <a:cubicBezTo>
                          <a:pt x="5614" y="78377"/>
                          <a:pt x="0" y="72762"/>
                          <a:pt x="0" y="65837"/>
                        </a:cubicBezTo>
                        <a:lnTo>
                          <a:pt x="0" y="12540"/>
                        </a:lnTo>
                        <a:cubicBezTo>
                          <a:pt x="0" y="5615"/>
                          <a:pt x="5614" y="0"/>
                          <a:pt x="12540" y="0"/>
                        </a:cubicBezTo>
                        <a:cubicBezTo>
                          <a:pt x="19466" y="0"/>
                          <a:pt x="25081" y="5615"/>
                          <a:pt x="25081" y="12540"/>
                        </a:cubicBezTo>
                        <a:lnTo>
                          <a:pt x="25081" y="53296"/>
                        </a:lnTo>
                        <a:lnTo>
                          <a:pt x="48484" y="53296"/>
                        </a:lnTo>
                        <a:lnTo>
                          <a:pt x="48484" y="13308"/>
                        </a:lnTo>
                        <a:cubicBezTo>
                          <a:pt x="48484" y="6383"/>
                          <a:pt x="54099" y="768"/>
                          <a:pt x="61024" y="768"/>
                        </a:cubicBezTo>
                        <a:cubicBezTo>
                          <a:pt x="67950" y="768"/>
                          <a:pt x="73565" y="6383"/>
                          <a:pt x="73565" y="13308"/>
                        </a:cubicBezTo>
                        <a:lnTo>
                          <a:pt x="73565" y="65837"/>
                        </a:lnTo>
                        <a:cubicBezTo>
                          <a:pt x="73565" y="72762"/>
                          <a:pt x="67950" y="78377"/>
                          <a:pt x="61024" y="7837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grpSp>
            <p:sp>
              <p:nvSpPr>
                <p:cNvPr id="100" name="Freeform 151">
                  <a:extLst>
                    <a:ext uri="{FF2B5EF4-FFF2-40B4-BE49-F238E27FC236}">
                      <a16:creationId xmlns:a16="http://schemas.microsoft.com/office/drawing/2014/main" id="{02B2D1ED-B247-0D2C-BC05-264AAE97465E}"/>
                    </a:ext>
                  </a:extLst>
                </p:cNvPr>
                <p:cNvSpPr/>
                <p:nvPr/>
              </p:nvSpPr>
              <p:spPr>
                <a:xfrm>
                  <a:off x="6621779" y="2048749"/>
                  <a:ext cx="180740" cy="115668"/>
                </a:xfrm>
                <a:custGeom>
                  <a:avLst/>
                  <a:gdLst>
                    <a:gd name="connsiteX0" fmla="*/ 138054 w 180740"/>
                    <a:gd name="connsiteY0" fmla="*/ 115669 h 115668"/>
                    <a:gd name="connsiteX1" fmla="*/ 125513 w 180740"/>
                    <a:gd name="connsiteY1" fmla="*/ 103129 h 115668"/>
                    <a:gd name="connsiteX2" fmla="*/ 125513 w 180740"/>
                    <a:gd name="connsiteY2" fmla="*/ 25081 h 115668"/>
                    <a:gd name="connsiteX3" fmla="*/ 25081 w 180740"/>
                    <a:gd name="connsiteY3" fmla="*/ 25081 h 115668"/>
                    <a:gd name="connsiteX4" fmla="*/ 25081 w 180740"/>
                    <a:gd name="connsiteY4" fmla="*/ 49754 h 115668"/>
                    <a:gd name="connsiteX5" fmla="*/ 12540 w 180740"/>
                    <a:gd name="connsiteY5" fmla="*/ 62294 h 115668"/>
                    <a:gd name="connsiteX6" fmla="*/ 0 w 180740"/>
                    <a:gd name="connsiteY6" fmla="*/ 49754 h 115668"/>
                    <a:gd name="connsiteX7" fmla="*/ 0 w 180740"/>
                    <a:gd name="connsiteY7" fmla="*/ 12540 h 115668"/>
                    <a:gd name="connsiteX8" fmla="*/ 12540 w 180740"/>
                    <a:gd name="connsiteY8" fmla="*/ 0 h 115668"/>
                    <a:gd name="connsiteX9" fmla="*/ 138054 w 180740"/>
                    <a:gd name="connsiteY9" fmla="*/ 0 h 115668"/>
                    <a:gd name="connsiteX10" fmla="*/ 150594 w 180740"/>
                    <a:gd name="connsiteY10" fmla="*/ 12540 h 115668"/>
                    <a:gd name="connsiteX11" fmla="*/ 150594 w 180740"/>
                    <a:gd name="connsiteY11" fmla="*/ 72844 h 115668"/>
                    <a:gd name="connsiteX12" fmla="*/ 158792 w 180740"/>
                    <a:gd name="connsiteY12" fmla="*/ 64724 h 115668"/>
                    <a:gd name="connsiteX13" fmla="*/ 176491 w 180740"/>
                    <a:gd name="connsiteY13" fmla="*/ 63608 h 115668"/>
                    <a:gd name="connsiteX14" fmla="*/ 177607 w 180740"/>
                    <a:gd name="connsiteY14" fmla="*/ 81308 h 115668"/>
                    <a:gd name="connsiteX15" fmla="*/ 176458 w 180740"/>
                    <a:gd name="connsiteY15" fmla="*/ 82453 h 115668"/>
                    <a:gd name="connsiteX16" fmla="*/ 146926 w 180740"/>
                    <a:gd name="connsiteY16" fmla="*/ 111985 h 115668"/>
                    <a:gd name="connsiteX17" fmla="*/ 138054 w 180740"/>
                    <a:gd name="connsiteY17" fmla="*/ 115669 h 11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740" h="115668">
                      <a:moveTo>
                        <a:pt x="138054" y="115669"/>
                      </a:moveTo>
                      <a:cubicBezTo>
                        <a:pt x="131128" y="115669"/>
                        <a:pt x="125513" y="110055"/>
                        <a:pt x="125513" y="103129"/>
                      </a:cubicBezTo>
                      <a:lnTo>
                        <a:pt x="125513" y="25081"/>
                      </a:lnTo>
                      <a:lnTo>
                        <a:pt x="25081" y="25081"/>
                      </a:lnTo>
                      <a:lnTo>
                        <a:pt x="25081" y="49754"/>
                      </a:lnTo>
                      <a:cubicBezTo>
                        <a:pt x="25081" y="56680"/>
                        <a:pt x="19466" y="62294"/>
                        <a:pt x="12540" y="62294"/>
                      </a:cubicBezTo>
                      <a:cubicBezTo>
                        <a:pt x="5614" y="62294"/>
                        <a:pt x="0" y="56680"/>
                        <a:pt x="0" y="49754"/>
                      </a:cubicBezTo>
                      <a:lnTo>
                        <a:pt x="0" y="12540"/>
                      </a:lnTo>
                      <a:cubicBezTo>
                        <a:pt x="0" y="5615"/>
                        <a:pt x="5614" y="0"/>
                        <a:pt x="12540" y="0"/>
                      </a:cubicBezTo>
                      <a:lnTo>
                        <a:pt x="138054" y="0"/>
                      </a:lnTo>
                      <a:cubicBezTo>
                        <a:pt x="144979" y="0"/>
                        <a:pt x="150594" y="5615"/>
                        <a:pt x="150594" y="12540"/>
                      </a:cubicBezTo>
                      <a:lnTo>
                        <a:pt x="150594" y="72844"/>
                      </a:lnTo>
                      <a:lnTo>
                        <a:pt x="158792" y="64724"/>
                      </a:lnTo>
                      <a:cubicBezTo>
                        <a:pt x="163371" y="59528"/>
                        <a:pt x="171296" y="59029"/>
                        <a:pt x="176491" y="63608"/>
                      </a:cubicBezTo>
                      <a:cubicBezTo>
                        <a:pt x="181688" y="68188"/>
                        <a:pt x="182188" y="76112"/>
                        <a:pt x="177607" y="81308"/>
                      </a:cubicBezTo>
                      <a:cubicBezTo>
                        <a:pt x="177250" y="81714"/>
                        <a:pt x="176866" y="82096"/>
                        <a:pt x="176458" y="82453"/>
                      </a:cubicBezTo>
                      <a:lnTo>
                        <a:pt x="146926" y="111985"/>
                      </a:lnTo>
                      <a:cubicBezTo>
                        <a:pt x="144574" y="114342"/>
                        <a:pt x="141383" y="115667"/>
                        <a:pt x="138054" y="115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101" name="Freeform 152">
                  <a:extLst>
                    <a:ext uri="{FF2B5EF4-FFF2-40B4-BE49-F238E27FC236}">
                      <a16:creationId xmlns:a16="http://schemas.microsoft.com/office/drawing/2014/main" id="{D1E2440F-2018-7248-181B-AE40E3D3A2B2}"/>
                    </a:ext>
                  </a:extLst>
                </p:cNvPr>
                <p:cNvSpPr/>
                <p:nvPr/>
              </p:nvSpPr>
              <p:spPr>
                <a:xfrm>
                  <a:off x="6602514" y="2254254"/>
                  <a:ext cx="62701" cy="53139"/>
                </a:xfrm>
                <a:custGeom>
                  <a:avLst/>
                  <a:gdLst>
                    <a:gd name="connsiteX0" fmla="*/ 31351 w 62701"/>
                    <a:gd name="connsiteY0" fmla="*/ 53140 h 53139"/>
                    <a:gd name="connsiteX1" fmla="*/ 0 w 62701"/>
                    <a:gd name="connsiteY1" fmla="*/ 21789 h 53139"/>
                    <a:gd name="connsiteX2" fmla="*/ 0 w 62701"/>
                    <a:gd name="connsiteY2" fmla="*/ 12540 h 53139"/>
                    <a:gd name="connsiteX3" fmla="*/ 12540 w 62701"/>
                    <a:gd name="connsiteY3" fmla="*/ 0 h 53139"/>
                    <a:gd name="connsiteX4" fmla="*/ 25081 w 62701"/>
                    <a:gd name="connsiteY4" fmla="*/ 12540 h 53139"/>
                    <a:gd name="connsiteX5" fmla="*/ 25081 w 62701"/>
                    <a:gd name="connsiteY5" fmla="*/ 21789 h 53139"/>
                    <a:gd name="connsiteX6" fmla="*/ 31351 w 62701"/>
                    <a:gd name="connsiteY6" fmla="*/ 28059 h 53139"/>
                    <a:gd name="connsiteX7" fmla="*/ 37621 w 62701"/>
                    <a:gd name="connsiteY7" fmla="*/ 21789 h 53139"/>
                    <a:gd name="connsiteX8" fmla="*/ 37621 w 62701"/>
                    <a:gd name="connsiteY8" fmla="*/ 12540 h 53139"/>
                    <a:gd name="connsiteX9" fmla="*/ 50161 w 62701"/>
                    <a:gd name="connsiteY9" fmla="*/ 0 h 53139"/>
                    <a:gd name="connsiteX10" fmla="*/ 62702 w 62701"/>
                    <a:gd name="connsiteY10" fmla="*/ 12540 h 53139"/>
                    <a:gd name="connsiteX11" fmla="*/ 62702 w 62701"/>
                    <a:gd name="connsiteY11" fmla="*/ 21789 h 53139"/>
                    <a:gd name="connsiteX12" fmla="*/ 31351 w 62701"/>
                    <a:gd name="connsiteY12" fmla="*/ 53140 h 5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701" h="53139">
                      <a:moveTo>
                        <a:pt x="31351" y="53140"/>
                      </a:moveTo>
                      <a:cubicBezTo>
                        <a:pt x="14036" y="53140"/>
                        <a:pt x="0" y="39104"/>
                        <a:pt x="0" y="21789"/>
                      </a:cubicBezTo>
                      <a:lnTo>
                        <a:pt x="0" y="12540"/>
                      </a:lnTo>
                      <a:cubicBezTo>
                        <a:pt x="0" y="5615"/>
                        <a:pt x="5614" y="0"/>
                        <a:pt x="12540" y="0"/>
                      </a:cubicBezTo>
                      <a:cubicBezTo>
                        <a:pt x="19466" y="0"/>
                        <a:pt x="25081" y="5615"/>
                        <a:pt x="25081" y="12540"/>
                      </a:cubicBezTo>
                      <a:lnTo>
                        <a:pt x="25081" y="21789"/>
                      </a:lnTo>
                      <a:cubicBezTo>
                        <a:pt x="25081" y="25252"/>
                        <a:pt x="27888" y="28059"/>
                        <a:pt x="31351" y="28059"/>
                      </a:cubicBezTo>
                      <a:cubicBezTo>
                        <a:pt x="34814" y="28059"/>
                        <a:pt x="37621" y="25252"/>
                        <a:pt x="37621" y="21789"/>
                      </a:cubicBezTo>
                      <a:lnTo>
                        <a:pt x="37621" y="12540"/>
                      </a:lnTo>
                      <a:cubicBezTo>
                        <a:pt x="37621" y="5615"/>
                        <a:pt x="43235" y="0"/>
                        <a:pt x="50161" y="0"/>
                      </a:cubicBezTo>
                      <a:cubicBezTo>
                        <a:pt x="57087" y="0"/>
                        <a:pt x="62702" y="5615"/>
                        <a:pt x="62702" y="12540"/>
                      </a:cubicBezTo>
                      <a:lnTo>
                        <a:pt x="62702" y="21789"/>
                      </a:lnTo>
                      <a:cubicBezTo>
                        <a:pt x="62702" y="39104"/>
                        <a:pt x="48665" y="53140"/>
                        <a:pt x="31351" y="53140"/>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grpSp>
              <p:nvGrpSpPr>
                <p:cNvPr id="102" name="Graphic 332">
                  <a:extLst>
                    <a:ext uri="{FF2B5EF4-FFF2-40B4-BE49-F238E27FC236}">
                      <a16:creationId xmlns:a16="http://schemas.microsoft.com/office/drawing/2014/main" id="{BDC58645-4994-6CBF-6EA6-21B2FB196510}"/>
                    </a:ext>
                  </a:extLst>
                </p:cNvPr>
                <p:cNvGrpSpPr/>
                <p:nvPr/>
              </p:nvGrpSpPr>
              <p:grpSpPr>
                <a:xfrm>
                  <a:off x="6698915" y="2181138"/>
                  <a:ext cx="121900" cy="126255"/>
                  <a:chOff x="6698915" y="2181138"/>
                  <a:chExt cx="121900" cy="126255"/>
                </a:xfrm>
                <a:solidFill>
                  <a:srgbClr val="EF463C"/>
                </a:solidFill>
              </p:grpSpPr>
              <p:sp>
                <p:nvSpPr>
                  <p:cNvPr id="104" name="Freeform 155">
                    <a:extLst>
                      <a:ext uri="{FF2B5EF4-FFF2-40B4-BE49-F238E27FC236}">
                        <a16:creationId xmlns:a16="http://schemas.microsoft.com/office/drawing/2014/main" id="{CD5CC227-2711-6758-AEFF-77AF40CE98E1}"/>
                      </a:ext>
                    </a:extLst>
                  </p:cNvPr>
                  <p:cNvSpPr/>
                  <p:nvPr/>
                </p:nvSpPr>
                <p:spPr>
                  <a:xfrm>
                    <a:off x="6734527" y="2181138"/>
                    <a:ext cx="31221" cy="47157"/>
                  </a:xfrm>
                  <a:custGeom>
                    <a:avLst/>
                    <a:gdLst>
                      <a:gd name="connsiteX0" fmla="*/ 18675 w 31221"/>
                      <a:gd name="connsiteY0" fmla="*/ 47157 h 47157"/>
                      <a:gd name="connsiteX1" fmla="*/ 6589 w 31221"/>
                      <a:gd name="connsiteY1" fmla="*/ 37971 h 47157"/>
                      <a:gd name="connsiteX2" fmla="*/ 460 w 31221"/>
                      <a:gd name="connsiteY2" fmla="*/ 15900 h 47157"/>
                      <a:gd name="connsiteX3" fmla="*/ 9191 w 31221"/>
                      <a:gd name="connsiteY3" fmla="*/ 460 h 47157"/>
                      <a:gd name="connsiteX4" fmla="*/ 24632 w 31221"/>
                      <a:gd name="connsiteY4" fmla="*/ 9191 h 47157"/>
                      <a:gd name="connsiteX5" fmla="*/ 30761 w 31221"/>
                      <a:gd name="connsiteY5" fmla="*/ 31262 h 47157"/>
                      <a:gd name="connsiteX6" fmla="*/ 22034 w 31221"/>
                      <a:gd name="connsiteY6" fmla="*/ 46701 h 47157"/>
                      <a:gd name="connsiteX7" fmla="*/ 22030 w 31221"/>
                      <a:gd name="connsiteY7" fmla="*/ 46703 h 47157"/>
                      <a:gd name="connsiteX8" fmla="*/ 18675 w 31221"/>
                      <a:gd name="connsiteY8" fmla="*/ 47157 h 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21" h="47157">
                        <a:moveTo>
                          <a:pt x="18675" y="47157"/>
                        </a:moveTo>
                        <a:cubicBezTo>
                          <a:pt x="13040" y="47159"/>
                          <a:pt x="8097" y="43401"/>
                          <a:pt x="6589" y="37971"/>
                        </a:cubicBezTo>
                        <a:lnTo>
                          <a:pt x="460" y="15900"/>
                        </a:lnTo>
                        <a:cubicBezTo>
                          <a:pt x="-1393" y="9226"/>
                          <a:pt x="2517" y="2313"/>
                          <a:pt x="9191" y="460"/>
                        </a:cubicBezTo>
                        <a:cubicBezTo>
                          <a:pt x="15866" y="-1393"/>
                          <a:pt x="22779" y="2517"/>
                          <a:pt x="24632" y="9191"/>
                        </a:cubicBezTo>
                        <a:lnTo>
                          <a:pt x="30761" y="31262"/>
                        </a:lnTo>
                        <a:cubicBezTo>
                          <a:pt x="32614" y="37935"/>
                          <a:pt x="28707" y="44848"/>
                          <a:pt x="22034" y="46701"/>
                        </a:cubicBezTo>
                        <a:cubicBezTo>
                          <a:pt x="22033" y="46701"/>
                          <a:pt x="22031" y="46703"/>
                          <a:pt x="22030" y="46703"/>
                        </a:cubicBezTo>
                        <a:cubicBezTo>
                          <a:pt x="20935" y="46997"/>
                          <a:pt x="19808" y="47151"/>
                          <a:pt x="18675" y="47157"/>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105" name="Freeform 156">
                    <a:extLst>
                      <a:ext uri="{FF2B5EF4-FFF2-40B4-BE49-F238E27FC236}">
                        <a16:creationId xmlns:a16="http://schemas.microsoft.com/office/drawing/2014/main" id="{650633E6-38E8-FA9E-399F-8CBCD49A2768}"/>
                      </a:ext>
                    </a:extLst>
                  </p:cNvPr>
                  <p:cNvSpPr/>
                  <p:nvPr/>
                </p:nvSpPr>
                <p:spPr>
                  <a:xfrm>
                    <a:off x="6762486" y="2187024"/>
                    <a:ext cx="36918" cy="44563"/>
                  </a:xfrm>
                  <a:custGeom>
                    <a:avLst/>
                    <a:gdLst>
                      <a:gd name="connsiteX0" fmla="*/ 12536 w 36918"/>
                      <a:gd name="connsiteY0" fmla="*/ 44564 h 44563"/>
                      <a:gd name="connsiteX1" fmla="*/ 0 w 36918"/>
                      <a:gd name="connsiteY1" fmla="*/ 32019 h 44563"/>
                      <a:gd name="connsiteX2" fmla="*/ 1829 w 36918"/>
                      <a:gd name="connsiteY2" fmla="*/ 25502 h 44563"/>
                      <a:gd name="connsiteX3" fmla="*/ 13774 w 36918"/>
                      <a:gd name="connsiteY3" fmla="*/ 5845 h 44563"/>
                      <a:gd name="connsiteX4" fmla="*/ 31073 w 36918"/>
                      <a:gd name="connsiteY4" fmla="*/ 1939 h 44563"/>
                      <a:gd name="connsiteX5" fmla="*/ 35202 w 36918"/>
                      <a:gd name="connsiteY5" fmla="*/ 18872 h 44563"/>
                      <a:gd name="connsiteX6" fmla="*/ 23258 w 36918"/>
                      <a:gd name="connsiteY6" fmla="*/ 38529 h 44563"/>
                      <a:gd name="connsiteX7" fmla="*/ 12536 w 36918"/>
                      <a:gd name="connsiteY7" fmla="*/ 44564 h 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18" h="44563">
                        <a:moveTo>
                          <a:pt x="12536" y="44564"/>
                        </a:moveTo>
                        <a:cubicBezTo>
                          <a:pt x="5610" y="44561"/>
                          <a:pt x="-2" y="38944"/>
                          <a:pt x="0" y="32019"/>
                        </a:cubicBezTo>
                        <a:cubicBezTo>
                          <a:pt x="2" y="29719"/>
                          <a:pt x="635" y="27465"/>
                          <a:pt x="1829" y="25502"/>
                        </a:cubicBezTo>
                        <a:lnTo>
                          <a:pt x="13774" y="5845"/>
                        </a:lnTo>
                        <a:cubicBezTo>
                          <a:pt x="17472" y="-10"/>
                          <a:pt x="25217" y="-1759"/>
                          <a:pt x="31073" y="1939"/>
                        </a:cubicBezTo>
                        <a:cubicBezTo>
                          <a:pt x="36787" y="5549"/>
                          <a:pt x="38613" y="13037"/>
                          <a:pt x="35202" y="18872"/>
                        </a:cubicBezTo>
                        <a:lnTo>
                          <a:pt x="23258" y="38529"/>
                        </a:lnTo>
                        <a:cubicBezTo>
                          <a:pt x="20985" y="42277"/>
                          <a:pt x="16918" y="44564"/>
                          <a:pt x="12536" y="4456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106" name="Freeform 157">
                    <a:extLst>
                      <a:ext uri="{FF2B5EF4-FFF2-40B4-BE49-F238E27FC236}">
                        <a16:creationId xmlns:a16="http://schemas.microsoft.com/office/drawing/2014/main" id="{9BE416E3-BB0A-627D-2AF4-8924056CC909}"/>
                      </a:ext>
                    </a:extLst>
                  </p:cNvPr>
                  <p:cNvSpPr/>
                  <p:nvPr/>
                </p:nvSpPr>
                <p:spPr>
                  <a:xfrm>
                    <a:off x="6779022" y="2221060"/>
                    <a:ext cx="41793" cy="28475"/>
                  </a:xfrm>
                  <a:custGeom>
                    <a:avLst/>
                    <a:gdLst>
                      <a:gd name="connsiteX0" fmla="*/ 12522 w 41793"/>
                      <a:gd name="connsiteY0" fmla="*/ 28475 h 28475"/>
                      <a:gd name="connsiteX1" fmla="*/ 0 w 41793"/>
                      <a:gd name="connsiteY1" fmla="*/ 15916 h 28475"/>
                      <a:gd name="connsiteX2" fmla="*/ 10045 w 41793"/>
                      <a:gd name="connsiteY2" fmla="*/ 3646 h 28475"/>
                      <a:gd name="connsiteX3" fmla="*/ 26880 w 41793"/>
                      <a:gd name="connsiteY3" fmla="*/ 228 h 28475"/>
                      <a:gd name="connsiteX4" fmla="*/ 41565 w 41793"/>
                      <a:gd name="connsiteY4" fmla="*/ 10173 h 28475"/>
                      <a:gd name="connsiteX5" fmla="*/ 31865 w 41793"/>
                      <a:gd name="connsiteY5" fmla="*/ 24807 h 28475"/>
                      <a:gd name="connsiteX6" fmla="*/ 15030 w 41793"/>
                      <a:gd name="connsiteY6" fmla="*/ 28225 h 28475"/>
                      <a:gd name="connsiteX7" fmla="*/ 12522 w 41793"/>
                      <a:gd name="connsiteY7" fmla="*/ 28475 h 2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93" h="28475">
                        <a:moveTo>
                          <a:pt x="12522" y="28475"/>
                        </a:moveTo>
                        <a:cubicBezTo>
                          <a:pt x="5596" y="28464"/>
                          <a:pt x="-11" y="22842"/>
                          <a:pt x="0" y="15916"/>
                        </a:cubicBezTo>
                        <a:cubicBezTo>
                          <a:pt x="9" y="9960"/>
                          <a:pt x="4207" y="4831"/>
                          <a:pt x="10045" y="3646"/>
                        </a:cubicBezTo>
                        <a:lnTo>
                          <a:pt x="26880" y="228"/>
                        </a:lnTo>
                        <a:cubicBezTo>
                          <a:pt x="33682" y="-1081"/>
                          <a:pt x="40256" y="3371"/>
                          <a:pt x="41565" y="10173"/>
                        </a:cubicBezTo>
                        <a:cubicBezTo>
                          <a:pt x="42855" y="16877"/>
                          <a:pt x="38544" y="23384"/>
                          <a:pt x="31865" y="24807"/>
                        </a:cubicBezTo>
                        <a:lnTo>
                          <a:pt x="15030" y="28225"/>
                        </a:lnTo>
                        <a:cubicBezTo>
                          <a:pt x="14205" y="28394"/>
                          <a:pt x="13363" y="28477"/>
                          <a:pt x="12522" y="2847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107" name="Freeform 158">
                    <a:extLst>
                      <a:ext uri="{FF2B5EF4-FFF2-40B4-BE49-F238E27FC236}">
                        <a16:creationId xmlns:a16="http://schemas.microsoft.com/office/drawing/2014/main" id="{1EC3F007-1DC4-1D9F-5F93-3EA490B9D1D3}"/>
                      </a:ext>
                    </a:extLst>
                  </p:cNvPr>
                  <p:cNvSpPr/>
                  <p:nvPr/>
                </p:nvSpPr>
                <p:spPr>
                  <a:xfrm>
                    <a:off x="6774727" y="2247949"/>
                    <a:ext cx="41840" cy="35226"/>
                  </a:xfrm>
                  <a:custGeom>
                    <a:avLst/>
                    <a:gdLst>
                      <a:gd name="connsiteX0" fmla="*/ 29357 w 41840"/>
                      <a:gd name="connsiteY0" fmla="*/ 35226 h 35226"/>
                      <a:gd name="connsiteX1" fmla="*/ 22883 w 41840"/>
                      <a:gd name="connsiteY1" fmla="*/ 33408 h 35226"/>
                      <a:gd name="connsiteX2" fmla="*/ 5390 w 41840"/>
                      <a:gd name="connsiteY2" fmla="*/ 22843 h 35226"/>
                      <a:gd name="connsiteX3" fmla="*/ 2240 w 41840"/>
                      <a:gd name="connsiteY3" fmla="*/ 5390 h 35226"/>
                      <a:gd name="connsiteX4" fmla="*/ 18385 w 41840"/>
                      <a:gd name="connsiteY4" fmla="*/ 1446 h 35226"/>
                      <a:gd name="connsiteX5" fmla="*/ 35878 w 41840"/>
                      <a:gd name="connsiteY5" fmla="*/ 12011 h 35226"/>
                      <a:gd name="connsiteX6" fmla="*/ 39973 w 41840"/>
                      <a:gd name="connsiteY6" fmla="*/ 29267 h 35226"/>
                      <a:gd name="connsiteX7" fmla="*/ 29357 w 41840"/>
                      <a:gd name="connsiteY7" fmla="*/ 35226 h 3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40" h="35226">
                        <a:moveTo>
                          <a:pt x="29357" y="35226"/>
                        </a:moveTo>
                        <a:cubicBezTo>
                          <a:pt x="27073" y="35222"/>
                          <a:pt x="24835" y="34592"/>
                          <a:pt x="22883" y="33408"/>
                        </a:cubicBezTo>
                        <a:lnTo>
                          <a:pt x="5390" y="22843"/>
                        </a:lnTo>
                        <a:cubicBezTo>
                          <a:pt x="-299" y="18893"/>
                          <a:pt x="-1710" y="11080"/>
                          <a:pt x="2240" y="5390"/>
                        </a:cubicBezTo>
                        <a:cubicBezTo>
                          <a:pt x="5852" y="186"/>
                          <a:pt x="12779" y="-1506"/>
                          <a:pt x="18385" y="1446"/>
                        </a:cubicBezTo>
                        <a:lnTo>
                          <a:pt x="35878" y="12011"/>
                        </a:lnTo>
                        <a:cubicBezTo>
                          <a:pt x="41774" y="15645"/>
                          <a:pt x="43608" y="23371"/>
                          <a:pt x="39973" y="29267"/>
                        </a:cubicBezTo>
                        <a:cubicBezTo>
                          <a:pt x="37701" y="32954"/>
                          <a:pt x="33687" y="35206"/>
                          <a:pt x="29357" y="3522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108" name="Freeform 159">
                    <a:extLst>
                      <a:ext uri="{FF2B5EF4-FFF2-40B4-BE49-F238E27FC236}">
                        <a16:creationId xmlns:a16="http://schemas.microsoft.com/office/drawing/2014/main" id="{C3F02F5A-25C0-0FDB-464F-DEFEA022F7F1}"/>
                      </a:ext>
                    </a:extLst>
                  </p:cNvPr>
                  <p:cNvSpPr/>
                  <p:nvPr/>
                </p:nvSpPr>
                <p:spPr>
                  <a:xfrm>
                    <a:off x="6753280" y="2265531"/>
                    <a:ext cx="29214" cy="41862"/>
                  </a:xfrm>
                  <a:custGeom>
                    <a:avLst/>
                    <a:gdLst>
                      <a:gd name="connsiteX0" fmla="*/ 16585 w 29214"/>
                      <a:gd name="connsiteY0" fmla="*/ 41863 h 41862"/>
                      <a:gd name="connsiteX1" fmla="*/ 4405 w 29214"/>
                      <a:gd name="connsiteY1" fmla="*/ 32269 h 41862"/>
                      <a:gd name="connsiteX2" fmla="*/ 423 w 29214"/>
                      <a:gd name="connsiteY2" fmla="*/ 15763 h 41862"/>
                      <a:gd name="connsiteX3" fmla="*/ 9324 w 29214"/>
                      <a:gd name="connsiteY3" fmla="*/ 423 h 41862"/>
                      <a:gd name="connsiteX4" fmla="*/ 24664 w 29214"/>
                      <a:gd name="connsiteY4" fmla="*/ 9325 h 41862"/>
                      <a:gd name="connsiteX5" fmla="*/ 24799 w 29214"/>
                      <a:gd name="connsiteY5" fmla="*/ 9885 h 41862"/>
                      <a:gd name="connsiteX6" fmla="*/ 28858 w 29214"/>
                      <a:gd name="connsiteY6" fmla="*/ 26375 h 41862"/>
                      <a:gd name="connsiteX7" fmla="*/ 19626 w 29214"/>
                      <a:gd name="connsiteY7" fmla="*/ 41518 h 41862"/>
                      <a:gd name="connsiteX8" fmla="*/ 19626 w 29214"/>
                      <a:gd name="connsiteY8" fmla="*/ 41518 h 41862"/>
                      <a:gd name="connsiteX9" fmla="*/ 16585 w 29214"/>
                      <a:gd name="connsiteY9" fmla="*/ 41863 h 41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214" h="41862">
                        <a:moveTo>
                          <a:pt x="16585" y="41863"/>
                        </a:moveTo>
                        <a:cubicBezTo>
                          <a:pt x="10797" y="41858"/>
                          <a:pt x="5765" y="37894"/>
                          <a:pt x="4405" y="32269"/>
                        </a:cubicBezTo>
                        <a:lnTo>
                          <a:pt x="423" y="15763"/>
                        </a:lnTo>
                        <a:cubicBezTo>
                          <a:pt x="-1354" y="9070"/>
                          <a:pt x="2630" y="2202"/>
                          <a:pt x="9324" y="423"/>
                        </a:cubicBezTo>
                        <a:cubicBezTo>
                          <a:pt x="16019" y="-1354"/>
                          <a:pt x="22886" y="2632"/>
                          <a:pt x="24664" y="9325"/>
                        </a:cubicBezTo>
                        <a:cubicBezTo>
                          <a:pt x="24712" y="9510"/>
                          <a:pt x="24758" y="9697"/>
                          <a:pt x="24799" y="9885"/>
                        </a:cubicBezTo>
                        <a:lnTo>
                          <a:pt x="28858" y="26375"/>
                        </a:lnTo>
                        <a:cubicBezTo>
                          <a:pt x="30490" y="33106"/>
                          <a:pt x="26357" y="39886"/>
                          <a:pt x="19626" y="41518"/>
                        </a:cubicBezTo>
                        <a:cubicBezTo>
                          <a:pt x="19626" y="41518"/>
                          <a:pt x="19626" y="41518"/>
                          <a:pt x="19626" y="41518"/>
                        </a:cubicBezTo>
                        <a:cubicBezTo>
                          <a:pt x="18629" y="41753"/>
                          <a:pt x="17608" y="41869"/>
                          <a:pt x="16585" y="41863"/>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109" name="Freeform 160">
                    <a:extLst>
                      <a:ext uri="{FF2B5EF4-FFF2-40B4-BE49-F238E27FC236}">
                        <a16:creationId xmlns:a16="http://schemas.microsoft.com/office/drawing/2014/main" id="{4CCF9FA6-775A-67E7-D806-FCD9DE9E445A}"/>
                      </a:ext>
                    </a:extLst>
                  </p:cNvPr>
                  <p:cNvSpPr/>
                  <p:nvPr/>
                </p:nvSpPr>
                <p:spPr>
                  <a:xfrm>
                    <a:off x="6720312" y="2259509"/>
                    <a:ext cx="35042" cy="42194"/>
                  </a:xfrm>
                  <a:custGeom>
                    <a:avLst/>
                    <a:gdLst>
                      <a:gd name="connsiteX0" fmla="*/ 12497 w 35042"/>
                      <a:gd name="connsiteY0" fmla="*/ 42195 h 42194"/>
                      <a:gd name="connsiteX1" fmla="*/ 0 w 35042"/>
                      <a:gd name="connsiteY1" fmla="*/ 29611 h 42194"/>
                      <a:gd name="connsiteX2" fmla="*/ 1680 w 35042"/>
                      <a:gd name="connsiteY2" fmla="*/ 23384 h 42194"/>
                      <a:gd name="connsiteX3" fmla="*/ 11666 w 35042"/>
                      <a:gd name="connsiteY3" fmla="*/ 6220 h 42194"/>
                      <a:gd name="connsiteX4" fmla="*/ 28822 w 35042"/>
                      <a:gd name="connsiteY4" fmla="*/ 1713 h 42194"/>
                      <a:gd name="connsiteX5" fmla="*/ 33329 w 35042"/>
                      <a:gd name="connsiteY5" fmla="*/ 18870 h 42194"/>
                      <a:gd name="connsiteX6" fmla="*/ 23344 w 35042"/>
                      <a:gd name="connsiteY6" fmla="*/ 35972 h 42194"/>
                      <a:gd name="connsiteX7" fmla="*/ 12497 w 35042"/>
                      <a:gd name="connsiteY7" fmla="*/ 42195 h 4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42" h="42194">
                        <a:moveTo>
                          <a:pt x="12497" y="42195"/>
                        </a:moveTo>
                        <a:cubicBezTo>
                          <a:pt x="5571" y="42170"/>
                          <a:pt x="-23" y="36536"/>
                          <a:pt x="0" y="29611"/>
                        </a:cubicBezTo>
                        <a:cubicBezTo>
                          <a:pt x="8" y="27424"/>
                          <a:pt x="588" y="25278"/>
                          <a:pt x="1680" y="23384"/>
                        </a:cubicBezTo>
                        <a:lnTo>
                          <a:pt x="11666" y="6220"/>
                        </a:lnTo>
                        <a:cubicBezTo>
                          <a:pt x="15158" y="238"/>
                          <a:pt x="22841" y="-1779"/>
                          <a:pt x="28822" y="1713"/>
                        </a:cubicBezTo>
                        <a:cubicBezTo>
                          <a:pt x="34804" y="5206"/>
                          <a:pt x="36822" y="12888"/>
                          <a:pt x="33329" y="18870"/>
                        </a:cubicBezTo>
                        <a:lnTo>
                          <a:pt x="23344" y="35972"/>
                        </a:lnTo>
                        <a:cubicBezTo>
                          <a:pt x="21095" y="39829"/>
                          <a:pt x="16962" y="42200"/>
                          <a:pt x="12497" y="4219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110" name="Freeform 161">
                    <a:extLst>
                      <a:ext uri="{FF2B5EF4-FFF2-40B4-BE49-F238E27FC236}">
                        <a16:creationId xmlns:a16="http://schemas.microsoft.com/office/drawing/2014/main" id="{344CA125-72A3-AB77-953B-2F591921ACAB}"/>
                      </a:ext>
                    </a:extLst>
                  </p:cNvPr>
                  <p:cNvSpPr/>
                  <p:nvPr/>
                </p:nvSpPr>
                <p:spPr>
                  <a:xfrm>
                    <a:off x="6698915" y="2238810"/>
                    <a:ext cx="43578" cy="30116"/>
                  </a:xfrm>
                  <a:custGeom>
                    <a:avLst/>
                    <a:gdLst>
                      <a:gd name="connsiteX0" fmla="*/ 12528 w 43578"/>
                      <a:gd name="connsiteY0" fmla="*/ 30116 h 30116"/>
                      <a:gd name="connsiteX1" fmla="*/ 0 w 43578"/>
                      <a:gd name="connsiteY1" fmla="*/ 17563 h 30116"/>
                      <a:gd name="connsiteX2" fmla="*/ 9252 w 43578"/>
                      <a:gd name="connsiteY2" fmla="*/ 5475 h 30116"/>
                      <a:gd name="connsiteX3" fmla="*/ 27921 w 43578"/>
                      <a:gd name="connsiteY3" fmla="*/ 396 h 30116"/>
                      <a:gd name="connsiteX4" fmla="*/ 43183 w 43578"/>
                      <a:gd name="connsiteY4" fmla="*/ 9429 h 30116"/>
                      <a:gd name="connsiteX5" fmla="*/ 34489 w 43578"/>
                      <a:gd name="connsiteY5" fmla="*/ 24599 h 30116"/>
                      <a:gd name="connsiteX6" fmla="*/ 15820 w 43578"/>
                      <a:gd name="connsiteY6" fmla="*/ 29677 h 30116"/>
                      <a:gd name="connsiteX7" fmla="*/ 12528 w 43578"/>
                      <a:gd name="connsiteY7" fmla="*/ 30116 h 3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8" h="30116">
                        <a:moveTo>
                          <a:pt x="12528" y="30116"/>
                        </a:moveTo>
                        <a:cubicBezTo>
                          <a:pt x="5602" y="30110"/>
                          <a:pt x="-7" y="24489"/>
                          <a:pt x="0" y="17563"/>
                        </a:cubicBezTo>
                        <a:cubicBezTo>
                          <a:pt x="6" y="11909"/>
                          <a:pt x="3795" y="6957"/>
                          <a:pt x="9252" y="5475"/>
                        </a:cubicBezTo>
                        <a:lnTo>
                          <a:pt x="27921" y="396"/>
                        </a:lnTo>
                        <a:cubicBezTo>
                          <a:pt x="34630" y="-1324"/>
                          <a:pt x="41463" y="2720"/>
                          <a:pt x="43183" y="9429"/>
                        </a:cubicBezTo>
                        <a:cubicBezTo>
                          <a:pt x="44869" y="16005"/>
                          <a:pt x="41015" y="22729"/>
                          <a:pt x="34489" y="24599"/>
                        </a:cubicBezTo>
                        <a:lnTo>
                          <a:pt x="15820" y="29677"/>
                        </a:lnTo>
                        <a:cubicBezTo>
                          <a:pt x="14747" y="29969"/>
                          <a:pt x="13640" y="30116"/>
                          <a:pt x="12528" y="3011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111" name="Freeform 162">
                    <a:extLst>
                      <a:ext uri="{FF2B5EF4-FFF2-40B4-BE49-F238E27FC236}">
                        <a16:creationId xmlns:a16="http://schemas.microsoft.com/office/drawing/2014/main" id="{492645C9-71FC-4DBD-7E34-DBD969BCE98E}"/>
                      </a:ext>
                    </a:extLst>
                  </p:cNvPr>
                  <p:cNvSpPr/>
                  <p:nvPr/>
                </p:nvSpPr>
                <p:spPr>
                  <a:xfrm>
                    <a:off x="6703187" y="2203941"/>
                    <a:ext cx="43000" cy="36753"/>
                  </a:xfrm>
                  <a:custGeom>
                    <a:avLst/>
                    <a:gdLst>
                      <a:gd name="connsiteX0" fmla="*/ 30436 w 43000"/>
                      <a:gd name="connsiteY0" fmla="*/ 36754 h 36753"/>
                      <a:gd name="connsiteX1" fmla="*/ 23602 w 43000"/>
                      <a:gd name="connsiteY1" fmla="*/ 34716 h 36753"/>
                      <a:gd name="connsiteX2" fmla="*/ 5700 w 43000"/>
                      <a:gd name="connsiteY2" fmla="*/ 23053 h 36753"/>
                      <a:gd name="connsiteX3" fmla="*/ 2032 w 43000"/>
                      <a:gd name="connsiteY3" fmla="*/ 5701 h 36753"/>
                      <a:gd name="connsiteX4" fmla="*/ 19385 w 43000"/>
                      <a:gd name="connsiteY4" fmla="*/ 2033 h 36753"/>
                      <a:gd name="connsiteX5" fmla="*/ 37286 w 43000"/>
                      <a:gd name="connsiteY5" fmla="*/ 13695 h 36753"/>
                      <a:gd name="connsiteX6" fmla="*/ 40976 w 43000"/>
                      <a:gd name="connsiteY6" fmla="*/ 31042 h 36753"/>
                      <a:gd name="connsiteX7" fmla="*/ 30436 w 43000"/>
                      <a:gd name="connsiteY7" fmla="*/ 36754 h 36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000" h="36753">
                        <a:moveTo>
                          <a:pt x="30436" y="36754"/>
                        </a:moveTo>
                        <a:cubicBezTo>
                          <a:pt x="28008" y="36751"/>
                          <a:pt x="25635" y="36042"/>
                          <a:pt x="23602" y="34716"/>
                        </a:cubicBezTo>
                        <a:lnTo>
                          <a:pt x="5700" y="23053"/>
                        </a:lnTo>
                        <a:cubicBezTo>
                          <a:pt x="-104" y="19274"/>
                          <a:pt x="-1746" y="11505"/>
                          <a:pt x="2032" y="5701"/>
                        </a:cubicBezTo>
                        <a:cubicBezTo>
                          <a:pt x="5811" y="-104"/>
                          <a:pt x="13581" y="-1747"/>
                          <a:pt x="19385" y="2033"/>
                        </a:cubicBezTo>
                        <a:lnTo>
                          <a:pt x="37286" y="13695"/>
                        </a:lnTo>
                        <a:cubicBezTo>
                          <a:pt x="43096" y="17467"/>
                          <a:pt x="44748" y="25232"/>
                          <a:pt x="40976" y="31042"/>
                        </a:cubicBezTo>
                        <a:cubicBezTo>
                          <a:pt x="38660" y="34611"/>
                          <a:pt x="34691" y="36762"/>
                          <a:pt x="30436" y="3675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112" name="Freeform 163">
                    <a:extLst>
                      <a:ext uri="{FF2B5EF4-FFF2-40B4-BE49-F238E27FC236}">
                        <a16:creationId xmlns:a16="http://schemas.microsoft.com/office/drawing/2014/main" id="{133CDC94-9AF9-1DFD-29EA-C2F8FB927154}"/>
                      </a:ext>
                    </a:extLst>
                  </p:cNvPr>
                  <p:cNvSpPr/>
                  <p:nvPr/>
                </p:nvSpPr>
                <p:spPr>
                  <a:xfrm>
                    <a:off x="6717310" y="2202400"/>
                    <a:ext cx="85595" cy="85587"/>
                  </a:xfrm>
                  <a:custGeom>
                    <a:avLst/>
                    <a:gdLst>
                      <a:gd name="connsiteX0" fmla="*/ 42727 w 85595"/>
                      <a:gd name="connsiteY0" fmla="*/ 85588 h 85587"/>
                      <a:gd name="connsiteX1" fmla="*/ 0 w 85595"/>
                      <a:gd name="connsiteY1" fmla="*/ 42727 h 85587"/>
                      <a:gd name="connsiteX2" fmla="*/ 42860 w 85595"/>
                      <a:gd name="connsiteY2" fmla="*/ 0 h 85587"/>
                      <a:gd name="connsiteX3" fmla="*/ 84455 w 85595"/>
                      <a:gd name="connsiteY3" fmla="*/ 33013 h 85587"/>
                      <a:gd name="connsiteX4" fmla="*/ 84455 w 85595"/>
                      <a:gd name="connsiteY4" fmla="*/ 33013 h 85587"/>
                      <a:gd name="connsiteX5" fmla="*/ 52586 w 85595"/>
                      <a:gd name="connsiteY5" fmla="*/ 84444 h 85587"/>
                      <a:gd name="connsiteX6" fmla="*/ 42727 w 85595"/>
                      <a:gd name="connsiteY6" fmla="*/ 85588 h 85587"/>
                      <a:gd name="connsiteX7" fmla="*/ 42883 w 85595"/>
                      <a:gd name="connsiteY7" fmla="*/ 25049 h 85587"/>
                      <a:gd name="connsiteX8" fmla="*/ 38808 w 85595"/>
                      <a:gd name="connsiteY8" fmla="*/ 25520 h 85587"/>
                      <a:gd name="connsiteX9" fmla="*/ 25664 w 85595"/>
                      <a:gd name="connsiteY9" fmla="*/ 46818 h 85587"/>
                      <a:gd name="connsiteX10" fmla="*/ 46962 w 85595"/>
                      <a:gd name="connsiteY10" fmla="*/ 59963 h 85587"/>
                      <a:gd name="connsiteX11" fmla="*/ 60126 w 85595"/>
                      <a:gd name="connsiteY11" fmla="*/ 38750 h 85587"/>
                      <a:gd name="connsiteX12" fmla="*/ 60126 w 85595"/>
                      <a:gd name="connsiteY12" fmla="*/ 38750 h 85587"/>
                      <a:gd name="connsiteX13" fmla="*/ 42883 w 85595"/>
                      <a:gd name="connsiteY13" fmla="*/ 25049 h 8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595" h="85587">
                        <a:moveTo>
                          <a:pt x="42727" y="85588"/>
                        </a:moveTo>
                        <a:cubicBezTo>
                          <a:pt x="19093" y="85550"/>
                          <a:pt x="-38" y="66362"/>
                          <a:pt x="0" y="42727"/>
                        </a:cubicBezTo>
                        <a:cubicBezTo>
                          <a:pt x="36" y="19093"/>
                          <a:pt x="19226" y="-38"/>
                          <a:pt x="42860" y="0"/>
                        </a:cubicBezTo>
                        <a:cubicBezTo>
                          <a:pt x="62702" y="31"/>
                          <a:pt x="79920" y="13697"/>
                          <a:pt x="84455" y="33013"/>
                        </a:cubicBezTo>
                        <a:lnTo>
                          <a:pt x="84455" y="33013"/>
                        </a:lnTo>
                        <a:cubicBezTo>
                          <a:pt x="89850" y="56015"/>
                          <a:pt x="75585" y="79036"/>
                          <a:pt x="52586" y="84444"/>
                        </a:cubicBezTo>
                        <a:cubicBezTo>
                          <a:pt x="49354" y="85202"/>
                          <a:pt x="46047" y="85586"/>
                          <a:pt x="42727" y="85588"/>
                        </a:cubicBezTo>
                        <a:close/>
                        <a:moveTo>
                          <a:pt x="42883" y="25049"/>
                        </a:moveTo>
                        <a:cubicBezTo>
                          <a:pt x="41512" y="25051"/>
                          <a:pt x="40143" y="25209"/>
                          <a:pt x="38808" y="25520"/>
                        </a:cubicBezTo>
                        <a:cubicBezTo>
                          <a:pt x="29296" y="27771"/>
                          <a:pt x="23411" y="37308"/>
                          <a:pt x="25664" y="46818"/>
                        </a:cubicBezTo>
                        <a:cubicBezTo>
                          <a:pt x="27915" y="56330"/>
                          <a:pt x="37450" y="62214"/>
                          <a:pt x="46962" y="59963"/>
                        </a:cubicBezTo>
                        <a:cubicBezTo>
                          <a:pt x="56439" y="57719"/>
                          <a:pt x="62322" y="48238"/>
                          <a:pt x="60126" y="38750"/>
                        </a:cubicBezTo>
                        <a:lnTo>
                          <a:pt x="60126" y="38750"/>
                        </a:lnTo>
                        <a:cubicBezTo>
                          <a:pt x="58252" y="30736"/>
                          <a:pt x="51113" y="25065"/>
                          <a:pt x="42883" y="25049"/>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grpSp>
            <p:sp>
              <p:nvSpPr>
                <p:cNvPr id="103" name="Freeform 154">
                  <a:extLst>
                    <a:ext uri="{FF2B5EF4-FFF2-40B4-BE49-F238E27FC236}">
                      <a16:creationId xmlns:a16="http://schemas.microsoft.com/office/drawing/2014/main" id="{EC224019-0C1B-B8C2-893C-DE24A51AC334}"/>
                    </a:ext>
                  </a:extLst>
                </p:cNvPr>
                <p:cNvSpPr/>
                <p:nvPr/>
              </p:nvSpPr>
              <p:spPr>
                <a:xfrm>
                  <a:off x="6717586" y="2109858"/>
                  <a:ext cx="54608" cy="54606"/>
                </a:xfrm>
                <a:custGeom>
                  <a:avLst/>
                  <a:gdLst>
                    <a:gd name="connsiteX0" fmla="*/ 42074 w 54608"/>
                    <a:gd name="connsiteY0" fmla="*/ 54607 h 54606"/>
                    <a:gd name="connsiteX1" fmla="*/ 33202 w 54608"/>
                    <a:gd name="connsiteY1" fmla="*/ 50939 h 54606"/>
                    <a:gd name="connsiteX2" fmla="*/ 3669 w 54608"/>
                    <a:gd name="connsiteY2" fmla="*/ 21406 h 54606"/>
                    <a:gd name="connsiteX3" fmla="*/ 3677 w 54608"/>
                    <a:gd name="connsiteY3" fmla="*/ 3669 h 54606"/>
                    <a:gd name="connsiteX4" fmla="*/ 21414 w 54608"/>
                    <a:gd name="connsiteY4" fmla="*/ 3677 h 54606"/>
                    <a:gd name="connsiteX5" fmla="*/ 50931 w 54608"/>
                    <a:gd name="connsiteY5" fmla="*/ 33194 h 54606"/>
                    <a:gd name="connsiteX6" fmla="*/ 50940 w 54608"/>
                    <a:gd name="connsiteY6" fmla="*/ 50929 h 54606"/>
                    <a:gd name="connsiteX7" fmla="*/ 42074 w 54608"/>
                    <a:gd name="connsiteY7" fmla="*/ 54607 h 5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608" h="54606">
                      <a:moveTo>
                        <a:pt x="42074" y="54607"/>
                      </a:moveTo>
                      <a:cubicBezTo>
                        <a:pt x="38748" y="54609"/>
                        <a:pt x="35556" y="53290"/>
                        <a:pt x="33202" y="50939"/>
                      </a:cubicBezTo>
                      <a:lnTo>
                        <a:pt x="3669" y="21406"/>
                      </a:lnTo>
                      <a:cubicBezTo>
                        <a:pt x="-1226" y="16506"/>
                        <a:pt x="-1223" y="8565"/>
                        <a:pt x="3677" y="3669"/>
                      </a:cubicBezTo>
                      <a:cubicBezTo>
                        <a:pt x="8577" y="-1226"/>
                        <a:pt x="16519" y="-1223"/>
                        <a:pt x="21414" y="3677"/>
                      </a:cubicBezTo>
                      <a:lnTo>
                        <a:pt x="50931" y="33194"/>
                      </a:lnTo>
                      <a:cubicBezTo>
                        <a:pt x="55831" y="38089"/>
                        <a:pt x="55836" y="46029"/>
                        <a:pt x="50940" y="50929"/>
                      </a:cubicBezTo>
                      <a:cubicBezTo>
                        <a:pt x="48590" y="53282"/>
                        <a:pt x="45401" y="54605"/>
                        <a:pt x="42074" y="5460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grpSp>
        </p:grpSp>
        <p:grpSp>
          <p:nvGrpSpPr>
            <p:cNvPr id="47" name="Group 46">
              <a:extLst>
                <a:ext uri="{FF2B5EF4-FFF2-40B4-BE49-F238E27FC236}">
                  <a16:creationId xmlns:a16="http://schemas.microsoft.com/office/drawing/2014/main" id="{D47D2646-6F2B-BE47-3285-3836657D30C1}"/>
                </a:ext>
              </a:extLst>
            </p:cNvPr>
            <p:cNvGrpSpPr/>
            <p:nvPr/>
          </p:nvGrpSpPr>
          <p:grpSpPr>
            <a:xfrm>
              <a:off x="9961728" y="1490179"/>
              <a:ext cx="471791" cy="471791"/>
              <a:chOff x="9817805" y="1942177"/>
              <a:chExt cx="471791" cy="471791"/>
            </a:xfrm>
          </p:grpSpPr>
          <p:sp>
            <p:nvSpPr>
              <p:cNvPr id="90" name="Oval 89">
                <a:extLst>
                  <a:ext uri="{FF2B5EF4-FFF2-40B4-BE49-F238E27FC236}">
                    <a16:creationId xmlns:a16="http://schemas.microsoft.com/office/drawing/2014/main" id="{52187F3E-B23E-04FA-727E-59C9AE7645EF}"/>
                  </a:ext>
                </a:extLst>
              </p:cNvPr>
              <p:cNvSpPr/>
              <p:nvPr/>
            </p:nvSpPr>
            <p:spPr>
              <a:xfrm>
                <a:off x="9817805"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FFFFFF"/>
                  </a:solidFill>
                  <a:effectLst/>
                  <a:uLnTx/>
                  <a:uFillTx/>
                  <a:latin typeface="Century Gothic" panose="020F0302020204030204"/>
                  <a:ea typeface="+mn-ea"/>
                  <a:cs typeface="+mn-cs"/>
                </a:endParaRPr>
              </a:p>
            </p:txBody>
          </p:sp>
          <p:grpSp>
            <p:nvGrpSpPr>
              <p:cNvPr id="91" name="Graphic 334">
                <a:extLst>
                  <a:ext uri="{FF2B5EF4-FFF2-40B4-BE49-F238E27FC236}">
                    <a16:creationId xmlns:a16="http://schemas.microsoft.com/office/drawing/2014/main" id="{751C117A-8557-A8B3-E0B2-DCE1C03EA949}"/>
                  </a:ext>
                </a:extLst>
              </p:cNvPr>
              <p:cNvGrpSpPr/>
              <p:nvPr/>
            </p:nvGrpSpPr>
            <p:grpSpPr>
              <a:xfrm>
                <a:off x="9951565" y="2036935"/>
                <a:ext cx="204378" cy="282424"/>
                <a:chOff x="9951565" y="2036935"/>
                <a:chExt cx="204378" cy="282424"/>
              </a:xfrm>
            </p:grpSpPr>
            <p:sp>
              <p:nvSpPr>
                <p:cNvPr id="92" name="Freeform 143">
                  <a:extLst>
                    <a:ext uri="{FF2B5EF4-FFF2-40B4-BE49-F238E27FC236}">
                      <a16:creationId xmlns:a16="http://schemas.microsoft.com/office/drawing/2014/main" id="{CD97992C-FA6F-48FC-AE43-60C500E044BB}"/>
                    </a:ext>
                  </a:extLst>
                </p:cNvPr>
                <p:cNvSpPr/>
                <p:nvPr/>
              </p:nvSpPr>
              <p:spPr>
                <a:xfrm>
                  <a:off x="10075099" y="2179856"/>
                  <a:ext cx="80844" cy="136661"/>
                </a:xfrm>
                <a:custGeom>
                  <a:avLst/>
                  <a:gdLst>
                    <a:gd name="connsiteX0" fmla="*/ 56016 w 80844"/>
                    <a:gd name="connsiteY0" fmla="*/ 136661 h 136661"/>
                    <a:gd name="connsiteX1" fmla="*/ 24749 w 80844"/>
                    <a:gd name="connsiteY1" fmla="*/ 114256 h 136661"/>
                    <a:gd name="connsiteX2" fmla="*/ 1674 w 80844"/>
                    <a:gd name="connsiteY2" fmla="*/ 91516 h 136661"/>
                    <a:gd name="connsiteX3" fmla="*/ 2510 w 80844"/>
                    <a:gd name="connsiteY3" fmla="*/ 77136 h 136661"/>
                    <a:gd name="connsiteX4" fmla="*/ 28762 w 80844"/>
                    <a:gd name="connsiteY4" fmla="*/ 12261 h 136661"/>
                    <a:gd name="connsiteX5" fmla="*/ 43141 w 80844"/>
                    <a:gd name="connsiteY5" fmla="*/ 55 h 136661"/>
                    <a:gd name="connsiteX6" fmla="*/ 50331 w 80844"/>
                    <a:gd name="connsiteY6" fmla="*/ 2897 h 136661"/>
                    <a:gd name="connsiteX7" fmla="*/ 79759 w 80844"/>
                    <a:gd name="connsiteY7" fmla="*/ 46371 h 136661"/>
                    <a:gd name="connsiteX8" fmla="*/ 76749 w 80844"/>
                    <a:gd name="connsiteY8" fmla="*/ 92017 h 136661"/>
                    <a:gd name="connsiteX9" fmla="*/ 67720 w 80844"/>
                    <a:gd name="connsiteY9" fmla="*/ 130642 h 136661"/>
                    <a:gd name="connsiteX10" fmla="*/ 57688 w 80844"/>
                    <a:gd name="connsiteY10" fmla="*/ 136494 h 136661"/>
                    <a:gd name="connsiteX11" fmla="*/ 56016 w 80844"/>
                    <a:gd name="connsiteY11" fmla="*/ 136661 h 136661"/>
                    <a:gd name="connsiteX12" fmla="*/ 30768 w 80844"/>
                    <a:gd name="connsiteY12" fmla="*/ 83156 h 136661"/>
                    <a:gd name="connsiteX13" fmla="*/ 48324 w 80844"/>
                    <a:gd name="connsiteY13" fmla="*/ 99374 h 136661"/>
                    <a:gd name="connsiteX14" fmla="*/ 54009 w 80844"/>
                    <a:gd name="connsiteY14" fmla="*/ 53728 h 136661"/>
                    <a:gd name="connsiteX15" fmla="*/ 49662 w 80844"/>
                    <a:gd name="connsiteY15" fmla="*/ 43194 h 136661"/>
                    <a:gd name="connsiteX16" fmla="*/ 30768 w 80844"/>
                    <a:gd name="connsiteY16" fmla="*/ 83156 h 136661"/>
                    <a:gd name="connsiteX17" fmla="*/ 30768 w 80844"/>
                    <a:gd name="connsiteY17" fmla="*/ 83156 h 136661"/>
                    <a:gd name="connsiteX18" fmla="*/ 24247 w 80844"/>
                    <a:gd name="connsiteY18" fmla="*/ 92686 h 136661"/>
                    <a:gd name="connsiteX19" fmla="*/ 24247 w 80844"/>
                    <a:gd name="connsiteY19" fmla="*/ 92686 h 136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0844" h="136661">
                      <a:moveTo>
                        <a:pt x="56016" y="136661"/>
                      </a:moveTo>
                      <a:cubicBezTo>
                        <a:pt x="50498" y="136661"/>
                        <a:pt x="45984" y="133651"/>
                        <a:pt x="24749" y="114256"/>
                      </a:cubicBezTo>
                      <a:cubicBezTo>
                        <a:pt x="3179" y="94526"/>
                        <a:pt x="2510" y="93188"/>
                        <a:pt x="1674" y="91516"/>
                      </a:cubicBezTo>
                      <a:cubicBezTo>
                        <a:pt x="-834" y="87001"/>
                        <a:pt x="-499" y="81484"/>
                        <a:pt x="2510" y="77136"/>
                      </a:cubicBezTo>
                      <a:cubicBezTo>
                        <a:pt x="17726" y="55901"/>
                        <a:pt x="27089" y="32827"/>
                        <a:pt x="28762" y="12261"/>
                      </a:cubicBezTo>
                      <a:cubicBezTo>
                        <a:pt x="29430" y="4904"/>
                        <a:pt x="35784" y="-614"/>
                        <a:pt x="43141" y="55"/>
                      </a:cubicBezTo>
                      <a:cubicBezTo>
                        <a:pt x="45816" y="222"/>
                        <a:pt x="48324" y="1225"/>
                        <a:pt x="50331" y="2897"/>
                      </a:cubicBezTo>
                      <a:cubicBezTo>
                        <a:pt x="64209" y="14100"/>
                        <a:pt x="74408" y="29316"/>
                        <a:pt x="79759" y="46371"/>
                      </a:cubicBezTo>
                      <a:cubicBezTo>
                        <a:pt x="80762" y="49547"/>
                        <a:pt x="82601" y="56236"/>
                        <a:pt x="76749" y="92017"/>
                      </a:cubicBezTo>
                      <a:cubicBezTo>
                        <a:pt x="71064" y="125793"/>
                        <a:pt x="68891" y="129137"/>
                        <a:pt x="67720" y="130642"/>
                      </a:cubicBezTo>
                      <a:cubicBezTo>
                        <a:pt x="65379" y="133986"/>
                        <a:pt x="61701" y="136159"/>
                        <a:pt x="57688" y="136494"/>
                      </a:cubicBezTo>
                      <a:cubicBezTo>
                        <a:pt x="57019" y="136494"/>
                        <a:pt x="56518" y="136661"/>
                        <a:pt x="56016" y="136661"/>
                      </a:cubicBezTo>
                      <a:close/>
                      <a:moveTo>
                        <a:pt x="30768" y="83156"/>
                      </a:moveTo>
                      <a:cubicBezTo>
                        <a:pt x="35784" y="87837"/>
                        <a:pt x="42305" y="94024"/>
                        <a:pt x="48324" y="99374"/>
                      </a:cubicBezTo>
                      <a:cubicBezTo>
                        <a:pt x="51501" y="82320"/>
                        <a:pt x="54845" y="59747"/>
                        <a:pt x="54009" y="53728"/>
                      </a:cubicBezTo>
                      <a:cubicBezTo>
                        <a:pt x="52839" y="50049"/>
                        <a:pt x="51501" y="46538"/>
                        <a:pt x="49662" y="43194"/>
                      </a:cubicBezTo>
                      <a:cubicBezTo>
                        <a:pt x="45148" y="57239"/>
                        <a:pt x="38794" y="70615"/>
                        <a:pt x="30768" y="83156"/>
                      </a:cubicBezTo>
                      <a:lnTo>
                        <a:pt x="30768" y="83156"/>
                      </a:lnTo>
                      <a:close/>
                      <a:moveTo>
                        <a:pt x="24247" y="92686"/>
                      </a:moveTo>
                      <a:lnTo>
                        <a:pt x="24247" y="92686"/>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93" name="Freeform 144">
                  <a:extLst>
                    <a:ext uri="{FF2B5EF4-FFF2-40B4-BE49-F238E27FC236}">
                      <a16:creationId xmlns:a16="http://schemas.microsoft.com/office/drawing/2014/main" id="{669DC09A-E789-4164-6A7E-C17836602D0D}"/>
                    </a:ext>
                  </a:extLst>
                </p:cNvPr>
                <p:cNvSpPr/>
                <p:nvPr/>
              </p:nvSpPr>
              <p:spPr>
                <a:xfrm>
                  <a:off x="9951565" y="2182212"/>
                  <a:ext cx="80901" cy="136478"/>
                </a:xfrm>
                <a:custGeom>
                  <a:avLst/>
                  <a:gdLst>
                    <a:gd name="connsiteX0" fmla="*/ 24718 w 80901"/>
                    <a:gd name="connsiteY0" fmla="*/ 136479 h 136478"/>
                    <a:gd name="connsiteX1" fmla="*/ 23214 w 80901"/>
                    <a:gd name="connsiteY1" fmla="*/ 136479 h 136478"/>
                    <a:gd name="connsiteX2" fmla="*/ 13181 w 80901"/>
                    <a:gd name="connsiteY2" fmla="*/ 130627 h 136478"/>
                    <a:gd name="connsiteX3" fmla="*/ 4152 w 80901"/>
                    <a:gd name="connsiteY3" fmla="*/ 92003 h 136478"/>
                    <a:gd name="connsiteX4" fmla="*/ 1143 w 80901"/>
                    <a:gd name="connsiteY4" fmla="*/ 46356 h 136478"/>
                    <a:gd name="connsiteX5" fmla="*/ 1143 w 80901"/>
                    <a:gd name="connsiteY5" fmla="*/ 46356 h 136478"/>
                    <a:gd name="connsiteX6" fmla="*/ 30571 w 80901"/>
                    <a:gd name="connsiteY6" fmla="*/ 2882 h 136478"/>
                    <a:gd name="connsiteX7" fmla="*/ 49297 w 80901"/>
                    <a:gd name="connsiteY7" fmla="*/ 5056 h 136478"/>
                    <a:gd name="connsiteX8" fmla="*/ 52140 w 80901"/>
                    <a:gd name="connsiteY8" fmla="*/ 12246 h 136478"/>
                    <a:gd name="connsiteX9" fmla="*/ 78391 w 80901"/>
                    <a:gd name="connsiteY9" fmla="*/ 77121 h 136478"/>
                    <a:gd name="connsiteX10" fmla="*/ 79227 w 80901"/>
                    <a:gd name="connsiteY10" fmla="*/ 91501 h 136478"/>
                    <a:gd name="connsiteX11" fmla="*/ 56153 w 80901"/>
                    <a:gd name="connsiteY11" fmla="*/ 114241 h 136478"/>
                    <a:gd name="connsiteX12" fmla="*/ 24718 w 80901"/>
                    <a:gd name="connsiteY12" fmla="*/ 136479 h 136478"/>
                    <a:gd name="connsiteX13" fmla="*/ 26725 w 80901"/>
                    <a:gd name="connsiteY13" fmla="*/ 53545 h 136478"/>
                    <a:gd name="connsiteX14" fmla="*/ 32410 w 80901"/>
                    <a:gd name="connsiteY14" fmla="*/ 99192 h 136478"/>
                    <a:gd name="connsiteX15" fmla="*/ 49966 w 80901"/>
                    <a:gd name="connsiteY15" fmla="*/ 82973 h 136478"/>
                    <a:gd name="connsiteX16" fmla="*/ 31072 w 80901"/>
                    <a:gd name="connsiteY16" fmla="*/ 43012 h 136478"/>
                    <a:gd name="connsiteX17" fmla="*/ 26725 w 80901"/>
                    <a:gd name="connsiteY17" fmla="*/ 53545 h 136478"/>
                    <a:gd name="connsiteX18" fmla="*/ 56487 w 80901"/>
                    <a:gd name="connsiteY18" fmla="*/ 92671 h 136478"/>
                    <a:gd name="connsiteX19" fmla="*/ 56487 w 80901"/>
                    <a:gd name="connsiteY19" fmla="*/ 92671 h 136478"/>
                    <a:gd name="connsiteX20" fmla="*/ 26558 w 80901"/>
                    <a:gd name="connsiteY20" fmla="*/ 53880 h 136478"/>
                    <a:gd name="connsiteX21" fmla="*/ 26558 w 80901"/>
                    <a:gd name="connsiteY21" fmla="*/ 53880 h 136478"/>
                    <a:gd name="connsiteX22" fmla="*/ 26558 w 80901"/>
                    <a:gd name="connsiteY22" fmla="*/ 53880 h 136478"/>
                    <a:gd name="connsiteX23" fmla="*/ 13850 w 80901"/>
                    <a:gd name="connsiteY23" fmla="*/ 50034 h 136478"/>
                    <a:gd name="connsiteX24" fmla="*/ 13850 w 80901"/>
                    <a:gd name="connsiteY24" fmla="*/ 50034 h 13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0901" h="136478">
                      <a:moveTo>
                        <a:pt x="24718" y="136479"/>
                      </a:moveTo>
                      <a:cubicBezTo>
                        <a:pt x="24217" y="136479"/>
                        <a:pt x="23715" y="136479"/>
                        <a:pt x="23214" y="136479"/>
                      </a:cubicBezTo>
                      <a:cubicBezTo>
                        <a:pt x="19201" y="136145"/>
                        <a:pt x="15522" y="133971"/>
                        <a:pt x="13181" y="130627"/>
                      </a:cubicBezTo>
                      <a:cubicBezTo>
                        <a:pt x="12011" y="128955"/>
                        <a:pt x="9837" y="125778"/>
                        <a:pt x="4152" y="92003"/>
                      </a:cubicBezTo>
                      <a:cubicBezTo>
                        <a:pt x="-1867" y="56221"/>
                        <a:pt x="139" y="49533"/>
                        <a:pt x="1143" y="46356"/>
                      </a:cubicBezTo>
                      <a:lnTo>
                        <a:pt x="1143" y="46356"/>
                      </a:lnTo>
                      <a:cubicBezTo>
                        <a:pt x="6493" y="29301"/>
                        <a:pt x="16693" y="14085"/>
                        <a:pt x="30571" y="2882"/>
                      </a:cubicBezTo>
                      <a:cubicBezTo>
                        <a:pt x="36423" y="-1632"/>
                        <a:pt x="44783" y="-796"/>
                        <a:pt x="49297" y="5056"/>
                      </a:cubicBezTo>
                      <a:cubicBezTo>
                        <a:pt x="50969" y="7063"/>
                        <a:pt x="51973" y="9571"/>
                        <a:pt x="52140" y="12246"/>
                      </a:cubicBezTo>
                      <a:cubicBezTo>
                        <a:pt x="53812" y="32812"/>
                        <a:pt x="63175" y="55886"/>
                        <a:pt x="78391" y="77121"/>
                      </a:cubicBezTo>
                      <a:cubicBezTo>
                        <a:pt x="81401" y="81301"/>
                        <a:pt x="81735" y="86986"/>
                        <a:pt x="79227" y="91501"/>
                      </a:cubicBezTo>
                      <a:cubicBezTo>
                        <a:pt x="78391" y="93006"/>
                        <a:pt x="77555" y="94343"/>
                        <a:pt x="56153" y="114241"/>
                      </a:cubicBezTo>
                      <a:cubicBezTo>
                        <a:pt x="34751" y="133469"/>
                        <a:pt x="30236" y="136479"/>
                        <a:pt x="24718" y="136479"/>
                      </a:cubicBezTo>
                      <a:close/>
                      <a:moveTo>
                        <a:pt x="26725" y="53545"/>
                      </a:moveTo>
                      <a:cubicBezTo>
                        <a:pt x="25889" y="59565"/>
                        <a:pt x="29400" y="82137"/>
                        <a:pt x="32410" y="99192"/>
                      </a:cubicBezTo>
                      <a:cubicBezTo>
                        <a:pt x="38262" y="93842"/>
                        <a:pt x="44950" y="87655"/>
                        <a:pt x="49966" y="82973"/>
                      </a:cubicBezTo>
                      <a:cubicBezTo>
                        <a:pt x="41940" y="70600"/>
                        <a:pt x="35587" y="57057"/>
                        <a:pt x="31072" y="43012"/>
                      </a:cubicBezTo>
                      <a:cubicBezTo>
                        <a:pt x="29233" y="46356"/>
                        <a:pt x="27728" y="49867"/>
                        <a:pt x="26725" y="53545"/>
                      </a:cubicBezTo>
                      <a:close/>
                      <a:moveTo>
                        <a:pt x="56487" y="92671"/>
                      </a:moveTo>
                      <a:lnTo>
                        <a:pt x="56487" y="92671"/>
                      </a:lnTo>
                      <a:close/>
                      <a:moveTo>
                        <a:pt x="26558" y="53880"/>
                      </a:moveTo>
                      <a:lnTo>
                        <a:pt x="26558" y="53880"/>
                      </a:lnTo>
                      <a:lnTo>
                        <a:pt x="26558" y="53880"/>
                      </a:lnTo>
                      <a:close/>
                      <a:moveTo>
                        <a:pt x="13850" y="50034"/>
                      </a:moveTo>
                      <a:lnTo>
                        <a:pt x="13850" y="50034"/>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94" name="Freeform 145">
                  <a:extLst>
                    <a:ext uri="{FF2B5EF4-FFF2-40B4-BE49-F238E27FC236}">
                      <a16:creationId xmlns:a16="http://schemas.microsoft.com/office/drawing/2014/main" id="{FA068A8D-E92F-19DB-D72E-57B81224B8A7}"/>
                    </a:ext>
                  </a:extLst>
                </p:cNvPr>
                <p:cNvSpPr/>
                <p:nvPr/>
              </p:nvSpPr>
              <p:spPr>
                <a:xfrm>
                  <a:off x="9976589" y="2036935"/>
                  <a:ext cx="153728" cy="247979"/>
                </a:xfrm>
                <a:custGeom>
                  <a:avLst/>
                  <a:gdLst>
                    <a:gd name="connsiteX0" fmla="*/ 107040 w 153728"/>
                    <a:gd name="connsiteY0" fmla="*/ 247980 h 247979"/>
                    <a:gd name="connsiteX1" fmla="*/ 46847 w 153728"/>
                    <a:gd name="connsiteY1" fmla="*/ 247980 h 247979"/>
                    <a:gd name="connsiteX2" fmla="*/ 36814 w 153728"/>
                    <a:gd name="connsiteY2" fmla="*/ 243465 h 247979"/>
                    <a:gd name="connsiteX3" fmla="*/ 1200 w 153728"/>
                    <a:gd name="connsiteY3" fmla="*/ 167053 h 247979"/>
                    <a:gd name="connsiteX4" fmla="*/ 11734 w 153728"/>
                    <a:gd name="connsiteY4" fmla="*/ 92814 h 247979"/>
                    <a:gd name="connsiteX5" fmla="*/ 42834 w 153728"/>
                    <a:gd name="connsiteY5" fmla="*/ 32286 h 247979"/>
                    <a:gd name="connsiteX6" fmla="*/ 76442 w 153728"/>
                    <a:gd name="connsiteY6" fmla="*/ 16 h 247979"/>
                    <a:gd name="connsiteX7" fmla="*/ 100018 w 153728"/>
                    <a:gd name="connsiteY7" fmla="*/ 18241 h 247979"/>
                    <a:gd name="connsiteX8" fmla="*/ 111053 w 153728"/>
                    <a:gd name="connsiteY8" fmla="*/ 31952 h 247979"/>
                    <a:gd name="connsiteX9" fmla="*/ 111221 w 153728"/>
                    <a:gd name="connsiteY9" fmla="*/ 32119 h 247979"/>
                    <a:gd name="connsiteX10" fmla="*/ 152854 w 153728"/>
                    <a:gd name="connsiteY10" fmla="*/ 166217 h 247979"/>
                    <a:gd name="connsiteX11" fmla="*/ 152687 w 153728"/>
                    <a:gd name="connsiteY11" fmla="*/ 167053 h 247979"/>
                    <a:gd name="connsiteX12" fmla="*/ 117240 w 153728"/>
                    <a:gd name="connsiteY12" fmla="*/ 243131 h 247979"/>
                    <a:gd name="connsiteX13" fmla="*/ 107040 w 153728"/>
                    <a:gd name="connsiteY13" fmla="*/ 247980 h 247979"/>
                    <a:gd name="connsiteX14" fmla="*/ 53368 w 153728"/>
                    <a:gd name="connsiteY14" fmla="*/ 221227 h 247979"/>
                    <a:gd name="connsiteX15" fmla="*/ 100352 w 153728"/>
                    <a:gd name="connsiteY15" fmla="*/ 221227 h 247979"/>
                    <a:gd name="connsiteX16" fmla="*/ 126269 w 153728"/>
                    <a:gd name="connsiteY16" fmla="*/ 163040 h 247979"/>
                    <a:gd name="connsiteX17" fmla="*/ 89818 w 153728"/>
                    <a:gd name="connsiteY17" fmla="*/ 48170 h 247979"/>
                    <a:gd name="connsiteX18" fmla="*/ 76776 w 153728"/>
                    <a:gd name="connsiteY18" fmla="*/ 31952 h 247979"/>
                    <a:gd name="connsiteX19" fmla="*/ 64403 w 153728"/>
                    <a:gd name="connsiteY19" fmla="*/ 48003 h 247979"/>
                    <a:gd name="connsiteX20" fmla="*/ 27618 w 153728"/>
                    <a:gd name="connsiteY20" fmla="*/ 162706 h 247979"/>
                    <a:gd name="connsiteX21" fmla="*/ 53368 w 153728"/>
                    <a:gd name="connsiteY21" fmla="*/ 221227 h 247979"/>
                    <a:gd name="connsiteX22" fmla="*/ 139478 w 153728"/>
                    <a:gd name="connsiteY22" fmla="*/ 164712 h 247979"/>
                    <a:gd name="connsiteX23" fmla="*/ 139478 w 153728"/>
                    <a:gd name="connsiteY23" fmla="*/ 164712 h 247979"/>
                    <a:gd name="connsiteX24" fmla="*/ 139478 w 153728"/>
                    <a:gd name="connsiteY24" fmla="*/ 164712 h 247979"/>
                    <a:gd name="connsiteX25" fmla="*/ 83130 w 153728"/>
                    <a:gd name="connsiteY25" fmla="*/ 24929 h 247979"/>
                    <a:gd name="connsiteX26" fmla="*/ 83130 w 153728"/>
                    <a:gd name="connsiteY26" fmla="*/ 24929 h 247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3728" h="247979">
                      <a:moveTo>
                        <a:pt x="107040" y="247980"/>
                      </a:moveTo>
                      <a:lnTo>
                        <a:pt x="46847" y="247980"/>
                      </a:lnTo>
                      <a:cubicBezTo>
                        <a:pt x="43001" y="247980"/>
                        <a:pt x="39323" y="246308"/>
                        <a:pt x="36814" y="243465"/>
                      </a:cubicBezTo>
                      <a:cubicBezTo>
                        <a:pt x="35644" y="242128"/>
                        <a:pt x="8222" y="210359"/>
                        <a:pt x="1200" y="167053"/>
                      </a:cubicBezTo>
                      <a:cubicBezTo>
                        <a:pt x="-2980" y="141471"/>
                        <a:pt x="4544" y="112544"/>
                        <a:pt x="11734" y="92814"/>
                      </a:cubicBezTo>
                      <a:cubicBezTo>
                        <a:pt x="19760" y="70409"/>
                        <a:pt x="31464" y="47669"/>
                        <a:pt x="42834" y="32286"/>
                      </a:cubicBezTo>
                      <a:cubicBezTo>
                        <a:pt x="65908" y="183"/>
                        <a:pt x="71091" y="16"/>
                        <a:pt x="76442" y="16"/>
                      </a:cubicBezTo>
                      <a:cubicBezTo>
                        <a:pt x="84133" y="-319"/>
                        <a:pt x="88982" y="4697"/>
                        <a:pt x="100018" y="18241"/>
                      </a:cubicBezTo>
                      <a:cubicBezTo>
                        <a:pt x="105703" y="25096"/>
                        <a:pt x="110719" y="31784"/>
                        <a:pt x="111053" y="31952"/>
                      </a:cubicBezTo>
                      <a:cubicBezTo>
                        <a:pt x="111053" y="31952"/>
                        <a:pt x="111221" y="32119"/>
                        <a:pt x="111221" y="32119"/>
                      </a:cubicBezTo>
                      <a:cubicBezTo>
                        <a:pt x="129446" y="56698"/>
                        <a:pt x="159208" y="106692"/>
                        <a:pt x="152854" y="166217"/>
                      </a:cubicBezTo>
                      <a:cubicBezTo>
                        <a:pt x="152854" y="166551"/>
                        <a:pt x="152854" y="166719"/>
                        <a:pt x="152687" y="167053"/>
                      </a:cubicBezTo>
                      <a:cubicBezTo>
                        <a:pt x="145665" y="208520"/>
                        <a:pt x="118410" y="241793"/>
                        <a:pt x="117240" y="243131"/>
                      </a:cubicBezTo>
                      <a:cubicBezTo>
                        <a:pt x="114732" y="246141"/>
                        <a:pt x="111053" y="247980"/>
                        <a:pt x="107040" y="247980"/>
                      </a:cubicBezTo>
                      <a:close/>
                      <a:moveTo>
                        <a:pt x="53368" y="221227"/>
                      </a:moveTo>
                      <a:lnTo>
                        <a:pt x="100352" y="221227"/>
                      </a:lnTo>
                      <a:cubicBezTo>
                        <a:pt x="107208" y="211697"/>
                        <a:pt x="121754" y="188790"/>
                        <a:pt x="126269" y="163040"/>
                      </a:cubicBezTo>
                      <a:cubicBezTo>
                        <a:pt x="131452" y="112879"/>
                        <a:pt x="105703" y="69573"/>
                        <a:pt x="89818" y="48170"/>
                      </a:cubicBezTo>
                      <a:cubicBezTo>
                        <a:pt x="85638" y="42653"/>
                        <a:pt x="80622" y="36633"/>
                        <a:pt x="76776" y="31952"/>
                      </a:cubicBezTo>
                      <a:cubicBezTo>
                        <a:pt x="73098" y="36299"/>
                        <a:pt x="68583" y="42318"/>
                        <a:pt x="64403" y="48003"/>
                      </a:cubicBezTo>
                      <a:cubicBezTo>
                        <a:pt x="45676" y="73084"/>
                        <a:pt x="21933" y="128261"/>
                        <a:pt x="27618" y="162706"/>
                      </a:cubicBezTo>
                      <a:cubicBezTo>
                        <a:pt x="31966" y="189626"/>
                        <a:pt x="46512" y="212031"/>
                        <a:pt x="53368" y="221227"/>
                      </a:cubicBezTo>
                      <a:close/>
                      <a:moveTo>
                        <a:pt x="139478" y="164712"/>
                      </a:moveTo>
                      <a:lnTo>
                        <a:pt x="139478" y="164712"/>
                      </a:lnTo>
                      <a:lnTo>
                        <a:pt x="139478" y="164712"/>
                      </a:lnTo>
                      <a:close/>
                      <a:moveTo>
                        <a:pt x="83130" y="24929"/>
                      </a:moveTo>
                      <a:lnTo>
                        <a:pt x="83130" y="24929"/>
                      </a:ln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95" name="Freeform 146">
                  <a:extLst>
                    <a:ext uri="{FF2B5EF4-FFF2-40B4-BE49-F238E27FC236}">
                      <a16:creationId xmlns:a16="http://schemas.microsoft.com/office/drawing/2014/main" id="{F537148F-F161-48BD-1660-CAD5789299EF}"/>
                    </a:ext>
                  </a:extLst>
                </p:cNvPr>
                <p:cNvSpPr/>
                <p:nvPr/>
              </p:nvSpPr>
              <p:spPr>
                <a:xfrm>
                  <a:off x="10038985" y="2195628"/>
                  <a:ext cx="26752" cy="123731"/>
                </a:xfrm>
                <a:custGeom>
                  <a:avLst/>
                  <a:gdLst>
                    <a:gd name="connsiteX0" fmla="*/ 13376 w 26752"/>
                    <a:gd name="connsiteY0" fmla="*/ 123731 h 123731"/>
                    <a:gd name="connsiteX1" fmla="*/ 0 w 26752"/>
                    <a:gd name="connsiteY1" fmla="*/ 110355 h 123731"/>
                    <a:gd name="connsiteX2" fmla="*/ 0 w 26752"/>
                    <a:gd name="connsiteY2" fmla="*/ 13376 h 123731"/>
                    <a:gd name="connsiteX3" fmla="*/ 13376 w 26752"/>
                    <a:gd name="connsiteY3" fmla="*/ 0 h 123731"/>
                    <a:gd name="connsiteX4" fmla="*/ 26753 w 26752"/>
                    <a:gd name="connsiteY4" fmla="*/ 13376 h 123731"/>
                    <a:gd name="connsiteX5" fmla="*/ 26753 w 26752"/>
                    <a:gd name="connsiteY5" fmla="*/ 110355 h 123731"/>
                    <a:gd name="connsiteX6" fmla="*/ 13376 w 26752"/>
                    <a:gd name="connsiteY6" fmla="*/ 123731 h 12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52" h="123731">
                      <a:moveTo>
                        <a:pt x="13376" y="123731"/>
                      </a:moveTo>
                      <a:cubicBezTo>
                        <a:pt x="6019" y="123731"/>
                        <a:pt x="0" y="117712"/>
                        <a:pt x="0" y="110355"/>
                      </a:cubicBezTo>
                      <a:lnTo>
                        <a:pt x="0" y="13376"/>
                      </a:lnTo>
                      <a:cubicBezTo>
                        <a:pt x="0" y="6019"/>
                        <a:pt x="6019" y="0"/>
                        <a:pt x="13376" y="0"/>
                      </a:cubicBezTo>
                      <a:cubicBezTo>
                        <a:pt x="20733" y="0"/>
                        <a:pt x="26753" y="6019"/>
                        <a:pt x="26753" y="13376"/>
                      </a:cubicBezTo>
                      <a:lnTo>
                        <a:pt x="26753" y="110355"/>
                      </a:lnTo>
                      <a:cubicBezTo>
                        <a:pt x="26753" y="117712"/>
                        <a:pt x="20733" y="123731"/>
                        <a:pt x="13376" y="123731"/>
                      </a:cubicBez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96" name="Freeform 147">
                  <a:extLst>
                    <a:ext uri="{FF2B5EF4-FFF2-40B4-BE49-F238E27FC236}">
                      <a16:creationId xmlns:a16="http://schemas.microsoft.com/office/drawing/2014/main" id="{99B30235-10CC-B492-59C0-5FFF15086941}"/>
                    </a:ext>
                  </a:extLst>
                </p:cNvPr>
                <p:cNvSpPr/>
                <p:nvPr/>
              </p:nvSpPr>
              <p:spPr>
                <a:xfrm>
                  <a:off x="10019590" y="2116540"/>
                  <a:ext cx="68386" cy="68386"/>
                </a:xfrm>
                <a:custGeom>
                  <a:avLst/>
                  <a:gdLst>
                    <a:gd name="connsiteX0" fmla="*/ 34277 w 68386"/>
                    <a:gd name="connsiteY0" fmla="*/ 68387 h 68386"/>
                    <a:gd name="connsiteX1" fmla="*/ 0 w 68386"/>
                    <a:gd name="connsiteY1" fmla="*/ 34277 h 68386"/>
                    <a:gd name="connsiteX2" fmla="*/ 34110 w 68386"/>
                    <a:gd name="connsiteY2" fmla="*/ 0 h 68386"/>
                    <a:gd name="connsiteX3" fmla="*/ 68387 w 68386"/>
                    <a:gd name="connsiteY3" fmla="*/ 34110 h 68386"/>
                    <a:gd name="connsiteX4" fmla="*/ 68387 w 68386"/>
                    <a:gd name="connsiteY4" fmla="*/ 34110 h 68386"/>
                    <a:gd name="connsiteX5" fmla="*/ 34277 w 68386"/>
                    <a:gd name="connsiteY5" fmla="*/ 68387 h 68386"/>
                    <a:gd name="connsiteX6" fmla="*/ 34277 w 68386"/>
                    <a:gd name="connsiteY6" fmla="*/ 26753 h 68386"/>
                    <a:gd name="connsiteX7" fmla="*/ 26753 w 68386"/>
                    <a:gd name="connsiteY7" fmla="*/ 34110 h 68386"/>
                    <a:gd name="connsiteX8" fmla="*/ 34110 w 68386"/>
                    <a:gd name="connsiteY8" fmla="*/ 41634 h 68386"/>
                    <a:gd name="connsiteX9" fmla="*/ 41634 w 68386"/>
                    <a:gd name="connsiteY9" fmla="*/ 34277 h 68386"/>
                    <a:gd name="connsiteX10" fmla="*/ 41634 w 68386"/>
                    <a:gd name="connsiteY10" fmla="*/ 34277 h 68386"/>
                    <a:gd name="connsiteX11" fmla="*/ 34277 w 68386"/>
                    <a:gd name="connsiteY11" fmla="*/ 26753 h 6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386" h="68386">
                      <a:moveTo>
                        <a:pt x="34277" y="68387"/>
                      </a:moveTo>
                      <a:cubicBezTo>
                        <a:pt x="15383" y="68387"/>
                        <a:pt x="0" y="53004"/>
                        <a:pt x="0" y="34277"/>
                      </a:cubicBezTo>
                      <a:cubicBezTo>
                        <a:pt x="0" y="15550"/>
                        <a:pt x="15383" y="0"/>
                        <a:pt x="34110" y="0"/>
                      </a:cubicBezTo>
                      <a:cubicBezTo>
                        <a:pt x="52837" y="0"/>
                        <a:pt x="68387" y="15216"/>
                        <a:pt x="68387" y="34110"/>
                      </a:cubicBezTo>
                      <a:cubicBezTo>
                        <a:pt x="68387" y="34110"/>
                        <a:pt x="68387" y="34110"/>
                        <a:pt x="68387" y="34110"/>
                      </a:cubicBezTo>
                      <a:cubicBezTo>
                        <a:pt x="68387" y="53004"/>
                        <a:pt x="53004" y="68387"/>
                        <a:pt x="34277" y="68387"/>
                      </a:cubicBezTo>
                      <a:close/>
                      <a:moveTo>
                        <a:pt x="34277" y="26753"/>
                      </a:moveTo>
                      <a:cubicBezTo>
                        <a:pt x="30097" y="26753"/>
                        <a:pt x="26753" y="30097"/>
                        <a:pt x="26753" y="34110"/>
                      </a:cubicBezTo>
                      <a:cubicBezTo>
                        <a:pt x="26753" y="38290"/>
                        <a:pt x="30097" y="41634"/>
                        <a:pt x="34110" y="41634"/>
                      </a:cubicBezTo>
                      <a:cubicBezTo>
                        <a:pt x="38290" y="41634"/>
                        <a:pt x="41634" y="38290"/>
                        <a:pt x="41634" y="34277"/>
                      </a:cubicBezTo>
                      <a:cubicBezTo>
                        <a:pt x="41634" y="34277"/>
                        <a:pt x="41634" y="34277"/>
                        <a:pt x="41634" y="34277"/>
                      </a:cubicBezTo>
                      <a:cubicBezTo>
                        <a:pt x="41634" y="30097"/>
                        <a:pt x="38290" y="26753"/>
                        <a:pt x="34277" y="26753"/>
                      </a:cubicBez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grpSp>
        </p:grpSp>
        <p:grpSp>
          <p:nvGrpSpPr>
            <p:cNvPr id="48" name="Group 47">
              <a:extLst>
                <a:ext uri="{FF2B5EF4-FFF2-40B4-BE49-F238E27FC236}">
                  <a16:creationId xmlns:a16="http://schemas.microsoft.com/office/drawing/2014/main" id="{319180D6-A339-9F99-C722-648BF8BDF3D2}"/>
                </a:ext>
              </a:extLst>
            </p:cNvPr>
            <p:cNvGrpSpPr/>
            <p:nvPr/>
          </p:nvGrpSpPr>
          <p:grpSpPr>
            <a:xfrm>
              <a:off x="11473610" y="1490179"/>
              <a:ext cx="471791" cy="471791"/>
              <a:chOff x="11473610" y="1942177"/>
              <a:chExt cx="471791" cy="471791"/>
            </a:xfrm>
          </p:grpSpPr>
          <p:sp>
            <p:nvSpPr>
              <p:cNvPr id="74" name="Oval 73">
                <a:extLst>
                  <a:ext uri="{FF2B5EF4-FFF2-40B4-BE49-F238E27FC236}">
                    <a16:creationId xmlns:a16="http://schemas.microsoft.com/office/drawing/2014/main" id="{383E19E8-D3B5-7FFC-CBE8-1FDBAF6A17F0}"/>
                  </a:ext>
                </a:extLst>
              </p:cNvPr>
              <p:cNvSpPr/>
              <p:nvPr/>
            </p:nvSpPr>
            <p:spPr>
              <a:xfrm>
                <a:off x="11473610"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FFFFFF"/>
                  </a:solidFill>
                  <a:effectLst/>
                  <a:uLnTx/>
                  <a:uFillTx/>
                  <a:latin typeface="Century Gothic" panose="020F0302020204030204"/>
                  <a:ea typeface="+mn-ea"/>
                  <a:cs typeface="+mn-cs"/>
                </a:endParaRPr>
              </a:p>
            </p:txBody>
          </p:sp>
          <p:grpSp>
            <p:nvGrpSpPr>
              <p:cNvPr id="75" name="Group 74">
                <a:extLst>
                  <a:ext uri="{FF2B5EF4-FFF2-40B4-BE49-F238E27FC236}">
                    <a16:creationId xmlns:a16="http://schemas.microsoft.com/office/drawing/2014/main" id="{76AC7A87-AA81-7D3B-847A-9BCDEE1FA3FA}"/>
                  </a:ext>
                </a:extLst>
              </p:cNvPr>
              <p:cNvGrpSpPr/>
              <p:nvPr/>
            </p:nvGrpSpPr>
            <p:grpSpPr>
              <a:xfrm>
                <a:off x="11570793" y="2043116"/>
                <a:ext cx="277520" cy="269933"/>
                <a:chOff x="11570793" y="2043116"/>
                <a:chExt cx="277520" cy="269933"/>
              </a:xfrm>
            </p:grpSpPr>
            <p:sp>
              <p:nvSpPr>
                <p:cNvPr id="76" name="Freeform 127">
                  <a:extLst>
                    <a:ext uri="{FF2B5EF4-FFF2-40B4-BE49-F238E27FC236}">
                      <a16:creationId xmlns:a16="http://schemas.microsoft.com/office/drawing/2014/main" id="{CA4DC5E6-609D-DD13-D29A-29BCF623EA73}"/>
                    </a:ext>
                  </a:extLst>
                </p:cNvPr>
                <p:cNvSpPr/>
                <p:nvPr/>
              </p:nvSpPr>
              <p:spPr>
                <a:xfrm>
                  <a:off x="11570793" y="2043116"/>
                  <a:ext cx="179741" cy="226257"/>
                </a:xfrm>
                <a:custGeom>
                  <a:avLst/>
                  <a:gdLst>
                    <a:gd name="connsiteX0" fmla="*/ 41995 w 179741"/>
                    <a:gd name="connsiteY0" fmla="*/ 226257 h 226257"/>
                    <a:gd name="connsiteX1" fmla="*/ 31425 w 179741"/>
                    <a:gd name="connsiteY1" fmla="*/ 221343 h 226257"/>
                    <a:gd name="connsiteX2" fmla="*/ 48307 w 179741"/>
                    <a:gd name="connsiteY2" fmla="*/ 31424 h 226257"/>
                    <a:gd name="connsiteX3" fmla="*/ 168886 w 179741"/>
                    <a:gd name="connsiteY3" fmla="*/ 4375 h 226257"/>
                    <a:gd name="connsiteX4" fmla="*/ 179422 w 179741"/>
                    <a:gd name="connsiteY4" fmla="*/ 20793 h 226257"/>
                    <a:gd name="connsiteX5" fmla="*/ 163005 w 179741"/>
                    <a:gd name="connsiteY5" fmla="*/ 31329 h 226257"/>
                    <a:gd name="connsiteX6" fmla="*/ 161989 w 179741"/>
                    <a:gd name="connsiteY6" fmla="*/ 31067 h 226257"/>
                    <a:gd name="connsiteX7" fmla="*/ 31017 w 179741"/>
                    <a:gd name="connsiteY7" fmla="*/ 107371 h 226257"/>
                    <a:gd name="connsiteX8" fmla="*/ 52548 w 179741"/>
                    <a:gd name="connsiteY8" fmla="*/ 203600 h 226257"/>
                    <a:gd name="connsiteX9" fmla="*/ 50841 w 179741"/>
                    <a:gd name="connsiteY9" fmla="*/ 223033 h 226257"/>
                    <a:gd name="connsiteX10" fmla="*/ 41995 w 179741"/>
                    <a:gd name="connsiteY10" fmla="*/ 226257 h 22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41" h="226257">
                      <a:moveTo>
                        <a:pt x="41995" y="226257"/>
                      </a:moveTo>
                      <a:cubicBezTo>
                        <a:pt x="37919" y="226261"/>
                        <a:pt x="34050" y="224462"/>
                        <a:pt x="31425" y="221343"/>
                      </a:cubicBezTo>
                      <a:cubicBezTo>
                        <a:pt x="-16358" y="164236"/>
                        <a:pt x="-8799" y="79207"/>
                        <a:pt x="48307" y="31424"/>
                      </a:cubicBezTo>
                      <a:cubicBezTo>
                        <a:pt x="81759" y="3434"/>
                        <a:pt x="126684" y="-6644"/>
                        <a:pt x="168886" y="4375"/>
                      </a:cubicBezTo>
                      <a:cubicBezTo>
                        <a:pt x="176330" y="5999"/>
                        <a:pt x="181046" y="13350"/>
                        <a:pt x="179422" y="20793"/>
                      </a:cubicBezTo>
                      <a:cubicBezTo>
                        <a:pt x="177798" y="28236"/>
                        <a:pt x="170447" y="32954"/>
                        <a:pt x="163005" y="31329"/>
                      </a:cubicBezTo>
                      <a:cubicBezTo>
                        <a:pt x="162663" y="31255"/>
                        <a:pt x="162324" y="31167"/>
                        <a:pt x="161989" y="31067"/>
                      </a:cubicBezTo>
                      <a:cubicBezTo>
                        <a:pt x="104751" y="15971"/>
                        <a:pt x="46113" y="50133"/>
                        <a:pt x="31017" y="107371"/>
                      </a:cubicBezTo>
                      <a:cubicBezTo>
                        <a:pt x="22136" y="141041"/>
                        <a:pt x="30166" y="176925"/>
                        <a:pt x="52548" y="203600"/>
                      </a:cubicBezTo>
                      <a:cubicBezTo>
                        <a:pt x="57443" y="209439"/>
                        <a:pt x="56678" y="218140"/>
                        <a:pt x="50841" y="223033"/>
                      </a:cubicBezTo>
                      <a:cubicBezTo>
                        <a:pt x="48361" y="225113"/>
                        <a:pt x="45231" y="226254"/>
                        <a:pt x="41995" y="226257"/>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77" name="Freeform 128">
                  <a:extLst>
                    <a:ext uri="{FF2B5EF4-FFF2-40B4-BE49-F238E27FC236}">
                      <a16:creationId xmlns:a16="http://schemas.microsoft.com/office/drawing/2014/main" id="{B120E16D-7D1C-16EF-15EA-A22E54AF9201}"/>
                    </a:ext>
                  </a:extLst>
                </p:cNvPr>
                <p:cNvSpPr/>
                <p:nvPr/>
              </p:nvSpPr>
              <p:spPr>
                <a:xfrm>
                  <a:off x="11594873" y="2243457"/>
                  <a:ext cx="54073" cy="54073"/>
                </a:xfrm>
                <a:custGeom>
                  <a:avLst/>
                  <a:gdLst>
                    <a:gd name="connsiteX0" fmla="*/ 27054 w 54073"/>
                    <a:gd name="connsiteY0" fmla="*/ 54074 h 54073"/>
                    <a:gd name="connsiteX1" fmla="*/ 0 w 54073"/>
                    <a:gd name="connsiteY1" fmla="*/ 27054 h 54073"/>
                    <a:gd name="connsiteX2" fmla="*/ 27020 w 54073"/>
                    <a:gd name="connsiteY2" fmla="*/ 0 h 54073"/>
                    <a:gd name="connsiteX3" fmla="*/ 54074 w 54073"/>
                    <a:gd name="connsiteY3" fmla="*/ 27020 h 54073"/>
                    <a:gd name="connsiteX4" fmla="*/ 54074 w 54073"/>
                    <a:gd name="connsiteY4" fmla="*/ 27037 h 54073"/>
                    <a:gd name="connsiteX5" fmla="*/ 27054 w 54073"/>
                    <a:gd name="connsiteY5" fmla="*/ 54074 h 54073"/>
                    <a:gd name="connsiteX6" fmla="*/ 27054 w 54073"/>
                    <a:gd name="connsiteY6" fmla="*/ 26485 h 54073"/>
                    <a:gd name="connsiteX7" fmla="*/ 26486 w 54073"/>
                    <a:gd name="connsiteY7" fmla="*/ 27020 h 54073"/>
                    <a:gd name="connsiteX8" fmla="*/ 26485 w 54073"/>
                    <a:gd name="connsiteY8" fmla="*/ 27037 h 54073"/>
                    <a:gd name="connsiteX9" fmla="*/ 26947 w 54073"/>
                    <a:gd name="connsiteY9" fmla="*/ 27696 h 54073"/>
                    <a:gd name="connsiteX10" fmla="*/ 27606 w 54073"/>
                    <a:gd name="connsiteY10" fmla="*/ 27234 h 54073"/>
                    <a:gd name="connsiteX11" fmla="*/ 27606 w 54073"/>
                    <a:gd name="connsiteY11" fmla="*/ 27037 h 54073"/>
                    <a:gd name="connsiteX12" fmla="*/ 27054 w 54073"/>
                    <a:gd name="connsiteY12"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073" h="54073">
                      <a:moveTo>
                        <a:pt x="27054" y="54074"/>
                      </a:moveTo>
                      <a:cubicBezTo>
                        <a:pt x="12122" y="54084"/>
                        <a:pt x="9" y="41987"/>
                        <a:pt x="0" y="27054"/>
                      </a:cubicBezTo>
                      <a:cubicBezTo>
                        <a:pt x="-9" y="12122"/>
                        <a:pt x="12088" y="10"/>
                        <a:pt x="27020" y="0"/>
                      </a:cubicBezTo>
                      <a:cubicBezTo>
                        <a:pt x="41952" y="-10"/>
                        <a:pt x="54064" y="12087"/>
                        <a:pt x="54074" y="27020"/>
                      </a:cubicBezTo>
                      <a:cubicBezTo>
                        <a:pt x="54074" y="27025"/>
                        <a:pt x="54074" y="27032"/>
                        <a:pt x="54074" y="27037"/>
                      </a:cubicBezTo>
                      <a:cubicBezTo>
                        <a:pt x="54064" y="41959"/>
                        <a:pt x="41976" y="54055"/>
                        <a:pt x="27054" y="54074"/>
                      </a:cubicBezTo>
                      <a:close/>
                      <a:moveTo>
                        <a:pt x="27054" y="26485"/>
                      </a:moveTo>
                      <a:cubicBezTo>
                        <a:pt x="26750" y="26475"/>
                        <a:pt x="26495" y="26715"/>
                        <a:pt x="26486" y="27020"/>
                      </a:cubicBezTo>
                      <a:cubicBezTo>
                        <a:pt x="26485" y="27025"/>
                        <a:pt x="26485" y="27032"/>
                        <a:pt x="26485" y="27037"/>
                      </a:cubicBezTo>
                      <a:cubicBezTo>
                        <a:pt x="26431" y="27346"/>
                        <a:pt x="26637" y="27642"/>
                        <a:pt x="26947" y="27696"/>
                      </a:cubicBezTo>
                      <a:cubicBezTo>
                        <a:pt x="27256" y="27751"/>
                        <a:pt x="27552" y="27544"/>
                        <a:pt x="27606" y="27234"/>
                      </a:cubicBezTo>
                      <a:cubicBezTo>
                        <a:pt x="27618" y="27170"/>
                        <a:pt x="27618" y="27103"/>
                        <a:pt x="27606" y="27037"/>
                      </a:cubicBezTo>
                      <a:cubicBezTo>
                        <a:pt x="27606" y="26732"/>
                        <a:pt x="27359" y="26485"/>
                        <a:pt x="27054"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78" name="Freeform 129">
                  <a:extLst>
                    <a:ext uri="{FF2B5EF4-FFF2-40B4-BE49-F238E27FC236}">
                      <a16:creationId xmlns:a16="http://schemas.microsoft.com/office/drawing/2014/main" id="{E9DA202A-1CDD-AEA6-0766-BE09F5CFEE04}"/>
                    </a:ext>
                  </a:extLst>
                </p:cNvPr>
                <p:cNvSpPr/>
                <p:nvPr/>
              </p:nvSpPr>
              <p:spPr>
                <a:xfrm>
                  <a:off x="11669487" y="2086914"/>
                  <a:ext cx="178826" cy="226135"/>
                </a:xfrm>
                <a:custGeom>
                  <a:avLst/>
                  <a:gdLst>
                    <a:gd name="connsiteX0" fmla="*/ 44069 w 178826"/>
                    <a:gd name="connsiteY0" fmla="*/ 226136 h 226135"/>
                    <a:gd name="connsiteX1" fmla="*/ 9842 w 178826"/>
                    <a:gd name="connsiteY1" fmla="*/ 221739 h 226135"/>
                    <a:gd name="connsiteX2" fmla="*/ 583 w 178826"/>
                    <a:gd name="connsiteY2" fmla="*/ 204568 h 226135"/>
                    <a:gd name="connsiteX3" fmla="*/ 16739 w 178826"/>
                    <a:gd name="connsiteY3" fmla="*/ 195047 h 226135"/>
                    <a:gd name="connsiteX4" fmla="*/ 147712 w 178826"/>
                    <a:gd name="connsiteY4" fmla="*/ 118743 h 226135"/>
                    <a:gd name="connsiteX5" fmla="*/ 126180 w 178826"/>
                    <a:gd name="connsiteY5" fmla="*/ 22514 h 226135"/>
                    <a:gd name="connsiteX6" fmla="*/ 128151 w 178826"/>
                    <a:gd name="connsiteY6" fmla="*/ 3105 h 226135"/>
                    <a:gd name="connsiteX7" fmla="*/ 147303 w 178826"/>
                    <a:gd name="connsiteY7" fmla="*/ 4771 h 226135"/>
                    <a:gd name="connsiteX8" fmla="*/ 130681 w 178826"/>
                    <a:gd name="connsiteY8" fmla="*/ 194616 h 226135"/>
                    <a:gd name="connsiteX9" fmla="*/ 44069 w 178826"/>
                    <a:gd name="connsiteY9" fmla="*/ 226136 h 22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8826" h="226135">
                      <a:moveTo>
                        <a:pt x="44069" y="226136"/>
                      </a:moveTo>
                      <a:cubicBezTo>
                        <a:pt x="32519" y="226134"/>
                        <a:pt x="21017" y="224656"/>
                        <a:pt x="9842" y="221739"/>
                      </a:cubicBezTo>
                      <a:cubicBezTo>
                        <a:pt x="2543" y="219554"/>
                        <a:pt x="-1602" y="211866"/>
                        <a:pt x="583" y="204568"/>
                      </a:cubicBezTo>
                      <a:cubicBezTo>
                        <a:pt x="2651" y="197659"/>
                        <a:pt x="9693" y="193509"/>
                        <a:pt x="16739" y="195047"/>
                      </a:cubicBezTo>
                      <a:cubicBezTo>
                        <a:pt x="73977" y="210143"/>
                        <a:pt x="132615" y="175981"/>
                        <a:pt x="147712" y="118743"/>
                      </a:cubicBezTo>
                      <a:cubicBezTo>
                        <a:pt x="156592" y="85073"/>
                        <a:pt x="148563" y="49188"/>
                        <a:pt x="126180" y="22514"/>
                      </a:cubicBezTo>
                      <a:cubicBezTo>
                        <a:pt x="121364" y="16610"/>
                        <a:pt x="122247" y="7921"/>
                        <a:pt x="128151" y="3105"/>
                      </a:cubicBezTo>
                      <a:cubicBezTo>
                        <a:pt x="133934" y="-1612"/>
                        <a:pt x="142421" y="-874"/>
                        <a:pt x="147303" y="4771"/>
                      </a:cubicBezTo>
                      <a:cubicBezTo>
                        <a:pt x="195137" y="61785"/>
                        <a:pt x="187695" y="146780"/>
                        <a:pt x="130681" y="194616"/>
                      </a:cubicBezTo>
                      <a:cubicBezTo>
                        <a:pt x="106413" y="214976"/>
                        <a:pt x="75748" y="226136"/>
                        <a:pt x="44069" y="226136"/>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79" name="Freeform 130">
                  <a:extLst>
                    <a:ext uri="{FF2B5EF4-FFF2-40B4-BE49-F238E27FC236}">
                      <a16:creationId xmlns:a16="http://schemas.microsoft.com/office/drawing/2014/main" id="{ADBC9B46-09DE-BBE4-EC9D-F5CDCFC09B00}"/>
                    </a:ext>
                  </a:extLst>
                </p:cNvPr>
                <p:cNvSpPr/>
                <p:nvPr/>
              </p:nvSpPr>
              <p:spPr>
                <a:xfrm>
                  <a:off x="11770096" y="2058595"/>
                  <a:ext cx="54074" cy="54073"/>
                </a:xfrm>
                <a:custGeom>
                  <a:avLst/>
                  <a:gdLst>
                    <a:gd name="connsiteX0" fmla="*/ 26985 w 54074"/>
                    <a:gd name="connsiteY0" fmla="*/ 54074 h 54073"/>
                    <a:gd name="connsiteX1" fmla="*/ 0 w 54074"/>
                    <a:gd name="connsiteY1" fmla="*/ 26985 h 54073"/>
                    <a:gd name="connsiteX2" fmla="*/ 27089 w 54074"/>
                    <a:gd name="connsiteY2" fmla="*/ 0 h 54073"/>
                    <a:gd name="connsiteX3" fmla="*/ 54074 w 54074"/>
                    <a:gd name="connsiteY3" fmla="*/ 27054 h 54073"/>
                    <a:gd name="connsiteX4" fmla="*/ 26985 w 54074"/>
                    <a:gd name="connsiteY4" fmla="*/ 54074 h 54073"/>
                    <a:gd name="connsiteX5" fmla="*/ 26985 w 54074"/>
                    <a:gd name="connsiteY5" fmla="*/ 26485 h 54073"/>
                    <a:gd name="connsiteX6" fmla="*/ 26434 w 54074"/>
                    <a:gd name="connsiteY6" fmla="*/ 27054 h 54073"/>
                    <a:gd name="connsiteX7" fmla="*/ 27092 w 54074"/>
                    <a:gd name="connsiteY7" fmla="*/ 27516 h 54073"/>
                    <a:gd name="connsiteX8" fmla="*/ 27554 w 54074"/>
                    <a:gd name="connsiteY8" fmla="*/ 27054 h 54073"/>
                    <a:gd name="connsiteX9" fmla="*/ 26985 w 54074"/>
                    <a:gd name="connsiteY9"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74" h="54073">
                      <a:moveTo>
                        <a:pt x="26985" y="54074"/>
                      </a:moveTo>
                      <a:cubicBezTo>
                        <a:pt x="12053" y="54045"/>
                        <a:pt x="-29" y="41917"/>
                        <a:pt x="0" y="26985"/>
                      </a:cubicBezTo>
                      <a:cubicBezTo>
                        <a:pt x="29" y="12053"/>
                        <a:pt x="12156" y="-29"/>
                        <a:pt x="27089" y="0"/>
                      </a:cubicBezTo>
                      <a:cubicBezTo>
                        <a:pt x="42007" y="29"/>
                        <a:pt x="54083" y="12135"/>
                        <a:pt x="54074" y="27054"/>
                      </a:cubicBezTo>
                      <a:cubicBezTo>
                        <a:pt x="54055" y="41996"/>
                        <a:pt x="41926" y="54093"/>
                        <a:pt x="26985" y="54074"/>
                      </a:cubicBezTo>
                      <a:close/>
                      <a:moveTo>
                        <a:pt x="26985" y="26485"/>
                      </a:moveTo>
                      <a:cubicBezTo>
                        <a:pt x="26678" y="26494"/>
                        <a:pt x="26434" y="26746"/>
                        <a:pt x="26434" y="27054"/>
                      </a:cubicBezTo>
                      <a:cubicBezTo>
                        <a:pt x="26489" y="27364"/>
                        <a:pt x="26784" y="27570"/>
                        <a:pt x="27092" y="27516"/>
                      </a:cubicBezTo>
                      <a:cubicBezTo>
                        <a:pt x="27328" y="27474"/>
                        <a:pt x="27513" y="27290"/>
                        <a:pt x="27554" y="27054"/>
                      </a:cubicBezTo>
                      <a:cubicBezTo>
                        <a:pt x="27554" y="26740"/>
                        <a:pt x="27299" y="26485"/>
                        <a:pt x="26985"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grpSp>
              <p:nvGrpSpPr>
                <p:cNvPr id="80" name="Graphic 336">
                  <a:extLst>
                    <a:ext uri="{FF2B5EF4-FFF2-40B4-BE49-F238E27FC236}">
                      <a16:creationId xmlns:a16="http://schemas.microsoft.com/office/drawing/2014/main" id="{267A5B5F-C839-B7C7-F693-B60D30B97684}"/>
                    </a:ext>
                  </a:extLst>
                </p:cNvPr>
                <p:cNvGrpSpPr/>
                <p:nvPr/>
              </p:nvGrpSpPr>
              <p:grpSpPr>
                <a:xfrm>
                  <a:off x="11642426" y="2109389"/>
                  <a:ext cx="134189" cy="138120"/>
                  <a:chOff x="11642426" y="2109389"/>
                  <a:chExt cx="134189" cy="138120"/>
                </a:xfrm>
                <a:solidFill>
                  <a:srgbClr val="EF463C"/>
                </a:solidFill>
              </p:grpSpPr>
              <p:sp>
                <p:nvSpPr>
                  <p:cNvPr id="81" name="Freeform 132">
                    <a:extLst>
                      <a:ext uri="{FF2B5EF4-FFF2-40B4-BE49-F238E27FC236}">
                        <a16:creationId xmlns:a16="http://schemas.microsoft.com/office/drawing/2014/main" id="{DC940441-E2CE-1CFB-7D02-6487FD90916C}"/>
                      </a:ext>
                    </a:extLst>
                  </p:cNvPr>
                  <p:cNvSpPr/>
                  <p:nvPr/>
                </p:nvSpPr>
                <p:spPr>
                  <a:xfrm>
                    <a:off x="11681787" y="2109389"/>
                    <a:ext cx="34081" cy="51112"/>
                  </a:xfrm>
                  <a:custGeom>
                    <a:avLst/>
                    <a:gdLst>
                      <a:gd name="connsiteX0" fmla="*/ 20338 w 34081"/>
                      <a:gd name="connsiteY0" fmla="*/ 51112 h 51112"/>
                      <a:gd name="connsiteX1" fmla="*/ 7060 w 34081"/>
                      <a:gd name="connsiteY1" fmla="*/ 41008 h 51112"/>
                      <a:gd name="connsiteX2" fmla="*/ 318 w 34081"/>
                      <a:gd name="connsiteY2" fmla="*/ 16730 h 51112"/>
                      <a:gd name="connsiteX3" fmla="*/ 10864 w 34081"/>
                      <a:gd name="connsiteY3" fmla="*/ 317 h 51112"/>
                      <a:gd name="connsiteX4" fmla="*/ 26855 w 34081"/>
                      <a:gd name="connsiteY4" fmla="*/ 9350 h 51112"/>
                      <a:gd name="connsiteX5" fmla="*/ 33580 w 34081"/>
                      <a:gd name="connsiteY5" fmla="*/ 33628 h 51112"/>
                      <a:gd name="connsiteX6" fmla="*/ 24028 w 34081"/>
                      <a:gd name="connsiteY6" fmla="*/ 50578 h 51112"/>
                      <a:gd name="connsiteX7" fmla="*/ 20338 w 34081"/>
                      <a:gd name="connsiteY7" fmla="*/ 51112 h 51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081" h="51112">
                        <a:moveTo>
                          <a:pt x="20338" y="51112"/>
                        </a:moveTo>
                        <a:cubicBezTo>
                          <a:pt x="14146" y="51106"/>
                          <a:pt x="8717" y="46974"/>
                          <a:pt x="7060" y="41008"/>
                        </a:cubicBezTo>
                        <a:lnTo>
                          <a:pt x="318" y="16730"/>
                        </a:lnTo>
                        <a:cubicBezTo>
                          <a:pt x="-1302" y="9286"/>
                          <a:pt x="3420" y="1938"/>
                          <a:pt x="10864" y="317"/>
                        </a:cubicBezTo>
                        <a:cubicBezTo>
                          <a:pt x="17715" y="-1174"/>
                          <a:pt x="24595" y="2712"/>
                          <a:pt x="26855" y="9350"/>
                        </a:cubicBezTo>
                        <a:lnTo>
                          <a:pt x="33580" y="33628"/>
                        </a:lnTo>
                        <a:cubicBezTo>
                          <a:pt x="35601" y="40944"/>
                          <a:pt x="31332" y="48518"/>
                          <a:pt x="24028" y="50578"/>
                        </a:cubicBezTo>
                        <a:cubicBezTo>
                          <a:pt x="22826" y="50916"/>
                          <a:pt x="21586" y="51096"/>
                          <a:pt x="20338" y="51112"/>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82" name="Freeform 133">
                    <a:extLst>
                      <a:ext uri="{FF2B5EF4-FFF2-40B4-BE49-F238E27FC236}">
                        <a16:creationId xmlns:a16="http://schemas.microsoft.com/office/drawing/2014/main" id="{E0CF436B-DADF-BAA4-7CDC-0E79C98AEB3C}"/>
                      </a:ext>
                    </a:extLst>
                  </p:cNvPr>
                  <p:cNvSpPr/>
                  <p:nvPr/>
                </p:nvSpPr>
                <p:spPr>
                  <a:xfrm>
                    <a:off x="11712355" y="2115152"/>
                    <a:ext cx="40560" cy="48969"/>
                  </a:xfrm>
                  <a:custGeom>
                    <a:avLst/>
                    <a:gdLst>
                      <a:gd name="connsiteX0" fmla="*/ 13789 w 40560"/>
                      <a:gd name="connsiteY0" fmla="*/ 48970 h 48969"/>
                      <a:gd name="connsiteX1" fmla="*/ 0 w 40560"/>
                      <a:gd name="connsiteY1" fmla="*/ 35170 h 48969"/>
                      <a:gd name="connsiteX2" fmla="*/ 2012 w 40560"/>
                      <a:gd name="connsiteY2" fmla="*/ 28002 h 48969"/>
                      <a:gd name="connsiteX3" fmla="*/ 15134 w 40560"/>
                      <a:gd name="connsiteY3" fmla="*/ 6379 h 48969"/>
                      <a:gd name="connsiteX4" fmla="*/ 34182 w 40560"/>
                      <a:gd name="connsiteY4" fmla="*/ 2165 h 48969"/>
                      <a:gd name="connsiteX5" fmla="*/ 38722 w 40560"/>
                      <a:gd name="connsiteY5" fmla="*/ 20674 h 48969"/>
                      <a:gd name="connsiteX6" fmla="*/ 25600 w 40560"/>
                      <a:gd name="connsiteY6" fmla="*/ 42331 h 48969"/>
                      <a:gd name="connsiteX7" fmla="*/ 13789 w 40560"/>
                      <a:gd name="connsiteY7" fmla="*/ 48970 h 4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60" h="48969">
                        <a:moveTo>
                          <a:pt x="13789" y="48970"/>
                        </a:moveTo>
                        <a:cubicBezTo>
                          <a:pt x="6170" y="48967"/>
                          <a:pt x="-3" y="42788"/>
                          <a:pt x="0" y="35170"/>
                        </a:cubicBezTo>
                        <a:cubicBezTo>
                          <a:pt x="1" y="32641"/>
                          <a:pt x="697" y="30162"/>
                          <a:pt x="2012" y="28002"/>
                        </a:cubicBezTo>
                        <a:lnTo>
                          <a:pt x="15134" y="6379"/>
                        </a:lnTo>
                        <a:cubicBezTo>
                          <a:pt x="19231" y="-44"/>
                          <a:pt x="27757" y="-1931"/>
                          <a:pt x="34182" y="2165"/>
                        </a:cubicBezTo>
                        <a:cubicBezTo>
                          <a:pt x="40398" y="6130"/>
                          <a:pt x="42398" y="14282"/>
                          <a:pt x="38722" y="20674"/>
                        </a:cubicBezTo>
                        <a:lnTo>
                          <a:pt x="25600" y="42331"/>
                        </a:lnTo>
                        <a:cubicBezTo>
                          <a:pt x="23096" y="46458"/>
                          <a:pt x="18616" y="48976"/>
                          <a:pt x="13789" y="4897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83" name="Freeform 134">
                    <a:extLst>
                      <a:ext uri="{FF2B5EF4-FFF2-40B4-BE49-F238E27FC236}">
                        <a16:creationId xmlns:a16="http://schemas.microsoft.com/office/drawing/2014/main" id="{616C26AD-E2DA-305D-1B0D-64AF39D49B6F}"/>
                      </a:ext>
                    </a:extLst>
                  </p:cNvPr>
                  <p:cNvSpPr/>
                  <p:nvPr/>
                </p:nvSpPr>
                <p:spPr>
                  <a:xfrm>
                    <a:off x="11730312" y="2152481"/>
                    <a:ext cx="46303" cy="31384"/>
                  </a:xfrm>
                  <a:custGeom>
                    <a:avLst/>
                    <a:gdLst>
                      <a:gd name="connsiteX0" fmla="*/ 13954 w 46303"/>
                      <a:gd name="connsiteY0" fmla="*/ 31384 h 31384"/>
                      <a:gd name="connsiteX1" fmla="*/ 1 w 46303"/>
                      <a:gd name="connsiteY1" fmla="*/ 17750 h 31384"/>
                      <a:gd name="connsiteX2" fmla="*/ 11230 w 46303"/>
                      <a:gd name="connsiteY2" fmla="*/ 4037 h 31384"/>
                      <a:gd name="connsiteX3" fmla="*/ 29749 w 46303"/>
                      <a:gd name="connsiteY3" fmla="*/ 278 h 31384"/>
                      <a:gd name="connsiteX4" fmla="*/ 46026 w 46303"/>
                      <a:gd name="connsiteY4" fmla="*/ 11072 h 31384"/>
                      <a:gd name="connsiteX5" fmla="*/ 35232 w 46303"/>
                      <a:gd name="connsiteY5" fmla="*/ 27349 h 31384"/>
                      <a:gd name="connsiteX6" fmla="*/ 16713 w 46303"/>
                      <a:gd name="connsiteY6" fmla="*/ 31108 h 31384"/>
                      <a:gd name="connsiteX7" fmla="*/ 13954 w 46303"/>
                      <a:gd name="connsiteY7" fmla="*/ 31384 h 3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303" h="31384">
                        <a:moveTo>
                          <a:pt x="13954" y="31384"/>
                        </a:moveTo>
                        <a:cubicBezTo>
                          <a:pt x="6336" y="31472"/>
                          <a:pt x="89" y="25368"/>
                          <a:pt x="1" y="17750"/>
                        </a:cubicBezTo>
                        <a:cubicBezTo>
                          <a:pt x="-77" y="11061"/>
                          <a:pt x="4657" y="5280"/>
                          <a:pt x="11230" y="4037"/>
                        </a:cubicBezTo>
                        <a:lnTo>
                          <a:pt x="29749" y="278"/>
                        </a:lnTo>
                        <a:cubicBezTo>
                          <a:pt x="37224" y="-1237"/>
                          <a:pt x="44512" y="3596"/>
                          <a:pt x="46026" y="11072"/>
                        </a:cubicBezTo>
                        <a:cubicBezTo>
                          <a:pt x="47540" y="18547"/>
                          <a:pt x="42707" y="25835"/>
                          <a:pt x="35232" y="27349"/>
                        </a:cubicBezTo>
                        <a:lnTo>
                          <a:pt x="16713" y="31108"/>
                        </a:lnTo>
                        <a:cubicBezTo>
                          <a:pt x="15804" y="31292"/>
                          <a:pt x="14880" y="31385"/>
                          <a:pt x="13954" y="3138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84" name="Freeform 135">
                    <a:extLst>
                      <a:ext uri="{FF2B5EF4-FFF2-40B4-BE49-F238E27FC236}">
                        <a16:creationId xmlns:a16="http://schemas.microsoft.com/office/drawing/2014/main" id="{C53D67CE-51B8-314B-1215-FB04E025C086}"/>
                      </a:ext>
                    </a:extLst>
                  </p:cNvPr>
                  <p:cNvSpPr/>
                  <p:nvPr/>
                </p:nvSpPr>
                <p:spPr>
                  <a:xfrm>
                    <a:off x="11725062" y="2181654"/>
                    <a:ext cx="46842" cy="39214"/>
                  </a:xfrm>
                  <a:custGeom>
                    <a:avLst/>
                    <a:gdLst>
                      <a:gd name="connsiteX0" fmla="*/ 33016 w 46842"/>
                      <a:gd name="connsiteY0" fmla="*/ 39215 h 39214"/>
                      <a:gd name="connsiteX1" fmla="*/ 25895 w 46842"/>
                      <a:gd name="connsiteY1" fmla="*/ 37232 h 39214"/>
                      <a:gd name="connsiteX2" fmla="*/ 6669 w 46842"/>
                      <a:gd name="connsiteY2" fmla="*/ 25610 h 39214"/>
                      <a:gd name="connsiteX3" fmla="*/ 1987 w 46842"/>
                      <a:gd name="connsiteY3" fmla="*/ 6669 h 39214"/>
                      <a:gd name="connsiteX4" fmla="*/ 20929 w 46842"/>
                      <a:gd name="connsiteY4" fmla="*/ 1987 h 39214"/>
                      <a:gd name="connsiteX5" fmla="*/ 40172 w 46842"/>
                      <a:gd name="connsiteY5" fmla="*/ 13609 h 39214"/>
                      <a:gd name="connsiteX6" fmla="*/ 44858 w 46842"/>
                      <a:gd name="connsiteY6" fmla="*/ 32545 h 39214"/>
                      <a:gd name="connsiteX7" fmla="*/ 33016 w 46842"/>
                      <a:gd name="connsiteY7" fmla="*/ 39215 h 3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842" h="39214">
                        <a:moveTo>
                          <a:pt x="33016" y="39215"/>
                        </a:moveTo>
                        <a:cubicBezTo>
                          <a:pt x="30505" y="39215"/>
                          <a:pt x="28043" y="38529"/>
                          <a:pt x="25895" y="37232"/>
                        </a:cubicBezTo>
                        <a:lnTo>
                          <a:pt x="6669" y="25610"/>
                        </a:lnTo>
                        <a:cubicBezTo>
                          <a:pt x="145" y="21672"/>
                          <a:pt x="-1951" y="13192"/>
                          <a:pt x="1987" y="6669"/>
                        </a:cubicBezTo>
                        <a:cubicBezTo>
                          <a:pt x="5925" y="145"/>
                          <a:pt x="14406" y="-1951"/>
                          <a:pt x="20929" y="1987"/>
                        </a:cubicBezTo>
                        <a:lnTo>
                          <a:pt x="40172" y="13609"/>
                        </a:lnTo>
                        <a:cubicBezTo>
                          <a:pt x="46695" y="17544"/>
                          <a:pt x="48793" y="26022"/>
                          <a:pt x="44858" y="32545"/>
                        </a:cubicBezTo>
                        <a:cubicBezTo>
                          <a:pt x="42355" y="36694"/>
                          <a:pt x="37860" y="39225"/>
                          <a:pt x="33016" y="3921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85" name="Freeform 136">
                    <a:extLst>
                      <a:ext uri="{FF2B5EF4-FFF2-40B4-BE49-F238E27FC236}">
                        <a16:creationId xmlns:a16="http://schemas.microsoft.com/office/drawing/2014/main" id="{7A199AF1-4E9B-0335-7095-DC3DB96CB8D2}"/>
                      </a:ext>
                    </a:extLst>
                  </p:cNvPr>
                  <p:cNvSpPr/>
                  <p:nvPr/>
                </p:nvSpPr>
                <p:spPr>
                  <a:xfrm>
                    <a:off x="11702289" y="2201764"/>
                    <a:ext cx="31987" cy="45745"/>
                  </a:xfrm>
                  <a:custGeom>
                    <a:avLst/>
                    <a:gdLst>
                      <a:gd name="connsiteX0" fmla="*/ 18182 w 31987"/>
                      <a:gd name="connsiteY0" fmla="*/ 45745 h 45745"/>
                      <a:gd name="connsiteX1" fmla="*/ 4784 w 31987"/>
                      <a:gd name="connsiteY1" fmla="*/ 35192 h 45745"/>
                      <a:gd name="connsiteX2" fmla="*/ 387 w 31987"/>
                      <a:gd name="connsiteY2" fmla="*/ 17036 h 45745"/>
                      <a:gd name="connsiteX3" fmla="*/ 10569 w 31987"/>
                      <a:gd name="connsiteY3" fmla="*/ 388 h 45745"/>
                      <a:gd name="connsiteX4" fmla="*/ 27217 w 31987"/>
                      <a:gd name="connsiteY4" fmla="*/ 10570 h 45745"/>
                      <a:gd name="connsiteX5" fmla="*/ 31597 w 31987"/>
                      <a:gd name="connsiteY5" fmla="*/ 28709 h 45745"/>
                      <a:gd name="connsiteX6" fmla="*/ 21437 w 31987"/>
                      <a:gd name="connsiteY6" fmla="*/ 45362 h 45745"/>
                      <a:gd name="connsiteX7" fmla="*/ 21424 w 31987"/>
                      <a:gd name="connsiteY7" fmla="*/ 45366 h 45745"/>
                      <a:gd name="connsiteX8" fmla="*/ 18182 w 31987"/>
                      <a:gd name="connsiteY8" fmla="*/ 45745 h 4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87" h="45745">
                        <a:moveTo>
                          <a:pt x="18182" y="45745"/>
                        </a:moveTo>
                        <a:cubicBezTo>
                          <a:pt x="11816" y="45740"/>
                          <a:pt x="6280" y="41379"/>
                          <a:pt x="4784" y="35192"/>
                        </a:cubicBezTo>
                        <a:lnTo>
                          <a:pt x="387" y="17036"/>
                        </a:lnTo>
                        <a:cubicBezTo>
                          <a:pt x="-1398" y="9626"/>
                          <a:pt x="3160" y="2174"/>
                          <a:pt x="10569" y="388"/>
                        </a:cubicBezTo>
                        <a:cubicBezTo>
                          <a:pt x="17978" y="-1399"/>
                          <a:pt x="25432" y="3160"/>
                          <a:pt x="27217" y="10570"/>
                        </a:cubicBezTo>
                        <a:lnTo>
                          <a:pt x="31597" y="28709"/>
                        </a:lnTo>
                        <a:cubicBezTo>
                          <a:pt x="33390" y="36113"/>
                          <a:pt x="28842" y="43569"/>
                          <a:pt x="21437" y="45362"/>
                        </a:cubicBezTo>
                        <a:cubicBezTo>
                          <a:pt x="21432" y="45364"/>
                          <a:pt x="21428" y="45364"/>
                          <a:pt x="21424" y="45366"/>
                        </a:cubicBezTo>
                        <a:cubicBezTo>
                          <a:pt x="20362" y="45618"/>
                          <a:pt x="19274" y="45745"/>
                          <a:pt x="18182" y="4574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86" name="Freeform 137">
                    <a:extLst>
                      <a:ext uri="{FF2B5EF4-FFF2-40B4-BE49-F238E27FC236}">
                        <a16:creationId xmlns:a16="http://schemas.microsoft.com/office/drawing/2014/main" id="{F30B312D-7C2A-4E2B-94DD-19A1E2CF3E1D}"/>
                      </a:ext>
                    </a:extLst>
                  </p:cNvPr>
                  <p:cNvSpPr/>
                  <p:nvPr/>
                </p:nvSpPr>
                <p:spPr>
                  <a:xfrm>
                    <a:off x="11665963" y="2194759"/>
                    <a:ext cx="38617" cy="46490"/>
                  </a:xfrm>
                  <a:custGeom>
                    <a:avLst/>
                    <a:gdLst>
                      <a:gd name="connsiteX0" fmla="*/ 13746 w 38617"/>
                      <a:gd name="connsiteY0" fmla="*/ 46490 h 46490"/>
                      <a:gd name="connsiteX1" fmla="*/ 0 w 38617"/>
                      <a:gd name="connsiteY1" fmla="*/ 32648 h 46490"/>
                      <a:gd name="connsiteX2" fmla="*/ 1848 w 38617"/>
                      <a:gd name="connsiteY2" fmla="*/ 25799 h 46490"/>
                      <a:gd name="connsiteX3" fmla="*/ 12815 w 38617"/>
                      <a:gd name="connsiteY3" fmla="*/ 7004 h 46490"/>
                      <a:gd name="connsiteX4" fmla="*/ 31613 w 38617"/>
                      <a:gd name="connsiteY4" fmla="*/ 1791 h 46490"/>
                      <a:gd name="connsiteX5" fmla="*/ 36827 w 38617"/>
                      <a:gd name="connsiteY5" fmla="*/ 20590 h 46490"/>
                      <a:gd name="connsiteX6" fmla="*/ 36645 w 38617"/>
                      <a:gd name="connsiteY6" fmla="*/ 20902 h 46490"/>
                      <a:gd name="connsiteX7" fmla="*/ 25678 w 38617"/>
                      <a:gd name="connsiteY7" fmla="*/ 39714 h 46490"/>
                      <a:gd name="connsiteX8" fmla="*/ 13746 w 38617"/>
                      <a:gd name="connsiteY8" fmla="*/ 46490 h 46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17" h="46490">
                        <a:moveTo>
                          <a:pt x="13746" y="46490"/>
                        </a:moveTo>
                        <a:cubicBezTo>
                          <a:pt x="6128" y="46463"/>
                          <a:pt x="-27" y="40266"/>
                          <a:pt x="0" y="32648"/>
                        </a:cubicBezTo>
                        <a:cubicBezTo>
                          <a:pt x="9" y="30242"/>
                          <a:pt x="646" y="27882"/>
                          <a:pt x="1848" y="25799"/>
                        </a:cubicBezTo>
                        <a:lnTo>
                          <a:pt x="12815" y="7004"/>
                        </a:lnTo>
                        <a:cubicBezTo>
                          <a:pt x="16566" y="373"/>
                          <a:pt x="24983" y="-1961"/>
                          <a:pt x="31613" y="1791"/>
                        </a:cubicBezTo>
                        <a:cubicBezTo>
                          <a:pt x="38244" y="5542"/>
                          <a:pt x="40578" y="13958"/>
                          <a:pt x="36827" y="20590"/>
                        </a:cubicBezTo>
                        <a:cubicBezTo>
                          <a:pt x="36767" y="20695"/>
                          <a:pt x="36707" y="20798"/>
                          <a:pt x="36645" y="20902"/>
                        </a:cubicBezTo>
                        <a:lnTo>
                          <a:pt x="25678" y="39714"/>
                        </a:lnTo>
                        <a:cubicBezTo>
                          <a:pt x="23186" y="43932"/>
                          <a:pt x="18644" y="46511"/>
                          <a:pt x="13746" y="4649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87" name="Freeform 138">
                    <a:extLst>
                      <a:ext uri="{FF2B5EF4-FFF2-40B4-BE49-F238E27FC236}">
                        <a16:creationId xmlns:a16="http://schemas.microsoft.com/office/drawing/2014/main" id="{AE43F2A6-83C2-CFAC-D603-29D461B2F580}"/>
                      </a:ext>
                    </a:extLst>
                  </p:cNvPr>
                  <p:cNvSpPr/>
                  <p:nvPr/>
                </p:nvSpPr>
                <p:spPr>
                  <a:xfrm>
                    <a:off x="11642426" y="2171965"/>
                    <a:ext cx="48292" cy="33233"/>
                  </a:xfrm>
                  <a:custGeom>
                    <a:avLst/>
                    <a:gdLst>
                      <a:gd name="connsiteX0" fmla="*/ 13781 w 48292"/>
                      <a:gd name="connsiteY0" fmla="*/ 33230 h 33233"/>
                      <a:gd name="connsiteX1" fmla="*/ 0 w 48292"/>
                      <a:gd name="connsiteY1" fmla="*/ 19422 h 33233"/>
                      <a:gd name="connsiteX2" fmla="*/ 10177 w 48292"/>
                      <a:gd name="connsiteY2" fmla="*/ 6124 h 33233"/>
                      <a:gd name="connsiteX3" fmla="*/ 30696 w 48292"/>
                      <a:gd name="connsiteY3" fmla="*/ 537 h 33233"/>
                      <a:gd name="connsiteX4" fmla="*/ 47756 w 48292"/>
                      <a:gd name="connsiteY4" fmla="*/ 9999 h 33233"/>
                      <a:gd name="connsiteX5" fmla="*/ 38294 w 48292"/>
                      <a:gd name="connsiteY5" fmla="*/ 27059 h 33233"/>
                      <a:gd name="connsiteX6" fmla="*/ 37921 w 48292"/>
                      <a:gd name="connsiteY6" fmla="*/ 27160 h 33233"/>
                      <a:gd name="connsiteX7" fmla="*/ 17402 w 48292"/>
                      <a:gd name="connsiteY7" fmla="*/ 32833 h 33233"/>
                      <a:gd name="connsiteX8" fmla="*/ 13781 w 48292"/>
                      <a:gd name="connsiteY8" fmla="*/ 33230 h 3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92" h="33233">
                        <a:moveTo>
                          <a:pt x="13781" y="33230"/>
                        </a:moveTo>
                        <a:cubicBezTo>
                          <a:pt x="6162" y="33223"/>
                          <a:pt x="-8" y="27040"/>
                          <a:pt x="0" y="19422"/>
                        </a:cubicBezTo>
                        <a:cubicBezTo>
                          <a:pt x="6" y="13201"/>
                          <a:pt x="4174" y="7755"/>
                          <a:pt x="10177" y="6124"/>
                        </a:cubicBezTo>
                        <a:lnTo>
                          <a:pt x="30696" y="537"/>
                        </a:lnTo>
                        <a:cubicBezTo>
                          <a:pt x="38020" y="-1561"/>
                          <a:pt x="45658" y="2675"/>
                          <a:pt x="47756" y="9999"/>
                        </a:cubicBezTo>
                        <a:cubicBezTo>
                          <a:pt x="49854" y="17323"/>
                          <a:pt x="45618" y="24961"/>
                          <a:pt x="38294" y="27059"/>
                        </a:cubicBezTo>
                        <a:cubicBezTo>
                          <a:pt x="38170" y="27094"/>
                          <a:pt x="38046" y="27128"/>
                          <a:pt x="37921" y="27160"/>
                        </a:cubicBezTo>
                        <a:lnTo>
                          <a:pt x="17402" y="32833"/>
                        </a:lnTo>
                        <a:cubicBezTo>
                          <a:pt x="16217" y="33124"/>
                          <a:pt x="15000" y="33257"/>
                          <a:pt x="13781" y="3323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88" name="Freeform 139">
                    <a:extLst>
                      <a:ext uri="{FF2B5EF4-FFF2-40B4-BE49-F238E27FC236}">
                        <a16:creationId xmlns:a16="http://schemas.microsoft.com/office/drawing/2014/main" id="{EC58DA77-FD0B-CD46-4A06-55FA3C588222}"/>
                      </a:ext>
                    </a:extLst>
                  </p:cNvPr>
                  <p:cNvSpPr/>
                  <p:nvPr/>
                </p:nvSpPr>
                <p:spPr>
                  <a:xfrm>
                    <a:off x="11647198" y="2133707"/>
                    <a:ext cx="47286" cy="40433"/>
                  </a:xfrm>
                  <a:custGeom>
                    <a:avLst/>
                    <a:gdLst>
                      <a:gd name="connsiteX0" fmla="*/ 33390 w 47286"/>
                      <a:gd name="connsiteY0" fmla="*/ 40434 h 40433"/>
                      <a:gd name="connsiteX1" fmla="*/ 25872 w 47286"/>
                      <a:gd name="connsiteY1" fmla="*/ 38192 h 40433"/>
                      <a:gd name="connsiteX2" fmla="*/ 6267 w 47286"/>
                      <a:gd name="connsiteY2" fmla="*/ 25363 h 40433"/>
                      <a:gd name="connsiteX3" fmla="*/ 2240 w 47286"/>
                      <a:gd name="connsiteY3" fmla="*/ 6267 h 40433"/>
                      <a:gd name="connsiteX4" fmla="*/ 21337 w 47286"/>
                      <a:gd name="connsiteY4" fmla="*/ 2240 h 40433"/>
                      <a:gd name="connsiteX5" fmla="*/ 41028 w 47286"/>
                      <a:gd name="connsiteY5" fmla="*/ 15086 h 40433"/>
                      <a:gd name="connsiteX6" fmla="*/ 45043 w 47286"/>
                      <a:gd name="connsiteY6" fmla="*/ 34177 h 40433"/>
                      <a:gd name="connsiteX7" fmla="*/ 33476 w 47286"/>
                      <a:gd name="connsiteY7" fmla="*/ 40434 h 4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286" h="40433">
                        <a:moveTo>
                          <a:pt x="33390" y="40434"/>
                        </a:moveTo>
                        <a:cubicBezTo>
                          <a:pt x="30720" y="40430"/>
                          <a:pt x="28108" y="39651"/>
                          <a:pt x="25872" y="38192"/>
                        </a:cubicBezTo>
                        <a:lnTo>
                          <a:pt x="6267" y="25363"/>
                        </a:lnTo>
                        <a:cubicBezTo>
                          <a:pt x="-119" y="21202"/>
                          <a:pt x="-1921" y="12652"/>
                          <a:pt x="2240" y="6267"/>
                        </a:cubicBezTo>
                        <a:cubicBezTo>
                          <a:pt x="6402" y="-119"/>
                          <a:pt x="14952" y="-1921"/>
                          <a:pt x="21337" y="2240"/>
                        </a:cubicBezTo>
                        <a:lnTo>
                          <a:pt x="41028" y="15086"/>
                        </a:lnTo>
                        <a:cubicBezTo>
                          <a:pt x="47409" y="19249"/>
                          <a:pt x="49206" y="27797"/>
                          <a:pt x="45043" y="34177"/>
                        </a:cubicBezTo>
                        <a:cubicBezTo>
                          <a:pt x="42494" y="38085"/>
                          <a:pt x="38142" y="40439"/>
                          <a:pt x="33476" y="4043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89" name="Freeform 140">
                    <a:extLst>
                      <a:ext uri="{FF2B5EF4-FFF2-40B4-BE49-F238E27FC236}">
                        <a16:creationId xmlns:a16="http://schemas.microsoft.com/office/drawing/2014/main" id="{3CFF3B0B-0366-CA2A-2CA5-72EB1DD87A5E}"/>
                      </a:ext>
                    </a:extLst>
                  </p:cNvPr>
                  <p:cNvSpPr/>
                  <p:nvPr/>
                </p:nvSpPr>
                <p:spPr>
                  <a:xfrm>
                    <a:off x="11662660" y="2132016"/>
                    <a:ext cx="94148" cy="94146"/>
                  </a:xfrm>
                  <a:custGeom>
                    <a:avLst/>
                    <a:gdLst>
                      <a:gd name="connsiteX0" fmla="*/ 47086 w 94148"/>
                      <a:gd name="connsiteY0" fmla="*/ 94147 h 94146"/>
                      <a:gd name="connsiteX1" fmla="*/ 0 w 94148"/>
                      <a:gd name="connsiteY1" fmla="*/ 47086 h 94146"/>
                      <a:gd name="connsiteX2" fmla="*/ 47061 w 94148"/>
                      <a:gd name="connsiteY2" fmla="*/ 0 h 94146"/>
                      <a:gd name="connsiteX3" fmla="*/ 92900 w 94148"/>
                      <a:gd name="connsiteY3" fmla="*/ 36314 h 94146"/>
                      <a:gd name="connsiteX4" fmla="*/ 92900 w 94148"/>
                      <a:gd name="connsiteY4" fmla="*/ 36314 h 94146"/>
                      <a:gd name="connsiteX5" fmla="*/ 57755 w 94148"/>
                      <a:gd name="connsiteY5" fmla="*/ 92910 h 94146"/>
                      <a:gd name="connsiteX6" fmla="*/ 47086 w 94148"/>
                      <a:gd name="connsiteY6" fmla="*/ 94147 h 94146"/>
                      <a:gd name="connsiteX7" fmla="*/ 47086 w 94148"/>
                      <a:gd name="connsiteY7" fmla="*/ 27589 h 94146"/>
                      <a:gd name="connsiteX8" fmla="*/ 42620 w 94148"/>
                      <a:gd name="connsiteY8" fmla="*/ 28106 h 94146"/>
                      <a:gd name="connsiteX9" fmla="*/ 28110 w 94148"/>
                      <a:gd name="connsiteY9" fmla="*/ 51531 h 94146"/>
                      <a:gd name="connsiteX10" fmla="*/ 51535 w 94148"/>
                      <a:gd name="connsiteY10" fmla="*/ 66041 h 94146"/>
                      <a:gd name="connsiteX11" fmla="*/ 66043 w 94148"/>
                      <a:gd name="connsiteY11" fmla="*/ 42671 h 94146"/>
                      <a:gd name="connsiteX12" fmla="*/ 66036 w 94148"/>
                      <a:gd name="connsiteY12" fmla="*/ 42642 h 94146"/>
                      <a:gd name="connsiteX13" fmla="*/ 66036 w 94148"/>
                      <a:gd name="connsiteY13" fmla="*/ 42642 h 94146"/>
                      <a:gd name="connsiteX14" fmla="*/ 47086 w 94148"/>
                      <a:gd name="connsiteY14" fmla="*/ 27589 h 9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148" h="94146">
                        <a:moveTo>
                          <a:pt x="47086" y="94147"/>
                        </a:moveTo>
                        <a:cubicBezTo>
                          <a:pt x="21088" y="94154"/>
                          <a:pt x="7" y="73084"/>
                          <a:pt x="0" y="47086"/>
                        </a:cubicBezTo>
                        <a:cubicBezTo>
                          <a:pt x="-7" y="21088"/>
                          <a:pt x="21063" y="7"/>
                          <a:pt x="47061" y="0"/>
                        </a:cubicBezTo>
                        <a:cubicBezTo>
                          <a:pt x="68919" y="-6"/>
                          <a:pt x="87905" y="15035"/>
                          <a:pt x="92900" y="36314"/>
                        </a:cubicBezTo>
                        <a:lnTo>
                          <a:pt x="92900" y="36314"/>
                        </a:lnTo>
                        <a:cubicBezTo>
                          <a:pt x="98823" y="61647"/>
                          <a:pt x="83089" y="86986"/>
                          <a:pt x="57755" y="92910"/>
                        </a:cubicBezTo>
                        <a:cubicBezTo>
                          <a:pt x="54257" y="93728"/>
                          <a:pt x="50678" y="94143"/>
                          <a:pt x="47086" y="94147"/>
                        </a:cubicBezTo>
                        <a:close/>
                        <a:moveTo>
                          <a:pt x="47086" y="27589"/>
                        </a:moveTo>
                        <a:cubicBezTo>
                          <a:pt x="45582" y="27592"/>
                          <a:pt x="44084" y="27766"/>
                          <a:pt x="42620" y="28106"/>
                        </a:cubicBezTo>
                        <a:cubicBezTo>
                          <a:pt x="32145" y="30568"/>
                          <a:pt x="25648" y="41055"/>
                          <a:pt x="28110" y="51531"/>
                        </a:cubicBezTo>
                        <a:cubicBezTo>
                          <a:pt x="30572" y="62006"/>
                          <a:pt x="41059" y="68503"/>
                          <a:pt x="51535" y="66041"/>
                        </a:cubicBezTo>
                        <a:cubicBezTo>
                          <a:pt x="61994" y="63594"/>
                          <a:pt x="68490" y="53131"/>
                          <a:pt x="66043" y="42671"/>
                        </a:cubicBezTo>
                        <a:cubicBezTo>
                          <a:pt x="66041" y="42662"/>
                          <a:pt x="66038" y="42652"/>
                          <a:pt x="66036" y="42642"/>
                        </a:cubicBezTo>
                        <a:lnTo>
                          <a:pt x="66036" y="42642"/>
                        </a:lnTo>
                        <a:cubicBezTo>
                          <a:pt x="63973" y="33838"/>
                          <a:pt x="56129" y="27606"/>
                          <a:pt x="47086" y="27589"/>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grpSp>
          </p:grpSp>
        </p:grpSp>
        <p:sp>
          <p:nvSpPr>
            <p:cNvPr id="49" name="Arrow: Pentagon 277">
              <a:extLst>
                <a:ext uri="{FF2B5EF4-FFF2-40B4-BE49-F238E27FC236}">
                  <a16:creationId xmlns:a16="http://schemas.microsoft.com/office/drawing/2014/main" id="{3931CD89-AE37-0755-D52F-B61D2D8FD0CB}"/>
                </a:ext>
              </a:extLst>
            </p:cNvPr>
            <p:cNvSpPr/>
            <p:nvPr/>
          </p:nvSpPr>
          <p:spPr>
            <a:xfrm>
              <a:off x="1075577" y="1362494"/>
              <a:ext cx="1643664" cy="964154"/>
            </a:xfrm>
            <a:prstGeom prst="homePlate">
              <a:avLst>
                <a:gd name="adj" fmla="val 30009"/>
              </a:avLst>
            </a:prstGeom>
            <a:gradFill>
              <a:gsLst>
                <a:gs pos="0">
                  <a:schemeClr val="tx2"/>
                </a:gs>
                <a:gs pos="9900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21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a:ln>
                    <a:noFill/>
                  </a:ln>
                  <a:solidFill>
                    <a:srgbClr val="FFFFFF"/>
                  </a:solidFill>
                  <a:effectLst/>
                  <a:uLnTx/>
                  <a:uFillTx/>
                  <a:latin typeface="Century Gothic" panose="020F0302020204030204"/>
                  <a:ea typeface="+mn-ea"/>
                  <a:cs typeface="+mn-cs"/>
                </a:rPr>
                <a:t>Initiate</a:t>
              </a:r>
            </a:p>
          </p:txBody>
        </p:sp>
        <p:sp>
          <p:nvSpPr>
            <p:cNvPr id="50" name="Arrow: Pentagon 277">
              <a:extLst>
                <a:ext uri="{FF2B5EF4-FFF2-40B4-BE49-F238E27FC236}">
                  <a16:creationId xmlns:a16="http://schemas.microsoft.com/office/drawing/2014/main" id="{8D9B04B9-70EB-FFE7-3B72-C299163E95EE}"/>
                </a:ext>
              </a:extLst>
            </p:cNvPr>
            <p:cNvSpPr/>
            <p:nvPr/>
          </p:nvSpPr>
          <p:spPr>
            <a:xfrm>
              <a:off x="-16254" y="1362494"/>
              <a:ext cx="1407055" cy="964154"/>
            </a:xfrm>
            <a:prstGeom prst="homePlate">
              <a:avLst>
                <a:gd name="adj" fmla="val 30009"/>
              </a:avLst>
            </a:prstGeom>
            <a:gradFill>
              <a:gsLst>
                <a:gs pos="0">
                  <a:schemeClr val="bg2">
                    <a:lumMod val="50000"/>
                  </a:schemeClr>
                </a:gs>
                <a:gs pos="10000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a:ln>
                    <a:noFill/>
                  </a:ln>
                  <a:solidFill>
                    <a:srgbClr val="FFFFFF"/>
                  </a:solidFill>
                  <a:effectLst/>
                  <a:uLnTx/>
                  <a:uFillTx/>
                  <a:latin typeface="Century Gothic" panose="020F0302020204030204"/>
                  <a:ea typeface="+mn-ea"/>
                  <a:cs typeface="+mn-cs"/>
                </a:rPr>
                <a:t>Discover</a:t>
              </a:r>
            </a:p>
          </p:txBody>
        </p:sp>
        <p:grpSp>
          <p:nvGrpSpPr>
            <p:cNvPr id="51" name="Group 50">
              <a:extLst>
                <a:ext uri="{FF2B5EF4-FFF2-40B4-BE49-F238E27FC236}">
                  <a16:creationId xmlns:a16="http://schemas.microsoft.com/office/drawing/2014/main" id="{A254E59D-A3D5-B201-E6C7-2DCF23FB303E}"/>
                </a:ext>
              </a:extLst>
            </p:cNvPr>
            <p:cNvGrpSpPr/>
            <p:nvPr/>
          </p:nvGrpSpPr>
          <p:grpSpPr>
            <a:xfrm>
              <a:off x="433241" y="1484737"/>
              <a:ext cx="471791" cy="471791"/>
              <a:chOff x="1650814" y="1570462"/>
              <a:chExt cx="471791" cy="471791"/>
            </a:xfrm>
          </p:grpSpPr>
          <p:sp>
            <p:nvSpPr>
              <p:cNvPr id="62" name="Oval 61">
                <a:extLst>
                  <a:ext uri="{FF2B5EF4-FFF2-40B4-BE49-F238E27FC236}">
                    <a16:creationId xmlns:a16="http://schemas.microsoft.com/office/drawing/2014/main" id="{75A2338F-01F5-2939-20F0-9753798AFD62}"/>
                  </a:ext>
                </a:extLst>
              </p:cNvPr>
              <p:cNvSpPr/>
              <p:nvPr/>
            </p:nvSpPr>
            <p:spPr>
              <a:xfrm>
                <a:off x="1650814"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FFFFFF"/>
                  </a:solidFill>
                  <a:effectLst/>
                  <a:uLnTx/>
                  <a:uFillTx/>
                  <a:latin typeface="Century Gothic" panose="020F0302020204030204"/>
                  <a:ea typeface="+mn-ea"/>
                  <a:cs typeface="+mn-cs"/>
                </a:endParaRPr>
              </a:p>
            </p:txBody>
          </p:sp>
          <p:grpSp>
            <p:nvGrpSpPr>
              <p:cNvPr id="63" name="Graphic 43">
                <a:extLst>
                  <a:ext uri="{FF2B5EF4-FFF2-40B4-BE49-F238E27FC236}">
                    <a16:creationId xmlns:a16="http://schemas.microsoft.com/office/drawing/2014/main" id="{CE20527E-0B1C-CE6B-9A93-267C52FBAAB2}"/>
                  </a:ext>
                </a:extLst>
              </p:cNvPr>
              <p:cNvGrpSpPr/>
              <p:nvPr/>
            </p:nvGrpSpPr>
            <p:grpSpPr>
              <a:xfrm>
                <a:off x="1750604" y="1669584"/>
                <a:ext cx="272210" cy="273546"/>
                <a:chOff x="1759940" y="1793479"/>
                <a:chExt cx="449934" cy="452143"/>
              </a:xfrm>
            </p:grpSpPr>
            <p:sp>
              <p:nvSpPr>
                <p:cNvPr id="64" name="Freeform: Shape 63">
                  <a:extLst>
                    <a:ext uri="{FF2B5EF4-FFF2-40B4-BE49-F238E27FC236}">
                      <a16:creationId xmlns:a16="http://schemas.microsoft.com/office/drawing/2014/main" id="{94AD4E5E-A690-4020-4DAE-2D284F6259D0}"/>
                    </a:ext>
                  </a:extLst>
                </p:cNvPr>
                <p:cNvSpPr/>
                <p:nvPr/>
              </p:nvSpPr>
              <p:spPr>
                <a:xfrm>
                  <a:off x="1759940"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0" y="43107"/>
                        <a:pt x="0" y="33458"/>
                        <a:pt x="0" y="21554"/>
                      </a:cubicBezTo>
                      <a:cubicBezTo>
                        <a:pt x="0" y="9650"/>
                        <a:pt x="9650" y="0"/>
                        <a:pt x="21554" y="0"/>
                      </a:cubicBezTo>
                      <a:lnTo>
                        <a:pt x="61967" y="0"/>
                      </a:lnTo>
                      <a:cubicBezTo>
                        <a:pt x="73871" y="0"/>
                        <a:pt x="83521" y="9650"/>
                        <a:pt x="83521" y="21554"/>
                      </a:cubicBezTo>
                      <a:cubicBezTo>
                        <a:pt x="83521" y="33458"/>
                        <a:pt x="73871" y="43107"/>
                        <a:pt x="61967" y="43107"/>
                      </a:cubicBezTo>
                      <a:close/>
                    </a:path>
                  </a:pathLst>
                </a:custGeom>
                <a:solidFill>
                  <a:srgbClr val="EF463C"/>
                </a:solidFill>
                <a:ln w="2667" cap="flat">
                  <a:noFill/>
                  <a:prstDash val="solid"/>
                  <a:miter/>
                </a:ln>
              </p:spPr>
              <p:txBody>
                <a:bodyPr rtlCol="0" anchor="ctr"/>
                <a:lstStyle/>
                <a:p>
                  <a:endParaRPr lang="en-US"/>
                </a:p>
              </p:txBody>
            </p:sp>
            <p:grpSp>
              <p:nvGrpSpPr>
                <p:cNvPr id="65" name="Graphic 43">
                  <a:extLst>
                    <a:ext uri="{FF2B5EF4-FFF2-40B4-BE49-F238E27FC236}">
                      <a16:creationId xmlns:a16="http://schemas.microsoft.com/office/drawing/2014/main" id="{930CC2BC-E26B-C353-4D24-DB0DFB0A3CAE}"/>
                    </a:ext>
                  </a:extLst>
                </p:cNvPr>
                <p:cNvGrpSpPr/>
                <p:nvPr/>
              </p:nvGrpSpPr>
              <p:grpSpPr>
                <a:xfrm>
                  <a:off x="1853403" y="1895374"/>
                  <a:ext cx="263656" cy="350248"/>
                  <a:chOff x="1853403" y="1895374"/>
                  <a:chExt cx="263656" cy="350248"/>
                </a:xfrm>
              </p:grpSpPr>
              <p:sp>
                <p:nvSpPr>
                  <p:cNvPr id="70" name="Freeform: Shape 69">
                    <a:extLst>
                      <a:ext uri="{FF2B5EF4-FFF2-40B4-BE49-F238E27FC236}">
                        <a16:creationId xmlns:a16="http://schemas.microsoft.com/office/drawing/2014/main" id="{9D72FE89-0771-A555-E1B6-25A61653DB9A}"/>
                      </a:ext>
                    </a:extLst>
                  </p:cNvPr>
                  <p:cNvSpPr/>
                  <p:nvPr/>
                </p:nvSpPr>
                <p:spPr>
                  <a:xfrm>
                    <a:off x="1853403" y="1895374"/>
                    <a:ext cx="263656" cy="256435"/>
                  </a:xfrm>
                  <a:custGeom>
                    <a:avLst/>
                    <a:gdLst>
                      <a:gd name="connsiteX0" fmla="*/ 182506 w 263656"/>
                      <a:gd name="connsiteY0" fmla="*/ 256436 h 256435"/>
                      <a:gd name="connsiteX1" fmla="*/ 160954 w 263656"/>
                      <a:gd name="connsiteY1" fmla="*/ 234879 h 256435"/>
                      <a:gd name="connsiteX2" fmla="*/ 174936 w 263656"/>
                      <a:gd name="connsiteY2" fmla="*/ 214702 h 256435"/>
                      <a:gd name="connsiteX3" fmla="*/ 220549 w 263656"/>
                      <a:gd name="connsiteY3" fmla="*/ 128891 h 256435"/>
                      <a:gd name="connsiteX4" fmla="*/ 131828 w 263656"/>
                      <a:gd name="connsiteY4" fmla="*/ 43107 h 256435"/>
                      <a:gd name="connsiteX5" fmla="*/ 43107 w 263656"/>
                      <a:gd name="connsiteY5" fmla="*/ 128891 h 256435"/>
                      <a:gd name="connsiteX6" fmla="*/ 90310 w 263656"/>
                      <a:gd name="connsiteY6" fmla="*/ 214271 h 256435"/>
                      <a:gd name="connsiteX7" fmla="*/ 103140 w 263656"/>
                      <a:gd name="connsiteY7" fmla="*/ 241922 h 256435"/>
                      <a:gd name="connsiteX8" fmla="*/ 75490 w 263656"/>
                      <a:gd name="connsiteY8" fmla="*/ 254752 h 256435"/>
                      <a:gd name="connsiteX9" fmla="*/ 74630 w 263656"/>
                      <a:gd name="connsiteY9" fmla="*/ 254415 h 256435"/>
                      <a:gd name="connsiteX10" fmla="*/ 0 w 263656"/>
                      <a:gd name="connsiteY10" fmla="*/ 128891 h 256435"/>
                      <a:gd name="connsiteX11" fmla="*/ 131828 w 263656"/>
                      <a:gd name="connsiteY11" fmla="*/ 0 h 256435"/>
                      <a:gd name="connsiteX12" fmla="*/ 263656 w 263656"/>
                      <a:gd name="connsiteY12" fmla="*/ 128891 h 256435"/>
                      <a:gd name="connsiteX13" fmla="*/ 190077 w 263656"/>
                      <a:gd name="connsiteY13" fmla="*/ 255062 h 256435"/>
                      <a:gd name="connsiteX14" fmla="*/ 182506 w 263656"/>
                      <a:gd name="connsiteY14" fmla="*/ 256436 h 25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656" h="256435">
                        <a:moveTo>
                          <a:pt x="182506" y="256436"/>
                        </a:moveTo>
                        <a:cubicBezTo>
                          <a:pt x="170603" y="256436"/>
                          <a:pt x="160953" y="246785"/>
                          <a:pt x="160954" y="234879"/>
                        </a:cubicBezTo>
                        <a:cubicBezTo>
                          <a:pt x="160955" y="225897"/>
                          <a:pt x="166527" y="217857"/>
                          <a:pt x="174936" y="214702"/>
                        </a:cubicBezTo>
                        <a:cubicBezTo>
                          <a:pt x="205192" y="203360"/>
                          <a:pt x="220549" y="174478"/>
                          <a:pt x="220549" y="128891"/>
                        </a:cubicBezTo>
                        <a:cubicBezTo>
                          <a:pt x="220549" y="79183"/>
                          <a:pt x="183234" y="43107"/>
                          <a:pt x="131828" y="43107"/>
                        </a:cubicBezTo>
                        <a:cubicBezTo>
                          <a:pt x="80422" y="43107"/>
                          <a:pt x="43107" y="79183"/>
                          <a:pt x="43107" y="128891"/>
                        </a:cubicBezTo>
                        <a:cubicBezTo>
                          <a:pt x="43107" y="159417"/>
                          <a:pt x="51190" y="198941"/>
                          <a:pt x="90310" y="214271"/>
                        </a:cubicBezTo>
                        <a:cubicBezTo>
                          <a:pt x="101488" y="218364"/>
                          <a:pt x="107233" y="230744"/>
                          <a:pt x="103140" y="241922"/>
                        </a:cubicBezTo>
                        <a:cubicBezTo>
                          <a:pt x="99048" y="253100"/>
                          <a:pt x="86669" y="258844"/>
                          <a:pt x="75490" y="254752"/>
                        </a:cubicBezTo>
                        <a:cubicBezTo>
                          <a:pt x="75201" y="254644"/>
                          <a:pt x="74914" y="254533"/>
                          <a:pt x="74630" y="254415"/>
                        </a:cubicBezTo>
                        <a:cubicBezTo>
                          <a:pt x="26511" y="235555"/>
                          <a:pt x="0" y="191020"/>
                          <a:pt x="0" y="128891"/>
                        </a:cubicBezTo>
                        <a:cubicBezTo>
                          <a:pt x="0" y="55393"/>
                          <a:pt x="56579" y="0"/>
                          <a:pt x="131828" y="0"/>
                        </a:cubicBezTo>
                        <a:cubicBezTo>
                          <a:pt x="207078" y="0"/>
                          <a:pt x="263656" y="55474"/>
                          <a:pt x="263656" y="128891"/>
                        </a:cubicBezTo>
                        <a:cubicBezTo>
                          <a:pt x="263656" y="210364"/>
                          <a:pt x="223647" y="242480"/>
                          <a:pt x="190077" y="255062"/>
                        </a:cubicBezTo>
                        <a:cubicBezTo>
                          <a:pt x="187655" y="255970"/>
                          <a:pt x="185093" y="256436"/>
                          <a:pt x="182506" y="256436"/>
                        </a:cubicBezTo>
                        <a:close/>
                      </a:path>
                    </a:pathLst>
                  </a:custGeom>
                  <a:solidFill>
                    <a:srgbClr val="C42828"/>
                  </a:solidFill>
                  <a:ln w="2667"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AACDF6AE-1885-0733-12C4-7422DB3E66D3}"/>
                      </a:ext>
                    </a:extLst>
                  </p:cNvPr>
                  <p:cNvSpPr/>
                  <p:nvPr/>
                </p:nvSpPr>
                <p:spPr>
                  <a:xfrm>
                    <a:off x="1923883" y="2151082"/>
                    <a:ext cx="122883" cy="43107"/>
                  </a:xfrm>
                  <a:custGeom>
                    <a:avLst/>
                    <a:gdLst>
                      <a:gd name="connsiteX0" fmla="*/ 101330 w 122883"/>
                      <a:gd name="connsiteY0" fmla="*/ 43107 h 43107"/>
                      <a:gd name="connsiteX1" fmla="*/ 21554 w 122883"/>
                      <a:gd name="connsiteY1" fmla="*/ 43107 h 43107"/>
                      <a:gd name="connsiteX2" fmla="*/ 0 w 122883"/>
                      <a:gd name="connsiteY2" fmla="*/ 21554 h 43107"/>
                      <a:gd name="connsiteX3" fmla="*/ 21554 w 122883"/>
                      <a:gd name="connsiteY3" fmla="*/ 0 h 43107"/>
                      <a:gd name="connsiteX4" fmla="*/ 101330 w 122883"/>
                      <a:gd name="connsiteY4" fmla="*/ 0 h 43107"/>
                      <a:gd name="connsiteX5" fmla="*/ 122883 w 122883"/>
                      <a:gd name="connsiteY5" fmla="*/ 21554 h 43107"/>
                      <a:gd name="connsiteX6" fmla="*/ 101330 w 122883"/>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883" h="43107">
                        <a:moveTo>
                          <a:pt x="101330" y="43107"/>
                        </a:moveTo>
                        <a:lnTo>
                          <a:pt x="21554" y="43107"/>
                        </a:lnTo>
                        <a:cubicBezTo>
                          <a:pt x="9650" y="43107"/>
                          <a:pt x="0" y="33457"/>
                          <a:pt x="0" y="21554"/>
                        </a:cubicBezTo>
                        <a:cubicBezTo>
                          <a:pt x="0" y="9651"/>
                          <a:pt x="9650" y="0"/>
                          <a:pt x="21554" y="0"/>
                        </a:cubicBezTo>
                        <a:lnTo>
                          <a:pt x="101330" y="0"/>
                        </a:lnTo>
                        <a:cubicBezTo>
                          <a:pt x="113233" y="0"/>
                          <a:pt x="122883" y="9651"/>
                          <a:pt x="122883" y="21554"/>
                        </a:cubicBezTo>
                        <a:cubicBezTo>
                          <a:pt x="122883" y="33457"/>
                          <a:pt x="113233" y="43107"/>
                          <a:pt x="101330" y="43107"/>
                        </a:cubicBezTo>
                        <a:close/>
                      </a:path>
                    </a:pathLst>
                  </a:custGeom>
                  <a:solidFill>
                    <a:srgbClr val="EF463C"/>
                  </a:solidFill>
                  <a:ln w="2667"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FF152522-692D-373D-8843-C80832EFE83A}"/>
                      </a:ext>
                    </a:extLst>
                  </p:cNvPr>
                  <p:cNvSpPr/>
                  <p:nvPr/>
                </p:nvSpPr>
                <p:spPr>
                  <a:xfrm>
                    <a:off x="1923883" y="2202515"/>
                    <a:ext cx="120835" cy="43107"/>
                  </a:xfrm>
                  <a:custGeom>
                    <a:avLst/>
                    <a:gdLst>
                      <a:gd name="connsiteX0" fmla="*/ 99282 w 120835"/>
                      <a:gd name="connsiteY0" fmla="*/ 43107 h 43107"/>
                      <a:gd name="connsiteX1" fmla="*/ 21554 w 120835"/>
                      <a:gd name="connsiteY1" fmla="*/ 43107 h 43107"/>
                      <a:gd name="connsiteX2" fmla="*/ 0 w 120835"/>
                      <a:gd name="connsiteY2" fmla="*/ 21554 h 43107"/>
                      <a:gd name="connsiteX3" fmla="*/ 21554 w 120835"/>
                      <a:gd name="connsiteY3" fmla="*/ 0 h 43107"/>
                      <a:gd name="connsiteX4" fmla="*/ 99282 w 120835"/>
                      <a:gd name="connsiteY4" fmla="*/ 0 h 43107"/>
                      <a:gd name="connsiteX5" fmla="*/ 120836 w 120835"/>
                      <a:gd name="connsiteY5" fmla="*/ 21554 h 43107"/>
                      <a:gd name="connsiteX6" fmla="*/ 99282 w 120835"/>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35" h="43107">
                        <a:moveTo>
                          <a:pt x="99282" y="43107"/>
                        </a:moveTo>
                        <a:lnTo>
                          <a:pt x="21554" y="43107"/>
                        </a:lnTo>
                        <a:cubicBezTo>
                          <a:pt x="9650" y="43107"/>
                          <a:pt x="0" y="33457"/>
                          <a:pt x="0" y="21554"/>
                        </a:cubicBezTo>
                        <a:cubicBezTo>
                          <a:pt x="0" y="9651"/>
                          <a:pt x="9650" y="0"/>
                          <a:pt x="21554" y="0"/>
                        </a:cubicBezTo>
                        <a:lnTo>
                          <a:pt x="99282" y="0"/>
                        </a:lnTo>
                        <a:cubicBezTo>
                          <a:pt x="111185" y="0"/>
                          <a:pt x="120836" y="9651"/>
                          <a:pt x="120836" y="21554"/>
                        </a:cubicBezTo>
                        <a:cubicBezTo>
                          <a:pt x="120836" y="33457"/>
                          <a:pt x="111185" y="43107"/>
                          <a:pt x="99282" y="43107"/>
                        </a:cubicBezTo>
                        <a:close/>
                      </a:path>
                    </a:pathLst>
                  </a:custGeom>
                  <a:solidFill>
                    <a:srgbClr val="EF463C"/>
                  </a:solidFill>
                  <a:ln w="2667"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89E92CBB-FD6A-B70E-CA86-0DFE3123CB1F}"/>
                      </a:ext>
                    </a:extLst>
                  </p:cNvPr>
                  <p:cNvSpPr/>
                  <p:nvPr/>
                </p:nvSpPr>
                <p:spPr>
                  <a:xfrm>
                    <a:off x="1915154" y="2109268"/>
                    <a:ext cx="140341" cy="136354"/>
                  </a:xfrm>
                  <a:custGeom>
                    <a:avLst/>
                    <a:gdLst>
                      <a:gd name="connsiteX0" fmla="*/ 118788 w 140341"/>
                      <a:gd name="connsiteY0" fmla="*/ 136354 h 136354"/>
                      <a:gd name="connsiteX1" fmla="*/ 21554 w 140341"/>
                      <a:gd name="connsiteY1" fmla="*/ 136354 h 136354"/>
                      <a:gd name="connsiteX2" fmla="*/ 0 w 140341"/>
                      <a:gd name="connsiteY2" fmla="*/ 114801 h 136354"/>
                      <a:gd name="connsiteX3" fmla="*/ 0 w 140341"/>
                      <a:gd name="connsiteY3" fmla="*/ 21554 h 136354"/>
                      <a:gd name="connsiteX4" fmla="*/ 21554 w 140341"/>
                      <a:gd name="connsiteY4" fmla="*/ 0 h 136354"/>
                      <a:gd name="connsiteX5" fmla="*/ 43107 w 140341"/>
                      <a:gd name="connsiteY5" fmla="*/ 21554 h 136354"/>
                      <a:gd name="connsiteX6" fmla="*/ 43107 w 140341"/>
                      <a:gd name="connsiteY6" fmla="*/ 93247 h 136354"/>
                      <a:gd name="connsiteX7" fmla="*/ 97234 w 140341"/>
                      <a:gd name="connsiteY7" fmla="*/ 93247 h 136354"/>
                      <a:gd name="connsiteX8" fmla="*/ 97234 w 140341"/>
                      <a:gd name="connsiteY8" fmla="*/ 22955 h 136354"/>
                      <a:gd name="connsiteX9" fmla="*/ 118788 w 140341"/>
                      <a:gd name="connsiteY9" fmla="*/ 1401 h 136354"/>
                      <a:gd name="connsiteX10" fmla="*/ 140342 w 140341"/>
                      <a:gd name="connsiteY10" fmla="*/ 22955 h 136354"/>
                      <a:gd name="connsiteX11" fmla="*/ 140342 w 140341"/>
                      <a:gd name="connsiteY11" fmla="*/ 114801 h 136354"/>
                      <a:gd name="connsiteX12" fmla="*/ 118788 w 140341"/>
                      <a:gd name="connsiteY12" fmla="*/ 136354 h 13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341" h="136354">
                        <a:moveTo>
                          <a:pt x="118788" y="136354"/>
                        </a:moveTo>
                        <a:lnTo>
                          <a:pt x="21554" y="136354"/>
                        </a:lnTo>
                        <a:cubicBezTo>
                          <a:pt x="9650" y="136354"/>
                          <a:pt x="0" y="126704"/>
                          <a:pt x="0" y="114801"/>
                        </a:cubicBezTo>
                        <a:lnTo>
                          <a:pt x="0" y="21554"/>
                        </a:lnTo>
                        <a:cubicBezTo>
                          <a:pt x="0" y="9651"/>
                          <a:pt x="9650" y="0"/>
                          <a:pt x="21554" y="0"/>
                        </a:cubicBezTo>
                        <a:cubicBezTo>
                          <a:pt x="33458" y="0"/>
                          <a:pt x="43107" y="9651"/>
                          <a:pt x="43107" y="21554"/>
                        </a:cubicBezTo>
                        <a:lnTo>
                          <a:pt x="43107" y="93247"/>
                        </a:lnTo>
                        <a:lnTo>
                          <a:pt x="97234" y="93247"/>
                        </a:lnTo>
                        <a:lnTo>
                          <a:pt x="97234" y="22955"/>
                        </a:lnTo>
                        <a:cubicBezTo>
                          <a:pt x="97234" y="11052"/>
                          <a:pt x="106885" y="1401"/>
                          <a:pt x="118788" y="1401"/>
                        </a:cubicBezTo>
                        <a:cubicBezTo>
                          <a:pt x="130691" y="1401"/>
                          <a:pt x="140342" y="11052"/>
                          <a:pt x="140342" y="22955"/>
                        </a:cubicBezTo>
                        <a:lnTo>
                          <a:pt x="140342" y="114801"/>
                        </a:lnTo>
                        <a:cubicBezTo>
                          <a:pt x="140342" y="126704"/>
                          <a:pt x="130691" y="136354"/>
                          <a:pt x="118788" y="136354"/>
                        </a:cubicBezTo>
                        <a:close/>
                      </a:path>
                    </a:pathLst>
                  </a:custGeom>
                  <a:solidFill>
                    <a:srgbClr val="C42828"/>
                  </a:solidFill>
                  <a:ln w="2667" cap="flat">
                    <a:noFill/>
                    <a:prstDash val="solid"/>
                    <a:miter/>
                  </a:ln>
                </p:spPr>
                <p:txBody>
                  <a:bodyPr rtlCol="0" anchor="ctr"/>
                  <a:lstStyle/>
                  <a:p>
                    <a:endParaRPr lang="en-US"/>
                  </a:p>
                </p:txBody>
              </p:sp>
            </p:grpSp>
            <p:sp>
              <p:nvSpPr>
                <p:cNvPr id="66" name="Freeform: Shape 65">
                  <a:extLst>
                    <a:ext uri="{FF2B5EF4-FFF2-40B4-BE49-F238E27FC236}">
                      <a16:creationId xmlns:a16="http://schemas.microsoft.com/office/drawing/2014/main" id="{ED121BD0-D87A-A147-AA5F-1B380A596F66}"/>
                    </a:ext>
                  </a:extLst>
                </p:cNvPr>
                <p:cNvSpPr/>
                <p:nvPr/>
              </p:nvSpPr>
              <p:spPr>
                <a:xfrm>
                  <a:off x="2078461" y="1845892"/>
                  <a:ext cx="77396" cy="77393"/>
                </a:xfrm>
                <a:custGeom>
                  <a:avLst/>
                  <a:gdLst>
                    <a:gd name="connsiteX0" fmla="*/ 21543 w 77396"/>
                    <a:gd name="connsiteY0" fmla="*/ 77394 h 77393"/>
                    <a:gd name="connsiteX1" fmla="*/ 0 w 77396"/>
                    <a:gd name="connsiteY1" fmla="*/ 55830 h 77393"/>
                    <a:gd name="connsiteX2" fmla="*/ 6321 w 77396"/>
                    <a:gd name="connsiteY2" fmla="*/ 40591 h 77393"/>
                    <a:gd name="connsiteX3" fmla="*/ 40591 w 77396"/>
                    <a:gd name="connsiteY3" fmla="*/ 6320 h 77393"/>
                    <a:gd name="connsiteX4" fmla="*/ 71076 w 77396"/>
                    <a:gd name="connsiteY4" fmla="*/ 6307 h 77393"/>
                    <a:gd name="connsiteX5" fmla="*/ 71090 w 77396"/>
                    <a:gd name="connsiteY5" fmla="*/ 36792 h 77393"/>
                    <a:gd name="connsiteX6" fmla="*/ 36792 w 77396"/>
                    <a:gd name="connsiteY6" fmla="*/ 71089 h 77393"/>
                    <a:gd name="connsiteX7" fmla="*/ 21543 w 77396"/>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6" h="77393">
                      <a:moveTo>
                        <a:pt x="21543" y="77394"/>
                      </a:moveTo>
                      <a:cubicBezTo>
                        <a:pt x="9640" y="77388"/>
                        <a:pt x="-5" y="67734"/>
                        <a:pt x="0" y="55830"/>
                      </a:cubicBezTo>
                      <a:cubicBezTo>
                        <a:pt x="3" y="50113"/>
                        <a:pt x="2277" y="44631"/>
                        <a:pt x="6321" y="40591"/>
                      </a:cubicBezTo>
                      <a:lnTo>
                        <a:pt x="40591" y="6320"/>
                      </a:lnTo>
                      <a:cubicBezTo>
                        <a:pt x="49005" y="-2101"/>
                        <a:pt x="62654" y="-2108"/>
                        <a:pt x="71076" y="6307"/>
                      </a:cubicBezTo>
                      <a:cubicBezTo>
                        <a:pt x="79498" y="14722"/>
                        <a:pt x="79504" y="28370"/>
                        <a:pt x="71090" y="36792"/>
                      </a:cubicBezTo>
                      <a:lnTo>
                        <a:pt x="36792" y="71089"/>
                      </a:lnTo>
                      <a:cubicBezTo>
                        <a:pt x="32746" y="75130"/>
                        <a:pt x="27260" y="77398"/>
                        <a:pt x="21543" y="77394"/>
                      </a:cubicBezTo>
                      <a:close/>
                    </a:path>
                  </a:pathLst>
                </a:custGeom>
                <a:solidFill>
                  <a:srgbClr val="EF463C"/>
                </a:solidFill>
                <a:ln w="2667"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D2B9104C-5BB0-5576-F1C2-B6F8B31DD96B}"/>
                    </a:ext>
                  </a:extLst>
                </p:cNvPr>
                <p:cNvSpPr/>
                <p:nvPr/>
              </p:nvSpPr>
              <p:spPr>
                <a:xfrm>
                  <a:off x="1811694" y="1845165"/>
                  <a:ext cx="77397" cy="77393"/>
                </a:xfrm>
                <a:custGeom>
                  <a:avLst/>
                  <a:gdLst>
                    <a:gd name="connsiteX0" fmla="*/ 55854 w 77397"/>
                    <a:gd name="connsiteY0" fmla="*/ 77394 h 77393"/>
                    <a:gd name="connsiteX1" fmla="*/ 40604 w 77397"/>
                    <a:gd name="connsiteY1" fmla="*/ 71089 h 77393"/>
                    <a:gd name="connsiteX2" fmla="*/ 6307 w 77397"/>
                    <a:gd name="connsiteY2" fmla="*/ 36792 h 77393"/>
                    <a:gd name="connsiteX3" fmla="*/ 6320 w 77397"/>
                    <a:gd name="connsiteY3" fmla="*/ 6307 h 77393"/>
                    <a:gd name="connsiteX4" fmla="*/ 36805 w 77397"/>
                    <a:gd name="connsiteY4" fmla="*/ 6320 h 77393"/>
                    <a:gd name="connsiteX5" fmla="*/ 71103 w 77397"/>
                    <a:gd name="connsiteY5" fmla="*/ 40618 h 77393"/>
                    <a:gd name="connsiteX6" fmla="*/ 71066 w 77397"/>
                    <a:gd name="connsiteY6" fmla="*/ 71099 h 77393"/>
                    <a:gd name="connsiteX7" fmla="*/ 55854 w 77397"/>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7" h="77393">
                      <a:moveTo>
                        <a:pt x="55854" y="77394"/>
                      </a:moveTo>
                      <a:cubicBezTo>
                        <a:pt x="50135" y="77398"/>
                        <a:pt x="44650" y="75130"/>
                        <a:pt x="40604" y="71089"/>
                      </a:cubicBezTo>
                      <a:lnTo>
                        <a:pt x="6307" y="36792"/>
                      </a:lnTo>
                      <a:cubicBezTo>
                        <a:pt x="-2108" y="28370"/>
                        <a:pt x="-2101" y="14722"/>
                        <a:pt x="6320" y="6307"/>
                      </a:cubicBezTo>
                      <a:cubicBezTo>
                        <a:pt x="14742" y="-2108"/>
                        <a:pt x="28391" y="-2101"/>
                        <a:pt x="36805" y="6320"/>
                      </a:cubicBezTo>
                      <a:lnTo>
                        <a:pt x="71103" y="40618"/>
                      </a:lnTo>
                      <a:cubicBezTo>
                        <a:pt x="79510" y="49045"/>
                        <a:pt x="79493" y="62692"/>
                        <a:pt x="71066" y="71099"/>
                      </a:cubicBezTo>
                      <a:cubicBezTo>
                        <a:pt x="67028" y="75128"/>
                        <a:pt x="61558" y="77391"/>
                        <a:pt x="55854" y="77394"/>
                      </a:cubicBezTo>
                      <a:close/>
                    </a:path>
                  </a:pathLst>
                </a:custGeom>
                <a:solidFill>
                  <a:srgbClr val="EF463C"/>
                </a:solidFill>
                <a:ln w="2667"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153E3B11-0D81-B206-119C-EDF5DFD13969}"/>
                    </a:ext>
                  </a:extLst>
                </p:cNvPr>
                <p:cNvSpPr/>
                <p:nvPr/>
              </p:nvSpPr>
              <p:spPr>
                <a:xfrm>
                  <a:off x="1964108" y="1793479"/>
                  <a:ext cx="43107" cy="91603"/>
                </a:xfrm>
                <a:custGeom>
                  <a:avLst/>
                  <a:gdLst>
                    <a:gd name="connsiteX0" fmla="*/ 21554 w 43107"/>
                    <a:gd name="connsiteY0" fmla="*/ 91603 h 91603"/>
                    <a:gd name="connsiteX1" fmla="*/ 0 w 43107"/>
                    <a:gd name="connsiteY1" fmla="*/ 70050 h 91603"/>
                    <a:gd name="connsiteX2" fmla="*/ 0 w 43107"/>
                    <a:gd name="connsiteY2" fmla="*/ 21554 h 91603"/>
                    <a:gd name="connsiteX3" fmla="*/ 21554 w 43107"/>
                    <a:gd name="connsiteY3" fmla="*/ 0 h 91603"/>
                    <a:gd name="connsiteX4" fmla="*/ 43107 w 43107"/>
                    <a:gd name="connsiteY4" fmla="*/ 21554 h 91603"/>
                    <a:gd name="connsiteX5" fmla="*/ 43107 w 43107"/>
                    <a:gd name="connsiteY5" fmla="*/ 70050 h 91603"/>
                    <a:gd name="connsiteX6" fmla="*/ 21554 w 43107"/>
                    <a:gd name="connsiteY6" fmla="*/ 91603 h 91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107" h="91603">
                      <a:moveTo>
                        <a:pt x="21554" y="91603"/>
                      </a:moveTo>
                      <a:cubicBezTo>
                        <a:pt x="9650" y="91603"/>
                        <a:pt x="0" y="81954"/>
                        <a:pt x="0" y="70050"/>
                      </a:cubicBezTo>
                      <a:lnTo>
                        <a:pt x="0" y="21554"/>
                      </a:lnTo>
                      <a:cubicBezTo>
                        <a:pt x="0" y="9650"/>
                        <a:pt x="9650" y="0"/>
                        <a:pt x="21554" y="0"/>
                      </a:cubicBezTo>
                      <a:cubicBezTo>
                        <a:pt x="33458" y="0"/>
                        <a:pt x="43107" y="9650"/>
                        <a:pt x="43107" y="21554"/>
                      </a:cubicBezTo>
                      <a:lnTo>
                        <a:pt x="43107" y="70050"/>
                      </a:lnTo>
                      <a:cubicBezTo>
                        <a:pt x="43107" y="81954"/>
                        <a:pt x="33458" y="91603"/>
                        <a:pt x="21554" y="91603"/>
                      </a:cubicBezTo>
                      <a:close/>
                    </a:path>
                  </a:pathLst>
                </a:custGeom>
                <a:solidFill>
                  <a:srgbClr val="EF463C"/>
                </a:solidFill>
                <a:ln w="2667"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D8D34E65-28FD-9CD6-EC47-E7F2C8A3563F}"/>
                    </a:ext>
                  </a:extLst>
                </p:cNvPr>
                <p:cNvSpPr/>
                <p:nvPr/>
              </p:nvSpPr>
              <p:spPr>
                <a:xfrm>
                  <a:off x="2126354"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1" y="43107"/>
                        <a:pt x="0" y="33458"/>
                        <a:pt x="0" y="21554"/>
                      </a:cubicBezTo>
                      <a:cubicBezTo>
                        <a:pt x="0" y="9650"/>
                        <a:pt x="9651" y="0"/>
                        <a:pt x="21554" y="0"/>
                      </a:cubicBezTo>
                      <a:lnTo>
                        <a:pt x="61967" y="0"/>
                      </a:lnTo>
                      <a:cubicBezTo>
                        <a:pt x="73870" y="0"/>
                        <a:pt x="83521" y="9650"/>
                        <a:pt x="83521" y="21554"/>
                      </a:cubicBezTo>
                      <a:cubicBezTo>
                        <a:pt x="83521" y="33458"/>
                        <a:pt x="73870" y="43107"/>
                        <a:pt x="61967" y="43107"/>
                      </a:cubicBezTo>
                      <a:close/>
                    </a:path>
                  </a:pathLst>
                </a:custGeom>
                <a:solidFill>
                  <a:srgbClr val="EF463C"/>
                </a:solidFill>
                <a:ln w="2667" cap="flat">
                  <a:noFill/>
                  <a:prstDash val="solid"/>
                  <a:miter/>
                </a:ln>
              </p:spPr>
              <p:txBody>
                <a:bodyPr rtlCol="0" anchor="ctr"/>
                <a:lstStyle/>
                <a:p>
                  <a:endParaRPr lang="en-US"/>
                </a:p>
              </p:txBody>
            </p:sp>
          </p:grpSp>
        </p:grpSp>
        <p:grpSp>
          <p:nvGrpSpPr>
            <p:cNvPr id="52" name="Group 51">
              <a:extLst>
                <a:ext uri="{FF2B5EF4-FFF2-40B4-BE49-F238E27FC236}">
                  <a16:creationId xmlns:a16="http://schemas.microsoft.com/office/drawing/2014/main" id="{C291302B-DD62-3542-9726-B4359912CE08}"/>
                </a:ext>
              </a:extLst>
            </p:cNvPr>
            <p:cNvGrpSpPr/>
            <p:nvPr/>
          </p:nvGrpSpPr>
          <p:grpSpPr>
            <a:xfrm>
              <a:off x="1650814" y="1484737"/>
              <a:ext cx="471791" cy="471791"/>
              <a:chOff x="433241" y="1570462"/>
              <a:chExt cx="471791" cy="471791"/>
            </a:xfrm>
          </p:grpSpPr>
          <p:sp>
            <p:nvSpPr>
              <p:cNvPr id="53" name="Oval 52">
                <a:extLst>
                  <a:ext uri="{FF2B5EF4-FFF2-40B4-BE49-F238E27FC236}">
                    <a16:creationId xmlns:a16="http://schemas.microsoft.com/office/drawing/2014/main" id="{B1DE754D-2B37-2E48-AC4B-7367060BF0A0}"/>
                  </a:ext>
                </a:extLst>
              </p:cNvPr>
              <p:cNvSpPr/>
              <p:nvPr/>
            </p:nvSpPr>
            <p:spPr>
              <a:xfrm>
                <a:off x="433241"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FFFFFF"/>
                  </a:solidFill>
                  <a:effectLst/>
                  <a:uLnTx/>
                  <a:uFillTx/>
                  <a:latin typeface="Century Gothic" panose="020F0302020204030204"/>
                  <a:ea typeface="+mn-ea"/>
                  <a:cs typeface="+mn-cs"/>
                </a:endParaRPr>
              </a:p>
            </p:txBody>
          </p:sp>
          <p:grpSp>
            <p:nvGrpSpPr>
              <p:cNvPr id="54" name="Group 53">
                <a:extLst>
                  <a:ext uri="{FF2B5EF4-FFF2-40B4-BE49-F238E27FC236}">
                    <a16:creationId xmlns:a16="http://schemas.microsoft.com/office/drawing/2014/main" id="{EA920589-8419-2E10-677E-79F0890901A7}"/>
                  </a:ext>
                </a:extLst>
              </p:cNvPr>
              <p:cNvGrpSpPr/>
              <p:nvPr/>
            </p:nvGrpSpPr>
            <p:grpSpPr>
              <a:xfrm>
                <a:off x="543450" y="1674683"/>
                <a:ext cx="251373" cy="260212"/>
                <a:chOff x="738790" y="2040956"/>
                <a:chExt cx="251373" cy="260212"/>
              </a:xfrm>
            </p:grpSpPr>
            <p:sp>
              <p:nvSpPr>
                <p:cNvPr id="55" name="Freeform 176">
                  <a:extLst>
                    <a:ext uri="{FF2B5EF4-FFF2-40B4-BE49-F238E27FC236}">
                      <a16:creationId xmlns:a16="http://schemas.microsoft.com/office/drawing/2014/main" id="{7E8164D8-0DF9-B078-D42B-B536D1C331C1}"/>
                    </a:ext>
                  </a:extLst>
                </p:cNvPr>
                <p:cNvSpPr/>
                <p:nvPr/>
              </p:nvSpPr>
              <p:spPr>
                <a:xfrm>
                  <a:off x="738790" y="2134679"/>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4"/>
                        <a:pt x="5614" y="0"/>
                        <a:pt x="12540" y="0"/>
                      </a:cubicBezTo>
                      <a:lnTo>
                        <a:pt x="65163" y="0"/>
                      </a:lnTo>
                      <a:cubicBezTo>
                        <a:pt x="72089" y="0"/>
                        <a:pt x="77703" y="5614"/>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56" name="Freeform 177">
                  <a:extLst>
                    <a:ext uri="{FF2B5EF4-FFF2-40B4-BE49-F238E27FC236}">
                      <a16:creationId xmlns:a16="http://schemas.microsoft.com/office/drawing/2014/main" id="{6D2B4194-8253-EAAA-6975-B758DBE92B4F}"/>
                    </a:ext>
                  </a:extLst>
                </p:cNvPr>
                <p:cNvSpPr/>
                <p:nvPr/>
              </p:nvSpPr>
              <p:spPr>
                <a:xfrm>
                  <a:off x="738790" y="2223465"/>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5"/>
                        <a:pt x="5614" y="0"/>
                        <a:pt x="12540" y="0"/>
                      </a:cubicBezTo>
                      <a:lnTo>
                        <a:pt x="65163" y="0"/>
                      </a:lnTo>
                      <a:cubicBezTo>
                        <a:pt x="72089" y="0"/>
                        <a:pt x="77703" y="5615"/>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57" name="Freeform 178">
                  <a:extLst>
                    <a:ext uri="{FF2B5EF4-FFF2-40B4-BE49-F238E27FC236}">
                      <a16:creationId xmlns:a16="http://schemas.microsoft.com/office/drawing/2014/main" id="{8F5586B3-0345-C7ED-5C52-5CDD971A7D5E}"/>
                    </a:ext>
                  </a:extLst>
                </p:cNvPr>
                <p:cNvSpPr/>
                <p:nvPr/>
              </p:nvSpPr>
              <p:spPr>
                <a:xfrm>
                  <a:off x="791413" y="2082057"/>
                  <a:ext cx="86732" cy="104006"/>
                </a:xfrm>
                <a:custGeom>
                  <a:avLst/>
                  <a:gdLst>
                    <a:gd name="connsiteX0" fmla="*/ 74192 w 86732"/>
                    <a:gd name="connsiteY0" fmla="*/ 104006 h 104006"/>
                    <a:gd name="connsiteX1" fmla="*/ 12540 w 86732"/>
                    <a:gd name="connsiteY1" fmla="*/ 104006 h 104006"/>
                    <a:gd name="connsiteX2" fmla="*/ 0 w 86732"/>
                    <a:gd name="connsiteY2" fmla="*/ 91466 h 104006"/>
                    <a:gd name="connsiteX3" fmla="*/ 12540 w 86732"/>
                    <a:gd name="connsiteY3" fmla="*/ 78926 h 104006"/>
                    <a:gd name="connsiteX4" fmla="*/ 61651 w 86732"/>
                    <a:gd name="connsiteY4" fmla="*/ 78926 h 104006"/>
                    <a:gd name="connsiteX5" fmla="*/ 61651 w 86732"/>
                    <a:gd name="connsiteY5" fmla="*/ 12540 h 104006"/>
                    <a:gd name="connsiteX6" fmla="*/ 74192 w 86732"/>
                    <a:gd name="connsiteY6" fmla="*/ 0 h 104006"/>
                    <a:gd name="connsiteX7" fmla="*/ 86732 w 86732"/>
                    <a:gd name="connsiteY7" fmla="*/ 12540 h 104006"/>
                    <a:gd name="connsiteX8" fmla="*/ 86732 w 86732"/>
                    <a:gd name="connsiteY8" fmla="*/ 91466 h 104006"/>
                    <a:gd name="connsiteX9" fmla="*/ 74192 w 86732"/>
                    <a:gd name="connsiteY9" fmla="*/ 104006 h 10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732" h="104006">
                      <a:moveTo>
                        <a:pt x="74192" y="104006"/>
                      </a:moveTo>
                      <a:lnTo>
                        <a:pt x="12540" y="104006"/>
                      </a:lnTo>
                      <a:cubicBezTo>
                        <a:pt x="5614" y="104006"/>
                        <a:pt x="0" y="98392"/>
                        <a:pt x="0" y="91466"/>
                      </a:cubicBezTo>
                      <a:cubicBezTo>
                        <a:pt x="0" y="84540"/>
                        <a:pt x="5614" y="78926"/>
                        <a:pt x="12540" y="78926"/>
                      </a:cubicBezTo>
                      <a:lnTo>
                        <a:pt x="61651" y="78926"/>
                      </a:lnTo>
                      <a:lnTo>
                        <a:pt x="61651" y="12540"/>
                      </a:lnTo>
                      <a:cubicBezTo>
                        <a:pt x="61651" y="5614"/>
                        <a:pt x="67266" y="0"/>
                        <a:pt x="74192" y="0"/>
                      </a:cubicBezTo>
                      <a:cubicBezTo>
                        <a:pt x="81118" y="0"/>
                        <a:pt x="86732" y="5614"/>
                        <a:pt x="86732" y="12540"/>
                      </a:cubicBezTo>
                      <a:lnTo>
                        <a:pt x="86732" y="91466"/>
                      </a:lnTo>
                      <a:cubicBezTo>
                        <a:pt x="86732" y="98392"/>
                        <a:pt x="81118" y="104006"/>
                        <a:pt x="74192" y="104006"/>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58" name="Freeform 179">
                  <a:extLst>
                    <a:ext uri="{FF2B5EF4-FFF2-40B4-BE49-F238E27FC236}">
                      <a16:creationId xmlns:a16="http://schemas.microsoft.com/office/drawing/2014/main" id="{F2A14B92-1F4B-08CB-7EA7-6E878795340A}"/>
                    </a:ext>
                  </a:extLst>
                </p:cNvPr>
                <p:cNvSpPr/>
                <p:nvPr/>
              </p:nvSpPr>
              <p:spPr>
                <a:xfrm>
                  <a:off x="853064" y="2160983"/>
                  <a:ext cx="62701" cy="25080"/>
                </a:xfrm>
                <a:custGeom>
                  <a:avLst/>
                  <a:gdLst>
                    <a:gd name="connsiteX0" fmla="*/ 50161 w 62701"/>
                    <a:gd name="connsiteY0" fmla="*/ 25081 h 25080"/>
                    <a:gd name="connsiteX1" fmla="*/ 12540 w 62701"/>
                    <a:gd name="connsiteY1" fmla="*/ 25081 h 25080"/>
                    <a:gd name="connsiteX2" fmla="*/ 0 w 62701"/>
                    <a:gd name="connsiteY2" fmla="*/ 12540 h 25080"/>
                    <a:gd name="connsiteX3" fmla="*/ 12540 w 62701"/>
                    <a:gd name="connsiteY3" fmla="*/ 0 h 25080"/>
                    <a:gd name="connsiteX4" fmla="*/ 50161 w 62701"/>
                    <a:gd name="connsiteY4" fmla="*/ 0 h 25080"/>
                    <a:gd name="connsiteX5" fmla="*/ 62702 w 62701"/>
                    <a:gd name="connsiteY5" fmla="*/ 12540 h 25080"/>
                    <a:gd name="connsiteX6" fmla="*/ 50161 w 62701"/>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01" h="25080">
                      <a:moveTo>
                        <a:pt x="50161" y="25081"/>
                      </a:moveTo>
                      <a:lnTo>
                        <a:pt x="12540" y="25081"/>
                      </a:lnTo>
                      <a:cubicBezTo>
                        <a:pt x="5614" y="25081"/>
                        <a:pt x="0" y="19466"/>
                        <a:pt x="0" y="12540"/>
                      </a:cubicBezTo>
                      <a:cubicBezTo>
                        <a:pt x="0" y="5614"/>
                        <a:pt x="5614" y="0"/>
                        <a:pt x="12540" y="0"/>
                      </a:cubicBezTo>
                      <a:lnTo>
                        <a:pt x="50161" y="0"/>
                      </a:lnTo>
                      <a:cubicBezTo>
                        <a:pt x="57087" y="0"/>
                        <a:pt x="62702" y="5614"/>
                        <a:pt x="62702" y="12540"/>
                      </a:cubicBezTo>
                      <a:cubicBezTo>
                        <a:pt x="62702" y="19466"/>
                        <a:pt x="57087" y="25081"/>
                        <a:pt x="50161"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59" name="Freeform 180">
                  <a:extLst>
                    <a:ext uri="{FF2B5EF4-FFF2-40B4-BE49-F238E27FC236}">
                      <a16:creationId xmlns:a16="http://schemas.microsoft.com/office/drawing/2014/main" id="{AD923349-01F9-BA92-6172-3E3898A1B656}"/>
                    </a:ext>
                  </a:extLst>
                </p:cNvPr>
                <p:cNvSpPr/>
                <p:nvPr/>
              </p:nvSpPr>
              <p:spPr>
                <a:xfrm>
                  <a:off x="791413" y="2198196"/>
                  <a:ext cx="161550" cy="76668"/>
                </a:xfrm>
                <a:custGeom>
                  <a:avLst/>
                  <a:gdLst>
                    <a:gd name="connsiteX0" fmla="*/ 149011 w 161550"/>
                    <a:gd name="connsiteY0" fmla="*/ 76669 h 76668"/>
                    <a:gd name="connsiteX1" fmla="*/ 12540 w 161550"/>
                    <a:gd name="connsiteY1" fmla="*/ 76669 h 76668"/>
                    <a:gd name="connsiteX2" fmla="*/ 0 w 161550"/>
                    <a:gd name="connsiteY2" fmla="*/ 64128 h 76668"/>
                    <a:gd name="connsiteX3" fmla="*/ 12540 w 161550"/>
                    <a:gd name="connsiteY3" fmla="*/ 51588 h 76668"/>
                    <a:gd name="connsiteX4" fmla="*/ 136470 w 161550"/>
                    <a:gd name="connsiteY4" fmla="*/ 51588 h 76668"/>
                    <a:gd name="connsiteX5" fmla="*/ 136470 w 161550"/>
                    <a:gd name="connsiteY5" fmla="*/ 12540 h 76668"/>
                    <a:gd name="connsiteX6" fmla="*/ 149011 w 161550"/>
                    <a:gd name="connsiteY6" fmla="*/ 0 h 76668"/>
                    <a:gd name="connsiteX7" fmla="*/ 161551 w 161550"/>
                    <a:gd name="connsiteY7" fmla="*/ 12540 h 76668"/>
                    <a:gd name="connsiteX8" fmla="*/ 161551 w 161550"/>
                    <a:gd name="connsiteY8" fmla="*/ 64128 h 76668"/>
                    <a:gd name="connsiteX9" fmla="*/ 149011 w 161550"/>
                    <a:gd name="connsiteY9" fmla="*/ 76669 h 7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550" h="76668">
                      <a:moveTo>
                        <a:pt x="149011" y="76669"/>
                      </a:moveTo>
                      <a:lnTo>
                        <a:pt x="12540" y="76669"/>
                      </a:lnTo>
                      <a:cubicBezTo>
                        <a:pt x="5614" y="76669"/>
                        <a:pt x="0" y="71054"/>
                        <a:pt x="0" y="64128"/>
                      </a:cubicBezTo>
                      <a:cubicBezTo>
                        <a:pt x="0" y="57203"/>
                        <a:pt x="5614" y="51588"/>
                        <a:pt x="12540" y="51588"/>
                      </a:cubicBezTo>
                      <a:lnTo>
                        <a:pt x="136470" y="51588"/>
                      </a:lnTo>
                      <a:lnTo>
                        <a:pt x="136470" y="12540"/>
                      </a:lnTo>
                      <a:cubicBezTo>
                        <a:pt x="136470" y="5615"/>
                        <a:pt x="142085" y="0"/>
                        <a:pt x="149011" y="0"/>
                      </a:cubicBezTo>
                      <a:cubicBezTo>
                        <a:pt x="155936" y="0"/>
                        <a:pt x="161551" y="5615"/>
                        <a:pt x="161551" y="12540"/>
                      </a:cubicBezTo>
                      <a:lnTo>
                        <a:pt x="161551" y="64128"/>
                      </a:lnTo>
                      <a:cubicBezTo>
                        <a:pt x="161551" y="71054"/>
                        <a:pt x="155936" y="76669"/>
                        <a:pt x="149011" y="76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60" name="Freeform 181">
                  <a:extLst>
                    <a:ext uri="{FF2B5EF4-FFF2-40B4-BE49-F238E27FC236}">
                      <a16:creationId xmlns:a16="http://schemas.microsoft.com/office/drawing/2014/main" id="{2D620A54-2208-C827-BCB7-BF55763669D4}"/>
                    </a:ext>
                  </a:extLst>
                </p:cNvPr>
                <p:cNvSpPr/>
                <p:nvPr/>
              </p:nvSpPr>
              <p:spPr>
                <a:xfrm>
                  <a:off x="890683" y="2123775"/>
                  <a:ext cx="99480" cy="99501"/>
                </a:xfrm>
                <a:custGeom>
                  <a:avLst/>
                  <a:gdLst>
                    <a:gd name="connsiteX0" fmla="*/ 49740 w 99480"/>
                    <a:gd name="connsiteY0" fmla="*/ 99502 h 99501"/>
                    <a:gd name="connsiteX1" fmla="*/ 40868 w 99480"/>
                    <a:gd name="connsiteY1" fmla="*/ 95834 h 99501"/>
                    <a:gd name="connsiteX2" fmla="*/ 3670 w 99480"/>
                    <a:gd name="connsiteY2" fmla="*/ 58620 h 99501"/>
                    <a:gd name="connsiteX3" fmla="*/ 3670 w 99480"/>
                    <a:gd name="connsiteY3" fmla="*/ 40891 h 99501"/>
                    <a:gd name="connsiteX4" fmla="*/ 40868 w 99480"/>
                    <a:gd name="connsiteY4" fmla="*/ 3678 h 99501"/>
                    <a:gd name="connsiteX5" fmla="*/ 58603 w 99480"/>
                    <a:gd name="connsiteY5" fmla="*/ 3668 h 99501"/>
                    <a:gd name="connsiteX6" fmla="*/ 58613 w 99480"/>
                    <a:gd name="connsiteY6" fmla="*/ 3678 h 99501"/>
                    <a:gd name="connsiteX7" fmla="*/ 95811 w 99480"/>
                    <a:gd name="connsiteY7" fmla="*/ 40891 h 99501"/>
                    <a:gd name="connsiteX8" fmla="*/ 95811 w 99480"/>
                    <a:gd name="connsiteY8" fmla="*/ 58620 h 99501"/>
                    <a:gd name="connsiteX9" fmla="*/ 58613 w 99480"/>
                    <a:gd name="connsiteY9" fmla="*/ 95834 h 99501"/>
                    <a:gd name="connsiteX10" fmla="*/ 49740 w 99480"/>
                    <a:gd name="connsiteY10" fmla="*/ 99502 h 99501"/>
                    <a:gd name="connsiteX11" fmla="*/ 30272 w 99480"/>
                    <a:gd name="connsiteY11" fmla="*/ 49748 h 99501"/>
                    <a:gd name="connsiteX12" fmla="*/ 49740 w 99480"/>
                    <a:gd name="connsiteY12" fmla="*/ 69233 h 99501"/>
                    <a:gd name="connsiteX13" fmla="*/ 69209 w 99480"/>
                    <a:gd name="connsiteY13" fmla="*/ 49748 h 99501"/>
                    <a:gd name="connsiteX14" fmla="*/ 49740 w 99480"/>
                    <a:gd name="connsiteY14" fmla="*/ 30279 h 9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480" h="99501">
                      <a:moveTo>
                        <a:pt x="49740" y="99502"/>
                      </a:moveTo>
                      <a:cubicBezTo>
                        <a:pt x="46414" y="99505"/>
                        <a:pt x="43223" y="98185"/>
                        <a:pt x="40868" y="95834"/>
                      </a:cubicBezTo>
                      <a:lnTo>
                        <a:pt x="3670" y="58620"/>
                      </a:lnTo>
                      <a:cubicBezTo>
                        <a:pt x="-1223" y="53724"/>
                        <a:pt x="-1223" y="45788"/>
                        <a:pt x="3670" y="40891"/>
                      </a:cubicBezTo>
                      <a:lnTo>
                        <a:pt x="40868" y="3678"/>
                      </a:lnTo>
                      <a:cubicBezTo>
                        <a:pt x="45762" y="-1222"/>
                        <a:pt x="53703" y="-1227"/>
                        <a:pt x="58603" y="3668"/>
                      </a:cubicBezTo>
                      <a:cubicBezTo>
                        <a:pt x="58607" y="3671"/>
                        <a:pt x="58610" y="3675"/>
                        <a:pt x="58613" y="3678"/>
                      </a:cubicBezTo>
                      <a:lnTo>
                        <a:pt x="95811" y="40891"/>
                      </a:lnTo>
                      <a:cubicBezTo>
                        <a:pt x="100704" y="45788"/>
                        <a:pt x="100704" y="53724"/>
                        <a:pt x="95811" y="58620"/>
                      </a:cubicBezTo>
                      <a:lnTo>
                        <a:pt x="58613" y="95834"/>
                      </a:lnTo>
                      <a:cubicBezTo>
                        <a:pt x="56258" y="98185"/>
                        <a:pt x="53067" y="99505"/>
                        <a:pt x="49740" y="99502"/>
                      </a:cubicBezTo>
                      <a:close/>
                      <a:moveTo>
                        <a:pt x="30272" y="49748"/>
                      </a:moveTo>
                      <a:lnTo>
                        <a:pt x="49740" y="69233"/>
                      </a:lnTo>
                      <a:lnTo>
                        <a:pt x="69209" y="49748"/>
                      </a:lnTo>
                      <a:lnTo>
                        <a:pt x="49740" y="30279"/>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sp>
              <p:nvSpPr>
                <p:cNvPr id="61" name="Freeform 182">
                  <a:extLst>
                    <a:ext uri="{FF2B5EF4-FFF2-40B4-BE49-F238E27FC236}">
                      <a16:creationId xmlns:a16="http://schemas.microsoft.com/office/drawing/2014/main" id="{61A6FF36-3CAD-4BF3-4404-693C196B2E4F}"/>
                    </a:ext>
                  </a:extLst>
                </p:cNvPr>
                <p:cNvSpPr/>
                <p:nvPr/>
              </p:nvSpPr>
              <p:spPr>
                <a:xfrm>
                  <a:off x="786397" y="2040956"/>
                  <a:ext cx="158321" cy="66181"/>
                </a:xfrm>
                <a:custGeom>
                  <a:avLst/>
                  <a:gdLst>
                    <a:gd name="connsiteX0" fmla="*/ 145781 w 158321"/>
                    <a:gd name="connsiteY0" fmla="*/ 66182 h 66181"/>
                    <a:gd name="connsiteX1" fmla="*/ 12540 w 158321"/>
                    <a:gd name="connsiteY1" fmla="*/ 66182 h 66181"/>
                    <a:gd name="connsiteX2" fmla="*/ 0 w 158321"/>
                    <a:gd name="connsiteY2" fmla="*/ 53641 h 66181"/>
                    <a:gd name="connsiteX3" fmla="*/ 0 w 158321"/>
                    <a:gd name="connsiteY3" fmla="*/ 12540 h 66181"/>
                    <a:gd name="connsiteX4" fmla="*/ 12540 w 158321"/>
                    <a:gd name="connsiteY4" fmla="*/ 0 h 66181"/>
                    <a:gd name="connsiteX5" fmla="*/ 145781 w 158321"/>
                    <a:gd name="connsiteY5" fmla="*/ 0 h 66181"/>
                    <a:gd name="connsiteX6" fmla="*/ 158322 w 158321"/>
                    <a:gd name="connsiteY6" fmla="*/ 12540 h 66181"/>
                    <a:gd name="connsiteX7" fmla="*/ 158322 w 158321"/>
                    <a:gd name="connsiteY7" fmla="*/ 53641 h 66181"/>
                    <a:gd name="connsiteX8" fmla="*/ 145781 w 158321"/>
                    <a:gd name="connsiteY8" fmla="*/ 66182 h 66181"/>
                    <a:gd name="connsiteX9" fmla="*/ 25081 w 158321"/>
                    <a:gd name="connsiteY9" fmla="*/ 41101 h 66181"/>
                    <a:gd name="connsiteX10" fmla="*/ 133241 w 158321"/>
                    <a:gd name="connsiteY10" fmla="*/ 41101 h 66181"/>
                    <a:gd name="connsiteX11" fmla="*/ 133241 w 158321"/>
                    <a:gd name="connsiteY11" fmla="*/ 25081 h 66181"/>
                    <a:gd name="connsiteX12" fmla="*/ 25081 w 158321"/>
                    <a:gd name="connsiteY12" fmla="*/ 25081 h 6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321" h="66181">
                      <a:moveTo>
                        <a:pt x="145781" y="66182"/>
                      </a:moveTo>
                      <a:lnTo>
                        <a:pt x="12540" y="66182"/>
                      </a:lnTo>
                      <a:cubicBezTo>
                        <a:pt x="5614" y="66182"/>
                        <a:pt x="0" y="60567"/>
                        <a:pt x="0" y="53641"/>
                      </a:cubicBezTo>
                      <a:lnTo>
                        <a:pt x="0" y="12540"/>
                      </a:lnTo>
                      <a:cubicBezTo>
                        <a:pt x="0" y="5614"/>
                        <a:pt x="5614" y="0"/>
                        <a:pt x="12540" y="0"/>
                      </a:cubicBezTo>
                      <a:lnTo>
                        <a:pt x="145781" y="0"/>
                      </a:lnTo>
                      <a:cubicBezTo>
                        <a:pt x="152707" y="0"/>
                        <a:pt x="158322" y="5614"/>
                        <a:pt x="158322" y="12540"/>
                      </a:cubicBezTo>
                      <a:lnTo>
                        <a:pt x="158322" y="53641"/>
                      </a:lnTo>
                      <a:cubicBezTo>
                        <a:pt x="158322" y="60567"/>
                        <a:pt x="152707" y="66182"/>
                        <a:pt x="145781" y="66182"/>
                      </a:cubicBezTo>
                      <a:close/>
                      <a:moveTo>
                        <a:pt x="25081" y="41101"/>
                      </a:moveTo>
                      <a:lnTo>
                        <a:pt x="133241" y="41101"/>
                      </a:lnTo>
                      <a:lnTo>
                        <a:pt x="133241" y="25081"/>
                      </a:lnTo>
                      <a:lnTo>
                        <a:pt x="25081" y="25081"/>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3C3C3C"/>
                    </a:solidFill>
                    <a:effectLst/>
                    <a:uLnTx/>
                    <a:uFillTx/>
                    <a:latin typeface="Century Gothic" panose="020F0302020204030204"/>
                    <a:ea typeface="+mn-ea"/>
                    <a:cs typeface="+mn-cs"/>
                  </a:endParaRPr>
                </a:p>
              </p:txBody>
            </p:sp>
          </p:grpSp>
        </p:grpSp>
      </p:grpSp>
      <p:grpSp>
        <p:nvGrpSpPr>
          <p:cNvPr id="4" name="Group 3">
            <a:extLst>
              <a:ext uri="{FF2B5EF4-FFF2-40B4-BE49-F238E27FC236}">
                <a16:creationId xmlns:a16="http://schemas.microsoft.com/office/drawing/2014/main" id="{31557C5A-B9F1-C0E0-610A-2718D5FD9B7C}"/>
              </a:ext>
            </a:extLst>
          </p:cNvPr>
          <p:cNvGrpSpPr/>
          <p:nvPr/>
        </p:nvGrpSpPr>
        <p:grpSpPr>
          <a:xfrm>
            <a:off x="10667997" y="-3"/>
            <a:ext cx="1143475" cy="828677"/>
            <a:chOff x="10667997" y="-3"/>
            <a:chExt cx="1143475" cy="828677"/>
          </a:xfrm>
        </p:grpSpPr>
        <p:sp>
          <p:nvSpPr>
            <p:cNvPr id="5" name="Round Same-side Corner of Rectangle 3">
              <a:extLst>
                <a:ext uri="{FF2B5EF4-FFF2-40B4-BE49-F238E27FC236}">
                  <a16:creationId xmlns:a16="http://schemas.microsoft.com/office/drawing/2014/main" id="{E1DEB374-1525-421C-3C7C-7B38FC22CC37}"/>
                </a:ext>
              </a:extLst>
            </p:cNvPr>
            <p:cNvSpPr/>
            <p:nvPr/>
          </p:nvSpPr>
          <p:spPr>
            <a:xfrm rot="10800000">
              <a:off x="10667997" y="-3"/>
              <a:ext cx="1143475" cy="828677"/>
            </a:xfrm>
            <a:prstGeom prst="round2SameRect">
              <a:avLst/>
            </a:prstGeom>
            <a:solidFill>
              <a:schemeClr val="bg1"/>
            </a:solidFill>
            <a:ln>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6" name="Picture 5">
              <a:extLst>
                <a:ext uri="{FF2B5EF4-FFF2-40B4-BE49-F238E27FC236}">
                  <a16:creationId xmlns:a16="http://schemas.microsoft.com/office/drawing/2014/main" id="{41D1EDE1-CF2E-4D9D-6176-D08B12A6656B}"/>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0957794" y="135851"/>
              <a:ext cx="563880" cy="563880"/>
            </a:xfrm>
            <a:prstGeom prst="rect">
              <a:avLst/>
            </a:prstGeom>
          </p:spPr>
        </p:pic>
      </p:grpSp>
      <p:sp>
        <p:nvSpPr>
          <p:cNvPr id="131" name="Rectangle 130">
            <a:extLst>
              <a:ext uri="{FF2B5EF4-FFF2-40B4-BE49-F238E27FC236}">
                <a16:creationId xmlns:a16="http://schemas.microsoft.com/office/drawing/2014/main" id="{C63B1819-EE82-14CC-6489-995FBDAC8834}"/>
              </a:ext>
            </a:extLst>
          </p:cNvPr>
          <p:cNvSpPr/>
          <p:nvPr/>
        </p:nvSpPr>
        <p:spPr>
          <a:xfrm>
            <a:off x="2488624" y="2722063"/>
            <a:ext cx="2286880" cy="3542757"/>
          </a:xfrm>
          <a:prstGeom prst="rect">
            <a:avLst/>
          </a:prstGeom>
          <a:gradFill flip="none" rotWithShape="1">
            <a:gsLst>
              <a:gs pos="0">
                <a:srgbClr val="FFFFFF">
                  <a:alpha val="0"/>
                </a:srgbClr>
              </a:gs>
              <a:gs pos="63000">
                <a:schemeClr val="bg1"/>
              </a:gs>
              <a:gs pos="100000">
                <a:schemeClr val="bg1">
                  <a:lumMod val="8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360000" rtlCol="0" anchor="t">
            <a:noAutofit/>
          </a:bodyPr>
          <a:lstStyle/>
          <a:p>
            <a:pPr marL="92075" indent="-92075">
              <a:spcAft>
                <a:spcPts val="600"/>
              </a:spcAft>
              <a:buFont typeface="Arial" panose="020B0604020202020204" pitchFamily="34" charset="0"/>
              <a:buChar char="•"/>
            </a:pPr>
            <a:r>
              <a:rPr lang="en-US" sz="700">
                <a:solidFill>
                  <a:schemeClr val="tx1"/>
                </a:solidFill>
              </a:rPr>
              <a:t>Customer Process Discovery validated</a:t>
            </a:r>
          </a:p>
          <a:p>
            <a:pPr marL="92075" indent="-92075">
              <a:spcAft>
                <a:spcPts val="600"/>
              </a:spcAft>
              <a:buFont typeface="Arial" panose="020B0604020202020204" pitchFamily="34" charset="0"/>
              <a:buChar char="•"/>
            </a:pPr>
            <a:r>
              <a:rPr lang="en-US" sz="700">
                <a:solidFill>
                  <a:schemeClr val="tx1"/>
                </a:solidFill>
              </a:rPr>
              <a:t>Conceptual design validated</a:t>
            </a:r>
          </a:p>
          <a:p>
            <a:pPr marL="92075" indent="-92075">
              <a:spcAft>
                <a:spcPts val="600"/>
              </a:spcAft>
              <a:buFont typeface="Arial" panose="020B0604020202020204" pitchFamily="34" charset="0"/>
              <a:buChar char="•"/>
            </a:pPr>
            <a:r>
              <a:rPr lang="en-US" sz="700">
                <a:solidFill>
                  <a:schemeClr val="tx1"/>
                </a:solidFill>
              </a:rPr>
              <a:t>Approach for the REA phase confirmed</a:t>
            </a:r>
          </a:p>
          <a:p>
            <a:pPr marL="92075" indent="-92075">
              <a:spcAft>
                <a:spcPts val="600"/>
              </a:spcAft>
              <a:buFont typeface="Arial" panose="020B0604020202020204" pitchFamily="34" charset="0"/>
              <a:buChar char="•"/>
            </a:pPr>
            <a:r>
              <a:rPr lang="en-US" sz="700">
                <a:solidFill>
                  <a:schemeClr val="tx1"/>
                </a:solidFill>
              </a:rPr>
              <a:t>Solution landscape validated</a:t>
            </a:r>
          </a:p>
          <a:p>
            <a:pPr marL="92075" indent="-92075">
              <a:spcAft>
                <a:spcPts val="600"/>
              </a:spcAft>
              <a:buFont typeface="Arial" panose="020B0604020202020204" pitchFamily="34" charset="0"/>
              <a:buChar char="•"/>
            </a:pPr>
            <a:r>
              <a:rPr lang="en-US" sz="700">
                <a:solidFill>
                  <a:schemeClr val="tx1"/>
                </a:solidFill>
              </a:rPr>
              <a:t>Blueprint documents signed off</a:t>
            </a:r>
          </a:p>
          <a:p>
            <a:pPr marL="92075" indent="-92075">
              <a:spcAft>
                <a:spcPts val="600"/>
              </a:spcAft>
              <a:buFont typeface="Arial" panose="020B0604020202020204" pitchFamily="34" charset="0"/>
              <a:buChar char="•"/>
            </a:pPr>
            <a:r>
              <a:rPr lang="en-GB" sz="700">
                <a:solidFill>
                  <a:schemeClr val="tx1"/>
                </a:solidFill>
              </a:rPr>
              <a:t>All custom developments have been identified, prioritized, and decisions made on in-scope or out-of-scope items.</a:t>
            </a:r>
          </a:p>
          <a:p>
            <a:pPr marL="92075" indent="-92075">
              <a:spcAft>
                <a:spcPts val="600"/>
              </a:spcAft>
              <a:buFont typeface="Arial" panose="020B0604020202020204" pitchFamily="34" charset="0"/>
              <a:buChar char="•"/>
            </a:pPr>
            <a:r>
              <a:rPr lang="en-US" sz="700">
                <a:solidFill>
                  <a:schemeClr val="tx1"/>
                </a:solidFill>
              </a:rPr>
              <a:t>Backlog prepared for the REA phase</a:t>
            </a:r>
          </a:p>
          <a:p>
            <a:pPr marL="92075" indent="-92075">
              <a:spcAft>
                <a:spcPts val="600"/>
              </a:spcAft>
              <a:buFont typeface="Arial" panose="020B0604020202020204" pitchFamily="34" charset="0"/>
              <a:buChar char="•"/>
            </a:pPr>
            <a:r>
              <a:rPr lang="en-US" sz="700">
                <a:solidFill>
                  <a:schemeClr val="tx1"/>
                </a:solidFill>
              </a:rPr>
              <a:t>Sprint planning completed</a:t>
            </a:r>
          </a:p>
          <a:p>
            <a:pPr marL="92075" indent="-92075">
              <a:spcAft>
                <a:spcPts val="600"/>
              </a:spcAft>
              <a:buFont typeface="Arial" panose="020B0604020202020204" pitchFamily="34" charset="0"/>
              <a:buChar char="•"/>
            </a:pPr>
            <a:r>
              <a:rPr lang="en-US" sz="700">
                <a:solidFill>
                  <a:schemeClr val="tx1"/>
                </a:solidFill>
              </a:rPr>
              <a:t>SOW and budget for the REA phase finalized</a:t>
            </a:r>
          </a:p>
          <a:p>
            <a:pPr marL="92075" indent="-92075">
              <a:spcAft>
                <a:spcPts val="600"/>
              </a:spcAft>
              <a:buFont typeface="Arial" panose="020B0604020202020204" pitchFamily="34" charset="0"/>
              <a:buChar char="•"/>
            </a:pPr>
            <a:r>
              <a:rPr lang="en-US" sz="700">
                <a:solidFill>
                  <a:schemeClr val="tx1"/>
                </a:solidFill>
              </a:rPr>
              <a:t>REA Kick-off meeting conducted  </a:t>
            </a:r>
          </a:p>
          <a:p>
            <a:pPr marL="92075" indent="-92075">
              <a:spcAft>
                <a:spcPts val="600"/>
              </a:spcAft>
              <a:buFont typeface="Arial" panose="020B0604020202020204" pitchFamily="34" charset="0"/>
              <a:buChar char="•"/>
            </a:pPr>
            <a:endParaRPr lang="en-US" sz="700">
              <a:solidFill>
                <a:schemeClr val="tx1"/>
              </a:solidFill>
            </a:endParaRPr>
          </a:p>
        </p:txBody>
      </p:sp>
      <p:sp>
        <p:nvSpPr>
          <p:cNvPr id="132" name="Rectangle 131">
            <a:extLst>
              <a:ext uri="{FF2B5EF4-FFF2-40B4-BE49-F238E27FC236}">
                <a16:creationId xmlns:a16="http://schemas.microsoft.com/office/drawing/2014/main" id="{5C220763-9018-D43B-1AB3-03720B79DCEC}"/>
              </a:ext>
            </a:extLst>
          </p:cNvPr>
          <p:cNvSpPr/>
          <p:nvPr/>
        </p:nvSpPr>
        <p:spPr>
          <a:xfrm>
            <a:off x="1101069" y="2722062"/>
            <a:ext cx="1335677" cy="3542757"/>
          </a:xfrm>
          <a:prstGeom prst="rect">
            <a:avLst/>
          </a:prstGeom>
          <a:gradFill flip="none" rotWithShape="1">
            <a:gsLst>
              <a:gs pos="0">
                <a:srgbClr val="FFFFFF">
                  <a:alpha val="0"/>
                </a:srgbClr>
              </a:gs>
              <a:gs pos="63000">
                <a:schemeClr val="bg1"/>
              </a:gs>
              <a:gs pos="100000">
                <a:schemeClr val="bg1">
                  <a:lumMod val="8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360000" rtlCol="0" anchor="t">
            <a:noAutofit/>
          </a:bodyPr>
          <a:lstStyle/>
          <a:p>
            <a:pPr marL="92075" indent="-92075">
              <a:spcAft>
                <a:spcPts val="600"/>
              </a:spcAft>
              <a:buFont typeface="Arial" panose="020B0604020202020204" pitchFamily="34" charset="0"/>
              <a:buChar char="•"/>
            </a:pPr>
            <a:r>
              <a:rPr lang="en-US" sz="700">
                <a:solidFill>
                  <a:schemeClr val="tx1"/>
                </a:solidFill>
              </a:rPr>
              <a:t>Project management plan validated  </a:t>
            </a:r>
          </a:p>
          <a:p>
            <a:pPr marL="92075" indent="-92075">
              <a:spcAft>
                <a:spcPts val="600"/>
              </a:spcAft>
              <a:buFont typeface="Arial" panose="020B0604020202020204" pitchFamily="34" charset="0"/>
              <a:buChar char="•"/>
            </a:pPr>
            <a:r>
              <a:rPr lang="en-US" sz="700">
                <a:solidFill>
                  <a:schemeClr val="tx1"/>
                </a:solidFill>
              </a:rPr>
              <a:t>Resource reservations approved</a:t>
            </a:r>
          </a:p>
          <a:p>
            <a:pPr marL="92075" indent="-92075">
              <a:spcAft>
                <a:spcPts val="600"/>
              </a:spcAft>
              <a:buFont typeface="Arial" panose="020B0604020202020204" pitchFamily="34" charset="0"/>
              <a:buChar char="•"/>
            </a:pPr>
            <a:r>
              <a:rPr lang="en-US" sz="700">
                <a:solidFill>
                  <a:schemeClr val="tx1"/>
                </a:solidFill>
              </a:rPr>
              <a:t>Project scope reviewed</a:t>
            </a:r>
          </a:p>
          <a:p>
            <a:pPr marL="92075" indent="-92075">
              <a:spcAft>
                <a:spcPts val="600"/>
              </a:spcAft>
              <a:buFont typeface="Arial" panose="020B0604020202020204" pitchFamily="34" charset="0"/>
              <a:buChar char="•"/>
            </a:pPr>
            <a:r>
              <a:rPr lang="en-US" sz="700">
                <a:solidFill>
                  <a:schemeClr val="tx1"/>
                </a:solidFill>
              </a:rPr>
              <a:t>High-level planning with milestones agreed  </a:t>
            </a:r>
          </a:p>
          <a:p>
            <a:pPr marL="92075" indent="-92075">
              <a:spcAft>
                <a:spcPts val="600"/>
              </a:spcAft>
              <a:buFont typeface="Arial" panose="020B0604020202020204" pitchFamily="34" charset="0"/>
              <a:buChar char="•"/>
            </a:pPr>
            <a:r>
              <a:rPr lang="en-US" sz="700">
                <a:solidFill>
                  <a:schemeClr val="tx1"/>
                </a:solidFill>
              </a:rPr>
              <a:t>Scope agreed for the Inception and Conceptual Design phase  </a:t>
            </a:r>
          </a:p>
          <a:p>
            <a:pPr marL="92075" indent="-92075">
              <a:spcAft>
                <a:spcPts val="600"/>
              </a:spcAft>
              <a:buFont typeface="Arial" panose="020B0604020202020204" pitchFamily="34" charset="0"/>
              <a:buChar char="•"/>
            </a:pPr>
            <a:r>
              <a:rPr lang="en-US" sz="700">
                <a:solidFill>
                  <a:schemeClr val="tx1"/>
                </a:solidFill>
              </a:rPr>
              <a:t>Approach for the BBP phase validated</a:t>
            </a:r>
          </a:p>
          <a:p>
            <a:pPr marL="92075" indent="-92075">
              <a:spcAft>
                <a:spcPts val="600"/>
              </a:spcAft>
              <a:buFont typeface="Arial" panose="020B0604020202020204" pitchFamily="34" charset="0"/>
              <a:buChar char="•"/>
            </a:pPr>
            <a:r>
              <a:rPr lang="en-US" sz="700">
                <a:solidFill>
                  <a:schemeClr val="tx1"/>
                </a:solidFill>
              </a:rPr>
              <a:t>Workshops planned for next phases</a:t>
            </a:r>
          </a:p>
          <a:p>
            <a:pPr marL="88900" indent="-88900">
              <a:buFont typeface="Arial" panose="020B0604020202020204" pitchFamily="34" charset="0"/>
              <a:buChar char="•"/>
            </a:pPr>
            <a:r>
              <a:rPr lang="en-US" sz="700">
                <a:solidFill>
                  <a:schemeClr val="tx1"/>
                </a:solidFill>
              </a:rPr>
              <a:t>Project Kick-off meeting conducted  </a:t>
            </a:r>
          </a:p>
          <a:p>
            <a:pPr marL="171450" indent="-171450">
              <a:buFont typeface="Arial" panose="020B0604020202020204" pitchFamily="34" charset="0"/>
              <a:buChar char="•"/>
            </a:pPr>
            <a:endParaRPr lang="en-US" sz="700">
              <a:solidFill>
                <a:schemeClr val="tx1"/>
              </a:solidFill>
            </a:endParaRPr>
          </a:p>
        </p:txBody>
      </p:sp>
      <p:sp>
        <p:nvSpPr>
          <p:cNvPr id="133" name="Rectangle 132">
            <a:extLst>
              <a:ext uri="{FF2B5EF4-FFF2-40B4-BE49-F238E27FC236}">
                <a16:creationId xmlns:a16="http://schemas.microsoft.com/office/drawing/2014/main" id="{7DD5EB9D-655D-C50E-D344-D6D9027853E2}"/>
              </a:ext>
            </a:extLst>
          </p:cNvPr>
          <p:cNvSpPr/>
          <p:nvPr/>
        </p:nvSpPr>
        <p:spPr>
          <a:xfrm>
            <a:off x="4780243" y="2722063"/>
            <a:ext cx="2473442" cy="3542757"/>
          </a:xfrm>
          <a:prstGeom prst="rect">
            <a:avLst/>
          </a:prstGeom>
          <a:gradFill flip="none" rotWithShape="1">
            <a:gsLst>
              <a:gs pos="0">
                <a:srgbClr val="FFFFFF">
                  <a:alpha val="0"/>
                </a:srgbClr>
              </a:gs>
              <a:gs pos="63000">
                <a:schemeClr val="bg1"/>
              </a:gs>
              <a:gs pos="100000">
                <a:schemeClr val="bg1">
                  <a:lumMod val="8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360000" rtlCol="0" anchor="t">
            <a:noAutofit/>
          </a:bodyPr>
          <a:lstStyle/>
          <a:p>
            <a:pPr marL="92075" indent="-92075">
              <a:spcAft>
                <a:spcPts val="600"/>
              </a:spcAft>
              <a:buFont typeface="Arial" panose="020B0604020202020204" pitchFamily="34" charset="0"/>
              <a:buChar char="•"/>
            </a:pPr>
            <a:r>
              <a:rPr lang="en-US" sz="700">
                <a:solidFill>
                  <a:schemeClr val="tx1"/>
                </a:solidFill>
              </a:rPr>
              <a:t>All developments validated the key-user </a:t>
            </a:r>
          </a:p>
          <a:p>
            <a:pPr marL="92075" indent="-92075">
              <a:spcAft>
                <a:spcPts val="600"/>
              </a:spcAft>
              <a:buFont typeface="Arial" panose="020B0604020202020204" pitchFamily="34" charset="0"/>
              <a:buChar char="•"/>
            </a:pPr>
            <a:r>
              <a:rPr lang="en-US" sz="700">
                <a:solidFill>
                  <a:schemeClr val="tx1"/>
                </a:solidFill>
              </a:rPr>
              <a:t>FIT and XFIT testing are expected to cover 90% (</a:t>
            </a:r>
            <a:r>
              <a:rPr lang="en-US" sz="700" err="1">
                <a:solidFill>
                  <a:schemeClr val="tx1"/>
                </a:solidFill>
              </a:rPr>
              <a:t>tbd</a:t>
            </a:r>
            <a:r>
              <a:rPr lang="en-US" sz="700">
                <a:solidFill>
                  <a:schemeClr val="tx1"/>
                </a:solidFill>
              </a:rPr>
              <a:t>) of the project scope.</a:t>
            </a:r>
          </a:p>
          <a:p>
            <a:pPr marL="92075" indent="-92075">
              <a:spcAft>
                <a:spcPts val="600"/>
              </a:spcAft>
              <a:buFont typeface="Arial" panose="020B0604020202020204" pitchFamily="34" charset="0"/>
              <a:buChar char="•"/>
            </a:pPr>
            <a:r>
              <a:rPr lang="en-US" sz="700">
                <a:solidFill>
                  <a:schemeClr val="tx1"/>
                </a:solidFill>
              </a:rPr>
              <a:t>85% (</a:t>
            </a:r>
            <a:r>
              <a:rPr lang="en-US" sz="700" err="1">
                <a:solidFill>
                  <a:schemeClr val="tx1"/>
                </a:solidFill>
              </a:rPr>
              <a:t>tbd</a:t>
            </a:r>
            <a:r>
              <a:rPr lang="en-US" sz="700">
                <a:solidFill>
                  <a:schemeClr val="tx1"/>
                </a:solidFill>
              </a:rPr>
              <a:t>) of FIT and XFIT testing executed</a:t>
            </a:r>
          </a:p>
          <a:p>
            <a:pPr marL="92075" indent="-92075">
              <a:spcAft>
                <a:spcPts val="600"/>
              </a:spcAft>
              <a:buFont typeface="Arial" panose="020B0604020202020204" pitchFamily="34" charset="0"/>
              <a:buChar char="•"/>
            </a:pPr>
            <a:r>
              <a:rPr lang="en-US" sz="700">
                <a:solidFill>
                  <a:schemeClr val="tx1"/>
                </a:solidFill>
              </a:rPr>
              <a:t>Fewer than 100 (</a:t>
            </a:r>
            <a:r>
              <a:rPr lang="en-US" sz="700" err="1">
                <a:solidFill>
                  <a:schemeClr val="tx1"/>
                </a:solidFill>
              </a:rPr>
              <a:t>tbd</a:t>
            </a:r>
            <a:r>
              <a:rPr lang="en-US" sz="700">
                <a:solidFill>
                  <a:schemeClr val="tx1"/>
                </a:solidFill>
              </a:rPr>
              <a:t>) open bugs remain, with a maximum of 10 (</a:t>
            </a:r>
            <a:r>
              <a:rPr lang="en-US" sz="700" err="1">
                <a:solidFill>
                  <a:schemeClr val="tx1"/>
                </a:solidFill>
              </a:rPr>
              <a:t>tbd</a:t>
            </a:r>
            <a:r>
              <a:rPr lang="en-US" sz="700">
                <a:solidFill>
                  <a:schemeClr val="tx1"/>
                </a:solidFill>
              </a:rPr>
              <a:t>) bugs per domain</a:t>
            </a:r>
          </a:p>
          <a:p>
            <a:pPr marL="92075" indent="-92075">
              <a:spcAft>
                <a:spcPts val="600"/>
              </a:spcAft>
              <a:buFont typeface="Arial" panose="020B0604020202020204" pitchFamily="34" charset="0"/>
              <a:buChar char="•"/>
            </a:pPr>
            <a:r>
              <a:rPr lang="en-US" sz="700">
                <a:solidFill>
                  <a:schemeClr val="tx1"/>
                </a:solidFill>
              </a:rPr>
              <a:t>No critical open bugs open</a:t>
            </a:r>
          </a:p>
          <a:p>
            <a:pPr marL="92075" indent="-92075">
              <a:spcAft>
                <a:spcPts val="600"/>
              </a:spcAft>
              <a:buFont typeface="Arial" panose="020B0604020202020204" pitchFamily="34" charset="0"/>
              <a:buChar char="•"/>
            </a:pPr>
            <a:r>
              <a:rPr lang="en-US" sz="700">
                <a:solidFill>
                  <a:schemeClr val="tx1"/>
                </a:solidFill>
              </a:rPr>
              <a:t>Approach for SIT phase validated</a:t>
            </a:r>
          </a:p>
          <a:p>
            <a:pPr marL="92075" indent="-92075">
              <a:spcAft>
                <a:spcPts val="600"/>
              </a:spcAft>
              <a:buFont typeface="Arial" panose="020B0604020202020204" pitchFamily="34" charset="0"/>
              <a:buChar char="•"/>
            </a:pPr>
            <a:r>
              <a:rPr lang="en-US" sz="700">
                <a:solidFill>
                  <a:schemeClr val="tx1"/>
                </a:solidFill>
              </a:rPr>
              <a:t>Test plans and scripts prepared</a:t>
            </a:r>
          </a:p>
          <a:p>
            <a:pPr marL="92075" indent="-92075">
              <a:spcAft>
                <a:spcPts val="600"/>
              </a:spcAft>
              <a:buFont typeface="Arial" panose="020B0604020202020204" pitchFamily="34" charset="0"/>
              <a:buChar char="•"/>
            </a:pPr>
            <a:r>
              <a:rPr lang="en-US" sz="700">
                <a:solidFill>
                  <a:schemeClr val="tx1"/>
                </a:solidFill>
              </a:rPr>
              <a:t>Data migration achieved 80% (</a:t>
            </a:r>
            <a:r>
              <a:rPr lang="en-US" sz="700" err="1">
                <a:solidFill>
                  <a:schemeClr val="tx1"/>
                </a:solidFill>
              </a:rPr>
              <a:t>tbd</a:t>
            </a:r>
            <a:r>
              <a:rPr lang="en-US" sz="700">
                <a:solidFill>
                  <a:schemeClr val="tx1"/>
                </a:solidFill>
              </a:rPr>
              <a:t>) accuracy</a:t>
            </a:r>
          </a:p>
          <a:p>
            <a:pPr marL="92075" indent="-92075">
              <a:spcAft>
                <a:spcPts val="600"/>
              </a:spcAft>
              <a:buFont typeface="Arial" panose="020B0604020202020204" pitchFamily="34" charset="0"/>
              <a:buChar char="•"/>
            </a:pPr>
            <a:r>
              <a:rPr lang="en-US" sz="700">
                <a:solidFill>
                  <a:schemeClr val="tx1"/>
                </a:solidFill>
              </a:rPr>
              <a:t>Authorizations and security finalized</a:t>
            </a:r>
          </a:p>
          <a:p>
            <a:pPr marL="92075" indent="-92075">
              <a:spcAft>
                <a:spcPts val="600"/>
              </a:spcAft>
              <a:buFont typeface="Arial" panose="020B0604020202020204" pitchFamily="34" charset="0"/>
              <a:buChar char="•"/>
            </a:pPr>
            <a:r>
              <a:rPr lang="en-US" sz="700">
                <a:solidFill>
                  <a:schemeClr val="tx1"/>
                </a:solidFill>
              </a:rPr>
              <a:t>Test environment and test data are in place</a:t>
            </a:r>
          </a:p>
          <a:p>
            <a:pPr marL="92075" indent="-92075">
              <a:spcAft>
                <a:spcPts val="600"/>
              </a:spcAft>
              <a:buFont typeface="Arial" panose="020B0604020202020204" pitchFamily="34" charset="0"/>
              <a:buChar char="•"/>
            </a:pPr>
            <a:r>
              <a:rPr lang="en-GB" sz="700">
                <a:solidFill>
                  <a:schemeClr val="tx1"/>
                </a:solidFill>
              </a:rPr>
              <a:t>Testers have been trained on using the solution, performing tests, and reporting bugs.</a:t>
            </a:r>
          </a:p>
          <a:p>
            <a:pPr marL="92075" indent="-92075">
              <a:spcAft>
                <a:spcPts val="600"/>
              </a:spcAft>
              <a:buFont typeface="Arial" panose="020B0604020202020204" pitchFamily="34" charset="0"/>
              <a:buChar char="•"/>
            </a:pPr>
            <a:r>
              <a:rPr lang="en-US" sz="700">
                <a:solidFill>
                  <a:schemeClr val="tx1"/>
                </a:solidFill>
              </a:rPr>
              <a:t>SIT/BRT Kick-off meeting conducted</a:t>
            </a:r>
          </a:p>
          <a:p>
            <a:pPr marL="92075" indent="-92075">
              <a:spcAft>
                <a:spcPts val="600"/>
              </a:spcAft>
              <a:buFont typeface="Arial" panose="020B0604020202020204" pitchFamily="34" charset="0"/>
              <a:buChar char="•"/>
            </a:pPr>
            <a:endParaRPr lang="en-US" sz="700">
              <a:solidFill>
                <a:schemeClr val="tx1"/>
              </a:solidFill>
            </a:endParaRPr>
          </a:p>
        </p:txBody>
      </p:sp>
      <p:sp>
        <p:nvSpPr>
          <p:cNvPr id="134" name="Rectangle 133">
            <a:extLst>
              <a:ext uri="{FF2B5EF4-FFF2-40B4-BE49-F238E27FC236}">
                <a16:creationId xmlns:a16="http://schemas.microsoft.com/office/drawing/2014/main" id="{AE40AD31-B0F5-DBC3-4E4F-6F1966096E80}"/>
              </a:ext>
            </a:extLst>
          </p:cNvPr>
          <p:cNvSpPr/>
          <p:nvPr/>
        </p:nvSpPr>
        <p:spPr>
          <a:xfrm>
            <a:off x="7269386" y="2722062"/>
            <a:ext cx="931389" cy="3542757"/>
          </a:xfrm>
          <a:prstGeom prst="rect">
            <a:avLst/>
          </a:prstGeom>
          <a:gradFill flip="none" rotWithShape="1">
            <a:gsLst>
              <a:gs pos="0">
                <a:srgbClr val="FFFFFF">
                  <a:alpha val="0"/>
                </a:srgbClr>
              </a:gs>
              <a:gs pos="63000">
                <a:schemeClr val="bg1"/>
              </a:gs>
              <a:gs pos="100000">
                <a:schemeClr val="bg1">
                  <a:lumMod val="8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360000" rtlCol="0" anchor="t">
            <a:noAutofit/>
          </a:bodyPr>
          <a:lstStyle/>
          <a:p>
            <a:pPr marL="88900" indent="-88900">
              <a:spcAft>
                <a:spcPts val="600"/>
              </a:spcAft>
              <a:buFont typeface="Arial" panose="020B0604020202020204" pitchFamily="34" charset="0"/>
              <a:buChar char="•"/>
            </a:pPr>
            <a:r>
              <a:rPr lang="en-US" sz="700">
                <a:solidFill>
                  <a:schemeClr val="tx1"/>
                </a:solidFill>
              </a:rPr>
              <a:t>90% of SIT tests executed in each domain</a:t>
            </a:r>
          </a:p>
          <a:p>
            <a:pPr marL="88900" indent="-88900">
              <a:spcAft>
                <a:spcPts val="600"/>
              </a:spcAft>
              <a:buFont typeface="Arial" panose="020B0604020202020204" pitchFamily="34" charset="0"/>
              <a:buChar char="•"/>
            </a:pPr>
            <a:r>
              <a:rPr lang="en-US" sz="700">
                <a:solidFill>
                  <a:schemeClr val="tx1"/>
                </a:solidFill>
              </a:rPr>
              <a:t>Pass rate &gt; 90%</a:t>
            </a:r>
          </a:p>
          <a:p>
            <a:pPr marL="88900" indent="-88900">
              <a:spcAft>
                <a:spcPts val="600"/>
              </a:spcAft>
              <a:buFont typeface="Arial" panose="020B0604020202020204" pitchFamily="34" charset="0"/>
              <a:buChar char="•"/>
            </a:pPr>
            <a:r>
              <a:rPr lang="en-US" sz="700">
                <a:solidFill>
                  <a:schemeClr val="tx1"/>
                </a:solidFill>
              </a:rPr>
              <a:t>No critical bugs open</a:t>
            </a:r>
          </a:p>
          <a:p>
            <a:pPr marL="88900" indent="-88900">
              <a:spcAft>
                <a:spcPts val="600"/>
              </a:spcAft>
              <a:buFont typeface="Arial" panose="020B0604020202020204" pitchFamily="34" charset="0"/>
              <a:buChar char="•"/>
            </a:pPr>
            <a:r>
              <a:rPr lang="en-US" sz="700">
                <a:solidFill>
                  <a:schemeClr val="tx1"/>
                </a:solidFill>
              </a:rPr>
              <a:t>Cutover plan prepared</a:t>
            </a:r>
          </a:p>
        </p:txBody>
      </p:sp>
      <p:sp>
        <p:nvSpPr>
          <p:cNvPr id="135" name="Rectangle 134">
            <a:extLst>
              <a:ext uri="{FF2B5EF4-FFF2-40B4-BE49-F238E27FC236}">
                <a16:creationId xmlns:a16="http://schemas.microsoft.com/office/drawing/2014/main" id="{79D164B2-BC4E-1393-BBAF-642B9644BE3A}"/>
              </a:ext>
            </a:extLst>
          </p:cNvPr>
          <p:cNvSpPr/>
          <p:nvPr/>
        </p:nvSpPr>
        <p:spPr>
          <a:xfrm>
            <a:off x="8207831" y="2722062"/>
            <a:ext cx="939703" cy="3542757"/>
          </a:xfrm>
          <a:prstGeom prst="rect">
            <a:avLst/>
          </a:prstGeom>
          <a:gradFill flip="none" rotWithShape="1">
            <a:gsLst>
              <a:gs pos="0">
                <a:srgbClr val="FFFFFF">
                  <a:alpha val="0"/>
                </a:srgbClr>
              </a:gs>
              <a:gs pos="63000">
                <a:schemeClr val="bg1"/>
              </a:gs>
              <a:gs pos="100000">
                <a:schemeClr val="bg1">
                  <a:lumMod val="8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360000" rtlCol="0" anchor="t">
            <a:noAutofit/>
          </a:bodyPr>
          <a:lstStyle/>
          <a:p>
            <a:pPr marL="85725" indent="-85725">
              <a:spcAft>
                <a:spcPts val="600"/>
              </a:spcAft>
              <a:buFont typeface="Arial" panose="020B0604020202020204" pitchFamily="34" charset="0"/>
              <a:buChar char="•"/>
            </a:pPr>
            <a:r>
              <a:rPr lang="en-US" sz="700">
                <a:solidFill>
                  <a:schemeClr val="tx1"/>
                </a:solidFill>
              </a:rPr>
              <a:t>90% of BRT tests executed in each domain</a:t>
            </a:r>
          </a:p>
          <a:p>
            <a:pPr marL="85725" indent="-85725">
              <a:spcAft>
                <a:spcPts val="600"/>
              </a:spcAft>
              <a:buFont typeface="Arial" panose="020B0604020202020204" pitchFamily="34" charset="0"/>
              <a:buChar char="•"/>
            </a:pPr>
            <a:r>
              <a:rPr lang="en-US" sz="700">
                <a:solidFill>
                  <a:schemeClr val="tx1"/>
                </a:solidFill>
              </a:rPr>
              <a:t>Pass rate &gt; 90%</a:t>
            </a:r>
          </a:p>
          <a:p>
            <a:pPr marL="85725" indent="-85725">
              <a:spcAft>
                <a:spcPts val="600"/>
              </a:spcAft>
              <a:buFont typeface="Arial" panose="020B0604020202020204" pitchFamily="34" charset="0"/>
              <a:buChar char="•"/>
            </a:pPr>
            <a:r>
              <a:rPr lang="en-US" sz="700">
                <a:solidFill>
                  <a:schemeClr val="tx1"/>
                </a:solidFill>
              </a:rPr>
              <a:t>No critical bugs open</a:t>
            </a:r>
          </a:p>
          <a:p>
            <a:pPr marL="85725" indent="-85725">
              <a:spcAft>
                <a:spcPts val="600"/>
              </a:spcAft>
              <a:buFont typeface="Arial" panose="020B0604020202020204" pitchFamily="34" charset="0"/>
              <a:buChar char="•"/>
            </a:pPr>
            <a:r>
              <a:rPr lang="en-US" sz="700">
                <a:solidFill>
                  <a:schemeClr val="tx1"/>
                </a:solidFill>
              </a:rPr>
              <a:t>Cutover plan tested</a:t>
            </a:r>
          </a:p>
        </p:txBody>
      </p:sp>
      <p:sp>
        <p:nvSpPr>
          <p:cNvPr id="136" name="Rectangle 135">
            <a:extLst>
              <a:ext uri="{FF2B5EF4-FFF2-40B4-BE49-F238E27FC236}">
                <a16:creationId xmlns:a16="http://schemas.microsoft.com/office/drawing/2014/main" id="{9E7DCDA3-F87C-2B24-D4B0-971E3F2A6C0C}"/>
              </a:ext>
            </a:extLst>
          </p:cNvPr>
          <p:cNvSpPr/>
          <p:nvPr/>
        </p:nvSpPr>
        <p:spPr>
          <a:xfrm>
            <a:off x="9154590" y="2722062"/>
            <a:ext cx="944086" cy="3542757"/>
          </a:xfrm>
          <a:prstGeom prst="rect">
            <a:avLst/>
          </a:prstGeom>
          <a:gradFill flip="none" rotWithShape="1">
            <a:gsLst>
              <a:gs pos="0">
                <a:srgbClr val="FFFFFF">
                  <a:alpha val="0"/>
                </a:srgbClr>
              </a:gs>
              <a:gs pos="63000">
                <a:schemeClr val="bg1"/>
              </a:gs>
              <a:gs pos="100000">
                <a:schemeClr val="bg1">
                  <a:lumMod val="8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360000" rtlCol="0" anchor="t">
            <a:noAutofit/>
          </a:bodyPr>
          <a:lstStyle/>
          <a:p>
            <a:pPr marL="85725" indent="-85725">
              <a:spcAft>
                <a:spcPts val="600"/>
              </a:spcAft>
              <a:buFont typeface="Arial" panose="020B0604020202020204" pitchFamily="34" charset="0"/>
              <a:buChar char="•"/>
            </a:pPr>
            <a:r>
              <a:rPr lang="en-US" sz="700">
                <a:solidFill>
                  <a:schemeClr val="tx1"/>
                </a:solidFill>
              </a:rPr>
              <a:t>Rehearsal run of data migration completed successfully</a:t>
            </a:r>
          </a:p>
          <a:p>
            <a:pPr marL="85725" indent="-85725">
              <a:spcAft>
                <a:spcPts val="600"/>
              </a:spcAft>
              <a:buFont typeface="Arial" panose="020B0604020202020204" pitchFamily="34" charset="0"/>
              <a:buChar char="•"/>
            </a:pPr>
            <a:r>
              <a:rPr lang="en-US" sz="700">
                <a:solidFill>
                  <a:schemeClr val="tx1"/>
                </a:solidFill>
              </a:rPr>
              <a:t>End-users have been trained</a:t>
            </a:r>
          </a:p>
          <a:p>
            <a:pPr marL="85725" indent="-85725">
              <a:spcAft>
                <a:spcPts val="600"/>
              </a:spcAft>
              <a:buFont typeface="Arial" panose="020B0604020202020204" pitchFamily="34" charset="0"/>
              <a:buChar char="•"/>
            </a:pPr>
            <a:r>
              <a:rPr lang="en-US" sz="700">
                <a:solidFill>
                  <a:schemeClr val="tx1"/>
                </a:solidFill>
              </a:rPr>
              <a:t>Production system is ready</a:t>
            </a:r>
          </a:p>
          <a:p>
            <a:pPr marL="85725" indent="-85725">
              <a:spcAft>
                <a:spcPts val="600"/>
              </a:spcAft>
              <a:buFont typeface="Arial" panose="020B0604020202020204" pitchFamily="34" charset="0"/>
              <a:buChar char="•"/>
            </a:pPr>
            <a:r>
              <a:rPr lang="en-US" sz="700">
                <a:solidFill>
                  <a:schemeClr val="tx1"/>
                </a:solidFill>
              </a:rPr>
              <a:t>Support for golive and hypercare organized and available</a:t>
            </a:r>
          </a:p>
          <a:p>
            <a:pPr marL="85725" indent="-85725">
              <a:spcAft>
                <a:spcPts val="600"/>
              </a:spcAft>
              <a:buFont typeface="Arial" panose="020B0604020202020204" pitchFamily="34" charset="0"/>
              <a:buChar char="•"/>
            </a:pPr>
            <a:r>
              <a:rPr lang="en-US" sz="700">
                <a:solidFill>
                  <a:schemeClr val="tx1"/>
                </a:solidFill>
              </a:rPr>
              <a:t>Risk mitigation actions implemented</a:t>
            </a:r>
          </a:p>
        </p:txBody>
      </p:sp>
      <p:sp>
        <p:nvSpPr>
          <p:cNvPr id="137" name="Rectangle 136">
            <a:extLst>
              <a:ext uri="{FF2B5EF4-FFF2-40B4-BE49-F238E27FC236}">
                <a16:creationId xmlns:a16="http://schemas.microsoft.com/office/drawing/2014/main" id="{090AEC79-0772-BECA-3B2B-013951E18A53}"/>
              </a:ext>
            </a:extLst>
          </p:cNvPr>
          <p:cNvSpPr/>
          <p:nvPr/>
        </p:nvSpPr>
        <p:spPr>
          <a:xfrm>
            <a:off x="10091102" y="2722061"/>
            <a:ext cx="1010335" cy="3542757"/>
          </a:xfrm>
          <a:prstGeom prst="rect">
            <a:avLst/>
          </a:prstGeom>
          <a:gradFill flip="none" rotWithShape="1">
            <a:gsLst>
              <a:gs pos="0">
                <a:srgbClr val="FFFFFF">
                  <a:alpha val="0"/>
                </a:srgbClr>
              </a:gs>
              <a:gs pos="63000">
                <a:schemeClr val="bg1"/>
              </a:gs>
              <a:gs pos="100000">
                <a:schemeClr val="bg1">
                  <a:lumMod val="8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360000" rtlCol="0" anchor="t">
            <a:noAutofit/>
          </a:bodyPr>
          <a:lstStyle/>
          <a:p>
            <a:pPr marL="85725" indent="-85725">
              <a:spcAft>
                <a:spcPts val="600"/>
              </a:spcAft>
              <a:buFont typeface="Arial" panose="020B0604020202020204" pitchFamily="34" charset="0"/>
              <a:buChar char="•"/>
            </a:pPr>
            <a:r>
              <a:rPr lang="en-US" sz="700">
                <a:solidFill>
                  <a:schemeClr val="tx1"/>
                </a:solidFill>
              </a:rPr>
              <a:t>All post-cutover tasks performed</a:t>
            </a:r>
          </a:p>
          <a:p>
            <a:pPr marL="85725" indent="-85725">
              <a:spcAft>
                <a:spcPts val="600"/>
              </a:spcAft>
              <a:buFont typeface="Arial" panose="020B0604020202020204" pitchFamily="34" charset="0"/>
              <a:buChar char="•"/>
            </a:pPr>
            <a:r>
              <a:rPr lang="en-US" sz="700">
                <a:solidFill>
                  <a:schemeClr val="tx1"/>
                </a:solidFill>
              </a:rPr>
              <a:t>All critical and high bugs are closed</a:t>
            </a:r>
          </a:p>
          <a:p>
            <a:pPr marL="85725" indent="-85725">
              <a:spcAft>
                <a:spcPts val="600"/>
              </a:spcAft>
              <a:buFont typeface="Arial" panose="020B0604020202020204" pitchFamily="34" charset="0"/>
              <a:buChar char="•"/>
            </a:pPr>
            <a:r>
              <a:rPr lang="en-US" sz="700">
                <a:solidFill>
                  <a:schemeClr val="tx1"/>
                </a:solidFill>
              </a:rPr>
              <a:t>All medium and low bugs are documented and handed over to operational  support</a:t>
            </a:r>
          </a:p>
          <a:p>
            <a:pPr marL="85725" indent="-85725">
              <a:spcAft>
                <a:spcPts val="600"/>
              </a:spcAft>
              <a:buFont typeface="Arial" panose="020B0604020202020204" pitchFamily="34" charset="0"/>
              <a:buChar char="•"/>
            </a:pPr>
            <a:r>
              <a:rPr lang="en-US" sz="700">
                <a:solidFill>
                  <a:schemeClr val="tx1"/>
                </a:solidFill>
              </a:rPr>
              <a:t>Hypercare has been concluded, and transitions to operations has been performed</a:t>
            </a:r>
          </a:p>
          <a:p>
            <a:pPr marL="85725" indent="-85725">
              <a:spcAft>
                <a:spcPts val="600"/>
              </a:spcAft>
              <a:buFont typeface="Arial" panose="020B0604020202020204" pitchFamily="34" charset="0"/>
              <a:buChar char="•"/>
            </a:pPr>
            <a:r>
              <a:rPr lang="en-US" sz="700">
                <a:solidFill>
                  <a:schemeClr val="tx1"/>
                </a:solidFill>
              </a:rPr>
              <a:t>Project team is off-boarded</a:t>
            </a:r>
          </a:p>
          <a:p>
            <a:pPr marL="85725" indent="-85725">
              <a:spcAft>
                <a:spcPts val="600"/>
              </a:spcAft>
              <a:buFont typeface="Arial" panose="020B0604020202020204" pitchFamily="34" charset="0"/>
              <a:buChar char="•"/>
            </a:pPr>
            <a:r>
              <a:rPr lang="en-US" sz="700">
                <a:solidFill>
                  <a:schemeClr val="tx1"/>
                </a:solidFill>
              </a:rPr>
              <a:t>Project Closure document signed</a:t>
            </a:r>
          </a:p>
        </p:txBody>
      </p:sp>
      <p:sp>
        <p:nvSpPr>
          <p:cNvPr id="123" name="Rectangle 122">
            <a:extLst>
              <a:ext uri="{FF2B5EF4-FFF2-40B4-BE49-F238E27FC236}">
                <a16:creationId xmlns:a16="http://schemas.microsoft.com/office/drawing/2014/main" id="{4CF4BB49-6E45-9F16-6E73-A34F443C57DA}"/>
              </a:ext>
            </a:extLst>
          </p:cNvPr>
          <p:cNvSpPr/>
          <p:nvPr/>
        </p:nvSpPr>
        <p:spPr>
          <a:xfrm>
            <a:off x="-8128" y="2722062"/>
            <a:ext cx="1102141" cy="3542757"/>
          </a:xfrm>
          <a:prstGeom prst="rect">
            <a:avLst/>
          </a:prstGeom>
          <a:gradFill flip="none" rotWithShape="1">
            <a:gsLst>
              <a:gs pos="0">
                <a:srgbClr val="FFFFFF">
                  <a:alpha val="0"/>
                </a:srgbClr>
              </a:gs>
              <a:gs pos="63000">
                <a:schemeClr val="bg1"/>
              </a:gs>
              <a:gs pos="100000">
                <a:schemeClr val="bg1">
                  <a:lumMod val="8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360000" rtlCol="0" anchor="t">
            <a:noAutofit/>
          </a:bodyPr>
          <a:lstStyle/>
          <a:p>
            <a:pPr marL="92075" indent="-92075">
              <a:spcAft>
                <a:spcPts val="600"/>
              </a:spcAft>
              <a:buFont typeface="Arial" panose="020B0604020202020204" pitchFamily="34" charset="0"/>
              <a:buChar char="•"/>
            </a:pPr>
            <a:r>
              <a:rPr lang="en-US" sz="700">
                <a:solidFill>
                  <a:schemeClr val="tx1"/>
                </a:solidFill>
              </a:rPr>
              <a:t>Signed MSA</a:t>
            </a:r>
          </a:p>
          <a:p>
            <a:pPr marL="92075" indent="-92075">
              <a:spcAft>
                <a:spcPts val="600"/>
              </a:spcAft>
              <a:buFont typeface="Arial" panose="020B0604020202020204" pitchFamily="34" charset="0"/>
              <a:buChar char="•"/>
            </a:pPr>
            <a:r>
              <a:rPr lang="en-US" sz="700">
                <a:solidFill>
                  <a:schemeClr val="tx1"/>
                </a:solidFill>
              </a:rPr>
              <a:t>Signed SOW</a:t>
            </a:r>
          </a:p>
          <a:p>
            <a:pPr marL="92075" indent="-92075">
              <a:spcAft>
                <a:spcPts val="600"/>
              </a:spcAft>
              <a:buFont typeface="Arial" panose="020B0604020202020204" pitchFamily="34" charset="0"/>
              <a:buChar char="•"/>
            </a:pPr>
            <a:r>
              <a:rPr lang="en-US" sz="700">
                <a:solidFill>
                  <a:schemeClr val="tx1"/>
                </a:solidFill>
              </a:rPr>
              <a:t>Resource reservations</a:t>
            </a:r>
          </a:p>
          <a:p>
            <a:pPr marL="92075" indent="-92075">
              <a:spcAft>
                <a:spcPts val="600"/>
              </a:spcAft>
              <a:buFont typeface="Arial" panose="020B0604020202020204" pitchFamily="34" charset="0"/>
              <a:buChar char="•"/>
            </a:pPr>
            <a:r>
              <a:rPr lang="en-US" sz="700">
                <a:solidFill>
                  <a:schemeClr val="tx1"/>
                </a:solidFill>
              </a:rPr>
              <a:t>Handover to project team done</a:t>
            </a:r>
          </a:p>
          <a:p>
            <a:pPr marL="171450" indent="-171450">
              <a:buFont typeface="Arial" panose="020B0604020202020204" pitchFamily="34" charset="0"/>
              <a:buChar char="•"/>
            </a:pPr>
            <a:endParaRPr lang="en-US" sz="700">
              <a:solidFill>
                <a:schemeClr val="tx1"/>
              </a:solidFill>
            </a:endParaRPr>
          </a:p>
        </p:txBody>
      </p:sp>
      <p:cxnSp>
        <p:nvCxnSpPr>
          <p:cNvPr id="15" name="Straight Connector 14">
            <a:extLst>
              <a:ext uri="{FF2B5EF4-FFF2-40B4-BE49-F238E27FC236}">
                <a16:creationId xmlns:a16="http://schemas.microsoft.com/office/drawing/2014/main" id="{C3B4B8EA-415C-3B83-C7D0-8B810399E14A}"/>
              </a:ext>
            </a:extLst>
          </p:cNvPr>
          <p:cNvCxnSpPr>
            <a:cxnSpLocks/>
          </p:cNvCxnSpPr>
          <p:nvPr/>
        </p:nvCxnSpPr>
        <p:spPr>
          <a:xfrm flipV="1">
            <a:off x="2436746" y="2916820"/>
            <a:ext cx="0" cy="3348000"/>
          </a:xfrm>
          <a:prstGeom prst="line">
            <a:avLst/>
          </a:prstGeom>
          <a:ln w="28575">
            <a:solidFill>
              <a:srgbClr val="EF463C"/>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CB04B9D-DEBC-F862-C2BE-359CF7FFED99}"/>
              </a:ext>
            </a:extLst>
          </p:cNvPr>
          <p:cNvCxnSpPr>
            <a:cxnSpLocks/>
          </p:cNvCxnSpPr>
          <p:nvPr/>
        </p:nvCxnSpPr>
        <p:spPr>
          <a:xfrm flipV="1">
            <a:off x="4775504" y="2916820"/>
            <a:ext cx="0" cy="3348000"/>
          </a:xfrm>
          <a:prstGeom prst="line">
            <a:avLst/>
          </a:prstGeom>
          <a:ln w="28575">
            <a:solidFill>
              <a:srgbClr val="EF463C"/>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DE0CE1C-4CC1-351B-C262-C384046D51B0}"/>
              </a:ext>
            </a:extLst>
          </p:cNvPr>
          <p:cNvCxnSpPr>
            <a:cxnSpLocks/>
          </p:cNvCxnSpPr>
          <p:nvPr/>
        </p:nvCxnSpPr>
        <p:spPr>
          <a:xfrm flipV="1">
            <a:off x="7257659" y="2916820"/>
            <a:ext cx="0" cy="3348000"/>
          </a:xfrm>
          <a:prstGeom prst="line">
            <a:avLst/>
          </a:prstGeom>
          <a:ln w="28575">
            <a:solidFill>
              <a:srgbClr val="EF463C"/>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11D8FAE-85A5-EDFD-8964-A45B2298125F}"/>
              </a:ext>
            </a:extLst>
          </p:cNvPr>
          <p:cNvCxnSpPr>
            <a:cxnSpLocks/>
          </p:cNvCxnSpPr>
          <p:nvPr/>
        </p:nvCxnSpPr>
        <p:spPr>
          <a:xfrm flipV="1">
            <a:off x="8197776" y="2916820"/>
            <a:ext cx="0" cy="3348000"/>
          </a:xfrm>
          <a:prstGeom prst="line">
            <a:avLst/>
          </a:prstGeom>
          <a:ln w="28575">
            <a:solidFill>
              <a:srgbClr val="EF463C"/>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7664D19-ED8E-E4E1-7110-F9C40BECCEAD}"/>
              </a:ext>
            </a:extLst>
          </p:cNvPr>
          <p:cNvCxnSpPr>
            <a:cxnSpLocks/>
          </p:cNvCxnSpPr>
          <p:nvPr/>
        </p:nvCxnSpPr>
        <p:spPr>
          <a:xfrm flipV="1">
            <a:off x="9146246" y="2916820"/>
            <a:ext cx="0" cy="3348000"/>
          </a:xfrm>
          <a:prstGeom prst="line">
            <a:avLst/>
          </a:prstGeom>
          <a:ln w="28575">
            <a:solidFill>
              <a:srgbClr val="EF463C"/>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3C029F9-563C-1C38-62A0-156F3F23839F}"/>
              </a:ext>
            </a:extLst>
          </p:cNvPr>
          <p:cNvCxnSpPr>
            <a:cxnSpLocks/>
          </p:cNvCxnSpPr>
          <p:nvPr/>
        </p:nvCxnSpPr>
        <p:spPr>
          <a:xfrm flipV="1">
            <a:off x="10086364" y="2916820"/>
            <a:ext cx="0" cy="3348000"/>
          </a:xfrm>
          <a:prstGeom prst="line">
            <a:avLst/>
          </a:prstGeom>
          <a:ln w="28575">
            <a:solidFill>
              <a:srgbClr val="EF463C"/>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79F8C19-B34B-2BDC-D9A6-3533B34CA68F}"/>
              </a:ext>
            </a:extLst>
          </p:cNvPr>
          <p:cNvCxnSpPr>
            <a:cxnSpLocks/>
          </p:cNvCxnSpPr>
          <p:nvPr/>
        </p:nvCxnSpPr>
        <p:spPr>
          <a:xfrm flipV="1">
            <a:off x="11106174" y="2916820"/>
            <a:ext cx="0" cy="3348000"/>
          </a:xfrm>
          <a:prstGeom prst="line">
            <a:avLst/>
          </a:prstGeom>
          <a:ln w="28575">
            <a:solidFill>
              <a:srgbClr val="EF463C"/>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593ED1E7-C830-DAE9-99C9-6229579CF4A3}"/>
              </a:ext>
            </a:extLst>
          </p:cNvPr>
          <p:cNvCxnSpPr>
            <a:cxnSpLocks/>
          </p:cNvCxnSpPr>
          <p:nvPr/>
        </p:nvCxnSpPr>
        <p:spPr>
          <a:xfrm flipV="1">
            <a:off x="1094014" y="2916820"/>
            <a:ext cx="0" cy="3348000"/>
          </a:xfrm>
          <a:prstGeom prst="line">
            <a:avLst/>
          </a:prstGeom>
          <a:ln w="28575">
            <a:solidFill>
              <a:srgbClr val="EF463C"/>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EE3C90E4-A976-A42C-8000-FA20CA13171A}"/>
              </a:ext>
            </a:extLst>
          </p:cNvPr>
          <p:cNvGrpSpPr/>
          <p:nvPr/>
        </p:nvGrpSpPr>
        <p:grpSpPr>
          <a:xfrm>
            <a:off x="-8126" y="2318770"/>
            <a:ext cx="12200126" cy="412400"/>
            <a:chOff x="-16253" y="2318770"/>
            <a:chExt cx="12208253" cy="412400"/>
          </a:xfrm>
        </p:grpSpPr>
        <p:sp>
          <p:nvSpPr>
            <p:cNvPr id="12" name="5-Point Star 266">
              <a:extLst>
                <a:ext uri="{FF2B5EF4-FFF2-40B4-BE49-F238E27FC236}">
                  <a16:creationId xmlns:a16="http://schemas.microsoft.com/office/drawing/2014/main" id="{EB28234C-F10F-EFF3-18F8-697B7F825CD4}"/>
                </a:ext>
              </a:extLst>
            </p:cNvPr>
            <p:cNvSpPr/>
            <p:nvPr/>
          </p:nvSpPr>
          <p:spPr>
            <a:xfrm>
              <a:off x="10245460" y="2354711"/>
              <a:ext cx="228912" cy="228912"/>
            </a:xfrm>
            <a:prstGeom prst="star5">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3" name="Arrow: Chevron 23">
              <a:extLst>
                <a:ext uri="{FF2B5EF4-FFF2-40B4-BE49-F238E27FC236}">
                  <a16:creationId xmlns:a16="http://schemas.microsoft.com/office/drawing/2014/main" id="{28F1BA8C-C821-7F8C-659E-B49A42F1B0CE}"/>
                </a:ext>
              </a:extLst>
            </p:cNvPr>
            <p:cNvSpPr/>
            <p:nvPr/>
          </p:nvSpPr>
          <p:spPr>
            <a:xfrm>
              <a:off x="9137893" y="2318771"/>
              <a:ext cx="1071767" cy="409690"/>
            </a:xfrm>
            <a:prstGeom prst="chevron">
              <a:avLst>
                <a:gd name="adj" fmla="val 24644"/>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Final </a:t>
              </a:r>
              <a:b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b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a:t>
              </a:r>
            </a:p>
          </p:txBody>
        </p:sp>
        <p:sp>
          <p:nvSpPr>
            <p:cNvPr id="14" name="Arrow: Chevron 22">
              <a:extLst>
                <a:ext uri="{FF2B5EF4-FFF2-40B4-BE49-F238E27FC236}">
                  <a16:creationId xmlns:a16="http://schemas.microsoft.com/office/drawing/2014/main" id="{494D643F-77B0-6B61-3E15-0BF3D6A947BE}"/>
                </a:ext>
              </a:extLst>
            </p:cNvPr>
            <p:cNvSpPr/>
            <p:nvPr/>
          </p:nvSpPr>
          <p:spPr>
            <a:xfrm>
              <a:off x="4738710" y="2318771"/>
              <a:ext cx="2670399" cy="409690"/>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Realization</a:t>
              </a:r>
            </a:p>
          </p:txBody>
        </p:sp>
        <p:sp>
          <p:nvSpPr>
            <p:cNvPr id="16" name="Arrow: Chevron 288">
              <a:extLst>
                <a:ext uri="{FF2B5EF4-FFF2-40B4-BE49-F238E27FC236}">
                  <a16:creationId xmlns:a16="http://schemas.microsoft.com/office/drawing/2014/main" id="{5F6A9206-6936-50EF-4922-FD3B9C0D5244}"/>
                </a:ext>
              </a:extLst>
            </p:cNvPr>
            <p:cNvSpPr/>
            <p:nvPr/>
          </p:nvSpPr>
          <p:spPr>
            <a:xfrm>
              <a:off x="1728137" y="2318771"/>
              <a:ext cx="801206"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13716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Plan</a:t>
              </a:r>
            </a:p>
          </p:txBody>
        </p:sp>
        <p:sp>
          <p:nvSpPr>
            <p:cNvPr id="139" name="Arrow: Pentagon 14">
              <a:extLst>
                <a:ext uri="{FF2B5EF4-FFF2-40B4-BE49-F238E27FC236}">
                  <a16:creationId xmlns:a16="http://schemas.microsoft.com/office/drawing/2014/main" id="{D0D083BC-9FED-E1B1-7DB7-C8725266442B}"/>
                </a:ext>
              </a:extLst>
            </p:cNvPr>
            <p:cNvSpPr/>
            <p:nvPr/>
          </p:nvSpPr>
          <p:spPr>
            <a:xfrm>
              <a:off x="1105365" y="2319075"/>
              <a:ext cx="733360" cy="408495"/>
            </a:xfrm>
            <a:prstGeom prst="homePlate">
              <a:avLst>
                <a:gd name="adj" fmla="val 17926"/>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9144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a:t>
              </a:r>
            </a:p>
          </p:txBody>
        </p:sp>
        <p:sp>
          <p:nvSpPr>
            <p:cNvPr id="140" name="Rectangle 139">
              <a:extLst>
                <a:ext uri="{FF2B5EF4-FFF2-40B4-BE49-F238E27FC236}">
                  <a16:creationId xmlns:a16="http://schemas.microsoft.com/office/drawing/2014/main" id="{BEC23559-1E3E-59DA-2C49-FF8BC1C8E245}"/>
                </a:ext>
              </a:extLst>
            </p:cNvPr>
            <p:cNvSpPr/>
            <p:nvPr/>
          </p:nvSpPr>
          <p:spPr>
            <a:xfrm>
              <a:off x="-16253" y="2320770"/>
              <a:ext cx="1121618" cy="410400"/>
            </a:xfrm>
            <a:prstGeom prst="rect">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Pre-Project</a:t>
              </a:r>
            </a:p>
          </p:txBody>
        </p:sp>
        <p:sp>
          <p:nvSpPr>
            <p:cNvPr id="141" name="Arrow: Chevron 284">
              <a:extLst>
                <a:ext uri="{FF2B5EF4-FFF2-40B4-BE49-F238E27FC236}">
                  <a16:creationId xmlns:a16="http://schemas.microsoft.com/office/drawing/2014/main" id="{E5B5F8FE-B951-405E-E139-AC331F2FA89E}"/>
                </a:ext>
              </a:extLst>
            </p:cNvPr>
            <p:cNvSpPr/>
            <p:nvPr/>
          </p:nvSpPr>
          <p:spPr>
            <a:xfrm>
              <a:off x="3196912" y="2318771"/>
              <a:ext cx="1636843"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432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Blueprint</a:t>
              </a:r>
            </a:p>
          </p:txBody>
        </p:sp>
        <p:sp>
          <p:nvSpPr>
            <p:cNvPr id="142" name="Arrow: Chevron 287">
              <a:extLst>
                <a:ext uri="{FF2B5EF4-FFF2-40B4-BE49-F238E27FC236}">
                  <a16:creationId xmlns:a16="http://schemas.microsoft.com/office/drawing/2014/main" id="{1E3353E5-DEE9-F074-3BD6-D03FB47B6A83}"/>
                </a:ext>
              </a:extLst>
            </p:cNvPr>
            <p:cNvSpPr/>
            <p:nvPr/>
          </p:nvSpPr>
          <p:spPr>
            <a:xfrm>
              <a:off x="2428620" y="2318771"/>
              <a:ext cx="1227452"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Inception</a:t>
              </a:r>
            </a:p>
          </p:txBody>
        </p:sp>
        <p:sp>
          <p:nvSpPr>
            <p:cNvPr id="143" name="Arrow: Chevron 274">
              <a:extLst>
                <a:ext uri="{FF2B5EF4-FFF2-40B4-BE49-F238E27FC236}">
                  <a16:creationId xmlns:a16="http://schemas.microsoft.com/office/drawing/2014/main" id="{43E40472-0172-A689-7C29-B8B3A6060BAA}"/>
                </a:ext>
              </a:extLst>
            </p:cNvPr>
            <p:cNvSpPr/>
            <p:nvPr/>
          </p:nvSpPr>
          <p:spPr>
            <a:xfrm>
              <a:off x="8191233" y="2318771"/>
              <a:ext cx="1049421" cy="409690"/>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000" b="1">
                  <a:solidFill>
                    <a:srgbClr val="999999">
                      <a:lumMod val="50000"/>
                    </a:srgbClr>
                  </a:solidFill>
                  <a:latin typeface="Century Gothic" panose="020F0302020204030204"/>
                </a:rPr>
                <a:t>BRT</a:t>
              </a:r>
              <a:endPar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endParaRPr>
            </a:p>
          </p:txBody>
        </p:sp>
        <p:sp>
          <p:nvSpPr>
            <p:cNvPr id="144" name="Arrow: Chevron 273">
              <a:extLst>
                <a:ext uri="{FF2B5EF4-FFF2-40B4-BE49-F238E27FC236}">
                  <a16:creationId xmlns:a16="http://schemas.microsoft.com/office/drawing/2014/main" id="{7FED1E92-F66C-A998-2596-BC245FB1EFCF}"/>
                </a:ext>
              </a:extLst>
            </p:cNvPr>
            <p:cNvSpPr/>
            <p:nvPr/>
          </p:nvSpPr>
          <p:spPr>
            <a:xfrm>
              <a:off x="7245741" y="2318770"/>
              <a:ext cx="1046604"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SIT</a:t>
              </a:r>
            </a:p>
          </p:txBody>
        </p:sp>
        <p:sp>
          <p:nvSpPr>
            <p:cNvPr id="145" name="Arrow: Chevron 26">
              <a:extLst>
                <a:ext uri="{FF2B5EF4-FFF2-40B4-BE49-F238E27FC236}">
                  <a16:creationId xmlns:a16="http://schemas.microsoft.com/office/drawing/2014/main" id="{249CB93A-F7A3-28B1-C445-6EA6780FB358}"/>
                </a:ext>
              </a:extLst>
            </p:cNvPr>
            <p:cNvSpPr/>
            <p:nvPr/>
          </p:nvSpPr>
          <p:spPr>
            <a:xfrm>
              <a:off x="11064849" y="2318771"/>
              <a:ext cx="1127151" cy="409689"/>
            </a:xfrm>
            <a:prstGeom prst="chevron">
              <a:avLst>
                <a:gd name="adj" fmla="val 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Operate</a:t>
              </a:r>
            </a:p>
          </p:txBody>
        </p:sp>
        <p:sp>
          <p:nvSpPr>
            <p:cNvPr id="146" name="Arrow: Chevron 145">
              <a:extLst>
                <a:ext uri="{FF2B5EF4-FFF2-40B4-BE49-F238E27FC236}">
                  <a16:creationId xmlns:a16="http://schemas.microsoft.com/office/drawing/2014/main" id="{F114DF4F-A9EE-7449-C06F-B8271A4B54F8}"/>
                </a:ext>
              </a:extLst>
            </p:cNvPr>
            <p:cNvSpPr/>
            <p:nvPr/>
          </p:nvSpPr>
          <p:spPr>
            <a:xfrm>
              <a:off x="10106803" y="2318771"/>
              <a:ext cx="1049421" cy="409689"/>
            </a:xfrm>
            <a:prstGeom prst="chevron">
              <a:avLst>
                <a:gd name="adj" fmla="val 24644"/>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Go Live &amp; Hypercare</a:t>
              </a:r>
            </a:p>
          </p:txBody>
        </p:sp>
      </p:grpSp>
      <p:sp>
        <p:nvSpPr>
          <p:cNvPr id="124" name="Oval 123">
            <a:extLst>
              <a:ext uri="{FF2B5EF4-FFF2-40B4-BE49-F238E27FC236}">
                <a16:creationId xmlns:a16="http://schemas.microsoft.com/office/drawing/2014/main" id="{41C7A630-C60D-8767-B0D7-76E927199B0C}"/>
              </a:ext>
            </a:extLst>
          </p:cNvPr>
          <p:cNvSpPr/>
          <p:nvPr/>
        </p:nvSpPr>
        <p:spPr>
          <a:xfrm>
            <a:off x="2267693" y="2646422"/>
            <a:ext cx="360000" cy="360000"/>
          </a:xfrm>
          <a:prstGeom prst="ellipse">
            <a:avLst/>
          </a:prstGeom>
          <a:solidFill>
            <a:schemeClr val="bg2"/>
          </a:solidFill>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en-US" sz="1000" b="1"/>
              <a:t>QG</a:t>
            </a:r>
          </a:p>
        </p:txBody>
      </p:sp>
      <p:sp>
        <p:nvSpPr>
          <p:cNvPr id="125" name="Oval 124">
            <a:extLst>
              <a:ext uri="{FF2B5EF4-FFF2-40B4-BE49-F238E27FC236}">
                <a16:creationId xmlns:a16="http://schemas.microsoft.com/office/drawing/2014/main" id="{301DB674-8328-B3D0-5F6F-F55F57EDDF47}"/>
              </a:ext>
            </a:extLst>
          </p:cNvPr>
          <p:cNvSpPr/>
          <p:nvPr/>
        </p:nvSpPr>
        <p:spPr>
          <a:xfrm>
            <a:off x="4601943" y="2646422"/>
            <a:ext cx="360000" cy="360000"/>
          </a:xfrm>
          <a:prstGeom prst="ellipse">
            <a:avLst/>
          </a:prstGeom>
          <a:solidFill>
            <a:schemeClr val="bg2"/>
          </a:solidFill>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en-US" sz="1000" b="1"/>
              <a:t>QG</a:t>
            </a:r>
          </a:p>
        </p:txBody>
      </p:sp>
      <p:sp>
        <p:nvSpPr>
          <p:cNvPr id="126" name="Oval 125">
            <a:extLst>
              <a:ext uri="{FF2B5EF4-FFF2-40B4-BE49-F238E27FC236}">
                <a16:creationId xmlns:a16="http://schemas.microsoft.com/office/drawing/2014/main" id="{6F69124D-B703-8020-482C-12EA019B31DB}"/>
              </a:ext>
            </a:extLst>
          </p:cNvPr>
          <p:cNvSpPr/>
          <p:nvPr/>
        </p:nvSpPr>
        <p:spPr>
          <a:xfrm>
            <a:off x="7084098" y="2646422"/>
            <a:ext cx="360000" cy="360000"/>
          </a:xfrm>
          <a:prstGeom prst="ellipse">
            <a:avLst/>
          </a:prstGeom>
          <a:solidFill>
            <a:schemeClr val="bg2"/>
          </a:solidFill>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en-US" sz="1000" b="1"/>
              <a:t>QG</a:t>
            </a:r>
          </a:p>
        </p:txBody>
      </p:sp>
      <p:sp>
        <p:nvSpPr>
          <p:cNvPr id="127" name="Oval 126">
            <a:extLst>
              <a:ext uri="{FF2B5EF4-FFF2-40B4-BE49-F238E27FC236}">
                <a16:creationId xmlns:a16="http://schemas.microsoft.com/office/drawing/2014/main" id="{7AB3F035-34C1-C1B3-CB50-410261BF4ED1}"/>
              </a:ext>
            </a:extLst>
          </p:cNvPr>
          <p:cNvSpPr/>
          <p:nvPr/>
        </p:nvSpPr>
        <p:spPr>
          <a:xfrm>
            <a:off x="8024215" y="2646422"/>
            <a:ext cx="360000" cy="360000"/>
          </a:xfrm>
          <a:prstGeom prst="ellipse">
            <a:avLst/>
          </a:prstGeom>
          <a:solidFill>
            <a:schemeClr val="bg2"/>
          </a:solidFill>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en-US" sz="1000" b="1"/>
              <a:t>QG</a:t>
            </a:r>
          </a:p>
        </p:txBody>
      </p:sp>
      <p:sp>
        <p:nvSpPr>
          <p:cNvPr id="128" name="Oval 127">
            <a:extLst>
              <a:ext uri="{FF2B5EF4-FFF2-40B4-BE49-F238E27FC236}">
                <a16:creationId xmlns:a16="http://schemas.microsoft.com/office/drawing/2014/main" id="{80AEBABE-7A1B-5C4C-A63E-B2E2BAC98EAB}"/>
              </a:ext>
            </a:extLst>
          </p:cNvPr>
          <p:cNvSpPr/>
          <p:nvPr/>
        </p:nvSpPr>
        <p:spPr>
          <a:xfrm>
            <a:off x="8973517" y="2646422"/>
            <a:ext cx="360000" cy="360000"/>
          </a:xfrm>
          <a:prstGeom prst="ellipse">
            <a:avLst/>
          </a:prstGeom>
          <a:solidFill>
            <a:schemeClr val="bg2"/>
          </a:solidFill>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en-US" sz="1000" b="1"/>
              <a:t>QG</a:t>
            </a:r>
          </a:p>
        </p:txBody>
      </p:sp>
      <p:sp>
        <p:nvSpPr>
          <p:cNvPr id="129" name="Oval 128">
            <a:extLst>
              <a:ext uri="{FF2B5EF4-FFF2-40B4-BE49-F238E27FC236}">
                <a16:creationId xmlns:a16="http://schemas.microsoft.com/office/drawing/2014/main" id="{9F69484C-C2A8-4F88-FDE6-F601B8735ABF}"/>
              </a:ext>
            </a:extLst>
          </p:cNvPr>
          <p:cNvSpPr/>
          <p:nvPr/>
        </p:nvSpPr>
        <p:spPr>
          <a:xfrm>
            <a:off x="9912803" y="2646422"/>
            <a:ext cx="360000" cy="360000"/>
          </a:xfrm>
          <a:prstGeom prst="ellipse">
            <a:avLst/>
          </a:prstGeom>
          <a:solidFill>
            <a:schemeClr val="bg2"/>
          </a:solidFill>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en-US" sz="1000" b="1"/>
              <a:t>QG</a:t>
            </a:r>
          </a:p>
        </p:txBody>
      </p:sp>
      <p:sp>
        <p:nvSpPr>
          <p:cNvPr id="130" name="Oval 129">
            <a:extLst>
              <a:ext uri="{FF2B5EF4-FFF2-40B4-BE49-F238E27FC236}">
                <a16:creationId xmlns:a16="http://schemas.microsoft.com/office/drawing/2014/main" id="{D4ABD369-71AE-F0D0-1BBC-B7DAC75C237A}"/>
              </a:ext>
            </a:extLst>
          </p:cNvPr>
          <p:cNvSpPr/>
          <p:nvPr/>
        </p:nvSpPr>
        <p:spPr>
          <a:xfrm>
            <a:off x="10923506" y="2646422"/>
            <a:ext cx="360000" cy="360000"/>
          </a:xfrm>
          <a:prstGeom prst="ellipse">
            <a:avLst/>
          </a:prstGeom>
          <a:solidFill>
            <a:schemeClr val="bg2"/>
          </a:solidFill>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en-US" sz="1000" b="1"/>
              <a:t>QG</a:t>
            </a:r>
          </a:p>
        </p:txBody>
      </p:sp>
      <p:sp>
        <p:nvSpPr>
          <p:cNvPr id="23" name="Oval 22">
            <a:extLst>
              <a:ext uri="{FF2B5EF4-FFF2-40B4-BE49-F238E27FC236}">
                <a16:creationId xmlns:a16="http://schemas.microsoft.com/office/drawing/2014/main" id="{3498430B-1E4D-1D57-218C-AC6CE76865C2}"/>
              </a:ext>
            </a:extLst>
          </p:cNvPr>
          <p:cNvSpPr/>
          <p:nvPr/>
        </p:nvSpPr>
        <p:spPr>
          <a:xfrm>
            <a:off x="914075" y="2646422"/>
            <a:ext cx="360000" cy="360000"/>
          </a:xfrm>
          <a:prstGeom prst="ellipse">
            <a:avLst/>
          </a:prstGeom>
          <a:solidFill>
            <a:schemeClr val="bg2"/>
          </a:solidFill>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en-US" sz="1000" b="1"/>
              <a:t>QG</a:t>
            </a:r>
          </a:p>
        </p:txBody>
      </p:sp>
    </p:spTree>
    <p:extLst>
      <p:ext uri="{BB962C8B-B14F-4D97-AF65-F5344CB8AC3E}">
        <p14:creationId xmlns:p14="http://schemas.microsoft.com/office/powerpoint/2010/main" val="2221270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Rectangle 223">
            <a:extLst>
              <a:ext uri="{FF2B5EF4-FFF2-40B4-BE49-F238E27FC236}">
                <a16:creationId xmlns:a16="http://schemas.microsoft.com/office/drawing/2014/main" id="{2537800F-741B-A582-E5D9-B57FDD0A8894}"/>
              </a:ext>
            </a:extLst>
          </p:cNvPr>
          <p:cNvSpPr/>
          <p:nvPr/>
        </p:nvSpPr>
        <p:spPr>
          <a:xfrm>
            <a:off x="1338878" y="2681838"/>
            <a:ext cx="2736000" cy="3392571"/>
          </a:xfrm>
          <a:prstGeom prst="rect">
            <a:avLst/>
          </a:prstGeom>
          <a:gradFill flip="none" rotWithShape="1">
            <a:gsLst>
              <a:gs pos="20000">
                <a:schemeClr val="bg1"/>
              </a:gs>
              <a:gs pos="0">
                <a:schemeClr val="bg1">
                  <a:lumMod val="85000"/>
                </a:schemeClr>
              </a:gs>
              <a:gs pos="100000">
                <a:schemeClr val="bg1"/>
              </a:gs>
            </a:gsLst>
            <a:lin ang="0" scaled="1"/>
            <a:tileRect/>
          </a:gradFill>
          <a:ln>
            <a:noFill/>
          </a:ln>
        </p:spPr>
        <p:style>
          <a:lnRef idx="3">
            <a:schemeClr val="lt1"/>
          </a:lnRef>
          <a:fillRef idx="1">
            <a:schemeClr val="accent1"/>
          </a:fillRef>
          <a:effectRef idx="1">
            <a:schemeClr val="accent1"/>
          </a:effectRef>
          <a:fontRef idx="minor">
            <a:schemeClr val="lt1"/>
          </a:fontRef>
        </p:style>
        <p:txBody>
          <a:bodyPr tIns="144000" numCol="2" rtlCol="0" anchor="t"/>
          <a:lstStyle/>
          <a:p>
            <a:pPr>
              <a:spcAft>
                <a:spcPts val="300"/>
              </a:spcAft>
              <a:buClr>
                <a:schemeClr val="tx2"/>
              </a:buClr>
            </a:pPr>
            <a:r>
              <a:rPr lang="en-US" sz="900" b="1">
                <a:solidFill>
                  <a:schemeClr val="tx2"/>
                </a:solidFill>
              </a:rPr>
              <a:t>INITIATE</a:t>
            </a:r>
          </a:p>
          <a:p>
            <a:pPr>
              <a:spcAft>
                <a:spcPts val="300"/>
              </a:spcAft>
              <a:buClr>
                <a:schemeClr val="tx2"/>
              </a:buClr>
            </a:pPr>
            <a:r>
              <a:rPr lang="en-US" sz="900" b="1">
                <a:solidFill>
                  <a:schemeClr val="tx2"/>
                </a:solidFill>
              </a:rPr>
              <a:t>Preparation</a:t>
            </a:r>
          </a:p>
          <a:p>
            <a:pPr marL="72000" indent="-72000">
              <a:spcAft>
                <a:spcPts val="500"/>
              </a:spcAft>
              <a:buClr>
                <a:schemeClr val="tx2"/>
              </a:buClr>
              <a:buFont typeface="Arial" panose="020B0604020202020204" pitchFamily="34" charset="0"/>
              <a:buChar char="•"/>
            </a:pPr>
            <a:r>
              <a:rPr lang="en-US" sz="700">
                <a:solidFill>
                  <a:schemeClr val="tx1"/>
                </a:solidFill>
                <a:hlinkClick r:id="rId3">
                  <a:extLst>
                    <a:ext uri="{A12FA001-AC4F-418D-AE19-62706E023703}">
                      <ahyp:hlinkClr xmlns:ahyp="http://schemas.microsoft.com/office/drawing/2018/hyperlinkcolor" val="tx"/>
                    </a:ext>
                  </a:extLst>
                </a:hlinkClick>
              </a:rPr>
              <a:t>Quality Gate – definition</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4">
                  <a:extLst>
                    <a:ext uri="{A12FA001-AC4F-418D-AE19-62706E023703}">
                      <ahyp:hlinkClr xmlns:ahyp="http://schemas.microsoft.com/office/drawing/2018/hyperlinkcolor" val="tx"/>
                    </a:ext>
                  </a:extLst>
                </a:hlinkClick>
              </a:rPr>
              <a:t>Contact List</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5">
                  <a:extLst>
                    <a:ext uri="{A12FA001-AC4F-418D-AE19-62706E023703}">
                      <ahyp:hlinkClr xmlns:ahyp="http://schemas.microsoft.com/office/drawing/2018/hyperlinkcolor" val="tx"/>
                    </a:ext>
                  </a:extLst>
                </a:hlinkClick>
              </a:rPr>
              <a:t>Project Charter</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6">
                  <a:extLst>
                    <a:ext uri="{A12FA001-AC4F-418D-AE19-62706E023703}">
                      <ahyp:hlinkClr xmlns:ahyp="http://schemas.microsoft.com/office/drawing/2018/hyperlinkcolor" val="tx"/>
                    </a:ext>
                  </a:extLst>
                </a:hlinkClick>
              </a:rPr>
              <a:t>Project Mgmt Plan</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7">
                  <a:extLst>
                    <a:ext uri="{A12FA001-AC4F-418D-AE19-62706E023703}">
                      <ahyp:hlinkClr xmlns:ahyp="http://schemas.microsoft.com/office/drawing/2018/hyperlinkcolor" val="tx"/>
                    </a:ext>
                  </a:extLst>
                </a:hlinkClick>
              </a:rPr>
              <a:t>Deliverable Tracker</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8">
                  <a:extLst>
                    <a:ext uri="{A12FA001-AC4F-418D-AE19-62706E023703}">
                      <ahyp:hlinkClr xmlns:ahyp="http://schemas.microsoft.com/office/drawing/2018/hyperlinkcolor" val="tx"/>
                    </a:ext>
                  </a:extLst>
                </a:hlinkClick>
              </a:rPr>
              <a:t>Project Governance – </a:t>
            </a:r>
            <a:br>
              <a:rPr lang="en-US" sz="700">
                <a:solidFill>
                  <a:schemeClr val="tx1"/>
                </a:solidFill>
                <a:hlinkClick r:id="rId8">
                  <a:extLst>
                    <a:ext uri="{A12FA001-AC4F-418D-AE19-62706E023703}">
                      <ahyp:hlinkClr xmlns:ahyp="http://schemas.microsoft.com/office/drawing/2018/hyperlinkcolor" val="tx"/>
                    </a:ext>
                  </a:extLst>
                </a:hlinkClick>
              </a:rPr>
            </a:br>
            <a:r>
              <a:rPr lang="en-US" sz="700">
                <a:solidFill>
                  <a:schemeClr val="tx1"/>
                </a:solidFill>
                <a:hlinkClick r:id="rId8">
                  <a:extLst>
                    <a:ext uri="{A12FA001-AC4F-418D-AE19-62706E023703}">
                      <ahyp:hlinkClr xmlns:ahyp="http://schemas.microsoft.com/office/drawing/2018/hyperlinkcolor" val="tx"/>
                    </a:ext>
                  </a:extLst>
                </a:hlinkClick>
              </a:rPr>
              <a:t>Basic </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9">
                  <a:extLst>
                    <a:ext uri="{A12FA001-AC4F-418D-AE19-62706E023703}">
                      <ahyp:hlinkClr xmlns:ahyp="http://schemas.microsoft.com/office/drawing/2018/hyperlinkcolor" val="tx"/>
                    </a:ext>
                  </a:extLst>
                </a:hlinkClick>
              </a:rPr>
              <a:t>Project Governance - Extended</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10">
                  <a:extLst>
                    <a:ext uri="{A12FA001-AC4F-418D-AE19-62706E023703}">
                      <ahyp:hlinkClr xmlns:ahyp="http://schemas.microsoft.com/office/drawing/2018/hyperlinkcolor" val="tx"/>
                    </a:ext>
                  </a:extLst>
                </a:hlinkClick>
              </a:rPr>
              <a:t>RACI matrix</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11">
                  <a:extLst>
                    <a:ext uri="{A12FA001-AC4F-418D-AE19-62706E023703}">
                      <ahyp:hlinkClr xmlns:ahyp="http://schemas.microsoft.com/office/drawing/2018/hyperlinkcolor" val="tx"/>
                    </a:ext>
                  </a:extLst>
                </a:hlinkClick>
              </a:rPr>
              <a:t>Communication Plan</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12">
                  <a:extLst>
                    <a:ext uri="{A12FA001-AC4F-418D-AE19-62706E023703}">
                      <ahyp:hlinkClr xmlns:ahyp="http://schemas.microsoft.com/office/drawing/2018/hyperlinkcolor" val="tx"/>
                    </a:ext>
                  </a:extLst>
                </a:hlinkClick>
              </a:rPr>
              <a:t>Project Standards</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13">
                  <a:extLst>
                    <a:ext uri="{A12FA001-AC4F-418D-AE19-62706E023703}">
                      <ahyp:hlinkClr xmlns:ahyp="http://schemas.microsoft.com/office/drawing/2018/hyperlinkcolor" val="tx"/>
                    </a:ext>
                  </a:extLst>
                </a:hlinkClick>
              </a:rPr>
              <a:t>Change Request</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14">
                  <a:extLst>
                    <a:ext uri="{A12FA001-AC4F-418D-AE19-62706E023703}">
                      <ahyp:hlinkClr xmlns:ahyp="http://schemas.microsoft.com/office/drawing/2018/hyperlinkcolor" val="tx"/>
                    </a:ext>
                  </a:extLst>
                </a:hlinkClick>
              </a:rPr>
              <a:t>Workstreams</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15">
                  <a:extLst>
                    <a:ext uri="{A12FA001-AC4F-418D-AE19-62706E023703}">
                      <ahyp:hlinkClr xmlns:ahyp="http://schemas.microsoft.com/office/drawing/2018/hyperlinkcolor" val="tx"/>
                    </a:ext>
                  </a:extLst>
                </a:hlinkClick>
              </a:rPr>
              <a:t>High-level WBS</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16">
                  <a:extLst>
                    <a:ext uri="{A12FA001-AC4F-418D-AE19-62706E023703}">
                      <ahyp:hlinkClr xmlns:ahyp="http://schemas.microsoft.com/office/drawing/2018/hyperlinkcolor" val="tx"/>
                    </a:ext>
                  </a:extLst>
                </a:hlinkClick>
              </a:rPr>
              <a:t>Project Timeline</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17">
                  <a:extLst>
                    <a:ext uri="{A12FA001-AC4F-418D-AE19-62706E023703}">
                      <ahyp:hlinkClr xmlns:ahyp="http://schemas.microsoft.com/office/drawing/2018/hyperlinkcolor" val="tx"/>
                    </a:ext>
                  </a:extLst>
                </a:hlinkClick>
              </a:rPr>
              <a:t>Project Budget Baseline</a:t>
            </a:r>
            <a:endParaRPr lang="en-US" sz="700">
              <a:solidFill>
                <a:schemeClr val="tx1"/>
              </a:solidFill>
            </a:endParaRPr>
          </a:p>
          <a:p>
            <a:pPr marL="72000" indent="-72000">
              <a:spcAft>
                <a:spcPts val="500"/>
              </a:spcAft>
              <a:buClr>
                <a:schemeClr val="tx2"/>
              </a:buClr>
              <a:buFont typeface="Arial" panose="020B0604020202020204" pitchFamily="34" charset="0"/>
              <a:buChar char="•"/>
            </a:pPr>
            <a:endParaRPr lang="en-US" sz="700">
              <a:solidFill>
                <a:schemeClr val="tx1"/>
              </a:solidFill>
              <a:hlinkClick r:id="rId18">
                <a:extLst>
                  <a:ext uri="{A12FA001-AC4F-418D-AE19-62706E023703}">
                    <ahyp:hlinkClr xmlns:ahyp="http://schemas.microsoft.com/office/drawing/2018/hyperlinkcolor" val="tx"/>
                  </a:ext>
                </a:extLst>
              </a:hlinkClick>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18">
                  <a:extLst>
                    <a:ext uri="{A12FA001-AC4F-418D-AE19-62706E023703}">
                      <ahyp:hlinkClr xmlns:ahyp="http://schemas.microsoft.com/office/drawing/2018/hyperlinkcolor" val="tx"/>
                    </a:ext>
                  </a:extLst>
                </a:hlinkClick>
              </a:rPr>
              <a:t>Detailed Resource Plan</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19">
                  <a:extLst>
                    <a:ext uri="{A12FA001-AC4F-418D-AE19-62706E023703}">
                      <ahyp:hlinkClr xmlns:ahyp="http://schemas.microsoft.com/office/drawing/2018/hyperlinkcolor" val="tx"/>
                    </a:ext>
                  </a:extLst>
                </a:hlinkClick>
              </a:rPr>
              <a:t>Team Onboarding</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20">
                  <a:extLst>
                    <a:ext uri="{A12FA001-AC4F-418D-AE19-62706E023703}">
                      <ahyp:hlinkClr xmlns:ahyp="http://schemas.microsoft.com/office/drawing/2018/hyperlinkcolor" val="tx"/>
                    </a:ext>
                  </a:extLst>
                </a:hlinkClick>
              </a:rPr>
              <a:t>Risk Register</a:t>
            </a:r>
            <a:endParaRPr lang="en-US" sz="700">
              <a:solidFill>
                <a:schemeClr val="tx1"/>
              </a:solidFill>
              <a:hlinkClick r:id="rId21">
                <a:extLst>
                  <a:ext uri="{A12FA001-AC4F-418D-AE19-62706E023703}">
                    <ahyp:hlinkClr xmlns:ahyp="http://schemas.microsoft.com/office/drawing/2018/hyperlinkcolor" val="tx"/>
                  </a:ext>
                </a:extLst>
              </a:hlinkClick>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21">
                  <a:extLst>
                    <a:ext uri="{A12FA001-AC4F-418D-AE19-62706E023703}">
                      <ahyp:hlinkClr xmlns:ahyp="http://schemas.microsoft.com/office/drawing/2018/hyperlinkcolor" val="tx"/>
                    </a:ext>
                  </a:extLst>
                </a:hlinkClick>
              </a:rPr>
              <a:t>Customer Discovery Tool</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22">
                  <a:extLst>
                    <a:ext uri="{A12FA001-AC4F-418D-AE19-62706E023703}">
                      <ahyp:hlinkClr xmlns:ahyp="http://schemas.microsoft.com/office/drawing/2018/hyperlinkcolor" val="tx"/>
                    </a:ext>
                  </a:extLst>
                </a:hlinkClick>
              </a:rPr>
              <a:t>Project Workbook</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23">
                  <a:extLst>
                    <a:ext uri="{A12FA001-AC4F-418D-AE19-62706E023703}">
                      <ahyp:hlinkClr xmlns:ahyp="http://schemas.microsoft.com/office/drawing/2018/hyperlinkcolor" val="tx"/>
                    </a:ext>
                  </a:extLst>
                </a:hlinkClick>
              </a:rPr>
              <a:t>Supporting Tools</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24">
                  <a:extLst>
                    <a:ext uri="{A12FA001-AC4F-418D-AE19-62706E023703}">
                      <ahyp:hlinkClr xmlns:ahyp="http://schemas.microsoft.com/office/drawing/2018/hyperlinkcolor" val="tx"/>
                    </a:ext>
                  </a:extLst>
                </a:hlinkClick>
              </a:rPr>
              <a:t>dlw Experience Monitor</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25">
                  <a:extLst>
                    <a:ext uri="{A12FA001-AC4F-418D-AE19-62706E023703}">
                      <ahyp:hlinkClr xmlns:ahyp="http://schemas.microsoft.com/office/drawing/2018/hyperlinkcolor" val="tx"/>
                    </a:ext>
                  </a:extLst>
                </a:hlinkClick>
              </a:rPr>
              <a:t>Status Report</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26">
                  <a:extLst>
                    <a:ext uri="{A12FA001-AC4F-418D-AE19-62706E023703}">
                      <ahyp:hlinkClr xmlns:ahyp="http://schemas.microsoft.com/office/drawing/2018/hyperlinkcolor" val="tx"/>
                    </a:ext>
                  </a:extLst>
                </a:hlinkClick>
              </a:rPr>
              <a:t>SteerCo</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rPr>
              <a:t>EPR</a:t>
            </a:r>
          </a:p>
          <a:p>
            <a:pPr>
              <a:spcAft>
                <a:spcPts val="300"/>
              </a:spcAft>
            </a:pPr>
            <a:endParaRPr lang="en-US" sz="800" b="1">
              <a:solidFill>
                <a:schemeClr val="tx2"/>
              </a:solidFill>
            </a:endParaRPr>
          </a:p>
          <a:p>
            <a:pPr marL="72000" indent="-72000">
              <a:spcAft>
                <a:spcPts val="200"/>
              </a:spcAft>
              <a:buClr>
                <a:schemeClr val="tx2"/>
              </a:buClr>
              <a:buFont typeface="Arial" panose="020B0604020202020204" pitchFamily="34" charset="0"/>
              <a:buChar char="•"/>
            </a:pPr>
            <a:endParaRPr lang="en-US"/>
          </a:p>
        </p:txBody>
      </p:sp>
      <p:sp>
        <p:nvSpPr>
          <p:cNvPr id="26" name="Rectangle 25">
            <a:extLst>
              <a:ext uri="{FF2B5EF4-FFF2-40B4-BE49-F238E27FC236}">
                <a16:creationId xmlns:a16="http://schemas.microsoft.com/office/drawing/2014/main" id="{EB36AA7A-D3C3-1DDA-F0BA-90DBD768025C}"/>
              </a:ext>
            </a:extLst>
          </p:cNvPr>
          <p:cNvSpPr/>
          <p:nvPr/>
        </p:nvSpPr>
        <p:spPr>
          <a:xfrm>
            <a:off x="-16255" y="2681838"/>
            <a:ext cx="1368000" cy="3392571"/>
          </a:xfrm>
          <a:prstGeom prst="rect">
            <a:avLst/>
          </a:prstGeom>
          <a:gradFill flip="none" rotWithShape="1">
            <a:gsLst>
              <a:gs pos="20000">
                <a:schemeClr val="bg1"/>
              </a:gs>
              <a:gs pos="0">
                <a:schemeClr val="bg1">
                  <a:lumMod val="85000"/>
                </a:schemeClr>
              </a:gs>
              <a:gs pos="100000">
                <a:schemeClr val="bg1"/>
              </a:gs>
            </a:gsLst>
            <a:lin ang="0" scaled="1"/>
            <a:tileRect/>
          </a:gradFill>
          <a:ln>
            <a:noFill/>
          </a:ln>
        </p:spPr>
        <p:style>
          <a:lnRef idx="3">
            <a:schemeClr val="lt1"/>
          </a:lnRef>
          <a:fillRef idx="1">
            <a:schemeClr val="accent1"/>
          </a:fillRef>
          <a:effectRef idx="1">
            <a:schemeClr val="accent1"/>
          </a:effectRef>
          <a:fontRef idx="minor">
            <a:schemeClr val="lt1"/>
          </a:fontRef>
        </p:style>
        <p:txBody>
          <a:bodyPr tIns="144000" rtlCol="0" anchor="t"/>
          <a:lstStyle/>
          <a:p>
            <a:pPr>
              <a:spcAft>
                <a:spcPts val="300"/>
              </a:spcAft>
              <a:buClr>
                <a:schemeClr val="tx2"/>
              </a:buClr>
            </a:pPr>
            <a:r>
              <a:rPr lang="en-US" sz="900" b="1">
                <a:solidFill>
                  <a:schemeClr val="tx2"/>
                </a:solidFill>
              </a:rPr>
              <a:t>DISCOVER</a:t>
            </a:r>
          </a:p>
          <a:p>
            <a:pPr>
              <a:spcAft>
                <a:spcPts val="300"/>
              </a:spcAft>
              <a:buClr>
                <a:schemeClr val="tx2"/>
              </a:buClr>
            </a:pPr>
            <a:r>
              <a:rPr lang="en-US" sz="900" b="1">
                <a:solidFill>
                  <a:schemeClr val="tx2"/>
                </a:solidFill>
              </a:rPr>
              <a:t>Pre-project </a:t>
            </a:r>
          </a:p>
          <a:p>
            <a:pPr marL="72000" indent="-72000">
              <a:spcAft>
                <a:spcPts val="500"/>
              </a:spcAft>
              <a:buClr>
                <a:schemeClr val="tx2"/>
              </a:buClr>
              <a:buFont typeface="Arial" panose="020B0604020202020204" pitchFamily="34" charset="0"/>
              <a:buChar char="•"/>
            </a:pPr>
            <a:r>
              <a:rPr lang="en-US" sz="700">
                <a:solidFill>
                  <a:schemeClr val="tx1"/>
                </a:solidFill>
                <a:hlinkClick r:id="rId27">
                  <a:extLst>
                    <a:ext uri="{A12FA001-AC4F-418D-AE19-62706E023703}">
                      <ahyp:hlinkClr xmlns:ahyp="http://schemas.microsoft.com/office/drawing/2018/hyperlinkcolor" val="tx"/>
                    </a:ext>
                  </a:extLst>
                </a:hlinkClick>
              </a:rPr>
              <a:t>Sales Playbook</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28">
                  <a:extLst>
                    <a:ext uri="{A12FA001-AC4F-418D-AE19-62706E023703}">
                      <ahyp:hlinkClr xmlns:ahyp="http://schemas.microsoft.com/office/drawing/2018/hyperlinkcolor" val="tx"/>
                    </a:ext>
                  </a:extLst>
                </a:hlinkClick>
              </a:rPr>
              <a:t>Proposal Budget</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29">
                  <a:extLst>
                    <a:ext uri="{A12FA001-AC4F-418D-AE19-62706E023703}">
                      <ahyp:hlinkClr xmlns:ahyp="http://schemas.microsoft.com/office/drawing/2018/hyperlinkcolor" val="tx"/>
                    </a:ext>
                  </a:extLst>
                </a:hlinkClick>
              </a:rPr>
              <a:t>Stakeholder Register</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30">
                  <a:extLst>
                    <a:ext uri="{A12FA001-AC4F-418D-AE19-62706E023703}">
                      <ahyp:hlinkClr xmlns:ahyp="http://schemas.microsoft.com/office/drawing/2018/hyperlinkcolor" val="tx"/>
                    </a:ext>
                  </a:extLst>
                </a:hlinkClick>
              </a:rPr>
              <a:t>Opening Form</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31">
                  <a:extLst>
                    <a:ext uri="{A12FA001-AC4F-418D-AE19-62706E023703}">
                      <ahyp:hlinkClr xmlns:ahyp="http://schemas.microsoft.com/office/drawing/2018/hyperlinkcolor" val="tx"/>
                    </a:ext>
                  </a:extLst>
                </a:hlinkClick>
              </a:rPr>
              <a:t>RACI matrix</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32">
                  <a:extLst>
                    <a:ext uri="{A12FA001-AC4F-418D-AE19-62706E023703}">
                      <ahyp:hlinkClr xmlns:ahyp="http://schemas.microsoft.com/office/drawing/2018/hyperlinkcolor" val="tx"/>
                    </a:ext>
                  </a:extLst>
                </a:hlinkClick>
              </a:rPr>
              <a:t>Project Rate Card</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33">
                  <a:extLst>
                    <a:ext uri="{A12FA001-AC4F-418D-AE19-62706E023703}">
                      <ahyp:hlinkClr xmlns:ahyp="http://schemas.microsoft.com/office/drawing/2018/hyperlinkcolor" val="tx"/>
                    </a:ext>
                  </a:extLst>
                </a:hlinkClick>
              </a:rPr>
              <a:t>MSA</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34">
                  <a:extLst>
                    <a:ext uri="{A12FA001-AC4F-418D-AE19-62706E023703}">
                      <ahyp:hlinkClr xmlns:ahyp="http://schemas.microsoft.com/office/drawing/2018/hyperlinkcolor" val="tx"/>
                    </a:ext>
                  </a:extLst>
                </a:hlinkClick>
              </a:rPr>
              <a:t>SOW</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35">
                  <a:extLst>
                    <a:ext uri="{A12FA001-AC4F-418D-AE19-62706E023703}">
                      <ahyp:hlinkClr xmlns:ahyp="http://schemas.microsoft.com/office/drawing/2018/hyperlinkcolor" val="tx"/>
                    </a:ext>
                  </a:extLst>
                </a:hlinkClick>
              </a:rPr>
              <a:t>Project Staffing</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36">
                  <a:extLst>
                    <a:ext uri="{A12FA001-AC4F-418D-AE19-62706E023703}">
                      <ahyp:hlinkClr xmlns:ahyp="http://schemas.microsoft.com/office/drawing/2018/hyperlinkcolor" val="tx"/>
                    </a:ext>
                  </a:extLst>
                </a:hlinkClick>
              </a:rPr>
              <a:t>Handover </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37">
                  <a:extLst>
                    <a:ext uri="{A12FA001-AC4F-418D-AE19-62706E023703}">
                      <ahyp:hlinkClr xmlns:ahyp="http://schemas.microsoft.com/office/drawing/2018/hyperlinkcolor" val="tx"/>
                    </a:ext>
                  </a:extLst>
                </a:hlinkClick>
              </a:rPr>
              <a:t>Software Partners</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38">
                  <a:extLst>
                    <a:ext uri="{A12FA001-AC4F-418D-AE19-62706E023703}">
                      <ahyp:hlinkClr xmlns:ahyp="http://schemas.microsoft.com/office/drawing/2018/hyperlinkcolor" val="tx"/>
                    </a:ext>
                  </a:extLst>
                </a:hlinkClick>
              </a:rPr>
              <a:t>Change Onboard Session</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39">
                  <a:extLst>
                    <a:ext uri="{A12FA001-AC4F-418D-AE19-62706E023703}">
                      <ahyp:hlinkClr xmlns:ahyp="http://schemas.microsoft.com/office/drawing/2018/hyperlinkcolor" val="tx"/>
                    </a:ext>
                  </a:extLst>
                </a:hlinkClick>
              </a:rPr>
              <a:t>Think-Plan-Act</a:t>
            </a:r>
            <a:endParaRPr lang="en-US" sz="700">
              <a:solidFill>
                <a:schemeClr val="tx1"/>
              </a:solidFill>
            </a:endParaRPr>
          </a:p>
          <a:p>
            <a:pPr algn="ctr"/>
            <a:endParaRPr lang="en-US"/>
          </a:p>
        </p:txBody>
      </p:sp>
      <p:sp>
        <p:nvSpPr>
          <p:cNvPr id="596" name="Rectangle 595">
            <a:extLst>
              <a:ext uri="{FF2B5EF4-FFF2-40B4-BE49-F238E27FC236}">
                <a16:creationId xmlns:a16="http://schemas.microsoft.com/office/drawing/2014/main" id="{AEA25FD8-1D29-ACF6-7BD6-3C918415D043}"/>
              </a:ext>
            </a:extLst>
          </p:cNvPr>
          <p:cNvSpPr/>
          <p:nvPr/>
        </p:nvSpPr>
        <p:spPr>
          <a:xfrm>
            <a:off x="1364" y="535696"/>
            <a:ext cx="12190635" cy="914400"/>
          </a:xfrm>
          <a:prstGeom prst="rect">
            <a:avLst/>
          </a:prstGeom>
          <a:gradFill>
            <a:gsLst>
              <a:gs pos="63000">
                <a:schemeClr val="bg1">
                  <a:lumMod val="95000"/>
                </a:schemeClr>
              </a:gs>
              <a:gs pos="13000">
                <a:schemeClr val="bg1">
                  <a:lumMod val="95000"/>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6" name="Title 5">
            <a:extLst>
              <a:ext uri="{FF2B5EF4-FFF2-40B4-BE49-F238E27FC236}">
                <a16:creationId xmlns:a16="http://schemas.microsoft.com/office/drawing/2014/main" id="{90A9A899-875F-4BBE-9063-F9C6572335C6}"/>
              </a:ext>
            </a:extLst>
          </p:cNvPr>
          <p:cNvSpPr>
            <a:spLocks noGrp="1"/>
          </p:cNvSpPr>
          <p:nvPr>
            <p:ph type="ctrTitle"/>
          </p:nvPr>
        </p:nvSpPr>
        <p:spPr/>
        <p:txBody>
          <a:bodyPr/>
          <a:lstStyle/>
          <a:p>
            <a:r>
              <a:rPr lang="en-US"/>
              <a:t>Project Playbook</a:t>
            </a:r>
          </a:p>
        </p:txBody>
      </p:sp>
      <p:grpSp>
        <p:nvGrpSpPr>
          <p:cNvPr id="236" name="Group 235">
            <a:extLst>
              <a:ext uri="{FF2B5EF4-FFF2-40B4-BE49-F238E27FC236}">
                <a16:creationId xmlns:a16="http://schemas.microsoft.com/office/drawing/2014/main" id="{9B4A0EEA-0D33-DB7C-ED19-528C5862ED96}"/>
              </a:ext>
            </a:extLst>
          </p:cNvPr>
          <p:cNvGrpSpPr/>
          <p:nvPr/>
        </p:nvGrpSpPr>
        <p:grpSpPr>
          <a:xfrm>
            <a:off x="2428620" y="986748"/>
            <a:ext cx="9643932" cy="361520"/>
            <a:chOff x="1752680" y="1406433"/>
            <a:chExt cx="10319872" cy="361520"/>
          </a:xfrm>
        </p:grpSpPr>
        <p:cxnSp>
          <p:nvCxnSpPr>
            <p:cNvPr id="237" name="Straight Arrow Connector 236">
              <a:extLst>
                <a:ext uri="{FF2B5EF4-FFF2-40B4-BE49-F238E27FC236}">
                  <a16:creationId xmlns:a16="http://schemas.microsoft.com/office/drawing/2014/main" id="{1D84C71A-A021-A37A-6741-671D3530AF2E}"/>
                </a:ext>
              </a:extLst>
            </p:cNvPr>
            <p:cNvCxnSpPr>
              <a:cxnSpLocks/>
            </p:cNvCxnSpPr>
            <p:nvPr/>
          </p:nvCxnSpPr>
          <p:spPr>
            <a:xfrm>
              <a:off x="1752680" y="1602550"/>
              <a:ext cx="10319872" cy="0"/>
            </a:xfrm>
            <a:prstGeom prst="straightConnector1">
              <a:avLst/>
            </a:prstGeom>
            <a:ln w="19050">
              <a:solidFill>
                <a:schemeClr val="tx1"/>
              </a:solidFill>
              <a:headEnd type="diamond" w="lg" len="lg"/>
              <a:tailEnd type="triangle" w="lg" len="lg"/>
            </a:ln>
          </p:spPr>
          <p:style>
            <a:lnRef idx="1">
              <a:schemeClr val="accent1"/>
            </a:lnRef>
            <a:fillRef idx="0">
              <a:schemeClr val="accent1"/>
            </a:fillRef>
            <a:effectRef idx="0">
              <a:schemeClr val="accent1"/>
            </a:effectRef>
            <a:fontRef idx="minor">
              <a:schemeClr val="tx1"/>
            </a:fontRef>
          </p:style>
        </p:cxnSp>
        <p:sp>
          <p:nvSpPr>
            <p:cNvPr id="238" name="Arrow: Pentagon 115">
              <a:extLst>
                <a:ext uri="{FF2B5EF4-FFF2-40B4-BE49-F238E27FC236}">
                  <a16:creationId xmlns:a16="http://schemas.microsoft.com/office/drawing/2014/main" id="{16AADB6A-0294-B6FD-BE66-D03BE2EC1667}"/>
                </a:ext>
              </a:extLst>
            </p:cNvPr>
            <p:cNvSpPr/>
            <p:nvPr/>
          </p:nvSpPr>
          <p:spPr>
            <a:xfrm>
              <a:off x="6050080" y="1406433"/>
              <a:ext cx="1725072" cy="361520"/>
            </a:xfrm>
            <a:prstGeom prst="homePlate">
              <a:avLst>
                <a:gd name="adj" fmla="val 0"/>
              </a:avLst>
            </a:prstGeom>
            <a:solidFill>
              <a:schemeClr val="bg1">
                <a:lumMod val="95000"/>
              </a:schemeClr>
            </a:solidFill>
            <a:ln w="19050">
              <a:no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C3C3C"/>
                  </a:solidFill>
                  <a:effectLst/>
                  <a:uLnTx/>
                  <a:uFillTx/>
                  <a:latin typeface="Century Gothic" panose="020F0302020204030204"/>
                  <a:ea typeface="+mn-ea"/>
                  <a:cs typeface="+mn-cs"/>
                </a:rPr>
                <a:t>Monitor and Control</a:t>
              </a:r>
            </a:p>
          </p:txBody>
        </p:sp>
      </p:grpSp>
      <p:sp>
        <p:nvSpPr>
          <p:cNvPr id="255" name="Arrow: Chevron 278">
            <a:extLst>
              <a:ext uri="{FF2B5EF4-FFF2-40B4-BE49-F238E27FC236}">
                <a16:creationId xmlns:a16="http://schemas.microsoft.com/office/drawing/2014/main" id="{8FDF86EE-C8EA-CF45-8468-E3470E333648}"/>
              </a:ext>
            </a:extLst>
          </p:cNvPr>
          <p:cNvSpPr/>
          <p:nvPr/>
        </p:nvSpPr>
        <p:spPr>
          <a:xfrm>
            <a:off x="4023608" y="1362494"/>
            <a:ext cx="3060341" cy="964154"/>
          </a:xfrm>
          <a:prstGeom prst="chevron">
            <a:avLst>
              <a:gd name="adj" fmla="val 29545"/>
            </a:avLst>
          </a:prstGeom>
          <a:gradFill>
            <a:gsLst>
              <a:gs pos="100000">
                <a:schemeClr val="bg2"/>
              </a:gs>
              <a:gs pos="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Explore</a:t>
            </a:r>
          </a:p>
        </p:txBody>
      </p:sp>
      <p:sp>
        <p:nvSpPr>
          <p:cNvPr id="256" name="Arrow: Chevron 279">
            <a:extLst>
              <a:ext uri="{FF2B5EF4-FFF2-40B4-BE49-F238E27FC236}">
                <a16:creationId xmlns:a16="http://schemas.microsoft.com/office/drawing/2014/main" id="{BDE85ADD-C290-A738-6E26-4438C3640145}"/>
              </a:ext>
            </a:extLst>
          </p:cNvPr>
          <p:cNvSpPr/>
          <p:nvPr/>
        </p:nvSpPr>
        <p:spPr>
          <a:xfrm>
            <a:off x="6772276" y="1362494"/>
            <a:ext cx="2942476" cy="964154"/>
          </a:xfrm>
          <a:prstGeom prst="chevron">
            <a:avLst>
              <a:gd name="adj" fmla="val 28502"/>
            </a:avLst>
          </a:prstGeom>
          <a:gradFill>
            <a:gsLst>
              <a:gs pos="15000">
                <a:srgbClr val="D76570"/>
              </a:gs>
              <a:gs pos="0">
                <a:schemeClr val="bg2"/>
              </a:gs>
              <a:gs pos="100000">
                <a:schemeClr val="accent4"/>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Execute</a:t>
            </a:r>
          </a:p>
        </p:txBody>
      </p:sp>
      <p:sp>
        <p:nvSpPr>
          <p:cNvPr id="257" name="Arrow: Chevron 282">
            <a:extLst>
              <a:ext uri="{FF2B5EF4-FFF2-40B4-BE49-F238E27FC236}">
                <a16:creationId xmlns:a16="http://schemas.microsoft.com/office/drawing/2014/main" id="{EBE4081C-95CD-97B5-FC1B-C3AB7F282FA9}"/>
              </a:ext>
            </a:extLst>
          </p:cNvPr>
          <p:cNvSpPr/>
          <p:nvPr/>
        </p:nvSpPr>
        <p:spPr>
          <a:xfrm>
            <a:off x="9446079" y="1362494"/>
            <a:ext cx="1670344" cy="964154"/>
          </a:xfrm>
          <a:prstGeom prst="chevron">
            <a:avLst>
              <a:gd name="adj" fmla="val 27951"/>
            </a:avLst>
          </a:prstGeom>
          <a:gradFill>
            <a:gsLst>
              <a:gs pos="13000">
                <a:srgbClr val="9BA7C7"/>
              </a:gs>
              <a:gs pos="1000">
                <a:schemeClr val="accent4"/>
              </a:gs>
              <a:gs pos="99000">
                <a:schemeClr val="accent3"/>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360" rIns="144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Deploy</a:t>
            </a:r>
          </a:p>
        </p:txBody>
      </p:sp>
      <p:grpSp>
        <p:nvGrpSpPr>
          <p:cNvPr id="258" name="Group 257">
            <a:extLst>
              <a:ext uri="{FF2B5EF4-FFF2-40B4-BE49-F238E27FC236}">
                <a16:creationId xmlns:a16="http://schemas.microsoft.com/office/drawing/2014/main" id="{971A33D1-6F3E-1215-F804-0387995D62D7}"/>
              </a:ext>
            </a:extLst>
          </p:cNvPr>
          <p:cNvGrpSpPr/>
          <p:nvPr/>
        </p:nvGrpSpPr>
        <p:grpSpPr>
          <a:xfrm>
            <a:off x="5317883" y="1490179"/>
            <a:ext cx="471791" cy="471791"/>
            <a:chOff x="2800393" y="1942177"/>
            <a:chExt cx="471791" cy="471791"/>
          </a:xfrm>
        </p:grpSpPr>
        <p:sp>
          <p:nvSpPr>
            <p:cNvPr id="259" name="Oval 258">
              <a:extLst>
                <a:ext uri="{FF2B5EF4-FFF2-40B4-BE49-F238E27FC236}">
                  <a16:creationId xmlns:a16="http://schemas.microsoft.com/office/drawing/2014/main" id="{1CECD036-B495-21E7-F2E9-71FCF323AAE5}"/>
                </a:ext>
              </a:extLst>
            </p:cNvPr>
            <p:cNvSpPr/>
            <p:nvPr/>
          </p:nvSpPr>
          <p:spPr>
            <a:xfrm>
              <a:off x="2800393"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260" name="Graphic 330">
              <a:extLst>
                <a:ext uri="{FF2B5EF4-FFF2-40B4-BE49-F238E27FC236}">
                  <a16:creationId xmlns:a16="http://schemas.microsoft.com/office/drawing/2014/main" id="{871E9766-2629-40A9-D622-1051C976FAB7}"/>
                </a:ext>
              </a:extLst>
            </p:cNvPr>
            <p:cNvGrpSpPr/>
            <p:nvPr/>
          </p:nvGrpSpPr>
          <p:grpSpPr>
            <a:xfrm>
              <a:off x="2905403" y="2047213"/>
              <a:ext cx="261773" cy="261748"/>
              <a:chOff x="2905403" y="2047213"/>
              <a:chExt cx="261773" cy="261748"/>
            </a:xfrm>
          </p:grpSpPr>
          <p:sp>
            <p:nvSpPr>
              <p:cNvPr id="261" name="Freeform 170">
                <a:extLst>
                  <a:ext uri="{FF2B5EF4-FFF2-40B4-BE49-F238E27FC236}">
                    <a16:creationId xmlns:a16="http://schemas.microsoft.com/office/drawing/2014/main" id="{209C7592-EB73-3E84-DD96-2E92E5A510AF}"/>
                  </a:ext>
                </a:extLst>
              </p:cNvPr>
              <p:cNvSpPr/>
              <p:nvPr/>
            </p:nvSpPr>
            <p:spPr>
              <a:xfrm>
                <a:off x="2905403" y="2197919"/>
                <a:ext cx="111010" cy="111042"/>
              </a:xfrm>
              <a:custGeom>
                <a:avLst/>
                <a:gdLst>
                  <a:gd name="connsiteX0" fmla="*/ 12535 w 111010"/>
                  <a:gd name="connsiteY0" fmla="*/ 111042 h 111042"/>
                  <a:gd name="connsiteX1" fmla="*/ 0 w 111010"/>
                  <a:gd name="connsiteY1" fmla="*/ 98495 h 111042"/>
                  <a:gd name="connsiteX2" fmla="*/ 3662 w 111010"/>
                  <a:gd name="connsiteY2" fmla="*/ 89645 h 111042"/>
                  <a:gd name="connsiteX3" fmla="*/ 88890 w 111010"/>
                  <a:gd name="connsiteY3" fmla="*/ 4449 h 111042"/>
                  <a:gd name="connsiteX4" fmla="*/ 106562 w 111010"/>
                  <a:gd name="connsiteY4" fmla="*/ 2960 h 111042"/>
                  <a:gd name="connsiteX5" fmla="*/ 108051 w 111010"/>
                  <a:gd name="connsiteY5" fmla="*/ 20632 h 111042"/>
                  <a:gd name="connsiteX6" fmla="*/ 106587 w 111010"/>
                  <a:gd name="connsiteY6" fmla="*/ 22100 h 111042"/>
                  <a:gd name="connsiteX7" fmla="*/ 21407 w 111010"/>
                  <a:gd name="connsiteY7" fmla="*/ 107327 h 111042"/>
                  <a:gd name="connsiteX8" fmla="*/ 12535 w 111010"/>
                  <a:gd name="connsiteY8" fmla="*/ 111042 h 11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010" h="111042">
                    <a:moveTo>
                      <a:pt x="12535" y="111042"/>
                    </a:moveTo>
                    <a:cubicBezTo>
                      <a:pt x="5609" y="111039"/>
                      <a:pt x="-3" y="105422"/>
                      <a:pt x="0" y="98495"/>
                    </a:cubicBezTo>
                    <a:cubicBezTo>
                      <a:pt x="2" y="95177"/>
                      <a:pt x="1318" y="91995"/>
                      <a:pt x="3662" y="89645"/>
                    </a:cubicBezTo>
                    <a:lnTo>
                      <a:pt x="88890" y="4449"/>
                    </a:lnTo>
                    <a:cubicBezTo>
                      <a:pt x="93358" y="-842"/>
                      <a:pt x="101270" y="-1509"/>
                      <a:pt x="106562" y="2960"/>
                    </a:cubicBezTo>
                    <a:cubicBezTo>
                      <a:pt x="111853" y="7429"/>
                      <a:pt x="112520" y="15340"/>
                      <a:pt x="108051" y="20632"/>
                    </a:cubicBezTo>
                    <a:cubicBezTo>
                      <a:pt x="107604" y="21161"/>
                      <a:pt x="107115" y="21651"/>
                      <a:pt x="106587" y="22100"/>
                    </a:cubicBezTo>
                    <a:lnTo>
                      <a:pt x="21407" y="107327"/>
                    </a:lnTo>
                    <a:cubicBezTo>
                      <a:pt x="19061" y="109696"/>
                      <a:pt x="15868" y="111033"/>
                      <a:pt x="12535" y="111042"/>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62" name="Freeform 171">
                <a:extLst>
                  <a:ext uri="{FF2B5EF4-FFF2-40B4-BE49-F238E27FC236}">
                    <a16:creationId xmlns:a16="http://schemas.microsoft.com/office/drawing/2014/main" id="{5E68DDFD-6646-CB3F-9C4B-9A43E436347C}"/>
                  </a:ext>
                </a:extLst>
              </p:cNvPr>
              <p:cNvSpPr/>
              <p:nvPr/>
            </p:nvSpPr>
            <p:spPr>
              <a:xfrm>
                <a:off x="2964682" y="2047213"/>
                <a:ext cx="202495" cy="202495"/>
              </a:xfrm>
              <a:custGeom>
                <a:avLst/>
                <a:gdLst>
                  <a:gd name="connsiteX0" fmla="*/ 101263 w 202495"/>
                  <a:gd name="connsiteY0" fmla="*/ 202495 h 202495"/>
                  <a:gd name="connsiteX1" fmla="*/ 0 w 202495"/>
                  <a:gd name="connsiteY1" fmla="*/ 101263 h 202495"/>
                  <a:gd name="connsiteX2" fmla="*/ 101232 w 202495"/>
                  <a:gd name="connsiteY2" fmla="*/ 0 h 202495"/>
                  <a:gd name="connsiteX3" fmla="*/ 202495 w 202495"/>
                  <a:gd name="connsiteY3" fmla="*/ 101232 h 202495"/>
                  <a:gd name="connsiteX4" fmla="*/ 202495 w 202495"/>
                  <a:gd name="connsiteY4" fmla="*/ 101248 h 202495"/>
                  <a:gd name="connsiteX5" fmla="*/ 101263 w 202495"/>
                  <a:gd name="connsiteY5" fmla="*/ 202495 h 202495"/>
                  <a:gd name="connsiteX6" fmla="*/ 101263 w 202495"/>
                  <a:gd name="connsiteY6" fmla="*/ 25096 h 202495"/>
                  <a:gd name="connsiteX7" fmla="*/ 25081 w 202495"/>
                  <a:gd name="connsiteY7" fmla="*/ 101248 h 202495"/>
                  <a:gd name="connsiteX8" fmla="*/ 101232 w 202495"/>
                  <a:gd name="connsiteY8" fmla="*/ 177430 h 202495"/>
                  <a:gd name="connsiteX9" fmla="*/ 177415 w 202495"/>
                  <a:gd name="connsiteY9" fmla="*/ 101279 h 202495"/>
                  <a:gd name="connsiteX10" fmla="*/ 177415 w 202495"/>
                  <a:gd name="connsiteY10" fmla="*/ 101248 h 202495"/>
                  <a:gd name="connsiteX11" fmla="*/ 101263 w 202495"/>
                  <a:gd name="connsiteY11" fmla="*/ 25049 h 202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495" h="202495">
                    <a:moveTo>
                      <a:pt x="101263" y="202495"/>
                    </a:moveTo>
                    <a:cubicBezTo>
                      <a:pt x="45346" y="202505"/>
                      <a:pt x="9" y="157181"/>
                      <a:pt x="0" y="101263"/>
                    </a:cubicBezTo>
                    <a:cubicBezTo>
                      <a:pt x="-9" y="45346"/>
                      <a:pt x="45314" y="9"/>
                      <a:pt x="101232" y="0"/>
                    </a:cubicBezTo>
                    <a:cubicBezTo>
                      <a:pt x="157149" y="-9"/>
                      <a:pt x="202486" y="45314"/>
                      <a:pt x="202495" y="101232"/>
                    </a:cubicBezTo>
                    <a:cubicBezTo>
                      <a:pt x="202495" y="101237"/>
                      <a:pt x="202495" y="101242"/>
                      <a:pt x="202495" y="101248"/>
                    </a:cubicBezTo>
                    <a:cubicBezTo>
                      <a:pt x="202434" y="157134"/>
                      <a:pt x="157149" y="202426"/>
                      <a:pt x="101263" y="202495"/>
                    </a:cubicBezTo>
                    <a:close/>
                    <a:moveTo>
                      <a:pt x="101263" y="25096"/>
                    </a:moveTo>
                    <a:cubicBezTo>
                      <a:pt x="59197" y="25088"/>
                      <a:pt x="25089" y="59182"/>
                      <a:pt x="25081" y="101248"/>
                    </a:cubicBezTo>
                    <a:cubicBezTo>
                      <a:pt x="25072" y="143313"/>
                      <a:pt x="59166" y="177421"/>
                      <a:pt x="101232" y="177430"/>
                    </a:cubicBezTo>
                    <a:cubicBezTo>
                      <a:pt x="143298" y="177440"/>
                      <a:pt x="177405" y="143345"/>
                      <a:pt x="177415" y="101279"/>
                    </a:cubicBezTo>
                    <a:cubicBezTo>
                      <a:pt x="177415" y="101268"/>
                      <a:pt x="177415" y="101258"/>
                      <a:pt x="177415" y="101248"/>
                    </a:cubicBezTo>
                    <a:cubicBezTo>
                      <a:pt x="177388" y="59194"/>
                      <a:pt x="143317" y="25101"/>
                      <a:pt x="101263" y="2504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63" name="Freeform 172">
                <a:extLst>
                  <a:ext uri="{FF2B5EF4-FFF2-40B4-BE49-F238E27FC236}">
                    <a16:creationId xmlns:a16="http://schemas.microsoft.com/office/drawing/2014/main" id="{8450178C-A40E-D704-8A01-8D1DDFFE9094}"/>
                  </a:ext>
                </a:extLst>
              </p:cNvPr>
              <p:cNvSpPr/>
              <p:nvPr/>
            </p:nvSpPr>
            <p:spPr>
              <a:xfrm>
                <a:off x="3052606" y="2106356"/>
                <a:ext cx="25080" cy="84208"/>
              </a:xfrm>
              <a:custGeom>
                <a:avLst/>
                <a:gdLst>
                  <a:gd name="connsiteX0" fmla="*/ 12540 w 25080"/>
                  <a:gd name="connsiteY0" fmla="*/ 84208 h 84208"/>
                  <a:gd name="connsiteX1" fmla="*/ 0 w 25080"/>
                  <a:gd name="connsiteY1" fmla="*/ 71668 h 84208"/>
                  <a:gd name="connsiteX2" fmla="*/ 0 w 25080"/>
                  <a:gd name="connsiteY2" fmla="*/ 12540 h 84208"/>
                  <a:gd name="connsiteX3" fmla="*/ 12540 w 25080"/>
                  <a:gd name="connsiteY3" fmla="*/ 0 h 84208"/>
                  <a:gd name="connsiteX4" fmla="*/ 25081 w 25080"/>
                  <a:gd name="connsiteY4" fmla="*/ 12540 h 84208"/>
                  <a:gd name="connsiteX5" fmla="*/ 25081 w 25080"/>
                  <a:gd name="connsiteY5" fmla="*/ 71668 h 84208"/>
                  <a:gd name="connsiteX6" fmla="*/ 12540 w 25080"/>
                  <a:gd name="connsiteY6" fmla="*/ 84208 h 84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80" h="84208">
                    <a:moveTo>
                      <a:pt x="12540" y="84208"/>
                    </a:moveTo>
                    <a:cubicBezTo>
                      <a:pt x="5615" y="84208"/>
                      <a:pt x="0" y="78594"/>
                      <a:pt x="0" y="71668"/>
                    </a:cubicBezTo>
                    <a:lnTo>
                      <a:pt x="0" y="12540"/>
                    </a:lnTo>
                    <a:cubicBezTo>
                      <a:pt x="0" y="5614"/>
                      <a:pt x="5615" y="0"/>
                      <a:pt x="12540" y="0"/>
                    </a:cubicBezTo>
                    <a:cubicBezTo>
                      <a:pt x="19466" y="0"/>
                      <a:pt x="25081" y="5614"/>
                      <a:pt x="25081" y="12540"/>
                    </a:cubicBezTo>
                    <a:lnTo>
                      <a:pt x="25081" y="71668"/>
                    </a:lnTo>
                    <a:cubicBezTo>
                      <a:pt x="25081" y="78594"/>
                      <a:pt x="19466" y="84208"/>
                      <a:pt x="12540" y="84208"/>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64" name="Freeform 173">
                <a:extLst>
                  <a:ext uri="{FF2B5EF4-FFF2-40B4-BE49-F238E27FC236}">
                    <a16:creationId xmlns:a16="http://schemas.microsoft.com/office/drawing/2014/main" id="{1160F02A-05F8-B359-1924-69E9E8D7D950}"/>
                  </a:ext>
                </a:extLst>
              </p:cNvPr>
              <p:cNvSpPr/>
              <p:nvPr/>
            </p:nvSpPr>
            <p:spPr>
              <a:xfrm>
                <a:off x="3023826" y="2135121"/>
                <a:ext cx="84224" cy="25080"/>
              </a:xfrm>
              <a:custGeom>
                <a:avLst/>
                <a:gdLst>
                  <a:gd name="connsiteX0" fmla="*/ 71684 w 84224"/>
                  <a:gd name="connsiteY0" fmla="*/ 25081 h 25080"/>
                  <a:gd name="connsiteX1" fmla="*/ 12540 w 84224"/>
                  <a:gd name="connsiteY1" fmla="*/ 25081 h 25080"/>
                  <a:gd name="connsiteX2" fmla="*/ 0 w 84224"/>
                  <a:gd name="connsiteY2" fmla="*/ 12540 h 25080"/>
                  <a:gd name="connsiteX3" fmla="*/ 12540 w 84224"/>
                  <a:gd name="connsiteY3" fmla="*/ 0 h 25080"/>
                  <a:gd name="connsiteX4" fmla="*/ 71684 w 84224"/>
                  <a:gd name="connsiteY4" fmla="*/ 0 h 25080"/>
                  <a:gd name="connsiteX5" fmla="*/ 84224 w 84224"/>
                  <a:gd name="connsiteY5" fmla="*/ 12540 h 25080"/>
                  <a:gd name="connsiteX6" fmla="*/ 71684 w 8422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224" h="25080">
                    <a:moveTo>
                      <a:pt x="71684" y="25081"/>
                    </a:moveTo>
                    <a:lnTo>
                      <a:pt x="12540" y="25081"/>
                    </a:lnTo>
                    <a:cubicBezTo>
                      <a:pt x="5614" y="25081"/>
                      <a:pt x="0" y="19466"/>
                      <a:pt x="0" y="12540"/>
                    </a:cubicBezTo>
                    <a:cubicBezTo>
                      <a:pt x="0" y="5614"/>
                      <a:pt x="5614" y="0"/>
                      <a:pt x="12540" y="0"/>
                    </a:cubicBezTo>
                    <a:lnTo>
                      <a:pt x="71684" y="0"/>
                    </a:lnTo>
                    <a:cubicBezTo>
                      <a:pt x="78609" y="0"/>
                      <a:pt x="84224" y="5614"/>
                      <a:pt x="84224" y="12540"/>
                    </a:cubicBezTo>
                    <a:cubicBezTo>
                      <a:pt x="84224" y="19466"/>
                      <a:pt x="78609" y="25081"/>
                      <a:pt x="71684"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265" name="Group 264">
            <a:extLst>
              <a:ext uri="{FF2B5EF4-FFF2-40B4-BE49-F238E27FC236}">
                <a16:creationId xmlns:a16="http://schemas.microsoft.com/office/drawing/2014/main" id="{3BFB2EEB-62EB-5847-1BFF-7AFAA191271D}"/>
              </a:ext>
            </a:extLst>
          </p:cNvPr>
          <p:cNvGrpSpPr/>
          <p:nvPr/>
        </p:nvGrpSpPr>
        <p:grpSpPr>
          <a:xfrm>
            <a:off x="8007619" y="1490179"/>
            <a:ext cx="471791" cy="471791"/>
            <a:chOff x="6457678" y="1942177"/>
            <a:chExt cx="471791" cy="471791"/>
          </a:xfrm>
        </p:grpSpPr>
        <p:sp>
          <p:nvSpPr>
            <p:cNvPr id="266" name="Oval 265">
              <a:extLst>
                <a:ext uri="{FF2B5EF4-FFF2-40B4-BE49-F238E27FC236}">
                  <a16:creationId xmlns:a16="http://schemas.microsoft.com/office/drawing/2014/main" id="{F47EBDD2-34E3-8B6B-B336-A660011FCA4D}"/>
                </a:ext>
              </a:extLst>
            </p:cNvPr>
            <p:cNvSpPr/>
            <p:nvPr/>
          </p:nvSpPr>
          <p:spPr>
            <a:xfrm>
              <a:off x="6457678"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267" name="Group 266">
              <a:extLst>
                <a:ext uri="{FF2B5EF4-FFF2-40B4-BE49-F238E27FC236}">
                  <a16:creationId xmlns:a16="http://schemas.microsoft.com/office/drawing/2014/main" id="{76F92B6D-3328-2C7A-E480-27C8E94D2E1E}"/>
                </a:ext>
              </a:extLst>
            </p:cNvPr>
            <p:cNvGrpSpPr/>
            <p:nvPr/>
          </p:nvGrpSpPr>
          <p:grpSpPr>
            <a:xfrm>
              <a:off x="6566257" y="2048749"/>
              <a:ext cx="254558" cy="258644"/>
              <a:chOff x="6566257" y="2048749"/>
              <a:chExt cx="254558" cy="258644"/>
            </a:xfrm>
          </p:grpSpPr>
          <p:grpSp>
            <p:nvGrpSpPr>
              <p:cNvPr id="268" name="Graphic 332">
                <a:extLst>
                  <a:ext uri="{FF2B5EF4-FFF2-40B4-BE49-F238E27FC236}">
                    <a16:creationId xmlns:a16="http://schemas.microsoft.com/office/drawing/2014/main" id="{F611F761-B88C-D340-2569-83120140153C}"/>
                  </a:ext>
                </a:extLst>
              </p:cNvPr>
              <p:cNvGrpSpPr/>
              <p:nvPr/>
            </p:nvGrpSpPr>
            <p:grpSpPr>
              <a:xfrm>
                <a:off x="6566257" y="2086119"/>
                <a:ext cx="135075" cy="185001"/>
                <a:chOff x="6566257" y="2086119"/>
                <a:chExt cx="135075" cy="185001"/>
              </a:xfrm>
            </p:grpSpPr>
            <p:sp>
              <p:nvSpPr>
                <p:cNvPr id="285" name="Freeform 164">
                  <a:extLst>
                    <a:ext uri="{FF2B5EF4-FFF2-40B4-BE49-F238E27FC236}">
                      <a16:creationId xmlns:a16="http://schemas.microsoft.com/office/drawing/2014/main" id="{9B4FF8CD-F225-A882-BB2B-8CBCE9135B6F}"/>
                    </a:ext>
                  </a:extLst>
                </p:cNvPr>
                <p:cNvSpPr/>
                <p:nvPr/>
              </p:nvSpPr>
              <p:spPr>
                <a:xfrm>
                  <a:off x="6566257" y="2086119"/>
                  <a:ext cx="135075" cy="131501"/>
                </a:xfrm>
                <a:custGeom>
                  <a:avLst/>
                  <a:gdLst>
                    <a:gd name="connsiteX0" fmla="*/ 92814 w 135075"/>
                    <a:gd name="connsiteY0" fmla="*/ 131501 h 131501"/>
                    <a:gd name="connsiteX1" fmla="*/ 80275 w 135075"/>
                    <a:gd name="connsiteY1" fmla="*/ 118959 h 131501"/>
                    <a:gd name="connsiteX2" fmla="*/ 88409 w 135075"/>
                    <a:gd name="connsiteY2" fmla="*/ 107220 h 131501"/>
                    <a:gd name="connsiteX3" fmla="*/ 109994 w 135075"/>
                    <a:gd name="connsiteY3" fmla="*/ 66088 h 131501"/>
                    <a:gd name="connsiteX4" fmla="*/ 67545 w 135075"/>
                    <a:gd name="connsiteY4" fmla="*/ 25081 h 131501"/>
                    <a:gd name="connsiteX5" fmla="*/ 25081 w 135075"/>
                    <a:gd name="connsiteY5" fmla="*/ 66088 h 131501"/>
                    <a:gd name="connsiteX6" fmla="*/ 47481 w 135075"/>
                    <a:gd name="connsiteY6" fmla="*/ 107016 h 131501"/>
                    <a:gd name="connsiteX7" fmla="*/ 53935 w 135075"/>
                    <a:gd name="connsiteY7" fmla="*/ 123535 h 131501"/>
                    <a:gd name="connsiteX8" fmla="*/ 38358 w 135075"/>
                    <a:gd name="connsiteY8" fmla="*/ 130357 h 131501"/>
                    <a:gd name="connsiteX9" fmla="*/ 0 w 135075"/>
                    <a:gd name="connsiteY9" fmla="*/ 66088 h 131501"/>
                    <a:gd name="connsiteX10" fmla="*/ 67545 w 135075"/>
                    <a:gd name="connsiteY10" fmla="*/ 0 h 131501"/>
                    <a:gd name="connsiteX11" fmla="*/ 135075 w 135075"/>
                    <a:gd name="connsiteY11" fmla="*/ 66088 h 131501"/>
                    <a:gd name="connsiteX12" fmla="*/ 97219 w 135075"/>
                    <a:gd name="connsiteY12" fmla="*/ 130702 h 131501"/>
                    <a:gd name="connsiteX13" fmla="*/ 92814 w 135075"/>
                    <a:gd name="connsiteY13" fmla="*/ 131501 h 131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5075" h="131501">
                      <a:moveTo>
                        <a:pt x="92814" y="131501"/>
                      </a:moveTo>
                      <a:cubicBezTo>
                        <a:pt x="85888" y="131501"/>
                        <a:pt x="80274" y="125886"/>
                        <a:pt x="80275" y="118959"/>
                      </a:cubicBezTo>
                      <a:cubicBezTo>
                        <a:pt x="80275" y="113733"/>
                        <a:pt x="83517" y="109056"/>
                        <a:pt x="88409" y="107220"/>
                      </a:cubicBezTo>
                      <a:cubicBezTo>
                        <a:pt x="109994" y="99116"/>
                        <a:pt x="109994" y="74302"/>
                        <a:pt x="109994" y="66088"/>
                      </a:cubicBezTo>
                      <a:cubicBezTo>
                        <a:pt x="109994" y="42324"/>
                        <a:pt x="92140" y="25081"/>
                        <a:pt x="67545" y="25081"/>
                      </a:cubicBezTo>
                      <a:cubicBezTo>
                        <a:pt x="42951" y="25081"/>
                        <a:pt x="25081" y="42324"/>
                        <a:pt x="25081" y="66088"/>
                      </a:cubicBezTo>
                      <a:cubicBezTo>
                        <a:pt x="25081" y="80760"/>
                        <a:pt x="28968" y="99774"/>
                        <a:pt x="47481" y="107016"/>
                      </a:cubicBezTo>
                      <a:cubicBezTo>
                        <a:pt x="53825" y="109795"/>
                        <a:pt x="56714" y="117191"/>
                        <a:pt x="53935" y="123535"/>
                      </a:cubicBezTo>
                      <a:cubicBezTo>
                        <a:pt x="51313" y="129520"/>
                        <a:pt x="44535" y="132489"/>
                        <a:pt x="38358" y="130357"/>
                      </a:cubicBezTo>
                      <a:cubicBezTo>
                        <a:pt x="13669" y="120701"/>
                        <a:pt x="0" y="97862"/>
                        <a:pt x="0" y="66088"/>
                      </a:cubicBezTo>
                      <a:cubicBezTo>
                        <a:pt x="0" y="28467"/>
                        <a:pt x="29031" y="0"/>
                        <a:pt x="67545" y="0"/>
                      </a:cubicBezTo>
                      <a:cubicBezTo>
                        <a:pt x="106060" y="0"/>
                        <a:pt x="135075" y="28467"/>
                        <a:pt x="135075" y="66088"/>
                      </a:cubicBezTo>
                      <a:cubicBezTo>
                        <a:pt x="135075" y="98598"/>
                        <a:pt x="121641" y="121547"/>
                        <a:pt x="97219" y="130702"/>
                      </a:cubicBezTo>
                      <a:cubicBezTo>
                        <a:pt x="95809" y="131224"/>
                        <a:pt x="94318" y="131495"/>
                        <a:pt x="92814" y="13150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86" name="Freeform 165">
                  <a:extLst>
                    <a:ext uri="{FF2B5EF4-FFF2-40B4-BE49-F238E27FC236}">
                      <a16:creationId xmlns:a16="http://schemas.microsoft.com/office/drawing/2014/main" id="{5DF4DBCB-528E-181F-39E8-7404987443F0}"/>
                    </a:ext>
                  </a:extLst>
                </p:cNvPr>
                <p:cNvSpPr/>
                <p:nvPr/>
              </p:nvSpPr>
              <p:spPr>
                <a:xfrm>
                  <a:off x="6601417" y="2210096"/>
                  <a:ext cx="64864" cy="25080"/>
                </a:xfrm>
                <a:custGeom>
                  <a:avLst/>
                  <a:gdLst>
                    <a:gd name="connsiteX0" fmla="*/ 52325 w 64864"/>
                    <a:gd name="connsiteY0" fmla="*/ 25081 h 25080"/>
                    <a:gd name="connsiteX1" fmla="*/ 12540 w 64864"/>
                    <a:gd name="connsiteY1" fmla="*/ 25081 h 25080"/>
                    <a:gd name="connsiteX2" fmla="*/ 0 w 64864"/>
                    <a:gd name="connsiteY2" fmla="*/ 12540 h 25080"/>
                    <a:gd name="connsiteX3" fmla="*/ 12540 w 64864"/>
                    <a:gd name="connsiteY3" fmla="*/ 0 h 25080"/>
                    <a:gd name="connsiteX4" fmla="*/ 52325 w 64864"/>
                    <a:gd name="connsiteY4" fmla="*/ 0 h 25080"/>
                    <a:gd name="connsiteX5" fmla="*/ 64865 w 64864"/>
                    <a:gd name="connsiteY5" fmla="*/ 12540 h 25080"/>
                    <a:gd name="connsiteX6" fmla="*/ 52325 w 6486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64" h="25080">
                      <a:moveTo>
                        <a:pt x="52325" y="25081"/>
                      </a:moveTo>
                      <a:lnTo>
                        <a:pt x="12540" y="25081"/>
                      </a:lnTo>
                      <a:cubicBezTo>
                        <a:pt x="5614" y="25081"/>
                        <a:pt x="0" y="19466"/>
                        <a:pt x="0" y="12540"/>
                      </a:cubicBezTo>
                      <a:cubicBezTo>
                        <a:pt x="0" y="5615"/>
                        <a:pt x="5614" y="0"/>
                        <a:pt x="12540" y="0"/>
                      </a:cubicBezTo>
                      <a:lnTo>
                        <a:pt x="52325" y="0"/>
                      </a:lnTo>
                      <a:cubicBezTo>
                        <a:pt x="59250" y="0"/>
                        <a:pt x="64865" y="5615"/>
                        <a:pt x="64865" y="12540"/>
                      </a:cubicBezTo>
                      <a:cubicBezTo>
                        <a:pt x="64865" y="19466"/>
                        <a:pt x="59250" y="25081"/>
                        <a:pt x="52325"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87" name="Freeform 166">
                  <a:extLst>
                    <a:ext uri="{FF2B5EF4-FFF2-40B4-BE49-F238E27FC236}">
                      <a16:creationId xmlns:a16="http://schemas.microsoft.com/office/drawing/2014/main" id="{5912B808-0C5F-39CC-BCFC-C04E942FA1AD}"/>
                    </a:ext>
                  </a:extLst>
                </p:cNvPr>
                <p:cNvSpPr/>
                <p:nvPr/>
              </p:nvSpPr>
              <p:spPr>
                <a:xfrm>
                  <a:off x="6601417" y="2246040"/>
                  <a:ext cx="63846" cy="25080"/>
                </a:xfrm>
                <a:custGeom>
                  <a:avLst/>
                  <a:gdLst>
                    <a:gd name="connsiteX0" fmla="*/ 51306 w 63846"/>
                    <a:gd name="connsiteY0" fmla="*/ 25081 h 25080"/>
                    <a:gd name="connsiteX1" fmla="*/ 12540 w 63846"/>
                    <a:gd name="connsiteY1" fmla="*/ 25081 h 25080"/>
                    <a:gd name="connsiteX2" fmla="*/ 0 w 63846"/>
                    <a:gd name="connsiteY2" fmla="*/ 12540 h 25080"/>
                    <a:gd name="connsiteX3" fmla="*/ 12540 w 63846"/>
                    <a:gd name="connsiteY3" fmla="*/ 0 h 25080"/>
                    <a:gd name="connsiteX4" fmla="*/ 51306 w 63846"/>
                    <a:gd name="connsiteY4" fmla="*/ 0 h 25080"/>
                    <a:gd name="connsiteX5" fmla="*/ 63846 w 63846"/>
                    <a:gd name="connsiteY5" fmla="*/ 12540 h 25080"/>
                    <a:gd name="connsiteX6" fmla="*/ 51306 w 63846"/>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846" h="25080">
                      <a:moveTo>
                        <a:pt x="51306" y="25081"/>
                      </a:moveTo>
                      <a:lnTo>
                        <a:pt x="12540" y="25081"/>
                      </a:lnTo>
                      <a:cubicBezTo>
                        <a:pt x="5614" y="25081"/>
                        <a:pt x="0" y="19466"/>
                        <a:pt x="0" y="12540"/>
                      </a:cubicBezTo>
                      <a:cubicBezTo>
                        <a:pt x="0" y="5615"/>
                        <a:pt x="5614" y="0"/>
                        <a:pt x="12540" y="0"/>
                      </a:cubicBezTo>
                      <a:lnTo>
                        <a:pt x="51306" y="0"/>
                      </a:lnTo>
                      <a:cubicBezTo>
                        <a:pt x="58232" y="0"/>
                        <a:pt x="63846" y="5615"/>
                        <a:pt x="63846" y="12540"/>
                      </a:cubicBezTo>
                      <a:cubicBezTo>
                        <a:pt x="63846" y="19466"/>
                        <a:pt x="58232" y="25081"/>
                        <a:pt x="51306"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88" name="Freeform 167">
                  <a:extLst>
                    <a:ext uri="{FF2B5EF4-FFF2-40B4-BE49-F238E27FC236}">
                      <a16:creationId xmlns:a16="http://schemas.microsoft.com/office/drawing/2014/main" id="{0E05755C-B1D2-C62A-1303-521EA17D5477}"/>
                    </a:ext>
                  </a:extLst>
                </p:cNvPr>
                <p:cNvSpPr/>
                <p:nvPr/>
              </p:nvSpPr>
              <p:spPr>
                <a:xfrm>
                  <a:off x="6597059" y="2192744"/>
                  <a:ext cx="73564" cy="78377"/>
                </a:xfrm>
                <a:custGeom>
                  <a:avLst/>
                  <a:gdLst>
                    <a:gd name="connsiteX0" fmla="*/ 61024 w 73564"/>
                    <a:gd name="connsiteY0" fmla="*/ 78377 h 78377"/>
                    <a:gd name="connsiteX1" fmla="*/ 12540 w 73564"/>
                    <a:gd name="connsiteY1" fmla="*/ 78377 h 78377"/>
                    <a:gd name="connsiteX2" fmla="*/ 0 w 73564"/>
                    <a:gd name="connsiteY2" fmla="*/ 65837 h 78377"/>
                    <a:gd name="connsiteX3" fmla="*/ 0 w 73564"/>
                    <a:gd name="connsiteY3" fmla="*/ 12540 h 78377"/>
                    <a:gd name="connsiteX4" fmla="*/ 12540 w 73564"/>
                    <a:gd name="connsiteY4" fmla="*/ 0 h 78377"/>
                    <a:gd name="connsiteX5" fmla="*/ 25081 w 73564"/>
                    <a:gd name="connsiteY5" fmla="*/ 12540 h 78377"/>
                    <a:gd name="connsiteX6" fmla="*/ 25081 w 73564"/>
                    <a:gd name="connsiteY6" fmla="*/ 53296 h 78377"/>
                    <a:gd name="connsiteX7" fmla="*/ 48484 w 73564"/>
                    <a:gd name="connsiteY7" fmla="*/ 53296 h 78377"/>
                    <a:gd name="connsiteX8" fmla="*/ 48484 w 73564"/>
                    <a:gd name="connsiteY8" fmla="*/ 13308 h 78377"/>
                    <a:gd name="connsiteX9" fmla="*/ 61024 w 73564"/>
                    <a:gd name="connsiteY9" fmla="*/ 768 h 78377"/>
                    <a:gd name="connsiteX10" fmla="*/ 73565 w 73564"/>
                    <a:gd name="connsiteY10" fmla="*/ 13308 h 78377"/>
                    <a:gd name="connsiteX11" fmla="*/ 73565 w 73564"/>
                    <a:gd name="connsiteY11" fmla="*/ 65837 h 78377"/>
                    <a:gd name="connsiteX12" fmla="*/ 61024 w 73564"/>
                    <a:gd name="connsiteY12" fmla="*/ 78377 h 7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564" h="78377">
                      <a:moveTo>
                        <a:pt x="61024" y="78377"/>
                      </a:moveTo>
                      <a:lnTo>
                        <a:pt x="12540" y="78377"/>
                      </a:lnTo>
                      <a:cubicBezTo>
                        <a:pt x="5614" y="78377"/>
                        <a:pt x="0" y="72762"/>
                        <a:pt x="0" y="65837"/>
                      </a:cubicBezTo>
                      <a:lnTo>
                        <a:pt x="0" y="12540"/>
                      </a:lnTo>
                      <a:cubicBezTo>
                        <a:pt x="0" y="5615"/>
                        <a:pt x="5614" y="0"/>
                        <a:pt x="12540" y="0"/>
                      </a:cubicBezTo>
                      <a:cubicBezTo>
                        <a:pt x="19466" y="0"/>
                        <a:pt x="25081" y="5615"/>
                        <a:pt x="25081" y="12540"/>
                      </a:cubicBezTo>
                      <a:lnTo>
                        <a:pt x="25081" y="53296"/>
                      </a:lnTo>
                      <a:lnTo>
                        <a:pt x="48484" y="53296"/>
                      </a:lnTo>
                      <a:lnTo>
                        <a:pt x="48484" y="13308"/>
                      </a:lnTo>
                      <a:cubicBezTo>
                        <a:pt x="48484" y="6383"/>
                        <a:pt x="54099" y="768"/>
                        <a:pt x="61024" y="768"/>
                      </a:cubicBezTo>
                      <a:cubicBezTo>
                        <a:pt x="67950" y="768"/>
                        <a:pt x="73565" y="6383"/>
                        <a:pt x="73565" y="13308"/>
                      </a:cubicBezTo>
                      <a:lnTo>
                        <a:pt x="73565" y="65837"/>
                      </a:lnTo>
                      <a:cubicBezTo>
                        <a:pt x="73565" y="72762"/>
                        <a:pt x="67950" y="78377"/>
                        <a:pt x="61024" y="7837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269" name="Freeform 151">
                <a:extLst>
                  <a:ext uri="{FF2B5EF4-FFF2-40B4-BE49-F238E27FC236}">
                    <a16:creationId xmlns:a16="http://schemas.microsoft.com/office/drawing/2014/main" id="{6EE7029C-C062-E029-0697-E00F3BFFD514}"/>
                  </a:ext>
                </a:extLst>
              </p:cNvPr>
              <p:cNvSpPr/>
              <p:nvPr/>
            </p:nvSpPr>
            <p:spPr>
              <a:xfrm>
                <a:off x="6621779" y="2048749"/>
                <a:ext cx="180740" cy="115668"/>
              </a:xfrm>
              <a:custGeom>
                <a:avLst/>
                <a:gdLst>
                  <a:gd name="connsiteX0" fmla="*/ 138054 w 180740"/>
                  <a:gd name="connsiteY0" fmla="*/ 115669 h 115668"/>
                  <a:gd name="connsiteX1" fmla="*/ 125513 w 180740"/>
                  <a:gd name="connsiteY1" fmla="*/ 103129 h 115668"/>
                  <a:gd name="connsiteX2" fmla="*/ 125513 w 180740"/>
                  <a:gd name="connsiteY2" fmla="*/ 25081 h 115668"/>
                  <a:gd name="connsiteX3" fmla="*/ 25081 w 180740"/>
                  <a:gd name="connsiteY3" fmla="*/ 25081 h 115668"/>
                  <a:gd name="connsiteX4" fmla="*/ 25081 w 180740"/>
                  <a:gd name="connsiteY4" fmla="*/ 49754 h 115668"/>
                  <a:gd name="connsiteX5" fmla="*/ 12540 w 180740"/>
                  <a:gd name="connsiteY5" fmla="*/ 62294 h 115668"/>
                  <a:gd name="connsiteX6" fmla="*/ 0 w 180740"/>
                  <a:gd name="connsiteY6" fmla="*/ 49754 h 115668"/>
                  <a:gd name="connsiteX7" fmla="*/ 0 w 180740"/>
                  <a:gd name="connsiteY7" fmla="*/ 12540 h 115668"/>
                  <a:gd name="connsiteX8" fmla="*/ 12540 w 180740"/>
                  <a:gd name="connsiteY8" fmla="*/ 0 h 115668"/>
                  <a:gd name="connsiteX9" fmla="*/ 138054 w 180740"/>
                  <a:gd name="connsiteY9" fmla="*/ 0 h 115668"/>
                  <a:gd name="connsiteX10" fmla="*/ 150594 w 180740"/>
                  <a:gd name="connsiteY10" fmla="*/ 12540 h 115668"/>
                  <a:gd name="connsiteX11" fmla="*/ 150594 w 180740"/>
                  <a:gd name="connsiteY11" fmla="*/ 72844 h 115668"/>
                  <a:gd name="connsiteX12" fmla="*/ 158792 w 180740"/>
                  <a:gd name="connsiteY12" fmla="*/ 64724 h 115668"/>
                  <a:gd name="connsiteX13" fmla="*/ 176491 w 180740"/>
                  <a:gd name="connsiteY13" fmla="*/ 63608 h 115668"/>
                  <a:gd name="connsiteX14" fmla="*/ 177607 w 180740"/>
                  <a:gd name="connsiteY14" fmla="*/ 81308 h 115668"/>
                  <a:gd name="connsiteX15" fmla="*/ 176458 w 180740"/>
                  <a:gd name="connsiteY15" fmla="*/ 82453 h 115668"/>
                  <a:gd name="connsiteX16" fmla="*/ 146926 w 180740"/>
                  <a:gd name="connsiteY16" fmla="*/ 111985 h 115668"/>
                  <a:gd name="connsiteX17" fmla="*/ 138054 w 180740"/>
                  <a:gd name="connsiteY17" fmla="*/ 115669 h 11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740" h="115668">
                    <a:moveTo>
                      <a:pt x="138054" y="115669"/>
                    </a:moveTo>
                    <a:cubicBezTo>
                      <a:pt x="131128" y="115669"/>
                      <a:pt x="125513" y="110055"/>
                      <a:pt x="125513" y="103129"/>
                    </a:cubicBezTo>
                    <a:lnTo>
                      <a:pt x="125513" y="25081"/>
                    </a:lnTo>
                    <a:lnTo>
                      <a:pt x="25081" y="25081"/>
                    </a:lnTo>
                    <a:lnTo>
                      <a:pt x="25081" y="49754"/>
                    </a:lnTo>
                    <a:cubicBezTo>
                      <a:pt x="25081" y="56680"/>
                      <a:pt x="19466" y="62294"/>
                      <a:pt x="12540" y="62294"/>
                    </a:cubicBezTo>
                    <a:cubicBezTo>
                      <a:pt x="5614" y="62294"/>
                      <a:pt x="0" y="56680"/>
                      <a:pt x="0" y="49754"/>
                    </a:cubicBezTo>
                    <a:lnTo>
                      <a:pt x="0" y="12540"/>
                    </a:lnTo>
                    <a:cubicBezTo>
                      <a:pt x="0" y="5615"/>
                      <a:pt x="5614" y="0"/>
                      <a:pt x="12540" y="0"/>
                    </a:cubicBezTo>
                    <a:lnTo>
                      <a:pt x="138054" y="0"/>
                    </a:lnTo>
                    <a:cubicBezTo>
                      <a:pt x="144979" y="0"/>
                      <a:pt x="150594" y="5615"/>
                      <a:pt x="150594" y="12540"/>
                    </a:cubicBezTo>
                    <a:lnTo>
                      <a:pt x="150594" y="72844"/>
                    </a:lnTo>
                    <a:lnTo>
                      <a:pt x="158792" y="64724"/>
                    </a:lnTo>
                    <a:cubicBezTo>
                      <a:pt x="163371" y="59528"/>
                      <a:pt x="171296" y="59029"/>
                      <a:pt x="176491" y="63608"/>
                    </a:cubicBezTo>
                    <a:cubicBezTo>
                      <a:pt x="181688" y="68188"/>
                      <a:pt x="182188" y="76112"/>
                      <a:pt x="177607" y="81308"/>
                    </a:cubicBezTo>
                    <a:cubicBezTo>
                      <a:pt x="177250" y="81714"/>
                      <a:pt x="176866" y="82096"/>
                      <a:pt x="176458" y="82453"/>
                    </a:cubicBezTo>
                    <a:lnTo>
                      <a:pt x="146926" y="111985"/>
                    </a:lnTo>
                    <a:cubicBezTo>
                      <a:pt x="144574" y="114342"/>
                      <a:pt x="141383" y="115667"/>
                      <a:pt x="138054" y="115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70" name="Freeform 152">
                <a:extLst>
                  <a:ext uri="{FF2B5EF4-FFF2-40B4-BE49-F238E27FC236}">
                    <a16:creationId xmlns:a16="http://schemas.microsoft.com/office/drawing/2014/main" id="{FC13A9AE-2887-D47A-EF82-3E30B7899782}"/>
                  </a:ext>
                </a:extLst>
              </p:cNvPr>
              <p:cNvSpPr/>
              <p:nvPr/>
            </p:nvSpPr>
            <p:spPr>
              <a:xfrm>
                <a:off x="6602514" y="2254254"/>
                <a:ext cx="62701" cy="53139"/>
              </a:xfrm>
              <a:custGeom>
                <a:avLst/>
                <a:gdLst>
                  <a:gd name="connsiteX0" fmla="*/ 31351 w 62701"/>
                  <a:gd name="connsiteY0" fmla="*/ 53140 h 53139"/>
                  <a:gd name="connsiteX1" fmla="*/ 0 w 62701"/>
                  <a:gd name="connsiteY1" fmla="*/ 21789 h 53139"/>
                  <a:gd name="connsiteX2" fmla="*/ 0 w 62701"/>
                  <a:gd name="connsiteY2" fmla="*/ 12540 h 53139"/>
                  <a:gd name="connsiteX3" fmla="*/ 12540 w 62701"/>
                  <a:gd name="connsiteY3" fmla="*/ 0 h 53139"/>
                  <a:gd name="connsiteX4" fmla="*/ 25081 w 62701"/>
                  <a:gd name="connsiteY4" fmla="*/ 12540 h 53139"/>
                  <a:gd name="connsiteX5" fmla="*/ 25081 w 62701"/>
                  <a:gd name="connsiteY5" fmla="*/ 21789 h 53139"/>
                  <a:gd name="connsiteX6" fmla="*/ 31351 w 62701"/>
                  <a:gd name="connsiteY6" fmla="*/ 28059 h 53139"/>
                  <a:gd name="connsiteX7" fmla="*/ 37621 w 62701"/>
                  <a:gd name="connsiteY7" fmla="*/ 21789 h 53139"/>
                  <a:gd name="connsiteX8" fmla="*/ 37621 w 62701"/>
                  <a:gd name="connsiteY8" fmla="*/ 12540 h 53139"/>
                  <a:gd name="connsiteX9" fmla="*/ 50161 w 62701"/>
                  <a:gd name="connsiteY9" fmla="*/ 0 h 53139"/>
                  <a:gd name="connsiteX10" fmla="*/ 62702 w 62701"/>
                  <a:gd name="connsiteY10" fmla="*/ 12540 h 53139"/>
                  <a:gd name="connsiteX11" fmla="*/ 62702 w 62701"/>
                  <a:gd name="connsiteY11" fmla="*/ 21789 h 53139"/>
                  <a:gd name="connsiteX12" fmla="*/ 31351 w 62701"/>
                  <a:gd name="connsiteY12" fmla="*/ 53140 h 5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701" h="53139">
                    <a:moveTo>
                      <a:pt x="31351" y="53140"/>
                    </a:moveTo>
                    <a:cubicBezTo>
                      <a:pt x="14036" y="53140"/>
                      <a:pt x="0" y="39104"/>
                      <a:pt x="0" y="21789"/>
                    </a:cubicBezTo>
                    <a:lnTo>
                      <a:pt x="0" y="12540"/>
                    </a:lnTo>
                    <a:cubicBezTo>
                      <a:pt x="0" y="5615"/>
                      <a:pt x="5614" y="0"/>
                      <a:pt x="12540" y="0"/>
                    </a:cubicBezTo>
                    <a:cubicBezTo>
                      <a:pt x="19466" y="0"/>
                      <a:pt x="25081" y="5615"/>
                      <a:pt x="25081" y="12540"/>
                    </a:cubicBezTo>
                    <a:lnTo>
                      <a:pt x="25081" y="21789"/>
                    </a:lnTo>
                    <a:cubicBezTo>
                      <a:pt x="25081" y="25252"/>
                      <a:pt x="27888" y="28059"/>
                      <a:pt x="31351" y="28059"/>
                    </a:cubicBezTo>
                    <a:cubicBezTo>
                      <a:pt x="34814" y="28059"/>
                      <a:pt x="37621" y="25252"/>
                      <a:pt x="37621" y="21789"/>
                    </a:cubicBezTo>
                    <a:lnTo>
                      <a:pt x="37621" y="12540"/>
                    </a:lnTo>
                    <a:cubicBezTo>
                      <a:pt x="37621" y="5615"/>
                      <a:pt x="43235" y="0"/>
                      <a:pt x="50161" y="0"/>
                    </a:cubicBezTo>
                    <a:cubicBezTo>
                      <a:pt x="57087" y="0"/>
                      <a:pt x="62702" y="5615"/>
                      <a:pt x="62702" y="12540"/>
                    </a:cubicBezTo>
                    <a:lnTo>
                      <a:pt x="62702" y="21789"/>
                    </a:lnTo>
                    <a:cubicBezTo>
                      <a:pt x="62702" y="39104"/>
                      <a:pt x="48665" y="53140"/>
                      <a:pt x="31351" y="53140"/>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274" name="Graphic 332">
                <a:extLst>
                  <a:ext uri="{FF2B5EF4-FFF2-40B4-BE49-F238E27FC236}">
                    <a16:creationId xmlns:a16="http://schemas.microsoft.com/office/drawing/2014/main" id="{94FE9AB7-BCBF-3BC4-707C-F1C957B795D9}"/>
                  </a:ext>
                </a:extLst>
              </p:cNvPr>
              <p:cNvGrpSpPr/>
              <p:nvPr/>
            </p:nvGrpSpPr>
            <p:grpSpPr>
              <a:xfrm>
                <a:off x="6698915" y="2181138"/>
                <a:ext cx="121900" cy="126255"/>
                <a:chOff x="6698915" y="2181138"/>
                <a:chExt cx="121900" cy="126255"/>
              </a:xfrm>
              <a:solidFill>
                <a:srgbClr val="EF463C"/>
              </a:solidFill>
            </p:grpSpPr>
            <p:sp>
              <p:nvSpPr>
                <p:cNvPr id="276" name="Freeform 155">
                  <a:extLst>
                    <a:ext uri="{FF2B5EF4-FFF2-40B4-BE49-F238E27FC236}">
                      <a16:creationId xmlns:a16="http://schemas.microsoft.com/office/drawing/2014/main" id="{3144B459-29E3-6D88-E5D3-C68678C091D7}"/>
                    </a:ext>
                  </a:extLst>
                </p:cNvPr>
                <p:cNvSpPr/>
                <p:nvPr/>
              </p:nvSpPr>
              <p:spPr>
                <a:xfrm>
                  <a:off x="6734527" y="2181138"/>
                  <a:ext cx="31221" cy="47157"/>
                </a:xfrm>
                <a:custGeom>
                  <a:avLst/>
                  <a:gdLst>
                    <a:gd name="connsiteX0" fmla="*/ 18675 w 31221"/>
                    <a:gd name="connsiteY0" fmla="*/ 47157 h 47157"/>
                    <a:gd name="connsiteX1" fmla="*/ 6589 w 31221"/>
                    <a:gd name="connsiteY1" fmla="*/ 37971 h 47157"/>
                    <a:gd name="connsiteX2" fmla="*/ 460 w 31221"/>
                    <a:gd name="connsiteY2" fmla="*/ 15900 h 47157"/>
                    <a:gd name="connsiteX3" fmla="*/ 9191 w 31221"/>
                    <a:gd name="connsiteY3" fmla="*/ 460 h 47157"/>
                    <a:gd name="connsiteX4" fmla="*/ 24632 w 31221"/>
                    <a:gd name="connsiteY4" fmla="*/ 9191 h 47157"/>
                    <a:gd name="connsiteX5" fmla="*/ 30761 w 31221"/>
                    <a:gd name="connsiteY5" fmla="*/ 31262 h 47157"/>
                    <a:gd name="connsiteX6" fmla="*/ 22034 w 31221"/>
                    <a:gd name="connsiteY6" fmla="*/ 46701 h 47157"/>
                    <a:gd name="connsiteX7" fmla="*/ 22030 w 31221"/>
                    <a:gd name="connsiteY7" fmla="*/ 46703 h 47157"/>
                    <a:gd name="connsiteX8" fmla="*/ 18675 w 31221"/>
                    <a:gd name="connsiteY8" fmla="*/ 47157 h 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21" h="47157">
                      <a:moveTo>
                        <a:pt x="18675" y="47157"/>
                      </a:moveTo>
                      <a:cubicBezTo>
                        <a:pt x="13040" y="47159"/>
                        <a:pt x="8097" y="43401"/>
                        <a:pt x="6589" y="37971"/>
                      </a:cubicBezTo>
                      <a:lnTo>
                        <a:pt x="460" y="15900"/>
                      </a:lnTo>
                      <a:cubicBezTo>
                        <a:pt x="-1393" y="9226"/>
                        <a:pt x="2517" y="2313"/>
                        <a:pt x="9191" y="460"/>
                      </a:cubicBezTo>
                      <a:cubicBezTo>
                        <a:pt x="15866" y="-1393"/>
                        <a:pt x="22779" y="2517"/>
                        <a:pt x="24632" y="9191"/>
                      </a:cubicBezTo>
                      <a:lnTo>
                        <a:pt x="30761" y="31262"/>
                      </a:lnTo>
                      <a:cubicBezTo>
                        <a:pt x="32614" y="37935"/>
                        <a:pt x="28707" y="44848"/>
                        <a:pt x="22034" y="46701"/>
                      </a:cubicBezTo>
                      <a:cubicBezTo>
                        <a:pt x="22033" y="46701"/>
                        <a:pt x="22031" y="46703"/>
                        <a:pt x="22030" y="46703"/>
                      </a:cubicBezTo>
                      <a:cubicBezTo>
                        <a:pt x="20935" y="46997"/>
                        <a:pt x="19808" y="47151"/>
                        <a:pt x="18675" y="47157"/>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77" name="Freeform 156">
                  <a:extLst>
                    <a:ext uri="{FF2B5EF4-FFF2-40B4-BE49-F238E27FC236}">
                      <a16:creationId xmlns:a16="http://schemas.microsoft.com/office/drawing/2014/main" id="{70AC1C1E-AA62-F0AD-1E5E-469A4A5D67F4}"/>
                    </a:ext>
                  </a:extLst>
                </p:cNvPr>
                <p:cNvSpPr/>
                <p:nvPr/>
              </p:nvSpPr>
              <p:spPr>
                <a:xfrm>
                  <a:off x="6762486" y="2187024"/>
                  <a:ext cx="36918" cy="44563"/>
                </a:xfrm>
                <a:custGeom>
                  <a:avLst/>
                  <a:gdLst>
                    <a:gd name="connsiteX0" fmla="*/ 12536 w 36918"/>
                    <a:gd name="connsiteY0" fmla="*/ 44564 h 44563"/>
                    <a:gd name="connsiteX1" fmla="*/ 0 w 36918"/>
                    <a:gd name="connsiteY1" fmla="*/ 32019 h 44563"/>
                    <a:gd name="connsiteX2" fmla="*/ 1829 w 36918"/>
                    <a:gd name="connsiteY2" fmla="*/ 25502 h 44563"/>
                    <a:gd name="connsiteX3" fmla="*/ 13774 w 36918"/>
                    <a:gd name="connsiteY3" fmla="*/ 5845 h 44563"/>
                    <a:gd name="connsiteX4" fmla="*/ 31073 w 36918"/>
                    <a:gd name="connsiteY4" fmla="*/ 1939 h 44563"/>
                    <a:gd name="connsiteX5" fmla="*/ 35202 w 36918"/>
                    <a:gd name="connsiteY5" fmla="*/ 18872 h 44563"/>
                    <a:gd name="connsiteX6" fmla="*/ 23258 w 36918"/>
                    <a:gd name="connsiteY6" fmla="*/ 38529 h 44563"/>
                    <a:gd name="connsiteX7" fmla="*/ 12536 w 36918"/>
                    <a:gd name="connsiteY7" fmla="*/ 44564 h 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18" h="44563">
                      <a:moveTo>
                        <a:pt x="12536" y="44564"/>
                      </a:moveTo>
                      <a:cubicBezTo>
                        <a:pt x="5610" y="44561"/>
                        <a:pt x="-2" y="38944"/>
                        <a:pt x="0" y="32019"/>
                      </a:cubicBezTo>
                      <a:cubicBezTo>
                        <a:pt x="2" y="29719"/>
                        <a:pt x="635" y="27465"/>
                        <a:pt x="1829" y="25502"/>
                      </a:cubicBezTo>
                      <a:lnTo>
                        <a:pt x="13774" y="5845"/>
                      </a:lnTo>
                      <a:cubicBezTo>
                        <a:pt x="17472" y="-10"/>
                        <a:pt x="25217" y="-1759"/>
                        <a:pt x="31073" y="1939"/>
                      </a:cubicBezTo>
                      <a:cubicBezTo>
                        <a:pt x="36787" y="5549"/>
                        <a:pt x="38613" y="13037"/>
                        <a:pt x="35202" y="18872"/>
                      </a:cubicBezTo>
                      <a:lnTo>
                        <a:pt x="23258" y="38529"/>
                      </a:lnTo>
                      <a:cubicBezTo>
                        <a:pt x="20985" y="42277"/>
                        <a:pt x="16918" y="44564"/>
                        <a:pt x="12536" y="4456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78" name="Freeform 157">
                  <a:extLst>
                    <a:ext uri="{FF2B5EF4-FFF2-40B4-BE49-F238E27FC236}">
                      <a16:creationId xmlns:a16="http://schemas.microsoft.com/office/drawing/2014/main" id="{E3EECA72-5BA8-3DC1-F5B3-56EF8FEEC3E7}"/>
                    </a:ext>
                  </a:extLst>
                </p:cNvPr>
                <p:cNvSpPr/>
                <p:nvPr/>
              </p:nvSpPr>
              <p:spPr>
                <a:xfrm>
                  <a:off x="6779022" y="2221060"/>
                  <a:ext cx="41793" cy="28475"/>
                </a:xfrm>
                <a:custGeom>
                  <a:avLst/>
                  <a:gdLst>
                    <a:gd name="connsiteX0" fmla="*/ 12522 w 41793"/>
                    <a:gd name="connsiteY0" fmla="*/ 28475 h 28475"/>
                    <a:gd name="connsiteX1" fmla="*/ 0 w 41793"/>
                    <a:gd name="connsiteY1" fmla="*/ 15916 h 28475"/>
                    <a:gd name="connsiteX2" fmla="*/ 10045 w 41793"/>
                    <a:gd name="connsiteY2" fmla="*/ 3646 h 28475"/>
                    <a:gd name="connsiteX3" fmla="*/ 26880 w 41793"/>
                    <a:gd name="connsiteY3" fmla="*/ 228 h 28475"/>
                    <a:gd name="connsiteX4" fmla="*/ 41565 w 41793"/>
                    <a:gd name="connsiteY4" fmla="*/ 10173 h 28475"/>
                    <a:gd name="connsiteX5" fmla="*/ 31865 w 41793"/>
                    <a:gd name="connsiteY5" fmla="*/ 24807 h 28475"/>
                    <a:gd name="connsiteX6" fmla="*/ 15030 w 41793"/>
                    <a:gd name="connsiteY6" fmla="*/ 28225 h 28475"/>
                    <a:gd name="connsiteX7" fmla="*/ 12522 w 41793"/>
                    <a:gd name="connsiteY7" fmla="*/ 28475 h 2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93" h="28475">
                      <a:moveTo>
                        <a:pt x="12522" y="28475"/>
                      </a:moveTo>
                      <a:cubicBezTo>
                        <a:pt x="5596" y="28464"/>
                        <a:pt x="-11" y="22842"/>
                        <a:pt x="0" y="15916"/>
                      </a:cubicBezTo>
                      <a:cubicBezTo>
                        <a:pt x="9" y="9960"/>
                        <a:pt x="4207" y="4831"/>
                        <a:pt x="10045" y="3646"/>
                      </a:cubicBezTo>
                      <a:lnTo>
                        <a:pt x="26880" y="228"/>
                      </a:lnTo>
                      <a:cubicBezTo>
                        <a:pt x="33682" y="-1081"/>
                        <a:pt x="40256" y="3371"/>
                        <a:pt x="41565" y="10173"/>
                      </a:cubicBezTo>
                      <a:cubicBezTo>
                        <a:pt x="42855" y="16877"/>
                        <a:pt x="38544" y="23384"/>
                        <a:pt x="31865" y="24807"/>
                      </a:cubicBezTo>
                      <a:lnTo>
                        <a:pt x="15030" y="28225"/>
                      </a:lnTo>
                      <a:cubicBezTo>
                        <a:pt x="14205" y="28394"/>
                        <a:pt x="13363" y="28477"/>
                        <a:pt x="12522" y="2847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79" name="Freeform 158">
                  <a:extLst>
                    <a:ext uri="{FF2B5EF4-FFF2-40B4-BE49-F238E27FC236}">
                      <a16:creationId xmlns:a16="http://schemas.microsoft.com/office/drawing/2014/main" id="{3C6EB1F5-891D-57AB-CCB0-FFEA9161D136}"/>
                    </a:ext>
                  </a:extLst>
                </p:cNvPr>
                <p:cNvSpPr/>
                <p:nvPr/>
              </p:nvSpPr>
              <p:spPr>
                <a:xfrm>
                  <a:off x="6774727" y="2247949"/>
                  <a:ext cx="41840" cy="35226"/>
                </a:xfrm>
                <a:custGeom>
                  <a:avLst/>
                  <a:gdLst>
                    <a:gd name="connsiteX0" fmla="*/ 29357 w 41840"/>
                    <a:gd name="connsiteY0" fmla="*/ 35226 h 35226"/>
                    <a:gd name="connsiteX1" fmla="*/ 22883 w 41840"/>
                    <a:gd name="connsiteY1" fmla="*/ 33408 h 35226"/>
                    <a:gd name="connsiteX2" fmla="*/ 5390 w 41840"/>
                    <a:gd name="connsiteY2" fmla="*/ 22843 h 35226"/>
                    <a:gd name="connsiteX3" fmla="*/ 2240 w 41840"/>
                    <a:gd name="connsiteY3" fmla="*/ 5390 h 35226"/>
                    <a:gd name="connsiteX4" fmla="*/ 18385 w 41840"/>
                    <a:gd name="connsiteY4" fmla="*/ 1446 h 35226"/>
                    <a:gd name="connsiteX5" fmla="*/ 35878 w 41840"/>
                    <a:gd name="connsiteY5" fmla="*/ 12011 h 35226"/>
                    <a:gd name="connsiteX6" fmla="*/ 39973 w 41840"/>
                    <a:gd name="connsiteY6" fmla="*/ 29267 h 35226"/>
                    <a:gd name="connsiteX7" fmla="*/ 29357 w 41840"/>
                    <a:gd name="connsiteY7" fmla="*/ 35226 h 3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40" h="35226">
                      <a:moveTo>
                        <a:pt x="29357" y="35226"/>
                      </a:moveTo>
                      <a:cubicBezTo>
                        <a:pt x="27073" y="35222"/>
                        <a:pt x="24835" y="34592"/>
                        <a:pt x="22883" y="33408"/>
                      </a:cubicBezTo>
                      <a:lnTo>
                        <a:pt x="5390" y="22843"/>
                      </a:lnTo>
                      <a:cubicBezTo>
                        <a:pt x="-299" y="18893"/>
                        <a:pt x="-1710" y="11080"/>
                        <a:pt x="2240" y="5390"/>
                      </a:cubicBezTo>
                      <a:cubicBezTo>
                        <a:pt x="5852" y="186"/>
                        <a:pt x="12779" y="-1506"/>
                        <a:pt x="18385" y="1446"/>
                      </a:cubicBezTo>
                      <a:lnTo>
                        <a:pt x="35878" y="12011"/>
                      </a:lnTo>
                      <a:cubicBezTo>
                        <a:pt x="41774" y="15645"/>
                        <a:pt x="43608" y="23371"/>
                        <a:pt x="39973" y="29267"/>
                      </a:cubicBezTo>
                      <a:cubicBezTo>
                        <a:pt x="37701" y="32954"/>
                        <a:pt x="33687" y="35206"/>
                        <a:pt x="29357" y="3522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80" name="Freeform 159">
                  <a:extLst>
                    <a:ext uri="{FF2B5EF4-FFF2-40B4-BE49-F238E27FC236}">
                      <a16:creationId xmlns:a16="http://schemas.microsoft.com/office/drawing/2014/main" id="{7014F590-704B-C65E-ECE9-E053D528D490}"/>
                    </a:ext>
                  </a:extLst>
                </p:cNvPr>
                <p:cNvSpPr/>
                <p:nvPr/>
              </p:nvSpPr>
              <p:spPr>
                <a:xfrm>
                  <a:off x="6753280" y="2265531"/>
                  <a:ext cx="29214" cy="41862"/>
                </a:xfrm>
                <a:custGeom>
                  <a:avLst/>
                  <a:gdLst>
                    <a:gd name="connsiteX0" fmla="*/ 16585 w 29214"/>
                    <a:gd name="connsiteY0" fmla="*/ 41863 h 41862"/>
                    <a:gd name="connsiteX1" fmla="*/ 4405 w 29214"/>
                    <a:gd name="connsiteY1" fmla="*/ 32269 h 41862"/>
                    <a:gd name="connsiteX2" fmla="*/ 423 w 29214"/>
                    <a:gd name="connsiteY2" fmla="*/ 15763 h 41862"/>
                    <a:gd name="connsiteX3" fmla="*/ 9324 w 29214"/>
                    <a:gd name="connsiteY3" fmla="*/ 423 h 41862"/>
                    <a:gd name="connsiteX4" fmla="*/ 24664 w 29214"/>
                    <a:gd name="connsiteY4" fmla="*/ 9325 h 41862"/>
                    <a:gd name="connsiteX5" fmla="*/ 24799 w 29214"/>
                    <a:gd name="connsiteY5" fmla="*/ 9885 h 41862"/>
                    <a:gd name="connsiteX6" fmla="*/ 28858 w 29214"/>
                    <a:gd name="connsiteY6" fmla="*/ 26375 h 41862"/>
                    <a:gd name="connsiteX7" fmla="*/ 19626 w 29214"/>
                    <a:gd name="connsiteY7" fmla="*/ 41518 h 41862"/>
                    <a:gd name="connsiteX8" fmla="*/ 19626 w 29214"/>
                    <a:gd name="connsiteY8" fmla="*/ 41518 h 41862"/>
                    <a:gd name="connsiteX9" fmla="*/ 16585 w 29214"/>
                    <a:gd name="connsiteY9" fmla="*/ 41863 h 41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214" h="41862">
                      <a:moveTo>
                        <a:pt x="16585" y="41863"/>
                      </a:moveTo>
                      <a:cubicBezTo>
                        <a:pt x="10797" y="41858"/>
                        <a:pt x="5765" y="37894"/>
                        <a:pt x="4405" y="32269"/>
                      </a:cubicBezTo>
                      <a:lnTo>
                        <a:pt x="423" y="15763"/>
                      </a:lnTo>
                      <a:cubicBezTo>
                        <a:pt x="-1354" y="9070"/>
                        <a:pt x="2630" y="2202"/>
                        <a:pt x="9324" y="423"/>
                      </a:cubicBezTo>
                      <a:cubicBezTo>
                        <a:pt x="16019" y="-1354"/>
                        <a:pt x="22886" y="2632"/>
                        <a:pt x="24664" y="9325"/>
                      </a:cubicBezTo>
                      <a:cubicBezTo>
                        <a:pt x="24712" y="9510"/>
                        <a:pt x="24758" y="9697"/>
                        <a:pt x="24799" y="9885"/>
                      </a:cubicBezTo>
                      <a:lnTo>
                        <a:pt x="28858" y="26375"/>
                      </a:lnTo>
                      <a:cubicBezTo>
                        <a:pt x="30490" y="33106"/>
                        <a:pt x="26357" y="39886"/>
                        <a:pt x="19626" y="41518"/>
                      </a:cubicBezTo>
                      <a:cubicBezTo>
                        <a:pt x="19626" y="41518"/>
                        <a:pt x="19626" y="41518"/>
                        <a:pt x="19626" y="41518"/>
                      </a:cubicBezTo>
                      <a:cubicBezTo>
                        <a:pt x="18629" y="41753"/>
                        <a:pt x="17608" y="41869"/>
                        <a:pt x="16585" y="41863"/>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81" name="Freeform 160">
                  <a:extLst>
                    <a:ext uri="{FF2B5EF4-FFF2-40B4-BE49-F238E27FC236}">
                      <a16:creationId xmlns:a16="http://schemas.microsoft.com/office/drawing/2014/main" id="{9E57FD90-22D0-8C75-2BA8-8ED06F0E7F85}"/>
                    </a:ext>
                  </a:extLst>
                </p:cNvPr>
                <p:cNvSpPr/>
                <p:nvPr/>
              </p:nvSpPr>
              <p:spPr>
                <a:xfrm>
                  <a:off x="6720312" y="2259509"/>
                  <a:ext cx="35042" cy="42194"/>
                </a:xfrm>
                <a:custGeom>
                  <a:avLst/>
                  <a:gdLst>
                    <a:gd name="connsiteX0" fmla="*/ 12497 w 35042"/>
                    <a:gd name="connsiteY0" fmla="*/ 42195 h 42194"/>
                    <a:gd name="connsiteX1" fmla="*/ 0 w 35042"/>
                    <a:gd name="connsiteY1" fmla="*/ 29611 h 42194"/>
                    <a:gd name="connsiteX2" fmla="*/ 1680 w 35042"/>
                    <a:gd name="connsiteY2" fmla="*/ 23384 h 42194"/>
                    <a:gd name="connsiteX3" fmla="*/ 11666 w 35042"/>
                    <a:gd name="connsiteY3" fmla="*/ 6220 h 42194"/>
                    <a:gd name="connsiteX4" fmla="*/ 28822 w 35042"/>
                    <a:gd name="connsiteY4" fmla="*/ 1713 h 42194"/>
                    <a:gd name="connsiteX5" fmla="*/ 33329 w 35042"/>
                    <a:gd name="connsiteY5" fmla="*/ 18870 h 42194"/>
                    <a:gd name="connsiteX6" fmla="*/ 23344 w 35042"/>
                    <a:gd name="connsiteY6" fmla="*/ 35972 h 42194"/>
                    <a:gd name="connsiteX7" fmla="*/ 12497 w 35042"/>
                    <a:gd name="connsiteY7" fmla="*/ 42195 h 4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42" h="42194">
                      <a:moveTo>
                        <a:pt x="12497" y="42195"/>
                      </a:moveTo>
                      <a:cubicBezTo>
                        <a:pt x="5571" y="42170"/>
                        <a:pt x="-23" y="36536"/>
                        <a:pt x="0" y="29611"/>
                      </a:cubicBezTo>
                      <a:cubicBezTo>
                        <a:pt x="8" y="27424"/>
                        <a:pt x="588" y="25278"/>
                        <a:pt x="1680" y="23384"/>
                      </a:cubicBezTo>
                      <a:lnTo>
                        <a:pt x="11666" y="6220"/>
                      </a:lnTo>
                      <a:cubicBezTo>
                        <a:pt x="15158" y="238"/>
                        <a:pt x="22841" y="-1779"/>
                        <a:pt x="28822" y="1713"/>
                      </a:cubicBezTo>
                      <a:cubicBezTo>
                        <a:pt x="34804" y="5206"/>
                        <a:pt x="36822" y="12888"/>
                        <a:pt x="33329" y="18870"/>
                      </a:cubicBezTo>
                      <a:lnTo>
                        <a:pt x="23344" y="35972"/>
                      </a:lnTo>
                      <a:cubicBezTo>
                        <a:pt x="21095" y="39829"/>
                        <a:pt x="16962" y="42200"/>
                        <a:pt x="12497" y="4219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82" name="Freeform 161">
                  <a:extLst>
                    <a:ext uri="{FF2B5EF4-FFF2-40B4-BE49-F238E27FC236}">
                      <a16:creationId xmlns:a16="http://schemas.microsoft.com/office/drawing/2014/main" id="{DAFF9697-7541-824E-F51E-B098FC4D1AEA}"/>
                    </a:ext>
                  </a:extLst>
                </p:cNvPr>
                <p:cNvSpPr/>
                <p:nvPr/>
              </p:nvSpPr>
              <p:spPr>
                <a:xfrm>
                  <a:off x="6698915" y="2238810"/>
                  <a:ext cx="43578" cy="30116"/>
                </a:xfrm>
                <a:custGeom>
                  <a:avLst/>
                  <a:gdLst>
                    <a:gd name="connsiteX0" fmla="*/ 12528 w 43578"/>
                    <a:gd name="connsiteY0" fmla="*/ 30116 h 30116"/>
                    <a:gd name="connsiteX1" fmla="*/ 0 w 43578"/>
                    <a:gd name="connsiteY1" fmla="*/ 17563 h 30116"/>
                    <a:gd name="connsiteX2" fmla="*/ 9252 w 43578"/>
                    <a:gd name="connsiteY2" fmla="*/ 5475 h 30116"/>
                    <a:gd name="connsiteX3" fmla="*/ 27921 w 43578"/>
                    <a:gd name="connsiteY3" fmla="*/ 396 h 30116"/>
                    <a:gd name="connsiteX4" fmla="*/ 43183 w 43578"/>
                    <a:gd name="connsiteY4" fmla="*/ 9429 h 30116"/>
                    <a:gd name="connsiteX5" fmla="*/ 34489 w 43578"/>
                    <a:gd name="connsiteY5" fmla="*/ 24599 h 30116"/>
                    <a:gd name="connsiteX6" fmla="*/ 15820 w 43578"/>
                    <a:gd name="connsiteY6" fmla="*/ 29677 h 30116"/>
                    <a:gd name="connsiteX7" fmla="*/ 12528 w 43578"/>
                    <a:gd name="connsiteY7" fmla="*/ 30116 h 3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8" h="30116">
                      <a:moveTo>
                        <a:pt x="12528" y="30116"/>
                      </a:moveTo>
                      <a:cubicBezTo>
                        <a:pt x="5602" y="30110"/>
                        <a:pt x="-7" y="24489"/>
                        <a:pt x="0" y="17563"/>
                      </a:cubicBezTo>
                      <a:cubicBezTo>
                        <a:pt x="6" y="11909"/>
                        <a:pt x="3795" y="6957"/>
                        <a:pt x="9252" y="5475"/>
                      </a:cubicBezTo>
                      <a:lnTo>
                        <a:pt x="27921" y="396"/>
                      </a:lnTo>
                      <a:cubicBezTo>
                        <a:pt x="34630" y="-1324"/>
                        <a:pt x="41463" y="2720"/>
                        <a:pt x="43183" y="9429"/>
                      </a:cubicBezTo>
                      <a:cubicBezTo>
                        <a:pt x="44869" y="16005"/>
                        <a:pt x="41015" y="22729"/>
                        <a:pt x="34489" y="24599"/>
                      </a:cubicBezTo>
                      <a:lnTo>
                        <a:pt x="15820" y="29677"/>
                      </a:lnTo>
                      <a:cubicBezTo>
                        <a:pt x="14747" y="29969"/>
                        <a:pt x="13640" y="30116"/>
                        <a:pt x="12528" y="3011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83" name="Freeform 162">
                  <a:extLst>
                    <a:ext uri="{FF2B5EF4-FFF2-40B4-BE49-F238E27FC236}">
                      <a16:creationId xmlns:a16="http://schemas.microsoft.com/office/drawing/2014/main" id="{F878B6AB-7268-5F63-A9BB-7BEFE9EEE5A3}"/>
                    </a:ext>
                  </a:extLst>
                </p:cNvPr>
                <p:cNvSpPr/>
                <p:nvPr/>
              </p:nvSpPr>
              <p:spPr>
                <a:xfrm>
                  <a:off x="6703187" y="2203941"/>
                  <a:ext cx="43000" cy="36753"/>
                </a:xfrm>
                <a:custGeom>
                  <a:avLst/>
                  <a:gdLst>
                    <a:gd name="connsiteX0" fmla="*/ 30436 w 43000"/>
                    <a:gd name="connsiteY0" fmla="*/ 36754 h 36753"/>
                    <a:gd name="connsiteX1" fmla="*/ 23602 w 43000"/>
                    <a:gd name="connsiteY1" fmla="*/ 34716 h 36753"/>
                    <a:gd name="connsiteX2" fmla="*/ 5700 w 43000"/>
                    <a:gd name="connsiteY2" fmla="*/ 23053 h 36753"/>
                    <a:gd name="connsiteX3" fmla="*/ 2032 w 43000"/>
                    <a:gd name="connsiteY3" fmla="*/ 5701 h 36753"/>
                    <a:gd name="connsiteX4" fmla="*/ 19385 w 43000"/>
                    <a:gd name="connsiteY4" fmla="*/ 2033 h 36753"/>
                    <a:gd name="connsiteX5" fmla="*/ 37286 w 43000"/>
                    <a:gd name="connsiteY5" fmla="*/ 13695 h 36753"/>
                    <a:gd name="connsiteX6" fmla="*/ 40976 w 43000"/>
                    <a:gd name="connsiteY6" fmla="*/ 31042 h 36753"/>
                    <a:gd name="connsiteX7" fmla="*/ 30436 w 43000"/>
                    <a:gd name="connsiteY7" fmla="*/ 36754 h 36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000" h="36753">
                      <a:moveTo>
                        <a:pt x="30436" y="36754"/>
                      </a:moveTo>
                      <a:cubicBezTo>
                        <a:pt x="28008" y="36751"/>
                        <a:pt x="25635" y="36042"/>
                        <a:pt x="23602" y="34716"/>
                      </a:cubicBezTo>
                      <a:lnTo>
                        <a:pt x="5700" y="23053"/>
                      </a:lnTo>
                      <a:cubicBezTo>
                        <a:pt x="-104" y="19274"/>
                        <a:pt x="-1746" y="11505"/>
                        <a:pt x="2032" y="5701"/>
                      </a:cubicBezTo>
                      <a:cubicBezTo>
                        <a:pt x="5811" y="-104"/>
                        <a:pt x="13581" y="-1747"/>
                        <a:pt x="19385" y="2033"/>
                      </a:cubicBezTo>
                      <a:lnTo>
                        <a:pt x="37286" y="13695"/>
                      </a:lnTo>
                      <a:cubicBezTo>
                        <a:pt x="43096" y="17467"/>
                        <a:pt x="44748" y="25232"/>
                        <a:pt x="40976" y="31042"/>
                      </a:cubicBezTo>
                      <a:cubicBezTo>
                        <a:pt x="38660" y="34611"/>
                        <a:pt x="34691" y="36762"/>
                        <a:pt x="30436" y="3675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84" name="Freeform 163">
                  <a:extLst>
                    <a:ext uri="{FF2B5EF4-FFF2-40B4-BE49-F238E27FC236}">
                      <a16:creationId xmlns:a16="http://schemas.microsoft.com/office/drawing/2014/main" id="{DFF66D47-6FAA-4D40-3DBA-DE25A0737AF1}"/>
                    </a:ext>
                  </a:extLst>
                </p:cNvPr>
                <p:cNvSpPr/>
                <p:nvPr/>
              </p:nvSpPr>
              <p:spPr>
                <a:xfrm>
                  <a:off x="6717310" y="2202400"/>
                  <a:ext cx="85595" cy="85587"/>
                </a:xfrm>
                <a:custGeom>
                  <a:avLst/>
                  <a:gdLst>
                    <a:gd name="connsiteX0" fmla="*/ 42727 w 85595"/>
                    <a:gd name="connsiteY0" fmla="*/ 85588 h 85587"/>
                    <a:gd name="connsiteX1" fmla="*/ 0 w 85595"/>
                    <a:gd name="connsiteY1" fmla="*/ 42727 h 85587"/>
                    <a:gd name="connsiteX2" fmla="*/ 42860 w 85595"/>
                    <a:gd name="connsiteY2" fmla="*/ 0 h 85587"/>
                    <a:gd name="connsiteX3" fmla="*/ 84455 w 85595"/>
                    <a:gd name="connsiteY3" fmla="*/ 33013 h 85587"/>
                    <a:gd name="connsiteX4" fmla="*/ 84455 w 85595"/>
                    <a:gd name="connsiteY4" fmla="*/ 33013 h 85587"/>
                    <a:gd name="connsiteX5" fmla="*/ 52586 w 85595"/>
                    <a:gd name="connsiteY5" fmla="*/ 84444 h 85587"/>
                    <a:gd name="connsiteX6" fmla="*/ 42727 w 85595"/>
                    <a:gd name="connsiteY6" fmla="*/ 85588 h 85587"/>
                    <a:gd name="connsiteX7" fmla="*/ 42883 w 85595"/>
                    <a:gd name="connsiteY7" fmla="*/ 25049 h 85587"/>
                    <a:gd name="connsiteX8" fmla="*/ 38808 w 85595"/>
                    <a:gd name="connsiteY8" fmla="*/ 25520 h 85587"/>
                    <a:gd name="connsiteX9" fmla="*/ 25664 w 85595"/>
                    <a:gd name="connsiteY9" fmla="*/ 46818 h 85587"/>
                    <a:gd name="connsiteX10" fmla="*/ 46962 w 85595"/>
                    <a:gd name="connsiteY10" fmla="*/ 59963 h 85587"/>
                    <a:gd name="connsiteX11" fmla="*/ 60126 w 85595"/>
                    <a:gd name="connsiteY11" fmla="*/ 38750 h 85587"/>
                    <a:gd name="connsiteX12" fmla="*/ 60126 w 85595"/>
                    <a:gd name="connsiteY12" fmla="*/ 38750 h 85587"/>
                    <a:gd name="connsiteX13" fmla="*/ 42883 w 85595"/>
                    <a:gd name="connsiteY13" fmla="*/ 25049 h 8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595" h="85587">
                      <a:moveTo>
                        <a:pt x="42727" y="85588"/>
                      </a:moveTo>
                      <a:cubicBezTo>
                        <a:pt x="19093" y="85550"/>
                        <a:pt x="-38" y="66362"/>
                        <a:pt x="0" y="42727"/>
                      </a:cubicBezTo>
                      <a:cubicBezTo>
                        <a:pt x="36" y="19093"/>
                        <a:pt x="19226" y="-38"/>
                        <a:pt x="42860" y="0"/>
                      </a:cubicBezTo>
                      <a:cubicBezTo>
                        <a:pt x="62702" y="31"/>
                        <a:pt x="79920" y="13697"/>
                        <a:pt x="84455" y="33013"/>
                      </a:cubicBezTo>
                      <a:lnTo>
                        <a:pt x="84455" y="33013"/>
                      </a:lnTo>
                      <a:cubicBezTo>
                        <a:pt x="89850" y="56015"/>
                        <a:pt x="75585" y="79036"/>
                        <a:pt x="52586" y="84444"/>
                      </a:cubicBezTo>
                      <a:cubicBezTo>
                        <a:pt x="49354" y="85202"/>
                        <a:pt x="46047" y="85586"/>
                        <a:pt x="42727" y="85588"/>
                      </a:cubicBezTo>
                      <a:close/>
                      <a:moveTo>
                        <a:pt x="42883" y="25049"/>
                      </a:moveTo>
                      <a:cubicBezTo>
                        <a:pt x="41512" y="25051"/>
                        <a:pt x="40143" y="25209"/>
                        <a:pt x="38808" y="25520"/>
                      </a:cubicBezTo>
                      <a:cubicBezTo>
                        <a:pt x="29296" y="27771"/>
                        <a:pt x="23411" y="37308"/>
                        <a:pt x="25664" y="46818"/>
                      </a:cubicBezTo>
                      <a:cubicBezTo>
                        <a:pt x="27915" y="56330"/>
                        <a:pt x="37450" y="62214"/>
                        <a:pt x="46962" y="59963"/>
                      </a:cubicBezTo>
                      <a:cubicBezTo>
                        <a:pt x="56439" y="57719"/>
                        <a:pt x="62322" y="48238"/>
                        <a:pt x="60126" y="38750"/>
                      </a:cubicBezTo>
                      <a:lnTo>
                        <a:pt x="60126" y="38750"/>
                      </a:lnTo>
                      <a:cubicBezTo>
                        <a:pt x="58252" y="30736"/>
                        <a:pt x="51113" y="25065"/>
                        <a:pt x="42883" y="25049"/>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275" name="Freeform 154">
                <a:extLst>
                  <a:ext uri="{FF2B5EF4-FFF2-40B4-BE49-F238E27FC236}">
                    <a16:creationId xmlns:a16="http://schemas.microsoft.com/office/drawing/2014/main" id="{D3C5CD69-AFE3-5287-1D0A-09881B16D770}"/>
                  </a:ext>
                </a:extLst>
              </p:cNvPr>
              <p:cNvSpPr/>
              <p:nvPr/>
            </p:nvSpPr>
            <p:spPr>
              <a:xfrm>
                <a:off x="6717586" y="2109858"/>
                <a:ext cx="54608" cy="54606"/>
              </a:xfrm>
              <a:custGeom>
                <a:avLst/>
                <a:gdLst>
                  <a:gd name="connsiteX0" fmla="*/ 42074 w 54608"/>
                  <a:gd name="connsiteY0" fmla="*/ 54607 h 54606"/>
                  <a:gd name="connsiteX1" fmla="*/ 33202 w 54608"/>
                  <a:gd name="connsiteY1" fmla="*/ 50939 h 54606"/>
                  <a:gd name="connsiteX2" fmla="*/ 3669 w 54608"/>
                  <a:gd name="connsiteY2" fmla="*/ 21406 h 54606"/>
                  <a:gd name="connsiteX3" fmla="*/ 3677 w 54608"/>
                  <a:gd name="connsiteY3" fmla="*/ 3669 h 54606"/>
                  <a:gd name="connsiteX4" fmla="*/ 21414 w 54608"/>
                  <a:gd name="connsiteY4" fmla="*/ 3677 h 54606"/>
                  <a:gd name="connsiteX5" fmla="*/ 50931 w 54608"/>
                  <a:gd name="connsiteY5" fmla="*/ 33194 h 54606"/>
                  <a:gd name="connsiteX6" fmla="*/ 50940 w 54608"/>
                  <a:gd name="connsiteY6" fmla="*/ 50929 h 54606"/>
                  <a:gd name="connsiteX7" fmla="*/ 42074 w 54608"/>
                  <a:gd name="connsiteY7" fmla="*/ 54607 h 5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608" h="54606">
                    <a:moveTo>
                      <a:pt x="42074" y="54607"/>
                    </a:moveTo>
                    <a:cubicBezTo>
                      <a:pt x="38748" y="54609"/>
                      <a:pt x="35556" y="53290"/>
                      <a:pt x="33202" y="50939"/>
                    </a:cubicBezTo>
                    <a:lnTo>
                      <a:pt x="3669" y="21406"/>
                    </a:lnTo>
                    <a:cubicBezTo>
                      <a:pt x="-1226" y="16506"/>
                      <a:pt x="-1223" y="8565"/>
                      <a:pt x="3677" y="3669"/>
                    </a:cubicBezTo>
                    <a:cubicBezTo>
                      <a:pt x="8577" y="-1226"/>
                      <a:pt x="16519" y="-1223"/>
                      <a:pt x="21414" y="3677"/>
                    </a:cubicBezTo>
                    <a:lnTo>
                      <a:pt x="50931" y="33194"/>
                    </a:lnTo>
                    <a:cubicBezTo>
                      <a:pt x="55831" y="38089"/>
                      <a:pt x="55836" y="46029"/>
                      <a:pt x="50940" y="50929"/>
                    </a:cubicBezTo>
                    <a:cubicBezTo>
                      <a:pt x="48590" y="53282"/>
                      <a:pt x="45401" y="54605"/>
                      <a:pt x="42074" y="5460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289" name="Group 288">
            <a:extLst>
              <a:ext uri="{FF2B5EF4-FFF2-40B4-BE49-F238E27FC236}">
                <a16:creationId xmlns:a16="http://schemas.microsoft.com/office/drawing/2014/main" id="{30035E42-9250-6847-8FEF-FEAEB085F5FC}"/>
              </a:ext>
            </a:extLst>
          </p:cNvPr>
          <p:cNvGrpSpPr/>
          <p:nvPr/>
        </p:nvGrpSpPr>
        <p:grpSpPr>
          <a:xfrm>
            <a:off x="10021170" y="1490179"/>
            <a:ext cx="471791" cy="471791"/>
            <a:chOff x="9817805" y="1942177"/>
            <a:chExt cx="471791" cy="471791"/>
          </a:xfrm>
        </p:grpSpPr>
        <p:sp>
          <p:nvSpPr>
            <p:cNvPr id="290" name="Oval 289">
              <a:extLst>
                <a:ext uri="{FF2B5EF4-FFF2-40B4-BE49-F238E27FC236}">
                  <a16:creationId xmlns:a16="http://schemas.microsoft.com/office/drawing/2014/main" id="{F56142C0-61CD-11C0-7BFE-66F38B476518}"/>
                </a:ext>
              </a:extLst>
            </p:cNvPr>
            <p:cNvSpPr/>
            <p:nvPr/>
          </p:nvSpPr>
          <p:spPr>
            <a:xfrm>
              <a:off x="9817805"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291" name="Graphic 334">
              <a:extLst>
                <a:ext uri="{FF2B5EF4-FFF2-40B4-BE49-F238E27FC236}">
                  <a16:creationId xmlns:a16="http://schemas.microsoft.com/office/drawing/2014/main" id="{4A0BD0D0-E499-7A06-ECCD-E5947BF65844}"/>
                </a:ext>
              </a:extLst>
            </p:cNvPr>
            <p:cNvGrpSpPr/>
            <p:nvPr/>
          </p:nvGrpSpPr>
          <p:grpSpPr>
            <a:xfrm>
              <a:off x="9951565" y="2036935"/>
              <a:ext cx="204378" cy="282424"/>
              <a:chOff x="9951565" y="2036935"/>
              <a:chExt cx="204378" cy="282424"/>
            </a:xfrm>
          </p:grpSpPr>
          <p:sp>
            <p:nvSpPr>
              <p:cNvPr id="292" name="Freeform 143">
                <a:extLst>
                  <a:ext uri="{FF2B5EF4-FFF2-40B4-BE49-F238E27FC236}">
                    <a16:creationId xmlns:a16="http://schemas.microsoft.com/office/drawing/2014/main" id="{212F5008-9767-992E-0976-06B803038C28}"/>
                  </a:ext>
                </a:extLst>
              </p:cNvPr>
              <p:cNvSpPr/>
              <p:nvPr/>
            </p:nvSpPr>
            <p:spPr>
              <a:xfrm>
                <a:off x="10075099" y="2179856"/>
                <a:ext cx="80844" cy="136661"/>
              </a:xfrm>
              <a:custGeom>
                <a:avLst/>
                <a:gdLst>
                  <a:gd name="connsiteX0" fmla="*/ 56016 w 80844"/>
                  <a:gd name="connsiteY0" fmla="*/ 136661 h 136661"/>
                  <a:gd name="connsiteX1" fmla="*/ 24749 w 80844"/>
                  <a:gd name="connsiteY1" fmla="*/ 114256 h 136661"/>
                  <a:gd name="connsiteX2" fmla="*/ 1674 w 80844"/>
                  <a:gd name="connsiteY2" fmla="*/ 91516 h 136661"/>
                  <a:gd name="connsiteX3" fmla="*/ 2510 w 80844"/>
                  <a:gd name="connsiteY3" fmla="*/ 77136 h 136661"/>
                  <a:gd name="connsiteX4" fmla="*/ 28762 w 80844"/>
                  <a:gd name="connsiteY4" fmla="*/ 12261 h 136661"/>
                  <a:gd name="connsiteX5" fmla="*/ 43141 w 80844"/>
                  <a:gd name="connsiteY5" fmla="*/ 55 h 136661"/>
                  <a:gd name="connsiteX6" fmla="*/ 50331 w 80844"/>
                  <a:gd name="connsiteY6" fmla="*/ 2897 h 136661"/>
                  <a:gd name="connsiteX7" fmla="*/ 79759 w 80844"/>
                  <a:gd name="connsiteY7" fmla="*/ 46371 h 136661"/>
                  <a:gd name="connsiteX8" fmla="*/ 76749 w 80844"/>
                  <a:gd name="connsiteY8" fmla="*/ 92017 h 136661"/>
                  <a:gd name="connsiteX9" fmla="*/ 67720 w 80844"/>
                  <a:gd name="connsiteY9" fmla="*/ 130642 h 136661"/>
                  <a:gd name="connsiteX10" fmla="*/ 57688 w 80844"/>
                  <a:gd name="connsiteY10" fmla="*/ 136494 h 136661"/>
                  <a:gd name="connsiteX11" fmla="*/ 56016 w 80844"/>
                  <a:gd name="connsiteY11" fmla="*/ 136661 h 136661"/>
                  <a:gd name="connsiteX12" fmla="*/ 30768 w 80844"/>
                  <a:gd name="connsiteY12" fmla="*/ 83156 h 136661"/>
                  <a:gd name="connsiteX13" fmla="*/ 48324 w 80844"/>
                  <a:gd name="connsiteY13" fmla="*/ 99374 h 136661"/>
                  <a:gd name="connsiteX14" fmla="*/ 54009 w 80844"/>
                  <a:gd name="connsiteY14" fmla="*/ 53728 h 136661"/>
                  <a:gd name="connsiteX15" fmla="*/ 49662 w 80844"/>
                  <a:gd name="connsiteY15" fmla="*/ 43194 h 136661"/>
                  <a:gd name="connsiteX16" fmla="*/ 30768 w 80844"/>
                  <a:gd name="connsiteY16" fmla="*/ 83156 h 136661"/>
                  <a:gd name="connsiteX17" fmla="*/ 30768 w 80844"/>
                  <a:gd name="connsiteY17" fmla="*/ 83156 h 136661"/>
                  <a:gd name="connsiteX18" fmla="*/ 24247 w 80844"/>
                  <a:gd name="connsiteY18" fmla="*/ 92686 h 136661"/>
                  <a:gd name="connsiteX19" fmla="*/ 24247 w 80844"/>
                  <a:gd name="connsiteY19" fmla="*/ 92686 h 136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0844" h="136661">
                    <a:moveTo>
                      <a:pt x="56016" y="136661"/>
                    </a:moveTo>
                    <a:cubicBezTo>
                      <a:pt x="50498" y="136661"/>
                      <a:pt x="45984" y="133651"/>
                      <a:pt x="24749" y="114256"/>
                    </a:cubicBezTo>
                    <a:cubicBezTo>
                      <a:pt x="3179" y="94526"/>
                      <a:pt x="2510" y="93188"/>
                      <a:pt x="1674" y="91516"/>
                    </a:cubicBezTo>
                    <a:cubicBezTo>
                      <a:pt x="-834" y="87001"/>
                      <a:pt x="-499" y="81484"/>
                      <a:pt x="2510" y="77136"/>
                    </a:cubicBezTo>
                    <a:cubicBezTo>
                      <a:pt x="17726" y="55901"/>
                      <a:pt x="27089" y="32827"/>
                      <a:pt x="28762" y="12261"/>
                    </a:cubicBezTo>
                    <a:cubicBezTo>
                      <a:pt x="29430" y="4904"/>
                      <a:pt x="35784" y="-614"/>
                      <a:pt x="43141" y="55"/>
                    </a:cubicBezTo>
                    <a:cubicBezTo>
                      <a:pt x="45816" y="222"/>
                      <a:pt x="48324" y="1225"/>
                      <a:pt x="50331" y="2897"/>
                    </a:cubicBezTo>
                    <a:cubicBezTo>
                      <a:pt x="64209" y="14100"/>
                      <a:pt x="74408" y="29316"/>
                      <a:pt x="79759" y="46371"/>
                    </a:cubicBezTo>
                    <a:cubicBezTo>
                      <a:pt x="80762" y="49547"/>
                      <a:pt x="82601" y="56236"/>
                      <a:pt x="76749" y="92017"/>
                    </a:cubicBezTo>
                    <a:cubicBezTo>
                      <a:pt x="71064" y="125793"/>
                      <a:pt x="68891" y="129137"/>
                      <a:pt x="67720" y="130642"/>
                    </a:cubicBezTo>
                    <a:cubicBezTo>
                      <a:pt x="65379" y="133986"/>
                      <a:pt x="61701" y="136159"/>
                      <a:pt x="57688" y="136494"/>
                    </a:cubicBezTo>
                    <a:cubicBezTo>
                      <a:pt x="57019" y="136494"/>
                      <a:pt x="56518" y="136661"/>
                      <a:pt x="56016" y="136661"/>
                    </a:cubicBezTo>
                    <a:close/>
                    <a:moveTo>
                      <a:pt x="30768" y="83156"/>
                    </a:moveTo>
                    <a:cubicBezTo>
                      <a:pt x="35784" y="87837"/>
                      <a:pt x="42305" y="94024"/>
                      <a:pt x="48324" y="99374"/>
                    </a:cubicBezTo>
                    <a:cubicBezTo>
                      <a:pt x="51501" y="82320"/>
                      <a:pt x="54845" y="59747"/>
                      <a:pt x="54009" y="53728"/>
                    </a:cubicBezTo>
                    <a:cubicBezTo>
                      <a:pt x="52839" y="50049"/>
                      <a:pt x="51501" y="46538"/>
                      <a:pt x="49662" y="43194"/>
                    </a:cubicBezTo>
                    <a:cubicBezTo>
                      <a:pt x="45148" y="57239"/>
                      <a:pt x="38794" y="70615"/>
                      <a:pt x="30768" y="83156"/>
                    </a:cubicBezTo>
                    <a:lnTo>
                      <a:pt x="30768" y="83156"/>
                    </a:lnTo>
                    <a:close/>
                    <a:moveTo>
                      <a:pt x="24247" y="92686"/>
                    </a:moveTo>
                    <a:lnTo>
                      <a:pt x="24247" y="92686"/>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94" name="Freeform 144">
                <a:extLst>
                  <a:ext uri="{FF2B5EF4-FFF2-40B4-BE49-F238E27FC236}">
                    <a16:creationId xmlns:a16="http://schemas.microsoft.com/office/drawing/2014/main" id="{8F8D048D-1A28-5F41-9D9B-C1ADC8C0125D}"/>
                  </a:ext>
                </a:extLst>
              </p:cNvPr>
              <p:cNvSpPr/>
              <p:nvPr/>
            </p:nvSpPr>
            <p:spPr>
              <a:xfrm>
                <a:off x="9951565" y="2182212"/>
                <a:ext cx="80901" cy="136478"/>
              </a:xfrm>
              <a:custGeom>
                <a:avLst/>
                <a:gdLst>
                  <a:gd name="connsiteX0" fmla="*/ 24718 w 80901"/>
                  <a:gd name="connsiteY0" fmla="*/ 136479 h 136478"/>
                  <a:gd name="connsiteX1" fmla="*/ 23214 w 80901"/>
                  <a:gd name="connsiteY1" fmla="*/ 136479 h 136478"/>
                  <a:gd name="connsiteX2" fmla="*/ 13181 w 80901"/>
                  <a:gd name="connsiteY2" fmla="*/ 130627 h 136478"/>
                  <a:gd name="connsiteX3" fmla="*/ 4152 w 80901"/>
                  <a:gd name="connsiteY3" fmla="*/ 92003 h 136478"/>
                  <a:gd name="connsiteX4" fmla="*/ 1143 w 80901"/>
                  <a:gd name="connsiteY4" fmla="*/ 46356 h 136478"/>
                  <a:gd name="connsiteX5" fmla="*/ 1143 w 80901"/>
                  <a:gd name="connsiteY5" fmla="*/ 46356 h 136478"/>
                  <a:gd name="connsiteX6" fmla="*/ 30571 w 80901"/>
                  <a:gd name="connsiteY6" fmla="*/ 2882 h 136478"/>
                  <a:gd name="connsiteX7" fmla="*/ 49297 w 80901"/>
                  <a:gd name="connsiteY7" fmla="*/ 5056 h 136478"/>
                  <a:gd name="connsiteX8" fmla="*/ 52140 w 80901"/>
                  <a:gd name="connsiteY8" fmla="*/ 12246 h 136478"/>
                  <a:gd name="connsiteX9" fmla="*/ 78391 w 80901"/>
                  <a:gd name="connsiteY9" fmla="*/ 77121 h 136478"/>
                  <a:gd name="connsiteX10" fmla="*/ 79227 w 80901"/>
                  <a:gd name="connsiteY10" fmla="*/ 91501 h 136478"/>
                  <a:gd name="connsiteX11" fmla="*/ 56153 w 80901"/>
                  <a:gd name="connsiteY11" fmla="*/ 114241 h 136478"/>
                  <a:gd name="connsiteX12" fmla="*/ 24718 w 80901"/>
                  <a:gd name="connsiteY12" fmla="*/ 136479 h 136478"/>
                  <a:gd name="connsiteX13" fmla="*/ 26725 w 80901"/>
                  <a:gd name="connsiteY13" fmla="*/ 53545 h 136478"/>
                  <a:gd name="connsiteX14" fmla="*/ 32410 w 80901"/>
                  <a:gd name="connsiteY14" fmla="*/ 99192 h 136478"/>
                  <a:gd name="connsiteX15" fmla="*/ 49966 w 80901"/>
                  <a:gd name="connsiteY15" fmla="*/ 82973 h 136478"/>
                  <a:gd name="connsiteX16" fmla="*/ 31072 w 80901"/>
                  <a:gd name="connsiteY16" fmla="*/ 43012 h 136478"/>
                  <a:gd name="connsiteX17" fmla="*/ 26725 w 80901"/>
                  <a:gd name="connsiteY17" fmla="*/ 53545 h 136478"/>
                  <a:gd name="connsiteX18" fmla="*/ 56487 w 80901"/>
                  <a:gd name="connsiteY18" fmla="*/ 92671 h 136478"/>
                  <a:gd name="connsiteX19" fmla="*/ 56487 w 80901"/>
                  <a:gd name="connsiteY19" fmla="*/ 92671 h 136478"/>
                  <a:gd name="connsiteX20" fmla="*/ 26558 w 80901"/>
                  <a:gd name="connsiteY20" fmla="*/ 53880 h 136478"/>
                  <a:gd name="connsiteX21" fmla="*/ 26558 w 80901"/>
                  <a:gd name="connsiteY21" fmla="*/ 53880 h 136478"/>
                  <a:gd name="connsiteX22" fmla="*/ 26558 w 80901"/>
                  <a:gd name="connsiteY22" fmla="*/ 53880 h 136478"/>
                  <a:gd name="connsiteX23" fmla="*/ 13850 w 80901"/>
                  <a:gd name="connsiteY23" fmla="*/ 50034 h 136478"/>
                  <a:gd name="connsiteX24" fmla="*/ 13850 w 80901"/>
                  <a:gd name="connsiteY24" fmla="*/ 50034 h 13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0901" h="136478">
                    <a:moveTo>
                      <a:pt x="24718" y="136479"/>
                    </a:moveTo>
                    <a:cubicBezTo>
                      <a:pt x="24217" y="136479"/>
                      <a:pt x="23715" y="136479"/>
                      <a:pt x="23214" y="136479"/>
                    </a:cubicBezTo>
                    <a:cubicBezTo>
                      <a:pt x="19201" y="136145"/>
                      <a:pt x="15522" y="133971"/>
                      <a:pt x="13181" y="130627"/>
                    </a:cubicBezTo>
                    <a:cubicBezTo>
                      <a:pt x="12011" y="128955"/>
                      <a:pt x="9837" y="125778"/>
                      <a:pt x="4152" y="92003"/>
                    </a:cubicBezTo>
                    <a:cubicBezTo>
                      <a:pt x="-1867" y="56221"/>
                      <a:pt x="139" y="49533"/>
                      <a:pt x="1143" y="46356"/>
                    </a:cubicBezTo>
                    <a:lnTo>
                      <a:pt x="1143" y="46356"/>
                    </a:lnTo>
                    <a:cubicBezTo>
                      <a:pt x="6493" y="29301"/>
                      <a:pt x="16693" y="14085"/>
                      <a:pt x="30571" y="2882"/>
                    </a:cubicBezTo>
                    <a:cubicBezTo>
                      <a:pt x="36423" y="-1632"/>
                      <a:pt x="44783" y="-796"/>
                      <a:pt x="49297" y="5056"/>
                    </a:cubicBezTo>
                    <a:cubicBezTo>
                      <a:pt x="50969" y="7063"/>
                      <a:pt x="51973" y="9571"/>
                      <a:pt x="52140" y="12246"/>
                    </a:cubicBezTo>
                    <a:cubicBezTo>
                      <a:pt x="53812" y="32812"/>
                      <a:pt x="63175" y="55886"/>
                      <a:pt x="78391" y="77121"/>
                    </a:cubicBezTo>
                    <a:cubicBezTo>
                      <a:pt x="81401" y="81301"/>
                      <a:pt x="81735" y="86986"/>
                      <a:pt x="79227" y="91501"/>
                    </a:cubicBezTo>
                    <a:cubicBezTo>
                      <a:pt x="78391" y="93006"/>
                      <a:pt x="77555" y="94343"/>
                      <a:pt x="56153" y="114241"/>
                    </a:cubicBezTo>
                    <a:cubicBezTo>
                      <a:pt x="34751" y="133469"/>
                      <a:pt x="30236" y="136479"/>
                      <a:pt x="24718" y="136479"/>
                    </a:cubicBezTo>
                    <a:close/>
                    <a:moveTo>
                      <a:pt x="26725" y="53545"/>
                    </a:moveTo>
                    <a:cubicBezTo>
                      <a:pt x="25889" y="59565"/>
                      <a:pt x="29400" y="82137"/>
                      <a:pt x="32410" y="99192"/>
                    </a:cubicBezTo>
                    <a:cubicBezTo>
                      <a:pt x="38262" y="93842"/>
                      <a:pt x="44950" y="87655"/>
                      <a:pt x="49966" y="82973"/>
                    </a:cubicBezTo>
                    <a:cubicBezTo>
                      <a:pt x="41940" y="70600"/>
                      <a:pt x="35587" y="57057"/>
                      <a:pt x="31072" y="43012"/>
                    </a:cubicBezTo>
                    <a:cubicBezTo>
                      <a:pt x="29233" y="46356"/>
                      <a:pt x="27728" y="49867"/>
                      <a:pt x="26725" y="53545"/>
                    </a:cubicBezTo>
                    <a:close/>
                    <a:moveTo>
                      <a:pt x="56487" y="92671"/>
                    </a:moveTo>
                    <a:lnTo>
                      <a:pt x="56487" y="92671"/>
                    </a:lnTo>
                    <a:close/>
                    <a:moveTo>
                      <a:pt x="26558" y="53880"/>
                    </a:moveTo>
                    <a:lnTo>
                      <a:pt x="26558" y="53880"/>
                    </a:lnTo>
                    <a:lnTo>
                      <a:pt x="26558" y="53880"/>
                    </a:lnTo>
                    <a:close/>
                    <a:moveTo>
                      <a:pt x="13850" y="50034"/>
                    </a:moveTo>
                    <a:lnTo>
                      <a:pt x="13850" y="50034"/>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95" name="Freeform 145">
                <a:extLst>
                  <a:ext uri="{FF2B5EF4-FFF2-40B4-BE49-F238E27FC236}">
                    <a16:creationId xmlns:a16="http://schemas.microsoft.com/office/drawing/2014/main" id="{F4FD16A1-DE4C-69B0-9D4D-43B566E1DF5D}"/>
                  </a:ext>
                </a:extLst>
              </p:cNvPr>
              <p:cNvSpPr/>
              <p:nvPr/>
            </p:nvSpPr>
            <p:spPr>
              <a:xfrm>
                <a:off x="9976589" y="2036935"/>
                <a:ext cx="153728" cy="247979"/>
              </a:xfrm>
              <a:custGeom>
                <a:avLst/>
                <a:gdLst>
                  <a:gd name="connsiteX0" fmla="*/ 107040 w 153728"/>
                  <a:gd name="connsiteY0" fmla="*/ 247980 h 247979"/>
                  <a:gd name="connsiteX1" fmla="*/ 46847 w 153728"/>
                  <a:gd name="connsiteY1" fmla="*/ 247980 h 247979"/>
                  <a:gd name="connsiteX2" fmla="*/ 36814 w 153728"/>
                  <a:gd name="connsiteY2" fmla="*/ 243465 h 247979"/>
                  <a:gd name="connsiteX3" fmla="*/ 1200 w 153728"/>
                  <a:gd name="connsiteY3" fmla="*/ 167053 h 247979"/>
                  <a:gd name="connsiteX4" fmla="*/ 11734 w 153728"/>
                  <a:gd name="connsiteY4" fmla="*/ 92814 h 247979"/>
                  <a:gd name="connsiteX5" fmla="*/ 42834 w 153728"/>
                  <a:gd name="connsiteY5" fmla="*/ 32286 h 247979"/>
                  <a:gd name="connsiteX6" fmla="*/ 76442 w 153728"/>
                  <a:gd name="connsiteY6" fmla="*/ 16 h 247979"/>
                  <a:gd name="connsiteX7" fmla="*/ 100018 w 153728"/>
                  <a:gd name="connsiteY7" fmla="*/ 18241 h 247979"/>
                  <a:gd name="connsiteX8" fmla="*/ 111053 w 153728"/>
                  <a:gd name="connsiteY8" fmla="*/ 31952 h 247979"/>
                  <a:gd name="connsiteX9" fmla="*/ 111221 w 153728"/>
                  <a:gd name="connsiteY9" fmla="*/ 32119 h 247979"/>
                  <a:gd name="connsiteX10" fmla="*/ 152854 w 153728"/>
                  <a:gd name="connsiteY10" fmla="*/ 166217 h 247979"/>
                  <a:gd name="connsiteX11" fmla="*/ 152687 w 153728"/>
                  <a:gd name="connsiteY11" fmla="*/ 167053 h 247979"/>
                  <a:gd name="connsiteX12" fmla="*/ 117240 w 153728"/>
                  <a:gd name="connsiteY12" fmla="*/ 243131 h 247979"/>
                  <a:gd name="connsiteX13" fmla="*/ 107040 w 153728"/>
                  <a:gd name="connsiteY13" fmla="*/ 247980 h 247979"/>
                  <a:gd name="connsiteX14" fmla="*/ 53368 w 153728"/>
                  <a:gd name="connsiteY14" fmla="*/ 221227 h 247979"/>
                  <a:gd name="connsiteX15" fmla="*/ 100352 w 153728"/>
                  <a:gd name="connsiteY15" fmla="*/ 221227 h 247979"/>
                  <a:gd name="connsiteX16" fmla="*/ 126269 w 153728"/>
                  <a:gd name="connsiteY16" fmla="*/ 163040 h 247979"/>
                  <a:gd name="connsiteX17" fmla="*/ 89818 w 153728"/>
                  <a:gd name="connsiteY17" fmla="*/ 48170 h 247979"/>
                  <a:gd name="connsiteX18" fmla="*/ 76776 w 153728"/>
                  <a:gd name="connsiteY18" fmla="*/ 31952 h 247979"/>
                  <a:gd name="connsiteX19" fmla="*/ 64403 w 153728"/>
                  <a:gd name="connsiteY19" fmla="*/ 48003 h 247979"/>
                  <a:gd name="connsiteX20" fmla="*/ 27618 w 153728"/>
                  <a:gd name="connsiteY20" fmla="*/ 162706 h 247979"/>
                  <a:gd name="connsiteX21" fmla="*/ 53368 w 153728"/>
                  <a:gd name="connsiteY21" fmla="*/ 221227 h 247979"/>
                  <a:gd name="connsiteX22" fmla="*/ 139478 w 153728"/>
                  <a:gd name="connsiteY22" fmla="*/ 164712 h 247979"/>
                  <a:gd name="connsiteX23" fmla="*/ 139478 w 153728"/>
                  <a:gd name="connsiteY23" fmla="*/ 164712 h 247979"/>
                  <a:gd name="connsiteX24" fmla="*/ 139478 w 153728"/>
                  <a:gd name="connsiteY24" fmla="*/ 164712 h 247979"/>
                  <a:gd name="connsiteX25" fmla="*/ 83130 w 153728"/>
                  <a:gd name="connsiteY25" fmla="*/ 24929 h 247979"/>
                  <a:gd name="connsiteX26" fmla="*/ 83130 w 153728"/>
                  <a:gd name="connsiteY26" fmla="*/ 24929 h 247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3728" h="247979">
                    <a:moveTo>
                      <a:pt x="107040" y="247980"/>
                    </a:moveTo>
                    <a:lnTo>
                      <a:pt x="46847" y="247980"/>
                    </a:lnTo>
                    <a:cubicBezTo>
                      <a:pt x="43001" y="247980"/>
                      <a:pt x="39323" y="246308"/>
                      <a:pt x="36814" y="243465"/>
                    </a:cubicBezTo>
                    <a:cubicBezTo>
                      <a:pt x="35644" y="242128"/>
                      <a:pt x="8222" y="210359"/>
                      <a:pt x="1200" y="167053"/>
                    </a:cubicBezTo>
                    <a:cubicBezTo>
                      <a:pt x="-2980" y="141471"/>
                      <a:pt x="4544" y="112544"/>
                      <a:pt x="11734" y="92814"/>
                    </a:cubicBezTo>
                    <a:cubicBezTo>
                      <a:pt x="19760" y="70409"/>
                      <a:pt x="31464" y="47669"/>
                      <a:pt x="42834" y="32286"/>
                    </a:cubicBezTo>
                    <a:cubicBezTo>
                      <a:pt x="65908" y="183"/>
                      <a:pt x="71091" y="16"/>
                      <a:pt x="76442" y="16"/>
                    </a:cubicBezTo>
                    <a:cubicBezTo>
                      <a:pt x="84133" y="-319"/>
                      <a:pt x="88982" y="4697"/>
                      <a:pt x="100018" y="18241"/>
                    </a:cubicBezTo>
                    <a:cubicBezTo>
                      <a:pt x="105703" y="25096"/>
                      <a:pt x="110719" y="31784"/>
                      <a:pt x="111053" y="31952"/>
                    </a:cubicBezTo>
                    <a:cubicBezTo>
                      <a:pt x="111053" y="31952"/>
                      <a:pt x="111221" y="32119"/>
                      <a:pt x="111221" y="32119"/>
                    </a:cubicBezTo>
                    <a:cubicBezTo>
                      <a:pt x="129446" y="56698"/>
                      <a:pt x="159208" y="106692"/>
                      <a:pt x="152854" y="166217"/>
                    </a:cubicBezTo>
                    <a:cubicBezTo>
                      <a:pt x="152854" y="166551"/>
                      <a:pt x="152854" y="166719"/>
                      <a:pt x="152687" y="167053"/>
                    </a:cubicBezTo>
                    <a:cubicBezTo>
                      <a:pt x="145665" y="208520"/>
                      <a:pt x="118410" y="241793"/>
                      <a:pt x="117240" y="243131"/>
                    </a:cubicBezTo>
                    <a:cubicBezTo>
                      <a:pt x="114732" y="246141"/>
                      <a:pt x="111053" y="247980"/>
                      <a:pt x="107040" y="247980"/>
                    </a:cubicBezTo>
                    <a:close/>
                    <a:moveTo>
                      <a:pt x="53368" y="221227"/>
                    </a:moveTo>
                    <a:lnTo>
                      <a:pt x="100352" y="221227"/>
                    </a:lnTo>
                    <a:cubicBezTo>
                      <a:pt x="107208" y="211697"/>
                      <a:pt x="121754" y="188790"/>
                      <a:pt x="126269" y="163040"/>
                    </a:cubicBezTo>
                    <a:cubicBezTo>
                      <a:pt x="131452" y="112879"/>
                      <a:pt x="105703" y="69573"/>
                      <a:pt x="89818" y="48170"/>
                    </a:cubicBezTo>
                    <a:cubicBezTo>
                      <a:pt x="85638" y="42653"/>
                      <a:pt x="80622" y="36633"/>
                      <a:pt x="76776" y="31952"/>
                    </a:cubicBezTo>
                    <a:cubicBezTo>
                      <a:pt x="73098" y="36299"/>
                      <a:pt x="68583" y="42318"/>
                      <a:pt x="64403" y="48003"/>
                    </a:cubicBezTo>
                    <a:cubicBezTo>
                      <a:pt x="45676" y="73084"/>
                      <a:pt x="21933" y="128261"/>
                      <a:pt x="27618" y="162706"/>
                    </a:cubicBezTo>
                    <a:cubicBezTo>
                      <a:pt x="31966" y="189626"/>
                      <a:pt x="46512" y="212031"/>
                      <a:pt x="53368" y="221227"/>
                    </a:cubicBezTo>
                    <a:close/>
                    <a:moveTo>
                      <a:pt x="139478" y="164712"/>
                    </a:moveTo>
                    <a:lnTo>
                      <a:pt x="139478" y="164712"/>
                    </a:lnTo>
                    <a:lnTo>
                      <a:pt x="139478" y="164712"/>
                    </a:lnTo>
                    <a:close/>
                    <a:moveTo>
                      <a:pt x="83130" y="24929"/>
                    </a:moveTo>
                    <a:lnTo>
                      <a:pt x="83130" y="24929"/>
                    </a:ln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96" name="Freeform 146">
                <a:extLst>
                  <a:ext uri="{FF2B5EF4-FFF2-40B4-BE49-F238E27FC236}">
                    <a16:creationId xmlns:a16="http://schemas.microsoft.com/office/drawing/2014/main" id="{2FD25112-C7AD-F018-27FC-52531A3AFD24}"/>
                  </a:ext>
                </a:extLst>
              </p:cNvPr>
              <p:cNvSpPr/>
              <p:nvPr/>
            </p:nvSpPr>
            <p:spPr>
              <a:xfrm>
                <a:off x="10038985" y="2195628"/>
                <a:ext cx="26752" cy="123731"/>
              </a:xfrm>
              <a:custGeom>
                <a:avLst/>
                <a:gdLst>
                  <a:gd name="connsiteX0" fmla="*/ 13376 w 26752"/>
                  <a:gd name="connsiteY0" fmla="*/ 123731 h 123731"/>
                  <a:gd name="connsiteX1" fmla="*/ 0 w 26752"/>
                  <a:gd name="connsiteY1" fmla="*/ 110355 h 123731"/>
                  <a:gd name="connsiteX2" fmla="*/ 0 w 26752"/>
                  <a:gd name="connsiteY2" fmla="*/ 13376 h 123731"/>
                  <a:gd name="connsiteX3" fmla="*/ 13376 w 26752"/>
                  <a:gd name="connsiteY3" fmla="*/ 0 h 123731"/>
                  <a:gd name="connsiteX4" fmla="*/ 26753 w 26752"/>
                  <a:gd name="connsiteY4" fmla="*/ 13376 h 123731"/>
                  <a:gd name="connsiteX5" fmla="*/ 26753 w 26752"/>
                  <a:gd name="connsiteY5" fmla="*/ 110355 h 123731"/>
                  <a:gd name="connsiteX6" fmla="*/ 13376 w 26752"/>
                  <a:gd name="connsiteY6" fmla="*/ 123731 h 12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52" h="123731">
                    <a:moveTo>
                      <a:pt x="13376" y="123731"/>
                    </a:moveTo>
                    <a:cubicBezTo>
                      <a:pt x="6019" y="123731"/>
                      <a:pt x="0" y="117712"/>
                      <a:pt x="0" y="110355"/>
                    </a:cubicBezTo>
                    <a:lnTo>
                      <a:pt x="0" y="13376"/>
                    </a:lnTo>
                    <a:cubicBezTo>
                      <a:pt x="0" y="6019"/>
                      <a:pt x="6019" y="0"/>
                      <a:pt x="13376" y="0"/>
                    </a:cubicBezTo>
                    <a:cubicBezTo>
                      <a:pt x="20733" y="0"/>
                      <a:pt x="26753" y="6019"/>
                      <a:pt x="26753" y="13376"/>
                    </a:cubicBezTo>
                    <a:lnTo>
                      <a:pt x="26753" y="110355"/>
                    </a:lnTo>
                    <a:cubicBezTo>
                      <a:pt x="26753" y="117712"/>
                      <a:pt x="20733" y="123731"/>
                      <a:pt x="13376" y="123731"/>
                    </a:cubicBez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297" name="Freeform 147">
                <a:extLst>
                  <a:ext uri="{FF2B5EF4-FFF2-40B4-BE49-F238E27FC236}">
                    <a16:creationId xmlns:a16="http://schemas.microsoft.com/office/drawing/2014/main" id="{3CF5A3E9-2D88-B845-5298-9041A5813C84}"/>
                  </a:ext>
                </a:extLst>
              </p:cNvPr>
              <p:cNvSpPr/>
              <p:nvPr/>
            </p:nvSpPr>
            <p:spPr>
              <a:xfrm>
                <a:off x="10019590" y="2116540"/>
                <a:ext cx="68386" cy="68386"/>
              </a:xfrm>
              <a:custGeom>
                <a:avLst/>
                <a:gdLst>
                  <a:gd name="connsiteX0" fmla="*/ 34277 w 68386"/>
                  <a:gd name="connsiteY0" fmla="*/ 68387 h 68386"/>
                  <a:gd name="connsiteX1" fmla="*/ 0 w 68386"/>
                  <a:gd name="connsiteY1" fmla="*/ 34277 h 68386"/>
                  <a:gd name="connsiteX2" fmla="*/ 34110 w 68386"/>
                  <a:gd name="connsiteY2" fmla="*/ 0 h 68386"/>
                  <a:gd name="connsiteX3" fmla="*/ 68387 w 68386"/>
                  <a:gd name="connsiteY3" fmla="*/ 34110 h 68386"/>
                  <a:gd name="connsiteX4" fmla="*/ 68387 w 68386"/>
                  <a:gd name="connsiteY4" fmla="*/ 34110 h 68386"/>
                  <a:gd name="connsiteX5" fmla="*/ 34277 w 68386"/>
                  <a:gd name="connsiteY5" fmla="*/ 68387 h 68386"/>
                  <a:gd name="connsiteX6" fmla="*/ 34277 w 68386"/>
                  <a:gd name="connsiteY6" fmla="*/ 26753 h 68386"/>
                  <a:gd name="connsiteX7" fmla="*/ 26753 w 68386"/>
                  <a:gd name="connsiteY7" fmla="*/ 34110 h 68386"/>
                  <a:gd name="connsiteX8" fmla="*/ 34110 w 68386"/>
                  <a:gd name="connsiteY8" fmla="*/ 41634 h 68386"/>
                  <a:gd name="connsiteX9" fmla="*/ 41634 w 68386"/>
                  <a:gd name="connsiteY9" fmla="*/ 34277 h 68386"/>
                  <a:gd name="connsiteX10" fmla="*/ 41634 w 68386"/>
                  <a:gd name="connsiteY10" fmla="*/ 34277 h 68386"/>
                  <a:gd name="connsiteX11" fmla="*/ 34277 w 68386"/>
                  <a:gd name="connsiteY11" fmla="*/ 26753 h 6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386" h="68386">
                    <a:moveTo>
                      <a:pt x="34277" y="68387"/>
                    </a:moveTo>
                    <a:cubicBezTo>
                      <a:pt x="15383" y="68387"/>
                      <a:pt x="0" y="53004"/>
                      <a:pt x="0" y="34277"/>
                    </a:cubicBezTo>
                    <a:cubicBezTo>
                      <a:pt x="0" y="15550"/>
                      <a:pt x="15383" y="0"/>
                      <a:pt x="34110" y="0"/>
                    </a:cubicBezTo>
                    <a:cubicBezTo>
                      <a:pt x="52837" y="0"/>
                      <a:pt x="68387" y="15216"/>
                      <a:pt x="68387" y="34110"/>
                    </a:cubicBezTo>
                    <a:cubicBezTo>
                      <a:pt x="68387" y="34110"/>
                      <a:pt x="68387" y="34110"/>
                      <a:pt x="68387" y="34110"/>
                    </a:cubicBezTo>
                    <a:cubicBezTo>
                      <a:pt x="68387" y="53004"/>
                      <a:pt x="53004" y="68387"/>
                      <a:pt x="34277" y="68387"/>
                    </a:cubicBezTo>
                    <a:close/>
                    <a:moveTo>
                      <a:pt x="34277" y="26753"/>
                    </a:moveTo>
                    <a:cubicBezTo>
                      <a:pt x="30097" y="26753"/>
                      <a:pt x="26753" y="30097"/>
                      <a:pt x="26753" y="34110"/>
                    </a:cubicBezTo>
                    <a:cubicBezTo>
                      <a:pt x="26753" y="38290"/>
                      <a:pt x="30097" y="41634"/>
                      <a:pt x="34110" y="41634"/>
                    </a:cubicBezTo>
                    <a:cubicBezTo>
                      <a:pt x="38290" y="41634"/>
                      <a:pt x="41634" y="38290"/>
                      <a:pt x="41634" y="34277"/>
                    </a:cubicBezTo>
                    <a:cubicBezTo>
                      <a:pt x="41634" y="34277"/>
                      <a:pt x="41634" y="34277"/>
                      <a:pt x="41634" y="34277"/>
                    </a:cubicBezTo>
                    <a:cubicBezTo>
                      <a:pt x="41634" y="30097"/>
                      <a:pt x="38290" y="26753"/>
                      <a:pt x="34277" y="26753"/>
                    </a:cubicBez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sp>
        <p:nvSpPr>
          <p:cNvPr id="315" name="Arrow: Pentagon 277">
            <a:extLst>
              <a:ext uri="{FF2B5EF4-FFF2-40B4-BE49-F238E27FC236}">
                <a16:creationId xmlns:a16="http://schemas.microsoft.com/office/drawing/2014/main" id="{554ECAA9-5949-EF42-BD21-625B52AB5C70}"/>
              </a:ext>
            </a:extLst>
          </p:cNvPr>
          <p:cNvSpPr/>
          <p:nvPr/>
        </p:nvSpPr>
        <p:spPr>
          <a:xfrm>
            <a:off x="1075577" y="1362494"/>
            <a:ext cx="3238263" cy="964154"/>
          </a:xfrm>
          <a:prstGeom prst="homePlate">
            <a:avLst>
              <a:gd name="adj" fmla="val 30009"/>
            </a:avLst>
          </a:prstGeom>
          <a:gradFill>
            <a:gsLst>
              <a:gs pos="0">
                <a:schemeClr val="tx2"/>
              </a:gs>
              <a:gs pos="9900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21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Initiate</a:t>
            </a:r>
          </a:p>
        </p:txBody>
      </p:sp>
      <p:sp>
        <p:nvSpPr>
          <p:cNvPr id="316" name="Arrow: Pentagon 277">
            <a:extLst>
              <a:ext uri="{FF2B5EF4-FFF2-40B4-BE49-F238E27FC236}">
                <a16:creationId xmlns:a16="http://schemas.microsoft.com/office/drawing/2014/main" id="{F32BC6B8-8746-1144-0B3E-EFAD2B8514CD}"/>
              </a:ext>
            </a:extLst>
          </p:cNvPr>
          <p:cNvSpPr/>
          <p:nvPr/>
        </p:nvSpPr>
        <p:spPr>
          <a:xfrm>
            <a:off x="-16254" y="1362494"/>
            <a:ext cx="1636812" cy="964154"/>
          </a:xfrm>
          <a:prstGeom prst="homePlate">
            <a:avLst>
              <a:gd name="adj" fmla="val 30009"/>
            </a:avLst>
          </a:prstGeom>
          <a:gradFill>
            <a:gsLst>
              <a:gs pos="0">
                <a:schemeClr val="bg2">
                  <a:lumMod val="50000"/>
                </a:schemeClr>
              </a:gs>
              <a:gs pos="10000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rPr>
              <a:t>Discover</a:t>
            </a:r>
          </a:p>
        </p:txBody>
      </p:sp>
      <p:grpSp>
        <p:nvGrpSpPr>
          <p:cNvPr id="317" name="Group 316">
            <a:extLst>
              <a:ext uri="{FF2B5EF4-FFF2-40B4-BE49-F238E27FC236}">
                <a16:creationId xmlns:a16="http://schemas.microsoft.com/office/drawing/2014/main" id="{6661979E-CE01-2CF9-AFD0-425C7B40FCB6}"/>
              </a:ext>
            </a:extLst>
          </p:cNvPr>
          <p:cNvGrpSpPr/>
          <p:nvPr/>
        </p:nvGrpSpPr>
        <p:grpSpPr>
          <a:xfrm>
            <a:off x="528011" y="1484737"/>
            <a:ext cx="471791" cy="471791"/>
            <a:chOff x="1650814" y="1570462"/>
            <a:chExt cx="471791" cy="471791"/>
          </a:xfrm>
        </p:grpSpPr>
        <p:sp>
          <p:nvSpPr>
            <p:cNvPr id="318" name="Oval 317">
              <a:extLst>
                <a:ext uri="{FF2B5EF4-FFF2-40B4-BE49-F238E27FC236}">
                  <a16:creationId xmlns:a16="http://schemas.microsoft.com/office/drawing/2014/main" id="{15326851-E75E-E415-E374-984C9FB67E92}"/>
                </a:ext>
              </a:extLst>
            </p:cNvPr>
            <p:cNvSpPr/>
            <p:nvPr/>
          </p:nvSpPr>
          <p:spPr>
            <a:xfrm>
              <a:off x="1650814"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319" name="Graphic 43">
              <a:extLst>
                <a:ext uri="{FF2B5EF4-FFF2-40B4-BE49-F238E27FC236}">
                  <a16:creationId xmlns:a16="http://schemas.microsoft.com/office/drawing/2014/main" id="{A65880F1-AB74-3CE7-3528-1DC6E3B985ED}"/>
                </a:ext>
              </a:extLst>
            </p:cNvPr>
            <p:cNvGrpSpPr/>
            <p:nvPr/>
          </p:nvGrpSpPr>
          <p:grpSpPr>
            <a:xfrm>
              <a:off x="1750604" y="1669584"/>
              <a:ext cx="272210" cy="273546"/>
              <a:chOff x="1759940" y="1793479"/>
              <a:chExt cx="449934" cy="452143"/>
            </a:xfrm>
          </p:grpSpPr>
          <p:sp>
            <p:nvSpPr>
              <p:cNvPr id="576" name="Freeform: Shape 575">
                <a:extLst>
                  <a:ext uri="{FF2B5EF4-FFF2-40B4-BE49-F238E27FC236}">
                    <a16:creationId xmlns:a16="http://schemas.microsoft.com/office/drawing/2014/main" id="{4A1B37BA-8996-0D88-CF11-85166AF4FC28}"/>
                  </a:ext>
                </a:extLst>
              </p:cNvPr>
              <p:cNvSpPr/>
              <p:nvPr/>
            </p:nvSpPr>
            <p:spPr>
              <a:xfrm>
                <a:off x="1759940"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0" y="43107"/>
                      <a:pt x="0" y="33458"/>
                      <a:pt x="0" y="21554"/>
                    </a:cubicBezTo>
                    <a:cubicBezTo>
                      <a:pt x="0" y="9650"/>
                      <a:pt x="9650" y="0"/>
                      <a:pt x="21554" y="0"/>
                    </a:cubicBezTo>
                    <a:lnTo>
                      <a:pt x="61967" y="0"/>
                    </a:lnTo>
                    <a:cubicBezTo>
                      <a:pt x="73871" y="0"/>
                      <a:pt x="83521" y="9650"/>
                      <a:pt x="83521" y="21554"/>
                    </a:cubicBezTo>
                    <a:cubicBezTo>
                      <a:pt x="83521" y="33458"/>
                      <a:pt x="73871" y="43107"/>
                      <a:pt x="61967" y="43107"/>
                    </a:cubicBezTo>
                    <a:close/>
                  </a:path>
                </a:pathLst>
              </a:custGeom>
              <a:solidFill>
                <a:srgbClr val="EF463C"/>
              </a:solidFill>
              <a:ln w="2667" cap="flat">
                <a:noFill/>
                <a:prstDash val="solid"/>
                <a:miter/>
              </a:ln>
            </p:spPr>
            <p:txBody>
              <a:bodyPr rtlCol="0" anchor="ctr"/>
              <a:lstStyle/>
              <a:p>
                <a:endParaRPr lang="en-MY"/>
              </a:p>
            </p:txBody>
          </p:sp>
          <p:grpSp>
            <p:nvGrpSpPr>
              <p:cNvPr id="577" name="Graphic 43">
                <a:extLst>
                  <a:ext uri="{FF2B5EF4-FFF2-40B4-BE49-F238E27FC236}">
                    <a16:creationId xmlns:a16="http://schemas.microsoft.com/office/drawing/2014/main" id="{8C82F188-F599-B824-7F08-422FEF5F5802}"/>
                  </a:ext>
                </a:extLst>
              </p:cNvPr>
              <p:cNvGrpSpPr/>
              <p:nvPr/>
            </p:nvGrpSpPr>
            <p:grpSpPr>
              <a:xfrm>
                <a:off x="1853403" y="1895374"/>
                <a:ext cx="263656" cy="350248"/>
                <a:chOff x="1853403" y="1895374"/>
                <a:chExt cx="263656" cy="350248"/>
              </a:xfrm>
            </p:grpSpPr>
            <p:sp>
              <p:nvSpPr>
                <p:cNvPr id="582" name="Freeform: Shape 581">
                  <a:extLst>
                    <a:ext uri="{FF2B5EF4-FFF2-40B4-BE49-F238E27FC236}">
                      <a16:creationId xmlns:a16="http://schemas.microsoft.com/office/drawing/2014/main" id="{86D89FD9-B6C3-5A8E-7A88-7B8467B430EC}"/>
                    </a:ext>
                  </a:extLst>
                </p:cNvPr>
                <p:cNvSpPr/>
                <p:nvPr/>
              </p:nvSpPr>
              <p:spPr>
                <a:xfrm>
                  <a:off x="1853403" y="1895374"/>
                  <a:ext cx="263656" cy="256435"/>
                </a:xfrm>
                <a:custGeom>
                  <a:avLst/>
                  <a:gdLst>
                    <a:gd name="connsiteX0" fmla="*/ 182506 w 263656"/>
                    <a:gd name="connsiteY0" fmla="*/ 256436 h 256435"/>
                    <a:gd name="connsiteX1" fmla="*/ 160954 w 263656"/>
                    <a:gd name="connsiteY1" fmla="*/ 234879 h 256435"/>
                    <a:gd name="connsiteX2" fmla="*/ 174936 w 263656"/>
                    <a:gd name="connsiteY2" fmla="*/ 214702 h 256435"/>
                    <a:gd name="connsiteX3" fmla="*/ 220549 w 263656"/>
                    <a:gd name="connsiteY3" fmla="*/ 128891 h 256435"/>
                    <a:gd name="connsiteX4" fmla="*/ 131828 w 263656"/>
                    <a:gd name="connsiteY4" fmla="*/ 43107 h 256435"/>
                    <a:gd name="connsiteX5" fmla="*/ 43107 w 263656"/>
                    <a:gd name="connsiteY5" fmla="*/ 128891 h 256435"/>
                    <a:gd name="connsiteX6" fmla="*/ 90310 w 263656"/>
                    <a:gd name="connsiteY6" fmla="*/ 214271 h 256435"/>
                    <a:gd name="connsiteX7" fmla="*/ 103140 w 263656"/>
                    <a:gd name="connsiteY7" fmla="*/ 241922 h 256435"/>
                    <a:gd name="connsiteX8" fmla="*/ 75490 w 263656"/>
                    <a:gd name="connsiteY8" fmla="*/ 254752 h 256435"/>
                    <a:gd name="connsiteX9" fmla="*/ 74630 w 263656"/>
                    <a:gd name="connsiteY9" fmla="*/ 254415 h 256435"/>
                    <a:gd name="connsiteX10" fmla="*/ 0 w 263656"/>
                    <a:gd name="connsiteY10" fmla="*/ 128891 h 256435"/>
                    <a:gd name="connsiteX11" fmla="*/ 131828 w 263656"/>
                    <a:gd name="connsiteY11" fmla="*/ 0 h 256435"/>
                    <a:gd name="connsiteX12" fmla="*/ 263656 w 263656"/>
                    <a:gd name="connsiteY12" fmla="*/ 128891 h 256435"/>
                    <a:gd name="connsiteX13" fmla="*/ 190077 w 263656"/>
                    <a:gd name="connsiteY13" fmla="*/ 255062 h 256435"/>
                    <a:gd name="connsiteX14" fmla="*/ 182506 w 263656"/>
                    <a:gd name="connsiteY14" fmla="*/ 256436 h 25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656" h="256435">
                      <a:moveTo>
                        <a:pt x="182506" y="256436"/>
                      </a:moveTo>
                      <a:cubicBezTo>
                        <a:pt x="170603" y="256436"/>
                        <a:pt x="160953" y="246785"/>
                        <a:pt x="160954" y="234879"/>
                      </a:cubicBezTo>
                      <a:cubicBezTo>
                        <a:pt x="160955" y="225897"/>
                        <a:pt x="166527" y="217857"/>
                        <a:pt x="174936" y="214702"/>
                      </a:cubicBezTo>
                      <a:cubicBezTo>
                        <a:pt x="205192" y="203360"/>
                        <a:pt x="220549" y="174478"/>
                        <a:pt x="220549" y="128891"/>
                      </a:cubicBezTo>
                      <a:cubicBezTo>
                        <a:pt x="220549" y="79183"/>
                        <a:pt x="183234" y="43107"/>
                        <a:pt x="131828" y="43107"/>
                      </a:cubicBezTo>
                      <a:cubicBezTo>
                        <a:pt x="80422" y="43107"/>
                        <a:pt x="43107" y="79183"/>
                        <a:pt x="43107" y="128891"/>
                      </a:cubicBezTo>
                      <a:cubicBezTo>
                        <a:pt x="43107" y="159417"/>
                        <a:pt x="51190" y="198941"/>
                        <a:pt x="90310" y="214271"/>
                      </a:cubicBezTo>
                      <a:cubicBezTo>
                        <a:pt x="101488" y="218364"/>
                        <a:pt x="107233" y="230744"/>
                        <a:pt x="103140" y="241922"/>
                      </a:cubicBezTo>
                      <a:cubicBezTo>
                        <a:pt x="99048" y="253100"/>
                        <a:pt x="86669" y="258844"/>
                        <a:pt x="75490" y="254752"/>
                      </a:cubicBezTo>
                      <a:cubicBezTo>
                        <a:pt x="75201" y="254644"/>
                        <a:pt x="74914" y="254533"/>
                        <a:pt x="74630" y="254415"/>
                      </a:cubicBezTo>
                      <a:cubicBezTo>
                        <a:pt x="26511" y="235555"/>
                        <a:pt x="0" y="191020"/>
                        <a:pt x="0" y="128891"/>
                      </a:cubicBezTo>
                      <a:cubicBezTo>
                        <a:pt x="0" y="55393"/>
                        <a:pt x="56579" y="0"/>
                        <a:pt x="131828" y="0"/>
                      </a:cubicBezTo>
                      <a:cubicBezTo>
                        <a:pt x="207078" y="0"/>
                        <a:pt x="263656" y="55474"/>
                        <a:pt x="263656" y="128891"/>
                      </a:cubicBezTo>
                      <a:cubicBezTo>
                        <a:pt x="263656" y="210364"/>
                        <a:pt x="223647" y="242480"/>
                        <a:pt x="190077" y="255062"/>
                      </a:cubicBezTo>
                      <a:cubicBezTo>
                        <a:pt x="187655" y="255970"/>
                        <a:pt x="185093" y="256436"/>
                        <a:pt x="182506" y="256436"/>
                      </a:cubicBezTo>
                      <a:close/>
                    </a:path>
                  </a:pathLst>
                </a:custGeom>
                <a:solidFill>
                  <a:srgbClr val="C42828"/>
                </a:solidFill>
                <a:ln w="2667" cap="flat">
                  <a:noFill/>
                  <a:prstDash val="solid"/>
                  <a:miter/>
                </a:ln>
              </p:spPr>
              <p:txBody>
                <a:bodyPr rtlCol="0" anchor="ctr"/>
                <a:lstStyle/>
                <a:p>
                  <a:endParaRPr lang="en-MY"/>
                </a:p>
              </p:txBody>
            </p:sp>
            <p:sp>
              <p:nvSpPr>
                <p:cNvPr id="583" name="Freeform: Shape 582">
                  <a:extLst>
                    <a:ext uri="{FF2B5EF4-FFF2-40B4-BE49-F238E27FC236}">
                      <a16:creationId xmlns:a16="http://schemas.microsoft.com/office/drawing/2014/main" id="{A660E19A-88CE-C864-F175-2EA094B6C9D1}"/>
                    </a:ext>
                  </a:extLst>
                </p:cNvPr>
                <p:cNvSpPr/>
                <p:nvPr/>
              </p:nvSpPr>
              <p:spPr>
                <a:xfrm>
                  <a:off x="1923883" y="2151082"/>
                  <a:ext cx="122883" cy="43107"/>
                </a:xfrm>
                <a:custGeom>
                  <a:avLst/>
                  <a:gdLst>
                    <a:gd name="connsiteX0" fmla="*/ 101330 w 122883"/>
                    <a:gd name="connsiteY0" fmla="*/ 43107 h 43107"/>
                    <a:gd name="connsiteX1" fmla="*/ 21554 w 122883"/>
                    <a:gd name="connsiteY1" fmla="*/ 43107 h 43107"/>
                    <a:gd name="connsiteX2" fmla="*/ 0 w 122883"/>
                    <a:gd name="connsiteY2" fmla="*/ 21554 h 43107"/>
                    <a:gd name="connsiteX3" fmla="*/ 21554 w 122883"/>
                    <a:gd name="connsiteY3" fmla="*/ 0 h 43107"/>
                    <a:gd name="connsiteX4" fmla="*/ 101330 w 122883"/>
                    <a:gd name="connsiteY4" fmla="*/ 0 h 43107"/>
                    <a:gd name="connsiteX5" fmla="*/ 122883 w 122883"/>
                    <a:gd name="connsiteY5" fmla="*/ 21554 h 43107"/>
                    <a:gd name="connsiteX6" fmla="*/ 101330 w 122883"/>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883" h="43107">
                      <a:moveTo>
                        <a:pt x="101330" y="43107"/>
                      </a:moveTo>
                      <a:lnTo>
                        <a:pt x="21554" y="43107"/>
                      </a:lnTo>
                      <a:cubicBezTo>
                        <a:pt x="9650" y="43107"/>
                        <a:pt x="0" y="33457"/>
                        <a:pt x="0" y="21554"/>
                      </a:cubicBezTo>
                      <a:cubicBezTo>
                        <a:pt x="0" y="9651"/>
                        <a:pt x="9650" y="0"/>
                        <a:pt x="21554" y="0"/>
                      </a:cubicBezTo>
                      <a:lnTo>
                        <a:pt x="101330" y="0"/>
                      </a:lnTo>
                      <a:cubicBezTo>
                        <a:pt x="113233" y="0"/>
                        <a:pt x="122883" y="9651"/>
                        <a:pt x="122883" y="21554"/>
                      </a:cubicBezTo>
                      <a:cubicBezTo>
                        <a:pt x="122883" y="33457"/>
                        <a:pt x="113233" y="43107"/>
                        <a:pt x="101330" y="43107"/>
                      </a:cubicBezTo>
                      <a:close/>
                    </a:path>
                  </a:pathLst>
                </a:custGeom>
                <a:solidFill>
                  <a:srgbClr val="EF463C"/>
                </a:solidFill>
                <a:ln w="2667" cap="flat">
                  <a:noFill/>
                  <a:prstDash val="solid"/>
                  <a:miter/>
                </a:ln>
              </p:spPr>
              <p:txBody>
                <a:bodyPr rtlCol="0" anchor="ctr"/>
                <a:lstStyle/>
                <a:p>
                  <a:endParaRPr lang="en-MY"/>
                </a:p>
              </p:txBody>
            </p:sp>
            <p:sp>
              <p:nvSpPr>
                <p:cNvPr id="584" name="Freeform: Shape 583">
                  <a:extLst>
                    <a:ext uri="{FF2B5EF4-FFF2-40B4-BE49-F238E27FC236}">
                      <a16:creationId xmlns:a16="http://schemas.microsoft.com/office/drawing/2014/main" id="{6DF414C6-3C52-11D2-0E17-907654A535BE}"/>
                    </a:ext>
                  </a:extLst>
                </p:cNvPr>
                <p:cNvSpPr/>
                <p:nvPr/>
              </p:nvSpPr>
              <p:spPr>
                <a:xfrm>
                  <a:off x="1923883" y="2202515"/>
                  <a:ext cx="120835" cy="43107"/>
                </a:xfrm>
                <a:custGeom>
                  <a:avLst/>
                  <a:gdLst>
                    <a:gd name="connsiteX0" fmla="*/ 99282 w 120835"/>
                    <a:gd name="connsiteY0" fmla="*/ 43107 h 43107"/>
                    <a:gd name="connsiteX1" fmla="*/ 21554 w 120835"/>
                    <a:gd name="connsiteY1" fmla="*/ 43107 h 43107"/>
                    <a:gd name="connsiteX2" fmla="*/ 0 w 120835"/>
                    <a:gd name="connsiteY2" fmla="*/ 21554 h 43107"/>
                    <a:gd name="connsiteX3" fmla="*/ 21554 w 120835"/>
                    <a:gd name="connsiteY3" fmla="*/ 0 h 43107"/>
                    <a:gd name="connsiteX4" fmla="*/ 99282 w 120835"/>
                    <a:gd name="connsiteY4" fmla="*/ 0 h 43107"/>
                    <a:gd name="connsiteX5" fmla="*/ 120836 w 120835"/>
                    <a:gd name="connsiteY5" fmla="*/ 21554 h 43107"/>
                    <a:gd name="connsiteX6" fmla="*/ 99282 w 120835"/>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35" h="43107">
                      <a:moveTo>
                        <a:pt x="99282" y="43107"/>
                      </a:moveTo>
                      <a:lnTo>
                        <a:pt x="21554" y="43107"/>
                      </a:lnTo>
                      <a:cubicBezTo>
                        <a:pt x="9650" y="43107"/>
                        <a:pt x="0" y="33457"/>
                        <a:pt x="0" y="21554"/>
                      </a:cubicBezTo>
                      <a:cubicBezTo>
                        <a:pt x="0" y="9651"/>
                        <a:pt x="9650" y="0"/>
                        <a:pt x="21554" y="0"/>
                      </a:cubicBezTo>
                      <a:lnTo>
                        <a:pt x="99282" y="0"/>
                      </a:lnTo>
                      <a:cubicBezTo>
                        <a:pt x="111185" y="0"/>
                        <a:pt x="120836" y="9651"/>
                        <a:pt x="120836" y="21554"/>
                      </a:cubicBezTo>
                      <a:cubicBezTo>
                        <a:pt x="120836" y="33457"/>
                        <a:pt x="111185" y="43107"/>
                        <a:pt x="99282" y="43107"/>
                      </a:cubicBezTo>
                      <a:close/>
                    </a:path>
                  </a:pathLst>
                </a:custGeom>
                <a:solidFill>
                  <a:srgbClr val="EF463C"/>
                </a:solidFill>
                <a:ln w="2667" cap="flat">
                  <a:noFill/>
                  <a:prstDash val="solid"/>
                  <a:miter/>
                </a:ln>
              </p:spPr>
              <p:txBody>
                <a:bodyPr rtlCol="0" anchor="ctr"/>
                <a:lstStyle/>
                <a:p>
                  <a:endParaRPr lang="en-MY"/>
                </a:p>
              </p:txBody>
            </p:sp>
            <p:sp>
              <p:nvSpPr>
                <p:cNvPr id="585" name="Freeform: Shape 584">
                  <a:extLst>
                    <a:ext uri="{FF2B5EF4-FFF2-40B4-BE49-F238E27FC236}">
                      <a16:creationId xmlns:a16="http://schemas.microsoft.com/office/drawing/2014/main" id="{67C3F4DB-5A0A-AFD5-CF08-F29D8CCFC56A}"/>
                    </a:ext>
                  </a:extLst>
                </p:cNvPr>
                <p:cNvSpPr/>
                <p:nvPr/>
              </p:nvSpPr>
              <p:spPr>
                <a:xfrm>
                  <a:off x="1915154" y="2109268"/>
                  <a:ext cx="140341" cy="136354"/>
                </a:xfrm>
                <a:custGeom>
                  <a:avLst/>
                  <a:gdLst>
                    <a:gd name="connsiteX0" fmla="*/ 118788 w 140341"/>
                    <a:gd name="connsiteY0" fmla="*/ 136354 h 136354"/>
                    <a:gd name="connsiteX1" fmla="*/ 21554 w 140341"/>
                    <a:gd name="connsiteY1" fmla="*/ 136354 h 136354"/>
                    <a:gd name="connsiteX2" fmla="*/ 0 w 140341"/>
                    <a:gd name="connsiteY2" fmla="*/ 114801 h 136354"/>
                    <a:gd name="connsiteX3" fmla="*/ 0 w 140341"/>
                    <a:gd name="connsiteY3" fmla="*/ 21554 h 136354"/>
                    <a:gd name="connsiteX4" fmla="*/ 21554 w 140341"/>
                    <a:gd name="connsiteY4" fmla="*/ 0 h 136354"/>
                    <a:gd name="connsiteX5" fmla="*/ 43107 w 140341"/>
                    <a:gd name="connsiteY5" fmla="*/ 21554 h 136354"/>
                    <a:gd name="connsiteX6" fmla="*/ 43107 w 140341"/>
                    <a:gd name="connsiteY6" fmla="*/ 93247 h 136354"/>
                    <a:gd name="connsiteX7" fmla="*/ 97234 w 140341"/>
                    <a:gd name="connsiteY7" fmla="*/ 93247 h 136354"/>
                    <a:gd name="connsiteX8" fmla="*/ 97234 w 140341"/>
                    <a:gd name="connsiteY8" fmla="*/ 22955 h 136354"/>
                    <a:gd name="connsiteX9" fmla="*/ 118788 w 140341"/>
                    <a:gd name="connsiteY9" fmla="*/ 1401 h 136354"/>
                    <a:gd name="connsiteX10" fmla="*/ 140342 w 140341"/>
                    <a:gd name="connsiteY10" fmla="*/ 22955 h 136354"/>
                    <a:gd name="connsiteX11" fmla="*/ 140342 w 140341"/>
                    <a:gd name="connsiteY11" fmla="*/ 114801 h 136354"/>
                    <a:gd name="connsiteX12" fmla="*/ 118788 w 140341"/>
                    <a:gd name="connsiteY12" fmla="*/ 136354 h 13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341" h="136354">
                      <a:moveTo>
                        <a:pt x="118788" y="136354"/>
                      </a:moveTo>
                      <a:lnTo>
                        <a:pt x="21554" y="136354"/>
                      </a:lnTo>
                      <a:cubicBezTo>
                        <a:pt x="9650" y="136354"/>
                        <a:pt x="0" y="126704"/>
                        <a:pt x="0" y="114801"/>
                      </a:cubicBezTo>
                      <a:lnTo>
                        <a:pt x="0" y="21554"/>
                      </a:lnTo>
                      <a:cubicBezTo>
                        <a:pt x="0" y="9651"/>
                        <a:pt x="9650" y="0"/>
                        <a:pt x="21554" y="0"/>
                      </a:cubicBezTo>
                      <a:cubicBezTo>
                        <a:pt x="33458" y="0"/>
                        <a:pt x="43107" y="9651"/>
                        <a:pt x="43107" y="21554"/>
                      </a:cubicBezTo>
                      <a:lnTo>
                        <a:pt x="43107" y="93247"/>
                      </a:lnTo>
                      <a:lnTo>
                        <a:pt x="97234" y="93247"/>
                      </a:lnTo>
                      <a:lnTo>
                        <a:pt x="97234" y="22955"/>
                      </a:lnTo>
                      <a:cubicBezTo>
                        <a:pt x="97234" y="11052"/>
                        <a:pt x="106885" y="1401"/>
                        <a:pt x="118788" y="1401"/>
                      </a:cubicBezTo>
                      <a:cubicBezTo>
                        <a:pt x="130691" y="1401"/>
                        <a:pt x="140342" y="11052"/>
                        <a:pt x="140342" y="22955"/>
                      </a:cubicBezTo>
                      <a:lnTo>
                        <a:pt x="140342" y="114801"/>
                      </a:lnTo>
                      <a:cubicBezTo>
                        <a:pt x="140342" y="126704"/>
                        <a:pt x="130691" y="136354"/>
                        <a:pt x="118788" y="136354"/>
                      </a:cubicBezTo>
                      <a:close/>
                    </a:path>
                  </a:pathLst>
                </a:custGeom>
                <a:solidFill>
                  <a:srgbClr val="C42828"/>
                </a:solidFill>
                <a:ln w="2667" cap="flat">
                  <a:noFill/>
                  <a:prstDash val="solid"/>
                  <a:miter/>
                </a:ln>
              </p:spPr>
              <p:txBody>
                <a:bodyPr rtlCol="0" anchor="ctr"/>
                <a:lstStyle/>
                <a:p>
                  <a:endParaRPr lang="en-MY"/>
                </a:p>
              </p:txBody>
            </p:sp>
          </p:grpSp>
          <p:sp>
            <p:nvSpPr>
              <p:cNvPr id="578" name="Freeform: Shape 577">
                <a:extLst>
                  <a:ext uri="{FF2B5EF4-FFF2-40B4-BE49-F238E27FC236}">
                    <a16:creationId xmlns:a16="http://schemas.microsoft.com/office/drawing/2014/main" id="{BD2E92E2-ED9F-7666-CC27-E3C306D64B66}"/>
                  </a:ext>
                </a:extLst>
              </p:cNvPr>
              <p:cNvSpPr/>
              <p:nvPr/>
            </p:nvSpPr>
            <p:spPr>
              <a:xfrm>
                <a:off x="2078461" y="1845892"/>
                <a:ext cx="77396" cy="77393"/>
              </a:xfrm>
              <a:custGeom>
                <a:avLst/>
                <a:gdLst>
                  <a:gd name="connsiteX0" fmla="*/ 21543 w 77396"/>
                  <a:gd name="connsiteY0" fmla="*/ 77394 h 77393"/>
                  <a:gd name="connsiteX1" fmla="*/ 0 w 77396"/>
                  <a:gd name="connsiteY1" fmla="*/ 55830 h 77393"/>
                  <a:gd name="connsiteX2" fmla="*/ 6321 w 77396"/>
                  <a:gd name="connsiteY2" fmla="*/ 40591 h 77393"/>
                  <a:gd name="connsiteX3" fmla="*/ 40591 w 77396"/>
                  <a:gd name="connsiteY3" fmla="*/ 6320 h 77393"/>
                  <a:gd name="connsiteX4" fmla="*/ 71076 w 77396"/>
                  <a:gd name="connsiteY4" fmla="*/ 6307 h 77393"/>
                  <a:gd name="connsiteX5" fmla="*/ 71090 w 77396"/>
                  <a:gd name="connsiteY5" fmla="*/ 36792 h 77393"/>
                  <a:gd name="connsiteX6" fmla="*/ 36792 w 77396"/>
                  <a:gd name="connsiteY6" fmla="*/ 71089 h 77393"/>
                  <a:gd name="connsiteX7" fmla="*/ 21543 w 77396"/>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6" h="77393">
                    <a:moveTo>
                      <a:pt x="21543" y="77394"/>
                    </a:moveTo>
                    <a:cubicBezTo>
                      <a:pt x="9640" y="77388"/>
                      <a:pt x="-5" y="67734"/>
                      <a:pt x="0" y="55830"/>
                    </a:cubicBezTo>
                    <a:cubicBezTo>
                      <a:pt x="3" y="50113"/>
                      <a:pt x="2277" y="44631"/>
                      <a:pt x="6321" y="40591"/>
                    </a:cubicBezTo>
                    <a:lnTo>
                      <a:pt x="40591" y="6320"/>
                    </a:lnTo>
                    <a:cubicBezTo>
                      <a:pt x="49005" y="-2101"/>
                      <a:pt x="62654" y="-2108"/>
                      <a:pt x="71076" y="6307"/>
                    </a:cubicBezTo>
                    <a:cubicBezTo>
                      <a:pt x="79498" y="14722"/>
                      <a:pt x="79504" y="28370"/>
                      <a:pt x="71090" y="36792"/>
                    </a:cubicBezTo>
                    <a:lnTo>
                      <a:pt x="36792" y="71089"/>
                    </a:lnTo>
                    <a:cubicBezTo>
                      <a:pt x="32746" y="75130"/>
                      <a:pt x="27260" y="77398"/>
                      <a:pt x="21543" y="77394"/>
                    </a:cubicBezTo>
                    <a:close/>
                  </a:path>
                </a:pathLst>
              </a:custGeom>
              <a:solidFill>
                <a:srgbClr val="EF463C"/>
              </a:solidFill>
              <a:ln w="2667" cap="flat">
                <a:noFill/>
                <a:prstDash val="solid"/>
                <a:miter/>
              </a:ln>
            </p:spPr>
            <p:txBody>
              <a:bodyPr rtlCol="0" anchor="ctr"/>
              <a:lstStyle/>
              <a:p>
                <a:endParaRPr lang="en-MY"/>
              </a:p>
            </p:txBody>
          </p:sp>
          <p:sp>
            <p:nvSpPr>
              <p:cNvPr id="579" name="Freeform: Shape 578">
                <a:extLst>
                  <a:ext uri="{FF2B5EF4-FFF2-40B4-BE49-F238E27FC236}">
                    <a16:creationId xmlns:a16="http://schemas.microsoft.com/office/drawing/2014/main" id="{844A5ADE-9D00-017F-E643-4EEBE269DD8E}"/>
                  </a:ext>
                </a:extLst>
              </p:cNvPr>
              <p:cNvSpPr/>
              <p:nvPr/>
            </p:nvSpPr>
            <p:spPr>
              <a:xfrm>
                <a:off x="1811694" y="1845165"/>
                <a:ext cx="77397" cy="77393"/>
              </a:xfrm>
              <a:custGeom>
                <a:avLst/>
                <a:gdLst>
                  <a:gd name="connsiteX0" fmla="*/ 55854 w 77397"/>
                  <a:gd name="connsiteY0" fmla="*/ 77394 h 77393"/>
                  <a:gd name="connsiteX1" fmla="*/ 40604 w 77397"/>
                  <a:gd name="connsiteY1" fmla="*/ 71089 h 77393"/>
                  <a:gd name="connsiteX2" fmla="*/ 6307 w 77397"/>
                  <a:gd name="connsiteY2" fmla="*/ 36792 h 77393"/>
                  <a:gd name="connsiteX3" fmla="*/ 6320 w 77397"/>
                  <a:gd name="connsiteY3" fmla="*/ 6307 h 77393"/>
                  <a:gd name="connsiteX4" fmla="*/ 36805 w 77397"/>
                  <a:gd name="connsiteY4" fmla="*/ 6320 h 77393"/>
                  <a:gd name="connsiteX5" fmla="*/ 71103 w 77397"/>
                  <a:gd name="connsiteY5" fmla="*/ 40618 h 77393"/>
                  <a:gd name="connsiteX6" fmla="*/ 71066 w 77397"/>
                  <a:gd name="connsiteY6" fmla="*/ 71099 h 77393"/>
                  <a:gd name="connsiteX7" fmla="*/ 55854 w 77397"/>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7" h="77393">
                    <a:moveTo>
                      <a:pt x="55854" y="77394"/>
                    </a:moveTo>
                    <a:cubicBezTo>
                      <a:pt x="50135" y="77398"/>
                      <a:pt x="44650" y="75130"/>
                      <a:pt x="40604" y="71089"/>
                    </a:cubicBezTo>
                    <a:lnTo>
                      <a:pt x="6307" y="36792"/>
                    </a:lnTo>
                    <a:cubicBezTo>
                      <a:pt x="-2108" y="28370"/>
                      <a:pt x="-2101" y="14722"/>
                      <a:pt x="6320" y="6307"/>
                    </a:cubicBezTo>
                    <a:cubicBezTo>
                      <a:pt x="14742" y="-2108"/>
                      <a:pt x="28391" y="-2101"/>
                      <a:pt x="36805" y="6320"/>
                    </a:cubicBezTo>
                    <a:lnTo>
                      <a:pt x="71103" y="40618"/>
                    </a:lnTo>
                    <a:cubicBezTo>
                      <a:pt x="79510" y="49045"/>
                      <a:pt x="79493" y="62692"/>
                      <a:pt x="71066" y="71099"/>
                    </a:cubicBezTo>
                    <a:cubicBezTo>
                      <a:pt x="67028" y="75128"/>
                      <a:pt x="61558" y="77391"/>
                      <a:pt x="55854" y="77394"/>
                    </a:cubicBezTo>
                    <a:close/>
                  </a:path>
                </a:pathLst>
              </a:custGeom>
              <a:solidFill>
                <a:srgbClr val="EF463C"/>
              </a:solidFill>
              <a:ln w="2667" cap="flat">
                <a:noFill/>
                <a:prstDash val="solid"/>
                <a:miter/>
              </a:ln>
            </p:spPr>
            <p:txBody>
              <a:bodyPr rtlCol="0" anchor="ctr"/>
              <a:lstStyle/>
              <a:p>
                <a:endParaRPr lang="en-MY"/>
              </a:p>
            </p:txBody>
          </p:sp>
          <p:sp>
            <p:nvSpPr>
              <p:cNvPr id="580" name="Freeform: Shape 579">
                <a:extLst>
                  <a:ext uri="{FF2B5EF4-FFF2-40B4-BE49-F238E27FC236}">
                    <a16:creationId xmlns:a16="http://schemas.microsoft.com/office/drawing/2014/main" id="{87F118FD-5BCC-DB66-3BCB-0C124ABCBE88}"/>
                  </a:ext>
                </a:extLst>
              </p:cNvPr>
              <p:cNvSpPr/>
              <p:nvPr/>
            </p:nvSpPr>
            <p:spPr>
              <a:xfrm>
                <a:off x="1964108" y="1793479"/>
                <a:ext cx="43107" cy="91603"/>
              </a:xfrm>
              <a:custGeom>
                <a:avLst/>
                <a:gdLst>
                  <a:gd name="connsiteX0" fmla="*/ 21554 w 43107"/>
                  <a:gd name="connsiteY0" fmla="*/ 91603 h 91603"/>
                  <a:gd name="connsiteX1" fmla="*/ 0 w 43107"/>
                  <a:gd name="connsiteY1" fmla="*/ 70050 h 91603"/>
                  <a:gd name="connsiteX2" fmla="*/ 0 w 43107"/>
                  <a:gd name="connsiteY2" fmla="*/ 21554 h 91603"/>
                  <a:gd name="connsiteX3" fmla="*/ 21554 w 43107"/>
                  <a:gd name="connsiteY3" fmla="*/ 0 h 91603"/>
                  <a:gd name="connsiteX4" fmla="*/ 43107 w 43107"/>
                  <a:gd name="connsiteY4" fmla="*/ 21554 h 91603"/>
                  <a:gd name="connsiteX5" fmla="*/ 43107 w 43107"/>
                  <a:gd name="connsiteY5" fmla="*/ 70050 h 91603"/>
                  <a:gd name="connsiteX6" fmla="*/ 21554 w 43107"/>
                  <a:gd name="connsiteY6" fmla="*/ 91603 h 91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107" h="91603">
                    <a:moveTo>
                      <a:pt x="21554" y="91603"/>
                    </a:moveTo>
                    <a:cubicBezTo>
                      <a:pt x="9650" y="91603"/>
                      <a:pt x="0" y="81954"/>
                      <a:pt x="0" y="70050"/>
                    </a:cubicBezTo>
                    <a:lnTo>
                      <a:pt x="0" y="21554"/>
                    </a:lnTo>
                    <a:cubicBezTo>
                      <a:pt x="0" y="9650"/>
                      <a:pt x="9650" y="0"/>
                      <a:pt x="21554" y="0"/>
                    </a:cubicBezTo>
                    <a:cubicBezTo>
                      <a:pt x="33458" y="0"/>
                      <a:pt x="43107" y="9650"/>
                      <a:pt x="43107" y="21554"/>
                    </a:cubicBezTo>
                    <a:lnTo>
                      <a:pt x="43107" y="70050"/>
                    </a:lnTo>
                    <a:cubicBezTo>
                      <a:pt x="43107" y="81954"/>
                      <a:pt x="33458" y="91603"/>
                      <a:pt x="21554" y="91603"/>
                    </a:cubicBezTo>
                    <a:close/>
                  </a:path>
                </a:pathLst>
              </a:custGeom>
              <a:solidFill>
                <a:srgbClr val="EF463C"/>
              </a:solidFill>
              <a:ln w="2667" cap="flat">
                <a:noFill/>
                <a:prstDash val="solid"/>
                <a:miter/>
              </a:ln>
            </p:spPr>
            <p:txBody>
              <a:bodyPr rtlCol="0" anchor="ctr"/>
              <a:lstStyle/>
              <a:p>
                <a:endParaRPr lang="en-MY"/>
              </a:p>
            </p:txBody>
          </p:sp>
          <p:sp>
            <p:nvSpPr>
              <p:cNvPr id="581" name="Freeform: Shape 580">
                <a:extLst>
                  <a:ext uri="{FF2B5EF4-FFF2-40B4-BE49-F238E27FC236}">
                    <a16:creationId xmlns:a16="http://schemas.microsoft.com/office/drawing/2014/main" id="{277D7DF6-DF8E-D0F8-33EF-E69EADC19967}"/>
                  </a:ext>
                </a:extLst>
              </p:cNvPr>
              <p:cNvSpPr/>
              <p:nvPr/>
            </p:nvSpPr>
            <p:spPr>
              <a:xfrm>
                <a:off x="2126354"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1" y="43107"/>
                      <a:pt x="0" y="33458"/>
                      <a:pt x="0" y="21554"/>
                    </a:cubicBezTo>
                    <a:cubicBezTo>
                      <a:pt x="0" y="9650"/>
                      <a:pt x="9651" y="0"/>
                      <a:pt x="21554" y="0"/>
                    </a:cubicBezTo>
                    <a:lnTo>
                      <a:pt x="61967" y="0"/>
                    </a:lnTo>
                    <a:cubicBezTo>
                      <a:pt x="73870" y="0"/>
                      <a:pt x="83521" y="9650"/>
                      <a:pt x="83521" y="21554"/>
                    </a:cubicBezTo>
                    <a:cubicBezTo>
                      <a:pt x="83521" y="33458"/>
                      <a:pt x="73870" y="43107"/>
                      <a:pt x="61967" y="43107"/>
                    </a:cubicBezTo>
                    <a:close/>
                  </a:path>
                </a:pathLst>
              </a:custGeom>
              <a:solidFill>
                <a:srgbClr val="EF463C"/>
              </a:solidFill>
              <a:ln w="2667" cap="flat">
                <a:noFill/>
                <a:prstDash val="solid"/>
                <a:miter/>
              </a:ln>
            </p:spPr>
            <p:txBody>
              <a:bodyPr rtlCol="0" anchor="ctr"/>
              <a:lstStyle/>
              <a:p>
                <a:endParaRPr lang="en-MY"/>
              </a:p>
            </p:txBody>
          </p:sp>
        </p:grpSp>
      </p:grpSp>
      <p:grpSp>
        <p:nvGrpSpPr>
          <p:cNvPr id="586" name="Group 585">
            <a:extLst>
              <a:ext uri="{FF2B5EF4-FFF2-40B4-BE49-F238E27FC236}">
                <a16:creationId xmlns:a16="http://schemas.microsoft.com/office/drawing/2014/main" id="{2D2A6862-B39E-4B59-8439-D806EF07D9FD}"/>
              </a:ext>
            </a:extLst>
          </p:cNvPr>
          <p:cNvGrpSpPr/>
          <p:nvPr/>
        </p:nvGrpSpPr>
        <p:grpSpPr>
          <a:xfrm>
            <a:off x="2483820" y="1484737"/>
            <a:ext cx="471791" cy="471791"/>
            <a:chOff x="433241" y="1570462"/>
            <a:chExt cx="471791" cy="471791"/>
          </a:xfrm>
        </p:grpSpPr>
        <p:sp>
          <p:nvSpPr>
            <p:cNvPr id="587" name="Oval 586">
              <a:extLst>
                <a:ext uri="{FF2B5EF4-FFF2-40B4-BE49-F238E27FC236}">
                  <a16:creationId xmlns:a16="http://schemas.microsoft.com/office/drawing/2014/main" id="{81986949-9BC2-A6CE-78CF-1974146B1A59}"/>
                </a:ext>
              </a:extLst>
            </p:cNvPr>
            <p:cNvSpPr/>
            <p:nvPr/>
          </p:nvSpPr>
          <p:spPr>
            <a:xfrm>
              <a:off x="433241"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588" name="Group 587">
              <a:extLst>
                <a:ext uri="{FF2B5EF4-FFF2-40B4-BE49-F238E27FC236}">
                  <a16:creationId xmlns:a16="http://schemas.microsoft.com/office/drawing/2014/main" id="{BCD79C4D-DD27-9395-431B-ED7310FDDAFC}"/>
                </a:ext>
              </a:extLst>
            </p:cNvPr>
            <p:cNvGrpSpPr/>
            <p:nvPr/>
          </p:nvGrpSpPr>
          <p:grpSpPr>
            <a:xfrm>
              <a:off x="543450" y="1674683"/>
              <a:ext cx="251373" cy="260212"/>
              <a:chOff x="738790" y="2040956"/>
              <a:chExt cx="251373" cy="260212"/>
            </a:xfrm>
          </p:grpSpPr>
          <p:sp>
            <p:nvSpPr>
              <p:cNvPr id="589" name="Freeform 176">
                <a:extLst>
                  <a:ext uri="{FF2B5EF4-FFF2-40B4-BE49-F238E27FC236}">
                    <a16:creationId xmlns:a16="http://schemas.microsoft.com/office/drawing/2014/main" id="{CF328042-DF60-DD15-EE3F-77BB2E9AC7A2}"/>
                  </a:ext>
                </a:extLst>
              </p:cNvPr>
              <p:cNvSpPr/>
              <p:nvPr/>
            </p:nvSpPr>
            <p:spPr>
              <a:xfrm>
                <a:off x="738790" y="2134679"/>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4"/>
                      <a:pt x="5614" y="0"/>
                      <a:pt x="12540" y="0"/>
                    </a:cubicBezTo>
                    <a:lnTo>
                      <a:pt x="65163" y="0"/>
                    </a:lnTo>
                    <a:cubicBezTo>
                      <a:pt x="72089" y="0"/>
                      <a:pt x="77703" y="5614"/>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0" name="Freeform 177">
                <a:extLst>
                  <a:ext uri="{FF2B5EF4-FFF2-40B4-BE49-F238E27FC236}">
                    <a16:creationId xmlns:a16="http://schemas.microsoft.com/office/drawing/2014/main" id="{30A61194-511B-2CE3-ADA5-10664C273939}"/>
                  </a:ext>
                </a:extLst>
              </p:cNvPr>
              <p:cNvSpPr/>
              <p:nvPr/>
            </p:nvSpPr>
            <p:spPr>
              <a:xfrm>
                <a:off x="738790" y="2223465"/>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5"/>
                      <a:pt x="5614" y="0"/>
                      <a:pt x="12540" y="0"/>
                    </a:cubicBezTo>
                    <a:lnTo>
                      <a:pt x="65163" y="0"/>
                    </a:lnTo>
                    <a:cubicBezTo>
                      <a:pt x="72089" y="0"/>
                      <a:pt x="77703" y="5615"/>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1" name="Freeform 178">
                <a:extLst>
                  <a:ext uri="{FF2B5EF4-FFF2-40B4-BE49-F238E27FC236}">
                    <a16:creationId xmlns:a16="http://schemas.microsoft.com/office/drawing/2014/main" id="{B2F855C0-0B6D-DE36-C750-B40E963653FB}"/>
                  </a:ext>
                </a:extLst>
              </p:cNvPr>
              <p:cNvSpPr/>
              <p:nvPr/>
            </p:nvSpPr>
            <p:spPr>
              <a:xfrm>
                <a:off x="791413" y="2082057"/>
                <a:ext cx="86732" cy="104006"/>
              </a:xfrm>
              <a:custGeom>
                <a:avLst/>
                <a:gdLst>
                  <a:gd name="connsiteX0" fmla="*/ 74192 w 86732"/>
                  <a:gd name="connsiteY0" fmla="*/ 104006 h 104006"/>
                  <a:gd name="connsiteX1" fmla="*/ 12540 w 86732"/>
                  <a:gd name="connsiteY1" fmla="*/ 104006 h 104006"/>
                  <a:gd name="connsiteX2" fmla="*/ 0 w 86732"/>
                  <a:gd name="connsiteY2" fmla="*/ 91466 h 104006"/>
                  <a:gd name="connsiteX3" fmla="*/ 12540 w 86732"/>
                  <a:gd name="connsiteY3" fmla="*/ 78926 h 104006"/>
                  <a:gd name="connsiteX4" fmla="*/ 61651 w 86732"/>
                  <a:gd name="connsiteY4" fmla="*/ 78926 h 104006"/>
                  <a:gd name="connsiteX5" fmla="*/ 61651 w 86732"/>
                  <a:gd name="connsiteY5" fmla="*/ 12540 h 104006"/>
                  <a:gd name="connsiteX6" fmla="*/ 74192 w 86732"/>
                  <a:gd name="connsiteY6" fmla="*/ 0 h 104006"/>
                  <a:gd name="connsiteX7" fmla="*/ 86732 w 86732"/>
                  <a:gd name="connsiteY7" fmla="*/ 12540 h 104006"/>
                  <a:gd name="connsiteX8" fmla="*/ 86732 w 86732"/>
                  <a:gd name="connsiteY8" fmla="*/ 91466 h 104006"/>
                  <a:gd name="connsiteX9" fmla="*/ 74192 w 86732"/>
                  <a:gd name="connsiteY9" fmla="*/ 104006 h 10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732" h="104006">
                    <a:moveTo>
                      <a:pt x="74192" y="104006"/>
                    </a:moveTo>
                    <a:lnTo>
                      <a:pt x="12540" y="104006"/>
                    </a:lnTo>
                    <a:cubicBezTo>
                      <a:pt x="5614" y="104006"/>
                      <a:pt x="0" y="98392"/>
                      <a:pt x="0" y="91466"/>
                    </a:cubicBezTo>
                    <a:cubicBezTo>
                      <a:pt x="0" y="84540"/>
                      <a:pt x="5614" y="78926"/>
                      <a:pt x="12540" y="78926"/>
                    </a:cubicBezTo>
                    <a:lnTo>
                      <a:pt x="61651" y="78926"/>
                    </a:lnTo>
                    <a:lnTo>
                      <a:pt x="61651" y="12540"/>
                    </a:lnTo>
                    <a:cubicBezTo>
                      <a:pt x="61651" y="5614"/>
                      <a:pt x="67266" y="0"/>
                      <a:pt x="74192" y="0"/>
                    </a:cubicBezTo>
                    <a:cubicBezTo>
                      <a:pt x="81118" y="0"/>
                      <a:pt x="86732" y="5614"/>
                      <a:pt x="86732" y="12540"/>
                    </a:cubicBezTo>
                    <a:lnTo>
                      <a:pt x="86732" y="91466"/>
                    </a:lnTo>
                    <a:cubicBezTo>
                      <a:pt x="86732" y="98392"/>
                      <a:pt x="81118" y="104006"/>
                      <a:pt x="74192" y="104006"/>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2" name="Freeform 179">
                <a:extLst>
                  <a:ext uri="{FF2B5EF4-FFF2-40B4-BE49-F238E27FC236}">
                    <a16:creationId xmlns:a16="http://schemas.microsoft.com/office/drawing/2014/main" id="{79392EC1-8D4D-B7C2-A158-24F086DD19AF}"/>
                  </a:ext>
                </a:extLst>
              </p:cNvPr>
              <p:cNvSpPr/>
              <p:nvPr/>
            </p:nvSpPr>
            <p:spPr>
              <a:xfrm>
                <a:off x="853064" y="2160983"/>
                <a:ext cx="62701" cy="25080"/>
              </a:xfrm>
              <a:custGeom>
                <a:avLst/>
                <a:gdLst>
                  <a:gd name="connsiteX0" fmla="*/ 50161 w 62701"/>
                  <a:gd name="connsiteY0" fmla="*/ 25081 h 25080"/>
                  <a:gd name="connsiteX1" fmla="*/ 12540 w 62701"/>
                  <a:gd name="connsiteY1" fmla="*/ 25081 h 25080"/>
                  <a:gd name="connsiteX2" fmla="*/ 0 w 62701"/>
                  <a:gd name="connsiteY2" fmla="*/ 12540 h 25080"/>
                  <a:gd name="connsiteX3" fmla="*/ 12540 w 62701"/>
                  <a:gd name="connsiteY3" fmla="*/ 0 h 25080"/>
                  <a:gd name="connsiteX4" fmla="*/ 50161 w 62701"/>
                  <a:gd name="connsiteY4" fmla="*/ 0 h 25080"/>
                  <a:gd name="connsiteX5" fmla="*/ 62702 w 62701"/>
                  <a:gd name="connsiteY5" fmla="*/ 12540 h 25080"/>
                  <a:gd name="connsiteX6" fmla="*/ 50161 w 62701"/>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01" h="25080">
                    <a:moveTo>
                      <a:pt x="50161" y="25081"/>
                    </a:moveTo>
                    <a:lnTo>
                      <a:pt x="12540" y="25081"/>
                    </a:lnTo>
                    <a:cubicBezTo>
                      <a:pt x="5614" y="25081"/>
                      <a:pt x="0" y="19466"/>
                      <a:pt x="0" y="12540"/>
                    </a:cubicBezTo>
                    <a:cubicBezTo>
                      <a:pt x="0" y="5614"/>
                      <a:pt x="5614" y="0"/>
                      <a:pt x="12540" y="0"/>
                    </a:cubicBezTo>
                    <a:lnTo>
                      <a:pt x="50161" y="0"/>
                    </a:lnTo>
                    <a:cubicBezTo>
                      <a:pt x="57087" y="0"/>
                      <a:pt x="62702" y="5614"/>
                      <a:pt x="62702" y="12540"/>
                    </a:cubicBezTo>
                    <a:cubicBezTo>
                      <a:pt x="62702" y="19466"/>
                      <a:pt x="57087" y="25081"/>
                      <a:pt x="50161"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3" name="Freeform 180">
                <a:extLst>
                  <a:ext uri="{FF2B5EF4-FFF2-40B4-BE49-F238E27FC236}">
                    <a16:creationId xmlns:a16="http://schemas.microsoft.com/office/drawing/2014/main" id="{D9A4313C-EC08-2D0C-069E-B139390B1EE6}"/>
                  </a:ext>
                </a:extLst>
              </p:cNvPr>
              <p:cNvSpPr/>
              <p:nvPr/>
            </p:nvSpPr>
            <p:spPr>
              <a:xfrm>
                <a:off x="791413" y="2198196"/>
                <a:ext cx="161550" cy="76668"/>
              </a:xfrm>
              <a:custGeom>
                <a:avLst/>
                <a:gdLst>
                  <a:gd name="connsiteX0" fmla="*/ 149011 w 161550"/>
                  <a:gd name="connsiteY0" fmla="*/ 76669 h 76668"/>
                  <a:gd name="connsiteX1" fmla="*/ 12540 w 161550"/>
                  <a:gd name="connsiteY1" fmla="*/ 76669 h 76668"/>
                  <a:gd name="connsiteX2" fmla="*/ 0 w 161550"/>
                  <a:gd name="connsiteY2" fmla="*/ 64128 h 76668"/>
                  <a:gd name="connsiteX3" fmla="*/ 12540 w 161550"/>
                  <a:gd name="connsiteY3" fmla="*/ 51588 h 76668"/>
                  <a:gd name="connsiteX4" fmla="*/ 136470 w 161550"/>
                  <a:gd name="connsiteY4" fmla="*/ 51588 h 76668"/>
                  <a:gd name="connsiteX5" fmla="*/ 136470 w 161550"/>
                  <a:gd name="connsiteY5" fmla="*/ 12540 h 76668"/>
                  <a:gd name="connsiteX6" fmla="*/ 149011 w 161550"/>
                  <a:gd name="connsiteY6" fmla="*/ 0 h 76668"/>
                  <a:gd name="connsiteX7" fmla="*/ 161551 w 161550"/>
                  <a:gd name="connsiteY7" fmla="*/ 12540 h 76668"/>
                  <a:gd name="connsiteX8" fmla="*/ 161551 w 161550"/>
                  <a:gd name="connsiteY8" fmla="*/ 64128 h 76668"/>
                  <a:gd name="connsiteX9" fmla="*/ 149011 w 161550"/>
                  <a:gd name="connsiteY9" fmla="*/ 76669 h 7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550" h="76668">
                    <a:moveTo>
                      <a:pt x="149011" y="76669"/>
                    </a:moveTo>
                    <a:lnTo>
                      <a:pt x="12540" y="76669"/>
                    </a:lnTo>
                    <a:cubicBezTo>
                      <a:pt x="5614" y="76669"/>
                      <a:pt x="0" y="71054"/>
                      <a:pt x="0" y="64128"/>
                    </a:cubicBezTo>
                    <a:cubicBezTo>
                      <a:pt x="0" y="57203"/>
                      <a:pt x="5614" y="51588"/>
                      <a:pt x="12540" y="51588"/>
                    </a:cubicBezTo>
                    <a:lnTo>
                      <a:pt x="136470" y="51588"/>
                    </a:lnTo>
                    <a:lnTo>
                      <a:pt x="136470" y="12540"/>
                    </a:lnTo>
                    <a:cubicBezTo>
                      <a:pt x="136470" y="5615"/>
                      <a:pt x="142085" y="0"/>
                      <a:pt x="149011" y="0"/>
                    </a:cubicBezTo>
                    <a:cubicBezTo>
                      <a:pt x="155936" y="0"/>
                      <a:pt x="161551" y="5615"/>
                      <a:pt x="161551" y="12540"/>
                    </a:cubicBezTo>
                    <a:lnTo>
                      <a:pt x="161551" y="64128"/>
                    </a:lnTo>
                    <a:cubicBezTo>
                      <a:pt x="161551" y="71054"/>
                      <a:pt x="155936" y="76669"/>
                      <a:pt x="149011" y="76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4" name="Freeform 181">
                <a:extLst>
                  <a:ext uri="{FF2B5EF4-FFF2-40B4-BE49-F238E27FC236}">
                    <a16:creationId xmlns:a16="http://schemas.microsoft.com/office/drawing/2014/main" id="{411C9704-12D1-A912-20F6-BF8103B3CD22}"/>
                  </a:ext>
                </a:extLst>
              </p:cNvPr>
              <p:cNvSpPr/>
              <p:nvPr/>
            </p:nvSpPr>
            <p:spPr>
              <a:xfrm>
                <a:off x="890683" y="2123775"/>
                <a:ext cx="99480" cy="99501"/>
              </a:xfrm>
              <a:custGeom>
                <a:avLst/>
                <a:gdLst>
                  <a:gd name="connsiteX0" fmla="*/ 49740 w 99480"/>
                  <a:gd name="connsiteY0" fmla="*/ 99502 h 99501"/>
                  <a:gd name="connsiteX1" fmla="*/ 40868 w 99480"/>
                  <a:gd name="connsiteY1" fmla="*/ 95834 h 99501"/>
                  <a:gd name="connsiteX2" fmla="*/ 3670 w 99480"/>
                  <a:gd name="connsiteY2" fmla="*/ 58620 h 99501"/>
                  <a:gd name="connsiteX3" fmla="*/ 3670 w 99480"/>
                  <a:gd name="connsiteY3" fmla="*/ 40891 h 99501"/>
                  <a:gd name="connsiteX4" fmla="*/ 40868 w 99480"/>
                  <a:gd name="connsiteY4" fmla="*/ 3678 h 99501"/>
                  <a:gd name="connsiteX5" fmla="*/ 58603 w 99480"/>
                  <a:gd name="connsiteY5" fmla="*/ 3668 h 99501"/>
                  <a:gd name="connsiteX6" fmla="*/ 58613 w 99480"/>
                  <a:gd name="connsiteY6" fmla="*/ 3678 h 99501"/>
                  <a:gd name="connsiteX7" fmla="*/ 95811 w 99480"/>
                  <a:gd name="connsiteY7" fmla="*/ 40891 h 99501"/>
                  <a:gd name="connsiteX8" fmla="*/ 95811 w 99480"/>
                  <a:gd name="connsiteY8" fmla="*/ 58620 h 99501"/>
                  <a:gd name="connsiteX9" fmla="*/ 58613 w 99480"/>
                  <a:gd name="connsiteY9" fmla="*/ 95834 h 99501"/>
                  <a:gd name="connsiteX10" fmla="*/ 49740 w 99480"/>
                  <a:gd name="connsiteY10" fmla="*/ 99502 h 99501"/>
                  <a:gd name="connsiteX11" fmla="*/ 30272 w 99480"/>
                  <a:gd name="connsiteY11" fmla="*/ 49748 h 99501"/>
                  <a:gd name="connsiteX12" fmla="*/ 49740 w 99480"/>
                  <a:gd name="connsiteY12" fmla="*/ 69233 h 99501"/>
                  <a:gd name="connsiteX13" fmla="*/ 69209 w 99480"/>
                  <a:gd name="connsiteY13" fmla="*/ 49748 h 99501"/>
                  <a:gd name="connsiteX14" fmla="*/ 49740 w 99480"/>
                  <a:gd name="connsiteY14" fmla="*/ 30279 h 9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480" h="99501">
                    <a:moveTo>
                      <a:pt x="49740" y="99502"/>
                    </a:moveTo>
                    <a:cubicBezTo>
                      <a:pt x="46414" y="99505"/>
                      <a:pt x="43223" y="98185"/>
                      <a:pt x="40868" y="95834"/>
                    </a:cubicBezTo>
                    <a:lnTo>
                      <a:pt x="3670" y="58620"/>
                    </a:lnTo>
                    <a:cubicBezTo>
                      <a:pt x="-1223" y="53724"/>
                      <a:pt x="-1223" y="45788"/>
                      <a:pt x="3670" y="40891"/>
                    </a:cubicBezTo>
                    <a:lnTo>
                      <a:pt x="40868" y="3678"/>
                    </a:lnTo>
                    <a:cubicBezTo>
                      <a:pt x="45762" y="-1222"/>
                      <a:pt x="53703" y="-1227"/>
                      <a:pt x="58603" y="3668"/>
                    </a:cubicBezTo>
                    <a:cubicBezTo>
                      <a:pt x="58607" y="3671"/>
                      <a:pt x="58610" y="3675"/>
                      <a:pt x="58613" y="3678"/>
                    </a:cubicBezTo>
                    <a:lnTo>
                      <a:pt x="95811" y="40891"/>
                    </a:lnTo>
                    <a:cubicBezTo>
                      <a:pt x="100704" y="45788"/>
                      <a:pt x="100704" y="53724"/>
                      <a:pt x="95811" y="58620"/>
                    </a:cubicBezTo>
                    <a:lnTo>
                      <a:pt x="58613" y="95834"/>
                    </a:lnTo>
                    <a:cubicBezTo>
                      <a:pt x="56258" y="98185"/>
                      <a:pt x="53067" y="99505"/>
                      <a:pt x="49740" y="99502"/>
                    </a:cubicBezTo>
                    <a:close/>
                    <a:moveTo>
                      <a:pt x="30272" y="49748"/>
                    </a:moveTo>
                    <a:lnTo>
                      <a:pt x="49740" y="69233"/>
                    </a:lnTo>
                    <a:lnTo>
                      <a:pt x="69209" y="49748"/>
                    </a:lnTo>
                    <a:lnTo>
                      <a:pt x="49740" y="30279"/>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595" name="Freeform 182">
                <a:extLst>
                  <a:ext uri="{FF2B5EF4-FFF2-40B4-BE49-F238E27FC236}">
                    <a16:creationId xmlns:a16="http://schemas.microsoft.com/office/drawing/2014/main" id="{0CB06876-D233-3CAE-E9E8-2F4B9085C3CA}"/>
                  </a:ext>
                </a:extLst>
              </p:cNvPr>
              <p:cNvSpPr/>
              <p:nvPr/>
            </p:nvSpPr>
            <p:spPr>
              <a:xfrm>
                <a:off x="786397" y="2040956"/>
                <a:ext cx="158321" cy="66181"/>
              </a:xfrm>
              <a:custGeom>
                <a:avLst/>
                <a:gdLst>
                  <a:gd name="connsiteX0" fmla="*/ 145781 w 158321"/>
                  <a:gd name="connsiteY0" fmla="*/ 66182 h 66181"/>
                  <a:gd name="connsiteX1" fmla="*/ 12540 w 158321"/>
                  <a:gd name="connsiteY1" fmla="*/ 66182 h 66181"/>
                  <a:gd name="connsiteX2" fmla="*/ 0 w 158321"/>
                  <a:gd name="connsiteY2" fmla="*/ 53641 h 66181"/>
                  <a:gd name="connsiteX3" fmla="*/ 0 w 158321"/>
                  <a:gd name="connsiteY3" fmla="*/ 12540 h 66181"/>
                  <a:gd name="connsiteX4" fmla="*/ 12540 w 158321"/>
                  <a:gd name="connsiteY4" fmla="*/ 0 h 66181"/>
                  <a:gd name="connsiteX5" fmla="*/ 145781 w 158321"/>
                  <a:gd name="connsiteY5" fmla="*/ 0 h 66181"/>
                  <a:gd name="connsiteX6" fmla="*/ 158322 w 158321"/>
                  <a:gd name="connsiteY6" fmla="*/ 12540 h 66181"/>
                  <a:gd name="connsiteX7" fmla="*/ 158322 w 158321"/>
                  <a:gd name="connsiteY7" fmla="*/ 53641 h 66181"/>
                  <a:gd name="connsiteX8" fmla="*/ 145781 w 158321"/>
                  <a:gd name="connsiteY8" fmla="*/ 66182 h 66181"/>
                  <a:gd name="connsiteX9" fmla="*/ 25081 w 158321"/>
                  <a:gd name="connsiteY9" fmla="*/ 41101 h 66181"/>
                  <a:gd name="connsiteX10" fmla="*/ 133241 w 158321"/>
                  <a:gd name="connsiteY10" fmla="*/ 41101 h 66181"/>
                  <a:gd name="connsiteX11" fmla="*/ 133241 w 158321"/>
                  <a:gd name="connsiteY11" fmla="*/ 25081 h 66181"/>
                  <a:gd name="connsiteX12" fmla="*/ 25081 w 158321"/>
                  <a:gd name="connsiteY12" fmla="*/ 25081 h 6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321" h="66181">
                    <a:moveTo>
                      <a:pt x="145781" y="66182"/>
                    </a:moveTo>
                    <a:lnTo>
                      <a:pt x="12540" y="66182"/>
                    </a:lnTo>
                    <a:cubicBezTo>
                      <a:pt x="5614" y="66182"/>
                      <a:pt x="0" y="60567"/>
                      <a:pt x="0" y="53641"/>
                    </a:cubicBezTo>
                    <a:lnTo>
                      <a:pt x="0" y="12540"/>
                    </a:lnTo>
                    <a:cubicBezTo>
                      <a:pt x="0" y="5614"/>
                      <a:pt x="5614" y="0"/>
                      <a:pt x="12540" y="0"/>
                    </a:cubicBezTo>
                    <a:lnTo>
                      <a:pt x="145781" y="0"/>
                    </a:lnTo>
                    <a:cubicBezTo>
                      <a:pt x="152707" y="0"/>
                      <a:pt x="158322" y="5614"/>
                      <a:pt x="158322" y="12540"/>
                    </a:cubicBezTo>
                    <a:lnTo>
                      <a:pt x="158322" y="53641"/>
                    </a:lnTo>
                    <a:cubicBezTo>
                      <a:pt x="158322" y="60567"/>
                      <a:pt x="152707" y="66182"/>
                      <a:pt x="145781" y="66182"/>
                    </a:cubicBezTo>
                    <a:close/>
                    <a:moveTo>
                      <a:pt x="25081" y="41101"/>
                    </a:moveTo>
                    <a:lnTo>
                      <a:pt x="133241" y="41101"/>
                    </a:lnTo>
                    <a:lnTo>
                      <a:pt x="133241" y="25081"/>
                    </a:lnTo>
                    <a:lnTo>
                      <a:pt x="25081" y="25081"/>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4" name="Group 3">
            <a:extLst>
              <a:ext uri="{FF2B5EF4-FFF2-40B4-BE49-F238E27FC236}">
                <a16:creationId xmlns:a16="http://schemas.microsoft.com/office/drawing/2014/main" id="{15C5F4B0-11A9-2EB1-2057-8E6CA6274984}"/>
              </a:ext>
            </a:extLst>
          </p:cNvPr>
          <p:cNvGrpSpPr/>
          <p:nvPr/>
        </p:nvGrpSpPr>
        <p:grpSpPr>
          <a:xfrm>
            <a:off x="10667997" y="-3"/>
            <a:ext cx="1143475" cy="828677"/>
            <a:chOff x="10667997" y="-3"/>
            <a:chExt cx="1143475" cy="828677"/>
          </a:xfrm>
        </p:grpSpPr>
        <p:sp>
          <p:nvSpPr>
            <p:cNvPr id="5" name="Round Same-side Corner of Rectangle 3">
              <a:extLst>
                <a:ext uri="{FF2B5EF4-FFF2-40B4-BE49-F238E27FC236}">
                  <a16:creationId xmlns:a16="http://schemas.microsoft.com/office/drawing/2014/main" id="{FC1F0065-9C81-C346-2DF0-FEA77B9BC9C3}"/>
                </a:ext>
              </a:extLst>
            </p:cNvPr>
            <p:cNvSpPr/>
            <p:nvPr/>
          </p:nvSpPr>
          <p:spPr>
            <a:xfrm rot="10800000">
              <a:off x="10667997" y="-3"/>
              <a:ext cx="1143475" cy="828677"/>
            </a:xfrm>
            <a:prstGeom prst="round2SameRect">
              <a:avLst/>
            </a:prstGeom>
            <a:solidFill>
              <a:schemeClr val="bg1"/>
            </a:solidFill>
            <a:ln>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7" name="Picture 6">
              <a:extLst>
                <a:ext uri="{FF2B5EF4-FFF2-40B4-BE49-F238E27FC236}">
                  <a16:creationId xmlns:a16="http://schemas.microsoft.com/office/drawing/2014/main" id="{CC0E60C9-6979-E079-2266-A7533CC69EE1}"/>
                </a:ext>
              </a:extLst>
            </p:cNvPr>
            <p:cNvPicPr>
              <a:picLocks noChangeAspect="1"/>
            </p:cNvPicPr>
            <p:nvPr/>
          </p:nvPicPr>
          <p:blipFill>
            <a:blip r:embed="rId40" cstate="email">
              <a:extLst>
                <a:ext uri="{28A0092B-C50C-407E-A947-70E740481C1C}">
                  <a14:useLocalDpi xmlns:a14="http://schemas.microsoft.com/office/drawing/2010/main"/>
                </a:ext>
              </a:extLst>
            </a:blip>
            <a:srcRect/>
            <a:stretch/>
          </p:blipFill>
          <p:spPr>
            <a:xfrm>
              <a:off x="10957794" y="135851"/>
              <a:ext cx="563880" cy="563880"/>
            </a:xfrm>
            <a:prstGeom prst="rect">
              <a:avLst/>
            </a:prstGeom>
          </p:spPr>
        </p:pic>
      </p:grpSp>
      <p:sp>
        <p:nvSpPr>
          <p:cNvPr id="22" name="Rectangle: Rounded Corners 21">
            <a:extLst>
              <a:ext uri="{FF2B5EF4-FFF2-40B4-BE49-F238E27FC236}">
                <a16:creationId xmlns:a16="http://schemas.microsoft.com/office/drawing/2014/main" id="{85FF5F6C-DC7E-FA8B-FAC1-E3722E44035F}"/>
              </a:ext>
            </a:extLst>
          </p:cNvPr>
          <p:cNvSpPr/>
          <p:nvPr/>
        </p:nvSpPr>
        <p:spPr>
          <a:xfrm>
            <a:off x="9146338" y="3900267"/>
            <a:ext cx="1404000" cy="138499"/>
          </a:xfrm>
          <a:prstGeom prst="roundRect">
            <a:avLst>
              <a:gd name="adj" fmla="val 0"/>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wrap="square" lIns="0" tIns="0" rIns="0" bIns="0" rtlCol="0" anchor="t">
            <a:spAutoFit/>
          </a:bodyPr>
          <a:lstStyle/>
          <a:p>
            <a:pPr>
              <a:spcAft>
                <a:spcPts val="300"/>
              </a:spcAft>
            </a:pPr>
            <a:endParaRPr lang="en-US" sz="900" b="1">
              <a:solidFill>
                <a:schemeClr val="tx2"/>
              </a:solidFill>
            </a:endParaRPr>
          </a:p>
        </p:txBody>
      </p:sp>
      <p:sp>
        <p:nvSpPr>
          <p:cNvPr id="210" name="5-Point Star 266">
            <a:extLst>
              <a:ext uri="{FF2B5EF4-FFF2-40B4-BE49-F238E27FC236}">
                <a16:creationId xmlns:a16="http://schemas.microsoft.com/office/drawing/2014/main" id="{9E033D99-C918-1A20-7DAF-8B83F8918D9C}"/>
              </a:ext>
            </a:extLst>
          </p:cNvPr>
          <p:cNvSpPr/>
          <p:nvPr/>
        </p:nvSpPr>
        <p:spPr>
          <a:xfrm>
            <a:off x="10254985" y="2322342"/>
            <a:ext cx="228912" cy="228912"/>
          </a:xfrm>
          <a:prstGeom prst="star5">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11" name="Arrow: Chevron 23">
            <a:extLst>
              <a:ext uri="{FF2B5EF4-FFF2-40B4-BE49-F238E27FC236}">
                <a16:creationId xmlns:a16="http://schemas.microsoft.com/office/drawing/2014/main" id="{000DA10E-243D-8178-BA6C-8F9DD9E5F2C6}"/>
              </a:ext>
            </a:extLst>
          </p:cNvPr>
          <p:cNvSpPr/>
          <p:nvPr/>
        </p:nvSpPr>
        <p:spPr>
          <a:xfrm>
            <a:off x="9417844" y="2286402"/>
            <a:ext cx="851460" cy="409690"/>
          </a:xfrm>
          <a:prstGeom prst="chevron">
            <a:avLst>
              <a:gd name="adj" fmla="val 24644"/>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Final </a:t>
            </a:r>
            <a:b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b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a:t>
            </a:r>
          </a:p>
        </p:txBody>
      </p:sp>
      <p:sp>
        <p:nvSpPr>
          <p:cNvPr id="212" name="Arrow: Chevron 22">
            <a:extLst>
              <a:ext uri="{FF2B5EF4-FFF2-40B4-BE49-F238E27FC236}">
                <a16:creationId xmlns:a16="http://schemas.microsoft.com/office/drawing/2014/main" id="{BCB812E2-EDC5-90EA-D91E-02D3A3E5C5E2}"/>
              </a:ext>
            </a:extLst>
          </p:cNvPr>
          <p:cNvSpPr/>
          <p:nvPr/>
        </p:nvSpPr>
        <p:spPr>
          <a:xfrm>
            <a:off x="6785143" y="2286402"/>
            <a:ext cx="1433619" cy="409690"/>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Realization</a:t>
            </a:r>
          </a:p>
        </p:txBody>
      </p:sp>
      <p:sp>
        <p:nvSpPr>
          <p:cNvPr id="213" name="Arrow: Chevron 288">
            <a:extLst>
              <a:ext uri="{FF2B5EF4-FFF2-40B4-BE49-F238E27FC236}">
                <a16:creationId xmlns:a16="http://schemas.microsoft.com/office/drawing/2014/main" id="{2F59C47D-25D3-A78E-FE63-687B526AD780}"/>
              </a:ext>
            </a:extLst>
          </p:cNvPr>
          <p:cNvSpPr/>
          <p:nvPr/>
        </p:nvSpPr>
        <p:spPr>
          <a:xfrm>
            <a:off x="3272652" y="2286402"/>
            <a:ext cx="873898"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Plan</a:t>
            </a:r>
          </a:p>
        </p:txBody>
      </p:sp>
      <p:sp>
        <p:nvSpPr>
          <p:cNvPr id="214" name="Arrow: Pentagon 14">
            <a:extLst>
              <a:ext uri="{FF2B5EF4-FFF2-40B4-BE49-F238E27FC236}">
                <a16:creationId xmlns:a16="http://schemas.microsoft.com/office/drawing/2014/main" id="{78B67B67-2FD3-2DB3-865D-C8C939705E50}"/>
              </a:ext>
            </a:extLst>
          </p:cNvPr>
          <p:cNvSpPr/>
          <p:nvPr/>
        </p:nvSpPr>
        <p:spPr>
          <a:xfrm>
            <a:off x="1338878" y="2286706"/>
            <a:ext cx="2073740" cy="408495"/>
          </a:xfrm>
          <a:prstGeom prst="homePlate">
            <a:avLst>
              <a:gd name="adj" fmla="val 17926"/>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a:t>
            </a:r>
          </a:p>
        </p:txBody>
      </p:sp>
      <p:sp>
        <p:nvSpPr>
          <p:cNvPr id="215" name="Rectangle 214">
            <a:extLst>
              <a:ext uri="{FF2B5EF4-FFF2-40B4-BE49-F238E27FC236}">
                <a16:creationId xmlns:a16="http://schemas.microsoft.com/office/drawing/2014/main" id="{7FC03C26-DB73-93AD-87E6-00BBAFD03610}"/>
              </a:ext>
            </a:extLst>
          </p:cNvPr>
          <p:cNvSpPr/>
          <p:nvPr/>
        </p:nvSpPr>
        <p:spPr>
          <a:xfrm>
            <a:off x="-16255" y="2288401"/>
            <a:ext cx="1355131" cy="405614"/>
          </a:xfrm>
          <a:prstGeom prst="rect">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Pre-Project</a:t>
            </a:r>
          </a:p>
        </p:txBody>
      </p:sp>
      <p:sp>
        <p:nvSpPr>
          <p:cNvPr id="216" name="Arrow: Chevron 284">
            <a:extLst>
              <a:ext uri="{FF2B5EF4-FFF2-40B4-BE49-F238E27FC236}">
                <a16:creationId xmlns:a16="http://schemas.microsoft.com/office/drawing/2014/main" id="{12455301-F42D-4E18-2E75-C302511624E6}"/>
              </a:ext>
            </a:extLst>
          </p:cNvPr>
          <p:cNvSpPr/>
          <p:nvPr/>
        </p:nvSpPr>
        <p:spPr>
          <a:xfrm>
            <a:off x="5417144" y="2286402"/>
            <a:ext cx="1478956"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Blueprint</a:t>
            </a:r>
          </a:p>
        </p:txBody>
      </p:sp>
      <p:sp>
        <p:nvSpPr>
          <p:cNvPr id="217" name="Arrow: Chevron 287">
            <a:extLst>
              <a:ext uri="{FF2B5EF4-FFF2-40B4-BE49-F238E27FC236}">
                <a16:creationId xmlns:a16="http://schemas.microsoft.com/office/drawing/2014/main" id="{48563982-CA3E-39FB-18AA-FB3B2C653066}"/>
              </a:ext>
            </a:extLst>
          </p:cNvPr>
          <p:cNvSpPr/>
          <p:nvPr/>
        </p:nvSpPr>
        <p:spPr>
          <a:xfrm>
            <a:off x="4051299" y="2286402"/>
            <a:ext cx="1474161"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Inception</a:t>
            </a:r>
          </a:p>
        </p:txBody>
      </p:sp>
      <p:sp>
        <p:nvSpPr>
          <p:cNvPr id="218" name="Arrow: Chevron 274">
            <a:extLst>
              <a:ext uri="{FF2B5EF4-FFF2-40B4-BE49-F238E27FC236}">
                <a16:creationId xmlns:a16="http://schemas.microsoft.com/office/drawing/2014/main" id="{B84EE996-A311-4C84-576D-052D68661240}"/>
              </a:ext>
            </a:extLst>
          </p:cNvPr>
          <p:cNvSpPr/>
          <p:nvPr/>
        </p:nvSpPr>
        <p:spPr>
          <a:xfrm>
            <a:off x="8772173" y="2286402"/>
            <a:ext cx="790927" cy="409690"/>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000" b="1">
                <a:solidFill>
                  <a:srgbClr val="999999">
                    <a:lumMod val="50000"/>
                  </a:srgbClr>
                </a:solidFill>
                <a:latin typeface="Century Gothic" panose="020F0302020204030204"/>
              </a:rPr>
              <a:t>BRT</a:t>
            </a:r>
            <a:endPar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endParaRPr>
          </a:p>
        </p:txBody>
      </p:sp>
      <p:sp>
        <p:nvSpPr>
          <p:cNvPr id="219" name="Arrow: Chevron 273">
            <a:extLst>
              <a:ext uri="{FF2B5EF4-FFF2-40B4-BE49-F238E27FC236}">
                <a16:creationId xmlns:a16="http://schemas.microsoft.com/office/drawing/2014/main" id="{B408AEA0-DE18-5C4D-42A9-7644FF3ACACA}"/>
              </a:ext>
            </a:extLst>
          </p:cNvPr>
          <p:cNvSpPr/>
          <p:nvPr/>
        </p:nvSpPr>
        <p:spPr>
          <a:xfrm>
            <a:off x="8114922" y="2286402"/>
            <a:ext cx="790927"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SIT</a:t>
            </a:r>
          </a:p>
        </p:txBody>
      </p:sp>
      <p:sp>
        <p:nvSpPr>
          <p:cNvPr id="221" name="Arrow: Chevron 25">
            <a:extLst>
              <a:ext uri="{FF2B5EF4-FFF2-40B4-BE49-F238E27FC236}">
                <a16:creationId xmlns:a16="http://schemas.microsoft.com/office/drawing/2014/main" id="{8F3363B9-088A-9C3B-C381-795378E2D740}"/>
              </a:ext>
            </a:extLst>
          </p:cNvPr>
          <p:cNvSpPr/>
          <p:nvPr/>
        </p:nvSpPr>
        <p:spPr>
          <a:xfrm>
            <a:off x="10163512" y="2286402"/>
            <a:ext cx="770062" cy="409689"/>
          </a:xfrm>
          <a:prstGeom prst="chevron">
            <a:avLst>
              <a:gd name="adj" fmla="val 24644"/>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Go Live &amp; </a:t>
            </a:r>
            <a:r>
              <a:rPr kumimoji="0" lang="en-US" sz="1000" b="1" i="0" u="none" strike="noStrike" kern="1200" cap="none" spc="0" normalizeH="0" baseline="0" noProof="0" err="1">
                <a:ln>
                  <a:noFill/>
                </a:ln>
                <a:solidFill>
                  <a:srgbClr val="999999">
                    <a:lumMod val="50000"/>
                  </a:srgbClr>
                </a:solidFill>
                <a:effectLst/>
                <a:uLnTx/>
                <a:uFillTx/>
                <a:latin typeface="Century Gothic" panose="020F0302020204030204"/>
                <a:ea typeface="+mn-ea"/>
                <a:cs typeface="+mn-cs"/>
              </a:rPr>
              <a:t>Hyp</a:t>
            </a: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a:t>
            </a:r>
          </a:p>
        </p:txBody>
      </p:sp>
      <p:sp>
        <p:nvSpPr>
          <p:cNvPr id="227" name="Rectangle 226">
            <a:extLst>
              <a:ext uri="{FF2B5EF4-FFF2-40B4-BE49-F238E27FC236}">
                <a16:creationId xmlns:a16="http://schemas.microsoft.com/office/drawing/2014/main" id="{CE73B0D7-0438-FA4B-A4AC-9D50578E05F4}"/>
              </a:ext>
            </a:extLst>
          </p:cNvPr>
          <p:cNvSpPr/>
          <p:nvPr/>
        </p:nvSpPr>
        <p:spPr>
          <a:xfrm>
            <a:off x="6772277" y="2681838"/>
            <a:ext cx="1368000" cy="3392571"/>
          </a:xfrm>
          <a:prstGeom prst="rect">
            <a:avLst/>
          </a:prstGeom>
          <a:gradFill flip="none" rotWithShape="1">
            <a:gsLst>
              <a:gs pos="20000">
                <a:schemeClr val="bg1"/>
              </a:gs>
              <a:gs pos="0">
                <a:schemeClr val="bg1">
                  <a:lumMod val="85000"/>
                </a:schemeClr>
              </a:gs>
              <a:gs pos="100000">
                <a:schemeClr val="bg1"/>
              </a:gs>
            </a:gsLst>
            <a:lin ang="0" scaled="1"/>
            <a:tileRect/>
          </a:gradFill>
          <a:ln>
            <a:noFill/>
          </a:ln>
        </p:spPr>
        <p:style>
          <a:lnRef idx="3">
            <a:schemeClr val="lt1"/>
          </a:lnRef>
          <a:fillRef idx="1">
            <a:schemeClr val="accent1"/>
          </a:fillRef>
          <a:effectRef idx="1">
            <a:schemeClr val="accent1"/>
          </a:effectRef>
          <a:fontRef idx="minor">
            <a:schemeClr val="lt1"/>
          </a:fontRef>
        </p:style>
        <p:txBody>
          <a:bodyPr tIns="144000" rtlCol="0" anchor="t"/>
          <a:lstStyle/>
          <a:p>
            <a:pPr>
              <a:spcAft>
                <a:spcPts val="300"/>
              </a:spcAft>
              <a:buClr>
                <a:schemeClr val="tx2"/>
              </a:buClr>
            </a:pPr>
            <a:r>
              <a:rPr lang="en-US" sz="900" b="1">
                <a:solidFill>
                  <a:schemeClr val="tx2"/>
                </a:solidFill>
              </a:rPr>
              <a:t>EXECUTE</a:t>
            </a:r>
          </a:p>
          <a:p>
            <a:pPr>
              <a:spcAft>
                <a:spcPts val="300"/>
              </a:spcAft>
              <a:buClr>
                <a:schemeClr val="tx2"/>
              </a:buClr>
            </a:pPr>
            <a:r>
              <a:rPr lang="en-US" sz="900" b="1">
                <a:solidFill>
                  <a:schemeClr val="tx2"/>
                </a:solidFill>
              </a:rPr>
              <a:t>Realization (REA)</a:t>
            </a:r>
          </a:p>
          <a:p>
            <a:pPr marL="72000" indent="-72000">
              <a:spcAft>
                <a:spcPts val="500"/>
              </a:spcAft>
              <a:buClr>
                <a:schemeClr val="tx2"/>
              </a:buClr>
              <a:buFont typeface="Arial" panose="020B0604020202020204" pitchFamily="34" charset="0"/>
              <a:buChar char="•"/>
            </a:pPr>
            <a:r>
              <a:rPr lang="en-GB" sz="700">
                <a:solidFill>
                  <a:schemeClr val="tx1"/>
                </a:solidFill>
                <a:hlinkClick r:id="rId41">
                  <a:extLst>
                    <a:ext uri="{A12FA001-AC4F-418D-AE19-62706E023703}">
                      <ahyp:hlinkClr xmlns:ahyp="http://schemas.microsoft.com/office/drawing/2018/hyperlinkcolor" val="tx"/>
                    </a:ext>
                  </a:extLst>
                </a:hlinkClick>
              </a:rPr>
              <a:t>Quality Gate – definition</a:t>
            </a:r>
            <a:endParaRPr lang="en-GB"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42">
                  <a:extLst>
                    <a:ext uri="{A12FA001-AC4F-418D-AE19-62706E023703}">
                      <ahyp:hlinkClr xmlns:ahyp="http://schemas.microsoft.com/office/drawing/2018/hyperlinkcolor" val="tx"/>
                    </a:ext>
                  </a:extLst>
                </a:hlinkClick>
              </a:rPr>
              <a:t>Hybrid Implementation Process – concept</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43">
                  <a:extLst>
                    <a:ext uri="{A12FA001-AC4F-418D-AE19-62706E023703}">
                      <ahyp:hlinkClr xmlns:ahyp="http://schemas.microsoft.com/office/drawing/2018/hyperlinkcolor" val="tx"/>
                    </a:ext>
                  </a:extLst>
                </a:hlinkClick>
              </a:rPr>
              <a:t>Hybrid Implementation Process – ceremonies</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44">
                  <a:extLst>
                    <a:ext uri="{A12FA001-AC4F-418D-AE19-62706E023703}">
                      <ahyp:hlinkClr xmlns:ahyp="http://schemas.microsoft.com/office/drawing/2018/hyperlinkcolor" val="tx"/>
                    </a:ext>
                  </a:extLst>
                </a:hlinkClick>
              </a:rPr>
              <a:t>Backlog for REA</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45">
                  <a:extLst>
                    <a:ext uri="{A12FA001-AC4F-418D-AE19-62706E023703}">
                      <ahyp:hlinkClr xmlns:ahyp="http://schemas.microsoft.com/office/drawing/2018/hyperlinkcolor" val="tx"/>
                    </a:ext>
                  </a:extLst>
                </a:hlinkClick>
              </a:rPr>
              <a:t>Sprint Planning</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46">
                  <a:extLst>
                    <a:ext uri="{A12FA001-AC4F-418D-AE19-62706E023703}">
                      <ahyp:hlinkClr xmlns:ahyp="http://schemas.microsoft.com/office/drawing/2018/hyperlinkcolor" val="tx"/>
                    </a:ext>
                  </a:extLst>
                </a:hlinkClick>
              </a:rPr>
              <a:t>Testing during REA</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47">
                  <a:extLst>
                    <a:ext uri="{A12FA001-AC4F-418D-AE19-62706E023703}">
                      <ahyp:hlinkClr xmlns:ahyp="http://schemas.microsoft.com/office/drawing/2018/hyperlinkcolor" val="tx"/>
                    </a:ext>
                  </a:extLst>
                </a:hlinkClick>
              </a:rPr>
              <a:t>Documentation Standards</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48">
                  <a:extLst>
                    <a:ext uri="{A12FA001-AC4F-418D-AE19-62706E023703}">
                      <ahyp:hlinkClr xmlns:ahyp="http://schemas.microsoft.com/office/drawing/2018/hyperlinkcolor" val="tx"/>
                    </a:ext>
                  </a:extLst>
                </a:hlinkClick>
              </a:rPr>
              <a:t>Internal REA Kick-off meeting</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49">
                  <a:extLst>
                    <a:ext uri="{A12FA001-AC4F-418D-AE19-62706E023703}">
                      <ahyp:hlinkClr xmlns:ahyp="http://schemas.microsoft.com/office/drawing/2018/hyperlinkcolor" val="tx"/>
                    </a:ext>
                  </a:extLst>
                </a:hlinkClick>
              </a:rPr>
              <a:t>REA Kick-off meeting</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GB" sz="700">
                <a:solidFill>
                  <a:schemeClr val="tx1"/>
                </a:solidFill>
                <a:hlinkClick r:id="rId50">
                  <a:extLst>
                    <a:ext uri="{A12FA001-AC4F-418D-AE19-62706E023703}">
                      <ahyp:hlinkClr xmlns:ahyp="http://schemas.microsoft.com/office/drawing/2018/hyperlinkcolor" val="tx"/>
                    </a:ext>
                  </a:extLst>
                </a:hlinkClick>
              </a:rPr>
              <a:t>Quality Gate – closing</a:t>
            </a:r>
            <a:endParaRPr lang="en-GB" sz="700">
              <a:solidFill>
                <a:schemeClr val="tx1"/>
              </a:solidFill>
            </a:endParaRPr>
          </a:p>
          <a:p>
            <a:pPr>
              <a:spcAft>
                <a:spcPts val="300"/>
              </a:spcAft>
            </a:pPr>
            <a:endParaRPr lang="en-US" sz="800">
              <a:solidFill>
                <a:schemeClr val="tx1"/>
              </a:solidFill>
            </a:endParaRPr>
          </a:p>
        </p:txBody>
      </p:sp>
      <p:sp>
        <p:nvSpPr>
          <p:cNvPr id="228" name="Rectangle 227">
            <a:extLst>
              <a:ext uri="{FF2B5EF4-FFF2-40B4-BE49-F238E27FC236}">
                <a16:creationId xmlns:a16="http://schemas.microsoft.com/office/drawing/2014/main" id="{F3AB9BAB-5AB7-CFF9-7883-0B0803837391}"/>
              </a:ext>
            </a:extLst>
          </p:cNvPr>
          <p:cNvSpPr/>
          <p:nvPr/>
        </p:nvSpPr>
        <p:spPr>
          <a:xfrm>
            <a:off x="8127410" y="2681838"/>
            <a:ext cx="1368000" cy="3392571"/>
          </a:xfrm>
          <a:prstGeom prst="rect">
            <a:avLst/>
          </a:prstGeom>
          <a:gradFill flip="none" rotWithShape="1">
            <a:gsLst>
              <a:gs pos="20000">
                <a:schemeClr val="bg1"/>
              </a:gs>
              <a:gs pos="0">
                <a:schemeClr val="bg1">
                  <a:lumMod val="85000"/>
                </a:schemeClr>
              </a:gs>
              <a:gs pos="100000">
                <a:schemeClr val="bg1"/>
              </a:gs>
            </a:gsLst>
            <a:lin ang="0" scaled="1"/>
            <a:tileRect/>
          </a:gradFill>
          <a:ln>
            <a:noFill/>
          </a:ln>
        </p:spPr>
        <p:style>
          <a:lnRef idx="3">
            <a:schemeClr val="lt1"/>
          </a:lnRef>
          <a:fillRef idx="1">
            <a:schemeClr val="accent1"/>
          </a:fillRef>
          <a:effectRef idx="1">
            <a:schemeClr val="accent1"/>
          </a:effectRef>
          <a:fontRef idx="minor">
            <a:schemeClr val="lt1"/>
          </a:fontRef>
        </p:style>
        <p:txBody>
          <a:bodyPr tIns="144000" rtlCol="0" anchor="t"/>
          <a:lstStyle/>
          <a:p>
            <a:pPr>
              <a:spcAft>
                <a:spcPts val="300"/>
              </a:spcAft>
              <a:buClr>
                <a:schemeClr val="tx2"/>
              </a:buClr>
            </a:pPr>
            <a:r>
              <a:rPr lang="en-US" sz="900" b="1">
                <a:solidFill>
                  <a:schemeClr val="tx2"/>
                </a:solidFill>
              </a:rPr>
              <a:t>EXECUTE</a:t>
            </a:r>
          </a:p>
          <a:p>
            <a:pPr>
              <a:spcAft>
                <a:spcPts val="300"/>
              </a:spcAft>
              <a:buClr>
                <a:schemeClr val="tx2"/>
              </a:buClr>
            </a:pPr>
            <a:r>
              <a:rPr lang="en-US" sz="900" b="1">
                <a:solidFill>
                  <a:schemeClr val="tx2"/>
                </a:solidFill>
              </a:rPr>
              <a:t>SIT &amp; BRT</a:t>
            </a:r>
          </a:p>
          <a:p>
            <a:pPr marL="72000" indent="-72000">
              <a:spcAft>
                <a:spcPts val="500"/>
              </a:spcAft>
              <a:buClr>
                <a:schemeClr val="tx2"/>
              </a:buClr>
              <a:buFont typeface="Arial" panose="020B0604020202020204" pitchFamily="34" charset="0"/>
              <a:buChar char="•"/>
            </a:pPr>
            <a:r>
              <a:rPr lang="en-US" sz="700">
                <a:solidFill>
                  <a:schemeClr val="tx1"/>
                </a:solidFill>
                <a:hlinkClick r:id="rId51">
                  <a:extLst>
                    <a:ext uri="{A12FA001-AC4F-418D-AE19-62706E023703}">
                      <ahyp:hlinkClr xmlns:ahyp="http://schemas.microsoft.com/office/drawing/2018/hyperlinkcolor" val="tx"/>
                    </a:ext>
                  </a:extLst>
                </a:hlinkClick>
              </a:rPr>
              <a:t>Quality Gate – definition</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52">
                  <a:extLst>
                    <a:ext uri="{A12FA001-AC4F-418D-AE19-62706E023703}">
                      <ahyp:hlinkClr xmlns:ahyp="http://schemas.microsoft.com/office/drawing/2018/hyperlinkcolor" val="tx"/>
                    </a:ext>
                  </a:extLst>
                </a:hlinkClick>
              </a:rPr>
              <a:t>Testing Strategy</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53">
                  <a:extLst>
                    <a:ext uri="{A12FA001-AC4F-418D-AE19-62706E023703}">
                      <ahyp:hlinkClr xmlns:ahyp="http://schemas.microsoft.com/office/drawing/2018/hyperlinkcolor" val="tx"/>
                    </a:ext>
                  </a:extLst>
                </a:hlinkClick>
              </a:rPr>
              <a:t>Testing Tools</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54">
                  <a:extLst>
                    <a:ext uri="{A12FA001-AC4F-418D-AE19-62706E023703}">
                      <ahyp:hlinkClr xmlns:ahyp="http://schemas.microsoft.com/office/drawing/2018/hyperlinkcolor" val="tx"/>
                    </a:ext>
                  </a:extLst>
                </a:hlinkClick>
              </a:rPr>
              <a:t>Test Planning</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55">
                  <a:extLst>
                    <a:ext uri="{A12FA001-AC4F-418D-AE19-62706E023703}">
                      <ahyp:hlinkClr xmlns:ahyp="http://schemas.microsoft.com/office/drawing/2018/hyperlinkcolor" val="tx"/>
                    </a:ext>
                  </a:extLst>
                </a:hlinkClick>
              </a:rPr>
              <a:t>Test Execution and Reporting</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56">
                  <a:extLst>
                    <a:ext uri="{A12FA001-AC4F-418D-AE19-62706E023703}">
                      <ahyp:hlinkClr xmlns:ahyp="http://schemas.microsoft.com/office/drawing/2018/hyperlinkcolor" val="tx"/>
                    </a:ext>
                  </a:extLst>
                </a:hlinkClick>
              </a:rPr>
              <a:t>Defect management</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57">
                  <a:extLst>
                    <a:ext uri="{A12FA001-AC4F-418D-AE19-62706E023703}">
                      <ahyp:hlinkClr xmlns:ahyp="http://schemas.microsoft.com/office/drawing/2018/hyperlinkcolor" val="tx"/>
                    </a:ext>
                  </a:extLst>
                </a:hlinkClick>
              </a:rPr>
              <a:t>Training Plan</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58">
                  <a:extLst>
                    <a:ext uri="{A12FA001-AC4F-418D-AE19-62706E023703}">
                      <ahyp:hlinkClr xmlns:ahyp="http://schemas.microsoft.com/office/drawing/2018/hyperlinkcolor" val="tx"/>
                    </a:ext>
                  </a:extLst>
                </a:hlinkClick>
              </a:rPr>
              <a:t>Quality Gate – closing</a:t>
            </a:r>
            <a:endParaRPr lang="en-US" sz="700">
              <a:solidFill>
                <a:schemeClr val="tx1"/>
              </a:solidFill>
            </a:endParaRPr>
          </a:p>
          <a:p>
            <a:pPr marL="72000" indent="-72000">
              <a:spcAft>
                <a:spcPts val="200"/>
              </a:spcAft>
              <a:buClr>
                <a:schemeClr val="tx2"/>
              </a:buClr>
              <a:buFont typeface="Arial" panose="020B0604020202020204" pitchFamily="34" charset="0"/>
              <a:buChar char="•"/>
            </a:pPr>
            <a:endParaRPr lang="en-US" sz="800">
              <a:solidFill>
                <a:schemeClr val="tx1"/>
              </a:solidFill>
            </a:endParaRPr>
          </a:p>
          <a:p>
            <a:pPr marL="72000" indent="-72000">
              <a:spcAft>
                <a:spcPts val="200"/>
              </a:spcAft>
              <a:buClr>
                <a:schemeClr val="tx2"/>
              </a:buClr>
              <a:buFont typeface="Arial" panose="020B0604020202020204" pitchFamily="34" charset="0"/>
              <a:buChar char="•"/>
            </a:pPr>
            <a:endParaRPr lang="en-US" sz="800">
              <a:solidFill>
                <a:schemeClr val="tx1"/>
              </a:solidFill>
            </a:endParaRPr>
          </a:p>
          <a:p>
            <a:pPr>
              <a:spcAft>
                <a:spcPts val="300"/>
              </a:spcAft>
            </a:pPr>
            <a:endParaRPr lang="en-US" sz="800">
              <a:solidFill>
                <a:schemeClr val="tx1"/>
              </a:solidFill>
            </a:endParaRPr>
          </a:p>
        </p:txBody>
      </p:sp>
      <p:sp>
        <p:nvSpPr>
          <p:cNvPr id="229" name="Rectangle 228">
            <a:extLst>
              <a:ext uri="{FF2B5EF4-FFF2-40B4-BE49-F238E27FC236}">
                <a16:creationId xmlns:a16="http://schemas.microsoft.com/office/drawing/2014/main" id="{58324B18-FE42-4F90-47A8-5AA0DFF9CE48}"/>
              </a:ext>
            </a:extLst>
          </p:cNvPr>
          <p:cNvSpPr/>
          <p:nvPr/>
        </p:nvSpPr>
        <p:spPr>
          <a:xfrm>
            <a:off x="9482543" y="2681838"/>
            <a:ext cx="1368000" cy="3392571"/>
          </a:xfrm>
          <a:prstGeom prst="rect">
            <a:avLst/>
          </a:prstGeom>
          <a:gradFill flip="none" rotWithShape="1">
            <a:gsLst>
              <a:gs pos="20000">
                <a:schemeClr val="bg1"/>
              </a:gs>
              <a:gs pos="0">
                <a:schemeClr val="bg1">
                  <a:lumMod val="85000"/>
                </a:schemeClr>
              </a:gs>
              <a:gs pos="100000">
                <a:schemeClr val="bg1"/>
              </a:gs>
            </a:gsLst>
            <a:lin ang="0" scaled="1"/>
            <a:tileRect/>
          </a:gradFill>
          <a:ln>
            <a:noFill/>
          </a:ln>
        </p:spPr>
        <p:style>
          <a:lnRef idx="3">
            <a:schemeClr val="lt1"/>
          </a:lnRef>
          <a:fillRef idx="1">
            <a:schemeClr val="accent1"/>
          </a:fillRef>
          <a:effectRef idx="1">
            <a:schemeClr val="accent1"/>
          </a:effectRef>
          <a:fontRef idx="minor">
            <a:schemeClr val="lt1"/>
          </a:fontRef>
        </p:style>
        <p:txBody>
          <a:bodyPr tIns="144000" rtlCol="0" anchor="t"/>
          <a:lstStyle/>
          <a:p>
            <a:pPr>
              <a:spcAft>
                <a:spcPts val="300"/>
              </a:spcAft>
              <a:buClr>
                <a:schemeClr val="tx2"/>
              </a:buClr>
            </a:pPr>
            <a:r>
              <a:rPr lang="en-US" sz="900" b="1">
                <a:solidFill>
                  <a:schemeClr val="tx2"/>
                </a:solidFill>
              </a:rPr>
              <a:t>DEPLOY</a:t>
            </a:r>
          </a:p>
          <a:p>
            <a:pPr>
              <a:spcAft>
                <a:spcPts val="300"/>
              </a:spcAft>
              <a:buClr>
                <a:schemeClr val="tx2"/>
              </a:buClr>
            </a:pPr>
            <a:r>
              <a:rPr lang="en-US" sz="900" b="1">
                <a:solidFill>
                  <a:schemeClr val="tx2"/>
                </a:solidFill>
              </a:rPr>
              <a:t>Final preparation </a:t>
            </a:r>
          </a:p>
          <a:p>
            <a:pPr marL="72000" indent="-72000">
              <a:spcAft>
                <a:spcPts val="500"/>
              </a:spcAft>
              <a:buClr>
                <a:schemeClr val="tx2"/>
              </a:buClr>
              <a:buFont typeface="Arial" panose="020B0604020202020204" pitchFamily="34" charset="0"/>
              <a:buChar char="•"/>
            </a:pPr>
            <a:r>
              <a:rPr lang="en-US" sz="700">
                <a:solidFill>
                  <a:schemeClr val="tx1"/>
                </a:solidFill>
                <a:hlinkClick r:id="rId59">
                  <a:extLst>
                    <a:ext uri="{A12FA001-AC4F-418D-AE19-62706E023703}">
                      <ahyp:hlinkClr xmlns:ahyp="http://schemas.microsoft.com/office/drawing/2018/hyperlinkcolor" val="tx"/>
                    </a:ext>
                  </a:extLst>
                </a:hlinkClick>
              </a:rPr>
              <a:t>Quality Gate – definition</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60">
                  <a:extLst>
                    <a:ext uri="{A12FA001-AC4F-418D-AE19-62706E023703}">
                      <ahyp:hlinkClr xmlns:ahyp="http://schemas.microsoft.com/office/drawing/2018/hyperlinkcolor" val="tx"/>
                    </a:ext>
                  </a:extLst>
                </a:hlinkClick>
              </a:rPr>
              <a:t>Final Preparation Kick-off </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err="1">
                <a:solidFill>
                  <a:schemeClr val="tx1"/>
                </a:solidFill>
                <a:hlinkClick r:id="rId61">
                  <a:extLst>
                    <a:ext uri="{A12FA001-AC4F-418D-AE19-62706E023703}">
                      <ahyp:hlinkClr xmlns:ahyp="http://schemas.microsoft.com/office/drawing/2018/hyperlinkcolor" val="tx"/>
                    </a:ext>
                  </a:extLst>
                </a:hlinkClick>
              </a:rPr>
              <a:t>GoLive</a:t>
            </a:r>
            <a:r>
              <a:rPr lang="en-US" sz="700">
                <a:solidFill>
                  <a:schemeClr val="tx1"/>
                </a:solidFill>
                <a:hlinkClick r:id="rId61">
                  <a:extLst>
                    <a:ext uri="{A12FA001-AC4F-418D-AE19-62706E023703}">
                      <ahyp:hlinkClr xmlns:ahyp="http://schemas.microsoft.com/office/drawing/2018/hyperlinkcolor" val="tx"/>
                    </a:ext>
                  </a:extLst>
                </a:hlinkClick>
              </a:rPr>
              <a:t> Readiness</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62">
                  <a:extLst>
                    <a:ext uri="{A12FA001-AC4F-418D-AE19-62706E023703}">
                      <ahyp:hlinkClr xmlns:ahyp="http://schemas.microsoft.com/office/drawing/2018/hyperlinkcolor" val="tx"/>
                    </a:ext>
                  </a:extLst>
                </a:hlinkClick>
              </a:rPr>
              <a:t>Organize Hypercare and Transition</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63">
                  <a:extLst>
                    <a:ext uri="{A12FA001-AC4F-418D-AE19-62706E023703}">
                      <ahyp:hlinkClr xmlns:ahyp="http://schemas.microsoft.com/office/drawing/2018/hyperlinkcolor" val="tx"/>
                    </a:ext>
                  </a:extLst>
                </a:hlinkClick>
              </a:rPr>
              <a:t>Prepare Project Closing</a:t>
            </a:r>
            <a:endParaRPr lang="en-US" sz="700">
              <a:solidFill>
                <a:schemeClr val="tx1"/>
              </a:solidFill>
              <a:hlinkClick r:id="rId64">
                <a:extLst>
                  <a:ext uri="{A12FA001-AC4F-418D-AE19-62706E023703}">
                    <ahyp:hlinkClr xmlns:ahyp="http://schemas.microsoft.com/office/drawing/2018/hyperlinkcolor" val="tx"/>
                  </a:ext>
                </a:extLst>
              </a:hlinkClick>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65">
                  <a:extLst>
                    <a:ext uri="{A12FA001-AC4F-418D-AE19-62706E023703}">
                      <ahyp:hlinkClr xmlns:ahyp="http://schemas.microsoft.com/office/drawing/2018/hyperlinkcolor" val="tx"/>
                    </a:ext>
                  </a:extLst>
                </a:hlinkClick>
              </a:rPr>
              <a:t>Lessons Learned</a:t>
            </a:r>
            <a:endParaRPr lang="en-US" sz="700">
              <a:solidFill>
                <a:schemeClr val="tx1"/>
              </a:solidFill>
              <a:hlinkClick r:id="rId64">
                <a:extLst>
                  <a:ext uri="{A12FA001-AC4F-418D-AE19-62706E023703}">
                    <ahyp:hlinkClr xmlns:ahyp="http://schemas.microsoft.com/office/drawing/2018/hyperlinkcolor" val="tx"/>
                  </a:ext>
                </a:extLst>
              </a:hlinkClick>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66">
                  <a:extLst>
                    <a:ext uri="{A12FA001-AC4F-418D-AE19-62706E023703}">
                      <ahyp:hlinkClr xmlns:ahyp="http://schemas.microsoft.com/office/drawing/2018/hyperlinkcolor" val="tx"/>
                    </a:ext>
                  </a:extLst>
                </a:hlinkClick>
              </a:rPr>
              <a:t>Documentation Archiving and Harvesting</a:t>
            </a:r>
            <a:endParaRPr lang="en-US" sz="700">
              <a:solidFill>
                <a:schemeClr val="tx1"/>
              </a:solidFill>
              <a:hlinkClick r:id="rId64">
                <a:extLst>
                  <a:ext uri="{A12FA001-AC4F-418D-AE19-62706E023703}">
                    <ahyp:hlinkClr xmlns:ahyp="http://schemas.microsoft.com/office/drawing/2018/hyperlinkcolor" val="tx"/>
                  </a:ext>
                </a:extLst>
              </a:hlinkClick>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67">
                  <a:extLst>
                    <a:ext uri="{A12FA001-AC4F-418D-AE19-62706E023703}">
                      <ahyp:hlinkClr xmlns:ahyp="http://schemas.microsoft.com/office/drawing/2018/hyperlinkcolor" val="tx"/>
                    </a:ext>
                  </a:extLst>
                </a:hlinkClick>
              </a:rPr>
              <a:t>Project Closing </a:t>
            </a:r>
            <a:endParaRPr lang="en-US" sz="700">
              <a:solidFill>
                <a:schemeClr val="tx1"/>
              </a:solidFill>
              <a:hlinkClick r:id="rId64">
                <a:extLst>
                  <a:ext uri="{A12FA001-AC4F-418D-AE19-62706E023703}">
                    <ahyp:hlinkClr xmlns:ahyp="http://schemas.microsoft.com/office/drawing/2018/hyperlinkcolor" val="tx"/>
                  </a:ext>
                </a:extLst>
              </a:hlinkClick>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68">
                  <a:extLst>
                    <a:ext uri="{A12FA001-AC4F-418D-AE19-62706E023703}">
                      <ahyp:hlinkClr xmlns:ahyp="http://schemas.microsoft.com/office/drawing/2018/hyperlinkcolor" val="tx"/>
                    </a:ext>
                  </a:extLst>
                </a:hlinkClick>
              </a:rPr>
              <a:t>Quality Gate – closing</a:t>
            </a:r>
            <a:endParaRPr lang="en-US" sz="700">
              <a:solidFill>
                <a:schemeClr val="tx1"/>
              </a:solidFill>
            </a:endParaRPr>
          </a:p>
          <a:p>
            <a:pPr marL="72000" indent="-72000">
              <a:spcAft>
                <a:spcPts val="200"/>
              </a:spcAft>
              <a:buClr>
                <a:schemeClr val="tx2"/>
              </a:buClr>
              <a:buFont typeface="Arial" panose="020B0604020202020204" pitchFamily="34" charset="0"/>
              <a:buChar char="•"/>
            </a:pPr>
            <a:endParaRPr lang="en-US" sz="800">
              <a:solidFill>
                <a:schemeClr val="tx1"/>
              </a:solidFill>
            </a:endParaRPr>
          </a:p>
          <a:p>
            <a:pPr marL="72000" indent="-72000">
              <a:spcAft>
                <a:spcPts val="200"/>
              </a:spcAft>
              <a:buClr>
                <a:schemeClr val="tx2"/>
              </a:buClr>
              <a:buFont typeface="Arial" panose="020B0604020202020204" pitchFamily="34" charset="0"/>
              <a:buChar char="•"/>
            </a:pPr>
            <a:endParaRPr lang="en-US" sz="800">
              <a:solidFill>
                <a:schemeClr val="tx1"/>
              </a:solidFill>
            </a:endParaRPr>
          </a:p>
        </p:txBody>
      </p:sp>
      <p:sp>
        <p:nvSpPr>
          <p:cNvPr id="248" name="Rectangle 247">
            <a:extLst>
              <a:ext uri="{FF2B5EF4-FFF2-40B4-BE49-F238E27FC236}">
                <a16:creationId xmlns:a16="http://schemas.microsoft.com/office/drawing/2014/main" id="{2890DF55-F1A1-92BB-7C27-4A2C71D314B6}"/>
              </a:ext>
            </a:extLst>
          </p:cNvPr>
          <p:cNvSpPr/>
          <p:nvPr/>
        </p:nvSpPr>
        <p:spPr>
          <a:xfrm>
            <a:off x="10837674" y="2681838"/>
            <a:ext cx="1368000" cy="3392571"/>
          </a:xfrm>
          <a:prstGeom prst="rect">
            <a:avLst/>
          </a:prstGeom>
          <a:gradFill flip="none" rotWithShape="1">
            <a:gsLst>
              <a:gs pos="20000">
                <a:schemeClr val="bg1"/>
              </a:gs>
              <a:gs pos="0">
                <a:schemeClr val="bg1">
                  <a:lumMod val="85000"/>
                </a:schemeClr>
              </a:gs>
              <a:gs pos="100000">
                <a:schemeClr val="bg1"/>
              </a:gs>
            </a:gsLst>
            <a:lin ang="0" scaled="1"/>
            <a:tileRect/>
          </a:gradFill>
          <a:ln>
            <a:noFill/>
          </a:ln>
        </p:spPr>
        <p:style>
          <a:lnRef idx="3">
            <a:schemeClr val="lt1"/>
          </a:lnRef>
          <a:fillRef idx="1">
            <a:schemeClr val="accent1"/>
          </a:fillRef>
          <a:effectRef idx="1">
            <a:schemeClr val="accent1"/>
          </a:effectRef>
          <a:fontRef idx="minor">
            <a:schemeClr val="lt1"/>
          </a:fontRef>
        </p:style>
        <p:txBody>
          <a:bodyPr tIns="144000" rtlCol="0" anchor="t"/>
          <a:lstStyle/>
          <a:p>
            <a:pPr>
              <a:spcAft>
                <a:spcPts val="300"/>
              </a:spcAft>
              <a:buClr>
                <a:schemeClr val="tx2"/>
              </a:buClr>
            </a:pPr>
            <a:r>
              <a:rPr lang="en-US" sz="900" b="1">
                <a:solidFill>
                  <a:schemeClr val="tx2"/>
                </a:solidFill>
              </a:rPr>
              <a:t>MONITOR &amp; CONTROL</a:t>
            </a:r>
          </a:p>
          <a:p>
            <a:pPr marL="72000" indent="-72000">
              <a:spcAft>
                <a:spcPts val="500"/>
              </a:spcAft>
              <a:buClr>
                <a:schemeClr val="tx2"/>
              </a:buClr>
              <a:buFont typeface="Arial" panose="020B0604020202020204" pitchFamily="34" charset="0"/>
              <a:buChar char="•"/>
            </a:pPr>
            <a:r>
              <a:rPr lang="en-US" sz="700">
                <a:solidFill>
                  <a:schemeClr val="tx1"/>
                </a:solidFill>
                <a:hlinkClick r:id="rId69">
                  <a:extLst>
                    <a:ext uri="{A12FA001-AC4F-418D-AE19-62706E023703}">
                      <ahyp:hlinkClr xmlns:ahyp="http://schemas.microsoft.com/office/drawing/2018/hyperlinkcolor" val="tx"/>
                    </a:ext>
                  </a:extLst>
                </a:hlinkClick>
              </a:rPr>
              <a:t>Record Keeping</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70">
                  <a:extLst>
                    <a:ext uri="{A12FA001-AC4F-418D-AE19-62706E023703}">
                      <ahyp:hlinkClr xmlns:ahyp="http://schemas.microsoft.com/office/drawing/2018/hyperlinkcolor" val="tx"/>
                    </a:ext>
                  </a:extLst>
                </a:hlinkClick>
              </a:rPr>
              <a:t>Manage Governance</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71">
                  <a:extLst>
                    <a:ext uri="{A12FA001-AC4F-418D-AE19-62706E023703}">
                      <ahyp:hlinkClr xmlns:ahyp="http://schemas.microsoft.com/office/drawing/2018/hyperlinkcolor" val="tx"/>
                    </a:ext>
                  </a:extLst>
                </a:hlinkClick>
              </a:rPr>
              <a:t>Manage Contract</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72">
                  <a:extLst>
                    <a:ext uri="{A12FA001-AC4F-418D-AE19-62706E023703}">
                      <ahyp:hlinkClr xmlns:ahyp="http://schemas.microsoft.com/office/drawing/2018/hyperlinkcolor" val="tx"/>
                    </a:ext>
                  </a:extLst>
                </a:hlinkClick>
              </a:rPr>
              <a:t>Manage Change Requests</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73">
                  <a:extLst>
                    <a:ext uri="{A12FA001-AC4F-418D-AE19-62706E023703}">
                      <ahyp:hlinkClr xmlns:ahyp="http://schemas.microsoft.com/office/drawing/2018/hyperlinkcolor" val="tx"/>
                    </a:ext>
                  </a:extLst>
                </a:hlinkClick>
              </a:rPr>
              <a:t>Manage Scope</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74">
                  <a:extLst>
                    <a:ext uri="{A12FA001-AC4F-418D-AE19-62706E023703}">
                      <ahyp:hlinkClr xmlns:ahyp="http://schemas.microsoft.com/office/drawing/2018/hyperlinkcolor" val="tx"/>
                    </a:ext>
                  </a:extLst>
                </a:hlinkClick>
              </a:rPr>
              <a:t>Manage Time</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75">
                  <a:extLst>
                    <a:ext uri="{A12FA001-AC4F-418D-AE19-62706E023703}">
                      <ahyp:hlinkClr xmlns:ahyp="http://schemas.microsoft.com/office/drawing/2018/hyperlinkcolor" val="tx"/>
                    </a:ext>
                  </a:extLst>
                </a:hlinkClick>
              </a:rPr>
              <a:t>Manage Budget</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76">
                  <a:extLst>
                    <a:ext uri="{A12FA001-AC4F-418D-AE19-62706E023703}">
                      <ahyp:hlinkClr xmlns:ahyp="http://schemas.microsoft.com/office/drawing/2018/hyperlinkcolor" val="tx"/>
                    </a:ext>
                  </a:extLst>
                </a:hlinkClick>
              </a:rPr>
              <a:t>Manage Quality</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77">
                  <a:extLst>
                    <a:ext uri="{A12FA001-AC4F-418D-AE19-62706E023703}">
                      <ahyp:hlinkClr xmlns:ahyp="http://schemas.microsoft.com/office/drawing/2018/hyperlinkcolor" val="tx"/>
                    </a:ext>
                  </a:extLst>
                </a:hlinkClick>
              </a:rPr>
              <a:t>Manage Risk</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78">
                  <a:extLst>
                    <a:ext uri="{A12FA001-AC4F-418D-AE19-62706E023703}">
                      <ahyp:hlinkClr xmlns:ahyp="http://schemas.microsoft.com/office/drawing/2018/hyperlinkcolor" val="tx"/>
                    </a:ext>
                  </a:extLst>
                </a:hlinkClick>
              </a:rPr>
              <a:t>Manage Communication</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79">
                  <a:extLst>
                    <a:ext uri="{A12FA001-AC4F-418D-AE19-62706E023703}">
                      <ahyp:hlinkClr xmlns:ahyp="http://schemas.microsoft.com/office/drawing/2018/hyperlinkcolor" val="tx"/>
                    </a:ext>
                  </a:extLst>
                </a:hlinkClick>
              </a:rPr>
              <a:t>Manage Testing</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80">
                  <a:extLst>
                    <a:ext uri="{A12FA001-AC4F-418D-AE19-62706E023703}">
                      <ahyp:hlinkClr xmlns:ahyp="http://schemas.microsoft.com/office/drawing/2018/hyperlinkcolor" val="tx"/>
                    </a:ext>
                  </a:extLst>
                </a:hlinkClick>
              </a:rPr>
              <a:t>Manage Workbook</a:t>
            </a:r>
            <a:endParaRPr lang="en-US" sz="700">
              <a:solidFill>
                <a:schemeClr val="tx1"/>
              </a:solidFill>
            </a:endParaRPr>
          </a:p>
          <a:p>
            <a:pPr marL="72000" indent="-72000">
              <a:spcAft>
                <a:spcPts val="500"/>
              </a:spcAft>
              <a:buClr>
                <a:schemeClr val="tx2"/>
              </a:buClr>
              <a:buFont typeface="Arial" panose="020B0604020202020204" pitchFamily="34" charset="0"/>
              <a:buChar char="•"/>
            </a:pPr>
            <a:endParaRPr lang="en-US" sz="700">
              <a:solidFill>
                <a:schemeClr val="tx1"/>
              </a:solidFill>
            </a:endParaRPr>
          </a:p>
        </p:txBody>
      </p:sp>
      <p:sp>
        <p:nvSpPr>
          <p:cNvPr id="250" name="Rectangle 249">
            <a:extLst>
              <a:ext uri="{FF2B5EF4-FFF2-40B4-BE49-F238E27FC236}">
                <a16:creationId xmlns:a16="http://schemas.microsoft.com/office/drawing/2014/main" id="{17F1BE88-0494-1AF6-6124-4139A690DFEC}"/>
              </a:ext>
            </a:extLst>
          </p:cNvPr>
          <p:cNvSpPr/>
          <p:nvPr/>
        </p:nvSpPr>
        <p:spPr>
          <a:xfrm>
            <a:off x="4062011" y="2681838"/>
            <a:ext cx="1368000" cy="3392571"/>
          </a:xfrm>
          <a:prstGeom prst="rect">
            <a:avLst/>
          </a:prstGeom>
          <a:gradFill flip="none" rotWithShape="1">
            <a:gsLst>
              <a:gs pos="20000">
                <a:schemeClr val="bg1"/>
              </a:gs>
              <a:gs pos="0">
                <a:schemeClr val="bg1">
                  <a:lumMod val="85000"/>
                </a:schemeClr>
              </a:gs>
              <a:gs pos="100000">
                <a:schemeClr val="bg1"/>
              </a:gs>
            </a:gsLst>
            <a:lin ang="0" scaled="1"/>
            <a:tileRect/>
          </a:gradFill>
          <a:ln>
            <a:noFill/>
          </a:ln>
        </p:spPr>
        <p:style>
          <a:lnRef idx="3">
            <a:schemeClr val="lt1"/>
          </a:lnRef>
          <a:fillRef idx="1">
            <a:schemeClr val="accent1"/>
          </a:fillRef>
          <a:effectRef idx="1">
            <a:schemeClr val="accent1"/>
          </a:effectRef>
          <a:fontRef idx="minor">
            <a:schemeClr val="lt1"/>
          </a:fontRef>
        </p:style>
        <p:txBody>
          <a:bodyPr tIns="144000" rtlCol="0" anchor="t"/>
          <a:lstStyle/>
          <a:p>
            <a:pPr>
              <a:spcAft>
                <a:spcPts val="300"/>
              </a:spcAft>
              <a:buClr>
                <a:schemeClr val="tx2"/>
              </a:buClr>
            </a:pPr>
            <a:r>
              <a:rPr lang="en-GB" sz="900" b="1">
                <a:solidFill>
                  <a:schemeClr val="tx2"/>
                </a:solidFill>
              </a:rPr>
              <a:t>EXPLORE</a:t>
            </a:r>
            <a:endParaRPr lang="en-US" sz="900" b="1">
              <a:solidFill>
                <a:schemeClr val="tx2"/>
              </a:solidFill>
            </a:endParaRPr>
          </a:p>
          <a:p>
            <a:pPr>
              <a:spcAft>
                <a:spcPts val="300"/>
              </a:spcAft>
              <a:buClr>
                <a:schemeClr val="tx2"/>
              </a:buClr>
            </a:pPr>
            <a:r>
              <a:rPr lang="en-US" sz="900" b="1">
                <a:solidFill>
                  <a:schemeClr val="tx2"/>
                </a:solidFill>
              </a:rPr>
              <a:t>Inception</a:t>
            </a:r>
          </a:p>
          <a:p>
            <a:pPr marL="72000" indent="-72000">
              <a:spcAft>
                <a:spcPts val="500"/>
              </a:spcAft>
              <a:buClr>
                <a:schemeClr val="tx2"/>
              </a:buClr>
              <a:buFont typeface="Arial" panose="020B0604020202020204" pitchFamily="34" charset="0"/>
              <a:buChar char="•"/>
            </a:pPr>
            <a:r>
              <a:rPr lang="en-GB" sz="700">
                <a:solidFill>
                  <a:schemeClr val="tx1"/>
                </a:solidFill>
                <a:hlinkClick r:id="rId81">
                  <a:extLst>
                    <a:ext uri="{A12FA001-AC4F-418D-AE19-62706E023703}">
                      <ahyp:hlinkClr xmlns:ahyp="http://schemas.microsoft.com/office/drawing/2018/hyperlinkcolor" val="tx"/>
                    </a:ext>
                  </a:extLst>
                </a:hlinkClick>
              </a:rPr>
              <a:t>Quality Gate – definition</a:t>
            </a:r>
            <a:endParaRPr lang="en-GB" sz="700">
              <a:solidFill>
                <a:schemeClr val="tx1"/>
              </a:solidFill>
            </a:endParaRPr>
          </a:p>
          <a:p>
            <a:pPr>
              <a:spcAft>
                <a:spcPts val="300"/>
              </a:spcAft>
              <a:buClr>
                <a:schemeClr val="tx2"/>
              </a:buClr>
            </a:pPr>
            <a:r>
              <a:rPr lang="en-US" sz="700" b="1">
                <a:solidFill>
                  <a:schemeClr val="tx1"/>
                </a:solidFill>
              </a:rPr>
              <a:t>Customer Process Discovery (CPD)</a:t>
            </a:r>
          </a:p>
          <a:p>
            <a:pPr marL="72000" indent="-72000">
              <a:spcAft>
                <a:spcPts val="500"/>
              </a:spcAft>
              <a:buClr>
                <a:schemeClr val="tx2"/>
              </a:buClr>
              <a:buFont typeface="Arial" panose="020B0604020202020204" pitchFamily="34" charset="0"/>
              <a:buChar char="•"/>
            </a:pPr>
            <a:r>
              <a:rPr lang="en-GB" sz="700">
                <a:solidFill>
                  <a:schemeClr val="tx1"/>
                </a:solidFill>
                <a:hlinkClick r:id="rId82">
                  <a:extLst>
                    <a:ext uri="{A12FA001-AC4F-418D-AE19-62706E023703}">
                      <ahyp:hlinkClr xmlns:ahyp="http://schemas.microsoft.com/office/drawing/2018/hyperlinkcolor" val="tx"/>
                    </a:ext>
                  </a:extLst>
                </a:hlinkClick>
              </a:rPr>
              <a:t>Customer Process Discovery workshops – plan</a:t>
            </a:r>
            <a:endParaRPr lang="en-GB" sz="700">
              <a:solidFill>
                <a:schemeClr val="tx1"/>
              </a:solidFill>
            </a:endParaRPr>
          </a:p>
          <a:p>
            <a:pPr>
              <a:spcAft>
                <a:spcPts val="300"/>
              </a:spcAft>
              <a:buClr>
                <a:schemeClr val="tx2"/>
              </a:buClr>
            </a:pPr>
            <a:r>
              <a:rPr lang="en-US" sz="700" b="1">
                <a:solidFill>
                  <a:schemeClr val="tx1"/>
                </a:solidFill>
              </a:rPr>
              <a:t>Conceptual Design (CCD)</a:t>
            </a:r>
          </a:p>
          <a:p>
            <a:pPr marL="72000" indent="-72000">
              <a:spcAft>
                <a:spcPts val="500"/>
              </a:spcAft>
              <a:buClr>
                <a:schemeClr val="tx2"/>
              </a:buClr>
              <a:buFont typeface="Arial" panose="020B0604020202020204" pitchFamily="34" charset="0"/>
              <a:buChar char="•"/>
            </a:pPr>
            <a:r>
              <a:rPr lang="en-US" sz="700">
                <a:solidFill>
                  <a:schemeClr val="tx1"/>
                </a:solidFill>
                <a:hlinkClick r:id="rId83">
                  <a:extLst>
                    <a:ext uri="{A12FA001-AC4F-418D-AE19-62706E023703}">
                      <ahyp:hlinkClr xmlns:ahyp="http://schemas.microsoft.com/office/drawing/2018/hyperlinkcolor" val="tx"/>
                    </a:ext>
                  </a:extLst>
                </a:hlinkClick>
              </a:rPr>
              <a:t>Conceptual Design workshops – plan</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84">
                  <a:extLst>
                    <a:ext uri="{A12FA001-AC4F-418D-AE19-62706E023703}">
                      <ahyp:hlinkClr xmlns:ahyp="http://schemas.microsoft.com/office/drawing/2018/hyperlinkcolor" val="tx"/>
                    </a:ext>
                  </a:extLst>
                </a:hlinkClick>
              </a:rPr>
              <a:t>Business Process Master List (BPML)</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85">
                  <a:extLst>
                    <a:ext uri="{A12FA001-AC4F-418D-AE19-62706E023703}">
                      <ahyp:hlinkClr xmlns:ahyp="http://schemas.microsoft.com/office/drawing/2018/hyperlinkcolor" val="tx"/>
                    </a:ext>
                  </a:extLst>
                </a:hlinkClick>
              </a:rPr>
              <a:t>Backlog for BBP phase</a:t>
            </a:r>
            <a:br>
              <a:rPr lang="en-US" sz="700">
                <a:solidFill>
                  <a:schemeClr val="tx1"/>
                </a:solidFill>
              </a:rPr>
            </a:br>
            <a:endParaRPr lang="en-US" sz="700">
              <a:solidFill>
                <a:schemeClr val="tx1"/>
              </a:solidFill>
            </a:endParaRPr>
          </a:p>
          <a:p>
            <a:pPr>
              <a:spcAft>
                <a:spcPts val="300"/>
              </a:spcAft>
            </a:pPr>
            <a:endParaRPr lang="en-US" sz="900" b="1">
              <a:solidFill>
                <a:schemeClr val="tx1"/>
              </a:solidFill>
            </a:endParaRPr>
          </a:p>
          <a:p>
            <a:pPr>
              <a:spcAft>
                <a:spcPts val="300"/>
              </a:spcAft>
            </a:pPr>
            <a:endParaRPr lang="en-US" sz="800">
              <a:solidFill>
                <a:schemeClr val="tx1"/>
              </a:solidFill>
            </a:endParaRPr>
          </a:p>
        </p:txBody>
      </p:sp>
      <p:sp>
        <p:nvSpPr>
          <p:cNvPr id="253" name="Rectangle 252">
            <a:extLst>
              <a:ext uri="{FF2B5EF4-FFF2-40B4-BE49-F238E27FC236}">
                <a16:creationId xmlns:a16="http://schemas.microsoft.com/office/drawing/2014/main" id="{43C728E2-C85C-FFE2-F77F-123D00C2B817}"/>
              </a:ext>
            </a:extLst>
          </p:cNvPr>
          <p:cNvSpPr/>
          <p:nvPr/>
        </p:nvSpPr>
        <p:spPr>
          <a:xfrm>
            <a:off x="5417144" y="2681838"/>
            <a:ext cx="1368000" cy="3392571"/>
          </a:xfrm>
          <a:prstGeom prst="rect">
            <a:avLst/>
          </a:prstGeom>
          <a:gradFill flip="none" rotWithShape="1">
            <a:gsLst>
              <a:gs pos="20000">
                <a:schemeClr val="bg1"/>
              </a:gs>
              <a:gs pos="0">
                <a:schemeClr val="bg1">
                  <a:lumMod val="85000"/>
                </a:schemeClr>
              </a:gs>
              <a:gs pos="100000">
                <a:schemeClr val="bg1"/>
              </a:gs>
            </a:gsLst>
            <a:lin ang="0" scaled="1"/>
            <a:tileRect/>
          </a:gradFill>
          <a:ln>
            <a:noFill/>
          </a:ln>
        </p:spPr>
        <p:style>
          <a:lnRef idx="3">
            <a:schemeClr val="lt1"/>
          </a:lnRef>
          <a:fillRef idx="1">
            <a:schemeClr val="accent1"/>
          </a:fillRef>
          <a:effectRef idx="1">
            <a:schemeClr val="accent1"/>
          </a:effectRef>
          <a:fontRef idx="minor">
            <a:schemeClr val="lt1"/>
          </a:fontRef>
        </p:style>
        <p:txBody>
          <a:bodyPr tIns="144000" rtlCol="0" anchor="t"/>
          <a:lstStyle/>
          <a:p>
            <a:pPr>
              <a:spcAft>
                <a:spcPts val="300"/>
              </a:spcAft>
              <a:buClr>
                <a:schemeClr val="tx2"/>
              </a:buClr>
            </a:pPr>
            <a:r>
              <a:rPr lang="en-US" sz="900" b="1">
                <a:solidFill>
                  <a:schemeClr val="tx2"/>
                </a:solidFill>
              </a:rPr>
              <a:t>EXPLORE</a:t>
            </a:r>
          </a:p>
          <a:p>
            <a:pPr>
              <a:spcAft>
                <a:spcPts val="300"/>
              </a:spcAft>
              <a:buClr>
                <a:schemeClr val="tx2"/>
              </a:buClr>
            </a:pPr>
            <a:r>
              <a:rPr lang="en-US" sz="900" b="1">
                <a:solidFill>
                  <a:schemeClr val="tx2"/>
                </a:solidFill>
              </a:rPr>
              <a:t>Blueprint (BBP)</a:t>
            </a:r>
          </a:p>
          <a:p>
            <a:pPr>
              <a:spcAft>
                <a:spcPts val="300"/>
              </a:spcAft>
              <a:buClr>
                <a:schemeClr val="tx2"/>
              </a:buClr>
            </a:pPr>
            <a:r>
              <a:rPr lang="en-US" sz="700" b="1">
                <a:solidFill>
                  <a:schemeClr val="tx1"/>
                </a:solidFill>
              </a:rPr>
              <a:t>Fit-to-standard (F2S)</a:t>
            </a:r>
          </a:p>
          <a:p>
            <a:pPr marL="72000" indent="-72000">
              <a:spcAft>
                <a:spcPts val="500"/>
              </a:spcAft>
              <a:buClr>
                <a:schemeClr val="tx2"/>
              </a:buClr>
              <a:buFont typeface="Arial" panose="020B0604020202020204" pitchFamily="34" charset="0"/>
              <a:buChar char="•"/>
            </a:pPr>
            <a:r>
              <a:rPr lang="en-US" sz="700">
                <a:solidFill>
                  <a:schemeClr val="tx1"/>
                </a:solidFill>
                <a:hlinkClick r:id="rId86">
                  <a:extLst>
                    <a:ext uri="{A12FA001-AC4F-418D-AE19-62706E023703}">
                      <ahyp:hlinkClr xmlns:ahyp="http://schemas.microsoft.com/office/drawing/2018/hyperlinkcolor" val="tx"/>
                    </a:ext>
                  </a:extLst>
                </a:hlinkClick>
              </a:rPr>
              <a:t>Fit-to-Standard workshops – plan</a:t>
            </a:r>
            <a:endParaRPr lang="en-US" sz="700">
              <a:solidFill>
                <a:schemeClr val="tx1"/>
              </a:solidFill>
            </a:endParaRPr>
          </a:p>
          <a:p>
            <a:pPr>
              <a:spcAft>
                <a:spcPts val="300"/>
              </a:spcAft>
              <a:buClr>
                <a:schemeClr val="tx2"/>
              </a:buClr>
            </a:pPr>
            <a:r>
              <a:rPr lang="en-US" sz="700" b="1">
                <a:solidFill>
                  <a:schemeClr val="tx1"/>
                </a:solidFill>
              </a:rPr>
              <a:t>Blueprint (BBP)</a:t>
            </a:r>
          </a:p>
          <a:p>
            <a:pPr marL="72000" indent="-72000">
              <a:spcAft>
                <a:spcPts val="500"/>
              </a:spcAft>
              <a:buClr>
                <a:schemeClr val="tx2"/>
              </a:buClr>
              <a:buFont typeface="Arial" panose="020B0604020202020204" pitchFamily="34" charset="0"/>
              <a:buChar char="•"/>
            </a:pPr>
            <a:r>
              <a:rPr lang="en-US" sz="700">
                <a:solidFill>
                  <a:schemeClr val="tx1"/>
                </a:solidFill>
                <a:hlinkClick r:id="rId87">
                  <a:extLst>
                    <a:ext uri="{A12FA001-AC4F-418D-AE19-62706E023703}">
                      <ahyp:hlinkClr xmlns:ahyp="http://schemas.microsoft.com/office/drawing/2018/hyperlinkcolor" val="tx"/>
                    </a:ext>
                  </a:extLst>
                </a:hlinkClick>
              </a:rPr>
              <a:t>Blueprint workshops - plan</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88">
                  <a:extLst>
                    <a:ext uri="{A12FA001-AC4F-418D-AE19-62706E023703}">
                      <ahyp:hlinkClr xmlns:ahyp="http://schemas.microsoft.com/office/drawing/2018/hyperlinkcolor" val="tx"/>
                    </a:ext>
                  </a:extLst>
                </a:hlinkClick>
              </a:rPr>
              <a:t>Standards for BBP documents</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89">
                  <a:extLst>
                    <a:ext uri="{A12FA001-AC4F-418D-AE19-62706E023703}">
                      <ahyp:hlinkClr xmlns:ahyp="http://schemas.microsoft.com/office/drawing/2018/hyperlinkcolor" val="tx"/>
                    </a:ext>
                  </a:extLst>
                </a:hlinkClick>
              </a:rPr>
              <a:t>Internal BBP Kick-off meeting</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90">
                  <a:extLst>
                    <a:ext uri="{A12FA001-AC4F-418D-AE19-62706E023703}">
                      <ahyp:hlinkClr xmlns:ahyp="http://schemas.microsoft.com/office/drawing/2018/hyperlinkcolor" val="tx"/>
                    </a:ext>
                  </a:extLst>
                </a:hlinkClick>
              </a:rPr>
              <a:t>BBP Kick-off meeting</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GB" sz="700">
                <a:solidFill>
                  <a:schemeClr val="tx1"/>
                </a:solidFill>
                <a:hlinkClick r:id="rId91">
                  <a:extLst>
                    <a:ext uri="{A12FA001-AC4F-418D-AE19-62706E023703}">
                      <ahyp:hlinkClr xmlns:ahyp="http://schemas.microsoft.com/office/drawing/2018/hyperlinkcolor" val="tx"/>
                    </a:ext>
                  </a:extLst>
                </a:hlinkClick>
              </a:rPr>
              <a:t>Sign-off and updated baselines and plans</a:t>
            </a:r>
            <a:endParaRPr lang="en-GB" sz="700">
              <a:solidFill>
                <a:schemeClr val="tx1"/>
              </a:solidFill>
            </a:endParaRPr>
          </a:p>
          <a:p>
            <a:pPr marL="72000" indent="-72000">
              <a:spcAft>
                <a:spcPts val="500"/>
              </a:spcAft>
              <a:buClr>
                <a:schemeClr val="tx2"/>
              </a:buClr>
              <a:buFont typeface="Arial" panose="020B0604020202020204" pitchFamily="34" charset="0"/>
              <a:buChar char="•"/>
            </a:pPr>
            <a:r>
              <a:rPr lang="en-GB" sz="700">
                <a:solidFill>
                  <a:schemeClr val="tx1"/>
                </a:solidFill>
                <a:hlinkClick r:id="rId92">
                  <a:extLst>
                    <a:ext uri="{A12FA001-AC4F-418D-AE19-62706E023703}">
                      <ahyp:hlinkClr xmlns:ahyp="http://schemas.microsoft.com/office/drawing/2018/hyperlinkcolor" val="tx"/>
                    </a:ext>
                  </a:extLst>
                </a:hlinkClick>
              </a:rPr>
              <a:t>Stakeholder Mgmt </a:t>
            </a:r>
            <a:endParaRPr lang="en-GB" sz="700">
              <a:solidFill>
                <a:schemeClr val="tx1"/>
              </a:solidFill>
            </a:endParaRPr>
          </a:p>
          <a:p>
            <a:pPr marL="72000" indent="-72000">
              <a:spcAft>
                <a:spcPts val="500"/>
              </a:spcAft>
              <a:buClr>
                <a:schemeClr val="tx2"/>
              </a:buClr>
              <a:buFont typeface="Arial" panose="020B0604020202020204" pitchFamily="34" charset="0"/>
              <a:buChar char="•"/>
            </a:pPr>
            <a:r>
              <a:rPr lang="en-GB" sz="700">
                <a:solidFill>
                  <a:schemeClr val="tx1"/>
                </a:solidFill>
                <a:hlinkClick r:id="rId93">
                  <a:extLst>
                    <a:ext uri="{A12FA001-AC4F-418D-AE19-62706E023703}">
                      <ahyp:hlinkClr xmlns:ahyp="http://schemas.microsoft.com/office/drawing/2018/hyperlinkcolor" val="tx"/>
                    </a:ext>
                  </a:extLst>
                </a:hlinkClick>
              </a:rPr>
              <a:t>Change Impact Analysis</a:t>
            </a:r>
            <a:endParaRPr lang="en-GB" sz="700">
              <a:solidFill>
                <a:schemeClr val="tx1"/>
              </a:solidFill>
            </a:endParaRPr>
          </a:p>
          <a:p>
            <a:pPr marL="72000" indent="-72000">
              <a:spcAft>
                <a:spcPts val="500"/>
              </a:spcAft>
              <a:buClr>
                <a:schemeClr val="tx2"/>
              </a:buClr>
              <a:buFont typeface="Arial" panose="020B0604020202020204" pitchFamily="34" charset="0"/>
              <a:buChar char="•"/>
            </a:pPr>
            <a:r>
              <a:rPr lang="en-GB" sz="700">
                <a:solidFill>
                  <a:schemeClr val="tx1"/>
                </a:solidFill>
                <a:hlinkClick r:id="rId94">
                  <a:extLst>
                    <a:ext uri="{A12FA001-AC4F-418D-AE19-62706E023703}">
                      <ahyp:hlinkClr xmlns:ahyp="http://schemas.microsoft.com/office/drawing/2018/hyperlinkcolor" val="tx"/>
                    </a:ext>
                  </a:extLst>
                </a:hlinkClick>
              </a:rPr>
              <a:t>Change &amp; Communication Plan</a:t>
            </a:r>
            <a:endParaRPr lang="en-GB" sz="700">
              <a:solidFill>
                <a:schemeClr val="tx1"/>
              </a:solidFill>
            </a:endParaRPr>
          </a:p>
          <a:p>
            <a:pPr marL="72000" indent="-72000">
              <a:spcAft>
                <a:spcPts val="500"/>
              </a:spcAft>
              <a:buClr>
                <a:schemeClr val="tx2"/>
              </a:buClr>
              <a:buFont typeface="Arial" panose="020B0604020202020204" pitchFamily="34" charset="0"/>
              <a:buChar char="•"/>
            </a:pPr>
            <a:r>
              <a:rPr lang="en-GB" sz="700">
                <a:solidFill>
                  <a:schemeClr val="tx1"/>
                </a:solidFill>
                <a:hlinkClick r:id="rId95">
                  <a:extLst>
                    <a:ext uri="{A12FA001-AC4F-418D-AE19-62706E023703}">
                      <ahyp:hlinkClr xmlns:ahyp="http://schemas.microsoft.com/office/drawing/2018/hyperlinkcolor" val="tx"/>
                    </a:ext>
                  </a:extLst>
                </a:hlinkClick>
              </a:rPr>
              <a:t>Quality Gate – closing</a:t>
            </a:r>
            <a:endParaRPr lang="en-GB" sz="700">
              <a:solidFill>
                <a:schemeClr val="tx1"/>
              </a:solidFill>
            </a:endParaRPr>
          </a:p>
          <a:p>
            <a:pPr marL="72000" indent="-72000">
              <a:spcAft>
                <a:spcPts val="300"/>
              </a:spcAft>
              <a:buClr>
                <a:schemeClr val="tx2"/>
              </a:buClr>
              <a:buFont typeface="Arial" panose="020B0604020202020204" pitchFamily="34" charset="0"/>
              <a:buChar char="•"/>
            </a:pPr>
            <a:endParaRPr lang="en-US" sz="700">
              <a:solidFill>
                <a:schemeClr val="tx1"/>
              </a:solidFill>
            </a:endParaRPr>
          </a:p>
          <a:p>
            <a:pPr marL="72000" indent="-72000">
              <a:spcAft>
                <a:spcPts val="200"/>
              </a:spcAft>
              <a:buClr>
                <a:schemeClr val="tx2"/>
              </a:buClr>
              <a:buFont typeface="Arial" panose="020B0604020202020204" pitchFamily="34" charset="0"/>
              <a:buChar char="•"/>
            </a:pPr>
            <a:endParaRPr lang="en-US" sz="900">
              <a:solidFill>
                <a:schemeClr val="tx1"/>
              </a:solidFill>
            </a:endParaRPr>
          </a:p>
          <a:p>
            <a:pPr>
              <a:spcAft>
                <a:spcPts val="300"/>
              </a:spcAft>
            </a:pPr>
            <a:endParaRPr lang="en-US" sz="800">
              <a:solidFill>
                <a:schemeClr val="tx1"/>
              </a:solidFill>
            </a:endParaRPr>
          </a:p>
        </p:txBody>
      </p:sp>
      <p:sp>
        <p:nvSpPr>
          <p:cNvPr id="271" name="Rectangle 270">
            <a:extLst>
              <a:ext uri="{FF2B5EF4-FFF2-40B4-BE49-F238E27FC236}">
                <a16:creationId xmlns:a16="http://schemas.microsoft.com/office/drawing/2014/main" id="{A52CF2DB-4DF9-12FD-9B66-1C7C01440448}"/>
              </a:ext>
            </a:extLst>
          </p:cNvPr>
          <p:cNvSpPr/>
          <p:nvPr/>
        </p:nvSpPr>
        <p:spPr>
          <a:xfrm>
            <a:off x="2674624" y="4769184"/>
            <a:ext cx="1368000" cy="1305225"/>
          </a:xfrm>
          <a:prstGeom prst="rect">
            <a:avLst/>
          </a:prstGeom>
          <a:gradFill flip="none" rotWithShape="1">
            <a:gsLst>
              <a:gs pos="20000">
                <a:schemeClr val="bg1"/>
              </a:gs>
              <a:gs pos="0">
                <a:schemeClr val="bg1">
                  <a:lumMod val="85000"/>
                </a:schemeClr>
              </a:gs>
              <a:gs pos="100000">
                <a:schemeClr val="bg1"/>
              </a:gs>
            </a:gsLst>
            <a:lin ang="0" scaled="1"/>
            <a:tileRect/>
          </a:gradFill>
          <a:ln>
            <a:noFill/>
          </a:ln>
        </p:spPr>
        <p:style>
          <a:lnRef idx="3">
            <a:schemeClr val="lt1"/>
          </a:lnRef>
          <a:fillRef idx="1">
            <a:schemeClr val="accent1"/>
          </a:fillRef>
          <a:effectRef idx="1">
            <a:schemeClr val="accent1"/>
          </a:effectRef>
          <a:fontRef idx="minor">
            <a:schemeClr val="lt1"/>
          </a:fontRef>
        </p:style>
        <p:txBody>
          <a:bodyPr tIns="144000" rtlCol="0" anchor="t"/>
          <a:lstStyle/>
          <a:p>
            <a:pPr>
              <a:spcAft>
                <a:spcPts val="300"/>
              </a:spcAft>
              <a:buClr>
                <a:schemeClr val="tx2"/>
              </a:buClr>
            </a:pPr>
            <a:r>
              <a:rPr lang="en-US" sz="900" b="1">
                <a:solidFill>
                  <a:schemeClr val="tx2"/>
                </a:solidFill>
              </a:rPr>
              <a:t>Initial Plan</a:t>
            </a:r>
          </a:p>
          <a:p>
            <a:pPr marL="72000" indent="-72000">
              <a:spcAft>
                <a:spcPts val="500"/>
              </a:spcAft>
              <a:buClr>
                <a:schemeClr val="tx2"/>
              </a:buClr>
              <a:buFont typeface="Arial" panose="020B0604020202020204" pitchFamily="34" charset="0"/>
              <a:buChar char="•"/>
            </a:pPr>
            <a:r>
              <a:rPr lang="en-US" sz="700">
                <a:solidFill>
                  <a:schemeClr val="tx1"/>
                </a:solidFill>
                <a:hlinkClick r:id="rId96">
                  <a:extLst>
                    <a:ext uri="{A12FA001-AC4F-418D-AE19-62706E023703}">
                      <ahyp:hlinkClr xmlns:ahyp="http://schemas.microsoft.com/office/drawing/2018/hyperlinkcolor" val="tx"/>
                    </a:ext>
                  </a:extLst>
                </a:hlinkClick>
              </a:rPr>
              <a:t>Workshop Planner</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97">
                  <a:extLst>
                    <a:ext uri="{A12FA001-AC4F-418D-AE19-62706E023703}">
                      <ahyp:hlinkClr xmlns:ahyp="http://schemas.microsoft.com/office/drawing/2018/hyperlinkcolor" val="tx"/>
                    </a:ext>
                  </a:extLst>
                </a:hlinkClick>
              </a:rPr>
              <a:t>SteerCo and other governance bodies</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98">
                  <a:extLst>
                    <a:ext uri="{A12FA001-AC4F-418D-AE19-62706E023703}">
                      <ahyp:hlinkClr xmlns:ahyp="http://schemas.microsoft.com/office/drawing/2018/hyperlinkcolor" val="tx"/>
                    </a:ext>
                  </a:extLst>
                </a:hlinkClick>
              </a:rPr>
              <a:t>Project Kick-off</a:t>
            </a:r>
            <a:endParaRPr lang="en-US" sz="700">
              <a:solidFill>
                <a:schemeClr val="tx1"/>
              </a:solidFill>
            </a:endParaRPr>
          </a:p>
          <a:p>
            <a:pPr marL="72000" indent="-72000">
              <a:spcAft>
                <a:spcPts val="500"/>
              </a:spcAft>
              <a:buClr>
                <a:schemeClr val="tx2"/>
              </a:buClr>
              <a:buFont typeface="Arial" panose="020B0604020202020204" pitchFamily="34" charset="0"/>
              <a:buChar char="•"/>
            </a:pPr>
            <a:r>
              <a:rPr lang="en-US" sz="700">
                <a:solidFill>
                  <a:schemeClr val="tx1"/>
                </a:solidFill>
                <a:hlinkClick r:id="rId99">
                  <a:extLst>
                    <a:ext uri="{A12FA001-AC4F-418D-AE19-62706E023703}">
                      <ahyp:hlinkClr xmlns:ahyp="http://schemas.microsoft.com/office/drawing/2018/hyperlinkcolor" val="tx"/>
                    </a:ext>
                  </a:extLst>
                </a:hlinkClick>
              </a:rPr>
              <a:t>Quality Gate – closing</a:t>
            </a:r>
            <a:endParaRPr lang="en-US" sz="700">
              <a:solidFill>
                <a:schemeClr val="tx1"/>
              </a:solidFill>
            </a:endParaRPr>
          </a:p>
          <a:p>
            <a:pPr marL="72000" indent="-72000">
              <a:spcAft>
                <a:spcPts val="500"/>
              </a:spcAft>
              <a:buClr>
                <a:schemeClr val="tx2"/>
              </a:buClr>
              <a:buFont typeface="Arial" panose="020B0604020202020204" pitchFamily="34" charset="0"/>
              <a:buChar char="•"/>
            </a:pPr>
            <a:endParaRPr lang="en-US" sz="700">
              <a:solidFill>
                <a:schemeClr val="tx1"/>
              </a:solidFill>
            </a:endParaRPr>
          </a:p>
          <a:p>
            <a:pPr>
              <a:spcAft>
                <a:spcPts val="300"/>
              </a:spcAft>
            </a:pPr>
            <a:endParaRPr lang="en-US" sz="800">
              <a:solidFill>
                <a:schemeClr val="tx1"/>
              </a:solidFill>
            </a:endParaRPr>
          </a:p>
        </p:txBody>
      </p:sp>
      <p:sp>
        <p:nvSpPr>
          <p:cNvPr id="293" name="Arrow: Chevron 283">
            <a:extLst>
              <a:ext uri="{FF2B5EF4-FFF2-40B4-BE49-F238E27FC236}">
                <a16:creationId xmlns:a16="http://schemas.microsoft.com/office/drawing/2014/main" id="{E521D240-F451-202D-1FEB-058D61B5C041}"/>
              </a:ext>
            </a:extLst>
          </p:cNvPr>
          <p:cNvSpPr/>
          <p:nvPr/>
        </p:nvSpPr>
        <p:spPr>
          <a:xfrm>
            <a:off x="10837674" y="1362493"/>
            <a:ext cx="1354326" cy="923907"/>
          </a:xfrm>
          <a:prstGeom prst="chevron">
            <a:avLst>
              <a:gd name="adj" fmla="val 0"/>
            </a:avLst>
          </a:prstGeom>
          <a:solidFill>
            <a:schemeClr val="tx1">
              <a:lumMod val="7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0" tIns="594360" rIns="0" bIns="36000" rtlCol="0" anchor="ctr"/>
          <a:lstStyle/>
          <a:p>
            <a:pPr algn="ctr"/>
            <a:r>
              <a:rPr lang="en-US" sz="1200" b="1">
                <a:solidFill>
                  <a:srgbClr val="FFFFFF"/>
                </a:solidFill>
                <a:latin typeface="Century Gothic" panose="020F0302020204030204"/>
              </a:rPr>
              <a:t>Monitor &amp; Control</a:t>
            </a:r>
          </a:p>
        </p:txBody>
      </p:sp>
      <p:sp>
        <p:nvSpPr>
          <p:cNvPr id="640" name="Arrow: Chevron 26">
            <a:extLst>
              <a:ext uri="{FF2B5EF4-FFF2-40B4-BE49-F238E27FC236}">
                <a16:creationId xmlns:a16="http://schemas.microsoft.com/office/drawing/2014/main" id="{A5801D1A-96F6-E9FF-2B80-81EFCC108527}"/>
              </a:ext>
            </a:extLst>
          </p:cNvPr>
          <p:cNvSpPr/>
          <p:nvPr/>
        </p:nvSpPr>
        <p:spPr>
          <a:xfrm>
            <a:off x="10845998" y="2286402"/>
            <a:ext cx="1355528" cy="409689"/>
          </a:xfrm>
          <a:prstGeom prst="chevron">
            <a:avLst>
              <a:gd name="adj" fmla="val 0"/>
            </a:avLst>
          </a:prstGeom>
          <a:solidFill>
            <a:schemeClr val="bg1">
              <a:lumMod val="7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90000"/>
              </a:lnSpc>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Monitor &amp; Control</a:t>
            </a:r>
          </a:p>
        </p:txBody>
      </p:sp>
      <p:sp>
        <p:nvSpPr>
          <p:cNvPr id="641" name="Oval 640">
            <a:extLst>
              <a:ext uri="{FF2B5EF4-FFF2-40B4-BE49-F238E27FC236}">
                <a16:creationId xmlns:a16="http://schemas.microsoft.com/office/drawing/2014/main" id="{F365BD13-CEE1-8CB6-124D-D4A0678AC4E8}"/>
              </a:ext>
            </a:extLst>
          </p:cNvPr>
          <p:cNvSpPr/>
          <p:nvPr/>
        </p:nvSpPr>
        <p:spPr>
          <a:xfrm>
            <a:off x="11278942" y="1490179"/>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pic>
        <p:nvPicPr>
          <p:cNvPr id="642" name="Graphic 641">
            <a:extLst>
              <a:ext uri="{FF2B5EF4-FFF2-40B4-BE49-F238E27FC236}">
                <a16:creationId xmlns:a16="http://schemas.microsoft.com/office/drawing/2014/main" id="{3B5D9335-6400-43A7-36F9-FBC55C15B1B5}"/>
              </a:ext>
            </a:extLst>
          </p:cNvPr>
          <p:cNvPicPr>
            <a:picLocks noChangeAspect="1"/>
          </p:cNvPicPr>
          <p:nvPr/>
        </p:nvPicPr>
        <p:blipFill>
          <a:blip r:embed="rId100">
            <a:extLst>
              <a:ext uri="{96DAC541-7B7A-43D3-8B79-37D633B846F1}">
                <asvg:svgBlip xmlns:asvg="http://schemas.microsoft.com/office/drawing/2016/SVG/main" r:embed="rId101"/>
              </a:ext>
            </a:extLst>
          </a:blip>
          <a:stretch>
            <a:fillRect/>
          </a:stretch>
        </p:blipFill>
        <p:spPr>
          <a:xfrm>
            <a:off x="11364098" y="1590482"/>
            <a:ext cx="271184" cy="271184"/>
          </a:xfrm>
          <a:prstGeom prst="rect">
            <a:avLst/>
          </a:prstGeom>
        </p:spPr>
      </p:pic>
    </p:spTree>
    <p:extLst>
      <p:ext uri="{BB962C8B-B14F-4D97-AF65-F5344CB8AC3E}">
        <p14:creationId xmlns:p14="http://schemas.microsoft.com/office/powerpoint/2010/main" val="15805202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04D26C2-03F3-41CE-9FCC-A9AD89C59475}"/>
              </a:ext>
            </a:extLst>
          </p:cNvPr>
          <p:cNvSpPr>
            <a:spLocks noGrp="1"/>
          </p:cNvSpPr>
          <p:nvPr>
            <p:ph type="ctrTitle"/>
          </p:nvPr>
        </p:nvSpPr>
        <p:spPr>
          <a:xfrm>
            <a:off x="433754" y="243379"/>
            <a:ext cx="5013457" cy="1655762"/>
          </a:xfrm>
        </p:spPr>
        <p:txBody>
          <a:bodyPr/>
          <a:lstStyle/>
          <a:p>
            <a:r>
              <a:rPr lang="en-US"/>
              <a:t>thank you for your time</a:t>
            </a:r>
          </a:p>
        </p:txBody>
      </p:sp>
      <p:sp>
        <p:nvSpPr>
          <p:cNvPr id="3" name="Text Placeholder 21">
            <a:extLst>
              <a:ext uri="{FF2B5EF4-FFF2-40B4-BE49-F238E27FC236}">
                <a16:creationId xmlns:a16="http://schemas.microsoft.com/office/drawing/2014/main" id="{279D52CC-4F98-AC84-DD70-BE39135C741F}"/>
              </a:ext>
            </a:extLst>
          </p:cNvPr>
          <p:cNvSpPr txBox="1">
            <a:spLocks/>
          </p:cNvSpPr>
          <p:nvPr/>
        </p:nvSpPr>
        <p:spPr>
          <a:xfrm>
            <a:off x="433754" y="2265386"/>
            <a:ext cx="4103077" cy="367201"/>
          </a:xfrm>
          <a:prstGeom prst="rect">
            <a:avLst/>
          </a:prstGeom>
        </p:spPr>
        <p:txBody>
          <a:bodyPr lIns="0"/>
          <a:lstStyle>
            <a:lvl1pPr marL="0" indent="0" algn="l" defTabSz="914400" rtl="0" eaLnBrk="1" latinLnBrk="0" hangingPunct="1">
              <a:lnSpc>
                <a:spcPct val="90000"/>
              </a:lnSpc>
              <a:spcBef>
                <a:spcPts val="0"/>
              </a:spcBef>
              <a:spcAft>
                <a:spcPts val="1000"/>
              </a:spcAft>
              <a:buClr>
                <a:schemeClr val="tx2"/>
              </a:buClr>
              <a:buFont typeface="Arial" panose="020B0604020202020204" pitchFamily="34" charset="0"/>
              <a:buNone/>
              <a:defRPr sz="2000" b="1" kern="1200">
                <a:solidFill>
                  <a:schemeClr val="tx2"/>
                </a:solidFill>
                <a:latin typeface="+mn-lt"/>
                <a:ea typeface="+mn-ea"/>
                <a:cs typeface="+mn-cs"/>
              </a:defRPr>
            </a:lvl1pPr>
            <a:lvl2pPr marL="180000" indent="-180000" algn="l" defTabSz="914400" rtl="0" eaLnBrk="1" latinLnBrk="0" hangingPunct="1">
              <a:lnSpc>
                <a:spcPct val="90000"/>
              </a:lnSpc>
              <a:spcBef>
                <a:spcPts val="0"/>
              </a:spcBef>
              <a:spcAft>
                <a:spcPts val="1000"/>
              </a:spcAft>
              <a:buClr>
                <a:schemeClr val="tx2"/>
              </a:buClr>
              <a:buFont typeface="Arial" panose="020B0604020202020204" pitchFamily="34" charset="0"/>
              <a:buChar char="•"/>
              <a:defRPr sz="2000" kern="1200">
                <a:solidFill>
                  <a:schemeClr val="tx1"/>
                </a:solidFill>
                <a:latin typeface="+mn-lt"/>
                <a:ea typeface="+mn-ea"/>
                <a:cs typeface="+mn-cs"/>
              </a:defRPr>
            </a:lvl2pPr>
            <a:lvl3pPr marL="360000" indent="-180000" algn="l" defTabSz="914400" rtl="0" eaLnBrk="1" latinLnBrk="0" hangingPunct="1">
              <a:lnSpc>
                <a:spcPct val="90000"/>
              </a:lnSpc>
              <a:spcBef>
                <a:spcPts val="0"/>
              </a:spcBef>
              <a:spcAft>
                <a:spcPts val="1000"/>
              </a:spcAft>
              <a:buClr>
                <a:schemeClr val="tx1"/>
              </a:buClr>
              <a:buFont typeface="Arial" panose="020B0604020202020204" pitchFamily="34" charset="0"/>
              <a:buChar char="•"/>
              <a:defRPr sz="2000" kern="1200">
                <a:solidFill>
                  <a:schemeClr val="tx1"/>
                </a:solidFill>
                <a:latin typeface="+mn-lt"/>
                <a:ea typeface="+mn-ea"/>
                <a:cs typeface="+mn-cs"/>
              </a:defRPr>
            </a:lvl3pPr>
            <a:lvl4pPr marL="540000" indent="-180000" algn="l" defTabSz="914400" rtl="0" eaLnBrk="1" latinLnBrk="0" hangingPunct="1">
              <a:lnSpc>
                <a:spcPct val="90000"/>
              </a:lnSpc>
              <a:spcBef>
                <a:spcPts val="0"/>
              </a:spcBef>
              <a:spcAft>
                <a:spcPts val="750"/>
              </a:spcAft>
              <a:buClr>
                <a:schemeClr val="tx2"/>
              </a:buClr>
              <a:buFont typeface="System Font Regular"/>
              <a:buChar char="-"/>
              <a:defRPr sz="1800" kern="1200">
                <a:solidFill>
                  <a:schemeClr val="tx1"/>
                </a:solidFill>
                <a:latin typeface="+mn-lt"/>
                <a:ea typeface="+mn-ea"/>
                <a:cs typeface="+mn-cs"/>
              </a:defRPr>
            </a:lvl4pPr>
            <a:lvl5pPr marL="720000" indent="-180000" algn="l" defTabSz="914400" rtl="0" eaLnBrk="1" latinLnBrk="0" hangingPunct="1">
              <a:lnSpc>
                <a:spcPct val="90000"/>
              </a:lnSpc>
              <a:spcBef>
                <a:spcPts val="0"/>
              </a:spcBef>
              <a:spcAft>
                <a:spcPts val="500"/>
              </a:spcAft>
              <a:buClr>
                <a:schemeClr val="tx1"/>
              </a:buClr>
              <a:buFont typeface="System Font Regular"/>
              <a:buChar char="-"/>
              <a:defRPr sz="1600" kern="1200">
                <a:solidFill>
                  <a:schemeClr val="tx1"/>
                </a:solidFill>
                <a:latin typeface="+mn-lt"/>
                <a:ea typeface="+mn-ea"/>
                <a:cs typeface="+mn-cs"/>
              </a:defRPr>
            </a:lvl5pPr>
            <a:lvl6pPr marL="540000" indent="0" algn="l" defTabSz="914400" rtl="0" eaLnBrk="1" latinLnBrk="0" hangingPunct="1">
              <a:lnSpc>
                <a:spcPct val="90000"/>
              </a:lnSpc>
              <a:spcBef>
                <a:spcPts val="0"/>
              </a:spcBef>
              <a:spcAft>
                <a:spcPts val="500"/>
              </a:spcAft>
              <a:buClr>
                <a:schemeClr val="tx1"/>
              </a:buClr>
              <a:buFont typeface="System Font Regular"/>
              <a:buNone/>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Wim Vanhauwaert</a:t>
            </a:r>
          </a:p>
        </p:txBody>
      </p:sp>
      <p:sp>
        <p:nvSpPr>
          <p:cNvPr id="5" name="Text Placeholder 22">
            <a:extLst>
              <a:ext uri="{FF2B5EF4-FFF2-40B4-BE49-F238E27FC236}">
                <a16:creationId xmlns:a16="http://schemas.microsoft.com/office/drawing/2014/main" id="{30E0221A-DB29-1AC6-1B88-4D3258DD14FD}"/>
              </a:ext>
            </a:extLst>
          </p:cNvPr>
          <p:cNvSpPr txBox="1">
            <a:spLocks/>
          </p:cNvSpPr>
          <p:nvPr/>
        </p:nvSpPr>
        <p:spPr>
          <a:xfrm>
            <a:off x="433754" y="2609394"/>
            <a:ext cx="4737686" cy="367202"/>
          </a:xfrm>
          <a:prstGeom prst="rect">
            <a:avLst/>
          </a:prstGeom>
        </p:spPr>
        <p:txBody>
          <a:bodyPr lIns="0"/>
          <a:lstStyle>
            <a:lvl1pPr marL="0" indent="0" algn="l" defTabSz="914400" rtl="0" eaLnBrk="1" latinLnBrk="0" hangingPunct="1">
              <a:lnSpc>
                <a:spcPct val="90000"/>
              </a:lnSpc>
              <a:spcBef>
                <a:spcPts val="0"/>
              </a:spcBef>
              <a:spcAft>
                <a:spcPts val="1000"/>
              </a:spcAft>
              <a:buClr>
                <a:schemeClr val="tx2"/>
              </a:buClr>
              <a:buFont typeface="Arial" panose="020B0604020202020204" pitchFamily="34" charset="0"/>
              <a:buNone/>
              <a:defRPr sz="2000" b="1" kern="1200">
                <a:solidFill>
                  <a:schemeClr val="tx2"/>
                </a:solidFill>
                <a:latin typeface="+mn-lt"/>
                <a:ea typeface="+mn-ea"/>
                <a:cs typeface="+mn-cs"/>
              </a:defRPr>
            </a:lvl1pPr>
            <a:lvl2pPr marL="180000" indent="-180000" algn="l" defTabSz="914400" rtl="0" eaLnBrk="1" latinLnBrk="0" hangingPunct="1">
              <a:lnSpc>
                <a:spcPct val="90000"/>
              </a:lnSpc>
              <a:spcBef>
                <a:spcPts val="0"/>
              </a:spcBef>
              <a:spcAft>
                <a:spcPts val="1000"/>
              </a:spcAft>
              <a:buClr>
                <a:schemeClr val="tx2"/>
              </a:buClr>
              <a:buFont typeface="Arial" panose="020B0604020202020204" pitchFamily="34" charset="0"/>
              <a:buChar char="•"/>
              <a:defRPr sz="2000" kern="1200">
                <a:solidFill>
                  <a:schemeClr val="tx1"/>
                </a:solidFill>
                <a:latin typeface="+mn-lt"/>
                <a:ea typeface="+mn-ea"/>
                <a:cs typeface="+mn-cs"/>
              </a:defRPr>
            </a:lvl2pPr>
            <a:lvl3pPr marL="360000" indent="-180000" algn="l" defTabSz="914400" rtl="0" eaLnBrk="1" latinLnBrk="0" hangingPunct="1">
              <a:lnSpc>
                <a:spcPct val="90000"/>
              </a:lnSpc>
              <a:spcBef>
                <a:spcPts val="0"/>
              </a:spcBef>
              <a:spcAft>
                <a:spcPts val="1000"/>
              </a:spcAft>
              <a:buClr>
                <a:schemeClr val="tx1"/>
              </a:buClr>
              <a:buFont typeface="Arial" panose="020B0604020202020204" pitchFamily="34" charset="0"/>
              <a:buChar char="•"/>
              <a:defRPr sz="2000" kern="1200">
                <a:solidFill>
                  <a:schemeClr val="tx1"/>
                </a:solidFill>
                <a:latin typeface="+mn-lt"/>
                <a:ea typeface="+mn-ea"/>
                <a:cs typeface="+mn-cs"/>
              </a:defRPr>
            </a:lvl3pPr>
            <a:lvl4pPr marL="540000" indent="-180000" algn="l" defTabSz="914400" rtl="0" eaLnBrk="1" latinLnBrk="0" hangingPunct="1">
              <a:lnSpc>
                <a:spcPct val="90000"/>
              </a:lnSpc>
              <a:spcBef>
                <a:spcPts val="0"/>
              </a:spcBef>
              <a:spcAft>
                <a:spcPts val="750"/>
              </a:spcAft>
              <a:buClr>
                <a:schemeClr val="tx2"/>
              </a:buClr>
              <a:buFont typeface="System Font Regular"/>
              <a:buChar char="-"/>
              <a:defRPr sz="1800" kern="1200">
                <a:solidFill>
                  <a:schemeClr val="tx1"/>
                </a:solidFill>
                <a:latin typeface="+mn-lt"/>
                <a:ea typeface="+mn-ea"/>
                <a:cs typeface="+mn-cs"/>
              </a:defRPr>
            </a:lvl4pPr>
            <a:lvl5pPr marL="720000" indent="-180000" algn="l" defTabSz="914400" rtl="0" eaLnBrk="1" latinLnBrk="0" hangingPunct="1">
              <a:lnSpc>
                <a:spcPct val="90000"/>
              </a:lnSpc>
              <a:spcBef>
                <a:spcPts val="0"/>
              </a:spcBef>
              <a:spcAft>
                <a:spcPts val="500"/>
              </a:spcAft>
              <a:buClr>
                <a:schemeClr val="tx1"/>
              </a:buClr>
              <a:buFont typeface="System Font Regular"/>
              <a:buChar char="-"/>
              <a:defRPr sz="1600" kern="1200">
                <a:solidFill>
                  <a:schemeClr val="tx1"/>
                </a:solidFill>
                <a:latin typeface="+mn-lt"/>
                <a:ea typeface="+mn-ea"/>
                <a:cs typeface="+mn-cs"/>
              </a:defRPr>
            </a:lvl5pPr>
            <a:lvl6pPr marL="540000" indent="0" algn="l" defTabSz="914400" rtl="0" eaLnBrk="1" latinLnBrk="0" hangingPunct="1">
              <a:lnSpc>
                <a:spcPct val="90000"/>
              </a:lnSpc>
              <a:spcBef>
                <a:spcPts val="0"/>
              </a:spcBef>
              <a:spcAft>
                <a:spcPts val="500"/>
              </a:spcAft>
              <a:buClr>
                <a:schemeClr val="tx1"/>
              </a:buClr>
              <a:buFont typeface="System Font Regular"/>
              <a:buNone/>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0">
                <a:solidFill>
                  <a:schemeClr val="tx1"/>
                </a:solidFill>
              </a:rPr>
              <a:t>wim.vanhauwaert@delaware.pro</a:t>
            </a:r>
          </a:p>
        </p:txBody>
      </p:sp>
    </p:spTree>
    <p:extLst>
      <p:ext uri="{BB962C8B-B14F-4D97-AF65-F5344CB8AC3E}">
        <p14:creationId xmlns:p14="http://schemas.microsoft.com/office/powerpoint/2010/main" val="2359006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22DE92-2F9D-95CA-F040-1311BD75B0A9}"/>
              </a:ext>
            </a:extLst>
          </p:cNvPr>
          <p:cNvSpPr>
            <a:spLocks noGrp="1"/>
          </p:cNvSpPr>
          <p:nvPr>
            <p:ph type="ctrTitle"/>
          </p:nvPr>
        </p:nvSpPr>
        <p:spPr/>
        <p:txBody>
          <a:bodyPr/>
          <a:lstStyle/>
          <a:p>
            <a:endParaRPr lang="en-US"/>
          </a:p>
        </p:txBody>
      </p:sp>
      <p:sp>
        <p:nvSpPr>
          <p:cNvPr id="5" name="Text Placeholder 4">
            <a:extLst>
              <a:ext uri="{FF2B5EF4-FFF2-40B4-BE49-F238E27FC236}">
                <a16:creationId xmlns:a16="http://schemas.microsoft.com/office/drawing/2014/main" id="{2E4BD097-2F9D-B521-E7D7-1D7C23BB94CF}"/>
              </a:ext>
            </a:extLst>
          </p:cNvPr>
          <p:cNvSpPr>
            <a:spLocks noGrp="1"/>
          </p:cNvSpPr>
          <p:nvPr>
            <p:ph type="body" sz="quarter" idx="16"/>
          </p:nvPr>
        </p:nvSpPr>
        <p:spPr/>
        <p:txBody>
          <a:bodyPr/>
          <a:lstStyle/>
          <a:p>
            <a:endParaRPr lang="en-US"/>
          </a:p>
        </p:txBody>
      </p:sp>
      <p:sp>
        <p:nvSpPr>
          <p:cNvPr id="4" name="Text Placeholder 3">
            <a:extLst>
              <a:ext uri="{FF2B5EF4-FFF2-40B4-BE49-F238E27FC236}">
                <a16:creationId xmlns:a16="http://schemas.microsoft.com/office/drawing/2014/main" id="{F58D5F5E-BB73-3255-C427-2CFB5DD206A1}"/>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4220193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0A9A899-875F-4BBE-9063-F9C6572335C6}"/>
              </a:ext>
            </a:extLst>
          </p:cNvPr>
          <p:cNvSpPr>
            <a:spLocks noGrp="1"/>
          </p:cNvSpPr>
          <p:nvPr>
            <p:ph type="ctrTitle"/>
          </p:nvPr>
        </p:nvSpPr>
        <p:spPr/>
        <p:txBody>
          <a:bodyPr/>
          <a:lstStyle/>
          <a:p>
            <a:r>
              <a:rPr lang="nl-BE"/>
              <a:t>project </a:t>
            </a:r>
            <a:r>
              <a:rPr lang="nl-BE" err="1"/>
              <a:t>phases</a:t>
            </a:r>
            <a:endParaRPr lang="en-US"/>
          </a:p>
        </p:txBody>
      </p:sp>
      <p:grpSp>
        <p:nvGrpSpPr>
          <p:cNvPr id="483" name="Group 482">
            <a:extLst>
              <a:ext uri="{FF2B5EF4-FFF2-40B4-BE49-F238E27FC236}">
                <a16:creationId xmlns:a16="http://schemas.microsoft.com/office/drawing/2014/main" id="{745AAAC4-9ACA-B39B-C4CE-AF12E610C2B9}"/>
              </a:ext>
            </a:extLst>
          </p:cNvPr>
          <p:cNvGrpSpPr/>
          <p:nvPr/>
        </p:nvGrpSpPr>
        <p:grpSpPr>
          <a:xfrm>
            <a:off x="-16253" y="3197853"/>
            <a:ext cx="12208253" cy="412399"/>
            <a:chOff x="-16253" y="2318771"/>
            <a:chExt cx="12208253" cy="412399"/>
          </a:xfrm>
        </p:grpSpPr>
        <p:sp>
          <p:nvSpPr>
            <p:cNvPr id="484" name="5-Point Star 266">
              <a:extLst>
                <a:ext uri="{FF2B5EF4-FFF2-40B4-BE49-F238E27FC236}">
                  <a16:creationId xmlns:a16="http://schemas.microsoft.com/office/drawing/2014/main" id="{B47C3388-DA50-821D-BC2F-2AB161CD7915}"/>
                </a:ext>
              </a:extLst>
            </p:cNvPr>
            <p:cNvSpPr/>
            <p:nvPr/>
          </p:nvSpPr>
          <p:spPr>
            <a:xfrm>
              <a:off x="10245460" y="2354711"/>
              <a:ext cx="228912" cy="228912"/>
            </a:xfrm>
            <a:prstGeom prst="star5">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85" name="Arrow: Chevron 23">
              <a:extLst>
                <a:ext uri="{FF2B5EF4-FFF2-40B4-BE49-F238E27FC236}">
                  <a16:creationId xmlns:a16="http://schemas.microsoft.com/office/drawing/2014/main" id="{CE54CC6B-B41E-BACA-3A2D-9C6B53F7B306}"/>
                </a:ext>
              </a:extLst>
            </p:cNvPr>
            <p:cNvSpPr/>
            <p:nvPr/>
          </p:nvSpPr>
          <p:spPr>
            <a:xfrm>
              <a:off x="9137893" y="2318771"/>
              <a:ext cx="1025613" cy="409690"/>
            </a:xfrm>
            <a:prstGeom prst="chevron">
              <a:avLst>
                <a:gd name="adj" fmla="val 24644"/>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Final </a:t>
              </a:r>
              <a:b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b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a:t>
              </a:r>
            </a:p>
          </p:txBody>
        </p:sp>
        <p:sp>
          <p:nvSpPr>
            <p:cNvPr id="486" name="Arrow: Chevron 22">
              <a:extLst>
                <a:ext uri="{FF2B5EF4-FFF2-40B4-BE49-F238E27FC236}">
                  <a16:creationId xmlns:a16="http://schemas.microsoft.com/office/drawing/2014/main" id="{81B7CF75-948D-C82E-8ACF-B43EFAB48032}"/>
                </a:ext>
              </a:extLst>
            </p:cNvPr>
            <p:cNvSpPr/>
            <p:nvPr/>
          </p:nvSpPr>
          <p:spPr>
            <a:xfrm>
              <a:off x="4738710" y="2318771"/>
              <a:ext cx="2670399" cy="409690"/>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Realization</a:t>
              </a:r>
            </a:p>
          </p:txBody>
        </p:sp>
        <p:sp>
          <p:nvSpPr>
            <p:cNvPr id="487" name="Arrow: Chevron 288">
              <a:extLst>
                <a:ext uri="{FF2B5EF4-FFF2-40B4-BE49-F238E27FC236}">
                  <a16:creationId xmlns:a16="http://schemas.microsoft.com/office/drawing/2014/main" id="{A77622E9-1ED7-A996-F54F-4583D2A1FCA8}"/>
                </a:ext>
              </a:extLst>
            </p:cNvPr>
            <p:cNvSpPr/>
            <p:nvPr/>
          </p:nvSpPr>
          <p:spPr>
            <a:xfrm>
              <a:off x="1728137" y="2318771"/>
              <a:ext cx="801206"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13716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Plan</a:t>
              </a:r>
            </a:p>
          </p:txBody>
        </p:sp>
        <p:sp>
          <p:nvSpPr>
            <p:cNvPr id="488" name="Arrow: Pentagon 14">
              <a:extLst>
                <a:ext uri="{FF2B5EF4-FFF2-40B4-BE49-F238E27FC236}">
                  <a16:creationId xmlns:a16="http://schemas.microsoft.com/office/drawing/2014/main" id="{12350200-1EC5-7217-980A-19FBADDE7AA0}"/>
                </a:ext>
              </a:extLst>
            </p:cNvPr>
            <p:cNvSpPr/>
            <p:nvPr/>
          </p:nvSpPr>
          <p:spPr>
            <a:xfrm>
              <a:off x="1105365" y="2319075"/>
              <a:ext cx="733360" cy="408495"/>
            </a:xfrm>
            <a:prstGeom prst="homePlate">
              <a:avLst>
                <a:gd name="adj" fmla="val 17926"/>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9144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a:t>
              </a:r>
            </a:p>
          </p:txBody>
        </p:sp>
        <p:sp>
          <p:nvSpPr>
            <p:cNvPr id="489" name="Rectangle 488">
              <a:extLst>
                <a:ext uri="{FF2B5EF4-FFF2-40B4-BE49-F238E27FC236}">
                  <a16:creationId xmlns:a16="http://schemas.microsoft.com/office/drawing/2014/main" id="{AEC2933F-46CF-E5D7-22B5-8888E105A28F}"/>
                </a:ext>
              </a:extLst>
            </p:cNvPr>
            <p:cNvSpPr/>
            <p:nvPr/>
          </p:nvSpPr>
          <p:spPr>
            <a:xfrm>
              <a:off x="-16253" y="2320770"/>
              <a:ext cx="1121618" cy="410400"/>
            </a:xfrm>
            <a:prstGeom prst="rect">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Pre-Project</a:t>
              </a:r>
            </a:p>
          </p:txBody>
        </p:sp>
        <p:sp>
          <p:nvSpPr>
            <p:cNvPr id="490" name="Arrow: Chevron 284">
              <a:extLst>
                <a:ext uri="{FF2B5EF4-FFF2-40B4-BE49-F238E27FC236}">
                  <a16:creationId xmlns:a16="http://schemas.microsoft.com/office/drawing/2014/main" id="{DCA47390-1C1C-8DF2-5EB5-D1F9302282A4}"/>
                </a:ext>
              </a:extLst>
            </p:cNvPr>
            <p:cNvSpPr/>
            <p:nvPr/>
          </p:nvSpPr>
          <p:spPr>
            <a:xfrm>
              <a:off x="3196912" y="2318771"/>
              <a:ext cx="1636843"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432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Blueprint</a:t>
              </a:r>
            </a:p>
          </p:txBody>
        </p:sp>
        <p:sp>
          <p:nvSpPr>
            <p:cNvPr id="491" name="Arrow: Chevron 287">
              <a:extLst>
                <a:ext uri="{FF2B5EF4-FFF2-40B4-BE49-F238E27FC236}">
                  <a16:creationId xmlns:a16="http://schemas.microsoft.com/office/drawing/2014/main" id="{FFC6FD6C-5B02-8D40-2F2B-AA2FE1122B93}"/>
                </a:ext>
              </a:extLst>
            </p:cNvPr>
            <p:cNvSpPr/>
            <p:nvPr/>
          </p:nvSpPr>
          <p:spPr>
            <a:xfrm>
              <a:off x="2428620" y="2318771"/>
              <a:ext cx="1227452"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Inception</a:t>
              </a:r>
            </a:p>
          </p:txBody>
        </p:sp>
        <p:sp>
          <p:nvSpPr>
            <p:cNvPr id="492" name="Arrow: Chevron 274">
              <a:extLst>
                <a:ext uri="{FF2B5EF4-FFF2-40B4-BE49-F238E27FC236}">
                  <a16:creationId xmlns:a16="http://schemas.microsoft.com/office/drawing/2014/main" id="{48379441-8E9C-F8BA-5B9C-E374EC7968F2}"/>
                </a:ext>
              </a:extLst>
            </p:cNvPr>
            <p:cNvSpPr/>
            <p:nvPr/>
          </p:nvSpPr>
          <p:spPr>
            <a:xfrm>
              <a:off x="8261108" y="2318771"/>
              <a:ext cx="979546" cy="409690"/>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000" b="1">
                  <a:solidFill>
                    <a:srgbClr val="999999">
                      <a:lumMod val="50000"/>
                    </a:srgbClr>
                  </a:solidFill>
                  <a:latin typeface="Century Gothic" panose="020F0302020204030204"/>
                </a:rPr>
                <a:t>BRT</a:t>
              </a:r>
              <a:endPar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endParaRPr>
            </a:p>
          </p:txBody>
        </p:sp>
        <p:sp>
          <p:nvSpPr>
            <p:cNvPr id="493" name="Arrow: Chevron 273">
              <a:extLst>
                <a:ext uri="{FF2B5EF4-FFF2-40B4-BE49-F238E27FC236}">
                  <a16:creationId xmlns:a16="http://schemas.microsoft.com/office/drawing/2014/main" id="{211432F5-46FA-2070-E821-7BC1F5E08E0B}"/>
                </a:ext>
              </a:extLst>
            </p:cNvPr>
            <p:cNvSpPr/>
            <p:nvPr/>
          </p:nvSpPr>
          <p:spPr>
            <a:xfrm>
              <a:off x="7316723" y="2318771"/>
              <a:ext cx="1046604" cy="409689"/>
            </a:xfrm>
            <a:prstGeom prst="chevron">
              <a:avLst>
                <a:gd name="adj" fmla="val 2299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SIT</a:t>
              </a:r>
            </a:p>
          </p:txBody>
        </p:sp>
        <p:sp>
          <p:nvSpPr>
            <p:cNvPr id="494" name="Arrow: Chevron 26">
              <a:extLst>
                <a:ext uri="{FF2B5EF4-FFF2-40B4-BE49-F238E27FC236}">
                  <a16:creationId xmlns:a16="http://schemas.microsoft.com/office/drawing/2014/main" id="{33D7C265-F5EF-1265-D6A8-AED21BC8FC3C}"/>
                </a:ext>
              </a:extLst>
            </p:cNvPr>
            <p:cNvSpPr/>
            <p:nvPr/>
          </p:nvSpPr>
          <p:spPr>
            <a:xfrm>
              <a:off x="11064849" y="2318771"/>
              <a:ext cx="1127151" cy="409689"/>
            </a:xfrm>
            <a:prstGeom prst="chevron">
              <a:avLst>
                <a:gd name="adj" fmla="val 0"/>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Operate</a:t>
              </a:r>
            </a:p>
          </p:txBody>
        </p:sp>
        <p:sp>
          <p:nvSpPr>
            <p:cNvPr id="495" name="Arrow: Chevron 25">
              <a:extLst>
                <a:ext uri="{FF2B5EF4-FFF2-40B4-BE49-F238E27FC236}">
                  <a16:creationId xmlns:a16="http://schemas.microsoft.com/office/drawing/2014/main" id="{F4043FD7-2C7C-7CE4-6FBF-F3DB511EF27C}"/>
                </a:ext>
              </a:extLst>
            </p:cNvPr>
            <p:cNvSpPr/>
            <p:nvPr/>
          </p:nvSpPr>
          <p:spPr>
            <a:xfrm>
              <a:off x="10051257" y="2318771"/>
              <a:ext cx="1104967" cy="409689"/>
            </a:xfrm>
            <a:prstGeom prst="chevron">
              <a:avLst>
                <a:gd name="adj" fmla="val 24644"/>
              </a:avLst>
            </a:prstGeom>
            <a:solidFill>
              <a:schemeClr val="bg1">
                <a:lumMod val="85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99999">
                      <a:lumMod val="50000"/>
                    </a:srgbClr>
                  </a:solidFill>
                  <a:effectLst/>
                  <a:uLnTx/>
                  <a:uFillTx/>
                  <a:latin typeface="Century Gothic" panose="020F0302020204030204"/>
                  <a:ea typeface="+mn-ea"/>
                  <a:cs typeface="+mn-cs"/>
                </a:rPr>
                <a:t>Go Live</a:t>
              </a:r>
            </a:p>
          </p:txBody>
        </p:sp>
      </p:grpSp>
      <p:sp>
        <p:nvSpPr>
          <p:cNvPr id="497" name="Arrow: Chevron 283">
            <a:extLst>
              <a:ext uri="{FF2B5EF4-FFF2-40B4-BE49-F238E27FC236}">
                <a16:creationId xmlns:a16="http://schemas.microsoft.com/office/drawing/2014/main" id="{FAA08539-F7CA-233D-B3D9-C1E40DB87ABE}"/>
              </a:ext>
            </a:extLst>
          </p:cNvPr>
          <p:cNvSpPr/>
          <p:nvPr/>
        </p:nvSpPr>
        <p:spPr>
          <a:xfrm>
            <a:off x="11040290" y="2559100"/>
            <a:ext cx="1151709" cy="646630"/>
          </a:xfrm>
          <a:prstGeom prst="chevron">
            <a:avLst>
              <a:gd name="adj" fmla="val 0"/>
            </a:avLst>
          </a:prstGeom>
          <a:gradFill>
            <a:gsLst>
              <a:gs pos="1000">
                <a:schemeClr val="accent3"/>
              </a:gs>
              <a:gs pos="99000">
                <a:schemeClr val="accent3">
                  <a:lumMod val="75000"/>
                </a:schemeClr>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360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entury Gothic" panose="020F0302020204030204"/>
                <a:ea typeface="+mn-ea"/>
                <a:cs typeface="+mn-cs"/>
              </a:rPr>
              <a:t>     Run</a:t>
            </a:r>
          </a:p>
        </p:txBody>
      </p:sp>
      <p:sp>
        <p:nvSpPr>
          <p:cNvPr id="498" name="Arrow: Chevron 278">
            <a:extLst>
              <a:ext uri="{FF2B5EF4-FFF2-40B4-BE49-F238E27FC236}">
                <a16:creationId xmlns:a16="http://schemas.microsoft.com/office/drawing/2014/main" id="{5E28EE7F-C94A-167F-5775-418FE310E5A0}"/>
              </a:ext>
            </a:extLst>
          </p:cNvPr>
          <p:cNvSpPr/>
          <p:nvPr/>
        </p:nvSpPr>
        <p:spPr>
          <a:xfrm>
            <a:off x="2419454" y="2559100"/>
            <a:ext cx="2604691" cy="646630"/>
          </a:xfrm>
          <a:prstGeom prst="chevron">
            <a:avLst>
              <a:gd name="adj" fmla="val 29545"/>
            </a:avLst>
          </a:prstGeom>
          <a:gradFill>
            <a:gsLst>
              <a:gs pos="100000">
                <a:schemeClr val="bg2"/>
              </a:gs>
              <a:gs pos="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360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entury Gothic" panose="020F0302020204030204"/>
                <a:ea typeface="+mn-ea"/>
                <a:cs typeface="+mn-cs"/>
              </a:rPr>
              <a:t>Explore</a:t>
            </a:r>
          </a:p>
        </p:txBody>
      </p:sp>
      <p:sp>
        <p:nvSpPr>
          <p:cNvPr id="499" name="Arrow: Chevron 279">
            <a:extLst>
              <a:ext uri="{FF2B5EF4-FFF2-40B4-BE49-F238E27FC236}">
                <a16:creationId xmlns:a16="http://schemas.microsoft.com/office/drawing/2014/main" id="{CA8FA08E-2435-65C3-4066-E412CD82C91E}"/>
              </a:ext>
            </a:extLst>
          </p:cNvPr>
          <p:cNvSpPr/>
          <p:nvPr/>
        </p:nvSpPr>
        <p:spPr>
          <a:xfrm>
            <a:off x="4738710" y="2559100"/>
            <a:ext cx="4669608" cy="646630"/>
          </a:xfrm>
          <a:prstGeom prst="chevron">
            <a:avLst>
              <a:gd name="adj" fmla="val 28502"/>
            </a:avLst>
          </a:prstGeom>
          <a:gradFill>
            <a:gsLst>
              <a:gs pos="15000">
                <a:srgbClr val="D76570"/>
              </a:gs>
              <a:gs pos="0">
                <a:schemeClr val="bg2"/>
              </a:gs>
              <a:gs pos="100000">
                <a:schemeClr val="accent4"/>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360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entury Gothic" panose="020F0302020204030204"/>
                <a:ea typeface="+mn-ea"/>
                <a:cs typeface="+mn-cs"/>
              </a:rPr>
              <a:t>Execute</a:t>
            </a:r>
          </a:p>
        </p:txBody>
      </p:sp>
      <p:sp>
        <p:nvSpPr>
          <p:cNvPr id="500" name="Arrow: Chevron 282">
            <a:extLst>
              <a:ext uri="{FF2B5EF4-FFF2-40B4-BE49-F238E27FC236}">
                <a16:creationId xmlns:a16="http://schemas.microsoft.com/office/drawing/2014/main" id="{DC97D766-7636-9931-ABC2-EA8EBB6FDCFD}"/>
              </a:ext>
            </a:extLst>
          </p:cNvPr>
          <p:cNvSpPr/>
          <p:nvPr/>
        </p:nvSpPr>
        <p:spPr>
          <a:xfrm>
            <a:off x="9131619" y="2559100"/>
            <a:ext cx="2197119" cy="646630"/>
          </a:xfrm>
          <a:prstGeom prst="chevron">
            <a:avLst>
              <a:gd name="adj" fmla="val 27951"/>
            </a:avLst>
          </a:prstGeom>
          <a:gradFill>
            <a:gsLst>
              <a:gs pos="13000">
                <a:srgbClr val="9BA7C7"/>
              </a:gs>
              <a:gs pos="1000">
                <a:schemeClr val="accent4"/>
              </a:gs>
              <a:gs pos="99000">
                <a:schemeClr val="accent3"/>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360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entury Gothic" panose="020F0302020204030204"/>
                <a:ea typeface="+mn-ea"/>
                <a:cs typeface="+mn-cs"/>
              </a:rPr>
              <a:t>Deploy</a:t>
            </a:r>
          </a:p>
        </p:txBody>
      </p:sp>
      <p:grpSp>
        <p:nvGrpSpPr>
          <p:cNvPr id="501" name="Group 500">
            <a:extLst>
              <a:ext uri="{FF2B5EF4-FFF2-40B4-BE49-F238E27FC236}">
                <a16:creationId xmlns:a16="http://schemas.microsoft.com/office/drawing/2014/main" id="{45BC6BE6-6F8D-B490-45C6-35995199805E}"/>
              </a:ext>
            </a:extLst>
          </p:cNvPr>
          <p:cNvGrpSpPr/>
          <p:nvPr/>
        </p:nvGrpSpPr>
        <p:grpSpPr>
          <a:xfrm>
            <a:off x="3569299" y="2640831"/>
            <a:ext cx="305000" cy="305000"/>
            <a:chOff x="2800393" y="1942177"/>
            <a:chExt cx="471791" cy="471791"/>
          </a:xfrm>
        </p:grpSpPr>
        <p:sp>
          <p:nvSpPr>
            <p:cNvPr id="353" name="Oval 352">
              <a:extLst>
                <a:ext uri="{FF2B5EF4-FFF2-40B4-BE49-F238E27FC236}">
                  <a16:creationId xmlns:a16="http://schemas.microsoft.com/office/drawing/2014/main" id="{89DE28AE-5035-7B24-EA7D-C3131E675580}"/>
                </a:ext>
              </a:extLst>
            </p:cNvPr>
            <p:cNvSpPr/>
            <p:nvPr/>
          </p:nvSpPr>
          <p:spPr>
            <a:xfrm>
              <a:off x="2800393"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354" name="Graphic 330">
              <a:extLst>
                <a:ext uri="{FF2B5EF4-FFF2-40B4-BE49-F238E27FC236}">
                  <a16:creationId xmlns:a16="http://schemas.microsoft.com/office/drawing/2014/main" id="{8FFA519A-1521-CC37-9718-21513DC69621}"/>
                </a:ext>
              </a:extLst>
            </p:cNvPr>
            <p:cNvGrpSpPr/>
            <p:nvPr/>
          </p:nvGrpSpPr>
          <p:grpSpPr>
            <a:xfrm>
              <a:off x="2905403" y="2047213"/>
              <a:ext cx="261773" cy="261748"/>
              <a:chOff x="2905403" y="2047213"/>
              <a:chExt cx="261773" cy="261748"/>
            </a:xfrm>
          </p:grpSpPr>
          <p:sp>
            <p:nvSpPr>
              <p:cNvPr id="355" name="Freeform 170">
                <a:extLst>
                  <a:ext uri="{FF2B5EF4-FFF2-40B4-BE49-F238E27FC236}">
                    <a16:creationId xmlns:a16="http://schemas.microsoft.com/office/drawing/2014/main" id="{2449B26C-19D6-6560-8E95-CD108F5BDD12}"/>
                  </a:ext>
                </a:extLst>
              </p:cNvPr>
              <p:cNvSpPr/>
              <p:nvPr/>
            </p:nvSpPr>
            <p:spPr>
              <a:xfrm>
                <a:off x="2905403" y="2197919"/>
                <a:ext cx="111010" cy="111042"/>
              </a:xfrm>
              <a:custGeom>
                <a:avLst/>
                <a:gdLst>
                  <a:gd name="connsiteX0" fmla="*/ 12535 w 111010"/>
                  <a:gd name="connsiteY0" fmla="*/ 111042 h 111042"/>
                  <a:gd name="connsiteX1" fmla="*/ 0 w 111010"/>
                  <a:gd name="connsiteY1" fmla="*/ 98495 h 111042"/>
                  <a:gd name="connsiteX2" fmla="*/ 3662 w 111010"/>
                  <a:gd name="connsiteY2" fmla="*/ 89645 h 111042"/>
                  <a:gd name="connsiteX3" fmla="*/ 88890 w 111010"/>
                  <a:gd name="connsiteY3" fmla="*/ 4449 h 111042"/>
                  <a:gd name="connsiteX4" fmla="*/ 106562 w 111010"/>
                  <a:gd name="connsiteY4" fmla="*/ 2960 h 111042"/>
                  <a:gd name="connsiteX5" fmla="*/ 108051 w 111010"/>
                  <a:gd name="connsiteY5" fmla="*/ 20632 h 111042"/>
                  <a:gd name="connsiteX6" fmla="*/ 106587 w 111010"/>
                  <a:gd name="connsiteY6" fmla="*/ 22100 h 111042"/>
                  <a:gd name="connsiteX7" fmla="*/ 21407 w 111010"/>
                  <a:gd name="connsiteY7" fmla="*/ 107327 h 111042"/>
                  <a:gd name="connsiteX8" fmla="*/ 12535 w 111010"/>
                  <a:gd name="connsiteY8" fmla="*/ 111042 h 11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010" h="111042">
                    <a:moveTo>
                      <a:pt x="12535" y="111042"/>
                    </a:moveTo>
                    <a:cubicBezTo>
                      <a:pt x="5609" y="111039"/>
                      <a:pt x="-3" y="105422"/>
                      <a:pt x="0" y="98495"/>
                    </a:cubicBezTo>
                    <a:cubicBezTo>
                      <a:pt x="2" y="95177"/>
                      <a:pt x="1318" y="91995"/>
                      <a:pt x="3662" y="89645"/>
                    </a:cubicBezTo>
                    <a:lnTo>
                      <a:pt x="88890" y="4449"/>
                    </a:lnTo>
                    <a:cubicBezTo>
                      <a:pt x="93358" y="-842"/>
                      <a:pt x="101270" y="-1509"/>
                      <a:pt x="106562" y="2960"/>
                    </a:cubicBezTo>
                    <a:cubicBezTo>
                      <a:pt x="111853" y="7429"/>
                      <a:pt x="112520" y="15340"/>
                      <a:pt x="108051" y="20632"/>
                    </a:cubicBezTo>
                    <a:cubicBezTo>
                      <a:pt x="107604" y="21161"/>
                      <a:pt x="107115" y="21651"/>
                      <a:pt x="106587" y="22100"/>
                    </a:cubicBezTo>
                    <a:lnTo>
                      <a:pt x="21407" y="107327"/>
                    </a:lnTo>
                    <a:cubicBezTo>
                      <a:pt x="19061" y="109696"/>
                      <a:pt x="15868" y="111033"/>
                      <a:pt x="12535" y="111042"/>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56" name="Freeform 171">
                <a:extLst>
                  <a:ext uri="{FF2B5EF4-FFF2-40B4-BE49-F238E27FC236}">
                    <a16:creationId xmlns:a16="http://schemas.microsoft.com/office/drawing/2014/main" id="{316E7275-1D7D-8E5A-C9E2-D99DE8836D1E}"/>
                  </a:ext>
                </a:extLst>
              </p:cNvPr>
              <p:cNvSpPr/>
              <p:nvPr/>
            </p:nvSpPr>
            <p:spPr>
              <a:xfrm>
                <a:off x="2964682" y="2047213"/>
                <a:ext cx="202495" cy="202495"/>
              </a:xfrm>
              <a:custGeom>
                <a:avLst/>
                <a:gdLst>
                  <a:gd name="connsiteX0" fmla="*/ 101263 w 202495"/>
                  <a:gd name="connsiteY0" fmla="*/ 202495 h 202495"/>
                  <a:gd name="connsiteX1" fmla="*/ 0 w 202495"/>
                  <a:gd name="connsiteY1" fmla="*/ 101263 h 202495"/>
                  <a:gd name="connsiteX2" fmla="*/ 101232 w 202495"/>
                  <a:gd name="connsiteY2" fmla="*/ 0 h 202495"/>
                  <a:gd name="connsiteX3" fmla="*/ 202495 w 202495"/>
                  <a:gd name="connsiteY3" fmla="*/ 101232 h 202495"/>
                  <a:gd name="connsiteX4" fmla="*/ 202495 w 202495"/>
                  <a:gd name="connsiteY4" fmla="*/ 101248 h 202495"/>
                  <a:gd name="connsiteX5" fmla="*/ 101263 w 202495"/>
                  <a:gd name="connsiteY5" fmla="*/ 202495 h 202495"/>
                  <a:gd name="connsiteX6" fmla="*/ 101263 w 202495"/>
                  <a:gd name="connsiteY6" fmla="*/ 25096 h 202495"/>
                  <a:gd name="connsiteX7" fmla="*/ 25081 w 202495"/>
                  <a:gd name="connsiteY7" fmla="*/ 101248 h 202495"/>
                  <a:gd name="connsiteX8" fmla="*/ 101232 w 202495"/>
                  <a:gd name="connsiteY8" fmla="*/ 177430 h 202495"/>
                  <a:gd name="connsiteX9" fmla="*/ 177415 w 202495"/>
                  <a:gd name="connsiteY9" fmla="*/ 101279 h 202495"/>
                  <a:gd name="connsiteX10" fmla="*/ 177415 w 202495"/>
                  <a:gd name="connsiteY10" fmla="*/ 101248 h 202495"/>
                  <a:gd name="connsiteX11" fmla="*/ 101263 w 202495"/>
                  <a:gd name="connsiteY11" fmla="*/ 25049 h 202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495" h="202495">
                    <a:moveTo>
                      <a:pt x="101263" y="202495"/>
                    </a:moveTo>
                    <a:cubicBezTo>
                      <a:pt x="45346" y="202505"/>
                      <a:pt x="9" y="157181"/>
                      <a:pt x="0" y="101263"/>
                    </a:cubicBezTo>
                    <a:cubicBezTo>
                      <a:pt x="-9" y="45346"/>
                      <a:pt x="45314" y="9"/>
                      <a:pt x="101232" y="0"/>
                    </a:cubicBezTo>
                    <a:cubicBezTo>
                      <a:pt x="157149" y="-9"/>
                      <a:pt x="202486" y="45314"/>
                      <a:pt x="202495" y="101232"/>
                    </a:cubicBezTo>
                    <a:cubicBezTo>
                      <a:pt x="202495" y="101237"/>
                      <a:pt x="202495" y="101242"/>
                      <a:pt x="202495" y="101248"/>
                    </a:cubicBezTo>
                    <a:cubicBezTo>
                      <a:pt x="202434" y="157134"/>
                      <a:pt x="157149" y="202426"/>
                      <a:pt x="101263" y="202495"/>
                    </a:cubicBezTo>
                    <a:close/>
                    <a:moveTo>
                      <a:pt x="101263" y="25096"/>
                    </a:moveTo>
                    <a:cubicBezTo>
                      <a:pt x="59197" y="25088"/>
                      <a:pt x="25089" y="59182"/>
                      <a:pt x="25081" y="101248"/>
                    </a:cubicBezTo>
                    <a:cubicBezTo>
                      <a:pt x="25072" y="143313"/>
                      <a:pt x="59166" y="177421"/>
                      <a:pt x="101232" y="177430"/>
                    </a:cubicBezTo>
                    <a:cubicBezTo>
                      <a:pt x="143298" y="177440"/>
                      <a:pt x="177405" y="143345"/>
                      <a:pt x="177415" y="101279"/>
                    </a:cubicBezTo>
                    <a:cubicBezTo>
                      <a:pt x="177415" y="101268"/>
                      <a:pt x="177415" y="101258"/>
                      <a:pt x="177415" y="101248"/>
                    </a:cubicBezTo>
                    <a:cubicBezTo>
                      <a:pt x="177388" y="59194"/>
                      <a:pt x="143317" y="25101"/>
                      <a:pt x="101263" y="2504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57" name="Freeform 172">
                <a:extLst>
                  <a:ext uri="{FF2B5EF4-FFF2-40B4-BE49-F238E27FC236}">
                    <a16:creationId xmlns:a16="http://schemas.microsoft.com/office/drawing/2014/main" id="{D5C54001-E747-4C0E-0880-73DE69C9A11E}"/>
                  </a:ext>
                </a:extLst>
              </p:cNvPr>
              <p:cNvSpPr/>
              <p:nvPr/>
            </p:nvSpPr>
            <p:spPr>
              <a:xfrm>
                <a:off x="3052606" y="2106356"/>
                <a:ext cx="25080" cy="84208"/>
              </a:xfrm>
              <a:custGeom>
                <a:avLst/>
                <a:gdLst>
                  <a:gd name="connsiteX0" fmla="*/ 12540 w 25080"/>
                  <a:gd name="connsiteY0" fmla="*/ 84208 h 84208"/>
                  <a:gd name="connsiteX1" fmla="*/ 0 w 25080"/>
                  <a:gd name="connsiteY1" fmla="*/ 71668 h 84208"/>
                  <a:gd name="connsiteX2" fmla="*/ 0 w 25080"/>
                  <a:gd name="connsiteY2" fmla="*/ 12540 h 84208"/>
                  <a:gd name="connsiteX3" fmla="*/ 12540 w 25080"/>
                  <a:gd name="connsiteY3" fmla="*/ 0 h 84208"/>
                  <a:gd name="connsiteX4" fmla="*/ 25081 w 25080"/>
                  <a:gd name="connsiteY4" fmla="*/ 12540 h 84208"/>
                  <a:gd name="connsiteX5" fmla="*/ 25081 w 25080"/>
                  <a:gd name="connsiteY5" fmla="*/ 71668 h 84208"/>
                  <a:gd name="connsiteX6" fmla="*/ 12540 w 25080"/>
                  <a:gd name="connsiteY6" fmla="*/ 84208 h 84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80" h="84208">
                    <a:moveTo>
                      <a:pt x="12540" y="84208"/>
                    </a:moveTo>
                    <a:cubicBezTo>
                      <a:pt x="5615" y="84208"/>
                      <a:pt x="0" y="78594"/>
                      <a:pt x="0" y="71668"/>
                    </a:cubicBezTo>
                    <a:lnTo>
                      <a:pt x="0" y="12540"/>
                    </a:lnTo>
                    <a:cubicBezTo>
                      <a:pt x="0" y="5614"/>
                      <a:pt x="5615" y="0"/>
                      <a:pt x="12540" y="0"/>
                    </a:cubicBezTo>
                    <a:cubicBezTo>
                      <a:pt x="19466" y="0"/>
                      <a:pt x="25081" y="5614"/>
                      <a:pt x="25081" y="12540"/>
                    </a:cubicBezTo>
                    <a:lnTo>
                      <a:pt x="25081" y="71668"/>
                    </a:lnTo>
                    <a:cubicBezTo>
                      <a:pt x="25081" y="78594"/>
                      <a:pt x="19466" y="84208"/>
                      <a:pt x="12540" y="84208"/>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58" name="Freeform 173">
                <a:extLst>
                  <a:ext uri="{FF2B5EF4-FFF2-40B4-BE49-F238E27FC236}">
                    <a16:creationId xmlns:a16="http://schemas.microsoft.com/office/drawing/2014/main" id="{9589EDEE-F736-3B23-64D0-BD6EB95A1323}"/>
                  </a:ext>
                </a:extLst>
              </p:cNvPr>
              <p:cNvSpPr/>
              <p:nvPr/>
            </p:nvSpPr>
            <p:spPr>
              <a:xfrm>
                <a:off x="3023826" y="2135121"/>
                <a:ext cx="84224" cy="25080"/>
              </a:xfrm>
              <a:custGeom>
                <a:avLst/>
                <a:gdLst>
                  <a:gd name="connsiteX0" fmla="*/ 71684 w 84224"/>
                  <a:gd name="connsiteY0" fmla="*/ 25081 h 25080"/>
                  <a:gd name="connsiteX1" fmla="*/ 12540 w 84224"/>
                  <a:gd name="connsiteY1" fmla="*/ 25081 h 25080"/>
                  <a:gd name="connsiteX2" fmla="*/ 0 w 84224"/>
                  <a:gd name="connsiteY2" fmla="*/ 12540 h 25080"/>
                  <a:gd name="connsiteX3" fmla="*/ 12540 w 84224"/>
                  <a:gd name="connsiteY3" fmla="*/ 0 h 25080"/>
                  <a:gd name="connsiteX4" fmla="*/ 71684 w 84224"/>
                  <a:gd name="connsiteY4" fmla="*/ 0 h 25080"/>
                  <a:gd name="connsiteX5" fmla="*/ 84224 w 84224"/>
                  <a:gd name="connsiteY5" fmla="*/ 12540 h 25080"/>
                  <a:gd name="connsiteX6" fmla="*/ 71684 w 8422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224" h="25080">
                    <a:moveTo>
                      <a:pt x="71684" y="25081"/>
                    </a:moveTo>
                    <a:lnTo>
                      <a:pt x="12540" y="25081"/>
                    </a:lnTo>
                    <a:cubicBezTo>
                      <a:pt x="5614" y="25081"/>
                      <a:pt x="0" y="19466"/>
                      <a:pt x="0" y="12540"/>
                    </a:cubicBezTo>
                    <a:cubicBezTo>
                      <a:pt x="0" y="5614"/>
                      <a:pt x="5614" y="0"/>
                      <a:pt x="12540" y="0"/>
                    </a:cubicBezTo>
                    <a:lnTo>
                      <a:pt x="71684" y="0"/>
                    </a:lnTo>
                    <a:cubicBezTo>
                      <a:pt x="78609" y="0"/>
                      <a:pt x="84224" y="5614"/>
                      <a:pt x="84224" y="12540"/>
                    </a:cubicBezTo>
                    <a:cubicBezTo>
                      <a:pt x="84224" y="19466"/>
                      <a:pt x="78609" y="25081"/>
                      <a:pt x="71684"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602" name="Group 601">
            <a:extLst>
              <a:ext uri="{FF2B5EF4-FFF2-40B4-BE49-F238E27FC236}">
                <a16:creationId xmlns:a16="http://schemas.microsoft.com/office/drawing/2014/main" id="{A52CB038-1714-7A49-1D6B-81AAAD2EF6A6}"/>
              </a:ext>
            </a:extLst>
          </p:cNvPr>
          <p:cNvGrpSpPr/>
          <p:nvPr/>
        </p:nvGrpSpPr>
        <p:grpSpPr>
          <a:xfrm>
            <a:off x="6921014" y="2640831"/>
            <a:ext cx="305000" cy="305000"/>
            <a:chOff x="6457678" y="1942177"/>
            <a:chExt cx="471791" cy="471791"/>
          </a:xfrm>
        </p:grpSpPr>
        <p:sp>
          <p:nvSpPr>
            <p:cNvPr id="333" name="Oval 332">
              <a:extLst>
                <a:ext uri="{FF2B5EF4-FFF2-40B4-BE49-F238E27FC236}">
                  <a16:creationId xmlns:a16="http://schemas.microsoft.com/office/drawing/2014/main" id="{60B12505-EBDA-DE36-EC48-70B15FE34423}"/>
                </a:ext>
              </a:extLst>
            </p:cNvPr>
            <p:cNvSpPr/>
            <p:nvPr/>
          </p:nvSpPr>
          <p:spPr>
            <a:xfrm>
              <a:off x="6457678"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334" name="Group 333">
              <a:extLst>
                <a:ext uri="{FF2B5EF4-FFF2-40B4-BE49-F238E27FC236}">
                  <a16:creationId xmlns:a16="http://schemas.microsoft.com/office/drawing/2014/main" id="{C0DE6522-9596-9CD1-126E-8A38077BB054}"/>
                </a:ext>
              </a:extLst>
            </p:cNvPr>
            <p:cNvGrpSpPr/>
            <p:nvPr/>
          </p:nvGrpSpPr>
          <p:grpSpPr>
            <a:xfrm>
              <a:off x="6566257" y="2048749"/>
              <a:ext cx="254558" cy="258644"/>
              <a:chOff x="6566257" y="2048749"/>
              <a:chExt cx="254558" cy="258644"/>
            </a:xfrm>
          </p:grpSpPr>
          <p:grpSp>
            <p:nvGrpSpPr>
              <p:cNvPr id="335" name="Graphic 332">
                <a:extLst>
                  <a:ext uri="{FF2B5EF4-FFF2-40B4-BE49-F238E27FC236}">
                    <a16:creationId xmlns:a16="http://schemas.microsoft.com/office/drawing/2014/main" id="{446CFAAC-C1BE-5A50-424F-5546FD74251C}"/>
                  </a:ext>
                </a:extLst>
              </p:cNvPr>
              <p:cNvGrpSpPr/>
              <p:nvPr/>
            </p:nvGrpSpPr>
            <p:grpSpPr>
              <a:xfrm>
                <a:off x="6566257" y="2086119"/>
                <a:ext cx="135075" cy="185001"/>
                <a:chOff x="6566257" y="2086119"/>
                <a:chExt cx="135075" cy="185001"/>
              </a:xfrm>
            </p:grpSpPr>
            <p:sp>
              <p:nvSpPr>
                <p:cNvPr id="349" name="Freeform 164">
                  <a:extLst>
                    <a:ext uri="{FF2B5EF4-FFF2-40B4-BE49-F238E27FC236}">
                      <a16:creationId xmlns:a16="http://schemas.microsoft.com/office/drawing/2014/main" id="{766D4CDC-DE0F-6D39-484A-8CA5C7BE7BC2}"/>
                    </a:ext>
                  </a:extLst>
                </p:cNvPr>
                <p:cNvSpPr/>
                <p:nvPr/>
              </p:nvSpPr>
              <p:spPr>
                <a:xfrm>
                  <a:off x="6566257" y="2086119"/>
                  <a:ext cx="135075" cy="131501"/>
                </a:xfrm>
                <a:custGeom>
                  <a:avLst/>
                  <a:gdLst>
                    <a:gd name="connsiteX0" fmla="*/ 92814 w 135075"/>
                    <a:gd name="connsiteY0" fmla="*/ 131501 h 131501"/>
                    <a:gd name="connsiteX1" fmla="*/ 80275 w 135075"/>
                    <a:gd name="connsiteY1" fmla="*/ 118959 h 131501"/>
                    <a:gd name="connsiteX2" fmla="*/ 88409 w 135075"/>
                    <a:gd name="connsiteY2" fmla="*/ 107220 h 131501"/>
                    <a:gd name="connsiteX3" fmla="*/ 109994 w 135075"/>
                    <a:gd name="connsiteY3" fmla="*/ 66088 h 131501"/>
                    <a:gd name="connsiteX4" fmla="*/ 67545 w 135075"/>
                    <a:gd name="connsiteY4" fmla="*/ 25081 h 131501"/>
                    <a:gd name="connsiteX5" fmla="*/ 25081 w 135075"/>
                    <a:gd name="connsiteY5" fmla="*/ 66088 h 131501"/>
                    <a:gd name="connsiteX6" fmla="*/ 47481 w 135075"/>
                    <a:gd name="connsiteY6" fmla="*/ 107016 h 131501"/>
                    <a:gd name="connsiteX7" fmla="*/ 53935 w 135075"/>
                    <a:gd name="connsiteY7" fmla="*/ 123535 h 131501"/>
                    <a:gd name="connsiteX8" fmla="*/ 38358 w 135075"/>
                    <a:gd name="connsiteY8" fmla="*/ 130357 h 131501"/>
                    <a:gd name="connsiteX9" fmla="*/ 0 w 135075"/>
                    <a:gd name="connsiteY9" fmla="*/ 66088 h 131501"/>
                    <a:gd name="connsiteX10" fmla="*/ 67545 w 135075"/>
                    <a:gd name="connsiteY10" fmla="*/ 0 h 131501"/>
                    <a:gd name="connsiteX11" fmla="*/ 135075 w 135075"/>
                    <a:gd name="connsiteY11" fmla="*/ 66088 h 131501"/>
                    <a:gd name="connsiteX12" fmla="*/ 97219 w 135075"/>
                    <a:gd name="connsiteY12" fmla="*/ 130702 h 131501"/>
                    <a:gd name="connsiteX13" fmla="*/ 92814 w 135075"/>
                    <a:gd name="connsiteY13" fmla="*/ 131501 h 131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5075" h="131501">
                      <a:moveTo>
                        <a:pt x="92814" y="131501"/>
                      </a:moveTo>
                      <a:cubicBezTo>
                        <a:pt x="85888" y="131501"/>
                        <a:pt x="80274" y="125886"/>
                        <a:pt x="80275" y="118959"/>
                      </a:cubicBezTo>
                      <a:cubicBezTo>
                        <a:pt x="80275" y="113733"/>
                        <a:pt x="83517" y="109056"/>
                        <a:pt x="88409" y="107220"/>
                      </a:cubicBezTo>
                      <a:cubicBezTo>
                        <a:pt x="109994" y="99116"/>
                        <a:pt x="109994" y="74302"/>
                        <a:pt x="109994" y="66088"/>
                      </a:cubicBezTo>
                      <a:cubicBezTo>
                        <a:pt x="109994" y="42324"/>
                        <a:pt x="92140" y="25081"/>
                        <a:pt x="67545" y="25081"/>
                      </a:cubicBezTo>
                      <a:cubicBezTo>
                        <a:pt x="42951" y="25081"/>
                        <a:pt x="25081" y="42324"/>
                        <a:pt x="25081" y="66088"/>
                      </a:cubicBezTo>
                      <a:cubicBezTo>
                        <a:pt x="25081" y="80760"/>
                        <a:pt x="28968" y="99774"/>
                        <a:pt x="47481" y="107016"/>
                      </a:cubicBezTo>
                      <a:cubicBezTo>
                        <a:pt x="53825" y="109795"/>
                        <a:pt x="56714" y="117191"/>
                        <a:pt x="53935" y="123535"/>
                      </a:cubicBezTo>
                      <a:cubicBezTo>
                        <a:pt x="51313" y="129520"/>
                        <a:pt x="44535" y="132489"/>
                        <a:pt x="38358" y="130357"/>
                      </a:cubicBezTo>
                      <a:cubicBezTo>
                        <a:pt x="13669" y="120701"/>
                        <a:pt x="0" y="97862"/>
                        <a:pt x="0" y="66088"/>
                      </a:cubicBezTo>
                      <a:cubicBezTo>
                        <a:pt x="0" y="28467"/>
                        <a:pt x="29031" y="0"/>
                        <a:pt x="67545" y="0"/>
                      </a:cubicBezTo>
                      <a:cubicBezTo>
                        <a:pt x="106060" y="0"/>
                        <a:pt x="135075" y="28467"/>
                        <a:pt x="135075" y="66088"/>
                      </a:cubicBezTo>
                      <a:cubicBezTo>
                        <a:pt x="135075" y="98598"/>
                        <a:pt x="121641" y="121547"/>
                        <a:pt x="97219" y="130702"/>
                      </a:cubicBezTo>
                      <a:cubicBezTo>
                        <a:pt x="95809" y="131224"/>
                        <a:pt x="94318" y="131495"/>
                        <a:pt x="92814" y="13150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50" name="Freeform 165">
                  <a:extLst>
                    <a:ext uri="{FF2B5EF4-FFF2-40B4-BE49-F238E27FC236}">
                      <a16:creationId xmlns:a16="http://schemas.microsoft.com/office/drawing/2014/main" id="{0FCFC13B-BDE8-F4BD-4C79-F0DB3209E42D}"/>
                    </a:ext>
                  </a:extLst>
                </p:cNvPr>
                <p:cNvSpPr/>
                <p:nvPr/>
              </p:nvSpPr>
              <p:spPr>
                <a:xfrm>
                  <a:off x="6601417" y="2210096"/>
                  <a:ext cx="64864" cy="25080"/>
                </a:xfrm>
                <a:custGeom>
                  <a:avLst/>
                  <a:gdLst>
                    <a:gd name="connsiteX0" fmla="*/ 52325 w 64864"/>
                    <a:gd name="connsiteY0" fmla="*/ 25081 h 25080"/>
                    <a:gd name="connsiteX1" fmla="*/ 12540 w 64864"/>
                    <a:gd name="connsiteY1" fmla="*/ 25081 h 25080"/>
                    <a:gd name="connsiteX2" fmla="*/ 0 w 64864"/>
                    <a:gd name="connsiteY2" fmla="*/ 12540 h 25080"/>
                    <a:gd name="connsiteX3" fmla="*/ 12540 w 64864"/>
                    <a:gd name="connsiteY3" fmla="*/ 0 h 25080"/>
                    <a:gd name="connsiteX4" fmla="*/ 52325 w 64864"/>
                    <a:gd name="connsiteY4" fmla="*/ 0 h 25080"/>
                    <a:gd name="connsiteX5" fmla="*/ 64865 w 64864"/>
                    <a:gd name="connsiteY5" fmla="*/ 12540 h 25080"/>
                    <a:gd name="connsiteX6" fmla="*/ 52325 w 64864"/>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64" h="25080">
                      <a:moveTo>
                        <a:pt x="52325" y="25081"/>
                      </a:moveTo>
                      <a:lnTo>
                        <a:pt x="12540" y="25081"/>
                      </a:lnTo>
                      <a:cubicBezTo>
                        <a:pt x="5614" y="25081"/>
                        <a:pt x="0" y="19466"/>
                        <a:pt x="0" y="12540"/>
                      </a:cubicBezTo>
                      <a:cubicBezTo>
                        <a:pt x="0" y="5615"/>
                        <a:pt x="5614" y="0"/>
                        <a:pt x="12540" y="0"/>
                      </a:cubicBezTo>
                      <a:lnTo>
                        <a:pt x="52325" y="0"/>
                      </a:lnTo>
                      <a:cubicBezTo>
                        <a:pt x="59250" y="0"/>
                        <a:pt x="64865" y="5615"/>
                        <a:pt x="64865" y="12540"/>
                      </a:cubicBezTo>
                      <a:cubicBezTo>
                        <a:pt x="64865" y="19466"/>
                        <a:pt x="59250" y="25081"/>
                        <a:pt x="52325"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51" name="Freeform 166">
                  <a:extLst>
                    <a:ext uri="{FF2B5EF4-FFF2-40B4-BE49-F238E27FC236}">
                      <a16:creationId xmlns:a16="http://schemas.microsoft.com/office/drawing/2014/main" id="{DA3E781E-B8CD-2495-133E-111F67583731}"/>
                    </a:ext>
                  </a:extLst>
                </p:cNvPr>
                <p:cNvSpPr/>
                <p:nvPr/>
              </p:nvSpPr>
              <p:spPr>
                <a:xfrm>
                  <a:off x="6601417" y="2246040"/>
                  <a:ext cx="63846" cy="25080"/>
                </a:xfrm>
                <a:custGeom>
                  <a:avLst/>
                  <a:gdLst>
                    <a:gd name="connsiteX0" fmla="*/ 51306 w 63846"/>
                    <a:gd name="connsiteY0" fmla="*/ 25081 h 25080"/>
                    <a:gd name="connsiteX1" fmla="*/ 12540 w 63846"/>
                    <a:gd name="connsiteY1" fmla="*/ 25081 h 25080"/>
                    <a:gd name="connsiteX2" fmla="*/ 0 w 63846"/>
                    <a:gd name="connsiteY2" fmla="*/ 12540 h 25080"/>
                    <a:gd name="connsiteX3" fmla="*/ 12540 w 63846"/>
                    <a:gd name="connsiteY3" fmla="*/ 0 h 25080"/>
                    <a:gd name="connsiteX4" fmla="*/ 51306 w 63846"/>
                    <a:gd name="connsiteY4" fmla="*/ 0 h 25080"/>
                    <a:gd name="connsiteX5" fmla="*/ 63846 w 63846"/>
                    <a:gd name="connsiteY5" fmla="*/ 12540 h 25080"/>
                    <a:gd name="connsiteX6" fmla="*/ 51306 w 63846"/>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846" h="25080">
                      <a:moveTo>
                        <a:pt x="51306" y="25081"/>
                      </a:moveTo>
                      <a:lnTo>
                        <a:pt x="12540" y="25081"/>
                      </a:lnTo>
                      <a:cubicBezTo>
                        <a:pt x="5614" y="25081"/>
                        <a:pt x="0" y="19466"/>
                        <a:pt x="0" y="12540"/>
                      </a:cubicBezTo>
                      <a:cubicBezTo>
                        <a:pt x="0" y="5615"/>
                        <a:pt x="5614" y="0"/>
                        <a:pt x="12540" y="0"/>
                      </a:cubicBezTo>
                      <a:lnTo>
                        <a:pt x="51306" y="0"/>
                      </a:lnTo>
                      <a:cubicBezTo>
                        <a:pt x="58232" y="0"/>
                        <a:pt x="63846" y="5615"/>
                        <a:pt x="63846" y="12540"/>
                      </a:cubicBezTo>
                      <a:cubicBezTo>
                        <a:pt x="63846" y="19466"/>
                        <a:pt x="58232" y="25081"/>
                        <a:pt x="51306" y="25081"/>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52" name="Freeform 167">
                  <a:extLst>
                    <a:ext uri="{FF2B5EF4-FFF2-40B4-BE49-F238E27FC236}">
                      <a16:creationId xmlns:a16="http://schemas.microsoft.com/office/drawing/2014/main" id="{F7128ED3-E54F-E587-B07F-AD3F7F2C9D4A}"/>
                    </a:ext>
                  </a:extLst>
                </p:cNvPr>
                <p:cNvSpPr/>
                <p:nvPr/>
              </p:nvSpPr>
              <p:spPr>
                <a:xfrm>
                  <a:off x="6597059" y="2192744"/>
                  <a:ext cx="73564" cy="78377"/>
                </a:xfrm>
                <a:custGeom>
                  <a:avLst/>
                  <a:gdLst>
                    <a:gd name="connsiteX0" fmla="*/ 61024 w 73564"/>
                    <a:gd name="connsiteY0" fmla="*/ 78377 h 78377"/>
                    <a:gd name="connsiteX1" fmla="*/ 12540 w 73564"/>
                    <a:gd name="connsiteY1" fmla="*/ 78377 h 78377"/>
                    <a:gd name="connsiteX2" fmla="*/ 0 w 73564"/>
                    <a:gd name="connsiteY2" fmla="*/ 65837 h 78377"/>
                    <a:gd name="connsiteX3" fmla="*/ 0 w 73564"/>
                    <a:gd name="connsiteY3" fmla="*/ 12540 h 78377"/>
                    <a:gd name="connsiteX4" fmla="*/ 12540 w 73564"/>
                    <a:gd name="connsiteY4" fmla="*/ 0 h 78377"/>
                    <a:gd name="connsiteX5" fmla="*/ 25081 w 73564"/>
                    <a:gd name="connsiteY5" fmla="*/ 12540 h 78377"/>
                    <a:gd name="connsiteX6" fmla="*/ 25081 w 73564"/>
                    <a:gd name="connsiteY6" fmla="*/ 53296 h 78377"/>
                    <a:gd name="connsiteX7" fmla="*/ 48484 w 73564"/>
                    <a:gd name="connsiteY7" fmla="*/ 53296 h 78377"/>
                    <a:gd name="connsiteX8" fmla="*/ 48484 w 73564"/>
                    <a:gd name="connsiteY8" fmla="*/ 13308 h 78377"/>
                    <a:gd name="connsiteX9" fmla="*/ 61024 w 73564"/>
                    <a:gd name="connsiteY9" fmla="*/ 768 h 78377"/>
                    <a:gd name="connsiteX10" fmla="*/ 73565 w 73564"/>
                    <a:gd name="connsiteY10" fmla="*/ 13308 h 78377"/>
                    <a:gd name="connsiteX11" fmla="*/ 73565 w 73564"/>
                    <a:gd name="connsiteY11" fmla="*/ 65837 h 78377"/>
                    <a:gd name="connsiteX12" fmla="*/ 61024 w 73564"/>
                    <a:gd name="connsiteY12" fmla="*/ 78377 h 7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564" h="78377">
                      <a:moveTo>
                        <a:pt x="61024" y="78377"/>
                      </a:moveTo>
                      <a:lnTo>
                        <a:pt x="12540" y="78377"/>
                      </a:lnTo>
                      <a:cubicBezTo>
                        <a:pt x="5614" y="78377"/>
                        <a:pt x="0" y="72762"/>
                        <a:pt x="0" y="65837"/>
                      </a:cubicBezTo>
                      <a:lnTo>
                        <a:pt x="0" y="12540"/>
                      </a:lnTo>
                      <a:cubicBezTo>
                        <a:pt x="0" y="5615"/>
                        <a:pt x="5614" y="0"/>
                        <a:pt x="12540" y="0"/>
                      </a:cubicBezTo>
                      <a:cubicBezTo>
                        <a:pt x="19466" y="0"/>
                        <a:pt x="25081" y="5615"/>
                        <a:pt x="25081" y="12540"/>
                      </a:cubicBezTo>
                      <a:lnTo>
                        <a:pt x="25081" y="53296"/>
                      </a:lnTo>
                      <a:lnTo>
                        <a:pt x="48484" y="53296"/>
                      </a:lnTo>
                      <a:lnTo>
                        <a:pt x="48484" y="13308"/>
                      </a:lnTo>
                      <a:cubicBezTo>
                        <a:pt x="48484" y="6383"/>
                        <a:pt x="54099" y="768"/>
                        <a:pt x="61024" y="768"/>
                      </a:cubicBezTo>
                      <a:cubicBezTo>
                        <a:pt x="67950" y="768"/>
                        <a:pt x="73565" y="6383"/>
                        <a:pt x="73565" y="13308"/>
                      </a:cubicBezTo>
                      <a:lnTo>
                        <a:pt x="73565" y="65837"/>
                      </a:lnTo>
                      <a:cubicBezTo>
                        <a:pt x="73565" y="72762"/>
                        <a:pt x="67950" y="78377"/>
                        <a:pt x="61024" y="7837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336" name="Freeform 151">
                <a:extLst>
                  <a:ext uri="{FF2B5EF4-FFF2-40B4-BE49-F238E27FC236}">
                    <a16:creationId xmlns:a16="http://schemas.microsoft.com/office/drawing/2014/main" id="{0794C3D4-717A-0380-A89F-68B574B9469F}"/>
                  </a:ext>
                </a:extLst>
              </p:cNvPr>
              <p:cNvSpPr/>
              <p:nvPr/>
            </p:nvSpPr>
            <p:spPr>
              <a:xfrm>
                <a:off x="6621779" y="2048749"/>
                <a:ext cx="180740" cy="115668"/>
              </a:xfrm>
              <a:custGeom>
                <a:avLst/>
                <a:gdLst>
                  <a:gd name="connsiteX0" fmla="*/ 138054 w 180740"/>
                  <a:gd name="connsiteY0" fmla="*/ 115669 h 115668"/>
                  <a:gd name="connsiteX1" fmla="*/ 125513 w 180740"/>
                  <a:gd name="connsiteY1" fmla="*/ 103129 h 115668"/>
                  <a:gd name="connsiteX2" fmla="*/ 125513 w 180740"/>
                  <a:gd name="connsiteY2" fmla="*/ 25081 h 115668"/>
                  <a:gd name="connsiteX3" fmla="*/ 25081 w 180740"/>
                  <a:gd name="connsiteY3" fmla="*/ 25081 h 115668"/>
                  <a:gd name="connsiteX4" fmla="*/ 25081 w 180740"/>
                  <a:gd name="connsiteY4" fmla="*/ 49754 h 115668"/>
                  <a:gd name="connsiteX5" fmla="*/ 12540 w 180740"/>
                  <a:gd name="connsiteY5" fmla="*/ 62294 h 115668"/>
                  <a:gd name="connsiteX6" fmla="*/ 0 w 180740"/>
                  <a:gd name="connsiteY6" fmla="*/ 49754 h 115668"/>
                  <a:gd name="connsiteX7" fmla="*/ 0 w 180740"/>
                  <a:gd name="connsiteY7" fmla="*/ 12540 h 115668"/>
                  <a:gd name="connsiteX8" fmla="*/ 12540 w 180740"/>
                  <a:gd name="connsiteY8" fmla="*/ 0 h 115668"/>
                  <a:gd name="connsiteX9" fmla="*/ 138054 w 180740"/>
                  <a:gd name="connsiteY9" fmla="*/ 0 h 115668"/>
                  <a:gd name="connsiteX10" fmla="*/ 150594 w 180740"/>
                  <a:gd name="connsiteY10" fmla="*/ 12540 h 115668"/>
                  <a:gd name="connsiteX11" fmla="*/ 150594 w 180740"/>
                  <a:gd name="connsiteY11" fmla="*/ 72844 h 115668"/>
                  <a:gd name="connsiteX12" fmla="*/ 158792 w 180740"/>
                  <a:gd name="connsiteY12" fmla="*/ 64724 h 115668"/>
                  <a:gd name="connsiteX13" fmla="*/ 176491 w 180740"/>
                  <a:gd name="connsiteY13" fmla="*/ 63608 h 115668"/>
                  <a:gd name="connsiteX14" fmla="*/ 177607 w 180740"/>
                  <a:gd name="connsiteY14" fmla="*/ 81308 h 115668"/>
                  <a:gd name="connsiteX15" fmla="*/ 176458 w 180740"/>
                  <a:gd name="connsiteY15" fmla="*/ 82453 h 115668"/>
                  <a:gd name="connsiteX16" fmla="*/ 146926 w 180740"/>
                  <a:gd name="connsiteY16" fmla="*/ 111985 h 115668"/>
                  <a:gd name="connsiteX17" fmla="*/ 138054 w 180740"/>
                  <a:gd name="connsiteY17" fmla="*/ 115669 h 11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0740" h="115668">
                    <a:moveTo>
                      <a:pt x="138054" y="115669"/>
                    </a:moveTo>
                    <a:cubicBezTo>
                      <a:pt x="131128" y="115669"/>
                      <a:pt x="125513" y="110055"/>
                      <a:pt x="125513" y="103129"/>
                    </a:cubicBezTo>
                    <a:lnTo>
                      <a:pt x="125513" y="25081"/>
                    </a:lnTo>
                    <a:lnTo>
                      <a:pt x="25081" y="25081"/>
                    </a:lnTo>
                    <a:lnTo>
                      <a:pt x="25081" y="49754"/>
                    </a:lnTo>
                    <a:cubicBezTo>
                      <a:pt x="25081" y="56680"/>
                      <a:pt x="19466" y="62294"/>
                      <a:pt x="12540" y="62294"/>
                    </a:cubicBezTo>
                    <a:cubicBezTo>
                      <a:pt x="5614" y="62294"/>
                      <a:pt x="0" y="56680"/>
                      <a:pt x="0" y="49754"/>
                    </a:cubicBezTo>
                    <a:lnTo>
                      <a:pt x="0" y="12540"/>
                    </a:lnTo>
                    <a:cubicBezTo>
                      <a:pt x="0" y="5615"/>
                      <a:pt x="5614" y="0"/>
                      <a:pt x="12540" y="0"/>
                    </a:cubicBezTo>
                    <a:lnTo>
                      <a:pt x="138054" y="0"/>
                    </a:lnTo>
                    <a:cubicBezTo>
                      <a:pt x="144979" y="0"/>
                      <a:pt x="150594" y="5615"/>
                      <a:pt x="150594" y="12540"/>
                    </a:cubicBezTo>
                    <a:lnTo>
                      <a:pt x="150594" y="72844"/>
                    </a:lnTo>
                    <a:lnTo>
                      <a:pt x="158792" y="64724"/>
                    </a:lnTo>
                    <a:cubicBezTo>
                      <a:pt x="163371" y="59528"/>
                      <a:pt x="171296" y="59029"/>
                      <a:pt x="176491" y="63608"/>
                    </a:cubicBezTo>
                    <a:cubicBezTo>
                      <a:pt x="181688" y="68188"/>
                      <a:pt x="182188" y="76112"/>
                      <a:pt x="177607" y="81308"/>
                    </a:cubicBezTo>
                    <a:cubicBezTo>
                      <a:pt x="177250" y="81714"/>
                      <a:pt x="176866" y="82096"/>
                      <a:pt x="176458" y="82453"/>
                    </a:cubicBezTo>
                    <a:lnTo>
                      <a:pt x="146926" y="111985"/>
                    </a:lnTo>
                    <a:cubicBezTo>
                      <a:pt x="144574" y="114342"/>
                      <a:pt x="141383" y="115667"/>
                      <a:pt x="138054" y="115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37" name="Freeform 152">
                <a:extLst>
                  <a:ext uri="{FF2B5EF4-FFF2-40B4-BE49-F238E27FC236}">
                    <a16:creationId xmlns:a16="http://schemas.microsoft.com/office/drawing/2014/main" id="{A84C64BA-7475-F99D-EE2B-4303CAE72952}"/>
                  </a:ext>
                </a:extLst>
              </p:cNvPr>
              <p:cNvSpPr/>
              <p:nvPr/>
            </p:nvSpPr>
            <p:spPr>
              <a:xfrm>
                <a:off x="6602514" y="2254254"/>
                <a:ext cx="62701" cy="53139"/>
              </a:xfrm>
              <a:custGeom>
                <a:avLst/>
                <a:gdLst>
                  <a:gd name="connsiteX0" fmla="*/ 31351 w 62701"/>
                  <a:gd name="connsiteY0" fmla="*/ 53140 h 53139"/>
                  <a:gd name="connsiteX1" fmla="*/ 0 w 62701"/>
                  <a:gd name="connsiteY1" fmla="*/ 21789 h 53139"/>
                  <a:gd name="connsiteX2" fmla="*/ 0 w 62701"/>
                  <a:gd name="connsiteY2" fmla="*/ 12540 h 53139"/>
                  <a:gd name="connsiteX3" fmla="*/ 12540 w 62701"/>
                  <a:gd name="connsiteY3" fmla="*/ 0 h 53139"/>
                  <a:gd name="connsiteX4" fmla="*/ 25081 w 62701"/>
                  <a:gd name="connsiteY4" fmla="*/ 12540 h 53139"/>
                  <a:gd name="connsiteX5" fmla="*/ 25081 w 62701"/>
                  <a:gd name="connsiteY5" fmla="*/ 21789 h 53139"/>
                  <a:gd name="connsiteX6" fmla="*/ 31351 w 62701"/>
                  <a:gd name="connsiteY6" fmla="*/ 28059 h 53139"/>
                  <a:gd name="connsiteX7" fmla="*/ 37621 w 62701"/>
                  <a:gd name="connsiteY7" fmla="*/ 21789 h 53139"/>
                  <a:gd name="connsiteX8" fmla="*/ 37621 w 62701"/>
                  <a:gd name="connsiteY8" fmla="*/ 12540 h 53139"/>
                  <a:gd name="connsiteX9" fmla="*/ 50161 w 62701"/>
                  <a:gd name="connsiteY9" fmla="*/ 0 h 53139"/>
                  <a:gd name="connsiteX10" fmla="*/ 62702 w 62701"/>
                  <a:gd name="connsiteY10" fmla="*/ 12540 h 53139"/>
                  <a:gd name="connsiteX11" fmla="*/ 62702 w 62701"/>
                  <a:gd name="connsiteY11" fmla="*/ 21789 h 53139"/>
                  <a:gd name="connsiteX12" fmla="*/ 31351 w 62701"/>
                  <a:gd name="connsiteY12" fmla="*/ 53140 h 53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701" h="53139">
                    <a:moveTo>
                      <a:pt x="31351" y="53140"/>
                    </a:moveTo>
                    <a:cubicBezTo>
                      <a:pt x="14036" y="53140"/>
                      <a:pt x="0" y="39104"/>
                      <a:pt x="0" y="21789"/>
                    </a:cubicBezTo>
                    <a:lnTo>
                      <a:pt x="0" y="12540"/>
                    </a:lnTo>
                    <a:cubicBezTo>
                      <a:pt x="0" y="5615"/>
                      <a:pt x="5614" y="0"/>
                      <a:pt x="12540" y="0"/>
                    </a:cubicBezTo>
                    <a:cubicBezTo>
                      <a:pt x="19466" y="0"/>
                      <a:pt x="25081" y="5615"/>
                      <a:pt x="25081" y="12540"/>
                    </a:cubicBezTo>
                    <a:lnTo>
                      <a:pt x="25081" y="21789"/>
                    </a:lnTo>
                    <a:cubicBezTo>
                      <a:pt x="25081" y="25252"/>
                      <a:pt x="27888" y="28059"/>
                      <a:pt x="31351" y="28059"/>
                    </a:cubicBezTo>
                    <a:cubicBezTo>
                      <a:pt x="34814" y="28059"/>
                      <a:pt x="37621" y="25252"/>
                      <a:pt x="37621" y="21789"/>
                    </a:cubicBezTo>
                    <a:lnTo>
                      <a:pt x="37621" y="12540"/>
                    </a:lnTo>
                    <a:cubicBezTo>
                      <a:pt x="37621" y="5615"/>
                      <a:pt x="43235" y="0"/>
                      <a:pt x="50161" y="0"/>
                    </a:cubicBezTo>
                    <a:cubicBezTo>
                      <a:pt x="57087" y="0"/>
                      <a:pt x="62702" y="5615"/>
                      <a:pt x="62702" y="12540"/>
                    </a:cubicBezTo>
                    <a:lnTo>
                      <a:pt x="62702" y="21789"/>
                    </a:lnTo>
                    <a:cubicBezTo>
                      <a:pt x="62702" y="39104"/>
                      <a:pt x="48665" y="53140"/>
                      <a:pt x="31351" y="53140"/>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338" name="Graphic 332">
                <a:extLst>
                  <a:ext uri="{FF2B5EF4-FFF2-40B4-BE49-F238E27FC236}">
                    <a16:creationId xmlns:a16="http://schemas.microsoft.com/office/drawing/2014/main" id="{0B67A738-36DD-B388-0441-43AC15B2AA71}"/>
                  </a:ext>
                </a:extLst>
              </p:cNvPr>
              <p:cNvGrpSpPr/>
              <p:nvPr/>
            </p:nvGrpSpPr>
            <p:grpSpPr>
              <a:xfrm>
                <a:off x="6698915" y="2181138"/>
                <a:ext cx="121900" cy="126255"/>
                <a:chOff x="6698915" y="2181138"/>
                <a:chExt cx="121900" cy="126255"/>
              </a:xfrm>
              <a:solidFill>
                <a:srgbClr val="EF463C"/>
              </a:solidFill>
            </p:grpSpPr>
            <p:sp>
              <p:nvSpPr>
                <p:cNvPr id="340" name="Freeform 155">
                  <a:extLst>
                    <a:ext uri="{FF2B5EF4-FFF2-40B4-BE49-F238E27FC236}">
                      <a16:creationId xmlns:a16="http://schemas.microsoft.com/office/drawing/2014/main" id="{96BFE984-360C-E540-848C-BF465D91EF4A}"/>
                    </a:ext>
                  </a:extLst>
                </p:cNvPr>
                <p:cNvSpPr/>
                <p:nvPr/>
              </p:nvSpPr>
              <p:spPr>
                <a:xfrm>
                  <a:off x="6734527" y="2181138"/>
                  <a:ext cx="31221" cy="47157"/>
                </a:xfrm>
                <a:custGeom>
                  <a:avLst/>
                  <a:gdLst>
                    <a:gd name="connsiteX0" fmla="*/ 18675 w 31221"/>
                    <a:gd name="connsiteY0" fmla="*/ 47157 h 47157"/>
                    <a:gd name="connsiteX1" fmla="*/ 6589 w 31221"/>
                    <a:gd name="connsiteY1" fmla="*/ 37971 h 47157"/>
                    <a:gd name="connsiteX2" fmla="*/ 460 w 31221"/>
                    <a:gd name="connsiteY2" fmla="*/ 15900 h 47157"/>
                    <a:gd name="connsiteX3" fmla="*/ 9191 w 31221"/>
                    <a:gd name="connsiteY3" fmla="*/ 460 h 47157"/>
                    <a:gd name="connsiteX4" fmla="*/ 24632 w 31221"/>
                    <a:gd name="connsiteY4" fmla="*/ 9191 h 47157"/>
                    <a:gd name="connsiteX5" fmla="*/ 30761 w 31221"/>
                    <a:gd name="connsiteY5" fmla="*/ 31262 h 47157"/>
                    <a:gd name="connsiteX6" fmla="*/ 22034 w 31221"/>
                    <a:gd name="connsiteY6" fmla="*/ 46701 h 47157"/>
                    <a:gd name="connsiteX7" fmla="*/ 22030 w 31221"/>
                    <a:gd name="connsiteY7" fmla="*/ 46703 h 47157"/>
                    <a:gd name="connsiteX8" fmla="*/ 18675 w 31221"/>
                    <a:gd name="connsiteY8" fmla="*/ 47157 h 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21" h="47157">
                      <a:moveTo>
                        <a:pt x="18675" y="47157"/>
                      </a:moveTo>
                      <a:cubicBezTo>
                        <a:pt x="13040" y="47159"/>
                        <a:pt x="8097" y="43401"/>
                        <a:pt x="6589" y="37971"/>
                      </a:cubicBezTo>
                      <a:lnTo>
                        <a:pt x="460" y="15900"/>
                      </a:lnTo>
                      <a:cubicBezTo>
                        <a:pt x="-1393" y="9226"/>
                        <a:pt x="2517" y="2313"/>
                        <a:pt x="9191" y="460"/>
                      </a:cubicBezTo>
                      <a:cubicBezTo>
                        <a:pt x="15866" y="-1393"/>
                        <a:pt x="22779" y="2517"/>
                        <a:pt x="24632" y="9191"/>
                      </a:cubicBezTo>
                      <a:lnTo>
                        <a:pt x="30761" y="31262"/>
                      </a:lnTo>
                      <a:cubicBezTo>
                        <a:pt x="32614" y="37935"/>
                        <a:pt x="28707" y="44848"/>
                        <a:pt x="22034" y="46701"/>
                      </a:cubicBezTo>
                      <a:cubicBezTo>
                        <a:pt x="22033" y="46701"/>
                        <a:pt x="22031" y="46703"/>
                        <a:pt x="22030" y="46703"/>
                      </a:cubicBezTo>
                      <a:cubicBezTo>
                        <a:pt x="20935" y="46997"/>
                        <a:pt x="19808" y="47151"/>
                        <a:pt x="18675" y="47157"/>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1" name="Freeform 156">
                  <a:extLst>
                    <a:ext uri="{FF2B5EF4-FFF2-40B4-BE49-F238E27FC236}">
                      <a16:creationId xmlns:a16="http://schemas.microsoft.com/office/drawing/2014/main" id="{D5D8D4D0-FDC3-E338-6548-1E3F4CDEBDF2}"/>
                    </a:ext>
                  </a:extLst>
                </p:cNvPr>
                <p:cNvSpPr/>
                <p:nvPr/>
              </p:nvSpPr>
              <p:spPr>
                <a:xfrm>
                  <a:off x="6762486" y="2187024"/>
                  <a:ext cx="36918" cy="44563"/>
                </a:xfrm>
                <a:custGeom>
                  <a:avLst/>
                  <a:gdLst>
                    <a:gd name="connsiteX0" fmla="*/ 12536 w 36918"/>
                    <a:gd name="connsiteY0" fmla="*/ 44564 h 44563"/>
                    <a:gd name="connsiteX1" fmla="*/ 0 w 36918"/>
                    <a:gd name="connsiteY1" fmla="*/ 32019 h 44563"/>
                    <a:gd name="connsiteX2" fmla="*/ 1829 w 36918"/>
                    <a:gd name="connsiteY2" fmla="*/ 25502 h 44563"/>
                    <a:gd name="connsiteX3" fmla="*/ 13774 w 36918"/>
                    <a:gd name="connsiteY3" fmla="*/ 5845 h 44563"/>
                    <a:gd name="connsiteX4" fmla="*/ 31073 w 36918"/>
                    <a:gd name="connsiteY4" fmla="*/ 1939 h 44563"/>
                    <a:gd name="connsiteX5" fmla="*/ 35202 w 36918"/>
                    <a:gd name="connsiteY5" fmla="*/ 18872 h 44563"/>
                    <a:gd name="connsiteX6" fmla="*/ 23258 w 36918"/>
                    <a:gd name="connsiteY6" fmla="*/ 38529 h 44563"/>
                    <a:gd name="connsiteX7" fmla="*/ 12536 w 36918"/>
                    <a:gd name="connsiteY7" fmla="*/ 44564 h 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18" h="44563">
                      <a:moveTo>
                        <a:pt x="12536" y="44564"/>
                      </a:moveTo>
                      <a:cubicBezTo>
                        <a:pt x="5610" y="44561"/>
                        <a:pt x="-2" y="38944"/>
                        <a:pt x="0" y="32019"/>
                      </a:cubicBezTo>
                      <a:cubicBezTo>
                        <a:pt x="2" y="29719"/>
                        <a:pt x="635" y="27465"/>
                        <a:pt x="1829" y="25502"/>
                      </a:cubicBezTo>
                      <a:lnTo>
                        <a:pt x="13774" y="5845"/>
                      </a:lnTo>
                      <a:cubicBezTo>
                        <a:pt x="17472" y="-10"/>
                        <a:pt x="25217" y="-1759"/>
                        <a:pt x="31073" y="1939"/>
                      </a:cubicBezTo>
                      <a:cubicBezTo>
                        <a:pt x="36787" y="5549"/>
                        <a:pt x="38613" y="13037"/>
                        <a:pt x="35202" y="18872"/>
                      </a:cubicBezTo>
                      <a:lnTo>
                        <a:pt x="23258" y="38529"/>
                      </a:lnTo>
                      <a:cubicBezTo>
                        <a:pt x="20985" y="42277"/>
                        <a:pt x="16918" y="44564"/>
                        <a:pt x="12536" y="4456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2" name="Freeform 157">
                  <a:extLst>
                    <a:ext uri="{FF2B5EF4-FFF2-40B4-BE49-F238E27FC236}">
                      <a16:creationId xmlns:a16="http://schemas.microsoft.com/office/drawing/2014/main" id="{988CE3F8-A0BD-466D-1CB3-2CE6D705A0B1}"/>
                    </a:ext>
                  </a:extLst>
                </p:cNvPr>
                <p:cNvSpPr/>
                <p:nvPr/>
              </p:nvSpPr>
              <p:spPr>
                <a:xfrm>
                  <a:off x="6779022" y="2221060"/>
                  <a:ext cx="41793" cy="28475"/>
                </a:xfrm>
                <a:custGeom>
                  <a:avLst/>
                  <a:gdLst>
                    <a:gd name="connsiteX0" fmla="*/ 12522 w 41793"/>
                    <a:gd name="connsiteY0" fmla="*/ 28475 h 28475"/>
                    <a:gd name="connsiteX1" fmla="*/ 0 w 41793"/>
                    <a:gd name="connsiteY1" fmla="*/ 15916 h 28475"/>
                    <a:gd name="connsiteX2" fmla="*/ 10045 w 41793"/>
                    <a:gd name="connsiteY2" fmla="*/ 3646 h 28475"/>
                    <a:gd name="connsiteX3" fmla="*/ 26880 w 41793"/>
                    <a:gd name="connsiteY3" fmla="*/ 228 h 28475"/>
                    <a:gd name="connsiteX4" fmla="*/ 41565 w 41793"/>
                    <a:gd name="connsiteY4" fmla="*/ 10173 h 28475"/>
                    <a:gd name="connsiteX5" fmla="*/ 31865 w 41793"/>
                    <a:gd name="connsiteY5" fmla="*/ 24807 h 28475"/>
                    <a:gd name="connsiteX6" fmla="*/ 15030 w 41793"/>
                    <a:gd name="connsiteY6" fmla="*/ 28225 h 28475"/>
                    <a:gd name="connsiteX7" fmla="*/ 12522 w 41793"/>
                    <a:gd name="connsiteY7" fmla="*/ 28475 h 2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93" h="28475">
                      <a:moveTo>
                        <a:pt x="12522" y="28475"/>
                      </a:moveTo>
                      <a:cubicBezTo>
                        <a:pt x="5596" y="28464"/>
                        <a:pt x="-11" y="22842"/>
                        <a:pt x="0" y="15916"/>
                      </a:cubicBezTo>
                      <a:cubicBezTo>
                        <a:pt x="9" y="9960"/>
                        <a:pt x="4207" y="4831"/>
                        <a:pt x="10045" y="3646"/>
                      </a:cubicBezTo>
                      <a:lnTo>
                        <a:pt x="26880" y="228"/>
                      </a:lnTo>
                      <a:cubicBezTo>
                        <a:pt x="33682" y="-1081"/>
                        <a:pt x="40256" y="3371"/>
                        <a:pt x="41565" y="10173"/>
                      </a:cubicBezTo>
                      <a:cubicBezTo>
                        <a:pt x="42855" y="16877"/>
                        <a:pt x="38544" y="23384"/>
                        <a:pt x="31865" y="24807"/>
                      </a:cubicBezTo>
                      <a:lnTo>
                        <a:pt x="15030" y="28225"/>
                      </a:lnTo>
                      <a:cubicBezTo>
                        <a:pt x="14205" y="28394"/>
                        <a:pt x="13363" y="28477"/>
                        <a:pt x="12522" y="2847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3" name="Freeform 158">
                  <a:extLst>
                    <a:ext uri="{FF2B5EF4-FFF2-40B4-BE49-F238E27FC236}">
                      <a16:creationId xmlns:a16="http://schemas.microsoft.com/office/drawing/2014/main" id="{3C8A71BC-44B6-CD77-98B5-588CFDC4B09C}"/>
                    </a:ext>
                  </a:extLst>
                </p:cNvPr>
                <p:cNvSpPr/>
                <p:nvPr/>
              </p:nvSpPr>
              <p:spPr>
                <a:xfrm>
                  <a:off x="6774727" y="2247949"/>
                  <a:ext cx="41840" cy="35226"/>
                </a:xfrm>
                <a:custGeom>
                  <a:avLst/>
                  <a:gdLst>
                    <a:gd name="connsiteX0" fmla="*/ 29357 w 41840"/>
                    <a:gd name="connsiteY0" fmla="*/ 35226 h 35226"/>
                    <a:gd name="connsiteX1" fmla="*/ 22883 w 41840"/>
                    <a:gd name="connsiteY1" fmla="*/ 33408 h 35226"/>
                    <a:gd name="connsiteX2" fmla="*/ 5390 w 41840"/>
                    <a:gd name="connsiteY2" fmla="*/ 22843 h 35226"/>
                    <a:gd name="connsiteX3" fmla="*/ 2240 w 41840"/>
                    <a:gd name="connsiteY3" fmla="*/ 5390 h 35226"/>
                    <a:gd name="connsiteX4" fmla="*/ 18385 w 41840"/>
                    <a:gd name="connsiteY4" fmla="*/ 1446 h 35226"/>
                    <a:gd name="connsiteX5" fmla="*/ 35878 w 41840"/>
                    <a:gd name="connsiteY5" fmla="*/ 12011 h 35226"/>
                    <a:gd name="connsiteX6" fmla="*/ 39973 w 41840"/>
                    <a:gd name="connsiteY6" fmla="*/ 29267 h 35226"/>
                    <a:gd name="connsiteX7" fmla="*/ 29357 w 41840"/>
                    <a:gd name="connsiteY7" fmla="*/ 35226 h 3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40" h="35226">
                      <a:moveTo>
                        <a:pt x="29357" y="35226"/>
                      </a:moveTo>
                      <a:cubicBezTo>
                        <a:pt x="27073" y="35222"/>
                        <a:pt x="24835" y="34592"/>
                        <a:pt x="22883" y="33408"/>
                      </a:cubicBezTo>
                      <a:lnTo>
                        <a:pt x="5390" y="22843"/>
                      </a:lnTo>
                      <a:cubicBezTo>
                        <a:pt x="-299" y="18893"/>
                        <a:pt x="-1710" y="11080"/>
                        <a:pt x="2240" y="5390"/>
                      </a:cubicBezTo>
                      <a:cubicBezTo>
                        <a:pt x="5852" y="186"/>
                        <a:pt x="12779" y="-1506"/>
                        <a:pt x="18385" y="1446"/>
                      </a:cubicBezTo>
                      <a:lnTo>
                        <a:pt x="35878" y="12011"/>
                      </a:lnTo>
                      <a:cubicBezTo>
                        <a:pt x="41774" y="15645"/>
                        <a:pt x="43608" y="23371"/>
                        <a:pt x="39973" y="29267"/>
                      </a:cubicBezTo>
                      <a:cubicBezTo>
                        <a:pt x="37701" y="32954"/>
                        <a:pt x="33687" y="35206"/>
                        <a:pt x="29357" y="3522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4" name="Freeform 159">
                  <a:extLst>
                    <a:ext uri="{FF2B5EF4-FFF2-40B4-BE49-F238E27FC236}">
                      <a16:creationId xmlns:a16="http://schemas.microsoft.com/office/drawing/2014/main" id="{AA12D6C8-78EC-5038-3400-CDA8FB296D77}"/>
                    </a:ext>
                  </a:extLst>
                </p:cNvPr>
                <p:cNvSpPr/>
                <p:nvPr/>
              </p:nvSpPr>
              <p:spPr>
                <a:xfrm>
                  <a:off x="6753280" y="2265531"/>
                  <a:ext cx="29214" cy="41862"/>
                </a:xfrm>
                <a:custGeom>
                  <a:avLst/>
                  <a:gdLst>
                    <a:gd name="connsiteX0" fmla="*/ 16585 w 29214"/>
                    <a:gd name="connsiteY0" fmla="*/ 41863 h 41862"/>
                    <a:gd name="connsiteX1" fmla="*/ 4405 w 29214"/>
                    <a:gd name="connsiteY1" fmla="*/ 32269 h 41862"/>
                    <a:gd name="connsiteX2" fmla="*/ 423 w 29214"/>
                    <a:gd name="connsiteY2" fmla="*/ 15763 h 41862"/>
                    <a:gd name="connsiteX3" fmla="*/ 9324 w 29214"/>
                    <a:gd name="connsiteY3" fmla="*/ 423 h 41862"/>
                    <a:gd name="connsiteX4" fmla="*/ 24664 w 29214"/>
                    <a:gd name="connsiteY4" fmla="*/ 9325 h 41862"/>
                    <a:gd name="connsiteX5" fmla="*/ 24799 w 29214"/>
                    <a:gd name="connsiteY5" fmla="*/ 9885 h 41862"/>
                    <a:gd name="connsiteX6" fmla="*/ 28858 w 29214"/>
                    <a:gd name="connsiteY6" fmla="*/ 26375 h 41862"/>
                    <a:gd name="connsiteX7" fmla="*/ 19626 w 29214"/>
                    <a:gd name="connsiteY7" fmla="*/ 41518 h 41862"/>
                    <a:gd name="connsiteX8" fmla="*/ 19626 w 29214"/>
                    <a:gd name="connsiteY8" fmla="*/ 41518 h 41862"/>
                    <a:gd name="connsiteX9" fmla="*/ 16585 w 29214"/>
                    <a:gd name="connsiteY9" fmla="*/ 41863 h 41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214" h="41862">
                      <a:moveTo>
                        <a:pt x="16585" y="41863"/>
                      </a:moveTo>
                      <a:cubicBezTo>
                        <a:pt x="10797" y="41858"/>
                        <a:pt x="5765" y="37894"/>
                        <a:pt x="4405" y="32269"/>
                      </a:cubicBezTo>
                      <a:lnTo>
                        <a:pt x="423" y="15763"/>
                      </a:lnTo>
                      <a:cubicBezTo>
                        <a:pt x="-1354" y="9070"/>
                        <a:pt x="2630" y="2202"/>
                        <a:pt x="9324" y="423"/>
                      </a:cubicBezTo>
                      <a:cubicBezTo>
                        <a:pt x="16019" y="-1354"/>
                        <a:pt x="22886" y="2632"/>
                        <a:pt x="24664" y="9325"/>
                      </a:cubicBezTo>
                      <a:cubicBezTo>
                        <a:pt x="24712" y="9510"/>
                        <a:pt x="24758" y="9697"/>
                        <a:pt x="24799" y="9885"/>
                      </a:cubicBezTo>
                      <a:lnTo>
                        <a:pt x="28858" y="26375"/>
                      </a:lnTo>
                      <a:cubicBezTo>
                        <a:pt x="30490" y="33106"/>
                        <a:pt x="26357" y="39886"/>
                        <a:pt x="19626" y="41518"/>
                      </a:cubicBezTo>
                      <a:cubicBezTo>
                        <a:pt x="19626" y="41518"/>
                        <a:pt x="19626" y="41518"/>
                        <a:pt x="19626" y="41518"/>
                      </a:cubicBezTo>
                      <a:cubicBezTo>
                        <a:pt x="18629" y="41753"/>
                        <a:pt x="17608" y="41869"/>
                        <a:pt x="16585" y="41863"/>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5" name="Freeform 160">
                  <a:extLst>
                    <a:ext uri="{FF2B5EF4-FFF2-40B4-BE49-F238E27FC236}">
                      <a16:creationId xmlns:a16="http://schemas.microsoft.com/office/drawing/2014/main" id="{57DF446A-7CB4-EE7B-E2FE-73CD5783758B}"/>
                    </a:ext>
                  </a:extLst>
                </p:cNvPr>
                <p:cNvSpPr/>
                <p:nvPr/>
              </p:nvSpPr>
              <p:spPr>
                <a:xfrm>
                  <a:off x="6720312" y="2259509"/>
                  <a:ext cx="35042" cy="42194"/>
                </a:xfrm>
                <a:custGeom>
                  <a:avLst/>
                  <a:gdLst>
                    <a:gd name="connsiteX0" fmla="*/ 12497 w 35042"/>
                    <a:gd name="connsiteY0" fmla="*/ 42195 h 42194"/>
                    <a:gd name="connsiteX1" fmla="*/ 0 w 35042"/>
                    <a:gd name="connsiteY1" fmla="*/ 29611 h 42194"/>
                    <a:gd name="connsiteX2" fmla="*/ 1680 w 35042"/>
                    <a:gd name="connsiteY2" fmla="*/ 23384 h 42194"/>
                    <a:gd name="connsiteX3" fmla="*/ 11666 w 35042"/>
                    <a:gd name="connsiteY3" fmla="*/ 6220 h 42194"/>
                    <a:gd name="connsiteX4" fmla="*/ 28822 w 35042"/>
                    <a:gd name="connsiteY4" fmla="*/ 1713 h 42194"/>
                    <a:gd name="connsiteX5" fmla="*/ 33329 w 35042"/>
                    <a:gd name="connsiteY5" fmla="*/ 18870 h 42194"/>
                    <a:gd name="connsiteX6" fmla="*/ 23344 w 35042"/>
                    <a:gd name="connsiteY6" fmla="*/ 35972 h 42194"/>
                    <a:gd name="connsiteX7" fmla="*/ 12497 w 35042"/>
                    <a:gd name="connsiteY7" fmla="*/ 42195 h 4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42" h="42194">
                      <a:moveTo>
                        <a:pt x="12497" y="42195"/>
                      </a:moveTo>
                      <a:cubicBezTo>
                        <a:pt x="5571" y="42170"/>
                        <a:pt x="-23" y="36536"/>
                        <a:pt x="0" y="29611"/>
                      </a:cubicBezTo>
                      <a:cubicBezTo>
                        <a:pt x="8" y="27424"/>
                        <a:pt x="588" y="25278"/>
                        <a:pt x="1680" y="23384"/>
                      </a:cubicBezTo>
                      <a:lnTo>
                        <a:pt x="11666" y="6220"/>
                      </a:lnTo>
                      <a:cubicBezTo>
                        <a:pt x="15158" y="238"/>
                        <a:pt x="22841" y="-1779"/>
                        <a:pt x="28822" y="1713"/>
                      </a:cubicBezTo>
                      <a:cubicBezTo>
                        <a:pt x="34804" y="5206"/>
                        <a:pt x="36822" y="12888"/>
                        <a:pt x="33329" y="18870"/>
                      </a:cubicBezTo>
                      <a:lnTo>
                        <a:pt x="23344" y="35972"/>
                      </a:lnTo>
                      <a:cubicBezTo>
                        <a:pt x="21095" y="39829"/>
                        <a:pt x="16962" y="42200"/>
                        <a:pt x="12497" y="42195"/>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6" name="Freeform 161">
                  <a:extLst>
                    <a:ext uri="{FF2B5EF4-FFF2-40B4-BE49-F238E27FC236}">
                      <a16:creationId xmlns:a16="http://schemas.microsoft.com/office/drawing/2014/main" id="{BF2F6BD9-7BDD-6AD6-9EA4-D5FC17F38F5E}"/>
                    </a:ext>
                  </a:extLst>
                </p:cNvPr>
                <p:cNvSpPr/>
                <p:nvPr/>
              </p:nvSpPr>
              <p:spPr>
                <a:xfrm>
                  <a:off x="6698915" y="2238810"/>
                  <a:ext cx="43578" cy="30116"/>
                </a:xfrm>
                <a:custGeom>
                  <a:avLst/>
                  <a:gdLst>
                    <a:gd name="connsiteX0" fmla="*/ 12528 w 43578"/>
                    <a:gd name="connsiteY0" fmla="*/ 30116 h 30116"/>
                    <a:gd name="connsiteX1" fmla="*/ 0 w 43578"/>
                    <a:gd name="connsiteY1" fmla="*/ 17563 h 30116"/>
                    <a:gd name="connsiteX2" fmla="*/ 9252 w 43578"/>
                    <a:gd name="connsiteY2" fmla="*/ 5475 h 30116"/>
                    <a:gd name="connsiteX3" fmla="*/ 27921 w 43578"/>
                    <a:gd name="connsiteY3" fmla="*/ 396 h 30116"/>
                    <a:gd name="connsiteX4" fmla="*/ 43183 w 43578"/>
                    <a:gd name="connsiteY4" fmla="*/ 9429 h 30116"/>
                    <a:gd name="connsiteX5" fmla="*/ 34489 w 43578"/>
                    <a:gd name="connsiteY5" fmla="*/ 24599 h 30116"/>
                    <a:gd name="connsiteX6" fmla="*/ 15820 w 43578"/>
                    <a:gd name="connsiteY6" fmla="*/ 29677 h 30116"/>
                    <a:gd name="connsiteX7" fmla="*/ 12528 w 43578"/>
                    <a:gd name="connsiteY7" fmla="*/ 30116 h 3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78" h="30116">
                      <a:moveTo>
                        <a:pt x="12528" y="30116"/>
                      </a:moveTo>
                      <a:cubicBezTo>
                        <a:pt x="5602" y="30110"/>
                        <a:pt x="-7" y="24489"/>
                        <a:pt x="0" y="17563"/>
                      </a:cubicBezTo>
                      <a:cubicBezTo>
                        <a:pt x="6" y="11909"/>
                        <a:pt x="3795" y="6957"/>
                        <a:pt x="9252" y="5475"/>
                      </a:cubicBezTo>
                      <a:lnTo>
                        <a:pt x="27921" y="396"/>
                      </a:lnTo>
                      <a:cubicBezTo>
                        <a:pt x="34630" y="-1324"/>
                        <a:pt x="41463" y="2720"/>
                        <a:pt x="43183" y="9429"/>
                      </a:cubicBezTo>
                      <a:cubicBezTo>
                        <a:pt x="44869" y="16005"/>
                        <a:pt x="41015" y="22729"/>
                        <a:pt x="34489" y="24599"/>
                      </a:cubicBezTo>
                      <a:lnTo>
                        <a:pt x="15820" y="29677"/>
                      </a:lnTo>
                      <a:cubicBezTo>
                        <a:pt x="14747" y="29969"/>
                        <a:pt x="13640" y="30116"/>
                        <a:pt x="12528" y="30116"/>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7" name="Freeform 162">
                  <a:extLst>
                    <a:ext uri="{FF2B5EF4-FFF2-40B4-BE49-F238E27FC236}">
                      <a16:creationId xmlns:a16="http://schemas.microsoft.com/office/drawing/2014/main" id="{46C2BCB7-0D81-0F7E-1F2E-2E47E8D7E963}"/>
                    </a:ext>
                  </a:extLst>
                </p:cNvPr>
                <p:cNvSpPr/>
                <p:nvPr/>
              </p:nvSpPr>
              <p:spPr>
                <a:xfrm>
                  <a:off x="6703187" y="2203941"/>
                  <a:ext cx="43000" cy="36753"/>
                </a:xfrm>
                <a:custGeom>
                  <a:avLst/>
                  <a:gdLst>
                    <a:gd name="connsiteX0" fmla="*/ 30436 w 43000"/>
                    <a:gd name="connsiteY0" fmla="*/ 36754 h 36753"/>
                    <a:gd name="connsiteX1" fmla="*/ 23602 w 43000"/>
                    <a:gd name="connsiteY1" fmla="*/ 34716 h 36753"/>
                    <a:gd name="connsiteX2" fmla="*/ 5700 w 43000"/>
                    <a:gd name="connsiteY2" fmla="*/ 23053 h 36753"/>
                    <a:gd name="connsiteX3" fmla="*/ 2032 w 43000"/>
                    <a:gd name="connsiteY3" fmla="*/ 5701 h 36753"/>
                    <a:gd name="connsiteX4" fmla="*/ 19385 w 43000"/>
                    <a:gd name="connsiteY4" fmla="*/ 2033 h 36753"/>
                    <a:gd name="connsiteX5" fmla="*/ 37286 w 43000"/>
                    <a:gd name="connsiteY5" fmla="*/ 13695 h 36753"/>
                    <a:gd name="connsiteX6" fmla="*/ 40976 w 43000"/>
                    <a:gd name="connsiteY6" fmla="*/ 31042 h 36753"/>
                    <a:gd name="connsiteX7" fmla="*/ 30436 w 43000"/>
                    <a:gd name="connsiteY7" fmla="*/ 36754 h 36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000" h="36753">
                      <a:moveTo>
                        <a:pt x="30436" y="36754"/>
                      </a:moveTo>
                      <a:cubicBezTo>
                        <a:pt x="28008" y="36751"/>
                        <a:pt x="25635" y="36042"/>
                        <a:pt x="23602" y="34716"/>
                      </a:cubicBezTo>
                      <a:lnTo>
                        <a:pt x="5700" y="23053"/>
                      </a:lnTo>
                      <a:cubicBezTo>
                        <a:pt x="-104" y="19274"/>
                        <a:pt x="-1746" y="11505"/>
                        <a:pt x="2032" y="5701"/>
                      </a:cubicBezTo>
                      <a:cubicBezTo>
                        <a:pt x="5811" y="-104"/>
                        <a:pt x="13581" y="-1747"/>
                        <a:pt x="19385" y="2033"/>
                      </a:cubicBezTo>
                      <a:lnTo>
                        <a:pt x="37286" y="13695"/>
                      </a:lnTo>
                      <a:cubicBezTo>
                        <a:pt x="43096" y="17467"/>
                        <a:pt x="44748" y="25232"/>
                        <a:pt x="40976" y="31042"/>
                      </a:cubicBezTo>
                      <a:cubicBezTo>
                        <a:pt x="38660" y="34611"/>
                        <a:pt x="34691" y="36762"/>
                        <a:pt x="30436" y="36754"/>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48" name="Freeform 163">
                  <a:extLst>
                    <a:ext uri="{FF2B5EF4-FFF2-40B4-BE49-F238E27FC236}">
                      <a16:creationId xmlns:a16="http://schemas.microsoft.com/office/drawing/2014/main" id="{49075A82-5883-30CC-678E-65EAE55D8256}"/>
                    </a:ext>
                  </a:extLst>
                </p:cNvPr>
                <p:cNvSpPr/>
                <p:nvPr/>
              </p:nvSpPr>
              <p:spPr>
                <a:xfrm>
                  <a:off x="6717310" y="2202400"/>
                  <a:ext cx="85595" cy="85587"/>
                </a:xfrm>
                <a:custGeom>
                  <a:avLst/>
                  <a:gdLst>
                    <a:gd name="connsiteX0" fmla="*/ 42727 w 85595"/>
                    <a:gd name="connsiteY0" fmla="*/ 85588 h 85587"/>
                    <a:gd name="connsiteX1" fmla="*/ 0 w 85595"/>
                    <a:gd name="connsiteY1" fmla="*/ 42727 h 85587"/>
                    <a:gd name="connsiteX2" fmla="*/ 42860 w 85595"/>
                    <a:gd name="connsiteY2" fmla="*/ 0 h 85587"/>
                    <a:gd name="connsiteX3" fmla="*/ 84455 w 85595"/>
                    <a:gd name="connsiteY3" fmla="*/ 33013 h 85587"/>
                    <a:gd name="connsiteX4" fmla="*/ 84455 w 85595"/>
                    <a:gd name="connsiteY4" fmla="*/ 33013 h 85587"/>
                    <a:gd name="connsiteX5" fmla="*/ 52586 w 85595"/>
                    <a:gd name="connsiteY5" fmla="*/ 84444 h 85587"/>
                    <a:gd name="connsiteX6" fmla="*/ 42727 w 85595"/>
                    <a:gd name="connsiteY6" fmla="*/ 85588 h 85587"/>
                    <a:gd name="connsiteX7" fmla="*/ 42883 w 85595"/>
                    <a:gd name="connsiteY7" fmla="*/ 25049 h 85587"/>
                    <a:gd name="connsiteX8" fmla="*/ 38808 w 85595"/>
                    <a:gd name="connsiteY8" fmla="*/ 25520 h 85587"/>
                    <a:gd name="connsiteX9" fmla="*/ 25664 w 85595"/>
                    <a:gd name="connsiteY9" fmla="*/ 46818 h 85587"/>
                    <a:gd name="connsiteX10" fmla="*/ 46962 w 85595"/>
                    <a:gd name="connsiteY10" fmla="*/ 59963 h 85587"/>
                    <a:gd name="connsiteX11" fmla="*/ 60126 w 85595"/>
                    <a:gd name="connsiteY11" fmla="*/ 38750 h 85587"/>
                    <a:gd name="connsiteX12" fmla="*/ 60126 w 85595"/>
                    <a:gd name="connsiteY12" fmla="*/ 38750 h 85587"/>
                    <a:gd name="connsiteX13" fmla="*/ 42883 w 85595"/>
                    <a:gd name="connsiteY13" fmla="*/ 25049 h 8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595" h="85587">
                      <a:moveTo>
                        <a:pt x="42727" y="85588"/>
                      </a:moveTo>
                      <a:cubicBezTo>
                        <a:pt x="19093" y="85550"/>
                        <a:pt x="-38" y="66362"/>
                        <a:pt x="0" y="42727"/>
                      </a:cubicBezTo>
                      <a:cubicBezTo>
                        <a:pt x="36" y="19093"/>
                        <a:pt x="19226" y="-38"/>
                        <a:pt x="42860" y="0"/>
                      </a:cubicBezTo>
                      <a:cubicBezTo>
                        <a:pt x="62702" y="31"/>
                        <a:pt x="79920" y="13697"/>
                        <a:pt x="84455" y="33013"/>
                      </a:cubicBezTo>
                      <a:lnTo>
                        <a:pt x="84455" y="33013"/>
                      </a:lnTo>
                      <a:cubicBezTo>
                        <a:pt x="89850" y="56015"/>
                        <a:pt x="75585" y="79036"/>
                        <a:pt x="52586" y="84444"/>
                      </a:cubicBezTo>
                      <a:cubicBezTo>
                        <a:pt x="49354" y="85202"/>
                        <a:pt x="46047" y="85586"/>
                        <a:pt x="42727" y="85588"/>
                      </a:cubicBezTo>
                      <a:close/>
                      <a:moveTo>
                        <a:pt x="42883" y="25049"/>
                      </a:moveTo>
                      <a:cubicBezTo>
                        <a:pt x="41512" y="25051"/>
                        <a:pt x="40143" y="25209"/>
                        <a:pt x="38808" y="25520"/>
                      </a:cubicBezTo>
                      <a:cubicBezTo>
                        <a:pt x="29296" y="27771"/>
                        <a:pt x="23411" y="37308"/>
                        <a:pt x="25664" y="46818"/>
                      </a:cubicBezTo>
                      <a:cubicBezTo>
                        <a:pt x="27915" y="56330"/>
                        <a:pt x="37450" y="62214"/>
                        <a:pt x="46962" y="59963"/>
                      </a:cubicBezTo>
                      <a:cubicBezTo>
                        <a:pt x="56439" y="57719"/>
                        <a:pt x="62322" y="48238"/>
                        <a:pt x="60126" y="38750"/>
                      </a:cubicBezTo>
                      <a:lnTo>
                        <a:pt x="60126" y="38750"/>
                      </a:lnTo>
                      <a:cubicBezTo>
                        <a:pt x="58252" y="30736"/>
                        <a:pt x="51113" y="25065"/>
                        <a:pt x="42883" y="25049"/>
                      </a:cubicBez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sp>
            <p:nvSpPr>
              <p:cNvPr id="339" name="Freeform 154">
                <a:extLst>
                  <a:ext uri="{FF2B5EF4-FFF2-40B4-BE49-F238E27FC236}">
                    <a16:creationId xmlns:a16="http://schemas.microsoft.com/office/drawing/2014/main" id="{21B90D13-27E6-34B3-5B30-4E4D94FD2A50}"/>
                  </a:ext>
                </a:extLst>
              </p:cNvPr>
              <p:cNvSpPr/>
              <p:nvPr/>
            </p:nvSpPr>
            <p:spPr>
              <a:xfrm>
                <a:off x="6717586" y="2109858"/>
                <a:ext cx="54608" cy="54606"/>
              </a:xfrm>
              <a:custGeom>
                <a:avLst/>
                <a:gdLst>
                  <a:gd name="connsiteX0" fmla="*/ 42074 w 54608"/>
                  <a:gd name="connsiteY0" fmla="*/ 54607 h 54606"/>
                  <a:gd name="connsiteX1" fmla="*/ 33202 w 54608"/>
                  <a:gd name="connsiteY1" fmla="*/ 50939 h 54606"/>
                  <a:gd name="connsiteX2" fmla="*/ 3669 w 54608"/>
                  <a:gd name="connsiteY2" fmla="*/ 21406 h 54606"/>
                  <a:gd name="connsiteX3" fmla="*/ 3677 w 54608"/>
                  <a:gd name="connsiteY3" fmla="*/ 3669 h 54606"/>
                  <a:gd name="connsiteX4" fmla="*/ 21414 w 54608"/>
                  <a:gd name="connsiteY4" fmla="*/ 3677 h 54606"/>
                  <a:gd name="connsiteX5" fmla="*/ 50931 w 54608"/>
                  <a:gd name="connsiteY5" fmla="*/ 33194 h 54606"/>
                  <a:gd name="connsiteX6" fmla="*/ 50940 w 54608"/>
                  <a:gd name="connsiteY6" fmla="*/ 50929 h 54606"/>
                  <a:gd name="connsiteX7" fmla="*/ 42074 w 54608"/>
                  <a:gd name="connsiteY7" fmla="*/ 54607 h 5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608" h="54606">
                    <a:moveTo>
                      <a:pt x="42074" y="54607"/>
                    </a:moveTo>
                    <a:cubicBezTo>
                      <a:pt x="38748" y="54609"/>
                      <a:pt x="35556" y="53290"/>
                      <a:pt x="33202" y="50939"/>
                    </a:cubicBezTo>
                    <a:lnTo>
                      <a:pt x="3669" y="21406"/>
                    </a:lnTo>
                    <a:cubicBezTo>
                      <a:pt x="-1226" y="16506"/>
                      <a:pt x="-1223" y="8565"/>
                      <a:pt x="3677" y="3669"/>
                    </a:cubicBezTo>
                    <a:cubicBezTo>
                      <a:pt x="8577" y="-1226"/>
                      <a:pt x="16519" y="-1223"/>
                      <a:pt x="21414" y="3677"/>
                    </a:cubicBezTo>
                    <a:lnTo>
                      <a:pt x="50931" y="33194"/>
                    </a:lnTo>
                    <a:cubicBezTo>
                      <a:pt x="55831" y="38089"/>
                      <a:pt x="55836" y="46029"/>
                      <a:pt x="50940" y="50929"/>
                    </a:cubicBezTo>
                    <a:cubicBezTo>
                      <a:pt x="48590" y="53282"/>
                      <a:pt x="45401" y="54605"/>
                      <a:pt x="42074" y="54607"/>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603" name="Group 602">
            <a:extLst>
              <a:ext uri="{FF2B5EF4-FFF2-40B4-BE49-F238E27FC236}">
                <a16:creationId xmlns:a16="http://schemas.microsoft.com/office/drawing/2014/main" id="{1A87AFD4-5393-5F89-360D-D1F7017D51BC}"/>
              </a:ext>
            </a:extLst>
          </p:cNvPr>
          <p:cNvGrpSpPr/>
          <p:nvPr/>
        </p:nvGrpSpPr>
        <p:grpSpPr>
          <a:xfrm>
            <a:off x="10077678" y="2640831"/>
            <a:ext cx="305000" cy="305000"/>
            <a:chOff x="9817805" y="1942177"/>
            <a:chExt cx="471791" cy="471791"/>
          </a:xfrm>
        </p:grpSpPr>
        <p:sp>
          <p:nvSpPr>
            <p:cNvPr id="326" name="Oval 325">
              <a:extLst>
                <a:ext uri="{FF2B5EF4-FFF2-40B4-BE49-F238E27FC236}">
                  <a16:creationId xmlns:a16="http://schemas.microsoft.com/office/drawing/2014/main" id="{B49D2D01-C94B-AF41-60B6-5EA4E1FC9AEB}"/>
                </a:ext>
              </a:extLst>
            </p:cNvPr>
            <p:cNvSpPr/>
            <p:nvPr/>
          </p:nvSpPr>
          <p:spPr>
            <a:xfrm>
              <a:off x="9817805"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327" name="Graphic 334">
              <a:extLst>
                <a:ext uri="{FF2B5EF4-FFF2-40B4-BE49-F238E27FC236}">
                  <a16:creationId xmlns:a16="http://schemas.microsoft.com/office/drawing/2014/main" id="{BE517270-CC1C-7AC2-3BF9-05F19F0AA4F6}"/>
                </a:ext>
              </a:extLst>
            </p:cNvPr>
            <p:cNvGrpSpPr/>
            <p:nvPr/>
          </p:nvGrpSpPr>
          <p:grpSpPr>
            <a:xfrm>
              <a:off x="9951565" y="2036935"/>
              <a:ext cx="204378" cy="282424"/>
              <a:chOff x="9951565" y="2036935"/>
              <a:chExt cx="204378" cy="282424"/>
            </a:xfrm>
          </p:grpSpPr>
          <p:sp>
            <p:nvSpPr>
              <p:cNvPr id="328" name="Freeform 143">
                <a:extLst>
                  <a:ext uri="{FF2B5EF4-FFF2-40B4-BE49-F238E27FC236}">
                    <a16:creationId xmlns:a16="http://schemas.microsoft.com/office/drawing/2014/main" id="{56EB3DAD-70AD-D864-7E97-E3A8F0486362}"/>
                  </a:ext>
                </a:extLst>
              </p:cNvPr>
              <p:cNvSpPr/>
              <p:nvPr/>
            </p:nvSpPr>
            <p:spPr>
              <a:xfrm>
                <a:off x="10075099" y="2179856"/>
                <a:ext cx="80844" cy="136661"/>
              </a:xfrm>
              <a:custGeom>
                <a:avLst/>
                <a:gdLst>
                  <a:gd name="connsiteX0" fmla="*/ 56016 w 80844"/>
                  <a:gd name="connsiteY0" fmla="*/ 136661 h 136661"/>
                  <a:gd name="connsiteX1" fmla="*/ 24749 w 80844"/>
                  <a:gd name="connsiteY1" fmla="*/ 114256 h 136661"/>
                  <a:gd name="connsiteX2" fmla="*/ 1674 w 80844"/>
                  <a:gd name="connsiteY2" fmla="*/ 91516 h 136661"/>
                  <a:gd name="connsiteX3" fmla="*/ 2510 w 80844"/>
                  <a:gd name="connsiteY3" fmla="*/ 77136 h 136661"/>
                  <a:gd name="connsiteX4" fmla="*/ 28762 w 80844"/>
                  <a:gd name="connsiteY4" fmla="*/ 12261 h 136661"/>
                  <a:gd name="connsiteX5" fmla="*/ 43141 w 80844"/>
                  <a:gd name="connsiteY5" fmla="*/ 55 h 136661"/>
                  <a:gd name="connsiteX6" fmla="*/ 50331 w 80844"/>
                  <a:gd name="connsiteY6" fmla="*/ 2897 h 136661"/>
                  <a:gd name="connsiteX7" fmla="*/ 79759 w 80844"/>
                  <a:gd name="connsiteY7" fmla="*/ 46371 h 136661"/>
                  <a:gd name="connsiteX8" fmla="*/ 76749 w 80844"/>
                  <a:gd name="connsiteY8" fmla="*/ 92017 h 136661"/>
                  <a:gd name="connsiteX9" fmla="*/ 67720 w 80844"/>
                  <a:gd name="connsiteY9" fmla="*/ 130642 h 136661"/>
                  <a:gd name="connsiteX10" fmla="*/ 57688 w 80844"/>
                  <a:gd name="connsiteY10" fmla="*/ 136494 h 136661"/>
                  <a:gd name="connsiteX11" fmla="*/ 56016 w 80844"/>
                  <a:gd name="connsiteY11" fmla="*/ 136661 h 136661"/>
                  <a:gd name="connsiteX12" fmla="*/ 30768 w 80844"/>
                  <a:gd name="connsiteY12" fmla="*/ 83156 h 136661"/>
                  <a:gd name="connsiteX13" fmla="*/ 48324 w 80844"/>
                  <a:gd name="connsiteY13" fmla="*/ 99374 h 136661"/>
                  <a:gd name="connsiteX14" fmla="*/ 54009 w 80844"/>
                  <a:gd name="connsiteY14" fmla="*/ 53728 h 136661"/>
                  <a:gd name="connsiteX15" fmla="*/ 49662 w 80844"/>
                  <a:gd name="connsiteY15" fmla="*/ 43194 h 136661"/>
                  <a:gd name="connsiteX16" fmla="*/ 30768 w 80844"/>
                  <a:gd name="connsiteY16" fmla="*/ 83156 h 136661"/>
                  <a:gd name="connsiteX17" fmla="*/ 30768 w 80844"/>
                  <a:gd name="connsiteY17" fmla="*/ 83156 h 136661"/>
                  <a:gd name="connsiteX18" fmla="*/ 24247 w 80844"/>
                  <a:gd name="connsiteY18" fmla="*/ 92686 h 136661"/>
                  <a:gd name="connsiteX19" fmla="*/ 24247 w 80844"/>
                  <a:gd name="connsiteY19" fmla="*/ 92686 h 136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0844" h="136661">
                    <a:moveTo>
                      <a:pt x="56016" y="136661"/>
                    </a:moveTo>
                    <a:cubicBezTo>
                      <a:pt x="50498" y="136661"/>
                      <a:pt x="45984" y="133651"/>
                      <a:pt x="24749" y="114256"/>
                    </a:cubicBezTo>
                    <a:cubicBezTo>
                      <a:pt x="3179" y="94526"/>
                      <a:pt x="2510" y="93188"/>
                      <a:pt x="1674" y="91516"/>
                    </a:cubicBezTo>
                    <a:cubicBezTo>
                      <a:pt x="-834" y="87001"/>
                      <a:pt x="-499" y="81484"/>
                      <a:pt x="2510" y="77136"/>
                    </a:cubicBezTo>
                    <a:cubicBezTo>
                      <a:pt x="17726" y="55901"/>
                      <a:pt x="27089" y="32827"/>
                      <a:pt x="28762" y="12261"/>
                    </a:cubicBezTo>
                    <a:cubicBezTo>
                      <a:pt x="29430" y="4904"/>
                      <a:pt x="35784" y="-614"/>
                      <a:pt x="43141" y="55"/>
                    </a:cubicBezTo>
                    <a:cubicBezTo>
                      <a:pt x="45816" y="222"/>
                      <a:pt x="48324" y="1225"/>
                      <a:pt x="50331" y="2897"/>
                    </a:cubicBezTo>
                    <a:cubicBezTo>
                      <a:pt x="64209" y="14100"/>
                      <a:pt x="74408" y="29316"/>
                      <a:pt x="79759" y="46371"/>
                    </a:cubicBezTo>
                    <a:cubicBezTo>
                      <a:pt x="80762" y="49547"/>
                      <a:pt x="82601" y="56236"/>
                      <a:pt x="76749" y="92017"/>
                    </a:cubicBezTo>
                    <a:cubicBezTo>
                      <a:pt x="71064" y="125793"/>
                      <a:pt x="68891" y="129137"/>
                      <a:pt x="67720" y="130642"/>
                    </a:cubicBezTo>
                    <a:cubicBezTo>
                      <a:pt x="65379" y="133986"/>
                      <a:pt x="61701" y="136159"/>
                      <a:pt x="57688" y="136494"/>
                    </a:cubicBezTo>
                    <a:cubicBezTo>
                      <a:pt x="57019" y="136494"/>
                      <a:pt x="56518" y="136661"/>
                      <a:pt x="56016" y="136661"/>
                    </a:cubicBezTo>
                    <a:close/>
                    <a:moveTo>
                      <a:pt x="30768" y="83156"/>
                    </a:moveTo>
                    <a:cubicBezTo>
                      <a:pt x="35784" y="87837"/>
                      <a:pt x="42305" y="94024"/>
                      <a:pt x="48324" y="99374"/>
                    </a:cubicBezTo>
                    <a:cubicBezTo>
                      <a:pt x="51501" y="82320"/>
                      <a:pt x="54845" y="59747"/>
                      <a:pt x="54009" y="53728"/>
                    </a:cubicBezTo>
                    <a:cubicBezTo>
                      <a:pt x="52839" y="50049"/>
                      <a:pt x="51501" y="46538"/>
                      <a:pt x="49662" y="43194"/>
                    </a:cubicBezTo>
                    <a:cubicBezTo>
                      <a:pt x="45148" y="57239"/>
                      <a:pt x="38794" y="70615"/>
                      <a:pt x="30768" y="83156"/>
                    </a:cubicBezTo>
                    <a:lnTo>
                      <a:pt x="30768" y="83156"/>
                    </a:lnTo>
                    <a:close/>
                    <a:moveTo>
                      <a:pt x="24247" y="92686"/>
                    </a:moveTo>
                    <a:lnTo>
                      <a:pt x="24247" y="92686"/>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9" name="Freeform 144">
                <a:extLst>
                  <a:ext uri="{FF2B5EF4-FFF2-40B4-BE49-F238E27FC236}">
                    <a16:creationId xmlns:a16="http://schemas.microsoft.com/office/drawing/2014/main" id="{12884EA3-D038-8B3E-9C4C-0DEF9A861F4C}"/>
                  </a:ext>
                </a:extLst>
              </p:cNvPr>
              <p:cNvSpPr/>
              <p:nvPr/>
            </p:nvSpPr>
            <p:spPr>
              <a:xfrm>
                <a:off x="9951565" y="2182212"/>
                <a:ext cx="80901" cy="136478"/>
              </a:xfrm>
              <a:custGeom>
                <a:avLst/>
                <a:gdLst>
                  <a:gd name="connsiteX0" fmla="*/ 24718 w 80901"/>
                  <a:gd name="connsiteY0" fmla="*/ 136479 h 136478"/>
                  <a:gd name="connsiteX1" fmla="*/ 23214 w 80901"/>
                  <a:gd name="connsiteY1" fmla="*/ 136479 h 136478"/>
                  <a:gd name="connsiteX2" fmla="*/ 13181 w 80901"/>
                  <a:gd name="connsiteY2" fmla="*/ 130627 h 136478"/>
                  <a:gd name="connsiteX3" fmla="*/ 4152 w 80901"/>
                  <a:gd name="connsiteY3" fmla="*/ 92003 h 136478"/>
                  <a:gd name="connsiteX4" fmla="*/ 1143 w 80901"/>
                  <a:gd name="connsiteY4" fmla="*/ 46356 h 136478"/>
                  <a:gd name="connsiteX5" fmla="*/ 1143 w 80901"/>
                  <a:gd name="connsiteY5" fmla="*/ 46356 h 136478"/>
                  <a:gd name="connsiteX6" fmla="*/ 30571 w 80901"/>
                  <a:gd name="connsiteY6" fmla="*/ 2882 h 136478"/>
                  <a:gd name="connsiteX7" fmla="*/ 49297 w 80901"/>
                  <a:gd name="connsiteY7" fmla="*/ 5056 h 136478"/>
                  <a:gd name="connsiteX8" fmla="*/ 52140 w 80901"/>
                  <a:gd name="connsiteY8" fmla="*/ 12246 h 136478"/>
                  <a:gd name="connsiteX9" fmla="*/ 78391 w 80901"/>
                  <a:gd name="connsiteY9" fmla="*/ 77121 h 136478"/>
                  <a:gd name="connsiteX10" fmla="*/ 79227 w 80901"/>
                  <a:gd name="connsiteY10" fmla="*/ 91501 h 136478"/>
                  <a:gd name="connsiteX11" fmla="*/ 56153 w 80901"/>
                  <a:gd name="connsiteY11" fmla="*/ 114241 h 136478"/>
                  <a:gd name="connsiteX12" fmla="*/ 24718 w 80901"/>
                  <a:gd name="connsiteY12" fmla="*/ 136479 h 136478"/>
                  <a:gd name="connsiteX13" fmla="*/ 26725 w 80901"/>
                  <a:gd name="connsiteY13" fmla="*/ 53545 h 136478"/>
                  <a:gd name="connsiteX14" fmla="*/ 32410 w 80901"/>
                  <a:gd name="connsiteY14" fmla="*/ 99192 h 136478"/>
                  <a:gd name="connsiteX15" fmla="*/ 49966 w 80901"/>
                  <a:gd name="connsiteY15" fmla="*/ 82973 h 136478"/>
                  <a:gd name="connsiteX16" fmla="*/ 31072 w 80901"/>
                  <a:gd name="connsiteY16" fmla="*/ 43012 h 136478"/>
                  <a:gd name="connsiteX17" fmla="*/ 26725 w 80901"/>
                  <a:gd name="connsiteY17" fmla="*/ 53545 h 136478"/>
                  <a:gd name="connsiteX18" fmla="*/ 56487 w 80901"/>
                  <a:gd name="connsiteY18" fmla="*/ 92671 h 136478"/>
                  <a:gd name="connsiteX19" fmla="*/ 56487 w 80901"/>
                  <a:gd name="connsiteY19" fmla="*/ 92671 h 136478"/>
                  <a:gd name="connsiteX20" fmla="*/ 26558 w 80901"/>
                  <a:gd name="connsiteY20" fmla="*/ 53880 h 136478"/>
                  <a:gd name="connsiteX21" fmla="*/ 26558 w 80901"/>
                  <a:gd name="connsiteY21" fmla="*/ 53880 h 136478"/>
                  <a:gd name="connsiteX22" fmla="*/ 26558 w 80901"/>
                  <a:gd name="connsiteY22" fmla="*/ 53880 h 136478"/>
                  <a:gd name="connsiteX23" fmla="*/ 13850 w 80901"/>
                  <a:gd name="connsiteY23" fmla="*/ 50034 h 136478"/>
                  <a:gd name="connsiteX24" fmla="*/ 13850 w 80901"/>
                  <a:gd name="connsiteY24" fmla="*/ 50034 h 13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0901" h="136478">
                    <a:moveTo>
                      <a:pt x="24718" y="136479"/>
                    </a:moveTo>
                    <a:cubicBezTo>
                      <a:pt x="24217" y="136479"/>
                      <a:pt x="23715" y="136479"/>
                      <a:pt x="23214" y="136479"/>
                    </a:cubicBezTo>
                    <a:cubicBezTo>
                      <a:pt x="19201" y="136145"/>
                      <a:pt x="15522" y="133971"/>
                      <a:pt x="13181" y="130627"/>
                    </a:cubicBezTo>
                    <a:cubicBezTo>
                      <a:pt x="12011" y="128955"/>
                      <a:pt x="9837" y="125778"/>
                      <a:pt x="4152" y="92003"/>
                    </a:cubicBezTo>
                    <a:cubicBezTo>
                      <a:pt x="-1867" y="56221"/>
                      <a:pt x="139" y="49533"/>
                      <a:pt x="1143" y="46356"/>
                    </a:cubicBezTo>
                    <a:lnTo>
                      <a:pt x="1143" y="46356"/>
                    </a:lnTo>
                    <a:cubicBezTo>
                      <a:pt x="6493" y="29301"/>
                      <a:pt x="16693" y="14085"/>
                      <a:pt x="30571" y="2882"/>
                    </a:cubicBezTo>
                    <a:cubicBezTo>
                      <a:pt x="36423" y="-1632"/>
                      <a:pt x="44783" y="-796"/>
                      <a:pt x="49297" y="5056"/>
                    </a:cubicBezTo>
                    <a:cubicBezTo>
                      <a:pt x="50969" y="7063"/>
                      <a:pt x="51973" y="9571"/>
                      <a:pt x="52140" y="12246"/>
                    </a:cubicBezTo>
                    <a:cubicBezTo>
                      <a:pt x="53812" y="32812"/>
                      <a:pt x="63175" y="55886"/>
                      <a:pt x="78391" y="77121"/>
                    </a:cubicBezTo>
                    <a:cubicBezTo>
                      <a:pt x="81401" y="81301"/>
                      <a:pt x="81735" y="86986"/>
                      <a:pt x="79227" y="91501"/>
                    </a:cubicBezTo>
                    <a:cubicBezTo>
                      <a:pt x="78391" y="93006"/>
                      <a:pt x="77555" y="94343"/>
                      <a:pt x="56153" y="114241"/>
                    </a:cubicBezTo>
                    <a:cubicBezTo>
                      <a:pt x="34751" y="133469"/>
                      <a:pt x="30236" y="136479"/>
                      <a:pt x="24718" y="136479"/>
                    </a:cubicBezTo>
                    <a:close/>
                    <a:moveTo>
                      <a:pt x="26725" y="53545"/>
                    </a:moveTo>
                    <a:cubicBezTo>
                      <a:pt x="25889" y="59565"/>
                      <a:pt x="29400" y="82137"/>
                      <a:pt x="32410" y="99192"/>
                    </a:cubicBezTo>
                    <a:cubicBezTo>
                      <a:pt x="38262" y="93842"/>
                      <a:pt x="44950" y="87655"/>
                      <a:pt x="49966" y="82973"/>
                    </a:cubicBezTo>
                    <a:cubicBezTo>
                      <a:pt x="41940" y="70600"/>
                      <a:pt x="35587" y="57057"/>
                      <a:pt x="31072" y="43012"/>
                    </a:cubicBezTo>
                    <a:cubicBezTo>
                      <a:pt x="29233" y="46356"/>
                      <a:pt x="27728" y="49867"/>
                      <a:pt x="26725" y="53545"/>
                    </a:cubicBezTo>
                    <a:close/>
                    <a:moveTo>
                      <a:pt x="56487" y="92671"/>
                    </a:moveTo>
                    <a:lnTo>
                      <a:pt x="56487" y="92671"/>
                    </a:lnTo>
                    <a:close/>
                    <a:moveTo>
                      <a:pt x="26558" y="53880"/>
                    </a:moveTo>
                    <a:lnTo>
                      <a:pt x="26558" y="53880"/>
                    </a:lnTo>
                    <a:lnTo>
                      <a:pt x="26558" y="53880"/>
                    </a:lnTo>
                    <a:close/>
                    <a:moveTo>
                      <a:pt x="13850" y="50034"/>
                    </a:moveTo>
                    <a:lnTo>
                      <a:pt x="13850" y="50034"/>
                    </a:ln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30" name="Freeform 145">
                <a:extLst>
                  <a:ext uri="{FF2B5EF4-FFF2-40B4-BE49-F238E27FC236}">
                    <a16:creationId xmlns:a16="http://schemas.microsoft.com/office/drawing/2014/main" id="{6F3A83ED-DC93-F31B-C935-A058573E6A10}"/>
                  </a:ext>
                </a:extLst>
              </p:cNvPr>
              <p:cNvSpPr/>
              <p:nvPr/>
            </p:nvSpPr>
            <p:spPr>
              <a:xfrm>
                <a:off x="9976589" y="2036935"/>
                <a:ext cx="153728" cy="247979"/>
              </a:xfrm>
              <a:custGeom>
                <a:avLst/>
                <a:gdLst>
                  <a:gd name="connsiteX0" fmla="*/ 107040 w 153728"/>
                  <a:gd name="connsiteY0" fmla="*/ 247980 h 247979"/>
                  <a:gd name="connsiteX1" fmla="*/ 46847 w 153728"/>
                  <a:gd name="connsiteY1" fmla="*/ 247980 h 247979"/>
                  <a:gd name="connsiteX2" fmla="*/ 36814 w 153728"/>
                  <a:gd name="connsiteY2" fmla="*/ 243465 h 247979"/>
                  <a:gd name="connsiteX3" fmla="*/ 1200 w 153728"/>
                  <a:gd name="connsiteY3" fmla="*/ 167053 h 247979"/>
                  <a:gd name="connsiteX4" fmla="*/ 11734 w 153728"/>
                  <a:gd name="connsiteY4" fmla="*/ 92814 h 247979"/>
                  <a:gd name="connsiteX5" fmla="*/ 42834 w 153728"/>
                  <a:gd name="connsiteY5" fmla="*/ 32286 h 247979"/>
                  <a:gd name="connsiteX6" fmla="*/ 76442 w 153728"/>
                  <a:gd name="connsiteY6" fmla="*/ 16 h 247979"/>
                  <a:gd name="connsiteX7" fmla="*/ 100018 w 153728"/>
                  <a:gd name="connsiteY7" fmla="*/ 18241 h 247979"/>
                  <a:gd name="connsiteX8" fmla="*/ 111053 w 153728"/>
                  <a:gd name="connsiteY8" fmla="*/ 31952 h 247979"/>
                  <a:gd name="connsiteX9" fmla="*/ 111221 w 153728"/>
                  <a:gd name="connsiteY9" fmla="*/ 32119 h 247979"/>
                  <a:gd name="connsiteX10" fmla="*/ 152854 w 153728"/>
                  <a:gd name="connsiteY10" fmla="*/ 166217 h 247979"/>
                  <a:gd name="connsiteX11" fmla="*/ 152687 w 153728"/>
                  <a:gd name="connsiteY11" fmla="*/ 167053 h 247979"/>
                  <a:gd name="connsiteX12" fmla="*/ 117240 w 153728"/>
                  <a:gd name="connsiteY12" fmla="*/ 243131 h 247979"/>
                  <a:gd name="connsiteX13" fmla="*/ 107040 w 153728"/>
                  <a:gd name="connsiteY13" fmla="*/ 247980 h 247979"/>
                  <a:gd name="connsiteX14" fmla="*/ 53368 w 153728"/>
                  <a:gd name="connsiteY14" fmla="*/ 221227 h 247979"/>
                  <a:gd name="connsiteX15" fmla="*/ 100352 w 153728"/>
                  <a:gd name="connsiteY15" fmla="*/ 221227 h 247979"/>
                  <a:gd name="connsiteX16" fmla="*/ 126269 w 153728"/>
                  <a:gd name="connsiteY16" fmla="*/ 163040 h 247979"/>
                  <a:gd name="connsiteX17" fmla="*/ 89818 w 153728"/>
                  <a:gd name="connsiteY17" fmla="*/ 48170 h 247979"/>
                  <a:gd name="connsiteX18" fmla="*/ 76776 w 153728"/>
                  <a:gd name="connsiteY18" fmla="*/ 31952 h 247979"/>
                  <a:gd name="connsiteX19" fmla="*/ 64403 w 153728"/>
                  <a:gd name="connsiteY19" fmla="*/ 48003 h 247979"/>
                  <a:gd name="connsiteX20" fmla="*/ 27618 w 153728"/>
                  <a:gd name="connsiteY20" fmla="*/ 162706 h 247979"/>
                  <a:gd name="connsiteX21" fmla="*/ 53368 w 153728"/>
                  <a:gd name="connsiteY21" fmla="*/ 221227 h 247979"/>
                  <a:gd name="connsiteX22" fmla="*/ 139478 w 153728"/>
                  <a:gd name="connsiteY22" fmla="*/ 164712 h 247979"/>
                  <a:gd name="connsiteX23" fmla="*/ 139478 w 153728"/>
                  <a:gd name="connsiteY23" fmla="*/ 164712 h 247979"/>
                  <a:gd name="connsiteX24" fmla="*/ 139478 w 153728"/>
                  <a:gd name="connsiteY24" fmla="*/ 164712 h 247979"/>
                  <a:gd name="connsiteX25" fmla="*/ 83130 w 153728"/>
                  <a:gd name="connsiteY25" fmla="*/ 24929 h 247979"/>
                  <a:gd name="connsiteX26" fmla="*/ 83130 w 153728"/>
                  <a:gd name="connsiteY26" fmla="*/ 24929 h 247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3728" h="247979">
                    <a:moveTo>
                      <a:pt x="107040" y="247980"/>
                    </a:moveTo>
                    <a:lnTo>
                      <a:pt x="46847" y="247980"/>
                    </a:lnTo>
                    <a:cubicBezTo>
                      <a:pt x="43001" y="247980"/>
                      <a:pt x="39323" y="246308"/>
                      <a:pt x="36814" y="243465"/>
                    </a:cubicBezTo>
                    <a:cubicBezTo>
                      <a:pt x="35644" y="242128"/>
                      <a:pt x="8222" y="210359"/>
                      <a:pt x="1200" y="167053"/>
                    </a:cubicBezTo>
                    <a:cubicBezTo>
                      <a:pt x="-2980" y="141471"/>
                      <a:pt x="4544" y="112544"/>
                      <a:pt x="11734" y="92814"/>
                    </a:cubicBezTo>
                    <a:cubicBezTo>
                      <a:pt x="19760" y="70409"/>
                      <a:pt x="31464" y="47669"/>
                      <a:pt x="42834" y="32286"/>
                    </a:cubicBezTo>
                    <a:cubicBezTo>
                      <a:pt x="65908" y="183"/>
                      <a:pt x="71091" y="16"/>
                      <a:pt x="76442" y="16"/>
                    </a:cubicBezTo>
                    <a:cubicBezTo>
                      <a:pt x="84133" y="-319"/>
                      <a:pt x="88982" y="4697"/>
                      <a:pt x="100018" y="18241"/>
                    </a:cubicBezTo>
                    <a:cubicBezTo>
                      <a:pt x="105703" y="25096"/>
                      <a:pt x="110719" y="31784"/>
                      <a:pt x="111053" y="31952"/>
                    </a:cubicBezTo>
                    <a:cubicBezTo>
                      <a:pt x="111053" y="31952"/>
                      <a:pt x="111221" y="32119"/>
                      <a:pt x="111221" y="32119"/>
                    </a:cubicBezTo>
                    <a:cubicBezTo>
                      <a:pt x="129446" y="56698"/>
                      <a:pt x="159208" y="106692"/>
                      <a:pt x="152854" y="166217"/>
                    </a:cubicBezTo>
                    <a:cubicBezTo>
                      <a:pt x="152854" y="166551"/>
                      <a:pt x="152854" y="166719"/>
                      <a:pt x="152687" y="167053"/>
                    </a:cubicBezTo>
                    <a:cubicBezTo>
                      <a:pt x="145665" y="208520"/>
                      <a:pt x="118410" y="241793"/>
                      <a:pt x="117240" y="243131"/>
                    </a:cubicBezTo>
                    <a:cubicBezTo>
                      <a:pt x="114732" y="246141"/>
                      <a:pt x="111053" y="247980"/>
                      <a:pt x="107040" y="247980"/>
                    </a:cubicBezTo>
                    <a:close/>
                    <a:moveTo>
                      <a:pt x="53368" y="221227"/>
                    </a:moveTo>
                    <a:lnTo>
                      <a:pt x="100352" y="221227"/>
                    </a:lnTo>
                    <a:cubicBezTo>
                      <a:pt x="107208" y="211697"/>
                      <a:pt x="121754" y="188790"/>
                      <a:pt x="126269" y="163040"/>
                    </a:cubicBezTo>
                    <a:cubicBezTo>
                      <a:pt x="131452" y="112879"/>
                      <a:pt x="105703" y="69573"/>
                      <a:pt x="89818" y="48170"/>
                    </a:cubicBezTo>
                    <a:cubicBezTo>
                      <a:pt x="85638" y="42653"/>
                      <a:pt x="80622" y="36633"/>
                      <a:pt x="76776" y="31952"/>
                    </a:cubicBezTo>
                    <a:cubicBezTo>
                      <a:pt x="73098" y="36299"/>
                      <a:pt x="68583" y="42318"/>
                      <a:pt x="64403" y="48003"/>
                    </a:cubicBezTo>
                    <a:cubicBezTo>
                      <a:pt x="45676" y="73084"/>
                      <a:pt x="21933" y="128261"/>
                      <a:pt x="27618" y="162706"/>
                    </a:cubicBezTo>
                    <a:cubicBezTo>
                      <a:pt x="31966" y="189626"/>
                      <a:pt x="46512" y="212031"/>
                      <a:pt x="53368" y="221227"/>
                    </a:cubicBezTo>
                    <a:close/>
                    <a:moveTo>
                      <a:pt x="139478" y="164712"/>
                    </a:moveTo>
                    <a:lnTo>
                      <a:pt x="139478" y="164712"/>
                    </a:lnTo>
                    <a:lnTo>
                      <a:pt x="139478" y="164712"/>
                    </a:lnTo>
                    <a:close/>
                    <a:moveTo>
                      <a:pt x="83130" y="24929"/>
                    </a:moveTo>
                    <a:lnTo>
                      <a:pt x="83130" y="24929"/>
                    </a:ln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31" name="Freeform 146">
                <a:extLst>
                  <a:ext uri="{FF2B5EF4-FFF2-40B4-BE49-F238E27FC236}">
                    <a16:creationId xmlns:a16="http://schemas.microsoft.com/office/drawing/2014/main" id="{53FDCECC-14FF-5FA0-8E3F-FD73897858F7}"/>
                  </a:ext>
                </a:extLst>
              </p:cNvPr>
              <p:cNvSpPr/>
              <p:nvPr/>
            </p:nvSpPr>
            <p:spPr>
              <a:xfrm>
                <a:off x="10038985" y="2195628"/>
                <a:ext cx="26752" cy="123731"/>
              </a:xfrm>
              <a:custGeom>
                <a:avLst/>
                <a:gdLst>
                  <a:gd name="connsiteX0" fmla="*/ 13376 w 26752"/>
                  <a:gd name="connsiteY0" fmla="*/ 123731 h 123731"/>
                  <a:gd name="connsiteX1" fmla="*/ 0 w 26752"/>
                  <a:gd name="connsiteY1" fmla="*/ 110355 h 123731"/>
                  <a:gd name="connsiteX2" fmla="*/ 0 w 26752"/>
                  <a:gd name="connsiteY2" fmla="*/ 13376 h 123731"/>
                  <a:gd name="connsiteX3" fmla="*/ 13376 w 26752"/>
                  <a:gd name="connsiteY3" fmla="*/ 0 h 123731"/>
                  <a:gd name="connsiteX4" fmla="*/ 26753 w 26752"/>
                  <a:gd name="connsiteY4" fmla="*/ 13376 h 123731"/>
                  <a:gd name="connsiteX5" fmla="*/ 26753 w 26752"/>
                  <a:gd name="connsiteY5" fmla="*/ 110355 h 123731"/>
                  <a:gd name="connsiteX6" fmla="*/ 13376 w 26752"/>
                  <a:gd name="connsiteY6" fmla="*/ 123731 h 12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52" h="123731">
                    <a:moveTo>
                      <a:pt x="13376" y="123731"/>
                    </a:moveTo>
                    <a:cubicBezTo>
                      <a:pt x="6019" y="123731"/>
                      <a:pt x="0" y="117712"/>
                      <a:pt x="0" y="110355"/>
                    </a:cubicBezTo>
                    <a:lnTo>
                      <a:pt x="0" y="13376"/>
                    </a:lnTo>
                    <a:cubicBezTo>
                      <a:pt x="0" y="6019"/>
                      <a:pt x="6019" y="0"/>
                      <a:pt x="13376" y="0"/>
                    </a:cubicBezTo>
                    <a:cubicBezTo>
                      <a:pt x="20733" y="0"/>
                      <a:pt x="26753" y="6019"/>
                      <a:pt x="26753" y="13376"/>
                    </a:cubicBezTo>
                    <a:lnTo>
                      <a:pt x="26753" y="110355"/>
                    </a:lnTo>
                    <a:cubicBezTo>
                      <a:pt x="26753" y="117712"/>
                      <a:pt x="20733" y="123731"/>
                      <a:pt x="13376" y="123731"/>
                    </a:cubicBezTo>
                    <a:close/>
                  </a:path>
                </a:pathLst>
              </a:custGeom>
              <a:solidFill>
                <a:srgbClr val="EF463C"/>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32" name="Freeform 147">
                <a:extLst>
                  <a:ext uri="{FF2B5EF4-FFF2-40B4-BE49-F238E27FC236}">
                    <a16:creationId xmlns:a16="http://schemas.microsoft.com/office/drawing/2014/main" id="{D15AE476-1301-34E7-09D9-11F1C8FEB6D1}"/>
                  </a:ext>
                </a:extLst>
              </p:cNvPr>
              <p:cNvSpPr/>
              <p:nvPr/>
            </p:nvSpPr>
            <p:spPr>
              <a:xfrm>
                <a:off x="10019590" y="2116540"/>
                <a:ext cx="68386" cy="68386"/>
              </a:xfrm>
              <a:custGeom>
                <a:avLst/>
                <a:gdLst>
                  <a:gd name="connsiteX0" fmla="*/ 34277 w 68386"/>
                  <a:gd name="connsiteY0" fmla="*/ 68387 h 68386"/>
                  <a:gd name="connsiteX1" fmla="*/ 0 w 68386"/>
                  <a:gd name="connsiteY1" fmla="*/ 34277 h 68386"/>
                  <a:gd name="connsiteX2" fmla="*/ 34110 w 68386"/>
                  <a:gd name="connsiteY2" fmla="*/ 0 h 68386"/>
                  <a:gd name="connsiteX3" fmla="*/ 68387 w 68386"/>
                  <a:gd name="connsiteY3" fmla="*/ 34110 h 68386"/>
                  <a:gd name="connsiteX4" fmla="*/ 68387 w 68386"/>
                  <a:gd name="connsiteY4" fmla="*/ 34110 h 68386"/>
                  <a:gd name="connsiteX5" fmla="*/ 34277 w 68386"/>
                  <a:gd name="connsiteY5" fmla="*/ 68387 h 68386"/>
                  <a:gd name="connsiteX6" fmla="*/ 34277 w 68386"/>
                  <a:gd name="connsiteY6" fmla="*/ 26753 h 68386"/>
                  <a:gd name="connsiteX7" fmla="*/ 26753 w 68386"/>
                  <a:gd name="connsiteY7" fmla="*/ 34110 h 68386"/>
                  <a:gd name="connsiteX8" fmla="*/ 34110 w 68386"/>
                  <a:gd name="connsiteY8" fmla="*/ 41634 h 68386"/>
                  <a:gd name="connsiteX9" fmla="*/ 41634 w 68386"/>
                  <a:gd name="connsiteY9" fmla="*/ 34277 h 68386"/>
                  <a:gd name="connsiteX10" fmla="*/ 41634 w 68386"/>
                  <a:gd name="connsiteY10" fmla="*/ 34277 h 68386"/>
                  <a:gd name="connsiteX11" fmla="*/ 34277 w 68386"/>
                  <a:gd name="connsiteY11" fmla="*/ 26753 h 6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386" h="68386">
                    <a:moveTo>
                      <a:pt x="34277" y="68387"/>
                    </a:moveTo>
                    <a:cubicBezTo>
                      <a:pt x="15383" y="68387"/>
                      <a:pt x="0" y="53004"/>
                      <a:pt x="0" y="34277"/>
                    </a:cubicBezTo>
                    <a:cubicBezTo>
                      <a:pt x="0" y="15550"/>
                      <a:pt x="15383" y="0"/>
                      <a:pt x="34110" y="0"/>
                    </a:cubicBezTo>
                    <a:cubicBezTo>
                      <a:pt x="52837" y="0"/>
                      <a:pt x="68387" y="15216"/>
                      <a:pt x="68387" y="34110"/>
                    </a:cubicBezTo>
                    <a:cubicBezTo>
                      <a:pt x="68387" y="34110"/>
                      <a:pt x="68387" y="34110"/>
                      <a:pt x="68387" y="34110"/>
                    </a:cubicBezTo>
                    <a:cubicBezTo>
                      <a:pt x="68387" y="53004"/>
                      <a:pt x="53004" y="68387"/>
                      <a:pt x="34277" y="68387"/>
                    </a:cubicBezTo>
                    <a:close/>
                    <a:moveTo>
                      <a:pt x="34277" y="26753"/>
                    </a:moveTo>
                    <a:cubicBezTo>
                      <a:pt x="30097" y="26753"/>
                      <a:pt x="26753" y="30097"/>
                      <a:pt x="26753" y="34110"/>
                    </a:cubicBezTo>
                    <a:cubicBezTo>
                      <a:pt x="26753" y="38290"/>
                      <a:pt x="30097" y="41634"/>
                      <a:pt x="34110" y="41634"/>
                    </a:cubicBezTo>
                    <a:cubicBezTo>
                      <a:pt x="38290" y="41634"/>
                      <a:pt x="41634" y="38290"/>
                      <a:pt x="41634" y="34277"/>
                    </a:cubicBezTo>
                    <a:cubicBezTo>
                      <a:pt x="41634" y="34277"/>
                      <a:pt x="41634" y="34277"/>
                      <a:pt x="41634" y="34277"/>
                    </a:cubicBezTo>
                    <a:cubicBezTo>
                      <a:pt x="41634" y="30097"/>
                      <a:pt x="38290" y="26753"/>
                      <a:pt x="34277" y="26753"/>
                    </a:cubicBezTo>
                    <a:close/>
                  </a:path>
                </a:pathLst>
              </a:custGeom>
              <a:solidFill>
                <a:srgbClr val="C42828"/>
              </a:solidFill>
              <a:ln w="16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604" name="Group 603">
            <a:extLst>
              <a:ext uri="{FF2B5EF4-FFF2-40B4-BE49-F238E27FC236}">
                <a16:creationId xmlns:a16="http://schemas.microsoft.com/office/drawing/2014/main" id="{72E212B7-CBE7-E1B2-38F0-BEA0898F2E35}"/>
              </a:ext>
            </a:extLst>
          </p:cNvPr>
          <p:cNvGrpSpPr/>
          <p:nvPr/>
        </p:nvGrpSpPr>
        <p:grpSpPr>
          <a:xfrm>
            <a:off x="11533999" y="2640831"/>
            <a:ext cx="305000" cy="305000"/>
            <a:chOff x="11473610" y="1942177"/>
            <a:chExt cx="471791" cy="471791"/>
          </a:xfrm>
        </p:grpSpPr>
        <p:sp>
          <p:nvSpPr>
            <p:cNvPr id="630" name="Oval 629">
              <a:extLst>
                <a:ext uri="{FF2B5EF4-FFF2-40B4-BE49-F238E27FC236}">
                  <a16:creationId xmlns:a16="http://schemas.microsoft.com/office/drawing/2014/main" id="{C31D56C8-F23C-5857-A741-01F5AB20DC58}"/>
                </a:ext>
              </a:extLst>
            </p:cNvPr>
            <p:cNvSpPr/>
            <p:nvPr/>
          </p:nvSpPr>
          <p:spPr>
            <a:xfrm>
              <a:off x="11473610" y="1942177"/>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631" name="Group 630">
              <a:extLst>
                <a:ext uri="{FF2B5EF4-FFF2-40B4-BE49-F238E27FC236}">
                  <a16:creationId xmlns:a16="http://schemas.microsoft.com/office/drawing/2014/main" id="{83AD27A5-0CF1-6DD2-63C4-3754AB170450}"/>
                </a:ext>
              </a:extLst>
            </p:cNvPr>
            <p:cNvGrpSpPr/>
            <p:nvPr/>
          </p:nvGrpSpPr>
          <p:grpSpPr>
            <a:xfrm>
              <a:off x="11570793" y="2043116"/>
              <a:ext cx="277520" cy="269933"/>
              <a:chOff x="11570793" y="2043116"/>
              <a:chExt cx="277520" cy="269933"/>
            </a:xfrm>
          </p:grpSpPr>
          <p:sp>
            <p:nvSpPr>
              <p:cNvPr id="632" name="Freeform 127">
                <a:extLst>
                  <a:ext uri="{FF2B5EF4-FFF2-40B4-BE49-F238E27FC236}">
                    <a16:creationId xmlns:a16="http://schemas.microsoft.com/office/drawing/2014/main" id="{F31B1572-B65C-FFC6-747E-BE2BC885DF1D}"/>
                  </a:ext>
                </a:extLst>
              </p:cNvPr>
              <p:cNvSpPr/>
              <p:nvPr/>
            </p:nvSpPr>
            <p:spPr>
              <a:xfrm>
                <a:off x="11570793" y="2043116"/>
                <a:ext cx="179741" cy="226257"/>
              </a:xfrm>
              <a:custGeom>
                <a:avLst/>
                <a:gdLst>
                  <a:gd name="connsiteX0" fmla="*/ 41995 w 179741"/>
                  <a:gd name="connsiteY0" fmla="*/ 226257 h 226257"/>
                  <a:gd name="connsiteX1" fmla="*/ 31425 w 179741"/>
                  <a:gd name="connsiteY1" fmla="*/ 221343 h 226257"/>
                  <a:gd name="connsiteX2" fmla="*/ 48307 w 179741"/>
                  <a:gd name="connsiteY2" fmla="*/ 31424 h 226257"/>
                  <a:gd name="connsiteX3" fmla="*/ 168886 w 179741"/>
                  <a:gd name="connsiteY3" fmla="*/ 4375 h 226257"/>
                  <a:gd name="connsiteX4" fmla="*/ 179422 w 179741"/>
                  <a:gd name="connsiteY4" fmla="*/ 20793 h 226257"/>
                  <a:gd name="connsiteX5" fmla="*/ 163005 w 179741"/>
                  <a:gd name="connsiteY5" fmla="*/ 31329 h 226257"/>
                  <a:gd name="connsiteX6" fmla="*/ 161989 w 179741"/>
                  <a:gd name="connsiteY6" fmla="*/ 31067 h 226257"/>
                  <a:gd name="connsiteX7" fmla="*/ 31017 w 179741"/>
                  <a:gd name="connsiteY7" fmla="*/ 107371 h 226257"/>
                  <a:gd name="connsiteX8" fmla="*/ 52548 w 179741"/>
                  <a:gd name="connsiteY8" fmla="*/ 203600 h 226257"/>
                  <a:gd name="connsiteX9" fmla="*/ 50841 w 179741"/>
                  <a:gd name="connsiteY9" fmla="*/ 223033 h 226257"/>
                  <a:gd name="connsiteX10" fmla="*/ 41995 w 179741"/>
                  <a:gd name="connsiteY10" fmla="*/ 226257 h 22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741" h="226257">
                    <a:moveTo>
                      <a:pt x="41995" y="226257"/>
                    </a:moveTo>
                    <a:cubicBezTo>
                      <a:pt x="37919" y="226261"/>
                      <a:pt x="34050" y="224462"/>
                      <a:pt x="31425" y="221343"/>
                    </a:cubicBezTo>
                    <a:cubicBezTo>
                      <a:pt x="-16358" y="164236"/>
                      <a:pt x="-8799" y="79207"/>
                      <a:pt x="48307" y="31424"/>
                    </a:cubicBezTo>
                    <a:cubicBezTo>
                      <a:pt x="81759" y="3434"/>
                      <a:pt x="126684" y="-6644"/>
                      <a:pt x="168886" y="4375"/>
                    </a:cubicBezTo>
                    <a:cubicBezTo>
                      <a:pt x="176330" y="5999"/>
                      <a:pt x="181046" y="13350"/>
                      <a:pt x="179422" y="20793"/>
                    </a:cubicBezTo>
                    <a:cubicBezTo>
                      <a:pt x="177798" y="28236"/>
                      <a:pt x="170447" y="32954"/>
                      <a:pt x="163005" y="31329"/>
                    </a:cubicBezTo>
                    <a:cubicBezTo>
                      <a:pt x="162663" y="31255"/>
                      <a:pt x="162324" y="31167"/>
                      <a:pt x="161989" y="31067"/>
                    </a:cubicBezTo>
                    <a:cubicBezTo>
                      <a:pt x="104751" y="15971"/>
                      <a:pt x="46113" y="50133"/>
                      <a:pt x="31017" y="107371"/>
                    </a:cubicBezTo>
                    <a:cubicBezTo>
                      <a:pt x="22136" y="141041"/>
                      <a:pt x="30166" y="176925"/>
                      <a:pt x="52548" y="203600"/>
                    </a:cubicBezTo>
                    <a:cubicBezTo>
                      <a:pt x="57443" y="209439"/>
                      <a:pt x="56678" y="218140"/>
                      <a:pt x="50841" y="223033"/>
                    </a:cubicBezTo>
                    <a:cubicBezTo>
                      <a:pt x="48361" y="225113"/>
                      <a:pt x="45231" y="226254"/>
                      <a:pt x="41995" y="226257"/>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33" name="Freeform 128">
                <a:extLst>
                  <a:ext uri="{FF2B5EF4-FFF2-40B4-BE49-F238E27FC236}">
                    <a16:creationId xmlns:a16="http://schemas.microsoft.com/office/drawing/2014/main" id="{852B3824-D180-4D4C-1187-B8CB80BFB974}"/>
                  </a:ext>
                </a:extLst>
              </p:cNvPr>
              <p:cNvSpPr/>
              <p:nvPr/>
            </p:nvSpPr>
            <p:spPr>
              <a:xfrm>
                <a:off x="11594873" y="2243457"/>
                <a:ext cx="54073" cy="54073"/>
              </a:xfrm>
              <a:custGeom>
                <a:avLst/>
                <a:gdLst>
                  <a:gd name="connsiteX0" fmla="*/ 27054 w 54073"/>
                  <a:gd name="connsiteY0" fmla="*/ 54074 h 54073"/>
                  <a:gd name="connsiteX1" fmla="*/ 0 w 54073"/>
                  <a:gd name="connsiteY1" fmla="*/ 27054 h 54073"/>
                  <a:gd name="connsiteX2" fmla="*/ 27020 w 54073"/>
                  <a:gd name="connsiteY2" fmla="*/ 0 h 54073"/>
                  <a:gd name="connsiteX3" fmla="*/ 54074 w 54073"/>
                  <a:gd name="connsiteY3" fmla="*/ 27020 h 54073"/>
                  <a:gd name="connsiteX4" fmla="*/ 54074 w 54073"/>
                  <a:gd name="connsiteY4" fmla="*/ 27037 h 54073"/>
                  <a:gd name="connsiteX5" fmla="*/ 27054 w 54073"/>
                  <a:gd name="connsiteY5" fmla="*/ 54074 h 54073"/>
                  <a:gd name="connsiteX6" fmla="*/ 27054 w 54073"/>
                  <a:gd name="connsiteY6" fmla="*/ 26485 h 54073"/>
                  <a:gd name="connsiteX7" fmla="*/ 26486 w 54073"/>
                  <a:gd name="connsiteY7" fmla="*/ 27020 h 54073"/>
                  <a:gd name="connsiteX8" fmla="*/ 26485 w 54073"/>
                  <a:gd name="connsiteY8" fmla="*/ 27037 h 54073"/>
                  <a:gd name="connsiteX9" fmla="*/ 26947 w 54073"/>
                  <a:gd name="connsiteY9" fmla="*/ 27696 h 54073"/>
                  <a:gd name="connsiteX10" fmla="*/ 27606 w 54073"/>
                  <a:gd name="connsiteY10" fmla="*/ 27234 h 54073"/>
                  <a:gd name="connsiteX11" fmla="*/ 27606 w 54073"/>
                  <a:gd name="connsiteY11" fmla="*/ 27037 h 54073"/>
                  <a:gd name="connsiteX12" fmla="*/ 27054 w 54073"/>
                  <a:gd name="connsiteY12"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073" h="54073">
                    <a:moveTo>
                      <a:pt x="27054" y="54074"/>
                    </a:moveTo>
                    <a:cubicBezTo>
                      <a:pt x="12122" y="54084"/>
                      <a:pt x="9" y="41987"/>
                      <a:pt x="0" y="27054"/>
                    </a:cubicBezTo>
                    <a:cubicBezTo>
                      <a:pt x="-9" y="12122"/>
                      <a:pt x="12088" y="10"/>
                      <a:pt x="27020" y="0"/>
                    </a:cubicBezTo>
                    <a:cubicBezTo>
                      <a:pt x="41952" y="-10"/>
                      <a:pt x="54064" y="12087"/>
                      <a:pt x="54074" y="27020"/>
                    </a:cubicBezTo>
                    <a:cubicBezTo>
                      <a:pt x="54074" y="27025"/>
                      <a:pt x="54074" y="27032"/>
                      <a:pt x="54074" y="27037"/>
                    </a:cubicBezTo>
                    <a:cubicBezTo>
                      <a:pt x="54064" y="41959"/>
                      <a:pt x="41976" y="54055"/>
                      <a:pt x="27054" y="54074"/>
                    </a:cubicBezTo>
                    <a:close/>
                    <a:moveTo>
                      <a:pt x="27054" y="26485"/>
                    </a:moveTo>
                    <a:cubicBezTo>
                      <a:pt x="26750" y="26475"/>
                      <a:pt x="26495" y="26715"/>
                      <a:pt x="26486" y="27020"/>
                    </a:cubicBezTo>
                    <a:cubicBezTo>
                      <a:pt x="26485" y="27025"/>
                      <a:pt x="26485" y="27032"/>
                      <a:pt x="26485" y="27037"/>
                    </a:cubicBezTo>
                    <a:cubicBezTo>
                      <a:pt x="26431" y="27346"/>
                      <a:pt x="26637" y="27642"/>
                      <a:pt x="26947" y="27696"/>
                    </a:cubicBezTo>
                    <a:cubicBezTo>
                      <a:pt x="27256" y="27751"/>
                      <a:pt x="27552" y="27544"/>
                      <a:pt x="27606" y="27234"/>
                    </a:cubicBezTo>
                    <a:cubicBezTo>
                      <a:pt x="27618" y="27170"/>
                      <a:pt x="27618" y="27103"/>
                      <a:pt x="27606" y="27037"/>
                    </a:cubicBezTo>
                    <a:cubicBezTo>
                      <a:pt x="27606" y="26732"/>
                      <a:pt x="27359" y="26485"/>
                      <a:pt x="27054"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34" name="Freeform 129">
                <a:extLst>
                  <a:ext uri="{FF2B5EF4-FFF2-40B4-BE49-F238E27FC236}">
                    <a16:creationId xmlns:a16="http://schemas.microsoft.com/office/drawing/2014/main" id="{2DA011C8-65BA-97EE-D3D3-2C70AB0A6826}"/>
                  </a:ext>
                </a:extLst>
              </p:cNvPr>
              <p:cNvSpPr/>
              <p:nvPr/>
            </p:nvSpPr>
            <p:spPr>
              <a:xfrm>
                <a:off x="11669487" y="2086914"/>
                <a:ext cx="178826" cy="226135"/>
              </a:xfrm>
              <a:custGeom>
                <a:avLst/>
                <a:gdLst>
                  <a:gd name="connsiteX0" fmla="*/ 44069 w 178826"/>
                  <a:gd name="connsiteY0" fmla="*/ 226136 h 226135"/>
                  <a:gd name="connsiteX1" fmla="*/ 9842 w 178826"/>
                  <a:gd name="connsiteY1" fmla="*/ 221739 h 226135"/>
                  <a:gd name="connsiteX2" fmla="*/ 583 w 178826"/>
                  <a:gd name="connsiteY2" fmla="*/ 204568 h 226135"/>
                  <a:gd name="connsiteX3" fmla="*/ 16739 w 178826"/>
                  <a:gd name="connsiteY3" fmla="*/ 195047 h 226135"/>
                  <a:gd name="connsiteX4" fmla="*/ 147712 w 178826"/>
                  <a:gd name="connsiteY4" fmla="*/ 118743 h 226135"/>
                  <a:gd name="connsiteX5" fmla="*/ 126180 w 178826"/>
                  <a:gd name="connsiteY5" fmla="*/ 22514 h 226135"/>
                  <a:gd name="connsiteX6" fmla="*/ 128151 w 178826"/>
                  <a:gd name="connsiteY6" fmla="*/ 3105 h 226135"/>
                  <a:gd name="connsiteX7" fmla="*/ 147303 w 178826"/>
                  <a:gd name="connsiteY7" fmla="*/ 4771 h 226135"/>
                  <a:gd name="connsiteX8" fmla="*/ 130681 w 178826"/>
                  <a:gd name="connsiteY8" fmla="*/ 194616 h 226135"/>
                  <a:gd name="connsiteX9" fmla="*/ 44069 w 178826"/>
                  <a:gd name="connsiteY9" fmla="*/ 226136 h 22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8826" h="226135">
                    <a:moveTo>
                      <a:pt x="44069" y="226136"/>
                    </a:moveTo>
                    <a:cubicBezTo>
                      <a:pt x="32519" y="226134"/>
                      <a:pt x="21017" y="224656"/>
                      <a:pt x="9842" y="221739"/>
                    </a:cubicBezTo>
                    <a:cubicBezTo>
                      <a:pt x="2543" y="219554"/>
                      <a:pt x="-1602" y="211866"/>
                      <a:pt x="583" y="204568"/>
                    </a:cubicBezTo>
                    <a:cubicBezTo>
                      <a:pt x="2651" y="197659"/>
                      <a:pt x="9693" y="193509"/>
                      <a:pt x="16739" y="195047"/>
                    </a:cubicBezTo>
                    <a:cubicBezTo>
                      <a:pt x="73977" y="210143"/>
                      <a:pt x="132615" y="175981"/>
                      <a:pt x="147712" y="118743"/>
                    </a:cubicBezTo>
                    <a:cubicBezTo>
                      <a:pt x="156592" y="85073"/>
                      <a:pt x="148563" y="49188"/>
                      <a:pt x="126180" y="22514"/>
                    </a:cubicBezTo>
                    <a:cubicBezTo>
                      <a:pt x="121364" y="16610"/>
                      <a:pt x="122247" y="7921"/>
                      <a:pt x="128151" y="3105"/>
                    </a:cubicBezTo>
                    <a:cubicBezTo>
                      <a:pt x="133934" y="-1612"/>
                      <a:pt x="142421" y="-874"/>
                      <a:pt x="147303" y="4771"/>
                    </a:cubicBezTo>
                    <a:cubicBezTo>
                      <a:pt x="195137" y="61785"/>
                      <a:pt x="187695" y="146780"/>
                      <a:pt x="130681" y="194616"/>
                    </a:cubicBezTo>
                    <a:cubicBezTo>
                      <a:pt x="106413" y="214976"/>
                      <a:pt x="75748" y="226136"/>
                      <a:pt x="44069" y="226136"/>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35" name="Freeform 130">
                <a:extLst>
                  <a:ext uri="{FF2B5EF4-FFF2-40B4-BE49-F238E27FC236}">
                    <a16:creationId xmlns:a16="http://schemas.microsoft.com/office/drawing/2014/main" id="{604AE397-DBF4-D3C2-46AE-C35E853C9926}"/>
                  </a:ext>
                </a:extLst>
              </p:cNvPr>
              <p:cNvSpPr/>
              <p:nvPr/>
            </p:nvSpPr>
            <p:spPr>
              <a:xfrm>
                <a:off x="11770096" y="2058595"/>
                <a:ext cx="54074" cy="54073"/>
              </a:xfrm>
              <a:custGeom>
                <a:avLst/>
                <a:gdLst>
                  <a:gd name="connsiteX0" fmla="*/ 26985 w 54074"/>
                  <a:gd name="connsiteY0" fmla="*/ 54074 h 54073"/>
                  <a:gd name="connsiteX1" fmla="*/ 0 w 54074"/>
                  <a:gd name="connsiteY1" fmla="*/ 26985 h 54073"/>
                  <a:gd name="connsiteX2" fmla="*/ 27089 w 54074"/>
                  <a:gd name="connsiteY2" fmla="*/ 0 h 54073"/>
                  <a:gd name="connsiteX3" fmla="*/ 54074 w 54074"/>
                  <a:gd name="connsiteY3" fmla="*/ 27054 h 54073"/>
                  <a:gd name="connsiteX4" fmla="*/ 26985 w 54074"/>
                  <a:gd name="connsiteY4" fmla="*/ 54074 h 54073"/>
                  <a:gd name="connsiteX5" fmla="*/ 26985 w 54074"/>
                  <a:gd name="connsiteY5" fmla="*/ 26485 h 54073"/>
                  <a:gd name="connsiteX6" fmla="*/ 26434 w 54074"/>
                  <a:gd name="connsiteY6" fmla="*/ 27054 h 54073"/>
                  <a:gd name="connsiteX7" fmla="*/ 27092 w 54074"/>
                  <a:gd name="connsiteY7" fmla="*/ 27516 h 54073"/>
                  <a:gd name="connsiteX8" fmla="*/ 27554 w 54074"/>
                  <a:gd name="connsiteY8" fmla="*/ 27054 h 54073"/>
                  <a:gd name="connsiteX9" fmla="*/ 26985 w 54074"/>
                  <a:gd name="connsiteY9" fmla="*/ 26485 h 5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74" h="54073">
                    <a:moveTo>
                      <a:pt x="26985" y="54074"/>
                    </a:moveTo>
                    <a:cubicBezTo>
                      <a:pt x="12053" y="54045"/>
                      <a:pt x="-29" y="41917"/>
                      <a:pt x="0" y="26985"/>
                    </a:cubicBezTo>
                    <a:cubicBezTo>
                      <a:pt x="29" y="12053"/>
                      <a:pt x="12156" y="-29"/>
                      <a:pt x="27089" y="0"/>
                    </a:cubicBezTo>
                    <a:cubicBezTo>
                      <a:pt x="42007" y="29"/>
                      <a:pt x="54083" y="12135"/>
                      <a:pt x="54074" y="27054"/>
                    </a:cubicBezTo>
                    <a:cubicBezTo>
                      <a:pt x="54055" y="41996"/>
                      <a:pt x="41926" y="54093"/>
                      <a:pt x="26985" y="54074"/>
                    </a:cubicBezTo>
                    <a:close/>
                    <a:moveTo>
                      <a:pt x="26985" y="26485"/>
                    </a:moveTo>
                    <a:cubicBezTo>
                      <a:pt x="26678" y="26494"/>
                      <a:pt x="26434" y="26746"/>
                      <a:pt x="26434" y="27054"/>
                    </a:cubicBezTo>
                    <a:cubicBezTo>
                      <a:pt x="26489" y="27364"/>
                      <a:pt x="26784" y="27570"/>
                      <a:pt x="27092" y="27516"/>
                    </a:cubicBezTo>
                    <a:cubicBezTo>
                      <a:pt x="27328" y="27474"/>
                      <a:pt x="27513" y="27290"/>
                      <a:pt x="27554" y="27054"/>
                    </a:cubicBezTo>
                    <a:cubicBezTo>
                      <a:pt x="27554" y="26740"/>
                      <a:pt x="27299" y="26485"/>
                      <a:pt x="26985" y="26485"/>
                    </a:cubicBezTo>
                    <a:close/>
                  </a:path>
                </a:pathLst>
              </a:custGeom>
              <a:solidFill>
                <a:srgbClr val="C42828"/>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nvGrpSpPr>
              <p:cNvPr id="636" name="Graphic 336">
                <a:extLst>
                  <a:ext uri="{FF2B5EF4-FFF2-40B4-BE49-F238E27FC236}">
                    <a16:creationId xmlns:a16="http://schemas.microsoft.com/office/drawing/2014/main" id="{0FC8EE4D-C7BF-A93B-38AC-F8326194DCD3}"/>
                  </a:ext>
                </a:extLst>
              </p:cNvPr>
              <p:cNvGrpSpPr/>
              <p:nvPr/>
            </p:nvGrpSpPr>
            <p:grpSpPr>
              <a:xfrm>
                <a:off x="11642426" y="2109389"/>
                <a:ext cx="134189" cy="138120"/>
                <a:chOff x="11642426" y="2109389"/>
                <a:chExt cx="134189" cy="138120"/>
              </a:xfrm>
              <a:solidFill>
                <a:srgbClr val="EF463C"/>
              </a:solidFill>
            </p:grpSpPr>
            <p:sp>
              <p:nvSpPr>
                <p:cNvPr id="637" name="Freeform 132">
                  <a:extLst>
                    <a:ext uri="{FF2B5EF4-FFF2-40B4-BE49-F238E27FC236}">
                      <a16:creationId xmlns:a16="http://schemas.microsoft.com/office/drawing/2014/main" id="{94AF4019-8808-9ECE-6B55-993D24746F5E}"/>
                    </a:ext>
                  </a:extLst>
                </p:cNvPr>
                <p:cNvSpPr/>
                <p:nvPr/>
              </p:nvSpPr>
              <p:spPr>
                <a:xfrm>
                  <a:off x="11681787" y="2109389"/>
                  <a:ext cx="34081" cy="51112"/>
                </a:xfrm>
                <a:custGeom>
                  <a:avLst/>
                  <a:gdLst>
                    <a:gd name="connsiteX0" fmla="*/ 20338 w 34081"/>
                    <a:gd name="connsiteY0" fmla="*/ 51112 h 51112"/>
                    <a:gd name="connsiteX1" fmla="*/ 7060 w 34081"/>
                    <a:gd name="connsiteY1" fmla="*/ 41008 h 51112"/>
                    <a:gd name="connsiteX2" fmla="*/ 318 w 34081"/>
                    <a:gd name="connsiteY2" fmla="*/ 16730 h 51112"/>
                    <a:gd name="connsiteX3" fmla="*/ 10864 w 34081"/>
                    <a:gd name="connsiteY3" fmla="*/ 317 h 51112"/>
                    <a:gd name="connsiteX4" fmla="*/ 26855 w 34081"/>
                    <a:gd name="connsiteY4" fmla="*/ 9350 h 51112"/>
                    <a:gd name="connsiteX5" fmla="*/ 33580 w 34081"/>
                    <a:gd name="connsiteY5" fmla="*/ 33628 h 51112"/>
                    <a:gd name="connsiteX6" fmla="*/ 24028 w 34081"/>
                    <a:gd name="connsiteY6" fmla="*/ 50578 h 51112"/>
                    <a:gd name="connsiteX7" fmla="*/ 20338 w 34081"/>
                    <a:gd name="connsiteY7" fmla="*/ 51112 h 51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081" h="51112">
                      <a:moveTo>
                        <a:pt x="20338" y="51112"/>
                      </a:moveTo>
                      <a:cubicBezTo>
                        <a:pt x="14146" y="51106"/>
                        <a:pt x="8717" y="46974"/>
                        <a:pt x="7060" y="41008"/>
                      </a:cubicBezTo>
                      <a:lnTo>
                        <a:pt x="318" y="16730"/>
                      </a:lnTo>
                      <a:cubicBezTo>
                        <a:pt x="-1302" y="9286"/>
                        <a:pt x="3420" y="1938"/>
                        <a:pt x="10864" y="317"/>
                      </a:cubicBezTo>
                      <a:cubicBezTo>
                        <a:pt x="17715" y="-1174"/>
                        <a:pt x="24595" y="2712"/>
                        <a:pt x="26855" y="9350"/>
                      </a:cubicBezTo>
                      <a:lnTo>
                        <a:pt x="33580" y="33628"/>
                      </a:lnTo>
                      <a:cubicBezTo>
                        <a:pt x="35601" y="40944"/>
                        <a:pt x="31332" y="48518"/>
                        <a:pt x="24028" y="50578"/>
                      </a:cubicBezTo>
                      <a:cubicBezTo>
                        <a:pt x="22826" y="50916"/>
                        <a:pt x="21586" y="51096"/>
                        <a:pt x="20338" y="51112"/>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38" name="Freeform 133">
                  <a:extLst>
                    <a:ext uri="{FF2B5EF4-FFF2-40B4-BE49-F238E27FC236}">
                      <a16:creationId xmlns:a16="http://schemas.microsoft.com/office/drawing/2014/main" id="{B154012F-7EAF-F209-0E62-B5BB9E1277DC}"/>
                    </a:ext>
                  </a:extLst>
                </p:cNvPr>
                <p:cNvSpPr/>
                <p:nvPr/>
              </p:nvSpPr>
              <p:spPr>
                <a:xfrm>
                  <a:off x="11712355" y="2115152"/>
                  <a:ext cx="40560" cy="48969"/>
                </a:xfrm>
                <a:custGeom>
                  <a:avLst/>
                  <a:gdLst>
                    <a:gd name="connsiteX0" fmla="*/ 13789 w 40560"/>
                    <a:gd name="connsiteY0" fmla="*/ 48970 h 48969"/>
                    <a:gd name="connsiteX1" fmla="*/ 0 w 40560"/>
                    <a:gd name="connsiteY1" fmla="*/ 35170 h 48969"/>
                    <a:gd name="connsiteX2" fmla="*/ 2012 w 40560"/>
                    <a:gd name="connsiteY2" fmla="*/ 28002 h 48969"/>
                    <a:gd name="connsiteX3" fmla="*/ 15134 w 40560"/>
                    <a:gd name="connsiteY3" fmla="*/ 6379 h 48969"/>
                    <a:gd name="connsiteX4" fmla="*/ 34182 w 40560"/>
                    <a:gd name="connsiteY4" fmla="*/ 2165 h 48969"/>
                    <a:gd name="connsiteX5" fmla="*/ 38722 w 40560"/>
                    <a:gd name="connsiteY5" fmla="*/ 20674 h 48969"/>
                    <a:gd name="connsiteX6" fmla="*/ 25600 w 40560"/>
                    <a:gd name="connsiteY6" fmla="*/ 42331 h 48969"/>
                    <a:gd name="connsiteX7" fmla="*/ 13789 w 40560"/>
                    <a:gd name="connsiteY7" fmla="*/ 48970 h 4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60" h="48969">
                      <a:moveTo>
                        <a:pt x="13789" y="48970"/>
                      </a:moveTo>
                      <a:cubicBezTo>
                        <a:pt x="6170" y="48967"/>
                        <a:pt x="-3" y="42788"/>
                        <a:pt x="0" y="35170"/>
                      </a:cubicBezTo>
                      <a:cubicBezTo>
                        <a:pt x="1" y="32641"/>
                        <a:pt x="697" y="30162"/>
                        <a:pt x="2012" y="28002"/>
                      </a:cubicBezTo>
                      <a:lnTo>
                        <a:pt x="15134" y="6379"/>
                      </a:lnTo>
                      <a:cubicBezTo>
                        <a:pt x="19231" y="-44"/>
                        <a:pt x="27757" y="-1931"/>
                        <a:pt x="34182" y="2165"/>
                      </a:cubicBezTo>
                      <a:cubicBezTo>
                        <a:pt x="40398" y="6130"/>
                        <a:pt x="42398" y="14282"/>
                        <a:pt x="38722" y="20674"/>
                      </a:cubicBezTo>
                      <a:lnTo>
                        <a:pt x="25600" y="42331"/>
                      </a:lnTo>
                      <a:cubicBezTo>
                        <a:pt x="23096" y="46458"/>
                        <a:pt x="18616" y="48976"/>
                        <a:pt x="13789" y="4897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39" name="Freeform 134">
                  <a:extLst>
                    <a:ext uri="{FF2B5EF4-FFF2-40B4-BE49-F238E27FC236}">
                      <a16:creationId xmlns:a16="http://schemas.microsoft.com/office/drawing/2014/main" id="{FF1CCD45-ABAA-CCF0-A13A-EFA77B295B7D}"/>
                    </a:ext>
                  </a:extLst>
                </p:cNvPr>
                <p:cNvSpPr/>
                <p:nvPr/>
              </p:nvSpPr>
              <p:spPr>
                <a:xfrm>
                  <a:off x="11730312" y="2152481"/>
                  <a:ext cx="46303" cy="31384"/>
                </a:xfrm>
                <a:custGeom>
                  <a:avLst/>
                  <a:gdLst>
                    <a:gd name="connsiteX0" fmla="*/ 13954 w 46303"/>
                    <a:gd name="connsiteY0" fmla="*/ 31384 h 31384"/>
                    <a:gd name="connsiteX1" fmla="*/ 1 w 46303"/>
                    <a:gd name="connsiteY1" fmla="*/ 17750 h 31384"/>
                    <a:gd name="connsiteX2" fmla="*/ 11230 w 46303"/>
                    <a:gd name="connsiteY2" fmla="*/ 4037 h 31384"/>
                    <a:gd name="connsiteX3" fmla="*/ 29749 w 46303"/>
                    <a:gd name="connsiteY3" fmla="*/ 278 h 31384"/>
                    <a:gd name="connsiteX4" fmla="*/ 46026 w 46303"/>
                    <a:gd name="connsiteY4" fmla="*/ 11072 h 31384"/>
                    <a:gd name="connsiteX5" fmla="*/ 35232 w 46303"/>
                    <a:gd name="connsiteY5" fmla="*/ 27349 h 31384"/>
                    <a:gd name="connsiteX6" fmla="*/ 16713 w 46303"/>
                    <a:gd name="connsiteY6" fmla="*/ 31108 h 31384"/>
                    <a:gd name="connsiteX7" fmla="*/ 13954 w 46303"/>
                    <a:gd name="connsiteY7" fmla="*/ 31384 h 3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303" h="31384">
                      <a:moveTo>
                        <a:pt x="13954" y="31384"/>
                      </a:moveTo>
                      <a:cubicBezTo>
                        <a:pt x="6336" y="31472"/>
                        <a:pt x="89" y="25368"/>
                        <a:pt x="1" y="17750"/>
                      </a:cubicBezTo>
                      <a:cubicBezTo>
                        <a:pt x="-77" y="11061"/>
                        <a:pt x="4657" y="5280"/>
                        <a:pt x="11230" y="4037"/>
                      </a:cubicBezTo>
                      <a:lnTo>
                        <a:pt x="29749" y="278"/>
                      </a:lnTo>
                      <a:cubicBezTo>
                        <a:pt x="37224" y="-1237"/>
                        <a:pt x="44512" y="3596"/>
                        <a:pt x="46026" y="11072"/>
                      </a:cubicBezTo>
                      <a:cubicBezTo>
                        <a:pt x="47540" y="18547"/>
                        <a:pt x="42707" y="25835"/>
                        <a:pt x="35232" y="27349"/>
                      </a:cubicBezTo>
                      <a:lnTo>
                        <a:pt x="16713" y="31108"/>
                      </a:lnTo>
                      <a:cubicBezTo>
                        <a:pt x="15804" y="31292"/>
                        <a:pt x="14880" y="31385"/>
                        <a:pt x="13954" y="3138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0" name="Freeform 135">
                  <a:extLst>
                    <a:ext uri="{FF2B5EF4-FFF2-40B4-BE49-F238E27FC236}">
                      <a16:creationId xmlns:a16="http://schemas.microsoft.com/office/drawing/2014/main" id="{705A0400-667C-6859-81A2-7313171844E8}"/>
                    </a:ext>
                  </a:extLst>
                </p:cNvPr>
                <p:cNvSpPr/>
                <p:nvPr/>
              </p:nvSpPr>
              <p:spPr>
                <a:xfrm>
                  <a:off x="11725062" y="2181654"/>
                  <a:ext cx="46842" cy="39214"/>
                </a:xfrm>
                <a:custGeom>
                  <a:avLst/>
                  <a:gdLst>
                    <a:gd name="connsiteX0" fmla="*/ 33016 w 46842"/>
                    <a:gd name="connsiteY0" fmla="*/ 39215 h 39214"/>
                    <a:gd name="connsiteX1" fmla="*/ 25895 w 46842"/>
                    <a:gd name="connsiteY1" fmla="*/ 37232 h 39214"/>
                    <a:gd name="connsiteX2" fmla="*/ 6669 w 46842"/>
                    <a:gd name="connsiteY2" fmla="*/ 25610 h 39214"/>
                    <a:gd name="connsiteX3" fmla="*/ 1987 w 46842"/>
                    <a:gd name="connsiteY3" fmla="*/ 6669 h 39214"/>
                    <a:gd name="connsiteX4" fmla="*/ 20929 w 46842"/>
                    <a:gd name="connsiteY4" fmla="*/ 1987 h 39214"/>
                    <a:gd name="connsiteX5" fmla="*/ 40172 w 46842"/>
                    <a:gd name="connsiteY5" fmla="*/ 13609 h 39214"/>
                    <a:gd name="connsiteX6" fmla="*/ 44858 w 46842"/>
                    <a:gd name="connsiteY6" fmla="*/ 32545 h 39214"/>
                    <a:gd name="connsiteX7" fmla="*/ 33016 w 46842"/>
                    <a:gd name="connsiteY7" fmla="*/ 39215 h 3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842" h="39214">
                      <a:moveTo>
                        <a:pt x="33016" y="39215"/>
                      </a:moveTo>
                      <a:cubicBezTo>
                        <a:pt x="30505" y="39215"/>
                        <a:pt x="28043" y="38529"/>
                        <a:pt x="25895" y="37232"/>
                      </a:cubicBezTo>
                      <a:lnTo>
                        <a:pt x="6669" y="25610"/>
                      </a:lnTo>
                      <a:cubicBezTo>
                        <a:pt x="145" y="21672"/>
                        <a:pt x="-1951" y="13192"/>
                        <a:pt x="1987" y="6669"/>
                      </a:cubicBezTo>
                      <a:cubicBezTo>
                        <a:pt x="5925" y="145"/>
                        <a:pt x="14406" y="-1951"/>
                        <a:pt x="20929" y="1987"/>
                      </a:cubicBezTo>
                      <a:lnTo>
                        <a:pt x="40172" y="13609"/>
                      </a:lnTo>
                      <a:cubicBezTo>
                        <a:pt x="46695" y="17544"/>
                        <a:pt x="48793" y="26022"/>
                        <a:pt x="44858" y="32545"/>
                      </a:cubicBezTo>
                      <a:cubicBezTo>
                        <a:pt x="42355" y="36694"/>
                        <a:pt x="37860" y="39225"/>
                        <a:pt x="33016" y="3921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1" name="Freeform 136">
                  <a:extLst>
                    <a:ext uri="{FF2B5EF4-FFF2-40B4-BE49-F238E27FC236}">
                      <a16:creationId xmlns:a16="http://schemas.microsoft.com/office/drawing/2014/main" id="{BFA62A28-B52E-377E-CD2A-AEAFA0514D31}"/>
                    </a:ext>
                  </a:extLst>
                </p:cNvPr>
                <p:cNvSpPr/>
                <p:nvPr/>
              </p:nvSpPr>
              <p:spPr>
                <a:xfrm>
                  <a:off x="11702289" y="2201764"/>
                  <a:ext cx="31987" cy="45745"/>
                </a:xfrm>
                <a:custGeom>
                  <a:avLst/>
                  <a:gdLst>
                    <a:gd name="connsiteX0" fmla="*/ 18182 w 31987"/>
                    <a:gd name="connsiteY0" fmla="*/ 45745 h 45745"/>
                    <a:gd name="connsiteX1" fmla="*/ 4784 w 31987"/>
                    <a:gd name="connsiteY1" fmla="*/ 35192 h 45745"/>
                    <a:gd name="connsiteX2" fmla="*/ 387 w 31987"/>
                    <a:gd name="connsiteY2" fmla="*/ 17036 h 45745"/>
                    <a:gd name="connsiteX3" fmla="*/ 10569 w 31987"/>
                    <a:gd name="connsiteY3" fmla="*/ 388 h 45745"/>
                    <a:gd name="connsiteX4" fmla="*/ 27217 w 31987"/>
                    <a:gd name="connsiteY4" fmla="*/ 10570 h 45745"/>
                    <a:gd name="connsiteX5" fmla="*/ 31597 w 31987"/>
                    <a:gd name="connsiteY5" fmla="*/ 28709 h 45745"/>
                    <a:gd name="connsiteX6" fmla="*/ 21437 w 31987"/>
                    <a:gd name="connsiteY6" fmla="*/ 45362 h 45745"/>
                    <a:gd name="connsiteX7" fmla="*/ 21424 w 31987"/>
                    <a:gd name="connsiteY7" fmla="*/ 45366 h 45745"/>
                    <a:gd name="connsiteX8" fmla="*/ 18182 w 31987"/>
                    <a:gd name="connsiteY8" fmla="*/ 45745 h 4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87" h="45745">
                      <a:moveTo>
                        <a:pt x="18182" y="45745"/>
                      </a:moveTo>
                      <a:cubicBezTo>
                        <a:pt x="11816" y="45740"/>
                        <a:pt x="6280" y="41379"/>
                        <a:pt x="4784" y="35192"/>
                      </a:cubicBezTo>
                      <a:lnTo>
                        <a:pt x="387" y="17036"/>
                      </a:lnTo>
                      <a:cubicBezTo>
                        <a:pt x="-1398" y="9626"/>
                        <a:pt x="3160" y="2174"/>
                        <a:pt x="10569" y="388"/>
                      </a:cubicBezTo>
                      <a:cubicBezTo>
                        <a:pt x="17978" y="-1399"/>
                        <a:pt x="25432" y="3160"/>
                        <a:pt x="27217" y="10570"/>
                      </a:cubicBezTo>
                      <a:lnTo>
                        <a:pt x="31597" y="28709"/>
                      </a:lnTo>
                      <a:cubicBezTo>
                        <a:pt x="33390" y="36113"/>
                        <a:pt x="28842" y="43569"/>
                        <a:pt x="21437" y="45362"/>
                      </a:cubicBezTo>
                      <a:cubicBezTo>
                        <a:pt x="21432" y="45364"/>
                        <a:pt x="21428" y="45364"/>
                        <a:pt x="21424" y="45366"/>
                      </a:cubicBezTo>
                      <a:cubicBezTo>
                        <a:pt x="20362" y="45618"/>
                        <a:pt x="19274" y="45745"/>
                        <a:pt x="18182" y="45745"/>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2" name="Freeform 137">
                  <a:extLst>
                    <a:ext uri="{FF2B5EF4-FFF2-40B4-BE49-F238E27FC236}">
                      <a16:creationId xmlns:a16="http://schemas.microsoft.com/office/drawing/2014/main" id="{081084E9-A413-713A-D9BA-7D6DE451269B}"/>
                    </a:ext>
                  </a:extLst>
                </p:cNvPr>
                <p:cNvSpPr/>
                <p:nvPr/>
              </p:nvSpPr>
              <p:spPr>
                <a:xfrm>
                  <a:off x="11665963" y="2194759"/>
                  <a:ext cx="38617" cy="46490"/>
                </a:xfrm>
                <a:custGeom>
                  <a:avLst/>
                  <a:gdLst>
                    <a:gd name="connsiteX0" fmla="*/ 13746 w 38617"/>
                    <a:gd name="connsiteY0" fmla="*/ 46490 h 46490"/>
                    <a:gd name="connsiteX1" fmla="*/ 0 w 38617"/>
                    <a:gd name="connsiteY1" fmla="*/ 32648 h 46490"/>
                    <a:gd name="connsiteX2" fmla="*/ 1848 w 38617"/>
                    <a:gd name="connsiteY2" fmla="*/ 25799 h 46490"/>
                    <a:gd name="connsiteX3" fmla="*/ 12815 w 38617"/>
                    <a:gd name="connsiteY3" fmla="*/ 7004 h 46490"/>
                    <a:gd name="connsiteX4" fmla="*/ 31613 w 38617"/>
                    <a:gd name="connsiteY4" fmla="*/ 1791 h 46490"/>
                    <a:gd name="connsiteX5" fmla="*/ 36827 w 38617"/>
                    <a:gd name="connsiteY5" fmla="*/ 20590 h 46490"/>
                    <a:gd name="connsiteX6" fmla="*/ 36645 w 38617"/>
                    <a:gd name="connsiteY6" fmla="*/ 20902 h 46490"/>
                    <a:gd name="connsiteX7" fmla="*/ 25678 w 38617"/>
                    <a:gd name="connsiteY7" fmla="*/ 39714 h 46490"/>
                    <a:gd name="connsiteX8" fmla="*/ 13746 w 38617"/>
                    <a:gd name="connsiteY8" fmla="*/ 46490 h 46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17" h="46490">
                      <a:moveTo>
                        <a:pt x="13746" y="46490"/>
                      </a:moveTo>
                      <a:cubicBezTo>
                        <a:pt x="6128" y="46463"/>
                        <a:pt x="-27" y="40266"/>
                        <a:pt x="0" y="32648"/>
                      </a:cubicBezTo>
                      <a:cubicBezTo>
                        <a:pt x="9" y="30242"/>
                        <a:pt x="646" y="27882"/>
                        <a:pt x="1848" y="25799"/>
                      </a:cubicBezTo>
                      <a:lnTo>
                        <a:pt x="12815" y="7004"/>
                      </a:lnTo>
                      <a:cubicBezTo>
                        <a:pt x="16566" y="373"/>
                        <a:pt x="24983" y="-1961"/>
                        <a:pt x="31613" y="1791"/>
                      </a:cubicBezTo>
                      <a:cubicBezTo>
                        <a:pt x="38244" y="5542"/>
                        <a:pt x="40578" y="13958"/>
                        <a:pt x="36827" y="20590"/>
                      </a:cubicBezTo>
                      <a:cubicBezTo>
                        <a:pt x="36767" y="20695"/>
                        <a:pt x="36707" y="20798"/>
                        <a:pt x="36645" y="20902"/>
                      </a:cubicBezTo>
                      <a:lnTo>
                        <a:pt x="25678" y="39714"/>
                      </a:lnTo>
                      <a:cubicBezTo>
                        <a:pt x="23186" y="43932"/>
                        <a:pt x="18644" y="46511"/>
                        <a:pt x="13746" y="4649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3" name="Freeform 138">
                  <a:extLst>
                    <a:ext uri="{FF2B5EF4-FFF2-40B4-BE49-F238E27FC236}">
                      <a16:creationId xmlns:a16="http://schemas.microsoft.com/office/drawing/2014/main" id="{621C4FDA-5430-0724-1F13-D9CD9880D36B}"/>
                    </a:ext>
                  </a:extLst>
                </p:cNvPr>
                <p:cNvSpPr/>
                <p:nvPr/>
              </p:nvSpPr>
              <p:spPr>
                <a:xfrm>
                  <a:off x="11642426" y="2171965"/>
                  <a:ext cx="48292" cy="33233"/>
                </a:xfrm>
                <a:custGeom>
                  <a:avLst/>
                  <a:gdLst>
                    <a:gd name="connsiteX0" fmla="*/ 13781 w 48292"/>
                    <a:gd name="connsiteY0" fmla="*/ 33230 h 33233"/>
                    <a:gd name="connsiteX1" fmla="*/ 0 w 48292"/>
                    <a:gd name="connsiteY1" fmla="*/ 19422 h 33233"/>
                    <a:gd name="connsiteX2" fmla="*/ 10177 w 48292"/>
                    <a:gd name="connsiteY2" fmla="*/ 6124 h 33233"/>
                    <a:gd name="connsiteX3" fmla="*/ 30696 w 48292"/>
                    <a:gd name="connsiteY3" fmla="*/ 537 h 33233"/>
                    <a:gd name="connsiteX4" fmla="*/ 47756 w 48292"/>
                    <a:gd name="connsiteY4" fmla="*/ 9999 h 33233"/>
                    <a:gd name="connsiteX5" fmla="*/ 38294 w 48292"/>
                    <a:gd name="connsiteY5" fmla="*/ 27059 h 33233"/>
                    <a:gd name="connsiteX6" fmla="*/ 37921 w 48292"/>
                    <a:gd name="connsiteY6" fmla="*/ 27160 h 33233"/>
                    <a:gd name="connsiteX7" fmla="*/ 17402 w 48292"/>
                    <a:gd name="connsiteY7" fmla="*/ 32833 h 33233"/>
                    <a:gd name="connsiteX8" fmla="*/ 13781 w 48292"/>
                    <a:gd name="connsiteY8" fmla="*/ 33230 h 3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92" h="33233">
                      <a:moveTo>
                        <a:pt x="13781" y="33230"/>
                      </a:moveTo>
                      <a:cubicBezTo>
                        <a:pt x="6162" y="33223"/>
                        <a:pt x="-8" y="27040"/>
                        <a:pt x="0" y="19422"/>
                      </a:cubicBezTo>
                      <a:cubicBezTo>
                        <a:pt x="6" y="13201"/>
                        <a:pt x="4174" y="7755"/>
                        <a:pt x="10177" y="6124"/>
                      </a:cubicBezTo>
                      <a:lnTo>
                        <a:pt x="30696" y="537"/>
                      </a:lnTo>
                      <a:cubicBezTo>
                        <a:pt x="38020" y="-1561"/>
                        <a:pt x="45658" y="2675"/>
                        <a:pt x="47756" y="9999"/>
                      </a:cubicBezTo>
                      <a:cubicBezTo>
                        <a:pt x="49854" y="17323"/>
                        <a:pt x="45618" y="24961"/>
                        <a:pt x="38294" y="27059"/>
                      </a:cubicBezTo>
                      <a:cubicBezTo>
                        <a:pt x="38170" y="27094"/>
                        <a:pt x="38046" y="27128"/>
                        <a:pt x="37921" y="27160"/>
                      </a:cubicBezTo>
                      <a:lnTo>
                        <a:pt x="17402" y="32833"/>
                      </a:lnTo>
                      <a:cubicBezTo>
                        <a:pt x="16217" y="33124"/>
                        <a:pt x="15000" y="33257"/>
                        <a:pt x="13781" y="33230"/>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4" name="Freeform 139">
                  <a:extLst>
                    <a:ext uri="{FF2B5EF4-FFF2-40B4-BE49-F238E27FC236}">
                      <a16:creationId xmlns:a16="http://schemas.microsoft.com/office/drawing/2014/main" id="{66BB6956-7DD6-0500-8FA0-BE94F4957A51}"/>
                    </a:ext>
                  </a:extLst>
                </p:cNvPr>
                <p:cNvSpPr/>
                <p:nvPr/>
              </p:nvSpPr>
              <p:spPr>
                <a:xfrm>
                  <a:off x="11647198" y="2133707"/>
                  <a:ext cx="47286" cy="40433"/>
                </a:xfrm>
                <a:custGeom>
                  <a:avLst/>
                  <a:gdLst>
                    <a:gd name="connsiteX0" fmla="*/ 33390 w 47286"/>
                    <a:gd name="connsiteY0" fmla="*/ 40434 h 40433"/>
                    <a:gd name="connsiteX1" fmla="*/ 25872 w 47286"/>
                    <a:gd name="connsiteY1" fmla="*/ 38192 h 40433"/>
                    <a:gd name="connsiteX2" fmla="*/ 6267 w 47286"/>
                    <a:gd name="connsiteY2" fmla="*/ 25363 h 40433"/>
                    <a:gd name="connsiteX3" fmla="*/ 2240 w 47286"/>
                    <a:gd name="connsiteY3" fmla="*/ 6267 h 40433"/>
                    <a:gd name="connsiteX4" fmla="*/ 21337 w 47286"/>
                    <a:gd name="connsiteY4" fmla="*/ 2240 h 40433"/>
                    <a:gd name="connsiteX5" fmla="*/ 41028 w 47286"/>
                    <a:gd name="connsiteY5" fmla="*/ 15086 h 40433"/>
                    <a:gd name="connsiteX6" fmla="*/ 45043 w 47286"/>
                    <a:gd name="connsiteY6" fmla="*/ 34177 h 40433"/>
                    <a:gd name="connsiteX7" fmla="*/ 33476 w 47286"/>
                    <a:gd name="connsiteY7" fmla="*/ 40434 h 4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286" h="40433">
                      <a:moveTo>
                        <a:pt x="33390" y="40434"/>
                      </a:moveTo>
                      <a:cubicBezTo>
                        <a:pt x="30720" y="40430"/>
                        <a:pt x="28108" y="39651"/>
                        <a:pt x="25872" y="38192"/>
                      </a:cubicBezTo>
                      <a:lnTo>
                        <a:pt x="6267" y="25363"/>
                      </a:lnTo>
                      <a:cubicBezTo>
                        <a:pt x="-119" y="21202"/>
                        <a:pt x="-1921" y="12652"/>
                        <a:pt x="2240" y="6267"/>
                      </a:cubicBezTo>
                      <a:cubicBezTo>
                        <a:pt x="6402" y="-119"/>
                        <a:pt x="14952" y="-1921"/>
                        <a:pt x="21337" y="2240"/>
                      </a:cubicBezTo>
                      <a:lnTo>
                        <a:pt x="41028" y="15086"/>
                      </a:lnTo>
                      <a:cubicBezTo>
                        <a:pt x="47409" y="19249"/>
                        <a:pt x="49206" y="27797"/>
                        <a:pt x="45043" y="34177"/>
                      </a:cubicBezTo>
                      <a:cubicBezTo>
                        <a:pt x="42494" y="38085"/>
                        <a:pt x="38142" y="40439"/>
                        <a:pt x="33476" y="40434"/>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325" name="Freeform 140">
                  <a:extLst>
                    <a:ext uri="{FF2B5EF4-FFF2-40B4-BE49-F238E27FC236}">
                      <a16:creationId xmlns:a16="http://schemas.microsoft.com/office/drawing/2014/main" id="{9029D100-90B7-E66D-903F-EBE2A75587AE}"/>
                    </a:ext>
                  </a:extLst>
                </p:cNvPr>
                <p:cNvSpPr/>
                <p:nvPr/>
              </p:nvSpPr>
              <p:spPr>
                <a:xfrm>
                  <a:off x="11662660" y="2132016"/>
                  <a:ext cx="94148" cy="94146"/>
                </a:xfrm>
                <a:custGeom>
                  <a:avLst/>
                  <a:gdLst>
                    <a:gd name="connsiteX0" fmla="*/ 47086 w 94148"/>
                    <a:gd name="connsiteY0" fmla="*/ 94147 h 94146"/>
                    <a:gd name="connsiteX1" fmla="*/ 0 w 94148"/>
                    <a:gd name="connsiteY1" fmla="*/ 47086 h 94146"/>
                    <a:gd name="connsiteX2" fmla="*/ 47061 w 94148"/>
                    <a:gd name="connsiteY2" fmla="*/ 0 h 94146"/>
                    <a:gd name="connsiteX3" fmla="*/ 92900 w 94148"/>
                    <a:gd name="connsiteY3" fmla="*/ 36314 h 94146"/>
                    <a:gd name="connsiteX4" fmla="*/ 92900 w 94148"/>
                    <a:gd name="connsiteY4" fmla="*/ 36314 h 94146"/>
                    <a:gd name="connsiteX5" fmla="*/ 57755 w 94148"/>
                    <a:gd name="connsiteY5" fmla="*/ 92910 h 94146"/>
                    <a:gd name="connsiteX6" fmla="*/ 47086 w 94148"/>
                    <a:gd name="connsiteY6" fmla="*/ 94147 h 94146"/>
                    <a:gd name="connsiteX7" fmla="*/ 47086 w 94148"/>
                    <a:gd name="connsiteY7" fmla="*/ 27589 h 94146"/>
                    <a:gd name="connsiteX8" fmla="*/ 42620 w 94148"/>
                    <a:gd name="connsiteY8" fmla="*/ 28106 h 94146"/>
                    <a:gd name="connsiteX9" fmla="*/ 28110 w 94148"/>
                    <a:gd name="connsiteY9" fmla="*/ 51531 h 94146"/>
                    <a:gd name="connsiteX10" fmla="*/ 51535 w 94148"/>
                    <a:gd name="connsiteY10" fmla="*/ 66041 h 94146"/>
                    <a:gd name="connsiteX11" fmla="*/ 66043 w 94148"/>
                    <a:gd name="connsiteY11" fmla="*/ 42671 h 94146"/>
                    <a:gd name="connsiteX12" fmla="*/ 66036 w 94148"/>
                    <a:gd name="connsiteY12" fmla="*/ 42642 h 94146"/>
                    <a:gd name="connsiteX13" fmla="*/ 66036 w 94148"/>
                    <a:gd name="connsiteY13" fmla="*/ 42642 h 94146"/>
                    <a:gd name="connsiteX14" fmla="*/ 47086 w 94148"/>
                    <a:gd name="connsiteY14" fmla="*/ 27589 h 94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148" h="94146">
                      <a:moveTo>
                        <a:pt x="47086" y="94147"/>
                      </a:moveTo>
                      <a:cubicBezTo>
                        <a:pt x="21088" y="94154"/>
                        <a:pt x="7" y="73084"/>
                        <a:pt x="0" y="47086"/>
                      </a:cubicBezTo>
                      <a:cubicBezTo>
                        <a:pt x="-7" y="21088"/>
                        <a:pt x="21063" y="7"/>
                        <a:pt x="47061" y="0"/>
                      </a:cubicBezTo>
                      <a:cubicBezTo>
                        <a:pt x="68919" y="-6"/>
                        <a:pt x="87905" y="15035"/>
                        <a:pt x="92900" y="36314"/>
                      </a:cubicBezTo>
                      <a:lnTo>
                        <a:pt x="92900" y="36314"/>
                      </a:lnTo>
                      <a:cubicBezTo>
                        <a:pt x="98823" y="61647"/>
                        <a:pt x="83089" y="86986"/>
                        <a:pt x="57755" y="92910"/>
                      </a:cubicBezTo>
                      <a:cubicBezTo>
                        <a:pt x="54257" y="93728"/>
                        <a:pt x="50678" y="94143"/>
                        <a:pt x="47086" y="94147"/>
                      </a:cubicBezTo>
                      <a:close/>
                      <a:moveTo>
                        <a:pt x="47086" y="27589"/>
                      </a:moveTo>
                      <a:cubicBezTo>
                        <a:pt x="45582" y="27592"/>
                        <a:pt x="44084" y="27766"/>
                        <a:pt x="42620" y="28106"/>
                      </a:cubicBezTo>
                      <a:cubicBezTo>
                        <a:pt x="32145" y="30568"/>
                        <a:pt x="25648" y="41055"/>
                        <a:pt x="28110" y="51531"/>
                      </a:cubicBezTo>
                      <a:cubicBezTo>
                        <a:pt x="30572" y="62006"/>
                        <a:pt x="41059" y="68503"/>
                        <a:pt x="51535" y="66041"/>
                      </a:cubicBezTo>
                      <a:cubicBezTo>
                        <a:pt x="61994" y="63594"/>
                        <a:pt x="68490" y="53131"/>
                        <a:pt x="66043" y="42671"/>
                      </a:cubicBezTo>
                      <a:cubicBezTo>
                        <a:pt x="66041" y="42662"/>
                        <a:pt x="66038" y="42652"/>
                        <a:pt x="66036" y="42642"/>
                      </a:cubicBezTo>
                      <a:lnTo>
                        <a:pt x="66036" y="42642"/>
                      </a:lnTo>
                      <a:cubicBezTo>
                        <a:pt x="63973" y="33838"/>
                        <a:pt x="56129" y="27606"/>
                        <a:pt x="47086" y="27589"/>
                      </a:cubicBezTo>
                      <a:close/>
                    </a:path>
                  </a:pathLst>
                </a:custGeom>
                <a:solidFill>
                  <a:srgbClr val="EF463C"/>
                </a:solidFill>
                <a:ln w="168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sp>
        <p:nvSpPr>
          <p:cNvPr id="605" name="Arrow: Pentagon 277">
            <a:extLst>
              <a:ext uri="{FF2B5EF4-FFF2-40B4-BE49-F238E27FC236}">
                <a16:creationId xmlns:a16="http://schemas.microsoft.com/office/drawing/2014/main" id="{091A2471-AF7B-02C8-3A34-BD30BD943072}"/>
              </a:ext>
            </a:extLst>
          </p:cNvPr>
          <p:cNvSpPr/>
          <p:nvPr/>
        </p:nvSpPr>
        <p:spPr>
          <a:xfrm>
            <a:off x="1075577" y="2559100"/>
            <a:ext cx="1643664" cy="646630"/>
          </a:xfrm>
          <a:prstGeom prst="homePlate">
            <a:avLst>
              <a:gd name="adj" fmla="val 30009"/>
            </a:avLst>
          </a:prstGeom>
          <a:gradFill>
            <a:gsLst>
              <a:gs pos="0">
                <a:schemeClr val="tx2"/>
              </a:gs>
              <a:gs pos="9900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360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entury Gothic" panose="020F0302020204030204"/>
                <a:ea typeface="+mn-ea"/>
                <a:cs typeface="+mn-cs"/>
              </a:rPr>
              <a:t>Initiate</a:t>
            </a:r>
          </a:p>
        </p:txBody>
      </p:sp>
      <p:sp>
        <p:nvSpPr>
          <p:cNvPr id="606" name="Arrow: Pentagon 277">
            <a:extLst>
              <a:ext uri="{FF2B5EF4-FFF2-40B4-BE49-F238E27FC236}">
                <a16:creationId xmlns:a16="http://schemas.microsoft.com/office/drawing/2014/main" id="{35B90C76-7A17-9E46-3858-B68B86E51661}"/>
              </a:ext>
            </a:extLst>
          </p:cNvPr>
          <p:cNvSpPr/>
          <p:nvPr/>
        </p:nvSpPr>
        <p:spPr>
          <a:xfrm>
            <a:off x="-16254" y="2559100"/>
            <a:ext cx="1307561" cy="646630"/>
          </a:xfrm>
          <a:prstGeom prst="homePlate">
            <a:avLst>
              <a:gd name="adj" fmla="val 30009"/>
            </a:avLst>
          </a:prstGeom>
          <a:gradFill>
            <a:gsLst>
              <a:gs pos="0">
                <a:schemeClr val="bg2">
                  <a:lumMod val="50000"/>
                </a:schemeClr>
              </a:gs>
              <a:gs pos="100000">
                <a:schemeClr val="tx2"/>
              </a:gs>
            </a:gsLst>
            <a:lin ang="0" scaled="0"/>
          </a:gra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lIns="36000" tIns="360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entury Gothic" panose="020F0302020204030204"/>
                <a:ea typeface="+mn-ea"/>
                <a:cs typeface="+mn-cs"/>
              </a:rPr>
              <a:t>Discover</a:t>
            </a:r>
          </a:p>
        </p:txBody>
      </p:sp>
      <p:grpSp>
        <p:nvGrpSpPr>
          <p:cNvPr id="607" name="Group 606">
            <a:extLst>
              <a:ext uri="{FF2B5EF4-FFF2-40B4-BE49-F238E27FC236}">
                <a16:creationId xmlns:a16="http://schemas.microsoft.com/office/drawing/2014/main" id="{0A1A1ACF-C398-2895-A1B7-403E1DBE2C30}"/>
              </a:ext>
            </a:extLst>
          </p:cNvPr>
          <p:cNvGrpSpPr/>
          <p:nvPr/>
        </p:nvGrpSpPr>
        <p:grpSpPr>
          <a:xfrm>
            <a:off x="484685" y="2635389"/>
            <a:ext cx="305000" cy="305000"/>
            <a:chOff x="1650814" y="1570462"/>
            <a:chExt cx="471791" cy="471791"/>
          </a:xfrm>
        </p:grpSpPr>
        <p:sp>
          <p:nvSpPr>
            <p:cNvPr id="618" name="Oval 617">
              <a:extLst>
                <a:ext uri="{FF2B5EF4-FFF2-40B4-BE49-F238E27FC236}">
                  <a16:creationId xmlns:a16="http://schemas.microsoft.com/office/drawing/2014/main" id="{C04CE46A-F9F8-1333-F5A0-6D4AF7CC5DCB}"/>
                </a:ext>
              </a:extLst>
            </p:cNvPr>
            <p:cNvSpPr/>
            <p:nvPr/>
          </p:nvSpPr>
          <p:spPr>
            <a:xfrm>
              <a:off x="1650814"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619" name="Graphic 43">
              <a:extLst>
                <a:ext uri="{FF2B5EF4-FFF2-40B4-BE49-F238E27FC236}">
                  <a16:creationId xmlns:a16="http://schemas.microsoft.com/office/drawing/2014/main" id="{690EED7B-A3D9-CC26-D841-501C13430051}"/>
                </a:ext>
              </a:extLst>
            </p:cNvPr>
            <p:cNvGrpSpPr/>
            <p:nvPr/>
          </p:nvGrpSpPr>
          <p:grpSpPr>
            <a:xfrm>
              <a:off x="1750604" y="1669584"/>
              <a:ext cx="272210" cy="273546"/>
              <a:chOff x="1759940" y="1793479"/>
              <a:chExt cx="449934" cy="452143"/>
            </a:xfrm>
          </p:grpSpPr>
          <p:sp>
            <p:nvSpPr>
              <p:cNvPr id="620" name="Freeform: Shape 619">
                <a:extLst>
                  <a:ext uri="{FF2B5EF4-FFF2-40B4-BE49-F238E27FC236}">
                    <a16:creationId xmlns:a16="http://schemas.microsoft.com/office/drawing/2014/main" id="{CE9026E6-29BD-80A2-4C7E-8FC8993FC546}"/>
                  </a:ext>
                </a:extLst>
              </p:cNvPr>
              <p:cNvSpPr/>
              <p:nvPr/>
            </p:nvSpPr>
            <p:spPr>
              <a:xfrm>
                <a:off x="1759940"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0" y="43107"/>
                      <a:pt x="0" y="33458"/>
                      <a:pt x="0" y="21554"/>
                    </a:cubicBezTo>
                    <a:cubicBezTo>
                      <a:pt x="0" y="9650"/>
                      <a:pt x="9650" y="0"/>
                      <a:pt x="21554" y="0"/>
                    </a:cubicBezTo>
                    <a:lnTo>
                      <a:pt x="61967" y="0"/>
                    </a:lnTo>
                    <a:cubicBezTo>
                      <a:pt x="73871" y="0"/>
                      <a:pt x="83521" y="9650"/>
                      <a:pt x="83521" y="21554"/>
                    </a:cubicBezTo>
                    <a:cubicBezTo>
                      <a:pt x="83521" y="33458"/>
                      <a:pt x="73871" y="43107"/>
                      <a:pt x="61967" y="43107"/>
                    </a:cubicBezTo>
                    <a:close/>
                  </a:path>
                </a:pathLst>
              </a:custGeom>
              <a:solidFill>
                <a:srgbClr val="EF463C"/>
              </a:solidFill>
              <a:ln w="2667" cap="flat">
                <a:noFill/>
                <a:prstDash val="solid"/>
                <a:miter/>
              </a:ln>
            </p:spPr>
            <p:txBody>
              <a:bodyPr rtlCol="0" anchor="ctr"/>
              <a:lstStyle/>
              <a:p>
                <a:endParaRPr lang="en-MY" sz="1100"/>
              </a:p>
            </p:txBody>
          </p:sp>
          <p:grpSp>
            <p:nvGrpSpPr>
              <p:cNvPr id="621" name="Graphic 43">
                <a:extLst>
                  <a:ext uri="{FF2B5EF4-FFF2-40B4-BE49-F238E27FC236}">
                    <a16:creationId xmlns:a16="http://schemas.microsoft.com/office/drawing/2014/main" id="{9C470719-4404-6321-BBA0-D43363C7FB81}"/>
                  </a:ext>
                </a:extLst>
              </p:cNvPr>
              <p:cNvGrpSpPr/>
              <p:nvPr/>
            </p:nvGrpSpPr>
            <p:grpSpPr>
              <a:xfrm>
                <a:off x="1853403" y="1895374"/>
                <a:ext cx="263656" cy="350248"/>
                <a:chOff x="1853403" y="1895374"/>
                <a:chExt cx="263656" cy="350248"/>
              </a:xfrm>
            </p:grpSpPr>
            <p:sp>
              <p:nvSpPr>
                <p:cNvPr id="626" name="Freeform: Shape 625">
                  <a:extLst>
                    <a:ext uri="{FF2B5EF4-FFF2-40B4-BE49-F238E27FC236}">
                      <a16:creationId xmlns:a16="http://schemas.microsoft.com/office/drawing/2014/main" id="{3EC9EA5D-AA42-D6A8-E416-2B87BD53FE91}"/>
                    </a:ext>
                  </a:extLst>
                </p:cNvPr>
                <p:cNvSpPr/>
                <p:nvPr/>
              </p:nvSpPr>
              <p:spPr>
                <a:xfrm>
                  <a:off x="1853403" y="1895374"/>
                  <a:ext cx="263656" cy="256435"/>
                </a:xfrm>
                <a:custGeom>
                  <a:avLst/>
                  <a:gdLst>
                    <a:gd name="connsiteX0" fmla="*/ 182506 w 263656"/>
                    <a:gd name="connsiteY0" fmla="*/ 256436 h 256435"/>
                    <a:gd name="connsiteX1" fmla="*/ 160954 w 263656"/>
                    <a:gd name="connsiteY1" fmla="*/ 234879 h 256435"/>
                    <a:gd name="connsiteX2" fmla="*/ 174936 w 263656"/>
                    <a:gd name="connsiteY2" fmla="*/ 214702 h 256435"/>
                    <a:gd name="connsiteX3" fmla="*/ 220549 w 263656"/>
                    <a:gd name="connsiteY3" fmla="*/ 128891 h 256435"/>
                    <a:gd name="connsiteX4" fmla="*/ 131828 w 263656"/>
                    <a:gd name="connsiteY4" fmla="*/ 43107 h 256435"/>
                    <a:gd name="connsiteX5" fmla="*/ 43107 w 263656"/>
                    <a:gd name="connsiteY5" fmla="*/ 128891 h 256435"/>
                    <a:gd name="connsiteX6" fmla="*/ 90310 w 263656"/>
                    <a:gd name="connsiteY6" fmla="*/ 214271 h 256435"/>
                    <a:gd name="connsiteX7" fmla="*/ 103140 w 263656"/>
                    <a:gd name="connsiteY7" fmla="*/ 241922 h 256435"/>
                    <a:gd name="connsiteX8" fmla="*/ 75490 w 263656"/>
                    <a:gd name="connsiteY8" fmla="*/ 254752 h 256435"/>
                    <a:gd name="connsiteX9" fmla="*/ 74630 w 263656"/>
                    <a:gd name="connsiteY9" fmla="*/ 254415 h 256435"/>
                    <a:gd name="connsiteX10" fmla="*/ 0 w 263656"/>
                    <a:gd name="connsiteY10" fmla="*/ 128891 h 256435"/>
                    <a:gd name="connsiteX11" fmla="*/ 131828 w 263656"/>
                    <a:gd name="connsiteY11" fmla="*/ 0 h 256435"/>
                    <a:gd name="connsiteX12" fmla="*/ 263656 w 263656"/>
                    <a:gd name="connsiteY12" fmla="*/ 128891 h 256435"/>
                    <a:gd name="connsiteX13" fmla="*/ 190077 w 263656"/>
                    <a:gd name="connsiteY13" fmla="*/ 255062 h 256435"/>
                    <a:gd name="connsiteX14" fmla="*/ 182506 w 263656"/>
                    <a:gd name="connsiteY14" fmla="*/ 256436 h 25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656" h="256435">
                      <a:moveTo>
                        <a:pt x="182506" y="256436"/>
                      </a:moveTo>
                      <a:cubicBezTo>
                        <a:pt x="170603" y="256436"/>
                        <a:pt x="160953" y="246785"/>
                        <a:pt x="160954" y="234879"/>
                      </a:cubicBezTo>
                      <a:cubicBezTo>
                        <a:pt x="160955" y="225897"/>
                        <a:pt x="166527" y="217857"/>
                        <a:pt x="174936" y="214702"/>
                      </a:cubicBezTo>
                      <a:cubicBezTo>
                        <a:pt x="205192" y="203360"/>
                        <a:pt x="220549" y="174478"/>
                        <a:pt x="220549" y="128891"/>
                      </a:cubicBezTo>
                      <a:cubicBezTo>
                        <a:pt x="220549" y="79183"/>
                        <a:pt x="183234" y="43107"/>
                        <a:pt x="131828" y="43107"/>
                      </a:cubicBezTo>
                      <a:cubicBezTo>
                        <a:pt x="80422" y="43107"/>
                        <a:pt x="43107" y="79183"/>
                        <a:pt x="43107" y="128891"/>
                      </a:cubicBezTo>
                      <a:cubicBezTo>
                        <a:pt x="43107" y="159417"/>
                        <a:pt x="51190" y="198941"/>
                        <a:pt x="90310" y="214271"/>
                      </a:cubicBezTo>
                      <a:cubicBezTo>
                        <a:pt x="101488" y="218364"/>
                        <a:pt x="107233" y="230744"/>
                        <a:pt x="103140" y="241922"/>
                      </a:cubicBezTo>
                      <a:cubicBezTo>
                        <a:pt x="99048" y="253100"/>
                        <a:pt x="86669" y="258844"/>
                        <a:pt x="75490" y="254752"/>
                      </a:cubicBezTo>
                      <a:cubicBezTo>
                        <a:pt x="75201" y="254644"/>
                        <a:pt x="74914" y="254533"/>
                        <a:pt x="74630" y="254415"/>
                      </a:cubicBezTo>
                      <a:cubicBezTo>
                        <a:pt x="26511" y="235555"/>
                        <a:pt x="0" y="191020"/>
                        <a:pt x="0" y="128891"/>
                      </a:cubicBezTo>
                      <a:cubicBezTo>
                        <a:pt x="0" y="55393"/>
                        <a:pt x="56579" y="0"/>
                        <a:pt x="131828" y="0"/>
                      </a:cubicBezTo>
                      <a:cubicBezTo>
                        <a:pt x="207078" y="0"/>
                        <a:pt x="263656" y="55474"/>
                        <a:pt x="263656" y="128891"/>
                      </a:cubicBezTo>
                      <a:cubicBezTo>
                        <a:pt x="263656" y="210364"/>
                        <a:pt x="223647" y="242480"/>
                        <a:pt x="190077" y="255062"/>
                      </a:cubicBezTo>
                      <a:cubicBezTo>
                        <a:pt x="187655" y="255970"/>
                        <a:pt x="185093" y="256436"/>
                        <a:pt x="182506" y="256436"/>
                      </a:cubicBezTo>
                      <a:close/>
                    </a:path>
                  </a:pathLst>
                </a:custGeom>
                <a:solidFill>
                  <a:srgbClr val="C42828"/>
                </a:solidFill>
                <a:ln w="2667" cap="flat">
                  <a:noFill/>
                  <a:prstDash val="solid"/>
                  <a:miter/>
                </a:ln>
              </p:spPr>
              <p:txBody>
                <a:bodyPr rtlCol="0" anchor="ctr"/>
                <a:lstStyle/>
                <a:p>
                  <a:endParaRPr lang="en-MY" sz="1100"/>
                </a:p>
              </p:txBody>
            </p:sp>
            <p:sp>
              <p:nvSpPr>
                <p:cNvPr id="627" name="Freeform: Shape 626">
                  <a:extLst>
                    <a:ext uri="{FF2B5EF4-FFF2-40B4-BE49-F238E27FC236}">
                      <a16:creationId xmlns:a16="http://schemas.microsoft.com/office/drawing/2014/main" id="{B4E04023-BCF6-ED49-929B-0A5874476E71}"/>
                    </a:ext>
                  </a:extLst>
                </p:cNvPr>
                <p:cNvSpPr/>
                <p:nvPr/>
              </p:nvSpPr>
              <p:spPr>
                <a:xfrm>
                  <a:off x="1923883" y="2151082"/>
                  <a:ext cx="122883" cy="43107"/>
                </a:xfrm>
                <a:custGeom>
                  <a:avLst/>
                  <a:gdLst>
                    <a:gd name="connsiteX0" fmla="*/ 101330 w 122883"/>
                    <a:gd name="connsiteY0" fmla="*/ 43107 h 43107"/>
                    <a:gd name="connsiteX1" fmla="*/ 21554 w 122883"/>
                    <a:gd name="connsiteY1" fmla="*/ 43107 h 43107"/>
                    <a:gd name="connsiteX2" fmla="*/ 0 w 122883"/>
                    <a:gd name="connsiteY2" fmla="*/ 21554 h 43107"/>
                    <a:gd name="connsiteX3" fmla="*/ 21554 w 122883"/>
                    <a:gd name="connsiteY3" fmla="*/ 0 h 43107"/>
                    <a:gd name="connsiteX4" fmla="*/ 101330 w 122883"/>
                    <a:gd name="connsiteY4" fmla="*/ 0 h 43107"/>
                    <a:gd name="connsiteX5" fmla="*/ 122883 w 122883"/>
                    <a:gd name="connsiteY5" fmla="*/ 21554 h 43107"/>
                    <a:gd name="connsiteX6" fmla="*/ 101330 w 122883"/>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883" h="43107">
                      <a:moveTo>
                        <a:pt x="101330" y="43107"/>
                      </a:moveTo>
                      <a:lnTo>
                        <a:pt x="21554" y="43107"/>
                      </a:lnTo>
                      <a:cubicBezTo>
                        <a:pt x="9650" y="43107"/>
                        <a:pt x="0" y="33457"/>
                        <a:pt x="0" y="21554"/>
                      </a:cubicBezTo>
                      <a:cubicBezTo>
                        <a:pt x="0" y="9651"/>
                        <a:pt x="9650" y="0"/>
                        <a:pt x="21554" y="0"/>
                      </a:cubicBezTo>
                      <a:lnTo>
                        <a:pt x="101330" y="0"/>
                      </a:lnTo>
                      <a:cubicBezTo>
                        <a:pt x="113233" y="0"/>
                        <a:pt x="122883" y="9651"/>
                        <a:pt x="122883" y="21554"/>
                      </a:cubicBezTo>
                      <a:cubicBezTo>
                        <a:pt x="122883" y="33457"/>
                        <a:pt x="113233" y="43107"/>
                        <a:pt x="101330" y="43107"/>
                      </a:cubicBezTo>
                      <a:close/>
                    </a:path>
                  </a:pathLst>
                </a:custGeom>
                <a:solidFill>
                  <a:srgbClr val="EF463C"/>
                </a:solidFill>
                <a:ln w="2667" cap="flat">
                  <a:noFill/>
                  <a:prstDash val="solid"/>
                  <a:miter/>
                </a:ln>
              </p:spPr>
              <p:txBody>
                <a:bodyPr rtlCol="0" anchor="ctr"/>
                <a:lstStyle/>
                <a:p>
                  <a:endParaRPr lang="en-MY" sz="1100"/>
                </a:p>
              </p:txBody>
            </p:sp>
            <p:sp>
              <p:nvSpPr>
                <p:cNvPr id="628" name="Freeform: Shape 627">
                  <a:extLst>
                    <a:ext uri="{FF2B5EF4-FFF2-40B4-BE49-F238E27FC236}">
                      <a16:creationId xmlns:a16="http://schemas.microsoft.com/office/drawing/2014/main" id="{B854250B-97F7-39B8-F323-FAFBDC384143}"/>
                    </a:ext>
                  </a:extLst>
                </p:cNvPr>
                <p:cNvSpPr/>
                <p:nvPr/>
              </p:nvSpPr>
              <p:spPr>
                <a:xfrm>
                  <a:off x="1923883" y="2202515"/>
                  <a:ext cx="120835" cy="43107"/>
                </a:xfrm>
                <a:custGeom>
                  <a:avLst/>
                  <a:gdLst>
                    <a:gd name="connsiteX0" fmla="*/ 99282 w 120835"/>
                    <a:gd name="connsiteY0" fmla="*/ 43107 h 43107"/>
                    <a:gd name="connsiteX1" fmla="*/ 21554 w 120835"/>
                    <a:gd name="connsiteY1" fmla="*/ 43107 h 43107"/>
                    <a:gd name="connsiteX2" fmla="*/ 0 w 120835"/>
                    <a:gd name="connsiteY2" fmla="*/ 21554 h 43107"/>
                    <a:gd name="connsiteX3" fmla="*/ 21554 w 120835"/>
                    <a:gd name="connsiteY3" fmla="*/ 0 h 43107"/>
                    <a:gd name="connsiteX4" fmla="*/ 99282 w 120835"/>
                    <a:gd name="connsiteY4" fmla="*/ 0 h 43107"/>
                    <a:gd name="connsiteX5" fmla="*/ 120836 w 120835"/>
                    <a:gd name="connsiteY5" fmla="*/ 21554 h 43107"/>
                    <a:gd name="connsiteX6" fmla="*/ 99282 w 120835"/>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35" h="43107">
                      <a:moveTo>
                        <a:pt x="99282" y="43107"/>
                      </a:moveTo>
                      <a:lnTo>
                        <a:pt x="21554" y="43107"/>
                      </a:lnTo>
                      <a:cubicBezTo>
                        <a:pt x="9650" y="43107"/>
                        <a:pt x="0" y="33457"/>
                        <a:pt x="0" y="21554"/>
                      </a:cubicBezTo>
                      <a:cubicBezTo>
                        <a:pt x="0" y="9651"/>
                        <a:pt x="9650" y="0"/>
                        <a:pt x="21554" y="0"/>
                      </a:cubicBezTo>
                      <a:lnTo>
                        <a:pt x="99282" y="0"/>
                      </a:lnTo>
                      <a:cubicBezTo>
                        <a:pt x="111185" y="0"/>
                        <a:pt x="120836" y="9651"/>
                        <a:pt x="120836" y="21554"/>
                      </a:cubicBezTo>
                      <a:cubicBezTo>
                        <a:pt x="120836" y="33457"/>
                        <a:pt x="111185" y="43107"/>
                        <a:pt x="99282" y="43107"/>
                      </a:cubicBezTo>
                      <a:close/>
                    </a:path>
                  </a:pathLst>
                </a:custGeom>
                <a:solidFill>
                  <a:srgbClr val="EF463C"/>
                </a:solidFill>
                <a:ln w="2667" cap="flat">
                  <a:noFill/>
                  <a:prstDash val="solid"/>
                  <a:miter/>
                </a:ln>
              </p:spPr>
              <p:txBody>
                <a:bodyPr rtlCol="0" anchor="ctr"/>
                <a:lstStyle/>
                <a:p>
                  <a:endParaRPr lang="en-MY" sz="1100"/>
                </a:p>
              </p:txBody>
            </p:sp>
            <p:sp>
              <p:nvSpPr>
                <p:cNvPr id="629" name="Freeform: Shape 628">
                  <a:extLst>
                    <a:ext uri="{FF2B5EF4-FFF2-40B4-BE49-F238E27FC236}">
                      <a16:creationId xmlns:a16="http://schemas.microsoft.com/office/drawing/2014/main" id="{75ADD43A-689C-75A0-D18C-3E29C2794E9C}"/>
                    </a:ext>
                  </a:extLst>
                </p:cNvPr>
                <p:cNvSpPr/>
                <p:nvPr/>
              </p:nvSpPr>
              <p:spPr>
                <a:xfrm>
                  <a:off x="1915154" y="2109268"/>
                  <a:ext cx="140341" cy="136354"/>
                </a:xfrm>
                <a:custGeom>
                  <a:avLst/>
                  <a:gdLst>
                    <a:gd name="connsiteX0" fmla="*/ 118788 w 140341"/>
                    <a:gd name="connsiteY0" fmla="*/ 136354 h 136354"/>
                    <a:gd name="connsiteX1" fmla="*/ 21554 w 140341"/>
                    <a:gd name="connsiteY1" fmla="*/ 136354 h 136354"/>
                    <a:gd name="connsiteX2" fmla="*/ 0 w 140341"/>
                    <a:gd name="connsiteY2" fmla="*/ 114801 h 136354"/>
                    <a:gd name="connsiteX3" fmla="*/ 0 w 140341"/>
                    <a:gd name="connsiteY3" fmla="*/ 21554 h 136354"/>
                    <a:gd name="connsiteX4" fmla="*/ 21554 w 140341"/>
                    <a:gd name="connsiteY4" fmla="*/ 0 h 136354"/>
                    <a:gd name="connsiteX5" fmla="*/ 43107 w 140341"/>
                    <a:gd name="connsiteY5" fmla="*/ 21554 h 136354"/>
                    <a:gd name="connsiteX6" fmla="*/ 43107 w 140341"/>
                    <a:gd name="connsiteY6" fmla="*/ 93247 h 136354"/>
                    <a:gd name="connsiteX7" fmla="*/ 97234 w 140341"/>
                    <a:gd name="connsiteY7" fmla="*/ 93247 h 136354"/>
                    <a:gd name="connsiteX8" fmla="*/ 97234 w 140341"/>
                    <a:gd name="connsiteY8" fmla="*/ 22955 h 136354"/>
                    <a:gd name="connsiteX9" fmla="*/ 118788 w 140341"/>
                    <a:gd name="connsiteY9" fmla="*/ 1401 h 136354"/>
                    <a:gd name="connsiteX10" fmla="*/ 140342 w 140341"/>
                    <a:gd name="connsiteY10" fmla="*/ 22955 h 136354"/>
                    <a:gd name="connsiteX11" fmla="*/ 140342 w 140341"/>
                    <a:gd name="connsiteY11" fmla="*/ 114801 h 136354"/>
                    <a:gd name="connsiteX12" fmla="*/ 118788 w 140341"/>
                    <a:gd name="connsiteY12" fmla="*/ 136354 h 13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341" h="136354">
                      <a:moveTo>
                        <a:pt x="118788" y="136354"/>
                      </a:moveTo>
                      <a:lnTo>
                        <a:pt x="21554" y="136354"/>
                      </a:lnTo>
                      <a:cubicBezTo>
                        <a:pt x="9650" y="136354"/>
                        <a:pt x="0" y="126704"/>
                        <a:pt x="0" y="114801"/>
                      </a:cubicBezTo>
                      <a:lnTo>
                        <a:pt x="0" y="21554"/>
                      </a:lnTo>
                      <a:cubicBezTo>
                        <a:pt x="0" y="9651"/>
                        <a:pt x="9650" y="0"/>
                        <a:pt x="21554" y="0"/>
                      </a:cubicBezTo>
                      <a:cubicBezTo>
                        <a:pt x="33458" y="0"/>
                        <a:pt x="43107" y="9651"/>
                        <a:pt x="43107" y="21554"/>
                      </a:cubicBezTo>
                      <a:lnTo>
                        <a:pt x="43107" y="93247"/>
                      </a:lnTo>
                      <a:lnTo>
                        <a:pt x="97234" y="93247"/>
                      </a:lnTo>
                      <a:lnTo>
                        <a:pt x="97234" y="22955"/>
                      </a:lnTo>
                      <a:cubicBezTo>
                        <a:pt x="97234" y="11052"/>
                        <a:pt x="106885" y="1401"/>
                        <a:pt x="118788" y="1401"/>
                      </a:cubicBezTo>
                      <a:cubicBezTo>
                        <a:pt x="130691" y="1401"/>
                        <a:pt x="140342" y="11052"/>
                        <a:pt x="140342" y="22955"/>
                      </a:cubicBezTo>
                      <a:lnTo>
                        <a:pt x="140342" y="114801"/>
                      </a:lnTo>
                      <a:cubicBezTo>
                        <a:pt x="140342" y="126704"/>
                        <a:pt x="130691" y="136354"/>
                        <a:pt x="118788" y="136354"/>
                      </a:cubicBezTo>
                      <a:close/>
                    </a:path>
                  </a:pathLst>
                </a:custGeom>
                <a:solidFill>
                  <a:srgbClr val="C42828"/>
                </a:solidFill>
                <a:ln w="2667" cap="flat">
                  <a:noFill/>
                  <a:prstDash val="solid"/>
                  <a:miter/>
                </a:ln>
              </p:spPr>
              <p:txBody>
                <a:bodyPr rtlCol="0" anchor="ctr"/>
                <a:lstStyle/>
                <a:p>
                  <a:endParaRPr lang="en-MY" sz="1100"/>
                </a:p>
              </p:txBody>
            </p:sp>
          </p:grpSp>
          <p:sp>
            <p:nvSpPr>
              <p:cNvPr id="622" name="Freeform: Shape 621">
                <a:extLst>
                  <a:ext uri="{FF2B5EF4-FFF2-40B4-BE49-F238E27FC236}">
                    <a16:creationId xmlns:a16="http://schemas.microsoft.com/office/drawing/2014/main" id="{F28D0B81-E370-6A2D-FC1B-A7E043C37C0B}"/>
                  </a:ext>
                </a:extLst>
              </p:cNvPr>
              <p:cNvSpPr/>
              <p:nvPr/>
            </p:nvSpPr>
            <p:spPr>
              <a:xfrm>
                <a:off x="2078461" y="1845892"/>
                <a:ext cx="77396" cy="77393"/>
              </a:xfrm>
              <a:custGeom>
                <a:avLst/>
                <a:gdLst>
                  <a:gd name="connsiteX0" fmla="*/ 21543 w 77396"/>
                  <a:gd name="connsiteY0" fmla="*/ 77394 h 77393"/>
                  <a:gd name="connsiteX1" fmla="*/ 0 w 77396"/>
                  <a:gd name="connsiteY1" fmla="*/ 55830 h 77393"/>
                  <a:gd name="connsiteX2" fmla="*/ 6321 w 77396"/>
                  <a:gd name="connsiteY2" fmla="*/ 40591 h 77393"/>
                  <a:gd name="connsiteX3" fmla="*/ 40591 w 77396"/>
                  <a:gd name="connsiteY3" fmla="*/ 6320 h 77393"/>
                  <a:gd name="connsiteX4" fmla="*/ 71076 w 77396"/>
                  <a:gd name="connsiteY4" fmla="*/ 6307 h 77393"/>
                  <a:gd name="connsiteX5" fmla="*/ 71090 w 77396"/>
                  <a:gd name="connsiteY5" fmla="*/ 36792 h 77393"/>
                  <a:gd name="connsiteX6" fmla="*/ 36792 w 77396"/>
                  <a:gd name="connsiteY6" fmla="*/ 71089 h 77393"/>
                  <a:gd name="connsiteX7" fmla="*/ 21543 w 77396"/>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6" h="77393">
                    <a:moveTo>
                      <a:pt x="21543" y="77394"/>
                    </a:moveTo>
                    <a:cubicBezTo>
                      <a:pt x="9640" y="77388"/>
                      <a:pt x="-5" y="67734"/>
                      <a:pt x="0" y="55830"/>
                    </a:cubicBezTo>
                    <a:cubicBezTo>
                      <a:pt x="3" y="50113"/>
                      <a:pt x="2277" y="44631"/>
                      <a:pt x="6321" y="40591"/>
                    </a:cubicBezTo>
                    <a:lnTo>
                      <a:pt x="40591" y="6320"/>
                    </a:lnTo>
                    <a:cubicBezTo>
                      <a:pt x="49005" y="-2101"/>
                      <a:pt x="62654" y="-2108"/>
                      <a:pt x="71076" y="6307"/>
                    </a:cubicBezTo>
                    <a:cubicBezTo>
                      <a:pt x="79498" y="14722"/>
                      <a:pt x="79504" y="28370"/>
                      <a:pt x="71090" y="36792"/>
                    </a:cubicBezTo>
                    <a:lnTo>
                      <a:pt x="36792" y="71089"/>
                    </a:lnTo>
                    <a:cubicBezTo>
                      <a:pt x="32746" y="75130"/>
                      <a:pt x="27260" y="77398"/>
                      <a:pt x="21543" y="77394"/>
                    </a:cubicBezTo>
                    <a:close/>
                  </a:path>
                </a:pathLst>
              </a:custGeom>
              <a:solidFill>
                <a:srgbClr val="EF463C"/>
              </a:solidFill>
              <a:ln w="2667" cap="flat">
                <a:noFill/>
                <a:prstDash val="solid"/>
                <a:miter/>
              </a:ln>
            </p:spPr>
            <p:txBody>
              <a:bodyPr rtlCol="0" anchor="ctr"/>
              <a:lstStyle/>
              <a:p>
                <a:endParaRPr lang="en-MY" sz="1100"/>
              </a:p>
            </p:txBody>
          </p:sp>
          <p:sp>
            <p:nvSpPr>
              <p:cNvPr id="623" name="Freeform: Shape 622">
                <a:extLst>
                  <a:ext uri="{FF2B5EF4-FFF2-40B4-BE49-F238E27FC236}">
                    <a16:creationId xmlns:a16="http://schemas.microsoft.com/office/drawing/2014/main" id="{12C586C9-7E40-D2DC-D255-5BD382D1A2DD}"/>
                  </a:ext>
                </a:extLst>
              </p:cNvPr>
              <p:cNvSpPr/>
              <p:nvPr/>
            </p:nvSpPr>
            <p:spPr>
              <a:xfrm>
                <a:off x="1811694" y="1845165"/>
                <a:ext cx="77397" cy="77393"/>
              </a:xfrm>
              <a:custGeom>
                <a:avLst/>
                <a:gdLst>
                  <a:gd name="connsiteX0" fmla="*/ 55854 w 77397"/>
                  <a:gd name="connsiteY0" fmla="*/ 77394 h 77393"/>
                  <a:gd name="connsiteX1" fmla="*/ 40604 w 77397"/>
                  <a:gd name="connsiteY1" fmla="*/ 71089 h 77393"/>
                  <a:gd name="connsiteX2" fmla="*/ 6307 w 77397"/>
                  <a:gd name="connsiteY2" fmla="*/ 36792 h 77393"/>
                  <a:gd name="connsiteX3" fmla="*/ 6320 w 77397"/>
                  <a:gd name="connsiteY3" fmla="*/ 6307 h 77393"/>
                  <a:gd name="connsiteX4" fmla="*/ 36805 w 77397"/>
                  <a:gd name="connsiteY4" fmla="*/ 6320 h 77393"/>
                  <a:gd name="connsiteX5" fmla="*/ 71103 w 77397"/>
                  <a:gd name="connsiteY5" fmla="*/ 40618 h 77393"/>
                  <a:gd name="connsiteX6" fmla="*/ 71066 w 77397"/>
                  <a:gd name="connsiteY6" fmla="*/ 71099 h 77393"/>
                  <a:gd name="connsiteX7" fmla="*/ 55854 w 77397"/>
                  <a:gd name="connsiteY7" fmla="*/ 77394 h 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97" h="77393">
                    <a:moveTo>
                      <a:pt x="55854" y="77394"/>
                    </a:moveTo>
                    <a:cubicBezTo>
                      <a:pt x="50135" y="77398"/>
                      <a:pt x="44650" y="75130"/>
                      <a:pt x="40604" y="71089"/>
                    </a:cubicBezTo>
                    <a:lnTo>
                      <a:pt x="6307" y="36792"/>
                    </a:lnTo>
                    <a:cubicBezTo>
                      <a:pt x="-2108" y="28370"/>
                      <a:pt x="-2101" y="14722"/>
                      <a:pt x="6320" y="6307"/>
                    </a:cubicBezTo>
                    <a:cubicBezTo>
                      <a:pt x="14742" y="-2108"/>
                      <a:pt x="28391" y="-2101"/>
                      <a:pt x="36805" y="6320"/>
                    </a:cubicBezTo>
                    <a:lnTo>
                      <a:pt x="71103" y="40618"/>
                    </a:lnTo>
                    <a:cubicBezTo>
                      <a:pt x="79510" y="49045"/>
                      <a:pt x="79493" y="62692"/>
                      <a:pt x="71066" y="71099"/>
                    </a:cubicBezTo>
                    <a:cubicBezTo>
                      <a:pt x="67028" y="75128"/>
                      <a:pt x="61558" y="77391"/>
                      <a:pt x="55854" y="77394"/>
                    </a:cubicBezTo>
                    <a:close/>
                  </a:path>
                </a:pathLst>
              </a:custGeom>
              <a:solidFill>
                <a:srgbClr val="EF463C"/>
              </a:solidFill>
              <a:ln w="2667" cap="flat">
                <a:noFill/>
                <a:prstDash val="solid"/>
                <a:miter/>
              </a:ln>
            </p:spPr>
            <p:txBody>
              <a:bodyPr rtlCol="0" anchor="ctr"/>
              <a:lstStyle/>
              <a:p>
                <a:endParaRPr lang="en-MY" sz="1100"/>
              </a:p>
            </p:txBody>
          </p:sp>
          <p:sp>
            <p:nvSpPr>
              <p:cNvPr id="624" name="Freeform: Shape 623">
                <a:extLst>
                  <a:ext uri="{FF2B5EF4-FFF2-40B4-BE49-F238E27FC236}">
                    <a16:creationId xmlns:a16="http://schemas.microsoft.com/office/drawing/2014/main" id="{B747D6B4-26BB-CBE8-045D-D1ABC9137AE9}"/>
                  </a:ext>
                </a:extLst>
              </p:cNvPr>
              <p:cNvSpPr/>
              <p:nvPr/>
            </p:nvSpPr>
            <p:spPr>
              <a:xfrm>
                <a:off x="1964108" y="1793479"/>
                <a:ext cx="43107" cy="91603"/>
              </a:xfrm>
              <a:custGeom>
                <a:avLst/>
                <a:gdLst>
                  <a:gd name="connsiteX0" fmla="*/ 21554 w 43107"/>
                  <a:gd name="connsiteY0" fmla="*/ 91603 h 91603"/>
                  <a:gd name="connsiteX1" fmla="*/ 0 w 43107"/>
                  <a:gd name="connsiteY1" fmla="*/ 70050 h 91603"/>
                  <a:gd name="connsiteX2" fmla="*/ 0 w 43107"/>
                  <a:gd name="connsiteY2" fmla="*/ 21554 h 91603"/>
                  <a:gd name="connsiteX3" fmla="*/ 21554 w 43107"/>
                  <a:gd name="connsiteY3" fmla="*/ 0 h 91603"/>
                  <a:gd name="connsiteX4" fmla="*/ 43107 w 43107"/>
                  <a:gd name="connsiteY4" fmla="*/ 21554 h 91603"/>
                  <a:gd name="connsiteX5" fmla="*/ 43107 w 43107"/>
                  <a:gd name="connsiteY5" fmla="*/ 70050 h 91603"/>
                  <a:gd name="connsiteX6" fmla="*/ 21554 w 43107"/>
                  <a:gd name="connsiteY6" fmla="*/ 91603 h 91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107" h="91603">
                    <a:moveTo>
                      <a:pt x="21554" y="91603"/>
                    </a:moveTo>
                    <a:cubicBezTo>
                      <a:pt x="9650" y="91603"/>
                      <a:pt x="0" y="81954"/>
                      <a:pt x="0" y="70050"/>
                    </a:cubicBezTo>
                    <a:lnTo>
                      <a:pt x="0" y="21554"/>
                    </a:lnTo>
                    <a:cubicBezTo>
                      <a:pt x="0" y="9650"/>
                      <a:pt x="9650" y="0"/>
                      <a:pt x="21554" y="0"/>
                    </a:cubicBezTo>
                    <a:cubicBezTo>
                      <a:pt x="33458" y="0"/>
                      <a:pt x="43107" y="9650"/>
                      <a:pt x="43107" y="21554"/>
                    </a:cubicBezTo>
                    <a:lnTo>
                      <a:pt x="43107" y="70050"/>
                    </a:lnTo>
                    <a:cubicBezTo>
                      <a:pt x="43107" y="81954"/>
                      <a:pt x="33458" y="91603"/>
                      <a:pt x="21554" y="91603"/>
                    </a:cubicBezTo>
                    <a:close/>
                  </a:path>
                </a:pathLst>
              </a:custGeom>
              <a:solidFill>
                <a:srgbClr val="EF463C"/>
              </a:solidFill>
              <a:ln w="2667" cap="flat">
                <a:noFill/>
                <a:prstDash val="solid"/>
                <a:miter/>
              </a:ln>
            </p:spPr>
            <p:txBody>
              <a:bodyPr rtlCol="0" anchor="ctr"/>
              <a:lstStyle/>
              <a:p>
                <a:endParaRPr lang="en-MY" sz="1100"/>
              </a:p>
            </p:txBody>
          </p:sp>
          <p:sp>
            <p:nvSpPr>
              <p:cNvPr id="625" name="Freeform: Shape 624">
                <a:extLst>
                  <a:ext uri="{FF2B5EF4-FFF2-40B4-BE49-F238E27FC236}">
                    <a16:creationId xmlns:a16="http://schemas.microsoft.com/office/drawing/2014/main" id="{3DEC1FC0-7F3A-4BC6-20C3-824C58D289C4}"/>
                  </a:ext>
                </a:extLst>
              </p:cNvPr>
              <p:cNvSpPr/>
              <p:nvPr/>
            </p:nvSpPr>
            <p:spPr>
              <a:xfrm>
                <a:off x="2126354" y="1996246"/>
                <a:ext cx="83520" cy="43107"/>
              </a:xfrm>
              <a:custGeom>
                <a:avLst/>
                <a:gdLst>
                  <a:gd name="connsiteX0" fmla="*/ 61967 w 83520"/>
                  <a:gd name="connsiteY0" fmla="*/ 43107 h 43107"/>
                  <a:gd name="connsiteX1" fmla="*/ 21554 w 83520"/>
                  <a:gd name="connsiteY1" fmla="*/ 43107 h 43107"/>
                  <a:gd name="connsiteX2" fmla="*/ 0 w 83520"/>
                  <a:gd name="connsiteY2" fmla="*/ 21554 h 43107"/>
                  <a:gd name="connsiteX3" fmla="*/ 21554 w 83520"/>
                  <a:gd name="connsiteY3" fmla="*/ 0 h 43107"/>
                  <a:gd name="connsiteX4" fmla="*/ 61967 w 83520"/>
                  <a:gd name="connsiteY4" fmla="*/ 0 h 43107"/>
                  <a:gd name="connsiteX5" fmla="*/ 83521 w 83520"/>
                  <a:gd name="connsiteY5" fmla="*/ 21554 h 43107"/>
                  <a:gd name="connsiteX6" fmla="*/ 61967 w 83520"/>
                  <a:gd name="connsiteY6" fmla="*/ 43107 h 4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520" h="43107">
                    <a:moveTo>
                      <a:pt x="61967" y="43107"/>
                    </a:moveTo>
                    <a:lnTo>
                      <a:pt x="21554" y="43107"/>
                    </a:lnTo>
                    <a:cubicBezTo>
                      <a:pt x="9651" y="43107"/>
                      <a:pt x="0" y="33458"/>
                      <a:pt x="0" y="21554"/>
                    </a:cubicBezTo>
                    <a:cubicBezTo>
                      <a:pt x="0" y="9650"/>
                      <a:pt x="9651" y="0"/>
                      <a:pt x="21554" y="0"/>
                    </a:cubicBezTo>
                    <a:lnTo>
                      <a:pt x="61967" y="0"/>
                    </a:lnTo>
                    <a:cubicBezTo>
                      <a:pt x="73870" y="0"/>
                      <a:pt x="83521" y="9650"/>
                      <a:pt x="83521" y="21554"/>
                    </a:cubicBezTo>
                    <a:cubicBezTo>
                      <a:pt x="83521" y="33458"/>
                      <a:pt x="73870" y="43107"/>
                      <a:pt x="61967" y="43107"/>
                    </a:cubicBezTo>
                    <a:close/>
                  </a:path>
                </a:pathLst>
              </a:custGeom>
              <a:solidFill>
                <a:srgbClr val="EF463C"/>
              </a:solidFill>
              <a:ln w="2667" cap="flat">
                <a:noFill/>
                <a:prstDash val="solid"/>
                <a:miter/>
              </a:ln>
            </p:spPr>
            <p:txBody>
              <a:bodyPr rtlCol="0" anchor="ctr"/>
              <a:lstStyle/>
              <a:p>
                <a:endParaRPr lang="en-MY" sz="1100"/>
              </a:p>
            </p:txBody>
          </p:sp>
        </p:grpSp>
      </p:grpSp>
      <p:grpSp>
        <p:nvGrpSpPr>
          <p:cNvPr id="608" name="Group 607">
            <a:extLst>
              <a:ext uri="{FF2B5EF4-FFF2-40B4-BE49-F238E27FC236}">
                <a16:creationId xmlns:a16="http://schemas.microsoft.com/office/drawing/2014/main" id="{5AE9703B-F413-C97A-4FFE-36AD0EED283E}"/>
              </a:ext>
            </a:extLst>
          </p:cNvPr>
          <p:cNvGrpSpPr/>
          <p:nvPr/>
        </p:nvGrpSpPr>
        <p:grpSpPr>
          <a:xfrm>
            <a:off x="1744909" y="2635389"/>
            <a:ext cx="305000" cy="305000"/>
            <a:chOff x="433241" y="1570462"/>
            <a:chExt cx="471791" cy="471791"/>
          </a:xfrm>
        </p:grpSpPr>
        <p:sp>
          <p:nvSpPr>
            <p:cNvPr id="609" name="Oval 608">
              <a:extLst>
                <a:ext uri="{FF2B5EF4-FFF2-40B4-BE49-F238E27FC236}">
                  <a16:creationId xmlns:a16="http://schemas.microsoft.com/office/drawing/2014/main" id="{F7246222-8956-F7DD-0EFD-9CA374FF7953}"/>
                </a:ext>
              </a:extLst>
            </p:cNvPr>
            <p:cNvSpPr/>
            <p:nvPr/>
          </p:nvSpPr>
          <p:spPr>
            <a:xfrm>
              <a:off x="433241" y="1570462"/>
              <a:ext cx="471791" cy="471791"/>
            </a:xfrm>
            <a:prstGeom prst="ellipse">
              <a:avLst/>
            </a:prstGeom>
            <a:solidFill>
              <a:schemeClr val="bg1"/>
            </a:solidFill>
            <a:ln w="25400">
              <a:noFill/>
            </a:ln>
            <a:effectLst>
              <a:outerShdw blurRad="1270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610" name="Group 609">
              <a:extLst>
                <a:ext uri="{FF2B5EF4-FFF2-40B4-BE49-F238E27FC236}">
                  <a16:creationId xmlns:a16="http://schemas.microsoft.com/office/drawing/2014/main" id="{F68DBC42-8268-3132-1F07-CBA181CE5CF7}"/>
                </a:ext>
              </a:extLst>
            </p:cNvPr>
            <p:cNvGrpSpPr/>
            <p:nvPr/>
          </p:nvGrpSpPr>
          <p:grpSpPr>
            <a:xfrm>
              <a:off x="543450" y="1674683"/>
              <a:ext cx="251373" cy="260212"/>
              <a:chOff x="738790" y="2040956"/>
              <a:chExt cx="251373" cy="260212"/>
            </a:xfrm>
          </p:grpSpPr>
          <p:sp>
            <p:nvSpPr>
              <p:cNvPr id="611" name="Freeform 176">
                <a:extLst>
                  <a:ext uri="{FF2B5EF4-FFF2-40B4-BE49-F238E27FC236}">
                    <a16:creationId xmlns:a16="http://schemas.microsoft.com/office/drawing/2014/main" id="{E40FAE53-A79E-424E-6BC7-2A3DF20FC5B7}"/>
                  </a:ext>
                </a:extLst>
              </p:cNvPr>
              <p:cNvSpPr/>
              <p:nvPr/>
            </p:nvSpPr>
            <p:spPr>
              <a:xfrm>
                <a:off x="738790" y="2134679"/>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4"/>
                      <a:pt x="5614" y="0"/>
                      <a:pt x="12540" y="0"/>
                    </a:cubicBezTo>
                    <a:lnTo>
                      <a:pt x="65163" y="0"/>
                    </a:lnTo>
                    <a:cubicBezTo>
                      <a:pt x="72089" y="0"/>
                      <a:pt x="77703" y="5614"/>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12" name="Freeform 177">
                <a:extLst>
                  <a:ext uri="{FF2B5EF4-FFF2-40B4-BE49-F238E27FC236}">
                    <a16:creationId xmlns:a16="http://schemas.microsoft.com/office/drawing/2014/main" id="{405A7AA7-C86E-FCC2-C72E-5FCF9B01D79D}"/>
                  </a:ext>
                </a:extLst>
              </p:cNvPr>
              <p:cNvSpPr/>
              <p:nvPr/>
            </p:nvSpPr>
            <p:spPr>
              <a:xfrm>
                <a:off x="738790" y="2223465"/>
                <a:ext cx="77703" cy="77703"/>
              </a:xfrm>
              <a:custGeom>
                <a:avLst/>
                <a:gdLst>
                  <a:gd name="connsiteX0" fmla="*/ 65163 w 77703"/>
                  <a:gd name="connsiteY0" fmla="*/ 77703 h 77703"/>
                  <a:gd name="connsiteX1" fmla="*/ 12540 w 77703"/>
                  <a:gd name="connsiteY1" fmla="*/ 77703 h 77703"/>
                  <a:gd name="connsiteX2" fmla="*/ 0 w 77703"/>
                  <a:gd name="connsiteY2" fmla="*/ 65163 h 77703"/>
                  <a:gd name="connsiteX3" fmla="*/ 0 w 77703"/>
                  <a:gd name="connsiteY3" fmla="*/ 12540 h 77703"/>
                  <a:gd name="connsiteX4" fmla="*/ 12540 w 77703"/>
                  <a:gd name="connsiteY4" fmla="*/ 0 h 77703"/>
                  <a:gd name="connsiteX5" fmla="*/ 65163 w 77703"/>
                  <a:gd name="connsiteY5" fmla="*/ 0 h 77703"/>
                  <a:gd name="connsiteX6" fmla="*/ 77703 w 77703"/>
                  <a:gd name="connsiteY6" fmla="*/ 12540 h 77703"/>
                  <a:gd name="connsiteX7" fmla="*/ 77703 w 77703"/>
                  <a:gd name="connsiteY7" fmla="*/ 65163 h 77703"/>
                  <a:gd name="connsiteX8" fmla="*/ 65163 w 77703"/>
                  <a:gd name="connsiteY8" fmla="*/ 77703 h 77703"/>
                  <a:gd name="connsiteX9" fmla="*/ 25081 w 77703"/>
                  <a:gd name="connsiteY9" fmla="*/ 52622 h 77703"/>
                  <a:gd name="connsiteX10" fmla="*/ 52622 w 77703"/>
                  <a:gd name="connsiteY10" fmla="*/ 52622 h 77703"/>
                  <a:gd name="connsiteX11" fmla="*/ 52622 w 77703"/>
                  <a:gd name="connsiteY11" fmla="*/ 25081 h 77703"/>
                  <a:gd name="connsiteX12" fmla="*/ 25081 w 77703"/>
                  <a:gd name="connsiteY12" fmla="*/ 25081 h 7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703" h="77703">
                    <a:moveTo>
                      <a:pt x="65163" y="77703"/>
                    </a:moveTo>
                    <a:lnTo>
                      <a:pt x="12540" y="77703"/>
                    </a:lnTo>
                    <a:cubicBezTo>
                      <a:pt x="5614" y="77703"/>
                      <a:pt x="0" y="72088"/>
                      <a:pt x="0" y="65163"/>
                    </a:cubicBezTo>
                    <a:lnTo>
                      <a:pt x="0" y="12540"/>
                    </a:lnTo>
                    <a:cubicBezTo>
                      <a:pt x="0" y="5615"/>
                      <a:pt x="5614" y="0"/>
                      <a:pt x="12540" y="0"/>
                    </a:cubicBezTo>
                    <a:lnTo>
                      <a:pt x="65163" y="0"/>
                    </a:lnTo>
                    <a:cubicBezTo>
                      <a:pt x="72089" y="0"/>
                      <a:pt x="77703" y="5615"/>
                      <a:pt x="77703" y="12540"/>
                    </a:cubicBezTo>
                    <a:lnTo>
                      <a:pt x="77703" y="65163"/>
                    </a:lnTo>
                    <a:cubicBezTo>
                      <a:pt x="77703" y="72088"/>
                      <a:pt x="72089" y="77703"/>
                      <a:pt x="65163" y="77703"/>
                    </a:cubicBezTo>
                    <a:close/>
                    <a:moveTo>
                      <a:pt x="25081" y="52622"/>
                    </a:moveTo>
                    <a:lnTo>
                      <a:pt x="52622" y="52622"/>
                    </a:lnTo>
                    <a:lnTo>
                      <a:pt x="52622" y="25081"/>
                    </a:lnTo>
                    <a:lnTo>
                      <a:pt x="25081" y="25081"/>
                    </a:ln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13" name="Freeform 178">
                <a:extLst>
                  <a:ext uri="{FF2B5EF4-FFF2-40B4-BE49-F238E27FC236}">
                    <a16:creationId xmlns:a16="http://schemas.microsoft.com/office/drawing/2014/main" id="{D293D096-50CC-A56A-B9F5-748CAFD1EC84}"/>
                  </a:ext>
                </a:extLst>
              </p:cNvPr>
              <p:cNvSpPr/>
              <p:nvPr/>
            </p:nvSpPr>
            <p:spPr>
              <a:xfrm>
                <a:off x="791413" y="2082057"/>
                <a:ext cx="86732" cy="104006"/>
              </a:xfrm>
              <a:custGeom>
                <a:avLst/>
                <a:gdLst>
                  <a:gd name="connsiteX0" fmla="*/ 74192 w 86732"/>
                  <a:gd name="connsiteY0" fmla="*/ 104006 h 104006"/>
                  <a:gd name="connsiteX1" fmla="*/ 12540 w 86732"/>
                  <a:gd name="connsiteY1" fmla="*/ 104006 h 104006"/>
                  <a:gd name="connsiteX2" fmla="*/ 0 w 86732"/>
                  <a:gd name="connsiteY2" fmla="*/ 91466 h 104006"/>
                  <a:gd name="connsiteX3" fmla="*/ 12540 w 86732"/>
                  <a:gd name="connsiteY3" fmla="*/ 78926 h 104006"/>
                  <a:gd name="connsiteX4" fmla="*/ 61651 w 86732"/>
                  <a:gd name="connsiteY4" fmla="*/ 78926 h 104006"/>
                  <a:gd name="connsiteX5" fmla="*/ 61651 w 86732"/>
                  <a:gd name="connsiteY5" fmla="*/ 12540 h 104006"/>
                  <a:gd name="connsiteX6" fmla="*/ 74192 w 86732"/>
                  <a:gd name="connsiteY6" fmla="*/ 0 h 104006"/>
                  <a:gd name="connsiteX7" fmla="*/ 86732 w 86732"/>
                  <a:gd name="connsiteY7" fmla="*/ 12540 h 104006"/>
                  <a:gd name="connsiteX8" fmla="*/ 86732 w 86732"/>
                  <a:gd name="connsiteY8" fmla="*/ 91466 h 104006"/>
                  <a:gd name="connsiteX9" fmla="*/ 74192 w 86732"/>
                  <a:gd name="connsiteY9" fmla="*/ 104006 h 10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732" h="104006">
                    <a:moveTo>
                      <a:pt x="74192" y="104006"/>
                    </a:moveTo>
                    <a:lnTo>
                      <a:pt x="12540" y="104006"/>
                    </a:lnTo>
                    <a:cubicBezTo>
                      <a:pt x="5614" y="104006"/>
                      <a:pt x="0" y="98392"/>
                      <a:pt x="0" y="91466"/>
                    </a:cubicBezTo>
                    <a:cubicBezTo>
                      <a:pt x="0" y="84540"/>
                      <a:pt x="5614" y="78926"/>
                      <a:pt x="12540" y="78926"/>
                    </a:cubicBezTo>
                    <a:lnTo>
                      <a:pt x="61651" y="78926"/>
                    </a:lnTo>
                    <a:lnTo>
                      <a:pt x="61651" y="12540"/>
                    </a:lnTo>
                    <a:cubicBezTo>
                      <a:pt x="61651" y="5614"/>
                      <a:pt x="67266" y="0"/>
                      <a:pt x="74192" y="0"/>
                    </a:cubicBezTo>
                    <a:cubicBezTo>
                      <a:pt x="81118" y="0"/>
                      <a:pt x="86732" y="5614"/>
                      <a:pt x="86732" y="12540"/>
                    </a:cubicBezTo>
                    <a:lnTo>
                      <a:pt x="86732" y="91466"/>
                    </a:lnTo>
                    <a:cubicBezTo>
                      <a:pt x="86732" y="98392"/>
                      <a:pt x="81118" y="104006"/>
                      <a:pt x="74192" y="104006"/>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14" name="Freeform 179">
                <a:extLst>
                  <a:ext uri="{FF2B5EF4-FFF2-40B4-BE49-F238E27FC236}">
                    <a16:creationId xmlns:a16="http://schemas.microsoft.com/office/drawing/2014/main" id="{1CCC3E8E-C6FD-F1E3-53E5-AF139DF8A7EC}"/>
                  </a:ext>
                </a:extLst>
              </p:cNvPr>
              <p:cNvSpPr/>
              <p:nvPr/>
            </p:nvSpPr>
            <p:spPr>
              <a:xfrm>
                <a:off x="853064" y="2160983"/>
                <a:ext cx="62701" cy="25080"/>
              </a:xfrm>
              <a:custGeom>
                <a:avLst/>
                <a:gdLst>
                  <a:gd name="connsiteX0" fmla="*/ 50161 w 62701"/>
                  <a:gd name="connsiteY0" fmla="*/ 25081 h 25080"/>
                  <a:gd name="connsiteX1" fmla="*/ 12540 w 62701"/>
                  <a:gd name="connsiteY1" fmla="*/ 25081 h 25080"/>
                  <a:gd name="connsiteX2" fmla="*/ 0 w 62701"/>
                  <a:gd name="connsiteY2" fmla="*/ 12540 h 25080"/>
                  <a:gd name="connsiteX3" fmla="*/ 12540 w 62701"/>
                  <a:gd name="connsiteY3" fmla="*/ 0 h 25080"/>
                  <a:gd name="connsiteX4" fmla="*/ 50161 w 62701"/>
                  <a:gd name="connsiteY4" fmla="*/ 0 h 25080"/>
                  <a:gd name="connsiteX5" fmla="*/ 62702 w 62701"/>
                  <a:gd name="connsiteY5" fmla="*/ 12540 h 25080"/>
                  <a:gd name="connsiteX6" fmla="*/ 50161 w 62701"/>
                  <a:gd name="connsiteY6" fmla="*/ 25081 h 2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01" h="25080">
                    <a:moveTo>
                      <a:pt x="50161" y="25081"/>
                    </a:moveTo>
                    <a:lnTo>
                      <a:pt x="12540" y="25081"/>
                    </a:lnTo>
                    <a:cubicBezTo>
                      <a:pt x="5614" y="25081"/>
                      <a:pt x="0" y="19466"/>
                      <a:pt x="0" y="12540"/>
                    </a:cubicBezTo>
                    <a:cubicBezTo>
                      <a:pt x="0" y="5614"/>
                      <a:pt x="5614" y="0"/>
                      <a:pt x="12540" y="0"/>
                    </a:cubicBezTo>
                    <a:lnTo>
                      <a:pt x="50161" y="0"/>
                    </a:lnTo>
                    <a:cubicBezTo>
                      <a:pt x="57087" y="0"/>
                      <a:pt x="62702" y="5614"/>
                      <a:pt x="62702" y="12540"/>
                    </a:cubicBezTo>
                    <a:cubicBezTo>
                      <a:pt x="62702" y="19466"/>
                      <a:pt x="57087" y="25081"/>
                      <a:pt x="50161" y="25081"/>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15" name="Freeform 180">
                <a:extLst>
                  <a:ext uri="{FF2B5EF4-FFF2-40B4-BE49-F238E27FC236}">
                    <a16:creationId xmlns:a16="http://schemas.microsoft.com/office/drawing/2014/main" id="{20317D8C-CC1C-CF02-5163-A0CA1B8D755A}"/>
                  </a:ext>
                </a:extLst>
              </p:cNvPr>
              <p:cNvSpPr/>
              <p:nvPr/>
            </p:nvSpPr>
            <p:spPr>
              <a:xfrm>
                <a:off x="791413" y="2198196"/>
                <a:ext cx="161550" cy="76668"/>
              </a:xfrm>
              <a:custGeom>
                <a:avLst/>
                <a:gdLst>
                  <a:gd name="connsiteX0" fmla="*/ 149011 w 161550"/>
                  <a:gd name="connsiteY0" fmla="*/ 76669 h 76668"/>
                  <a:gd name="connsiteX1" fmla="*/ 12540 w 161550"/>
                  <a:gd name="connsiteY1" fmla="*/ 76669 h 76668"/>
                  <a:gd name="connsiteX2" fmla="*/ 0 w 161550"/>
                  <a:gd name="connsiteY2" fmla="*/ 64128 h 76668"/>
                  <a:gd name="connsiteX3" fmla="*/ 12540 w 161550"/>
                  <a:gd name="connsiteY3" fmla="*/ 51588 h 76668"/>
                  <a:gd name="connsiteX4" fmla="*/ 136470 w 161550"/>
                  <a:gd name="connsiteY4" fmla="*/ 51588 h 76668"/>
                  <a:gd name="connsiteX5" fmla="*/ 136470 w 161550"/>
                  <a:gd name="connsiteY5" fmla="*/ 12540 h 76668"/>
                  <a:gd name="connsiteX6" fmla="*/ 149011 w 161550"/>
                  <a:gd name="connsiteY6" fmla="*/ 0 h 76668"/>
                  <a:gd name="connsiteX7" fmla="*/ 161551 w 161550"/>
                  <a:gd name="connsiteY7" fmla="*/ 12540 h 76668"/>
                  <a:gd name="connsiteX8" fmla="*/ 161551 w 161550"/>
                  <a:gd name="connsiteY8" fmla="*/ 64128 h 76668"/>
                  <a:gd name="connsiteX9" fmla="*/ 149011 w 161550"/>
                  <a:gd name="connsiteY9" fmla="*/ 76669 h 7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550" h="76668">
                    <a:moveTo>
                      <a:pt x="149011" y="76669"/>
                    </a:moveTo>
                    <a:lnTo>
                      <a:pt x="12540" y="76669"/>
                    </a:lnTo>
                    <a:cubicBezTo>
                      <a:pt x="5614" y="76669"/>
                      <a:pt x="0" y="71054"/>
                      <a:pt x="0" y="64128"/>
                    </a:cubicBezTo>
                    <a:cubicBezTo>
                      <a:pt x="0" y="57203"/>
                      <a:pt x="5614" y="51588"/>
                      <a:pt x="12540" y="51588"/>
                    </a:cubicBezTo>
                    <a:lnTo>
                      <a:pt x="136470" y="51588"/>
                    </a:lnTo>
                    <a:lnTo>
                      <a:pt x="136470" y="12540"/>
                    </a:lnTo>
                    <a:cubicBezTo>
                      <a:pt x="136470" y="5615"/>
                      <a:pt x="142085" y="0"/>
                      <a:pt x="149011" y="0"/>
                    </a:cubicBezTo>
                    <a:cubicBezTo>
                      <a:pt x="155936" y="0"/>
                      <a:pt x="161551" y="5615"/>
                      <a:pt x="161551" y="12540"/>
                    </a:cubicBezTo>
                    <a:lnTo>
                      <a:pt x="161551" y="64128"/>
                    </a:lnTo>
                    <a:cubicBezTo>
                      <a:pt x="161551" y="71054"/>
                      <a:pt x="155936" y="76669"/>
                      <a:pt x="149011" y="76669"/>
                    </a:cubicBezTo>
                    <a:close/>
                  </a:path>
                </a:pathLst>
              </a:custGeom>
              <a:solidFill>
                <a:srgbClr val="C42828"/>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16" name="Freeform 181">
                <a:extLst>
                  <a:ext uri="{FF2B5EF4-FFF2-40B4-BE49-F238E27FC236}">
                    <a16:creationId xmlns:a16="http://schemas.microsoft.com/office/drawing/2014/main" id="{7FB7B6D5-E452-0EFE-F32D-6AF2B2A82E39}"/>
                  </a:ext>
                </a:extLst>
              </p:cNvPr>
              <p:cNvSpPr/>
              <p:nvPr/>
            </p:nvSpPr>
            <p:spPr>
              <a:xfrm>
                <a:off x="890683" y="2123775"/>
                <a:ext cx="99480" cy="99501"/>
              </a:xfrm>
              <a:custGeom>
                <a:avLst/>
                <a:gdLst>
                  <a:gd name="connsiteX0" fmla="*/ 49740 w 99480"/>
                  <a:gd name="connsiteY0" fmla="*/ 99502 h 99501"/>
                  <a:gd name="connsiteX1" fmla="*/ 40868 w 99480"/>
                  <a:gd name="connsiteY1" fmla="*/ 95834 h 99501"/>
                  <a:gd name="connsiteX2" fmla="*/ 3670 w 99480"/>
                  <a:gd name="connsiteY2" fmla="*/ 58620 h 99501"/>
                  <a:gd name="connsiteX3" fmla="*/ 3670 w 99480"/>
                  <a:gd name="connsiteY3" fmla="*/ 40891 h 99501"/>
                  <a:gd name="connsiteX4" fmla="*/ 40868 w 99480"/>
                  <a:gd name="connsiteY4" fmla="*/ 3678 h 99501"/>
                  <a:gd name="connsiteX5" fmla="*/ 58603 w 99480"/>
                  <a:gd name="connsiteY5" fmla="*/ 3668 h 99501"/>
                  <a:gd name="connsiteX6" fmla="*/ 58613 w 99480"/>
                  <a:gd name="connsiteY6" fmla="*/ 3678 h 99501"/>
                  <a:gd name="connsiteX7" fmla="*/ 95811 w 99480"/>
                  <a:gd name="connsiteY7" fmla="*/ 40891 h 99501"/>
                  <a:gd name="connsiteX8" fmla="*/ 95811 w 99480"/>
                  <a:gd name="connsiteY8" fmla="*/ 58620 h 99501"/>
                  <a:gd name="connsiteX9" fmla="*/ 58613 w 99480"/>
                  <a:gd name="connsiteY9" fmla="*/ 95834 h 99501"/>
                  <a:gd name="connsiteX10" fmla="*/ 49740 w 99480"/>
                  <a:gd name="connsiteY10" fmla="*/ 99502 h 99501"/>
                  <a:gd name="connsiteX11" fmla="*/ 30272 w 99480"/>
                  <a:gd name="connsiteY11" fmla="*/ 49748 h 99501"/>
                  <a:gd name="connsiteX12" fmla="*/ 49740 w 99480"/>
                  <a:gd name="connsiteY12" fmla="*/ 69233 h 99501"/>
                  <a:gd name="connsiteX13" fmla="*/ 69209 w 99480"/>
                  <a:gd name="connsiteY13" fmla="*/ 49748 h 99501"/>
                  <a:gd name="connsiteX14" fmla="*/ 49740 w 99480"/>
                  <a:gd name="connsiteY14" fmla="*/ 30279 h 9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480" h="99501">
                    <a:moveTo>
                      <a:pt x="49740" y="99502"/>
                    </a:moveTo>
                    <a:cubicBezTo>
                      <a:pt x="46414" y="99505"/>
                      <a:pt x="43223" y="98185"/>
                      <a:pt x="40868" y="95834"/>
                    </a:cubicBezTo>
                    <a:lnTo>
                      <a:pt x="3670" y="58620"/>
                    </a:lnTo>
                    <a:cubicBezTo>
                      <a:pt x="-1223" y="53724"/>
                      <a:pt x="-1223" y="45788"/>
                      <a:pt x="3670" y="40891"/>
                    </a:cubicBezTo>
                    <a:lnTo>
                      <a:pt x="40868" y="3678"/>
                    </a:lnTo>
                    <a:cubicBezTo>
                      <a:pt x="45762" y="-1222"/>
                      <a:pt x="53703" y="-1227"/>
                      <a:pt x="58603" y="3668"/>
                    </a:cubicBezTo>
                    <a:cubicBezTo>
                      <a:pt x="58607" y="3671"/>
                      <a:pt x="58610" y="3675"/>
                      <a:pt x="58613" y="3678"/>
                    </a:cubicBezTo>
                    <a:lnTo>
                      <a:pt x="95811" y="40891"/>
                    </a:lnTo>
                    <a:cubicBezTo>
                      <a:pt x="100704" y="45788"/>
                      <a:pt x="100704" y="53724"/>
                      <a:pt x="95811" y="58620"/>
                    </a:cubicBezTo>
                    <a:lnTo>
                      <a:pt x="58613" y="95834"/>
                    </a:lnTo>
                    <a:cubicBezTo>
                      <a:pt x="56258" y="98185"/>
                      <a:pt x="53067" y="99505"/>
                      <a:pt x="49740" y="99502"/>
                    </a:cubicBezTo>
                    <a:close/>
                    <a:moveTo>
                      <a:pt x="30272" y="49748"/>
                    </a:moveTo>
                    <a:lnTo>
                      <a:pt x="49740" y="69233"/>
                    </a:lnTo>
                    <a:lnTo>
                      <a:pt x="69209" y="49748"/>
                    </a:lnTo>
                    <a:lnTo>
                      <a:pt x="49740" y="30279"/>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sp>
            <p:nvSpPr>
              <p:cNvPr id="617" name="Freeform 182">
                <a:extLst>
                  <a:ext uri="{FF2B5EF4-FFF2-40B4-BE49-F238E27FC236}">
                    <a16:creationId xmlns:a16="http://schemas.microsoft.com/office/drawing/2014/main" id="{A5FF1819-5839-F5AB-00F7-F73285CEB682}"/>
                  </a:ext>
                </a:extLst>
              </p:cNvPr>
              <p:cNvSpPr/>
              <p:nvPr/>
            </p:nvSpPr>
            <p:spPr>
              <a:xfrm>
                <a:off x="786397" y="2040956"/>
                <a:ext cx="158321" cy="66181"/>
              </a:xfrm>
              <a:custGeom>
                <a:avLst/>
                <a:gdLst>
                  <a:gd name="connsiteX0" fmla="*/ 145781 w 158321"/>
                  <a:gd name="connsiteY0" fmla="*/ 66182 h 66181"/>
                  <a:gd name="connsiteX1" fmla="*/ 12540 w 158321"/>
                  <a:gd name="connsiteY1" fmla="*/ 66182 h 66181"/>
                  <a:gd name="connsiteX2" fmla="*/ 0 w 158321"/>
                  <a:gd name="connsiteY2" fmla="*/ 53641 h 66181"/>
                  <a:gd name="connsiteX3" fmla="*/ 0 w 158321"/>
                  <a:gd name="connsiteY3" fmla="*/ 12540 h 66181"/>
                  <a:gd name="connsiteX4" fmla="*/ 12540 w 158321"/>
                  <a:gd name="connsiteY4" fmla="*/ 0 h 66181"/>
                  <a:gd name="connsiteX5" fmla="*/ 145781 w 158321"/>
                  <a:gd name="connsiteY5" fmla="*/ 0 h 66181"/>
                  <a:gd name="connsiteX6" fmla="*/ 158322 w 158321"/>
                  <a:gd name="connsiteY6" fmla="*/ 12540 h 66181"/>
                  <a:gd name="connsiteX7" fmla="*/ 158322 w 158321"/>
                  <a:gd name="connsiteY7" fmla="*/ 53641 h 66181"/>
                  <a:gd name="connsiteX8" fmla="*/ 145781 w 158321"/>
                  <a:gd name="connsiteY8" fmla="*/ 66182 h 66181"/>
                  <a:gd name="connsiteX9" fmla="*/ 25081 w 158321"/>
                  <a:gd name="connsiteY9" fmla="*/ 41101 h 66181"/>
                  <a:gd name="connsiteX10" fmla="*/ 133241 w 158321"/>
                  <a:gd name="connsiteY10" fmla="*/ 41101 h 66181"/>
                  <a:gd name="connsiteX11" fmla="*/ 133241 w 158321"/>
                  <a:gd name="connsiteY11" fmla="*/ 25081 h 66181"/>
                  <a:gd name="connsiteX12" fmla="*/ 25081 w 158321"/>
                  <a:gd name="connsiteY12" fmla="*/ 25081 h 66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321" h="66181">
                    <a:moveTo>
                      <a:pt x="145781" y="66182"/>
                    </a:moveTo>
                    <a:lnTo>
                      <a:pt x="12540" y="66182"/>
                    </a:lnTo>
                    <a:cubicBezTo>
                      <a:pt x="5614" y="66182"/>
                      <a:pt x="0" y="60567"/>
                      <a:pt x="0" y="53641"/>
                    </a:cubicBezTo>
                    <a:lnTo>
                      <a:pt x="0" y="12540"/>
                    </a:lnTo>
                    <a:cubicBezTo>
                      <a:pt x="0" y="5614"/>
                      <a:pt x="5614" y="0"/>
                      <a:pt x="12540" y="0"/>
                    </a:cubicBezTo>
                    <a:lnTo>
                      <a:pt x="145781" y="0"/>
                    </a:lnTo>
                    <a:cubicBezTo>
                      <a:pt x="152707" y="0"/>
                      <a:pt x="158322" y="5614"/>
                      <a:pt x="158322" y="12540"/>
                    </a:cubicBezTo>
                    <a:lnTo>
                      <a:pt x="158322" y="53641"/>
                    </a:lnTo>
                    <a:cubicBezTo>
                      <a:pt x="158322" y="60567"/>
                      <a:pt x="152707" y="66182"/>
                      <a:pt x="145781" y="66182"/>
                    </a:cubicBezTo>
                    <a:close/>
                    <a:moveTo>
                      <a:pt x="25081" y="41101"/>
                    </a:moveTo>
                    <a:lnTo>
                      <a:pt x="133241" y="41101"/>
                    </a:lnTo>
                    <a:lnTo>
                      <a:pt x="133241" y="25081"/>
                    </a:lnTo>
                    <a:lnTo>
                      <a:pt x="25081" y="25081"/>
                    </a:lnTo>
                    <a:close/>
                  </a:path>
                </a:pathLst>
              </a:custGeom>
              <a:solidFill>
                <a:srgbClr val="EF463C"/>
              </a:solidFill>
              <a:ln w="152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C3C3C"/>
                  </a:solidFill>
                  <a:effectLst/>
                  <a:uLnTx/>
                  <a:uFillTx/>
                  <a:latin typeface="Century Gothic" panose="020F0302020204030204"/>
                  <a:ea typeface="+mn-ea"/>
                  <a:cs typeface="+mn-cs"/>
                </a:endParaRPr>
              </a:p>
            </p:txBody>
          </p:sp>
        </p:grpSp>
      </p:grpSp>
      <p:grpSp>
        <p:nvGrpSpPr>
          <p:cNvPr id="2" name="Group 1">
            <a:extLst>
              <a:ext uri="{FF2B5EF4-FFF2-40B4-BE49-F238E27FC236}">
                <a16:creationId xmlns:a16="http://schemas.microsoft.com/office/drawing/2014/main" id="{22812B2A-933B-DA20-18E2-618FDEBFC1DD}"/>
              </a:ext>
            </a:extLst>
          </p:cNvPr>
          <p:cNvGrpSpPr/>
          <p:nvPr/>
        </p:nvGrpSpPr>
        <p:grpSpPr>
          <a:xfrm>
            <a:off x="10667997" y="-3"/>
            <a:ext cx="1143475" cy="828677"/>
            <a:chOff x="10667997" y="-3"/>
            <a:chExt cx="1143475" cy="828677"/>
          </a:xfrm>
        </p:grpSpPr>
        <p:sp>
          <p:nvSpPr>
            <p:cNvPr id="3" name="Round Same-side Corner of Rectangle 3">
              <a:extLst>
                <a:ext uri="{FF2B5EF4-FFF2-40B4-BE49-F238E27FC236}">
                  <a16:creationId xmlns:a16="http://schemas.microsoft.com/office/drawing/2014/main" id="{EFB2D20C-0B73-3322-682B-5B5DB236389D}"/>
                </a:ext>
              </a:extLst>
            </p:cNvPr>
            <p:cNvSpPr/>
            <p:nvPr/>
          </p:nvSpPr>
          <p:spPr>
            <a:xfrm rot="10800000">
              <a:off x="10667997" y="-3"/>
              <a:ext cx="1143475" cy="828677"/>
            </a:xfrm>
            <a:prstGeom prst="round2SameRect">
              <a:avLst/>
            </a:prstGeom>
            <a:solidFill>
              <a:schemeClr val="bg1"/>
            </a:solidFill>
            <a:ln>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4" name="Picture 3">
              <a:extLst>
                <a:ext uri="{FF2B5EF4-FFF2-40B4-BE49-F238E27FC236}">
                  <a16:creationId xmlns:a16="http://schemas.microsoft.com/office/drawing/2014/main" id="{5EA7A8BC-119F-FB27-A5B9-B227D0FF1237}"/>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0957794" y="135851"/>
              <a:ext cx="563880" cy="563880"/>
            </a:xfrm>
            <a:prstGeom prst="rect">
              <a:avLst/>
            </a:prstGeom>
          </p:spPr>
        </p:pic>
      </p:grpSp>
      <p:sp>
        <p:nvSpPr>
          <p:cNvPr id="32" name="Arrow: Chevron 283">
            <a:extLst>
              <a:ext uri="{FF2B5EF4-FFF2-40B4-BE49-F238E27FC236}">
                <a16:creationId xmlns:a16="http://schemas.microsoft.com/office/drawing/2014/main" id="{752AC503-1965-E850-9220-1197536BE92A}"/>
              </a:ext>
            </a:extLst>
          </p:cNvPr>
          <p:cNvSpPr/>
          <p:nvPr/>
        </p:nvSpPr>
        <p:spPr>
          <a:xfrm>
            <a:off x="10918429" y="4813718"/>
            <a:ext cx="1277024" cy="964154"/>
          </a:xfrm>
          <a:prstGeom prst="chevron">
            <a:avLst>
              <a:gd name="adj" fmla="val 0"/>
            </a:avLst>
          </a:prstGeom>
          <a:gradFill>
            <a:gsLst>
              <a:gs pos="1000">
                <a:schemeClr val="accent3"/>
              </a:gs>
              <a:gs pos="99000">
                <a:schemeClr val="accent3">
                  <a:lumMod val="75000"/>
                </a:schemeClr>
              </a:gs>
            </a:gsLst>
            <a:lin ang="0" scaled="0"/>
          </a:gradFill>
          <a:ln w="19050">
            <a:noFill/>
          </a:ln>
        </p:spPr>
        <p:style>
          <a:lnRef idx="0">
            <a:scrgbClr r="0" g="0" b="0"/>
          </a:lnRef>
          <a:fillRef idx="0">
            <a:scrgbClr r="0" g="0" b="0"/>
          </a:fillRef>
          <a:effectRef idx="0">
            <a:scrgbClr r="0" g="0" b="0"/>
          </a:effectRef>
          <a:fontRef idx="minor">
            <a:schemeClr val="lt1"/>
          </a:fontRef>
        </p:style>
        <p:txBody>
          <a:bodyPr lIns="320040" tIns="594360" rIns="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3" name="Arrow: Chevron 278">
            <a:extLst>
              <a:ext uri="{FF2B5EF4-FFF2-40B4-BE49-F238E27FC236}">
                <a16:creationId xmlns:a16="http://schemas.microsoft.com/office/drawing/2014/main" id="{46EBD013-2427-2152-9714-B7C6385BDF63}"/>
              </a:ext>
            </a:extLst>
          </p:cNvPr>
          <p:cNvSpPr/>
          <p:nvPr/>
        </p:nvSpPr>
        <p:spPr>
          <a:xfrm>
            <a:off x="2422907" y="4813718"/>
            <a:ext cx="2604691" cy="964154"/>
          </a:xfrm>
          <a:prstGeom prst="chevron">
            <a:avLst>
              <a:gd name="adj" fmla="val 29545"/>
            </a:avLst>
          </a:prstGeom>
          <a:gradFill>
            <a:gsLst>
              <a:gs pos="100000">
                <a:schemeClr val="bg2"/>
              </a:gs>
              <a:gs pos="0">
                <a:schemeClr val="tx2"/>
              </a:gs>
            </a:gsLst>
            <a:lin ang="0" scaled="0"/>
          </a:gradFill>
          <a:ln w="19050">
            <a:noFill/>
          </a:ln>
        </p:spPr>
        <p:style>
          <a:lnRef idx="0">
            <a:scrgbClr r="0" g="0" b="0"/>
          </a:lnRef>
          <a:fillRef idx="0">
            <a:scrgbClr r="0" g="0" b="0"/>
          </a:fillRef>
          <a:effectRef idx="0">
            <a:scrgbClr r="0" g="0" b="0"/>
          </a:effectRef>
          <a:fontRef idx="minor">
            <a:schemeClr val="lt1"/>
          </a:fontRef>
        </p:style>
        <p:txBody>
          <a:bodyPr lIns="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4" name="Arrow: Chevron 279">
            <a:extLst>
              <a:ext uri="{FF2B5EF4-FFF2-40B4-BE49-F238E27FC236}">
                <a16:creationId xmlns:a16="http://schemas.microsoft.com/office/drawing/2014/main" id="{90736B66-9995-EA17-B245-9EBEF9E0096C}"/>
              </a:ext>
            </a:extLst>
          </p:cNvPr>
          <p:cNvSpPr/>
          <p:nvPr/>
        </p:nvSpPr>
        <p:spPr>
          <a:xfrm>
            <a:off x="4742163" y="4813718"/>
            <a:ext cx="4669608" cy="964154"/>
          </a:xfrm>
          <a:prstGeom prst="chevron">
            <a:avLst>
              <a:gd name="adj" fmla="val 28502"/>
            </a:avLst>
          </a:prstGeom>
          <a:gradFill>
            <a:gsLst>
              <a:gs pos="15000">
                <a:srgbClr val="D76570"/>
              </a:gs>
              <a:gs pos="0">
                <a:schemeClr val="bg2"/>
              </a:gs>
              <a:gs pos="100000">
                <a:schemeClr val="accent4"/>
              </a:gs>
            </a:gsLst>
            <a:lin ang="0" scaled="0"/>
          </a:gradFill>
          <a:ln w="19050">
            <a:noFill/>
          </a:ln>
        </p:spPr>
        <p:style>
          <a:lnRef idx="0">
            <a:scrgbClr r="0" g="0" b="0"/>
          </a:lnRef>
          <a:fillRef idx="0">
            <a:scrgbClr r="0" g="0" b="0"/>
          </a:fillRef>
          <a:effectRef idx="0">
            <a:scrgbClr r="0" g="0" b="0"/>
          </a:effectRef>
          <a:fontRef idx="minor">
            <a:schemeClr val="lt1"/>
          </a:fontRef>
        </p:style>
        <p:txBody>
          <a:bodyPr lIns="36000" tIns="59436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35" name="Arrow: Chevron 282">
            <a:extLst>
              <a:ext uri="{FF2B5EF4-FFF2-40B4-BE49-F238E27FC236}">
                <a16:creationId xmlns:a16="http://schemas.microsoft.com/office/drawing/2014/main" id="{5D551A64-E3CC-3737-13FF-321A01BC5327}"/>
              </a:ext>
            </a:extLst>
          </p:cNvPr>
          <p:cNvSpPr/>
          <p:nvPr/>
        </p:nvSpPr>
        <p:spPr>
          <a:xfrm>
            <a:off x="9135072" y="4813718"/>
            <a:ext cx="2197119" cy="964154"/>
          </a:xfrm>
          <a:prstGeom prst="chevron">
            <a:avLst>
              <a:gd name="adj" fmla="val 27951"/>
            </a:avLst>
          </a:prstGeom>
          <a:gradFill>
            <a:gsLst>
              <a:gs pos="13000">
                <a:srgbClr val="9BA7C7"/>
              </a:gs>
              <a:gs pos="1000">
                <a:schemeClr val="accent4"/>
              </a:gs>
              <a:gs pos="99000">
                <a:schemeClr val="accent3"/>
              </a:gs>
            </a:gsLst>
            <a:lin ang="0" scaled="0"/>
          </a:gradFill>
          <a:ln w="19050">
            <a:noFill/>
          </a:ln>
        </p:spPr>
        <p:style>
          <a:lnRef idx="0">
            <a:scrgbClr r="0" g="0" b="0"/>
          </a:lnRef>
          <a:fillRef idx="0">
            <a:scrgbClr r="0" g="0" b="0"/>
          </a:fillRef>
          <a:effectRef idx="0">
            <a:scrgbClr r="0" g="0" b="0"/>
          </a:effectRef>
          <a:fontRef idx="minor">
            <a:schemeClr val="lt1"/>
          </a:fontRef>
        </p:style>
        <p:txBody>
          <a:bodyPr lIns="36000" tIns="594360" rIns="144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40" name="Arrow: Pentagon 277">
            <a:extLst>
              <a:ext uri="{FF2B5EF4-FFF2-40B4-BE49-F238E27FC236}">
                <a16:creationId xmlns:a16="http://schemas.microsoft.com/office/drawing/2014/main" id="{903051CB-BBDF-0060-235D-7C2D06660866}"/>
              </a:ext>
            </a:extLst>
          </p:cNvPr>
          <p:cNvSpPr/>
          <p:nvPr/>
        </p:nvSpPr>
        <p:spPr>
          <a:xfrm>
            <a:off x="1079030" y="4813718"/>
            <a:ext cx="1643664" cy="964154"/>
          </a:xfrm>
          <a:prstGeom prst="homePlate">
            <a:avLst>
              <a:gd name="adj" fmla="val 30009"/>
            </a:avLst>
          </a:prstGeom>
          <a:gradFill>
            <a:gsLst>
              <a:gs pos="0">
                <a:schemeClr val="tx2"/>
              </a:gs>
              <a:gs pos="99000">
                <a:schemeClr val="tx2"/>
              </a:gs>
            </a:gsLst>
            <a:lin ang="0" scaled="0"/>
          </a:gradFill>
          <a:ln w="19050">
            <a:noFill/>
          </a:ln>
        </p:spPr>
        <p:style>
          <a:lnRef idx="0">
            <a:scrgbClr r="0" g="0" b="0"/>
          </a:lnRef>
          <a:fillRef idx="0">
            <a:scrgbClr r="0" g="0" b="0"/>
          </a:fillRef>
          <a:effectRef idx="0">
            <a:scrgbClr r="0" g="0" b="0"/>
          </a:effectRef>
          <a:fontRef idx="minor">
            <a:schemeClr val="lt1"/>
          </a:fontRef>
        </p:style>
        <p:txBody>
          <a:bodyPr lIns="21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41" name="Arrow: Pentagon 277">
            <a:extLst>
              <a:ext uri="{FF2B5EF4-FFF2-40B4-BE49-F238E27FC236}">
                <a16:creationId xmlns:a16="http://schemas.microsoft.com/office/drawing/2014/main" id="{9BF7A549-357F-DBA7-69A3-31EFD2377482}"/>
              </a:ext>
            </a:extLst>
          </p:cNvPr>
          <p:cNvSpPr/>
          <p:nvPr/>
        </p:nvSpPr>
        <p:spPr>
          <a:xfrm>
            <a:off x="-12801" y="4813718"/>
            <a:ext cx="1407055" cy="964154"/>
          </a:xfrm>
          <a:prstGeom prst="homePlate">
            <a:avLst>
              <a:gd name="adj" fmla="val 30009"/>
            </a:avLst>
          </a:prstGeom>
          <a:gradFill>
            <a:gsLst>
              <a:gs pos="0">
                <a:schemeClr val="bg2">
                  <a:lumMod val="50000"/>
                </a:schemeClr>
              </a:gs>
              <a:gs pos="100000">
                <a:schemeClr val="tx2"/>
              </a:gs>
            </a:gsLst>
            <a:lin ang="0" scaled="0"/>
          </a:gradFill>
          <a:ln w="19050">
            <a:noFill/>
          </a:ln>
        </p:spPr>
        <p:style>
          <a:lnRef idx="0">
            <a:scrgbClr r="0" g="0" b="0"/>
          </a:lnRef>
          <a:fillRef idx="0">
            <a:scrgbClr r="0" g="0" b="0"/>
          </a:fillRef>
          <a:effectRef idx="0">
            <a:scrgbClr r="0" g="0" b="0"/>
          </a:effectRef>
          <a:fontRef idx="minor">
            <a:schemeClr val="lt1"/>
          </a:fontRef>
        </p:style>
        <p:txBody>
          <a:bodyPr lIns="36000" tIns="594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1"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grpSp>
        <p:nvGrpSpPr>
          <p:cNvPr id="208" name="Group 207">
            <a:extLst>
              <a:ext uri="{FF2B5EF4-FFF2-40B4-BE49-F238E27FC236}">
                <a16:creationId xmlns:a16="http://schemas.microsoft.com/office/drawing/2014/main" id="{C37A70DF-1943-FC0A-D29E-DE1D9A583580}"/>
              </a:ext>
            </a:extLst>
          </p:cNvPr>
          <p:cNvGrpSpPr/>
          <p:nvPr/>
        </p:nvGrpSpPr>
        <p:grpSpPr>
          <a:xfrm>
            <a:off x="-12800" y="4169678"/>
            <a:ext cx="12208253" cy="428812"/>
            <a:chOff x="-24380" y="56925"/>
            <a:chExt cx="12208253" cy="428812"/>
          </a:xfrm>
        </p:grpSpPr>
        <p:pic>
          <p:nvPicPr>
            <p:cNvPr id="207" name="Picture 206">
              <a:extLst>
                <a:ext uri="{FF2B5EF4-FFF2-40B4-BE49-F238E27FC236}">
                  <a16:creationId xmlns:a16="http://schemas.microsoft.com/office/drawing/2014/main" id="{38E7F6A0-42BF-5A5C-1460-8F4CFFFC725B}"/>
                </a:ext>
              </a:extLst>
            </p:cNvPr>
            <p:cNvPicPr>
              <a:picLocks noChangeAspect="1"/>
            </p:cNvPicPr>
            <p:nvPr/>
          </p:nvPicPr>
          <p:blipFill>
            <a:blip r:embed="rId4"/>
            <a:stretch>
              <a:fillRect/>
            </a:stretch>
          </p:blipFill>
          <p:spPr>
            <a:xfrm>
              <a:off x="-16254" y="56925"/>
              <a:ext cx="12192000" cy="428812"/>
            </a:xfrm>
            <a:prstGeom prst="rect">
              <a:avLst/>
            </a:prstGeom>
          </p:spPr>
        </p:pic>
        <p:sp>
          <p:nvSpPr>
            <p:cNvPr id="239" name="Arrow: Chevron 23">
              <a:extLst>
                <a:ext uri="{FF2B5EF4-FFF2-40B4-BE49-F238E27FC236}">
                  <a16:creationId xmlns:a16="http://schemas.microsoft.com/office/drawing/2014/main" id="{34EB3567-B390-FD70-50D1-409BAD74E4B1}"/>
                </a:ext>
              </a:extLst>
            </p:cNvPr>
            <p:cNvSpPr/>
            <p:nvPr/>
          </p:nvSpPr>
          <p:spPr>
            <a:xfrm>
              <a:off x="9129766" y="71010"/>
              <a:ext cx="1025613" cy="409690"/>
            </a:xfrm>
            <a:prstGeom prst="chevron">
              <a:avLst>
                <a:gd name="adj" fmla="val 24644"/>
              </a:avLst>
            </a:prstGeom>
            <a:no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Century Gothic" panose="020F0302020204030204"/>
                  <a:ea typeface="+mn-ea"/>
                  <a:cs typeface="+mn-cs"/>
                </a:rPr>
                <a:t>Final </a:t>
              </a:r>
              <a:br>
                <a:rPr kumimoji="0" lang="en-US" sz="1000" b="1" i="0" u="none" strike="noStrike" kern="1200" cap="none" spc="0" normalizeH="0" baseline="0" noProof="0">
                  <a:ln>
                    <a:noFill/>
                  </a:ln>
                  <a:solidFill>
                    <a:schemeClr val="bg1"/>
                  </a:solidFill>
                  <a:effectLst/>
                  <a:uLnTx/>
                  <a:uFillTx/>
                  <a:latin typeface="Century Gothic" panose="020F0302020204030204"/>
                  <a:ea typeface="+mn-ea"/>
                  <a:cs typeface="+mn-cs"/>
                </a:rPr>
              </a:br>
              <a:r>
                <a:rPr kumimoji="0" lang="en-US" sz="1000" b="1" i="0" u="none" strike="noStrike" kern="1200" cap="none" spc="0" normalizeH="0" baseline="0" noProof="0">
                  <a:ln>
                    <a:noFill/>
                  </a:ln>
                  <a:solidFill>
                    <a:schemeClr val="bg1"/>
                  </a:solidFill>
                  <a:effectLst/>
                  <a:uLnTx/>
                  <a:uFillTx/>
                  <a:latin typeface="Century Gothic" panose="020F0302020204030204"/>
                  <a:ea typeface="+mn-ea"/>
                  <a:cs typeface="+mn-cs"/>
                </a:rPr>
                <a:t>Prep</a:t>
              </a:r>
            </a:p>
          </p:txBody>
        </p:sp>
        <p:sp>
          <p:nvSpPr>
            <p:cNvPr id="240" name="Arrow: Chevron 22">
              <a:extLst>
                <a:ext uri="{FF2B5EF4-FFF2-40B4-BE49-F238E27FC236}">
                  <a16:creationId xmlns:a16="http://schemas.microsoft.com/office/drawing/2014/main" id="{82E4A4F0-4FB4-391E-34EE-6DB0A2EECB8C}"/>
                </a:ext>
              </a:extLst>
            </p:cNvPr>
            <p:cNvSpPr/>
            <p:nvPr/>
          </p:nvSpPr>
          <p:spPr>
            <a:xfrm>
              <a:off x="4730583" y="71010"/>
              <a:ext cx="2670399" cy="409690"/>
            </a:xfrm>
            <a:prstGeom prst="chevron">
              <a:avLst>
                <a:gd name="adj" fmla="val 22990"/>
              </a:avLst>
            </a:prstGeom>
            <a:no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Century Gothic" panose="020F0302020204030204"/>
                  <a:ea typeface="+mn-ea"/>
                  <a:cs typeface="+mn-cs"/>
                </a:rPr>
                <a:t>Realization</a:t>
              </a:r>
            </a:p>
          </p:txBody>
        </p:sp>
        <p:sp>
          <p:nvSpPr>
            <p:cNvPr id="244" name="Arrow: Chevron 284">
              <a:extLst>
                <a:ext uri="{FF2B5EF4-FFF2-40B4-BE49-F238E27FC236}">
                  <a16:creationId xmlns:a16="http://schemas.microsoft.com/office/drawing/2014/main" id="{BAE725EC-036E-31F3-21FD-D7663D4AB9D5}"/>
                </a:ext>
              </a:extLst>
            </p:cNvPr>
            <p:cNvSpPr/>
            <p:nvPr/>
          </p:nvSpPr>
          <p:spPr>
            <a:xfrm>
              <a:off x="3549869" y="71010"/>
              <a:ext cx="1275759" cy="409689"/>
            </a:xfrm>
            <a:prstGeom prst="chevron">
              <a:avLst>
                <a:gd name="adj" fmla="val 22990"/>
              </a:avLst>
            </a:prstGeom>
            <a:noFill/>
            <a:ln w="19050">
              <a:solidFill>
                <a:schemeClr val="bg1"/>
              </a:solidFill>
            </a:ln>
          </p:spPr>
          <p:style>
            <a:lnRef idx="0">
              <a:scrgbClr r="0" g="0" b="0"/>
            </a:lnRef>
            <a:fillRef idx="0">
              <a:scrgbClr r="0" g="0" b="0"/>
            </a:fillRef>
            <a:effectRef idx="0">
              <a:scrgbClr r="0" g="0" b="0"/>
            </a:effectRef>
            <a:fontRef idx="minor">
              <a:schemeClr val="lt1"/>
            </a:fontRef>
          </p:style>
          <p:txBody>
            <a:bodyPr lIns="432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Century Gothic" panose="020F0302020204030204"/>
                  <a:ea typeface="+mn-ea"/>
                  <a:cs typeface="+mn-cs"/>
                </a:rPr>
                <a:t>Blueprint</a:t>
              </a:r>
            </a:p>
          </p:txBody>
        </p:sp>
        <p:sp>
          <p:nvSpPr>
            <p:cNvPr id="245" name="Arrow: Chevron 287">
              <a:extLst>
                <a:ext uri="{FF2B5EF4-FFF2-40B4-BE49-F238E27FC236}">
                  <a16:creationId xmlns:a16="http://schemas.microsoft.com/office/drawing/2014/main" id="{C14CF222-A77D-A164-8A42-AA11B46D7098}"/>
                </a:ext>
              </a:extLst>
            </p:cNvPr>
            <p:cNvSpPr/>
            <p:nvPr/>
          </p:nvSpPr>
          <p:spPr>
            <a:xfrm>
              <a:off x="2420493" y="71010"/>
              <a:ext cx="1227452" cy="409689"/>
            </a:xfrm>
            <a:prstGeom prst="chevron">
              <a:avLst>
                <a:gd name="adj" fmla="val 22990"/>
              </a:avLst>
            </a:prstGeom>
            <a:no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Century Gothic" panose="020F0302020204030204"/>
                  <a:ea typeface="+mn-ea"/>
                  <a:cs typeface="+mn-cs"/>
                </a:rPr>
                <a:t>Inception</a:t>
              </a:r>
            </a:p>
          </p:txBody>
        </p:sp>
        <p:sp>
          <p:nvSpPr>
            <p:cNvPr id="246" name="Arrow: Chevron 274">
              <a:extLst>
                <a:ext uri="{FF2B5EF4-FFF2-40B4-BE49-F238E27FC236}">
                  <a16:creationId xmlns:a16="http://schemas.microsoft.com/office/drawing/2014/main" id="{99ACF93F-CDFE-AE85-BE8C-8B3A84D80520}"/>
                </a:ext>
              </a:extLst>
            </p:cNvPr>
            <p:cNvSpPr/>
            <p:nvPr/>
          </p:nvSpPr>
          <p:spPr>
            <a:xfrm>
              <a:off x="8252981" y="71010"/>
              <a:ext cx="979546" cy="409690"/>
            </a:xfrm>
            <a:prstGeom prst="chevron">
              <a:avLst>
                <a:gd name="adj" fmla="val 22990"/>
              </a:avLst>
            </a:prstGeom>
            <a:no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000" b="1">
                  <a:solidFill>
                    <a:schemeClr val="bg1"/>
                  </a:solidFill>
                  <a:latin typeface="Century Gothic" panose="020F0302020204030204"/>
                </a:rPr>
                <a:t>BRT</a:t>
              </a:r>
              <a:endParaRPr kumimoji="0" lang="en-US" sz="1000" b="1" i="0" u="none" strike="noStrike" kern="1200" cap="none" spc="0" normalizeH="0" baseline="0" noProof="0">
                <a:ln>
                  <a:noFill/>
                </a:ln>
                <a:solidFill>
                  <a:schemeClr val="bg1"/>
                </a:solidFill>
                <a:effectLst/>
                <a:uLnTx/>
                <a:uFillTx/>
                <a:latin typeface="Century Gothic" panose="020F0302020204030204"/>
                <a:ea typeface="+mn-ea"/>
                <a:cs typeface="+mn-cs"/>
              </a:endParaRPr>
            </a:p>
          </p:txBody>
        </p:sp>
        <p:sp>
          <p:nvSpPr>
            <p:cNvPr id="247" name="Arrow: Chevron 273">
              <a:extLst>
                <a:ext uri="{FF2B5EF4-FFF2-40B4-BE49-F238E27FC236}">
                  <a16:creationId xmlns:a16="http://schemas.microsoft.com/office/drawing/2014/main" id="{F55FAC23-4331-43F3-0492-A551DE85D771}"/>
                </a:ext>
              </a:extLst>
            </p:cNvPr>
            <p:cNvSpPr/>
            <p:nvPr/>
          </p:nvSpPr>
          <p:spPr>
            <a:xfrm>
              <a:off x="7308596" y="71010"/>
              <a:ext cx="1046604" cy="409689"/>
            </a:xfrm>
            <a:prstGeom prst="chevron">
              <a:avLst>
                <a:gd name="adj" fmla="val 22990"/>
              </a:avLst>
            </a:prstGeom>
            <a:no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Century Gothic" panose="020F0302020204030204"/>
                  <a:ea typeface="+mn-ea"/>
                  <a:cs typeface="+mn-cs"/>
                </a:rPr>
                <a:t>SIT</a:t>
              </a:r>
            </a:p>
          </p:txBody>
        </p:sp>
        <p:sp>
          <p:nvSpPr>
            <p:cNvPr id="251" name="Arrow: Chevron 26">
              <a:extLst>
                <a:ext uri="{FF2B5EF4-FFF2-40B4-BE49-F238E27FC236}">
                  <a16:creationId xmlns:a16="http://schemas.microsoft.com/office/drawing/2014/main" id="{7EF04B89-7D37-DE3D-7CC7-7CBED941190A}"/>
                </a:ext>
              </a:extLst>
            </p:cNvPr>
            <p:cNvSpPr/>
            <p:nvPr/>
          </p:nvSpPr>
          <p:spPr>
            <a:xfrm>
              <a:off x="11056722" y="71010"/>
              <a:ext cx="1127151" cy="409689"/>
            </a:xfrm>
            <a:prstGeom prst="chevron">
              <a:avLst>
                <a:gd name="adj" fmla="val 0"/>
              </a:avLst>
            </a:prstGeom>
            <a:noFill/>
            <a:ln w="19050">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Century Gothic" panose="020F0302020204030204"/>
                  <a:ea typeface="+mn-ea"/>
                  <a:cs typeface="+mn-cs"/>
                </a:rPr>
                <a:t>Operate</a:t>
              </a:r>
            </a:p>
          </p:txBody>
        </p:sp>
        <p:sp>
          <p:nvSpPr>
            <p:cNvPr id="252" name="Arrow: Chevron 25">
              <a:extLst>
                <a:ext uri="{FF2B5EF4-FFF2-40B4-BE49-F238E27FC236}">
                  <a16:creationId xmlns:a16="http://schemas.microsoft.com/office/drawing/2014/main" id="{90A6E820-EA44-F2CD-9B07-A8AEFAE6B5E7}"/>
                </a:ext>
              </a:extLst>
            </p:cNvPr>
            <p:cNvSpPr/>
            <p:nvPr/>
          </p:nvSpPr>
          <p:spPr>
            <a:xfrm>
              <a:off x="10043130" y="71010"/>
              <a:ext cx="1104967" cy="409689"/>
            </a:xfrm>
            <a:prstGeom prst="chevron">
              <a:avLst>
                <a:gd name="adj" fmla="val 24644"/>
              </a:avLst>
            </a:prstGeom>
            <a:noFill/>
            <a:ln w="19050">
              <a:solidFill>
                <a:schemeClr val="bg1"/>
              </a:solidFill>
            </a:ln>
          </p:spPr>
          <p:style>
            <a:lnRef idx="0">
              <a:scrgbClr r="0" g="0" b="0"/>
            </a:lnRef>
            <a:fillRef idx="0">
              <a:scrgbClr r="0" g="0" b="0"/>
            </a:fillRef>
            <a:effectRef idx="0">
              <a:scrgbClr r="0" g="0" b="0"/>
            </a:effectRef>
            <a:fontRef idx="minor">
              <a:schemeClr val="lt1"/>
            </a:fontRef>
          </p:style>
          <p:txBody>
            <a:bodyPr lIns="3600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Century Gothic" panose="020F0302020204030204"/>
                  <a:ea typeface="+mn-ea"/>
                  <a:cs typeface="+mn-cs"/>
                </a:rPr>
                <a:t>Go Live</a:t>
              </a:r>
            </a:p>
          </p:txBody>
        </p:sp>
        <p:sp>
          <p:nvSpPr>
            <p:cNvPr id="243" name="Rectangle 242">
              <a:extLst>
                <a:ext uri="{FF2B5EF4-FFF2-40B4-BE49-F238E27FC236}">
                  <a16:creationId xmlns:a16="http://schemas.microsoft.com/office/drawing/2014/main" id="{2237F04F-5BFB-395F-461D-4473B8780339}"/>
                </a:ext>
              </a:extLst>
            </p:cNvPr>
            <p:cNvSpPr/>
            <p:nvPr/>
          </p:nvSpPr>
          <p:spPr>
            <a:xfrm>
              <a:off x="-24380" y="73009"/>
              <a:ext cx="1121618" cy="410400"/>
            </a:xfrm>
            <a:prstGeom prst="rect">
              <a:avLst/>
            </a:prstGeom>
            <a:noFill/>
            <a:ln w="19050">
              <a:solidFill>
                <a:schemeClr val="bg1"/>
              </a:solidFill>
            </a:ln>
          </p:spPr>
          <p:style>
            <a:lnRef idx="0">
              <a:scrgbClr r="0" g="0" b="0"/>
            </a:lnRef>
            <a:fillRef idx="0">
              <a:scrgbClr r="0" g="0" b="0"/>
            </a:fillRef>
            <a:effectRef idx="0">
              <a:scrgbClr r="0" g="0" b="0"/>
            </a:effectRef>
            <a:fontRef idx="minor">
              <a:schemeClr val="lt1"/>
            </a:fontRef>
          </p:style>
          <p:txBody>
            <a:bodyPr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Century Gothic" panose="020F0302020204030204"/>
                  <a:ea typeface="+mn-ea"/>
                  <a:cs typeface="+mn-cs"/>
                </a:rPr>
                <a:t>Pre-Project</a:t>
              </a:r>
            </a:p>
          </p:txBody>
        </p:sp>
        <p:sp>
          <p:nvSpPr>
            <p:cNvPr id="242" name="Arrow: Pentagon 14">
              <a:extLst>
                <a:ext uri="{FF2B5EF4-FFF2-40B4-BE49-F238E27FC236}">
                  <a16:creationId xmlns:a16="http://schemas.microsoft.com/office/drawing/2014/main" id="{BD6FECB3-995A-D5F9-1DCF-A925949E71E7}"/>
                </a:ext>
              </a:extLst>
            </p:cNvPr>
            <p:cNvSpPr/>
            <p:nvPr/>
          </p:nvSpPr>
          <p:spPr>
            <a:xfrm>
              <a:off x="1097238" y="71313"/>
              <a:ext cx="717762" cy="410400"/>
            </a:xfrm>
            <a:prstGeom prst="homePlate">
              <a:avLst>
                <a:gd name="adj" fmla="val 22567"/>
              </a:avLst>
            </a:prstGeom>
            <a:noFill/>
            <a:ln w="19050">
              <a:solidFill>
                <a:schemeClr val="bg1"/>
              </a:solidFill>
            </a:ln>
          </p:spPr>
          <p:style>
            <a:lnRef idx="0">
              <a:scrgbClr r="0" g="0" b="0"/>
            </a:lnRef>
            <a:fillRef idx="0">
              <a:scrgbClr r="0" g="0" b="0"/>
            </a:fillRef>
            <a:effectRef idx="0">
              <a:scrgbClr r="0" g="0" b="0"/>
            </a:effectRef>
            <a:fontRef idx="minor">
              <a:schemeClr val="lt1"/>
            </a:fontRef>
          </p:style>
          <p:txBody>
            <a:bodyPr lIns="91440" tIns="0" rIns="3600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Century Gothic" panose="020F0302020204030204"/>
                  <a:ea typeface="+mn-ea"/>
                  <a:cs typeface="+mn-cs"/>
                </a:rPr>
                <a:t>Prep</a:t>
              </a:r>
            </a:p>
          </p:txBody>
        </p:sp>
        <p:sp>
          <p:nvSpPr>
            <p:cNvPr id="241" name="Arrow: Chevron 288">
              <a:extLst>
                <a:ext uri="{FF2B5EF4-FFF2-40B4-BE49-F238E27FC236}">
                  <a16:creationId xmlns:a16="http://schemas.microsoft.com/office/drawing/2014/main" id="{6EBFE56B-045B-C203-BDE2-673597ED6979}"/>
                </a:ext>
              </a:extLst>
            </p:cNvPr>
            <p:cNvSpPr/>
            <p:nvPr/>
          </p:nvSpPr>
          <p:spPr>
            <a:xfrm>
              <a:off x="1720010" y="71010"/>
              <a:ext cx="801206" cy="409689"/>
            </a:xfrm>
            <a:prstGeom prst="chevron">
              <a:avLst>
                <a:gd name="adj" fmla="val 22990"/>
              </a:avLst>
            </a:prstGeom>
            <a:noFill/>
            <a:ln w="19050">
              <a:solidFill>
                <a:schemeClr val="bg1"/>
              </a:solidFill>
            </a:ln>
          </p:spPr>
          <p:style>
            <a:lnRef idx="0">
              <a:scrgbClr r="0" g="0" b="0"/>
            </a:lnRef>
            <a:fillRef idx="0">
              <a:scrgbClr r="0" g="0" b="0"/>
            </a:fillRef>
            <a:effectRef idx="0">
              <a:scrgbClr r="0" g="0" b="0"/>
            </a:effectRef>
            <a:fontRef idx="minor">
              <a:schemeClr val="lt1"/>
            </a:fontRef>
          </p:style>
          <p:txBody>
            <a:bodyPr lIns="13716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Century Gothic" panose="020F0302020204030204"/>
                  <a:ea typeface="+mn-ea"/>
                  <a:cs typeface="+mn-cs"/>
                </a:rPr>
                <a:t>Plan</a:t>
              </a:r>
            </a:p>
          </p:txBody>
        </p:sp>
      </p:grpSp>
    </p:spTree>
    <p:extLst>
      <p:ext uri="{BB962C8B-B14F-4D97-AF65-F5344CB8AC3E}">
        <p14:creationId xmlns:p14="http://schemas.microsoft.com/office/powerpoint/2010/main" val="4280901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Office Theme">
  <a:themeElements>
    <a:clrScheme name="delaware">
      <a:dk1>
        <a:srgbClr val="3C3C3C"/>
      </a:dk1>
      <a:lt1>
        <a:srgbClr val="FFFFFF"/>
      </a:lt1>
      <a:dk2>
        <a:srgbClr val="C42828"/>
      </a:dk2>
      <a:lt2>
        <a:srgbClr val="EF463C"/>
      </a:lt2>
      <a:accent1>
        <a:srgbClr val="EE7684"/>
      </a:accent1>
      <a:accent2>
        <a:srgbClr val="941914"/>
      </a:accent2>
      <a:accent3>
        <a:srgbClr val="72C4BF"/>
      </a:accent3>
      <a:accent4>
        <a:srgbClr val="AD9BCB"/>
      </a:accent4>
      <a:accent5>
        <a:srgbClr val="999999"/>
      </a:accent5>
      <a:accent6>
        <a:srgbClr val="E5E5E5"/>
      </a:accent6>
      <a:hlink>
        <a:srgbClr val="C42828"/>
      </a:hlink>
      <a:folHlink>
        <a:srgbClr val="EF463C"/>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lstStyle/>
      <a:style>
        <a:lnRef idx="3">
          <a:schemeClr val="lt1"/>
        </a:lnRef>
        <a:fillRef idx="1">
          <a:schemeClr val="accent1"/>
        </a:fillRef>
        <a:effectRef idx="1">
          <a:schemeClr val="accent1"/>
        </a:effectRef>
        <a:fontRef idx="minor">
          <a:schemeClr val="lt1"/>
        </a:fontRef>
      </a:style>
    </a:spDef>
    <a:lnDef>
      <a:spPr>
        <a:ln w="28575">
          <a:solidFill>
            <a:schemeClr val="accent3">
              <a:lumMod val="60000"/>
              <a:lumOff val="4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Presentation1" id="{A3C1121F-381A-7248-9B34-97FC51B2D149}" vid="{F3B32934-4A72-7145-8BC5-F0D605FEEF0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Inside Document" ma:contentTypeID="0x010100F5FDC978C1E74047BBDF785E676A2F8800EC8CD892D329434F866ED4A3205EEEAF" ma:contentTypeVersion="23" ma:contentTypeDescription="Create a new document." ma:contentTypeScope="" ma:versionID="9ea7558da1437d43c558b1e7d148c0c0">
  <xsd:schema xmlns:xsd="http://www.w3.org/2001/XMLSchema" xmlns:xs="http://www.w3.org/2001/XMLSchema" xmlns:p="http://schemas.microsoft.com/office/2006/metadata/properties" xmlns:ns2="b068c4b7-3f80-4ae1-aa38-348c4c973df4" xmlns:ns3="d97b47a0-725c-4c5f-bd2d-078d64646158" targetNamespace="http://schemas.microsoft.com/office/2006/metadata/properties" ma:root="true" ma:fieldsID="4eb7f2fe70cbb67ef8b61fb5c99af8e8" ns2:_="" ns3:_="">
    <xsd:import namespace="b068c4b7-3f80-4ae1-aa38-348c4c973df4"/>
    <xsd:import namespace="d97b47a0-725c-4c5f-bd2d-078d64646158"/>
    <xsd:element name="properties">
      <xsd:complexType>
        <xsd:sequence>
          <xsd:element name="documentManagement">
            <xsd:complexType>
              <xsd:all>
                <xsd:element ref="ns2:InsideLanguage"/>
                <xsd:element ref="ns2:ne31f7a9bba54f0fbb8d5eceb9fa952c" minOccurs="0"/>
                <xsd:element ref="ns2:TaxCatchAll" minOccurs="0"/>
                <xsd:element ref="ns2:TaxCatchAllLabel" minOccurs="0"/>
                <xsd:element ref="ns2:c8c21b33357c4397926e81feb2031777" minOccurs="0"/>
                <xsd:element ref="ns2:fb4a4aeb22f64f2896b9750a4f4d5cca" minOccurs="0"/>
                <xsd:element ref="ns2:a6785b9249384b18b4e678c99788cfa0" minOccurs="0"/>
                <xsd:element ref="ns3:MediaServiceMetadata" minOccurs="0"/>
                <xsd:element ref="ns3:MediaServiceFastMetadata" minOccurs="0"/>
                <xsd:element ref="ns3:PROMAR_x0020_ID" minOccurs="0"/>
                <xsd:element ref="ns3:Doc_x0020_Type" minOccurs="0"/>
                <xsd:element ref="ns3:MediaServiceAutoKeyPoints" minOccurs="0"/>
                <xsd:element ref="ns3:MediaServiceKeyPoints" minOccurs="0"/>
                <xsd:element ref="ns2:SharedWithUsers" minOccurs="0"/>
                <xsd:element ref="ns2:SharedWithDetails" minOccurs="0"/>
                <xsd:element ref="ns3:MediaServiceObjectDetectorVersions" minOccurs="0"/>
                <xsd:element ref="ns3:MediaServiceSearchProperties" minOccurs="0"/>
                <xsd:element ref="ns3:lcf76f155ced4ddcb4097134ff3c332f" minOccurs="0"/>
                <xsd:element ref="ns3:MediaServiceOCR" minOccurs="0"/>
                <xsd:element ref="ns3:MediaServiceGenerationTime" minOccurs="0"/>
                <xsd:element ref="ns3:MediaServiceEventHashCode"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68c4b7-3f80-4ae1-aa38-348c4c973df4" elementFormDefault="qualified">
    <xsd:import namespace="http://schemas.microsoft.com/office/2006/documentManagement/types"/>
    <xsd:import namespace="http://schemas.microsoft.com/office/infopath/2007/PartnerControls"/>
    <xsd:element name="InsideLanguage" ma:index="8" ma:displayName="Language" ma:default="en-US" ma:internalName="InsideLanguage">
      <xsd:simpleType>
        <xsd:restriction base="dms:Choice">
          <xsd:enumeration value="en-US"/>
          <xsd:enumeration value="hu-HU"/>
          <xsd:enumeration value="fr-FR"/>
          <xsd:enumeration value="ms-MY"/>
          <xsd:enumeration value="nl-BE"/>
          <xsd:enumeration value="pt-PT"/>
          <xsd:enumeration value="fil-PH"/>
          <xsd:enumeration value="zh-CH"/>
        </xsd:restriction>
      </xsd:simpleType>
    </xsd:element>
    <xsd:element name="ne31f7a9bba54f0fbb8d5eceb9fa952c" ma:index="9" nillable="true" ma:taxonomy="true" ma:internalName="ne31f7a9bba54f0fbb8d5eceb9fa952c" ma:taxonomyFieldName="InsideLocations" ma:displayName="Locations" ma:default="86;#All Locations|37ef32ba-2402-47b6-bdc5-e9404f394fe8" ma:fieldId="{7e31f7a9-bba5-4f0f-bb8d-5eceb9fa952c}" ma:taxonomyMulti="true" ma:sspId="6d5fe21e-add4-4519-9c57-30a638ac1fe9" ma:termSetId="6cee69cc-8958-4ec0-bd36-99638ad0d011" ma:anchorId="00000000-0000-0000-0000-000000000000" ma:open="false" ma:isKeyword="false">
      <xsd:complexType>
        <xsd:sequence>
          <xsd:element ref="pc:Terms" minOccurs="0" maxOccurs="1"/>
        </xsd:sequence>
      </xsd:complexType>
    </xsd:element>
    <xsd:element name="TaxCatchAll" ma:index="10" nillable="true" ma:displayName="Taxonomy Catch All Column" ma:hidden="true" ma:list="{b7d03b26-3093-436c-8816-b87545f20451}" ma:internalName="TaxCatchAll" ma:showField="CatchAllData" ma:web="b068c4b7-3f80-4ae1-aa38-348c4c973df4">
      <xsd:complexType>
        <xsd:complexContent>
          <xsd:extension base="dms:MultiChoiceLookup">
            <xsd:sequence>
              <xsd:element name="Value" type="dms:Lookup" maxOccurs="unbounded" minOccurs="0" nillable="true"/>
            </xsd:sequence>
          </xsd:extension>
        </xsd:complexContent>
      </xsd:complexType>
    </xsd:element>
    <xsd:element name="TaxCatchAllLabel" ma:index="11" nillable="true" ma:displayName="Taxonomy Catch All Column1" ma:hidden="true" ma:list="{b7d03b26-3093-436c-8816-b87545f20451}" ma:internalName="TaxCatchAllLabel" ma:readOnly="true" ma:showField="CatchAllDataLabel" ma:web="b068c4b7-3f80-4ae1-aa38-348c4c973df4">
      <xsd:complexType>
        <xsd:complexContent>
          <xsd:extension base="dms:MultiChoiceLookup">
            <xsd:sequence>
              <xsd:element name="Value" type="dms:Lookup" maxOccurs="unbounded" minOccurs="0" nillable="true"/>
            </xsd:sequence>
          </xsd:extension>
        </xsd:complexContent>
      </xsd:complexType>
    </xsd:element>
    <xsd:element name="c8c21b33357c4397926e81feb2031777" ma:index="13" nillable="true" ma:taxonomy="true" ma:internalName="c8c21b33357c4397926e81feb2031777" ma:taxonomyFieldName="InsideFunctions" ma:displayName="Functions" ma:default="85;#All Functions|604dbf1d-78e3-4d95-a002-692b6aee695a" ma:fieldId="{c8c21b33-357c-4397-926e-81feb2031777}" ma:taxonomyMulti="true" ma:sspId="6d5fe21e-add4-4519-9c57-30a638ac1fe9" ma:termSetId="51790540-fbdd-4957-9ada-35d005810ebe" ma:anchorId="00000000-0000-0000-0000-000000000000" ma:open="false" ma:isKeyword="false">
      <xsd:complexType>
        <xsd:sequence>
          <xsd:element ref="pc:Terms" minOccurs="0" maxOccurs="1"/>
        </xsd:sequence>
      </xsd:complexType>
    </xsd:element>
    <xsd:element name="fb4a4aeb22f64f2896b9750a4f4d5cca" ma:index="15" nillable="true" ma:taxonomy="true" ma:internalName="fb4a4aeb22f64f2896b9750a4f4d5cca" ma:taxonomyFieldName="InsideKeywords" ma:displayName="Keywords" ma:fieldId="{fb4a4aeb-22f6-4f28-96b9-750a4f4d5cca}" ma:taxonomyMulti="true" ma:sspId="6d5fe21e-add4-4519-9c57-30a638ac1fe9" ma:termSetId="796281d5-227d-44ca-a1e5-d9a7901f4c73" ma:anchorId="00000000-0000-0000-0000-000000000000" ma:open="false" ma:isKeyword="false">
      <xsd:complexType>
        <xsd:sequence>
          <xsd:element ref="pc:Terms" minOccurs="0" maxOccurs="1"/>
        </xsd:sequence>
      </xsd:complexType>
    </xsd:element>
    <xsd:element name="a6785b9249384b18b4e678c99788cfa0" ma:index="17" nillable="true" ma:taxonomy="true" ma:internalName="a6785b9249384b18b4e678c99788cfa0" ma:taxonomyFieldName="InsideCategory" ma:displayName="Category" ma:fieldId="{a6785b92-4938-4b18-b4e6-78c99788cfa0}" ma:taxonomyMulti="true" ma:sspId="6d5fe21e-add4-4519-9c57-30a638ac1fe9" ma:termSetId="e680aa68-8dcc-46f6-8bcb-27f402f806c6" ma:anchorId="00000000-0000-0000-0000-000000000000" ma:open="false" ma:isKeyword="false">
      <xsd:complexType>
        <xsd:sequence>
          <xsd:element ref="pc:Terms" minOccurs="0" maxOccurs="1"/>
        </xsd:sequence>
      </xsd:complexType>
    </xsd:element>
    <xsd:element name="SharedWithUsers" ma:index="2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97b47a0-725c-4c5f-bd2d-078d64646158" elementFormDefault="qualified">
    <xsd:import namespace="http://schemas.microsoft.com/office/2006/documentManagement/types"/>
    <xsd:import namespace="http://schemas.microsoft.com/office/infopath/2007/PartnerControls"/>
    <xsd:element name="MediaServiceMetadata" ma:index="19" nillable="true" ma:displayName="MediaServiceMetadata" ma:hidden="true" ma:internalName="MediaServiceMetadata" ma:readOnly="true">
      <xsd:simpleType>
        <xsd:restriction base="dms:Note"/>
      </xsd:simpleType>
    </xsd:element>
    <xsd:element name="MediaServiceFastMetadata" ma:index="20" nillable="true" ma:displayName="MediaServiceFastMetadata" ma:hidden="true" ma:internalName="MediaServiceFastMetadata" ma:readOnly="true">
      <xsd:simpleType>
        <xsd:restriction base="dms:Note"/>
      </xsd:simpleType>
    </xsd:element>
    <xsd:element name="PROMAR_x0020_ID" ma:index="21" nillable="true" ma:displayName="PROMARID" ma:format="Dropdown" ma:internalName="PROMAR_x0020_ID">
      <xsd:simpleType>
        <xsd:restriction base="dms:Text">
          <xsd:maxLength value="255"/>
        </xsd:restriction>
      </xsd:simpleType>
    </xsd:element>
    <xsd:element name="Doc_x0020_Type" ma:index="22" nillable="true" ma:displayName="Doc Type" ma:format="Dropdown" ma:internalName="Doc_x0020_Type">
      <xsd:simpleType>
        <xsd:restriction base="dms:Choice">
          <xsd:enumeration value="1-Template"/>
          <xsd:enumeration value="2-Guidelines"/>
          <xsd:enumeration value="3-Sample"/>
          <xsd:enumeration value="4-Customer example"/>
          <xsd:enumeration value="5-Slides"/>
        </xsd:restriction>
      </xsd:simpleType>
    </xsd:element>
    <xsd:element name="MediaServiceAutoKeyPoints" ma:index="23" nillable="true" ma:displayName="MediaServiceAutoKeyPoints" ma:hidden="true" ma:internalName="MediaServiceAutoKeyPoints" ma:readOnly="true">
      <xsd:simpleType>
        <xsd:restriction base="dms:Note"/>
      </xsd:simpleType>
    </xsd:element>
    <xsd:element name="MediaServiceKeyPoints" ma:index="24" nillable="true" ma:displayName="KeyPoints" ma:internalName="MediaServiceKeyPoints" ma:readOnly="true">
      <xsd:simpleType>
        <xsd:restriction base="dms:Note">
          <xsd:maxLength value="255"/>
        </xsd:restriction>
      </xsd:simpleType>
    </xsd:element>
    <xsd:element name="MediaServiceObjectDetectorVersions" ma:index="27" nillable="true" ma:displayName="MediaServiceObjectDetectorVersions" ma:hidden="true" ma:indexed="true" ma:internalName="MediaServiceObjectDetectorVersions"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element name="lcf76f155ced4ddcb4097134ff3c332f" ma:index="30" nillable="true" ma:taxonomy="true" ma:internalName="lcf76f155ced4ddcb4097134ff3c332f" ma:taxonomyFieldName="MediaServiceImageTags" ma:displayName="Image Tags" ma:readOnly="false" ma:fieldId="{5cf76f15-5ced-4ddc-b409-7134ff3c332f}" ma:taxonomyMulti="true" ma:sspId="6d5fe21e-add4-4519-9c57-30a638ac1fe9" ma:termSetId="09814cd3-568e-fe90-9814-8d621ff8fb84" ma:anchorId="fba54fb3-c3e1-fe81-a776-ca4b69148c4d" ma:open="true" ma:isKeyword="false">
      <xsd:complexType>
        <xsd:sequence>
          <xsd:element ref="pc:Terms" minOccurs="0" maxOccurs="1"/>
        </xsd:sequence>
      </xsd:complexType>
    </xsd:element>
    <xsd:element name="MediaServiceOCR" ma:index="31" nillable="true" ma:displayName="Extracted Text" ma:internalName="MediaServiceOCR" ma:readOnly="true">
      <xsd:simpleType>
        <xsd:restriction base="dms:Note">
          <xsd:maxLength value="255"/>
        </xsd:restriction>
      </xsd:simpleType>
    </xsd:element>
    <xsd:element name="MediaServiceGenerationTime" ma:index="32" nillable="true" ma:displayName="MediaServiceGenerationTime" ma:hidden="true" ma:internalName="MediaServiceGenerationTime" ma:readOnly="true">
      <xsd:simpleType>
        <xsd:restriction base="dms:Text"/>
      </xsd:simpleType>
    </xsd:element>
    <xsd:element name="MediaServiceEventHashCode" ma:index="33" nillable="true" ma:displayName="MediaServiceEventHashCode" ma:hidden="true" ma:internalName="MediaServiceEventHashCode" ma:readOnly="true">
      <xsd:simpleType>
        <xsd:restriction base="dms:Text"/>
      </xsd:simpleType>
    </xsd:element>
    <xsd:element name="MediaServiceDateTaken" ma:index="34" nillable="true" ma:displayName="MediaServiceDateTaken" ma:hidden="true" ma:indexed="true" ma:internalName="MediaServiceDateTaken"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97b47a0-725c-4c5f-bd2d-078d64646158">
      <Terms xmlns="http://schemas.microsoft.com/office/infopath/2007/PartnerControls"/>
    </lcf76f155ced4ddcb4097134ff3c332f>
    <SharedWithUsers xmlns="b068c4b7-3f80-4ae1-aa38-348c4c973df4">
      <UserInfo>
        <DisplayName>De Ketelbutter, Brent</DisplayName>
        <AccountId>69</AccountId>
        <AccountType/>
      </UserInfo>
    </SharedWithUsers>
    <ne31f7a9bba54f0fbb8d5eceb9fa952c xmlns="b068c4b7-3f80-4ae1-aa38-348c4c973df4">
      <Terms xmlns="http://schemas.microsoft.com/office/infopath/2007/PartnerControls">
        <TermInfo xmlns="http://schemas.microsoft.com/office/infopath/2007/PartnerControls">
          <TermName xmlns="http://schemas.microsoft.com/office/infopath/2007/PartnerControls">All Locations</TermName>
          <TermId xmlns="http://schemas.microsoft.com/office/infopath/2007/PartnerControls">37ef32ba-2402-47b6-bdc5-e9404f394fe8</TermId>
        </TermInfo>
      </Terms>
    </ne31f7a9bba54f0fbb8d5eceb9fa952c>
    <a6785b9249384b18b4e678c99788cfa0 xmlns="b068c4b7-3f80-4ae1-aa38-348c4c973df4">
      <Terms xmlns="http://schemas.microsoft.com/office/infopath/2007/PartnerControls"/>
    </a6785b9249384b18b4e678c99788cfa0>
    <PROMAR_x0020_ID xmlns="d97b47a0-725c-4c5f-bd2d-078d64646158" xsi:nil="true"/>
    <TaxCatchAll xmlns="b068c4b7-3f80-4ae1-aa38-348c4c973df4">
      <Value>86</Value>
      <Value>85</Value>
    </TaxCatchAll>
    <fb4a4aeb22f64f2896b9750a4f4d5cca xmlns="b068c4b7-3f80-4ae1-aa38-348c4c973df4">
      <Terms xmlns="http://schemas.microsoft.com/office/infopath/2007/PartnerControls"/>
    </fb4a4aeb22f64f2896b9750a4f4d5cca>
    <Doc_x0020_Type xmlns="d97b47a0-725c-4c5f-bd2d-078d64646158">5-Slides</Doc_x0020_Type>
    <InsideLanguage xmlns="b068c4b7-3f80-4ae1-aa38-348c4c973df4">en-US</InsideLanguage>
    <c8c21b33357c4397926e81feb2031777 xmlns="b068c4b7-3f80-4ae1-aa38-348c4c973df4">
      <Terms xmlns="http://schemas.microsoft.com/office/infopath/2007/PartnerControls">
        <TermInfo xmlns="http://schemas.microsoft.com/office/infopath/2007/PartnerControls">
          <TermName xmlns="http://schemas.microsoft.com/office/infopath/2007/PartnerControls">All Functions</TermName>
          <TermId xmlns="http://schemas.microsoft.com/office/infopath/2007/PartnerControls">604dbf1d-78e3-4d95-a002-692b6aee695a</TermId>
        </TermInfo>
      </Terms>
    </c8c21b33357c4397926e81feb2031777>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962DAD5-A9CE-431B-91FF-B48FF7A1CF7A}">
  <ds:schemaRefs>
    <ds:schemaRef ds:uri="b068c4b7-3f80-4ae1-aa38-348c4c973df4"/>
    <ds:schemaRef ds:uri="d97b47a0-725c-4c5f-bd2d-078d6464615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352A2C4-28DE-417D-9627-7504F7BAA1EE}">
  <ds:schemaRefs>
    <ds:schemaRef ds:uri="http://schemas.microsoft.com/office/infopath/2007/PartnerControls"/>
    <ds:schemaRef ds:uri="http://purl.org/dc/terms/"/>
    <ds:schemaRef ds:uri="http://purl.org/dc/elements/1.1/"/>
    <ds:schemaRef ds:uri="http://www.w3.org/XML/1998/namespace"/>
    <ds:schemaRef ds:uri="http://schemas.openxmlformats.org/package/2006/metadata/core-properties"/>
    <ds:schemaRef ds:uri="http://schemas.microsoft.com/office/2006/documentManagement/types"/>
    <ds:schemaRef ds:uri="http://purl.org/dc/dcmitype/"/>
    <ds:schemaRef ds:uri="d97b47a0-725c-4c5f-bd2d-078d64646158"/>
    <ds:schemaRef ds:uri="b068c4b7-3f80-4ae1-aa38-348c4c973df4"/>
    <ds:schemaRef ds:uri="http://schemas.microsoft.com/office/2006/metadata/properties"/>
  </ds:schemaRefs>
</ds:datastoreItem>
</file>

<file path=customXml/itemProps3.xml><?xml version="1.0" encoding="utf-8"?>
<ds:datastoreItem xmlns:ds="http://schemas.openxmlformats.org/officeDocument/2006/customXml" ds:itemID="{11D0DBCC-B92C-47AA-8B09-5872635842A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delaware PowerPoint template</Template>
  <TotalTime>0</TotalTime>
  <Words>6248</Words>
  <Application>Microsoft Office PowerPoint</Application>
  <PresentationFormat>Widescreen</PresentationFormat>
  <Paragraphs>1524</Paragraphs>
  <Slides>30</Slides>
  <Notes>27</Notes>
  <HiddenSlides>13</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Arial</vt:lpstr>
      <vt:lpstr>Avenir Light</vt:lpstr>
      <vt:lpstr>Avenir Next</vt:lpstr>
      <vt:lpstr>Calibri</vt:lpstr>
      <vt:lpstr>Calibri Light</vt:lpstr>
      <vt:lpstr>Century Gothic</vt:lpstr>
      <vt:lpstr>System Font Regular</vt:lpstr>
      <vt:lpstr>1_Office Theme</vt:lpstr>
      <vt:lpstr>Project Life Cycle</vt:lpstr>
      <vt:lpstr>project life cycle</vt:lpstr>
      <vt:lpstr>PowerPoint Presentation</vt:lpstr>
      <vt:lpstr>stages and phase in the project life cycle</vt:lpstr>
      <vt:lpstr>Why using Quality Gates?</vt:lpstr>
      <vt:lpstr>project phases</vt:lpstr>
      <vt:lpstr>project phases</vt:lpstr>
      <vt:lpstr>project phases</vt:lpstr>
      <vt:lpstr>project phases</vt:lpstr>
      <vt:lpstr>project phases</vt:lpstr>
      <vt:lpstr>project phases</vt:lpstr>
      <vt:lpstr>project phases</vt:lpstr>
      <vt:lpstr>project phases</vt:lpstr>
      <vt:lpstr>project phases</vt:lpstr>
      <vt:lpstr>project life cycle</vt:lpstr>
      <vt:lpstr>project life cycle</vt:lpstr>
      <vt:lpstr>project life cycle</vt:lpstr>
      <vt:lpstr>project life cycle</vt:lpstr>
      <vt:lpstr>project life cycle</vt:lpstr>
      <vt:lpstr>project life cycle</vt:lpstr>
      <vt:lpstr>project life cycle</vt:lpstr>
      <vt:lpstr>project life cycle</vt:lpstr>
      <vt:lpstr>outcomes</vt:lpstr>
      <vt:lpstr>key activities</vt:lpstr>
      <vt:lpstr>key deliverables</vt:lpstr>
      <vt:lpstr>Quality Gates - example</vt:lpstr>
      <vt:lpstr>Project Playbook</vt:lpstr>
      <vt:lpstr>thank you for your time</vt:lpstr>
      <vt:lpstr>PowerPoint Presentation</vt:lpstr>
      <vt:lpstr>project phases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A00-02 Project Life Cycle - Master</dc:title>
  <dc:subject/>
  <dc:creator>Wim Vanhauwaert</dc:creator>
  <cp:keywords/>
  <dc:description/>
  <cp:lastModifiedBy>Vanhauwaert, Wim</cp:lastModifiedBy>
  <cp:revision>1</cp:revision>
  <dcterms:created xsi:type="dcterms:W3CDTF">2023-12-01T09:29:54Z</dcterms:created>
  <dcterms:modified xsi:type="dcterms:W3CDTF">2025-08-21T11:11:07Z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0x010100F5FDC978C1E74047BBDF785E676A2F8800EC8CD892D329434F866ED4A3205EEEAF</vt:lpwstr>
  </property>
  <property fmtid="{D5CDD505-2E9C-101B-9397-08002B2CF9AE}" pid="3" name="MediaServiceImageTags">
    <vt:lpwstr/>
  </property>
  <property fmtid="{D5CDD505-2E9C-101B-9397-08002B2CF9AE}" pid="4" name="InsideLocations">
    <vt:lpwstr>86;#All Locations|37ef32ba-2402-47b6-bdc5-e9404f394fe8</vt:lpwstr>
  </property>
  <property fmtid="{D5CDD505-2E9C-101B-9397-08002B2CF9AE}" pid="5" name="InsideFunctions">
    <vt:lpwstr>85;#All Functions|604dbf1d-78e3-4d95-a002-692b6aee695a</vt:lpwstr>
  </property>
  <property fmtid="{D5CDD505-2E9C-101B-9397-08002B2CF9AE}" pid="6" name="InsideCategory">
    <vt:lpwstr/>
  </property>
  <property fmtid="{D5CDD505-2E9C-101B-9397-08002B2CF9AE}" pid="7" name="InsideKeywords">
    <vt:lpwstr/>
  </property>
</Properties>
</file>